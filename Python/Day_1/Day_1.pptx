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02.6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0 137 3004,'2'-1'662,"6"-5"-196,-1 0 0,0 0 0,0-1 0,10-13 0,-9 10-479,0 1 0,1 0 1,0 0-1,0 1 0,12-8 1,-19 15-301,4-25-1993,-5 23 1989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10.9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159 123 5937,'-25'20'3859,"22"-20"-3457,1 0 1,-1-1-1,0 1 1,1-1 0,-1 0-1,0 0 1,1 0 0,-1 0-1,-4-3 1,48-66 7218,-42 66-7367,0-1 1,1 0-1,-2 0 1,1 1 0,0-1-1,-1 1 1,0-1 0,-4-6-1,0-1 325,5 10 494,-1 2-757,-2 3-197,0-1 1,0 1 0,0 0-1,0 0 1,1 0 0,-1 0 0,1 0-1,0 1 1,0 0 0,0-1-1,1 1 1,-1 0 0,1 1-1,0-1 1,-3 9 0,-3 9 367,-11 44 1,14-36-110,-3 48 1,1-6-19,-5 56 122,5 0 1,18 215 0,-5-269-333,31 140 1,-32-190-153,-4-16 8,0-1 1,1 1-1,0-1 0,0 1 1,1-1-1,4 8 1,-6-13-4,0 0 1,1 0-1,-1-1 1,1 1-1,0 0 1,0 0-1,-1-1 1,1 1-1,0-1 1,0 0-1,0 0 1,1 1-1,-1-1 1,0 0 0,0-1-1,0 1 1,1 0-1,-1-1 1,1 1-1,-1-1 1,0 0-1,1 0 1,-1 0-1,5 0 1,3-2 1,-1 0 0,1 0 1,-1-1-1,0 0 0,0 0 1,0-1-1,0 0 0,-1-1 1,1 0-1,-1 0 0,0-1 0,-1 0 1,9-8-1,13-15 2,45-56 1,-65 74 0,128-167-12,-135 175-4,0 0 0,1 0 0,0 0 0,-1 0 0,1 0 0,0 1-1,0-1 1,1 1 0,-1 0 0,0 0 0,1 0 0,-1 0 0,1 0 0,0 1 0,0 0 0,-1 0-1,1 0 1,0 0 0,0 0 0,0 1 0,6 0 0,-4 1 6,-1 0 1,1 0-1,-1 1 1,0 0-1,0 0 1,0 1-1,0-1 1,0 1-1,0 0 1,-1 0 0,1 1-1,-1 0 1,0-1-1,6 8 1,20 20 51,1-1 1,2-1-1,2-2 1,0-1-1,1-2 1,68 34-1,-78-46 26,0-2 0,1 0 0,0-2 0,0-1 0,1-1 0,0-1 0,0-1 0,0-2 1,1-1-1,-1-1 0,41-5 0,-38 0-73,-1-2 0,1 0 0,-1-2 0,-1-2 0,0 0 0,0-2 0,38-24 0,-50 26-4,0 0 1,-1-2 0,-1 0-1,0-1 1,0 0 0,-2-1-1,1-1 1,-2 0-1,0 0 1,-2-2 0,1 1-1,11-30 1,-15 25 0,0-1 0,-1-1 0,-2 1 0,0-1 0,-2 1 0,0-1 0,-2 0 0,-1 0 0,0 0 0,-2 1 0,-1-1 0,0 1 0,-2 0 0,-10-25 0,3 11 0,-2 2 0,-2-1 0,-1 2 0,-1 0 0,-2 2 0,-2 0 0,-50-55 0,49 65-410,0 0 1,-2 2-1,0 1 0,-1 1 1,-43-22-1,31 22-641,0 1 0,-1 1 1,-56-12-1,90 26 300,0 1 0,0-1 0,0 2 1,-1-1-1,1 1 0,0 0 0,-12 1 1,-9 9-7662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11.3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97 36 13605,'11'-19'2494,"-13"14"704,-12-2-1792,13 6-1202,0 1 0,0-1 0,0 1 0,0-1 1,0 1-1,0 0 0,0-1 0,0 1 1,0 0-1,0 0 0,0 0 0,0 0 0,0 0 1,0 0-1,0 0 0,0 0 0,0 0 1,0 0-1,0 1 0,-2 0 0,2 0 1,-1 0 0,1 0 0,-1 1-1,1-1 1,-1 1 0,1-1 0,0 1-1,0 0 1,0-1 0,-2 4 0,0 3 231,0 1-1,0 0 1,0 0 0,1 0 0,-2 19-1,0-2-83,-6 48 478,4-12-673,-6 52-624,10-99 65,2 0 0,0 0 0,0 1 0,1-1 0,1 0 0,5 16 0,-3-7-304,0-8-216,0 0 0,0 1 0,2-1 1,9 19-1,3-5-3046,4-3-3379,-6-12-955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11.4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92 9321,'-22'-34'1976,"44"28"2384,-15-8-3475,-1 3-417,7 2-3173,-1-2-1415,7 5-3081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12.0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74 289 8973,'-2'-19'669,"1"15"424,0-1 1,-1 0-1,1 1 1,-1-1-1,0 0 1,0 1-1,-4-6 1,4 6-604,-14-21 3816,-19-43 0,34 66-3738,2-1-407,1 0 0,-1 0 1,1 0-1,0 1 0,0-1 1,0 1-1,0-1 0,3-2 0,5 9-45,-6-2-82,-1 0 0,1-1 0,-1 1 0,1 0 1,-1 1-1,0-1 0,1 1 0,-1-1 0,0 1 0,-1 0 0,1 0 0,3 5 0,1 2 8,-1 1-1,0 0 1,0 0-1,-1 0 1,0 1-1,-1 0 1,-1-1 0,5 24-1,-7 18 7,-2 1 1,-2-1-1,-3 0 0,-14 60 0,14-80-27,3 30-55,3-62 37,1 1 1,0-1-1,-1 0 0,1 0 0,0 0 0,0 0 1,0 0-1,0 0 0,0 0 0,0 0 0,0-1 1,0 1-1,1 0 0,-1-1 0,0 1 0,0 0 1,1-1-1,-1 0 0,0 1 0,2-1 0,1-1 1,0-1 0,0 1-1,0-1 1,-1 0 0,1-1-1,-1 1 1,0 0-1,1-1 1,4-6 0,0 3 13,20-22 6,0-1-1,-2 0 1,24-38-1,-9 13-19,44-60-6,45-54 10,-106 140-1,2 1 1,1 1-1,51-37 1,-72 58 17,1 0 0,0 1 0,0 0 0,1 0 0,-1 1 1,1 0-1,-1 1 0,1-1 0,0 1 0,0 1 0,15-2 1,-18 3 24,0 1 1,1-1-1,-1 1 1,0 0 0,1 1-1,-1-1 1,0 1-1,0 0 1,0 0-1,0 1 1,-1 0 0,1-1-1,-1 1 1,1 1-1,-1-1 1,0 1-1,0 0 1,5 6 0,2 4-9,-1 0 1,-1 1 0,0 0 0,-1 1-1,0 0 1,-1 0 0,-1 0 0,7 30 0,-1 15 74,5 70 1,-12-89-107,3 30-6,36 247-551,-37-285-899,2 0 0,14 32 0,-12-37-3179,1-1-3481,-6-8-4065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12.5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119 229 10501,'-15'4'699,"-49"14"1781,25-10 5615,313-65-3844,-49 9-2981,373-63 485,-522 96-1721,78-10 330,-136 23-618,-1 1 0,0 1 1,0 1-1,1 0 0,-1 1 0,28 8 0,-43-10 105,-1 0 0,1 1 1,-1-1-1,1 1 0,-1 0 1,0-1-1,1 1 0,-1 0 0,0 0 1,0-1-1,0 1 0,1 0 0,-1 0 1,0 0-1,0 1 0,0-1 1,1 2-1,-2-2-22,1 0 0,-1 0 0,0 0-1,0 0 1,0 0 0,0 1 0,0-1 0,0 0 0,0 0 0,0 0 0,0 0 0,0 0 0,0 0 0,-1 0 0,1 0 0,-1 0 0,1 0-1,-1 2 1,-3 3-1116,0-1 0,0 1 0,-1-1 0,0 0-1,-8 8 1,8-9-142,-21 20-8179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12.8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46 14469,'-7'-16'989,"-1"1"577,1 1 7185,7 16-8407,1 1 1,-1 0-1,0-1 1,0 1-1,-1 0 0,1-1 1,0 1-1,-1 0 1,-1 3-1,-1 11 682,7 165 961,2-77-1452,-5-45-533,-2 292-41,-2-168-3294,2-58-3455,1-60-629,3-3-4791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13.6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63 424 7689,'0'-1'122,"0"1"0,0-1 0,1 0 0,-1 1 0,0-1 0,0 1 0,0-1 0,0 1 0,0-1 0,0 0 0,0 1 0,0-1 0,0 0 0,0 1 0,0-1 0,0 1 0,0-1 0,0 1 0,-1-1 0,1 0 0,0 1 0,0-1 0,-1 1 0,1-1 0,0 1 0,-1-1-1,1 1 1,-1-1 0,1 1 0,0 0 0,-1-1 0,1 1 0,-1-1 0,1 1 0,-1 0 0,0 0 0,1-1 0,-1 1 0,1 0 0,-1 0 0,1-1 0,-1 1 0,0 0 0,1 0 0,-1 0 0,1 0 0,-1 0 0,0 0 0,1 0 0,-1 0 0,1 0 0,-1 1 0,0-1 0,0 0 0,0 0-171,-2 0 889,-1 0 1,1 0 0,1-1 0,-1 0-1,0 1 1,0-1 0,0 0 0,0 0-1,-2-2 1,-6-5 191,42-4 2191,-4 8-2962,-1 2-1,1 1 1,0 2-1,-1 0 1,1 2-1,-1 0 1,1 2-1,-1 1 1,-1 1-1,1 2 1,-1 0-1,-1 2 1,0 0-1,0 2 1,22 16 0,-27-17-236,-2 2 1,0 1 0,0 0 0,-2 1-1,0 0 1,0 1 0,-2 1 0,0 1 0,-1 0-1,-1 0 1,-1 1 0,0 0 0,-2 1 0,0 0-1,-2 0 1,0 1 0,-1 0 0,3 44 0,-8-40-114,-1 0 0,-1 0 0,-2 0 0,0-1 1,-2 1-1,-1-1 0,-1 0 0,-1-1 0,-21 41 0,7-22-28,-3 0 0,-2-2-1,-1-1 1,-41 42-1,59-70 105,0-2-1,-1 1 0,0-1 0,0-1 0,-1 0 0,-16 8 0,26-16 13,1 0 0,0 0-1,-1 0 1,1 0 0,-1 0-1,1-1 1,-1 1 0,1-1-1,-1 1 1,1-1 0,-1 0-1,1 0 1,-1 0-1,-4-1 1,6 0 2,-1 1 0,1-1 0,0 1 0,0-1 0,-1 0 0,1 0 0,0 0 0,0 0 0,0 1 0,0-1 0,0-1 0,0 1 0,0 0 0,0 0 0,1 0 0,-1 0 0,0-1 0,1 1 0,-2-2 0,1-3 5,-1 0 0,1 0-1,0-1 1,1 1 0,-1 0 0,1-1 0,1 1 0,-1 0 0,2-9 0,4-12 23,1 1 1,0 0-1,22-46 1,46-73 13,-66 128-43,48-82-673,4 3-1,134-161 1,141-102-3817,-93 143-1537,-162 151 1057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14.5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325 61 5120,'-12'11'1035,"0"-1"0,0 0 0,-1-1-1,0-1 1,-1 0 0,0-1-1,0 0 1,-1-1 0,-24 7-1,15-5 108,0 2 0,-32 17-1,2 10 936,53-36-2047,1-1 1,-1 0-1,1 1 1,-1-1 0,1 0-1,-1 1 1,1-1 0,0 0-1,-1 1 1,1-1 0,-1 1-1,1-1 1,0 1 0,0-1-1,-1 1 1,1-1-1,0 1 1,0-1 0,-1 1-1,1-1 1,0 1 0,0-1-1,0 1 1,0-1 0,0 1-1,0-1 1,0 1-1,0 0 1,0-1 0,0 1-1,0-1 1,0 1 0,1-1-1,-1 1 1,0-1 0,0 1-1,1-1 1,-1 1-1,0-1 1,0 1 0,1-1-1,-1 1 1,1-1 0,-1 0-1,0 1 1,1-1 0,-1 0-1,1 1 1,-1-1-1,1 0 1,-1 1 0,1-1-1,-1 0 1,1 0 0,35 15 1039,-1-9-519,1 0 0,1-3 1,-1-1-1,54-3 1,-60 0-339,324-19 1304,254-34 170,-563 50-1647,1374-151 2789,-1078 118-2829,-244 28 0,-72 7 9,-7-1-34,0 2 1,0 0 0,-1 1 0,1 1-1,0 1 1,-1 0 0,26 7 0,-43-8-85,1 0 1,-1 0 0,0-1-1,1 1 1,-1 0 0,0 0 0,1 0-1,-1 0 1,0 0 0,0-1-1,0 1 1,0 0 0,0 0 0,0 0-1,0 0 1,0 0 0,0 0-1,0 0 1,0-1 0,-1 1-1,0 2 1,1-3-142,-4 18-2793,-6-9-3707,3-3 1524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14.8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416 15 9849,'-107'-5'4728,"-36"-4"2310,139 9-6794,1 0 0,0 0 0,-1 0 0,1 0-1,0 1 1,-1-1 0,-4 2 0,1 0 242,7-1-418,-1-1 1,1 1 0,0 0 0,0 0 0,0 0 0,0 0 0,0-1 0,-1 1 0,2 0-1,-1 0 1,0 0 0,0 0 0,0-1 0,0 1 0,0 0 0,1 0 0,-1 0 0,0-1 0,1 1-1,-1 0 1,0-1 0,1 1 0,0 1 0,2 3 36,1-1 0,0 1 0,-1-1 0,1 1 0,1-1 0,-1 0 0,1-1 0,-1 1 1,1-1-1,0 0 0,11 5 0,12 4 215,32 10 1,-17-7-97,444 187 871,-439-178-1028,0 2-1,-2 2 1,0 2-1,65 58 1,-94-74-54,-2 1 1,0 1-1,0 0 1,-2 1-1,0 0 0,-1 1 1,-1 1-1,0 0 1,-1 1-1,10 31 1,-15-34-2,-1 0 0,0 0-1,-1 0 1,-1 1 0,-1-1 0,0 1 0,-2-1 0,0 1 0,-1-1 0,0 0 0,-1 1 0,-1-1-1,-10 26 1,1-14-23,-1-1 0,-1 0 0,-2-1 0,0-1 0,-2 0 0,-1-1 0,-1-2 0,-1 0 0,-38 31 0,-15 4-877,-153 92 0,-118 40-2872,109-86-2436,154-69 463,16-1-3281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39.9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52 5717,'0'0'5360,"2"-2"-4366,18-28 3890,-16 11 2024,-3 30-6563,0-1 0,-1 1 0,0 0 1,-1 0-1,0 0 0,-4 13 0,-3 42 665,11 105 660,1-40-955,10 210 109,-3-151-638,-6-100-1061,19 108 1,-24-197 854,3 15-719,0 0 1,2 0-1,-1-1 1,11 22-1,-14-34 480,0-1-1,0 1 1,0-1 0,1 0 0,-1 0-1,1 1 1,-1-1 0,1 0 0,0 0-1,0 0 1,0-1 0,0 1-1,0 0 1,0-1 0,0 1 0,1-1-1,-1 0 1,0 0 0,1 0 0,-1 0-1,1 0 1,0 0 0,-1-1-1,1 1 1,-1-1 0,1 0 0,0 0-1,-1 0 1,1 0 0,0 0 0,-1-1-1,1 1 1,0-1 0,4-1-1,20-13-4926,4-5-2791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40.7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1 260 7009,'0'0'4615,"0"-3"-3362,1-3-951,0 1 1,0 0 0,0 0 0,1 0-1,0 0 1,0 0 0,0 0 0,1 0-1,-1 1 1,1-1 0,0 1 0,1 0-1,-1 0 1,1 0 0,0 0 0,0 1-1,0-1 1,7-4 0,10-6 373,0 0-1,40-17 1,-12 10-448,1 2 0,1 3 1,1 1-1,0 3 0,0 3 0,1 1 0,0 3 1,0 2-1,105 9 0,-130-3-201,0 1-1,-1 1 0,0 1 1,0 2-1,0 1 1,-1 1-1,29 15 0,-47-21-21,-1 1-1,0-1 1,0 1-1,0 0 1,-1 0 0,0 1-1,0 0 1,0 0-1,-1 1 1,0-1-1,0 1 1,0 0-1,-1 1 1,0-1-1,-1 1 1,1 0-1,-2-1 1,1 1-1,-1 1 1,0-1-1,-1 0 1,0 0 0,0 1-1,-1-1 1,0 1-1,0-1 1,-3 16-1,-2-2-61,-1 0-1,0-1 0,-2 0 1,0 0-1,-18 30 0,-67 93-491,37-70 135,-3-2-1,-83 77 1,92-103 238,-2-2 1,-2-3 0,-102 61 0,141-94 147,0 0 0,0-1 1,-1-1-1,1 0 0,-1-1 1,-27 5-1,39-10 33,-1 1 0,0-1 0,1 0 0,-1 0 0,1 0 0,-1 0 0,1-1 0,-1 0 0,1 0 0,-1 0 0,1 0 0,0-1 0,-1 0 0,1 0 0,0 0 0,0 0 0,0-1 1,1 0-1,-1 1 0,1-1 0,-1 0 0,1-1 0,0 1 0,0-1 0,0 1 0,1-1 0,-4-5 0,6 6 12,0 1 0,0-1 0,0 1 0,0-1 0,0 0 0,0 1 0,0-1 0,1 1 0,0-1 0,-1 1 0,1-1 0,0 1 0,0-1 0,0 1 0,1 0 0,-1 0 0,0-1 0,1 1 0,0 0 0,2-3 0,-1 4 19,-1-1 1,0 1-1,0-1 1,1 1-1,-1 0 1,1 0 0,-1 0-1,1 0 1,-1 1-1,1-1 1,0 1-1,-1 0 1,1-1-1,0 1 1,-1 0 0,1 0-1,0 1 1,-1-1-1,5 2 1,5 1 98,0 0 0,21 11 0,-22-10-83,46 24 274,0 3 0,-2 2 0,66 52-1,-81-56-196,248 157 115,-134-112-2207,-112-58-1168,77 19 0,-70-23-1722,-2 2-2690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41.3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141 25 6861,'-40'-2'2124,"32"2"1201,9-1-3138,-1 0-1,0 0 0,0-1 0,0 1 1,0 0-1,0 0 0,0 0 0,0 0 1,0 0-1,0 0 0,-1 0 0,1 0 1,0 0-1,-1 0 0,1 0 0,-1 0 0,1 1 1,-1-1-1,1 0 0,-2-1 0,1 2-44,1 0-1,-1 0 1,0 0-1,1 0 1,-1 0-1,0 1 1,1-1-1,-1 0 1,1 0-1,-1 1 1,0-1-1,1 0 1,-1 1-1,1-1 1,-1 1-1,1-1 1,-1 1-1,1-1 1,0 1-1,-1-1 1,1 1-1,-1 0 1,-22 41 1871,7-6-1385,10-21-437,-1 0-1,2 1 0,0-1 1,1 1-1,-3 21 0,6-24-157,1 0-1,0 0 1,1 0-1,0 0 1,1 0-1,0 0 1,1 0-1,1-1 1,0 1-1,1-1 1,0 0-1,1 0 0,0-1 1,8 11-1,-7-10-14,1-1 0,1 0-1,0-1 1,1 0-1,0 0 1,0-1 0,1-1-1,0 1 1,0-2-1,1 0 1,0 0 0,0-1-1,19 7 1,-5-4-27,-18-6 8,1 0 0,0 0 0,0 0 0,0-1 0,0-1 0,0 1 0,17-1 0,-3-3-20,0-1 0,0-1 0,0-1 0,0-1 0,-1-1 1,0 0-1,32-18 0,-39 17-33,0-1 1,-1-1 0,0 0-1,0-1 1,-1 0-1,-1-1 1,0-1 0,0 0-1,-1-1 1,16-26-1,-16 21 88,-2 0 0,0 0 0,-1-1 0,-1-1 0,-1 1 0,-1-1 0,4-23 0,-8 28 371,-5 28 664,-6 32-282,3 17-1577,1 123 1,6-146-273,5 51-2902,4-30-3606,-1-28-1025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42.0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338 193 5400,'-3'36'2949,"3"-32"613,-38-15-576,35 10-2116,-1 0-649,0 0 0,0 0-1,0 0 1,0 0-1,0 1 1,0 0 0,0 0-1,-4 0 1,1 0 104,2 0-186,-28-2 1175,-48-9 0,68 8-1005,1-1-1,-1 0 0,1-1 1,0 0-1,0-1 1,-20-13-1,30 18-291,1 0 0,-1 1 0,1-1 0,0 0 0,0 0 0,-1 0 0,1 0 0,0 0 0,0 0 0,0 0 0,0-1 0,0 1 0,0 0 0,1-1 0,-1 1 0,0 0 0,1-1 0,-1 1 0,1-1 0,-1 1 0,1-1 0,0 1-1,-1-1 1,1 1 0,0-1 0,0 0 0,0 1 0,0-1 0,1 1 0,-1-1 0,0 1 0,1-1 0,-1 1 0,1-1 0,-1 1 0,1-1 0,0 1 0,-1 0 0,1-1 0,0 1 0,0 0 0,0 0 0,0 0 0,0-1 0,2 0 0,4-2 27,1 1 0,-1 0 0,1 0 0,0 0 0,-1 1 0,1 0 0,0 1 0,0 0 0,0 0 0,0 1 0,1 0 0,-1 0 0,0 1 0,12 2 0,-8 0-1,0 0 1,0 1-1,0 1 0,0 0 1,-1 0-1,0 1 0,0 1 1,-1 0-1,1 0 1,-1 1-1,-1 0 0,0 1 1,0 0-1,0 0 0,-2 1 1,1 0-1,-1 1 0,0-1 1,-1 1-1,0 1 1,-1-1-1,5 17 0,-6-12-32,1 1 0,-1 1-1,0-1 0,-1 0 1,-1 1-1,0 0 1,-1 0-1,-2 0 0,1-1 1,-5 23-1,-8 39-56,11-55 3,-2 0-1,-7 26 1,10-47 60,0-1-1,1 0 1,0 0-1,-1 1 1,1-1-1,0 0 1,0 0 0,0 1-1,1-1 1,-1 0-1,1 4 1,2 10-62,13-28 114,-11 7-73,0 0-1,0-1 1,0 0 0,0 0 0,-1-1 0,0 1 0,-1-1 0,1 1 0,-1-1 0,4-14-1,8-15-2,66-145 64,-34 72-311,64-107 0,-106 208 235,0 1 0,1-1 0,0 1 0,0 0 0,0 1 0,15-12 0,-19 16 20,0 1-1,0-1 0,0 1 0,0-1 1,0 1-1,0 0 0,1 0 0,-1 0 1,0 0-1,1 1 0,-1-1 0,0 1 1,1-1-1,-1 1 0,1 0 0,-1 0 1,1 0-1,-1 0 0,1 0 0,-1 1 0,0-1 1,1 1-1,-1-1 0,0 1 0,1 0 1,-1 0-1,0 0 0,0 0 0,0 0 1,3 3-1,6 6 40,-1 1 0,-1 1 0,0-1 0,0 1 1,-2 1-1,1-1 0,-1 1 0,-1 1 0,9 26 0,-2 3 187,15 88-1,-18-52-158,-4-32 25,17 67-1,-15-83-207,5 16-325,35 88 0,-43-123 106,1 0-1,0-1 0,1 0 0,0 0 0,1 0 0,0-1 0,1 0 0,0-1 0,0 0 0,1 0 0,0-1 0,15 9 0,-16-13-475,0 0 1,1-1 0,-1 0-1,1 0 1,-1-1 0,1-1-1,0 0 1,0 0 0,14-1-1,-11 0-1029,28 3-5977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44.4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159 329 4460,'-5'1'1596,"-1"0"-1,1 0 0,-1-1 0,1 0 1,-10 0-1,3 0 1656,7-2-3063,-22-5 578,23 8-670,1 1 0,-1-1 0,0 1 0,1 0 1,-1 0-1,1 0 0,-4 4 0,-5 1 99,9-4-101,-1-1-1,1 0 1,0 1-1,0-1 1,0 1 0,0 0-1,-2 4 1,5-7-88,0 0 0,-1 0-1,1 0 1,0 0 0,0 0 0,0 0 0,0 0 0,0 1 0,0-1 0,0 0 0,0 0-1,0 0 1,0 0 0,0 0 0,0 0 0,0 0 0,0 1 0,0-1 0,0 0-1,0 0 1,0 0 0,0 0 0,0 0 0,0 0 0,0 1 0,0-1 0,0 0 0,0 0-1,0 0 1,0 0 0,0 0 0,0 0 0,0 0 0,0 0 0,0 1 0,1-1-1,-1 0 1,0 0 0,0 0 0,0 0 0,0 0 0,0 0 0,0 0 0,0 0 0,0 0-1,1 0 1,-1 0 0,0 0 0,0 0 0,0 0 0,0 0 0,0 0 0,0 0-1,0 0 1,1 0 0,-1 0 0,7 5 74,0 0 0,1-1 0,0 0 0,0-1 0,0 0 0,0 0 0,1 0 0,-1-1 0,0-1-1,1 1 1,13-1 0,14 0 165,55-6-1,-55 2-133,806-119 1289,-705 98-1271,419-81 606,-363 67-510,311-59 378,-471 91-626,-5 1 55,35-3 0,-53 8-38,-1 0-1,1 0 1,0 1 0,0 0-1,-1 1 1,1 0 0,11 5-1,-21-7-10,1 1 0,0 0-1,-1 0 1,1 0-1,-1-1 1,1 1 0,-1 0-1,0 0 1,1 0-1,-1 0 1,0 0 0,1 0-1,-1 0 1,0 0-1,0 0 1,0 0 0,0 0-1,0 1 1,0 1-55,0-2-95,1 1 0,-1-1 0,0 1 0,0-1 0,0 1 0,0-1 0,0 1 0,0-1 0,0 1 0,0-1 0,-1 1 0,1-1 0,0 1 0,-1-1 0,1 1 0,-1-1 0,0 0 0,0 1 0,1-1 0,-1 0 0,0 1 0,-2 1 0,-3 5-576,5-6-1203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44.9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236 17 4212,'-73'-5'5742,"70"4"-4778,-2 0-128,1-1-1,0 1 0,0-1 0,-1 1 0,-8-1 0,11 2-708,0-1-1,1 1 0,-1 0 0,0 0 0,1 0 0,-1-1 0,0 1 0,0 1 0,1-1 0,-1 0 0,0 0 0,1 1 0,-1-1 0,0 1 0,1-1 0,-3 2 0,3 0-49,0-1-1,0 1 0,1 0 1,-1 0-1,0 0 0,1 0 0,-1 0 1,1-1-1,-1 1 0,1 0 1,0 0-1,0 0 0,0 0 0,0 0 1,0 0-1,1 0 0,-1 0 1,0 0-1,1 0 0,0 2 0,2 7 100,0 1-1,0-1 0,1-1 0,0 1 1,1-1-1,0 1 0,1-1 0,0-1 0,13 16 1,13 8 11,3-2 1,0-1 0,2-2 0,49 28-1,-46-32-97,2-1-1,68 25 0,93 22 23,-145-51-115,279 59-189,-292-70 174,-27-5-14,-1 1 0,0 0-1,0 1 1,0 1 0,-1 0 0,1 1-1,-2 1 1,16 10 0,-29-16 31,0-1 0,0 1 0,-1 0 0,1 0 0,-1 0 0,1 0 0,-1 0 0,0 1 0,0-1 0,0 0 0,0 1 0,0-1 0,0 1 0,-1-1 0,1 1 0,-1-1 0,0 1 0,1-1 0,-1 1 0,0-1 0,-1 1 0,1-1 0,0 1 0,-2 4 0,0 2-3,-1 0-1,0 0 0,-1 0 1,0-1-1,-6 12 0,-19 24 3,-1-1-1,-2-1 1,-47 47-1,-125 104 53,141-136-70,27-23 27,-131 108 29,-32 12-23,69-56-571,-145 84 0,260-173 75,0 1 1,1 0-1,1 1 0,0 1 0,1 0 0,0 1 0,-12 16 0,22-26-740,24-3-11856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47.5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0 3048,'0'0'7148,"-7"12"-6407,7-10-669,-1 0 0,1-1 1,-1 1-1,1 0 0,0 0 0,0-1 1,0 1-1,0 0 0,0 0 0,0 0 1,0-1-1,0 1 0,1 0 0,-1 0 1,1-1-1,-1 1 0,1 0 0,0-1 1,0 1-1,0-1 0,0 1 0,0-1 0,0 1 1,2 1-1,6 13 405,-2 2-24,-2 0 0,0 0 1,3 27-1,-1-3-83,0 7-42,-1 0 1,-3 1-1,-2-1 0,-7 62 0,3-65-292,1 5 55,-7 287-1445,10-317 796,0 0-1,0 0 1,2 0-1,10 36 1,-9-45-1261,1 1 1,13 21-1,3-1-2766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48.4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130 1400 3720,'0'0'2132,"-3"0"-1583,-23 5 340,23-4-519,1-1-108,-27 5 532,25-5-28,2 1-392,-25 9 368,25-9-470,-1 0 19,1 0-694,-20 9 2260,18-9-372,15-8-922,7-2-421,0 1 0,1 1 0,0 0 1,21-3-1,86-14 226,-67 14-207,584-86 317,7 27 189,-230 26-484,1074-143-22,1188-277 865,-1943 327-741,602-119 82,-1176 223-372,153-35 149,-307 65-146,-1 0 0,1 1 0,-1 0 1,1 0-1,15 3 0,0-2 97,-48 25-98,-56 32-5141,63-53 610,9-3 3137,-16 4-3834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49.7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1601 4436,'39'-9'2987,"3"-2"-1006,150-1 440,191-39 1,35-16-1585,-153 28-585,930-166 99,-823 132-283,907-160 148,616-17 124,-889 167-87,-73-4 121,629-149 609,-853 100-387,-601 117-381,-104 18-267,-7 0-498,1 0 219,0-1 0,0 0 0,-1 1 0,1-1 0,1 0 0,-1 0 0,0 0 0,-2-3 0,4 2 82,0-3-651,0 0-1,1 0 0,-1-1 0,1 1 0,0 0 0,3-7 0,2-2-4711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50.4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1 4256,'0'0'5412,"-3"0"-4652,2 0-590,-1 0-1,1 0 0,-1 1 0,1-1 0,0 0 1,-1 1-1,1-1 0,0 1 0,-1-1 1,1 1-1,0-1 0,0 1 0,-1 0 1,1 0-1,0 0 0,-1 1 0,2-1 88,-1 0-1,1 1 0,0-1 0,0 1 0,0-1 0,-1 1 1,2-1-1,-1 1 0,0-1 0,0 1 0,0-1 1,1 3-1,2 15-346,14 158 2961,4 36-1489,-6-104-964,37 219-156,5-89-3542,-7-81-4770,-23-92 885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51.7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586 32 4616,'0'0'15016,"-1"-2"-14578,1 1-369,0-1 1,0 1 0,0-1-1,-1 1 1,1 0-1,-1-1 1,1 1 0,-1 0-1,0 0 1,1-1-1,-1 1 1,0 0 0,0 0-1,0 0 1,0 0 0,0 0-1,0 0 1,0 0-1,0 0 1,0 0 0,0 1-1,-3-2 1,0 1 45,0 0 0,0 1 1,-1-1-1,1 1 1,0 0-1,-8 1 0,9-1-168,-20 4 352,-1 0 0,1 2 0,0 0 0,0 1 0,1 2 0,0 0 0,0 1 0,1 2 0,-37 25 0,33-18 56,0 0-1,1 1 1,1 2-1,-38 44 1,48-48-214,0 0 0,0 0 0,2 1 0,0 1 0,2 0 0,0 0 0,-10 37 0,16-49-112,1 1 1,1 0 0,0 1-1,0-1 1,0 0-1,1 0 1,1 0-1,0 0 1,0 0-1,1 0 1,0 0-1,0 0 1,1 0 0,0 0-1,0-1 1,1 0-1,1 0 1,-1 0-1,1 0 1,0 0-1,1-1 1,0 0-1,0 0 1,1-1-1,13 11 1,-2-6-26,1 0 0,1-1 0,-1-2 0,1 0 0,1-1 0,0 0 0,0-2 0,22 3-1,-4-4-610,0-1-1,0-2 0,62-6 0,-79 2-117,-1-1-1,1 0 0,-1-2 1,1 0-1,-2-2 0,41-19 0,-34 12-2536,-1-2 0,31-24 0,-16 7-5576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52.6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443 26 6517,'0'0'5927,"-3"0"-4910,-17 5 299,0 1-1,0 1 1,-31 15-1,12-5-477,-10 4-200,-121 45 1269,169-65-1869,-1-1 0,0 0 0,1 0 1,-1 1-1,0-1 0,0 0 0,1-1 0,-1 1 0,0 0 0,1 0 0,-1-1 0,0 1 1,-2-2-1,3 2-12,-1-1 0,1 0 1,-1 1-1,1 0 1,-1-1-1,1 1 0,-1 0 1,0 0-1,1 0 0,-1 0 1,-2 1-1,2-2 44,0 0 1,0 0-1,0-1 1,0 1-1,0 0 0,1-1 1,-1 1-1,0-1 1,1 1-1,-1-1 0,-1-3 1,5 2-41,0 0 0,0 0 0,0 1 1,1-1-1,-1 1 0,1 0 0,0 0 1,0 0-1,0 0 0,0 0 0,0 0 0,6-1 1,-3 1 22,0 1 1,0 0 0,0 0 0,1 1 0,-1 0 0,0 0 0,11 2 0,-10-2-34,1 2-1,-1-1 1,0 1 0,0 0 0,0 0 0,0 1-1,0-1 1,0 2 0,-1-1 0,1 1 0,-1 0-1,0 0 1,0 1 0,-1 0 0,1 0 0,-1 0-1,0 1 1,-1-1 0,1 1 0,-1 0 0,6 12-1,-6-10-22,1 0 0,-1 0 0,-1 1 0,1 0 0,-2-1 0,1 1 0,-1 0 0,0 1 0,0 12 0,-1-6 59,1-7-57,-1-1 0,-1 1 0,1 0 0,-1-1 0,-1 1 0,0 0 0,0-1-1,0 1 1,-1 0 0,-1-1 0,-4 13 0,6-19 23,2-2-20,0 0 0,0 0 1,0 0-1,0 1 0,0-1 0,0 0 0,0 1 1,0-1-1,-1 1 0,1-1 0,0 1 0,0-1 1,0 1-1,0 0 0,-1-1 0,1 1 0,1 1 0,5 2 21,1-17 10,-4 3-25,1 1-1,0 0 1,0 0-1,1 0 1,12-12 0,15-24-14,-22 25-4,2 1-1,0 0 1,2 0-1,29-29 1,-37 42 6,0-1 0,0 2 0,1-1 0,-1 1 0,1 0 0,1 0 0,-1 1 0,0 0 0,1 1 0,0 0 0,18-4 0,-22 7 2,0-1-1,0 1 1,0 0-1,0 0 0,1 0 1,-1 1-1,0 0 1,0 0-1,0 0 0,0 1 1,0-1-1,-1 1 0,1 0 1,0 1-1,-1-1 1,1 1-1,-1 0 0,0 0 1,0 0-1,0 1 1,0-1-1,6 9 0,-2-3 3,0 1-1,-1 0 1,0 1-1,0-1 1,-1 1-1,0 0 1,-1 1-1,-1 0 1,0-1 0,0 1-1,-1 1 1,0-1-1,1 23 1,-4-32 21,3 18 2,0 0-9,-3-17 150,-1-4-162,-1 0 0,1 0 0,-1 0-1,1 0 1,-1-1 0,1 1 0,-1 0-1,1-1 1,-1 1 0,1-1 0,0 0-1,-1 1 1,1-1 0,0 0-1,-1 0 1,1 0 0,0 0 0,0 0-1,0 0 1,0 0 0,0 0 0,0 0-1,0 0 1,0-1 0,1 1 0,-1 0-1,0-1 1,1 1 0,-1-1 0,1 1-1,-1-1 1,1 1 0,0-1 0,0 1-1,-1-1 1,1 1 0,1-2 0,-1-9 9,0 1 0,1 0 0,1 0 0,3-13 0,-1 4-77,-1 0 54,2-1-1,0 1 0,1 0 0,1 0 0,1 1 1,14-26-1,-15 34 8,0 0 1,0 1-1,1 0 0,0 0 1,1 0-1,0 1 1,1 1-1,0 0 0,0 0 1,0 0-1,20-9 1,-26 16 5,0 0 0,0 0 0,1 0 0,-1 0 0,0 1 0,0 0 0,0 0 0,0 0 1,1 0-1,-1 1 0,0-1 0,0 1 0,0 0 0,0 1 0,4 1 0,4 1 85,-1 1 0,0 0 1,19 13-1,-14-7 68,-1 2 1,0 0 0,0 0 0,-2 2-1,0-1 1,19 29 0,53 106 447,-31-50-828,-34-64-204,1 3-888,1-2 1,2-1-1,40 45 1,-61-77 1024,-1-1 0,2 1 0,-1-1 1,0 0-1,0 0 0,1 0 0,-1 0 1,1-1-1,-1 1 0,1-1 1,0 0-1,0 0 0,0 0 0,-1-1 1,1 1-1,0-1 0,0 0 0,0 0 1,6-1-1,26-9-5030,5-6-1834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53.2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572 664 6981,'-2'-2'1768,"-4"-2"-1389,-5-4 3312,11 7-3605,0 1-1,0-1 1,0 1-1,0-1 1,0 1-1,0 0 1,0-1-1,0 1 1,0-1-1,0 1 1,0 0-1,0-1 1,0 1-1,0-1 0,1 1 1,-1 0-1,0-1 1,0 1-1,0 0 1,1-1-1,-1 1 1,0 0-1,1-1 1,-1 1-1,0 0 1,0-1-1,1 1 1,-1 0-1,1 0 1,-1 0-1,0-1 1,1 1-1,0 0 0,-1 0 50,1-1 0,-1 1 0,1-1-1,0 1 1,-1-1 0,1 1-1,-1-1 1,0 1 0,1-1-1,-1 0 1,1 1 0,-1-1-1,0 0 1,1 1 0,-1-1 0,0 0-1,0 1 1,0-1 0,0 0-1,1 1 1,-1-1 0,0 0-1,0 0 1,0 1 0,0-1 0,-1 0-1,1 0 1,0 1 0,0-1-1,-1 0 1,0-2 33,0 0-1,0 0 1,-1 1 0,0-1 0,1 0-1,-1 1 1,0 0 0,-3-3 0,0-1-40,-1 1 1,0 0 0,0 0-1,-1 1 1,0-1 0,-8-3-1,3 3-37,6 2-31,0 0-1,-1 1 1,0 0 0,1 0-1,-1 0 1,0 1 0,-9-1-1,-4 2 34,0 1 0,0 1 0,0 1-1,1 0 1,-1 2 0,1 0 0,0 1-1,-21 10 1,26-9-52,0 1-1,0 0 1,1 1-1,0 1 1,0 0-1,1 1 1,1 0 0,0 1-1,0 0 1,-14 21-1,-34 70 74,56-99-107,1-1-1,1 1 0,-1 0 0,0 0 1,1 0-1,0 0 0,0 0 0,0 0 1,0 0-1,1 1 0,-1-1 1,1 0-1,0 0 0,1 0 0,-1 1 1,1-1-1,0 0 0,0 0 1,0 0-1,2 5 0,3 5 14,1 0 1,1 0-1,0-1 0,10 13 1,-16-23-15,1 0 4,0 0 0,0-1 0,0 0 1,0 0-1,1 0 0,-1 0 1,0 0-1,1-1 0,-1 1 1,1-1-1,0 0 0,-1 0 0,1 0 1,0-1-1,0 1 0,-1-1 1,1 0-1,0 0 0,6-1 0,2 0-8,1 0-1,-1-1 1,1 0-1,-1-1 1,17-6-1,-5-1-1,0-1 0,0 0-1,-1-2 1,32-23 0,-33 18-105,-1 0 0,28-32 1,-41 41 56,-1 0-1,0-1 1,-1 0 0,0-1 0,-1 1-1,0-1 1,-1 0 0,5-17 0,-1 0-54,-2-1 1,-1 1-1,-1-1 1,-1-1 0,-2-32-1,-1 57 94,-29-322-423,24 307 408,0 0-1,-1 0 1,-10-20-1,-8-24 35,24 63-8,0 1 0,0 0 0,0-1 0,0 1 0,-1-1 1,1 1-1,0-1 0,0 1 0,0 0 0,0-1 0,-1 1 0,1 0 0,0-1 0,-1 1 0,1 0 0,0-1 0,0 1 0,-1 0 1,1 0-1,0-1 0,-1 1 0,1 0 0,-1 0 0,1-1 0,0 1 0,-1 0 0,1 0 0,-1 0 0,1 0 0,0 0 0,-1 0 1,1 0-1,-1 0 0,1 0 0,-1 0 0,1 0 0,0 0 0,-1 0 0,-1 1 12,1-1 1,0 1-1,0 0 0,0 0 0,0 0 0,0-1 1,0 1-1,0 0 0,0 1 0,0-1 0,1 0 1,-1 0-1,0 0 0,0 0 0,1 1 1,-1 0-1,-2 8 46,0 0 1,1 0 0,0 0-1,1 0 1,0 21-1,0-17-8,1 75 202,4 1 0,17 93 1,-12-107-549,28 163-3037,-27-197-1652,27 72 1,-13-63-2864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54.4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20 5412,'0'0'61,"0"-1"0,0 0 0,1 0 0,-1 1 0,0-1 0,1 0 0,-1 1 0,0-1 0,1 0 0,-1 1 0,1-1 0,-1 0 0,1 1 0,0-1 0,-1 1 0,1-1 0,-1 1 0,1-1 0,0 1 0,0 0 0,-1-1 0,2 1 0,8-7 4598,-18 35-1994,12 7-1440,13 47 0,-1-9-84,64 427 1991,-30-173-2715,-41-270-488,45 261-750,24 3-1616,-56-252 668,3 0 1,49 95 0,-36-100-2062,5-10-2001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55.0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 1204 3908,'-22'0'25,"7"0"3260,33 8-905,-15-7-1060,-1 0-1155,0 1 0,0-1 0,0 1 0,0-1 0,0 0 0,0 0 0,0 0 0,1 0 0,3 0 0,1 0-46,1-1-1,0-1 0,-1 1 1,1-1-1,-1-1 0,12-3 0,1 0 34,449-116 1152,-7-25-830,-135 41-129,330-107 389,76-23-139,-328 107-339,398-114-180,-794 239-123,71-14-317,-73 16 13,1 0 0,-1 0 0,1 1 0,0 1 0,-1-1 0,1 1 0,12 3 0,-19-3 204,-1 0 1,0 0 0,0 0 0,0-1-1,0 1 1,0 0 0,0 0-1,0 0 1,0 0 0,0 0 0,0 0-1,-1 0 1,1-1 0,0 1-1,0 0 1,-1 0 0,1 0 0,-2 1-1,2-2-114,-7 17-3080,-5 0-1406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55.4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 6 5981,'-29'-3'8101,"32"2"-7336,-2 1-669,1 0 0,0-1 0,-1 1 0,1 0 0,0 0 0,-1 0 0,1 0 0,0 0 0,-1 0 0,1 0 0,0 1 0,-1-1 0,1 1 0,0-1 0,-1 1 0,1 0 0,-1-1 0,1 1 0,-1 0 0,1 0 0,1 1 0,0 3 203,1 0 0,-1 0 0,1 0 0,-1 0-1,3 10 1,-4-13-262,20 48 596,-2 1 1,-2 0-1,-2 2 1,12 74-1,57 505 464,-68-440-2230,9-1 0,61 232 0,-75-381-540,21 45-1,6-3-5319,-18-44 663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56.2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1403 5673,'0'0'3078,"2"2"-2029,1 0-875,0-1 1,-1 1-1,1-1 1,0 1-1,0-1 1,0 0-1,1 0 1,-1-1-1,0 1 1,0 0-1,0-1 1,1 0-1,3 0 1,48-10 521,-20 2-268,344-98 1864,345-143-69,-8-23-721,-677 257-1407,1351-475 1928,-1211 430-1860,-172 58-162,572-182-450,-504 166-926,-25 14-5247,-55 6 2513,-16 8-2018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58.5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 0 5581,'-1'1'266,"-1"0"0,1 0 1,0-1-1,0 1 1,-1 0-1,1 0 1,0 0-1,0 0 0,0 1 1,0-1-1,0 0 1,0 0-1,0 1 1,0-1-1,0 2 0,1-2 30,0 0-1,1 0 0,-1 0 0,0 0 0,1 0 0,-1 0 0,1 0 0,-1 0 1,1 0-1,-1 0 0,1 0 0,0 0 0,-1 0 0,1-1 0,1 2 0,14 18 1079,43 86 2539,-13-16-3653,-44-86-418,47 65-2415,-9-26-4519,-21-24-213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58.9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49 423 5404,'-40'-2'1692,"40"2"-1664,0 0 0,-1 0 0,1 0 0,0 0 0,0 0 0,0 0 0,-1 1 0,1-1 0,0 0 0,0 0 0,0 0 0,-1 0 1,1 0-1,0 0 0,0 0 0,0 0 0,-1 0 0,1 0 0,0 0 0,0 0 0,-1 0 0,1-1 0,0 1 0,0 0 0,0 0 0,-1 0 0,1 0 0,0 0 0,0 0 0,0 0 0,0 0 0,-1-1 0,1 1 0,0 0 0,0 0 0,0 0 1,0 0-1,0-1 0,0 1 0,-1 0 0,1 0 0,0 0 0,0-1 0,0 1 0,0 0 0,0 0 0,0 0 0,0-1 0,0 1 0,0 0 0,0-1 0,2-53 3467,0 45-3327,0 0 0,0 1-1,1-1 1,0 1 0,0-1 0,1 1 0,0 0-1,1 0 1,0 0 0,0 1 0,1 0 0,-1 0-1,1 0 1,8-6 0,4-6 154,8-8 207,1 2 0,32-24 0,-33 29-163,0 1 1,43-22-1,-59 36-294,2-1 0,-1 1 1,0 1-1,1 0 0,0 1 0,0 0 0,0 1 0,0 0 0,24 0 0,-31 2-56,-1 0-1,1 1 1,-1-1-1,1 1 1,-1 1 0,0-1-1,1 0 1,-1 1 0,0 0-1,0 0 1,0 0-1,6 5 1,-7-4-6,-1-1-1,0 1 1,0-1-1,0 1 1,0 0-1,0-1 1,0 1-1,-1 0 1,0 0 0,1 0-1,-1 0 1,0 1-1,-1-1 1,1 0-1,0 0 1,-1 1-1,0-1 1,0 0-1,0 5 1,-2 12-8,0 0 0,-2-1 1,0 1-1,-1-1 0,-14 35 0,-51 90-204,25-56 194,43-83 21,0-1 1,0 1 0,0 0 0,1 0 0,-1 1 0,0 6-1,2-10-12,0 0 0,0-1-1,0 1 1,0-1-1,0 1 1,0-1-1,1 1 1,-1-1 0,0 1-1,1-1 1,0 1-1,-1-1 1,1 1 0,0-1-1,-1 0 1,1 1-1,0-1 1,0 0 0,0 0-1,0 1 1,0-1-1,0 0 1,1 0 0,-1 0-1,2 0 1,4 3 9,0-1 1,1 0 0,0 0 0,-1-1-1,1 0 1,0 0 0,16 1 0,61-3 49,-29-1-80,-11 2 2,-16-1-32,0 2 0,1 0 1,44 10-1,-72-11 51,1 0-1,0-1 1,0 1-1,-1 0 1,1 0-1,-1 0 1,1 1-1,-1-1 1,1 0-1,-1 1 1,0 0 0,0 0-1,1-1 1,-1 1-1,-1 0 1,1 1-1,0-1 1,0 0-1,-1 1 1,1-1-1,-1 0 1,0 1 0,0 0-1,0-1 1,0 1-1,0 0 1,-1-1-1,1 1 1,-1 0-1,0 0 1,1 0-1,-1-1 1,0 1-1,-1 0 1,1 0 0,-1 3-1,-2 4 7,1 1 0,-2-1 1,1-1-1,-1 1 0,-1 0 0,0-1 0,0 0 1,-12 15-1,-23 24-448,-72 64 1,85-88-89,16-13-890,-1 0-1,0-1 0,-26 16 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59.2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16 7281,'0'0'370,"1"-1"1,-1 0-1,0 0 1,1 0-1,-1 0 0,1 0 1,-1 1-1,1-1 1,0 0-1,-1 1 1,1-1-1,0 0 1,-1 1-1,1-1 1,0 0-1,0 1 1,0-1-1,-1 1 1,1 0-1,0-1 0,0 1 1,0 0-1,0-1 1,0 1-1,0 0 1,0 0-1,0 0 1,0 0-1,0 0 1,0 0-1,0 0 1,-1 0-1,1 0 1,0 1-1,0-1 0,0 0 1,0 0-1,1 1 1,5 1-2076,-6-2 1753,0 1 1,0-1-1,0 1 0,-1 0 1,1-1-1,0 1 1,0 0-1,-1 0 0,1 0 1,-1-1-1,1 1 1,-1 0-1,1 0 0,-1 0 1,1 0-1,-1 0 1,0 0-1,1 0 0,-1 2 1,1-1 84,9 24 224,-1 0 0,0 1 0,4 30 0,6 19-268,-18-73-154,5 18-601,1 1 1,18 36-1,-22-51-56,1-1 0,0 0 0,1 0 1,-1 0-1,1-1 0,0 1 0,0-1 0,1-1 1,0 1-1,0-1 0,0 0 0,12 7 0,22 4-7490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0:59.6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347 34 7213,'0'0'5199,"-1"-3"-3977,-4-27 713,-29 41-70,21-5-1636,1 0-1,-1 1 1,1 1-1,-22 17 1,-41 42 335,57-49-511,1 0 1,1 2-1,1 0 0,1 0 1,1 2-1,0-1 0,2 2 1,0-1-1,-7 26 0,16-42-65,7-8 31,0 1 0,0-1 0,-1 0 0,1 0 0,-1-1 0,1 1 0,-1-1 1,0 0-1,0 0 0,4-4 0,-4 3-19,0 0 9,1-1 0,0 1 0,0 0-1,0 1 1,0-1 0,1 1 0,8-4-1,-12 7-14,0 0-1,0 1 0,0-1 0,0 1 0,0-1 0,0 1 0,0-1 0,-1 1 0,1 0 0,0 0 0,0 0 0,0 0 0,-1 0 0,1 1 1,2 2-1,1 0-79,14 7-1121,0 0 0,26 11-1,-36-18 296,0-2 0,0 1-1,0-1 1,0 0-1,0-1 1,0 0 0,1 0-1,8-1 1,8-3-4017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00.3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110 303 4204,'-2'-6'261,"2"3"-97,-1-1 0,0 1 0,0 0 0,0 0 0,0 0 0,0 0 0,-1 0 0,1 0 1,-1 1-1,0-1 0,-3-4 0,2 5 655,-16 0 426,18 2-1179,-1-1 0,1 1 0,0 0 1,-1-1-1,1 1 0,0 0 1,-1 0-1,1 0 0,-1 0 1,1 0-1,0 1 0,-1-1 1,1 0-1,0 0 0,-1 1 1,1-1-1,0 1 0,0 0 1,-1-1-1,1 1 0,0 0 1,0-1-1,0 1 0,0 0 1,0 0-1,0 0 0,0 0 0,0 0 1,0 0-1,0 0 0,1 1 1,-1-1-1,0 0 0,1 0 1,-1 2-1,-3 5 131,0 0 1,0 0-1,1 1 1,1-1-1,-1 1 0,1-1 1,1 1-1,0 0 1,0-1-1,0 1 0,2 10 1,-3 70 557,2-82-709,1 0 1,-1 0-1,1-1 1,0 1-1,1-1 1,-1 1 0,1-1-1,1 1 1,-1-1-1,1 0 1,0 0-1,5 5 1,5 15 122,-10-22-160,-1 0 0,0 0 0,1-1 0,0 1 0,0 0 0,0-1 0,0 0 0,0 0 0,1 0-1,0 0 1,-1 0 0,1-1 0,0 0 0,0 0 0,0 0 0,1 0 0,-1 0 0,0-1 0,1 0 0,-1 0-1,1 0 1,-1 0 0,1-1 0,-1 0 0,1 0 0,0 0 0,-1 0 0,8-2 0,1 0-19,1-1 1,-1 0 0,0-1-1,-1-1 1,1 0-1,-1 0 1,0-1 0,21-14-1,-16 8 0,0-1-1,-2 0 0,1-1 0,-2-1 1,0 0-1,-1-1 0,0 0 0,14-26 1,-21 31 1,0-1 0,-1-1 0,-1 1 0,0-1 1,0 0-1,-1 0 0,-1 0 0,0 0 0,-1 0 1,0-1-1,-1 1 0,-1 0 0,-4-25 0,-22-89-29,17 100 299,7 21-176,2 3 656,6 4-560,123 15 986,-124-16-895,26 3 447,-23-3-561,-3 0 103,-1-2-38,12-9-32,0-2 1,0 0-1,15-17 0,-19 14 88,-11 16-274,0-1 0,0 1 0,0 0 0,0 0 1,0 0-1,0 0 0,0 0 0,0 0 0,0 0 1,0 0-1,0 0 0,0-1 0,0 1 0,0 0 1,0 0-1,0 0 0,0 0 0,0 0 1,0 0-1,0 0 0,0 0 0,0 0 0,0-1 1,0 1-1,0 0 0,0 0 0,0 0 0,0 0 1,0 0-1,0 0 0,0 0 0,0 0 1,-1 0-1,1 0 0,0 0 0,0-1 0,0 1 1,0 0-1,0 0 0,0 0 0,0 0 0,0 0 1,0 0-1,0 0 0,-1 0 0,1 0 1,0 0-1,0 0 0,0 0 0,0 0 0,0 0 1,0 0-1,0 0 0,0 0 0,-1 0 0,1 0 1,0 0-1,0 0 0,0 0 0,0 0 0,0 0 1,0 0-1,0 0 0,0 1 0,-3 0 31,0 0 0,1 1 0,-1-1 0,1 1 0,-1 0 0,1 0 0,0 0 0,-3 4 0,-3 6 31,0-1-1,1 2 1,1-1-1,0 1 1,1 0-1,-6 22 1,-9 20 167,1-6-103,1 1 1,3 0 0,-17 103 0,31-139-99,0 0 0,1-1 0,0 1 0,1 0 0,1-1 0,6 28 0,-6-33-30,1 1-1,0-1 0,1 1 0,0-1 1,0 0-1,0 0 0,1-1 1,1 0-1,-1 0 0,12 12 1,-10-18 15,3-4-20,0 0-1,0-1 1,0 0-1,0 0 0,-1-1 1,1-1-1,14-11 1,59-57-183,-65 55-216,2 0 1,1 2 0,33-23 0,-11 14-1603,4-2-1137,-14 10-2611,-17 12-540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01.3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265 246 4816,'1'-1'112,"0"1"-1,-1-1 0,1 1 0,-1-1 1,1 1-1,-1-1 0,1 1 0,-1-1 1,1 1-1,-1-1 0,1 0 0,-1 1 1,0-1-1,1 0 0,-1 1 0,0-1 1,0 0-1,1 0 0,-1 1 0,0-1 1,0 0-1,0 0 0,-14-2 4164,11 3-3995,0 0 1,0 0-1,0 0 1,1 0 0,-1-1-1,0 1 1,0-1-1,0 0 1,-4-2-1,6 2-168,0 0 0,0 0-1,-1 0 1,1 0 0,0 0-1,0 0 1,0 0 0,0-1-1,0 1 1,1 0 0,-1-1-1,0 1 1,0 0 0,1-1-1,-1 1 1,1-1 0,0 0-1,-1 1 1,1-1 0,0 1-1,0-3 1,3-42 1630,-1 38-1506,-1 0 0,-1 0-1,1 1 1,-2-10 0,0 9-108,0-4 188,-1 1 1,-1 0-1,-4-13 1,6 21-135,0 1-129,0-1 0,-1 0 0,1 1-1,-1-1 1,0 1 0,1 0-1,-1-1 1,0 1 0,-4-3 0,-6 7-25,7-1-7,0 0 1,0 0 0,0 0 0,1 0 0,-1 1 0,0 0-1,1 0 1,-1 0 0,1 0 0,0 1 0,-8 6 0,2 0 39,0 0 1,1 1-1,0 0 1,1 1-1,0 0 1,1 0-1,0 0 1,1 1-1,0 0 1,1 1-1,0-1 0,1 1 1,-3 19-1,4-20-30,2 0 0,0 1 0,0 0-1,2-1 1,-1 1 0,1-1 0,1 1-1,0-1 1,1 0 0,6 16-1,-5-20-17,0-1-1,1 0 0,-1 0 0,2 0 0,-1-1 0,1 0 0,12 11 0,-5-5-1,7 6 7,1-1-1,1-1 1,36 20 0,-39-25-5,-1 0 0,-1 1 0,0 0 0,0 2 0,24 25 0,-38-35-12,0 0 0,0 1 0,0-1 0,-1 1 0,0-1 0,0 1 0,0 0 0,0 0 1,0 0-1,-1 0 0,0 0 0,0 0 0,-1 0 0,0 0 0,1 1 0,-1-1 0,-1 0 0,1 0 0,-1 0 0,0 1 0,0-1 0,-1 0 0,0 0 0,1-1 0,-2 1 0,1 0 0,0-1 0,-1 1 0,-3 4 0,-5 6-225,-1 0 0,0-1 0,-1 0 0,0-1 0,-1-1 0,-27 19 0,34-27-279,5-3 190,-1 1 0,0-1 0,1 0 0,-1 1 1,1 0-1,0-1 0,0 1 0,-3 3 0,-14-16-3698,3 0-560,10-7-2689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01.6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310 0 9057,'-4'14'1847,"-1"-18"690,5 4-2446,0-1 0,-1 0 0,1 1-1,-1-1 1,1 1 0,-1-1 0,1 1 0,-1-1 0,1 1 0,-1-1 0,1 1 0,-1 0 0,1-1 0,-1 1 0,0 0 0,1-1 0,-1 1 0,0 0 0,1 0 0,-1-1-1,0 1 1,1 0 0,-1 0 0,0 0 0,1 0 0,-1 0 0,0 0 0,0 0 0,1 0 0,-1 0 0,0 1 0,1-1 0,-1 0 0,0 0 0,1 1 0,-2-1 0,-19 14 1024,1 0 0,1 1 0,-26 25 0,-18 14-134,54-46-862,-1 0 0,1 1 0,1 0-1,0 0 1,0 1 0,0 0-1,2 1 1,-1-1 0,1 1 0,1 1-1,0-1 1,0 1 0,1 0-1,1 0 1,0 0 0,-2 20 0,5-27-101,0-1 0,0 1 0,1-1 1,0 1-1,0-1 0,0 1 0,0-1 1,1 0-1,0 0 0,0 0 0,0 0 1,0 0-1,1 0 0,-1 0 0,1-1 1,0 1-1,0-1 0,0 0 0,1 0 1,-1 0-1,1 0 0,-1 0 0,9 3 1,0 1-150,1-1 0,1 0 0,-1 0 0,1-2 0,0 0 0,0 0 0,0-2 0,1 1 0,-1-2 0,22 0 0,-1-1-1027,0-2 0,0-2 0,-1-1-1,1-2 1,-1-1 0,0-2 0,48-20-1,-1-17-4819,-43 32 943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02.0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0 269 7433,'0'-24'1611,"1"24"-1531,-1 0 0,1 0 0,-1-1 0,0 1 0,1 0-1,-1 0 1,1 0 0,-1 0 0,1 0 0,-1 0 0,1 0 0,-1 0 0,1 0-1,-1 0 1,1 0 0,-1 0 0,1 0 0,-1 0 0,1 0 0,-1 0 0,1 1 0,-1-1-1,1 0 1,-1 0 0,0 1 0,1-1 0,-1 0 0,1 0 0,-1 1 0,0-1-1,1 0 1,-1 1 0,1 0 0,13 5 1874,5-3-1463,0 1 1,0 0-1,-1 1 0,1 1 1,-1 1-1,-1 1 0,1 0 1,31 22-1,-1 5-185,69 66 0,-82-70-53,-26-23-248,8 9 338,-18-13-152,-12-4-103,10 0-73,0-1-1,0 0 0,0 1 0,0-1 0,0-1 1,0 1-1,0 0 0,1-1 0,-1 0 0,0 1 0,1-1 1,-1 0-1,1 0 0,0 0 0,0-1 0,-4-4 1,2 2-55,1-1 0,1 1 0,-1-1 0,1 1 0,0-1 0,0 0 0,0 0 0,0-7 0,0-3-243,1 1-1,0 0 1,1 0-1,1-1 1,5-28 0,-2 31-106,0 0 1,0 0-1,1 0 1,1 0-1,0 1 1,14-20 0,54-62-2975,-51 67 2033,18-17-1851,9 2-1052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02.4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131 179 5256,'-10'6'-746,"1"-1"6641,22-7-2154,-9 1-3563,1-1 1,-1-1 0,0 1-1,0 0 1,0-1-1,-1 0 1,1 0-1,-1 0 1,1 0-1,-1-1 1,0 1-1,3-6 1,23-20 1374,-27 28-1501,-1 0 1,0-1-1,0 1 0,0 0 0,0-1 0,0 1 0,0-1 1,-1 1-1,1-1 0,0 1 0,-1-1 0,1 1 0,-1-1 1,1 1-1,-1-1 0,0 0 0,0 1 0,0-1 0,0 0 1,0 1-1,0-1 0,0 0 0,0 1 0,-2-4 0,1 1 2,0-1-1,0 0 0,-1 1 0,1-1 1,-1 1-1,-4-7 0,-16-24 163,21 35-212,1-1-1,-1 1 0,1-1 1,-1 1-1,0 0 1,0-1-1,1 1 0,-1 0 1,0 0-1,1 0 1,-1 0-1,0-1 0,0 1 1,1 0-1,-1 0 1,0 0-1,0 1 0,1-1 1,-1 0-1,0 0 1,1 0-1,-1 0 0,-1 1 1,-16 6 25,12-3 5,0 0 0,1 1-1,-1 0 1,1 0-1,0 0 1,1 0-1,-1 1 1,-4 8-1,-28 52 432,25-43-263,2 0 1,1 0 0,-9 36-1,16-52-169,1 0-1,0 0 0,0 0 0,0 1 1,1-1-1,0 0 0,0 0 1,1 0-1,0 0 0,0 0 0,1 0 1,-1 0-1,2 0 0,-1 0 0,1-1 1,6 12-1,-6-15-63,0 0 0,0 0 0,0-1 0,0 1 0,1-1-1,-1 0 1,1 0 0,-1 0 0,1 0 0,0-1 0,0 1 0,-1-1 0,1 0 0,0 0 0,0-1-1,0 1 1,0-1 0,0 0 0,0 0 0,0 0 0,7-1 0,9-2-638,0 0 0,33-10 0,-49 12 574,49-16-3184,93-43 1,-137 56 2803,0 0 0,-1-1 1,1 0-1,9-9 1,3-7-3058,-9 3-386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03.5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 29 5104,'3'1'92,"23"5"1408,-30-1-133,-17 4 874,15-6-1527,0 0 0,1 0 1,-1 0-1,1 1 0,0-1 1,-7 9 2450,9-10-2796,-37 31 2310,38-31-2274,3 3-346,0 1 0,0-1-1,0 1 1,0-1 0,1 1 0,0-1 0,0 0-1,1 0 1,0 0 0,-1 0 0,1-1-1,1 1 1,6 7 0,14 23 85,-14-20-120,1-1 0,0 0 1,0-1-1,1 0 0,1 0 1,1-2-1,23 18 0,-35-28 52,11-10-108,-2-3 41,-10 8-37,1 0 0,-1 0 0,0 0-1,0 0 1,-1-1 0,1 1 0,-1 0 0,0 0-1,0 0 1,0 0 0,-1-1 0,1 1 0,-1 0 0,-2-6-1,3 5-48,0 0-1,0-1 1,0 1 0,1 0-1,0 0 1,0 0-1,0 0 1,3-5-1,0-7-283,-1 3 36,-3 11-12,0-1-522,-1-3 563,-1 0-1,0 0 1,0 0 0,0 0 0,-7-12-1,8 17 154,-15-42-261,15 37 389,0 1 0,-1-1 0,0 1 0,0-1 0,0 1 0,-1 0 0,-3-7 0,-2-3-55,7 14 24,-6 2-11,0 0 38,0 1 1,-1-1-1,1 2 1,1-1 0,-1 1-1,0 0 1,-13 6-1,17-6 56,1-1-1,-1 1 1,0 0-1,1 0 1,-1 0-1,1 0 1,-1 0-1,1 1 1,0-1-1,0 1 1,0 0-1,1-1 1,-1 1-1,0 0 1,1 0 0,0 0-1,0 0 1,0 0-1,0 0 1,0 0-1,0 5 1,-2 26 429,-2 0 1,-9 34-1,11-55-411,2 0 1,-1 0-1,2 0 0,0 1 1,0-1-1,5 23 0,-1 2 209,-4-34-229,0 0 0,1 1 0,-1-1 0,1 0 0,0 0 0,0 0 0,1 0 0,-1 0 0,1 0 0,0 0 0,0 0 0,0-1 0,0 1 0,1-1 0,0 0 0,-1 1 0,1-1 0,0 0-1,1-1 1,-1 1 0,0 0 0,1-1 0,-1 0 0,1 0 0,0 0 0,0 0 0,0-1 0,0 1 0,0-1 0,0 0 0,0 0 0,0-1 0,1 1 0,-1-1 0,7 0 0,10 0-4,0-1 1,0-1 0,1-1 0,-1-1 0,39-13-1,9-1-11,-60 15-39,0 0-1,0 0 1,-1 0 0,1-1 0,-1-1 0,0 0 0,0 0 0,0 0 0,-1-1 0,0 0 0,0 0 0,-1-1 0,1 0 0,-1 0 0,-1-1 0,1 1 0,-1-1 0,-1 0 0,0-1 0,0 1 0,0-1 0,-1 0 0,0 0 0,1-10 0,-5-7-37,0 18 6,1 5-110,-4-16 112,4 19 48,0 1 0,0-1 0,0 0 0,0 1 0,0-1 0,-1 0 1,1 1-1,0-1 0,0 0 0,-1 1 0,1-1 0,0 0 0,0 0 1,-1 1-1,1-1 0,0 0 0,-1 0 0,1 0 0,0 1 0,-1-1 1,1 0-1,0 0 0,-1 0 0,1 0 0,-1 0 0,1 0 1,0 0-1,-1 0 0,1 0 0,0 0 0,-1 0 0,1 0 0,-1 0 1,1 0-1,0 0 0,-1 0 0,1 0 0,0 0 0,-1 0 0,1-1 1,0 1-1,-1 0 0,1 0 0,0 0 0,-1-1 0,1 1 0,0 0 1,0-1-1,-1 1 0,1 0 0,0 0 0,0-1 0,-1 1 1,1 0-1,0-1 0,0 1 0,0 0 0,0-1 0,0 1 0,0-1 1,-1 1-1,1 0 0,0-1 0,0 1 0,0 0 0,0-1 0,0 1 1,0-1-1,1 0 0,-8 7 36,5-5-50,-4 30 57,6-28 14,1 5-42,-1-6-9,0 0 0,0-1 0,1 1 0,-1 0 0,0-1 0,1 1 0,-1-1 0,1 1-1,-1-1 1,1 1 0,-1-1 0,1 1 0,0-1 0,1 2 0,4-5 18,0-1 0,-1 0 0,0 0 0,1-1 0,-1 1 0,0-1 0,-1 0 0,1-1 0,-1 1 0,0-1 0,0 0 0,0 0 0,5-9 0,-7 11-69,-1-1 108,1 1 1,0-1-1,0 1 0,1 0 0,-1 0 0,1 0 1,-1 0-1,1 0 0,0 0 0,0 1 0,5-4 1,-5 27 9,-1-11-396,0 1 0,1-1 0,0 0-1,5 12 1,-4-15-783,0 1 0,0-1 0,0 1 0,1-1-1,10 12 1,-4-11-2955,7-2-2187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04.2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385 809 5541,'-3'1'165,"0"0"1,1 0-1,-1 0 1,0 0-1,0 0 1,1-1-1,-1 1 1,0-1-1,0 1 1,0-1-1,0 0 1,0-1-1,0 1 1,1 0-1,-1-1 1,0 1-1,0-1 1,0 0-1,1 0 1,-4-1-1,5 1-53,-1 1-1,1 0 0,0 0 1,-1 0-1,1 0 1,-1 1-1,1-1 1,-1 0-1,1 1 0,0-1 1,-1 0-1,1 1 1,0 0-1,0-1 1,-3 2-1,-9 4 1494,-1-2-1489,-36 12 855,47-14-957,2 0-2,-1 1 0,0-1-1,1 1 1,-1-1 0,0 0-1,-1 0 1,1 0 0,0 0-1,-1-1 1,1 1 0,-1-1-1,1 1 1,-1-1 0,-4 2-1,3-1 22,-9 5 17,-31 16 133,-52 20 0,75-33 656,18-7 490,12-7-524,12-4-462,0 1-1,1 0 1,28-4-1,10-2-134,1163-354 830,-400 111-881,-657 207-216,627-170-149,-773 214 170,0 0 1,0 2 0,0 0-1,1 1 1,0 1 0,-1 1-1,32 4 1,-51-4 15,0 1-1,-1-1 0,1 1 1,-1-1-1,1 1 1,-1-1-1,1 1 1,-1 0-1,1-1 1,-1 1-1,1 0 0,-1-1 1,0 1-1,1 0 1,-1 0-1,0-1 1,0 1-1,0 0 1,0 0-1,0 0 0,0-1 1,0 1-1,0 0 1,0 0-1,0 0 1,0 1-1,0-1-57,0 2-71,-1-1 1,1 1-1,-1 0 0,1 0 0,-1 0 0,0 0 0,0-1 0,0 1 0,0 0 0,-1-1 0,1 1 0,-1-1 1,1 1-1,-1-1 0,0 0 0,0 0 0,0 0 0,-5 4 0,3-3-576,0 1-1,-1-1 1,0 0-1,1 0 1,-1-1 0,0 1-1,0-1 1,-1 0-1,-5 1 1,-11 2-4768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04.6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82 12 8913,'-40'-10'1694,"33"8"-214,-5 15 1088,-3 3-593,14-15-1865,0 0-1,0 1 1,1-1 0,-1 1-1,0-1 1,1 1 0,-1-1-1,1 1 1,0-1-1,-1 1 1,1-1 0,0 1-1,0 0 1,0-1 0,0 1-1,0-1 1,0 1-1,1 0 1,-1-1 0,0 1-1,1-1 1,0 1-1,-1-1 1,1 1 0,0-1-1,-1 1 1,1-1 0,0 0-1,0 1 1,0-1-1,0 0 1,0 0 0,1 0-1,-1 0 1,3 2 0,4 2 53,1-1 1,0 0 0,0 0 0,1-1 0,17 4 0,10 3 158,18 7-3,-1 2 0,0 3 0,-2 2-1,-1 2 1,58 40 0,-90-52-252,-1 1-1,-1 0 1,0 2-1,-1 0 1,-1 0-1,22 34 0,-27-35-32,-1 0 0,-1 1 0,-1 0 0,-1 0-1,0 0 1,-1 1 0,-1 0 0,0 0-1,1 28 1,-4-6-51,-1-1 0,-2 1 0,-2 0 0,-2 0 0,-1-1-1,-3 0 1,0-1 0,-3 0 0,-1-1 0,-32 60 0,23-55-629,-3-1 1,-1-1-1,-41 46 1,36-50-1016,-3-1 1,0-2-1,-48 33 0,19-22-3148,11-1-2583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06.5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569 125 4864,'-3'-4'584,"0"1"0,0-1 0,0 1-1,0-1 1,1 0 0,0 0 0,0 0-1,0 0 1,0 0 0,0-1-1,-1-6 1,-8-18 1518,10 26-1919,0 1-1,-1-1 1,1 0 0,-1 1-1,0-1 1,0 1-1,0 0 1,0 0 0,0 0-1,0 0 1,-1 0-1,1 0 1,-1 0-1,1 1 1,-1-1 0,0 1-1,0 0 1,1 0-1,-4-1 1,1 1-34,1 1 0,0 0 0,0-1 0,-1 2 0,1-1 0,0 0 0,-1 1 0,1 0 0,0 0 0,0 0 0,0 1 0,-4 1 0,-7 5 121,0 0-1,1 1 1,0 1 0,0 0-1,-19 20 1,6-3 44,1 1 1,2 2-1,-37 58 1,-44 108 344,91-165-625,2 1-1,0 1 1,3 0 0,0 1-1,3-1 1,0 1 0,2 1-1,1 38 1,3-62-30,1 0 0,0 0-1,1 0 1,0 0 0,1 0 0,0 0-1,1 0 1,0-1 0,1 0-1,0 0 1,0 0 0,1 0 0,0-1-1,1 0 1,0 0 0,0-1 0,1 0-1,0 0 1,1-1 0,-1 0 0,15 8-1,-7-6-17,0-1 0,0 0 0,1-1 0,0-1-1,1-1 1,-1 0 0,1-2 0,0 0 0,0-1 0,0 0-1,0-2 1,27-1 0,4-6-7,-1-1 0,0-2 0,0-3 0,-1-1-1,-1-3 1,0-1 0,-2-3 0,0-1 0,-1-3 0,-2-1 0,-1-2-1,0-1 1,-3-3 0,0-1 0,-2-1 0,43-56 0,-29 28-74,-47 60 102,-8 25 64,3-5-46,1 0 0,1 0 0,0 0 0,1 0 0,2 0 0,-1 0 0,2 0 0,1 0 0,5 19 0,-4-21-14,1 0-1,0-1 0,1 0 0,0 0 0,1-1 0,1 0 1,0 0-1,1-1 0,0 0 0,16 13 0,-18-18 9,1-1 0,1 0 0,0-1 0,-1 0 0,2 0-1,-1-1 1,1-1 0,0 0 0,-1 0 0,17 3 0,-10-5-19,-1 0 0,1 0 1,0-2-1,-1 0 0,1-1 1,26-5-1,-11-1-1,-1-2 1,0-1-1,0-1 0,-1-2 1,-1-1-1,53-33 0,-70 39 7,0-1 0,-1-1-1,0 0 1,0 0 0,-1-1-1,0-1 1,-1 0 0,0 0-1,-1 0 1,0-1 0,-1-1-1,-1 1 1,6-18 0,-9 20-7,0 1 0,0 0 1,-1-1-1,-1 0 0,0 0 0,0 1 1,-1-1-1,-1 0 0,1 0 0,-2 1 1,1-1-1,-2 0 0,1 1 1,-2 0-1,1-1 0,-1 1 0,-1 1 1,0-1-1,-11-17 0,11 21 0,-4-8-5,-1 0 0,-1 1 0,0 0 0,-1 1 0,0 0 0,-23-16 0,18 18-7,0 0-1,-1 2 1,1 0-1,-1 1 1,-1 1-1,1 1 1,-1 0-1,0 2 1,0 0-1,-37-1 0,24 4-252,0 1-1,0 2 0,0 1 0,0 2 1,-55 16-1,78-18-512,0-1 0,1 1 0,-1 1 0,1 0-1,-1 0 1,-13 13 0,22-15-2968,9 4 599,1 2-3279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07.2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73 369 8257,'-6'-12'4119,"3"-1"-2433,3 10-179,-3 3-180,-36 8 2322,21-16-1635,15 6-298,12 15-1023,18 29-385,-1 1-1,-2 0 0,-2 2 1,18 56-1,1-7-249,-40-90-19,20 13 88,24-74-243,67-111-1,-32 44-177,-61 94 147,-15 24 97,0-1 0,0 1 0,1 0 0,10-11 0,-13 15 12,13 21 69,-12-15-37,-1 0 0,1 0 0,-1 1 0,0-1 0,0 0 0,-1 1 0,1 0 0,-1-1 0,0 1 0,0 0 0,-1-1 0,1 8 0,-1-6 9,1-1 1,-1 0-1,1 1 1,0-1-1,0 0 1,1 0-1,0 0 1,0 0-1,3 5 1,11 29 1,-15-34 13,0-1 0,1 1-1,-1 0 1,1 0 0,1-1 0,-1 1-1,1-1 1,-1 0 0,1 0 0,1 0-1,3 5 1,-5-8-13,0 0 1,0 1-1,0-1 0,0 0 0,0 0 1,0 0-1,0-1 0,0 1 0,0 0 1,0-1-1,0 1 0,0-1 0,1 0 1,-1 0-1,0 1 0,0-2 1,1 1-1,-1 0 0,2-1 0,1 0-4,-1-1 0,1 1 0,-1-1 0,0 0 0,0 0 0,0-1 0,0 1-1,6-6 1,5-6 4,-2 0 0,0-1 0,16-22-1,-25 32 13,21-31-74,-2-1 1,29-62 0,22-80-356,-65 157 384,-6 14 7,0 1-1,0 0 1,1 0 0,0 0 0,0 1-1,1-1 1,0 1 0,0 0 0,12-10-1,-16 15 28,0 0 0,0 0-1,0 1 1,0-1-1,0 1 1,0-1 0,0 0-1,1 1 1,-1 0-1,0-1 1,1 1 0,-1 0-1,0 0 1,0 0 0,1 0-1,-1 0 1,0 0-1,1 0 1,-1 0 0,0 0-1,0 0 1,1 1-1,1 0 1,-1 1 14,0-1 0,0 1 0,0 0 0,0 0 0,0 0 0,0 0 0,-1 0 0,1 1 0,-1-1 0,1 0 0,-1 1 1,0-1-1,0 1 0,0 0 0,1 4 0,8 27 122,-6-15-46,2 0 0,15 33 0,72 124-194,-86-163-67,8 14-579,23 34-1,-31-51 234,0-1 0,1 0 0,1-1-1,-1 0 1,1 0 0,19 11-1,-19-13 65,34 18-3344,-6-14-1953,13-4-2145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08.3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118 401 6093,'-16'23'7480,"13"-27"-6497,-18-18 5775,12 7-6253,7 13-388,1 0 0,-1 0 1,0-1-1,1 1 0,-1 0 0,0 0 1,0 0-1,-4-2 0,1 0 155,3 1 294,-15-24 2280,5 19-2469,5 10 86,5 23 242,1-8-710,-2 280 881,8-239-820,0-13-2,-4-42-48,-1 0-1,1 0 1,0-1 0,0 1 0,0 0-1,0-1 1,0 1 0,1-1 0,-1 1-1,1-1 1,2 3 0,-2-5-2,0 0 0,-1-1 1,1 1-1,0-1 0,-1 1 1,1-1-1,0 0 0,-1 0 1,1 1-1,-1-1 0,1 0 1,-1-1-1,0 1 0,1 0 1,-1 0-1,0 0 0,0-1 1,2-2-1,17-31-11,-19 33 6,29-67 6,-19 41-7,2 1 0,19-32-1,-17 36-8,0 0 0,2 0-1,1 2 1,0 0 0,30-24-1,-44 42 10,0 0-1,0 1 0,0-1 0,1 1 1,-1 0-1,0 1 0,1-1 0,0 1 0,-1 0 1,1 0-1,0 0 0,-1 1 0,1-1 1,0 1-1,0 0 0,0 1 0,-1-1 1,1 1-1,0 0 0,-1 0 0,1 1 1,0-1-1,-1 1 0,0 0 0,1 0 1,-1 0-1,0 1 0,0 0 0,0 0 0,-1 0 1,1 0-1,-1 0 0,1 1 0,4 5 1,57 86 40,-56-81-28,0-1 0,0 1 0,8 20 0,-17-33-9,1-1 0,0 1 0,0-1 0,-1 1-1,1-1 1,0 1 0,0-1 0,0 0 0,0 1-1,0-1 1,-1 0 0,1 0 0,0 1 0,0-1-1,0 0 1,0 0 0,2 0 0,0 0 0,1 1 3,1-1-1,-1 1 0,0-1 1,1 0-1,-1-1 1,0 1-1,0-1 0,0 0 1,1 0-1,-1 0 0,0 0 1,0-1-1,0 1 0,0-1 1,-1 0-1,1 0 0,0-1 1,-1 1-1,0-1 1,7-6-1,7-7-6,-1-2 1,24-31-1,-25 29 11,35-51-40,65-121-1,-74 120 46,-29 52-27,1 0 1,1 1-1,1 1 1,0 0-1,22-19 1,-31 38 27,-1 1-2,-1 1 0,1 0 0,-1 0-1,1 0 1,-1 1 0,0 0 0,0-1-1,-1 1 1,1 1 0,-1-1 0,0 0-1,0 1 1,0 0 0,-1-1 0,0 1-1,1 0 1,1 7 0,2 12 60,-1 0-1,5 44 1,1 8 17,38 145-55,-46-209-243,1 0 0,0-1 1,0 1-1,1-1 0,1 0 0,0-1 0,0 1 0,1-1 0,1 0 0,-1-1 0,2 1 0,-1-2 0,1 1 0,0-1 0,1-1 0,0 1 0,0-2 0,1 1 0,0-2 0,0 1 1,0-2-1,14 5 0,-5-3-339,0-1 1,1-1 0,-1 0 0,1-2-1,0 0 1,0-2 0,0 0-1,0-2 1,-1 0 0,1-1 0,-1-1-1,1-1 1,-1 0 0,0-2 0,-1-1-1,31-15 1,-26 10-96,0-2 1,-1-1-1,-1 0 1,0-2-1,-2 0 0,32-36 1,-30 27 535,-1-1 0,-1-2 1,-2 0-1,26-59 0,-39 77 413,-1 1 1,0-2-1,0 1 0,-2 0 0,1-1 0,-2 1 1,0-1-1,0 1 0,-1-1 0,-2-15 0,1 20-1,0 0 0,-1 0-1,0 0 1,-1 0-1,1 1 1,-1-1 0,-1 1-1,1-1 1,-1 1 0,-1 1-1,1-1 1,-1 0 0,0 1-1,-1 0 1,0 0-1,-12-9 1,14 11-194,-1 1-1,1 0 0,-1 0 1,0 1-1,0 0 1,0-1-1,0 2 1,0-1-1,-1 0 1,1 1-1,0 0 0,-1 0 1,1 1-1,-1 0 1,1 0-1,-1 0 1,1 0-1,-1 1 1,1 0-1,0 0 0,-1 0 1,1 1-1,0 0 1,0 0-1,0 0 1,0 1-1,0 0 1,-6 4-1,-7 8 0,0 1-1,1 1 1,1 1 0,0 0-1,1 1 1,1 0 0,-18 34-1,23-35-51,1 0 0,1 1 0,-6 21 0,4-12-92,7-21 25,-1 8-4,13 15-15,-8-29 27,-1 0 0,1-1 0,0 1 0,0 0 0,-1-1 0,1 1 0,0-1 0,0 0-1,0 1 1,0-1 0,-1 0 0,1 0 0,0 0 0,0-1 0,0 1 0,0 0 0,3-2 0,7-3 23,1-1-1,-2 0 1,1-1 0,-1-1-1,0 0 1,0 0-1,-1-1 1,10-11 0,-4 5 259,32-23 0,-36 30-138,-3 1-38,0 2 1,0-1-1,0 1 1,1 0 0,15-5-1,-23 10-95,0-1-1,1 1 0,-1-1 0,1 1 1,-1 0-1,0 0 0,1 0 1,-1 0-1,0 0 0,1 1 1,-1-1-1,0 1 0,1 0 1,-1-1-1,0 1 0,0 0 0,0 0 1,1 0-1,-1 1 0,0-1 1,0 0-1,-1 1 0,1-1 1,0 1-1,0 0 0,-1 0 0,1-1 1,-1 1-1,0 0 0,2 4 1,4 6-396,-1 0 1,0 0 0,6 22 0,-10-27-412,0 1 0,0 0 0,-1 0 0,0 11 0,-1-17 333,0 0 0,0 0-1,0 0 1,0 0 0,0 0-1,1 0 1,-1 0 0,1 0-1,-1 0 1,1 0 0,0 0-1,-1 0 1,1 0 0,0 0-1,0-1 1,1 1 0,1 2-1,17 20-7761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08.9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163 158 9057,'0'1'49,"0"-1"0,-1 1 1,1-1-1,0 1 0,0-1 0,0 1 1,0-1-1,0 1 0,0-1 1,-1 0-1,1 1 0,0-1 0,0 1 1,-1-1-1,1 1 0,0-1 0,0 0 1,-1 1-1,1-1 0,-1 0 0,1 1 1,0-1-1,-1 0 0,1 0 1,-1 1-1,1-1 0,-1 0 0,1 0 1,0 0-1,-1 1 0,1-1 0,-1 0 1,1 0-1,-1 0 0,0 0 0,0-1 146,0 1-1,1-1 0,-1 0 0,0 0 0,1 1 0,-1-1 0,1 0 0,-1 0 0,1 0 0,0 0 1,-1 1-1,1-1 0,0 0 0,0 0 0,-1 0 0,1 0 0,0 0 0,0 0 0,0 0 1,0 0-1,0-1 0,-31-6 2461,26 7-2411,0 1 0,0 0 0,0 0 0,0 0-1,0 0 1,0 1 0,0 0 0,0 0 0,0 0 0,0 1 0,1 0-1,-1 0 1,-5 3 0,8-4-191,-2 0 396,2-2 43,-25-9 476,25 10 555,3-3-1239,-1 1-232,1 0 0,-1 1 0,1-1 0,-1 0 0,1 1 0,0-1 0,0 0 0,0 1 0,0-1-1,0 1 1,0 0 0,0-1 0,1 1 0,-1 0 0,3-2 0,-2 3-32,-1 0 0,1-1 0,0 1 0,0 0 0,-1 1 0,1-1 0,0 0 1,-1 0-1,1 1 0,0-1 0,-1 1 0,1 0 0,0-1 0,-1 1 0,1 0 0,-1 0 0,1 0 0,-1 0 0,3 2 0,4 5 49,-1 0-1,1 0 1,-1 0 0,-1 1-1,0 0 1,0 1-1,0-1 1,3 12 0,-5-13-14,2 4-11,0 0-1,-2 1 1,1-1-1,-2 1 0,1 0 1,2 27-1,-5-6 64,-3 47 0,0-46-43,0-16-46,-1-1-1,0 1 1,-2-1 0,-12 32-1,-3 14 44,12-44 74,18-52-119,195-377-200,-170 346 29,77-101 0,-110 162 151,1-2 19,0 0 0,1 0 0,-1 0 0,1 1 0,6-5 0,-9 7-8,0 1-1,-1 0 0,1 0 0,-1-1 1,1 1-1,0 0 0,0 0 1,-1 0-1,1 0 0,0 0 1,-1 0-1,1 0 0,0 0 1,-1 0-1,1 0 0,0 0 1,-1 0-1,1 0 0,0 1 1,-1-1-1,1 0 0,0 1 1,-1-1-1,1 0 0,-1 1 1,1-1-1,0 0 0,-1 1 1,1-1-1,-1 1 0,1-1 1,-1 1-1,0 0 0,1-1 1,-1 1-1,0-1 0,1 1 1,-1 0-1,0-1 0,0 1 1,1 0-1,-1-1 0,0 2 1,4 8 51,-1 0 1,-1 0-1,1 1 1,-2-1-1,1 0 1,-1 1-1,-1 12 1,-8 80 297,3-52-232,2-10-34,-2 18-310,4 102 0,2-145-183,1 0 0,0 0-1,1 0 1,1 0 0,0-1-1,1 1 1,1-1 0,1 0-1,0-1 1,1 0 0,11 17-1,-14-25-158,1 0 0,0 0 0,0 0 0,1-1 0,-1 0 0,1 0 0,13 6 0,32 11-6007,2-6-2737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09.3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383 755 9833,'1'-1'161,"-1"0"-1,0 0 1,0 0 0,0 0 0,0 1 0,0-1-1,0 0 1,0 0 0,0 0 0,0 0-1,0 0 1,0 1 0,0-1 0,-1 0 0,1 0-1,0 0 1,-1 0 0,1 1 0,0-1-1,-1 0 1,1 1 0,-1-1 0,1 0 0,-1 1-1,0-1 1,1 0 0,-1 1 0,0-1-1,0 0 1,-29-27 2460,21 20-1650,1-1-418,0-1-1,0 1 0,1-1 0,0 0 1,1-1-1,-6-14 0,11 23-238,-4 3 35,0 0-259,0 0 0,1 1 1,-1 0-1,0 0 0,1 0 1,-1 1-1,1-1 0,0 1 1,-1 0-1,1 0 0,-4 5 1,1 0 76,0 0 0,0 1 0,1 0 0,-9 17 0,-5 11 193,-20 36 256,-31 83-1,62-133-546,1 0 1,1 0-1,1 1 0,1 0 1,1 1-1,2-1 1,0 0-1,2 31 1,1-49-89,-1 0 0,1-1 0,0 1 0,1-1 1,-1 1-1,1-1 0,0 1 0,1-1 0,-1 0 0,1 0 0,6 8 1,-7-10-13,1-1 1,-1 1 0,1-1 0,-1 0 0,1 0-1,0 0 1,-1 0 0,1-1 0,0 1 0,1-1-1,-1 0 1,0 0 0,0 0 0,0 0 0,1 0-1,-1-1 1,0 1 0,1-1 0,-1 0-1,0 0 1,6-1 0,3-1-14,0-1 0,0 0 0,0-1-1,0 0 1,0-1 0,-1 0 0,0-1 0,0 0-1,0-1 1,-1 0 0,0-1 0,0 0 0,-1 0-1,0-1 1,0 0 0,-1-1 0,10-15 0,2-6-12,-1-1-1,-1 0 1,-2-2 0,22-61 0,-19 33 39,-3-1 0,-3 0 0,-2-1 0,3-106 0,-23-258-26,0 318 875,0 128 133,1-5-742,-1 7 34,2 0 0,0 1 1,1 0-1,-4 37 0,-5 96 459,10-83-474,-2 17-799,3 0 0,4 0 0,16 120 0,-10-159-519,17 83-2988,-19-117 1952,1 0-1,1 0 1,10 21-1,14 9-8166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09.8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147 158 9477,'-39'-74'1902,"37"70"-1437,-1-1 0,0 1 1,0 0-1,0 0 0,0 0 0,-1 0 0,1 0 1,-1 1-1,-8-7 0,8 8-41,1 0 0,0-1 0,0 0 0,0 0 1,0 0-1,-3-5 0,5 8-294,1-1 0,0 0 0,-1 0 0,1 1 0,0-1 0,-1 0 1,1 0-1,-1 1 0,1-1 0,-1 1 0,1-1 0,-1 0 0,0 1 0,1-1 1,-1 1-1,0-1 0,1 1 0,-1 0 0,0-1 0,1 1 0,-1 0 0,0-1 0,0 1 1,0 0-1,1 0 0,-1 0 0,0 0 0,0 0 0,0 0 0,1 0 0,-1 0 0,0 0 1,0 0-1,0 0 0,1 0 0,-2 1 0,-1-1-105,2 1 51,0-1 1,0 0 0,1 0-1,-1 0 1,1 1 0,-1-1-1,0 0 1,1 1 0,-1-1-1,0 0 1,1 1 0,-1-1-1,1 1 1,-1-1-1,1 1 1,-1-1 0,1 1-1,-1-1 1,1 1 0,0 0-1,-1-1 1,1 1 0,0-1-1,0 1 1,-1 0-1,1-1 1,0 2 0,-1 23 560,2-11-116,15 308 3075,0-52-1568,-19 360-2028,4-386-2606,2-194 1192,3-1-1,22 91 1,-24-127 179,0-1 1,1 0 0,7 13-1,10 10-4970,7 0-5586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10.1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 10 10637,'-24'-10'3712,"41"20"-631,5 3-2583,0-2 0,1-1 1,0-1-1,0-1 0,39 8 0,-16-3-172,93 26 334,521 179 617,-626-204-1231,0 2-1,-1 0 0,-1 3 1,-1 0-1,58 48 1,-84-61-42,1-1 1,-1 1-1,0 0 1,-1 1-1,0-1 1,0 1-1,0 0 1,0 0-1,-1 0 1,0 0-1,-1 1 1,0-1-1,0 1 1,-1-1-1,1 1 1,-2 0-1,1 0 1,-1-1-1,0 1 0,-1 0 1,0 0-1,0 0 1,0-1-1,-1 1 1,-1-1-1,1 1 1,-1-1-1,0 0 1,-1 0-1,1 0 1,-2 0-1,-5 7 1,-5 5 12,-1-1 0,0 0 0,-2-1 0,0-1 0,0-1 1,-35 22-1,-136 67-23,154-86 8,-440 187-1021,351-156 35,-55 16-1488,11-3-4902,94-31-1012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10.7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10 588 12265,'-10'17'2456,"13"-30"664,-1 10-2952,0 1-1,0-1 1,0 1 0,0-1 0,0 1-1,0 0 1,0 0 0,1 0 0,-1 0-1,1 0 1,0 0 0,-1 1 0,1-1-1,0 1 1,0 0 0,0 0 0,0 0-1,0 0 1,0 1 0,4-1 0,7-2 203,1 1 1,25 0 0,5 3 83,-1 1 0,0 2 0,70 17 0,-90-15-396,-1 1-1,-1 1 0,1 1 1,-1 1-1,-1 1 0,0 0 1,0 2-1,21 18 0,-34-25-45,-1 1 1,0 0-1,0 1 0,-1-1 0,0 1 1,0 1-1,-1-1 0,0 1 0,4 10 0,-7-13-9,1 0 0,-1 1-1,0 0 1,-1-1 0,0 1-1,0 0 1,0 0-1,-1 0 1,0-1 0,0 1-1,-1 0 1,0 0-1,-3 12 1,-2 0 9,-1-1 0,-1 0 0,-1-1 0,-1 0 0,0-1 0,-21 27 1,21-31 69,0-1 0,-1 0 0,0 0 0,-1-1 0,0-1 0,0 0 0,-1 0 0,-28 12 0,39-20-57,1 0-1,0 0 0,-1 0 1,1-1-1,-1 1 0,0 0 1,1-1-1,-1 0 0,0 1 1,1-1-1,-1 0 0,1 0 0,-1 0 1,0 0-1,1 0 0,-1 0 1,0 0-1,1-1 0,-1 1 1,0-1-1,1 1 0,-1-1 1,1 1-1,-1-1 0,1 0 1,-1 0-1,1 0 0,0 0 1,-1 0-1,1 0 0,0 0 1,0 0-1,0-1 0,0 1 0,0 0 1,0-1-1,0 1 0,0-1 1,0 1-1,1-1 0,-1 1 1,0-1-1,0-2 0,0-1-3,0-1 0,1 0 1,-1 0-1,1 0 0,0 0 0,0 0 0,1 1 0,0-1 0,0 0 0,0 0 0,5-10 0,14-28-161,2 0 0,2 2 0,46-63-1,104-108-1003,-136 169 1030,110-128-369,172-152 0,-315 320 494,-1 0 0,1 1 0,0-1 0,0 1 1,0 0-1,0 1 0,0-1 0,1 1 1,-1 0-1,1 0 0,6 0 0,-11 1-6,0 1 1,1 0-1,-1 0 0,0 0 0,0 0 0,0 0 1,1 0-1,-1 0 0,0 0 0,0 1 1,0-1-1,0 0 0,0 1 0,0-1 0,1 1 1,-1-1-1,0 1 0,0 0 0,0-1 0,-1 1 1,1 0-1,0 0 0,0-1 0,0 1 0,1 1 1,-1 1 3,1 1-1,0-1 1,-1 0 0,0 0 0,1 0 0,-2 1 0,1-1 0,1 7 0,-1 6 23,0-1 0,-1 1-1,-2 16 1,-31 149 244,21-125-230,1 0 0,-2 61 0,12-100-30,1 0 0,1 0 0,0 0-1,1 0 1,1 0 0,1 0 0,0-1 0,1 1-1,1-1 1,1 0 0,10 19 0,-10-26-9,-1 0 1,1 0 0,0-1-1,1 0 1,0 0 0,0-1-1,1 0 1,0-1 0,0 1-1,1-2 1,0 1 0,-1-2-1,2 1 1,-1-1 0,0-1-1,1 0 1,21 4 0,-5-3 39,0-2 1,1 0-1,-1-2 1,1-1 0,-1-1-1,30-7 1,-38 6 35,-1-1 0,-1-1 0,1-1 1,-1-1-1,0 0 0,0-1 0,-1-1 1,0-1-1,0 0 0,-1-1 0,-1 0 0,18-19 1,-22 20-61,-1-1 1,-1 0-1,0 0 1,0 0-1,-1-1 0,-1 0 1,0-1-1,0 0 1,-1 0-1,-1 0 1,0 0-1,-1-1 1,-1 1-1,0-1 1,0 0-1,-2-26 1,0 27-66,-1 0 0,-1-1 0,0 1 1,-1 0-1,0 1 0,-1-1 0,0 0 1,-1 1-1,0 0 0,-1 0 0,-1 1 1,0 0-1,0 0 0,-1 0 0,-1 1 1,1 0-1,-2 1 0,-14-13 0,-1 4-107,0 1-1,-2 0 1,1 2-1,-2 2 1,0 0-1,-1 2 1,-44-12-1,5 8-1154,0 2 1,-83-4-1,126 15-198,1 1-1,-38 4 1,13 4-4670,22-4-1902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11.5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11 680 7669,'-10'-5'1990,"20"-10"15116,-9 18-17052,-1 0 0,1-1 0,0 1 0,0-1 0,0 1 0,1-1 0,-1 0 0,4 5 0,4 9 109,68 167 388,-69-167-505,1-1 0,1 1 1,15 18-1,-24-34-43,0 1-1,0-1 1,0 0 0,-1 0 0,1 1-1,0-1 1,0 0 0,0 0 0,0 0-1,0 0 1,0 0 0,0 0 0,0 0-1,0-1 1,0 1 0,0 0 0,0 0 0,1-1-1,0 0 7,5 0-12,1-1 0,-1 0 0,0-1 0,0 0 0,0 0 1,-1 0-1,1-1 0,-1 0 0,1 0 0,8-8 1,8-9-227,26-30 1,-5 4-132,108-74-315,-128 103 560,22-10-125,-43 26 152,17 3-4,-19-1 88,1 0 0,0 1-1,0-1 1,0 1 0,-1-1 0,1 1 0,0 0-1,-1 0 1,1-1 0,0 1 0,-1 0 0,1 1-1,-1-1 1,0 0 0,1 0 0,-1 1 0,0-1-1,0 0 1,0 1 0,2 3 0,11 11 44,-11-14-40,0 1 0,0-1-1,0 0 1,0-1 0,1 1 0,-1 0-1,1-1 1,-1 0 0,1 0 0,0 0-1,-1 0 1,1-1 0,6 1 0,53-1 84,-55 0-90,64-3-163,122-22 0,-186 24 34,0 0 0,0-1 0,0 0 0,0-1 1,0 0-1,-1 0 0,1 0 0,-1-1 0,0 0 0,0-1 1,0 1-1,8-8 0,279-277-957,-68 25 2703,-181 197-275,-44 65-897,13 14 837,-11-7-1154,-1 0 1,1 1 0,-1-1 0,0 1 0,0-1-1,0 1 1,-1 0 0,0-1 0,0 1 0,0 0-1,-1 0 1,0 10 0,-2 15 370,-6 35 0,3-31-185,-81 414 1118,43-259-3649,8 0-3509,32-146 3138,1-6-1293,-4-12-2815,0-10-1151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11.7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51 8817,'5'-5'380,"1"0"0,-1 0 0,1 1 0,0 0 0,0 0 0,0 1 0,0-1-1,1 2 1,-1-1 0,1 1 0,0-1 0,0 2 0,0-1 0,0 1 0,0 0 0,0 1 0,10-1 0,-2 1-88,1 0-1,0 1 1,-1 0 0,1 1 0,-1 1-1,0 0 1,1 1 0,-2 1-1,1 1 1,0 0 0,-1 0-1,0 2 1,-1-1 0,0 2 0,0 0-1,0 0 1,-1 2 0,-1-1-1,20 24 1,-30-32-268,0 0-1,0 0 1,0 0 0,0 1 0,0-1-1,-1 0 1,1 1 0,-1-1 0,1 0-1,-1 1 1,0-1 0,0 1 0,0-1-1,0 0 1,-1 1 0,1-1-1,0 1 1,-1-1 0,-1 4 0,-20 40 145,19-41-148,-4 7 13,-2 0-1,1 0 0,-2-1 1,1-1-1,-1 1 1,-1-2-1,-19 15 0,-86 48-72,105-66 3,-103 53-1502,98-52 257,-1 0-1,0-1 0,0-1 1,-34 6-1,32-10-3246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11.9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260 0 12885,'-18'19'1143,"2"1"-1,0 0 0,1 0 1,1 2-1,1 0 0,1 0 1,-11 28-1,-11 44 1189,4 2-1,-26 142 1,51-213-2468,2 1 1,0 0-1,2-1 1,3 50-1,-1-64-441,1 0-1,0 0 0,0 0 0,1 0 1,0-1-1,1 1 0,0-1 0,1 0 0,0 0 1,1-1-1,0 1 0,0-1 0,1-1 1,7 9-1,18 6-5760,5-7-3990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12.1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1 123 11625,'0'0'5681,"25"-8"-5001,23-4-492,3 4-668,12-4-560,10 4-353,10-10-291,-1-4-288,1 4-1444,0 1-1789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12.2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80 7689,'19'3'3012,"0"-3"-1932,-9-11-224,6 2-236,6-2-672,19-7-576,-9 4-876,6 0-1776,3 8-1529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16.3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294 41 8169,'-2'0'241,"0"-1"1,1 1-1,-1-1 1,0 1-1,0-1 1,0 1-1,1-1 1,-1 0-1,0 0 1,1 0-1,-1 0 1,0 0 0,1 0-1,0-1 1,-1 1-1,1 0 1,0-1-1,-1 1 1,-2-5 4242,16-8-2180,-9 10-335,-9 11-1214,-2 6-656,1 1-1,0 0 1,1 0-1,0 0 1,1 1-1,1 0 1,0 0 0,-3 27-1,1-11 2,-51 226 558,-44 259 112,95-472-712,-36 380 205,41-362-222,2 0 0,2 0 1,3 0-1,26 109 0,-23-136-18,1-1 0,1-1 0,2 0 0,17 32 0,-24-55-13,0-1-1,0 0 0,1 0 1,0-1-1,0 0 0,1 0 1,0 0-1,0-1 0,1-1 0,0 1 1,0-1-1,1-1 0,-1 0 1,1 0-1,1-1 0,-1 0 1,13 3-1,0-3 3,0 0 1,1-2-1,-1 0 0,0-2 1,1 0-1,-1-2 0,0 0 1,30-8-1,9-6 17,107-42 0,-104 30-189,-1-3 1,-1-3 0,83-60-1,158-146-702,-135 80 504,-137 125 239,-2-1 1,47-74-1,-75 106 126,-1-1 1,1 1-1,-1-1 1,1 1-1,-1-1 0,-1 1 1,1-1-1,-1 1 0,1-1 1,-1 0-1,-1 1 0,1-1 1,-1 1-1,1-1 0,-1 1 1,-1-1-1,1 1 1,-1-1-1,1 1 0,-1 0 1,0 0-1,-1 0 0,1 0 1,-1 0-1,0 0 0,0 1 1,0-1-1,0 1 0,-1 0 1,1 0-1,-1 0 1,-6-3-1,9 5 18,-1 0 0,0 0 0,0 0 0,1 0 0,-1 0 1,0 1-1,0-1 0,0 0 0,0 1 0,0 0 0,0 0 0,0-1 0,0 1 0,0 0 1,0 1-1,0-1 0,0 0 0,0 1 0,-3 0 0,1 1 52,1-1 0,0 1 0,0 0-1,0 0 1,0 0 0,0 0 0,0 0 0,1 1-1,-1 0 1,-2 3 0,0 1 80,0 0 0,1 0 0,0 0 0,0 1 1,1 0-1,-1-1 0,2 1 0,-1 0 0,0 9 0,1 3-39,1 0 1,1 1-1,1-1 0,1 0 1,1-1-1,0 1 0,1 0 1,2-1-1,0 0 0,9 19 1,3 3-1568,3-1 1,1-2 0,38 52 0,3-13-7855,-34-45-530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16.5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80 10781,'28'-14'2232,"-12"3"-1700,0 2-584,3 0-496,-3 4-576,-3-10-696,2 1-1152,14 11-1073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17.3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38 720 5489,'-37'5'2080,"69"-44"11753,-30 36-13364,20 21 337,-15-12-750,0 1 0,0 0 0,-1 0 0,0 0 0,0 1 0,-1 0 0,5 10 0,27 65 146,-21-45-174,5 13 62,-16-36-72,0-1-1,2 0 1,0 0-1,0 0 1,17 21-1,-21-34-10,0 0-1,0 0 1,0-1-1,0 1 1,0-1-1,0 0 1,0 0-1,0 0 1,0 0-1,6-1 0,-4-1-8,0 0 0,0-1 0,0 1 0,0-1-1,0 0 1,-1 0 0,1 0 0,-1-1-1,0 0 1,0 1 0,0-1 0,0-1-1,-1 1 1,6-9 0,3-8-4,-1 1 1,10-25 0,-18 37-1,72-139-5,-43 89 44,-16 25 32,-11 21 22,1 0 0,0 0 1,1 0-1,0 1 0,0 0 0,2 1 1,-1 0-1,1 0 0,12-10 1,-18 18-20,-1 1 0,1 0 0,0-1 0,0 1 0,1 0 0,-1 0 0,0 1 0,0-1 0,0 1 0,1 0 0,-1-1 0,0 1 0,0 1 0,0-1 0,1 0 0,-1 1 0,0 0 0,0 0 0,4 1 0,6 3 135,-1 0 0,23 12-1,-34-16-192,17 11 146,1 0 0,-2 2 0,0 0 1,21 23-1,-17-16-15,38 29 1,-52-45-130,1 0 1,-1-1-1,1 0 0,0 0 1,0-1-1,0 0 0,1-1 1,-1 0-1,1 0 1,-1-1-1,1 1 0,0-2 1,-1 0-1,1 0 0,0 0 1,0-1-1,-1 0 0,1-1 1,-1 0-1,1 0 1,-1-1-1,0 0 0,0-1 1,0 1-1,0-1 0,-1-1 1,0 0-1,0 0 0,0 0 1,0-1-1,-1 0 1,8-9-1,-1-3-69,0 0 0,-1-1 1,-2-1-1,0 0 0,-1 0 0,11-36 1,22-131-595,-35 150 596,5-64-306,-11 98 238,-1 26-98,1-5 244,1-1 1,1 1 0,0 0-1,1-1 1,1 0 0,1 0 0,9 21-1,-12-33-14,0 1-1,0-1 1,0 0-1,1 0 1,0 0 0,0 0-1,0-1 1,1 0-1,0 1 1,0-2-1,0 1 1,0 0-1,0-1 1,1 0 0,-1 0-1,1-1 1,0 0-1,0 0 1,0 0-1,0-1 1,0 1-1,0-1 1,0-1 0,10 1-1,7-2 7,0 0 1,0-1-1,0-2 1,0 0-1,-1-2 0,25-8 1,-34 9-7,-1 0 1,1-1-1,-1 0 1,-1-1-1,1 0 1,-1-1-1,0-1 1,-1 1-1,0-2 1,-1 1-1,1-1 1,8-14-1,-5 3-19,0-2-1,-2 0 1,0 0-1,-2-1 0,0 0 1,-2-1-1,0 0 1,5-50-1,-6 34-194,-6 37 415,7 28 110,-1 3-108,3 51-1,-7-48-251,10 46 0,-8-61-141,2 13-962,1 0 1,1 0-1,2-1 0,1 0 0,14 25 0,-23-48 109,1-1 1,0 1 0,0-1 0,0 1 0,0-1 0,5 4 0,-4-4-376,13 9-7303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17.7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0 12401,'-10'4'1634,"10"0"21,19 10 1287,4 2-1254,107 85 1773,9-12-3685,-102-71-965,0-1-1,1-2 1,1-1 0,40 8 0,-78-22 1146,127 30-4832,-125-30 4824,0 0-1,0 0 0,1 0 1,-1 0-1,0-1 1,0 1-1,0-1 0,1 0 1,-1 0-1,0 0 1,4-2-1,-6 2 85,0 1 1,0-1-1,0 1 1,0-1-1,0 1 1,0-1-1,-1 1 0,1-1 1,0 0-1,0 0 1,0 1-1,-1-1 1,1 0-1,0 0 0,-1 0 1,1 0-1,-1 0 1,1 0-1,-1 0 1,1 0-1,-1 0 0,0 0 1,0 0-1,1 0 1,-1 0-1,0 0 1,0 0-1,0 0 0,0-1 1,0 1-1,0 0 1,-1-2-1,0-1 216,-1 1-1,1-1 1,-1 0-1,0 0 0,0 1 1,-1-1-1,1 1 1,-1 0-1,1-1 1,-1 1-1,0 0 1,0 1-1,0-1 0,-1 0 1,1 1-1,-1 0 1,1 0-1,-1 0 1,0 0-1,0 1 1,-5-2-1,-2-1 136,0 0 1,1 2-1,-1-1 0,0 1 1,0 1-1,-1 0 0,1 0 1,0 1-1,0 1 1,0 0-1,-1 0 0,1 1 1,0 1-1,1 0 0,-1 0 1,-19 9-1,15-4-293,-1 1 0,1 0 0,1 1 1,-1 1-1,2 0 0,0 1 0,0 0 0,1 1 0,0 1 1,-9 15-1,-29 40-1413,-23 36-3375,28-34-2647,16-14-2489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19.6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 10629,'0'1'1962,"3"-6"345,3 14-481,5 31 1126,12 62-1,1 117-388,-16-137-1785,-3 144-1169,-3-55-2818,-2-145 1496,-4 36 0,0 10-5485,6-29-1562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20.2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2 236 10753,'1'-1'202,"0"-1"1,-1 0-1,1 1 1,-1-1-1,0 1 1,1-1-1,-1 0 1,0 1-1,0-1 1,0 0-1,0 1 1,0-1-1,-1 0 1,1 1-1,0-1 1,-2-2-1,2 2-80,-1 1 0,1 0 0,-1 0 0,1 0 0,0 0 0,0 0 0,-1 0 0,1-1 0,0 1 0,0 0 0,0 0 0,0 0 0,1-1 0,-1 1 0,0 0 0,0 0 0,1 0 0,-1 0 0,0 0 0,1-1 0,0 1 0,-1 0 0,1 0 0,-1 0 0,1 0 0,0 1 0,0-1 0,-1 0-1,1 0 1,0 0 0,0 1 0,0-1 0,0 0 0,0 1 0,2-2 0,1 0 30,1-1 0,-1 1 0,1 0 0,0 1 0,0-1-1,0 1 1,0 0 0,7-1 0,13-3 456,15-2-418,1 2 0,-1 1 1,1 2-1,0 2 0,0 1 0,0 2 0,-1 3 0,0 0 0,0 3 1,0 1-1,68 29 0,-87-29-180,0 1 1,-1 2-1,-1 0 1,0 1-1,0 0 0,-2 2 1,0 0-1,0 1 1,-2 1-1,0 0 1,-1 1-1,-1 0 0,19 39 1,-25-42-33,0 0 1,-1 0 0,-1 1-1,0-1 1,-2 1-1,0 0 1,0 1-1,-2-1 1,0 0-1,-1 0 1,-1 1 0,0-1-1,-1 0 1,-1 0-1,-1 0 1,0 0-1,-2 0 1,1-1 0,-11 18-1,15-31 9,-9 17-48,-25 36 1,33-52 56,-1 0 1,0 0 0,-1 0 0,1 0 0,-1-1 0,1 0 0,-1 1 0,0-1 0,0-1 0,-1 1 0,1-1 0,0 1 0,-1-1 0,0 0 0,-5 1 0,8-3 4,0 0 0,0 0 1,0 0-1,0 0 1,0 0-1,0-1 0,0 1 1,0-1-1,0 1 1,1-1-1,-1 0 0,0 1 1,0-1-1,0 0 0,1 0 1,-1-1-1,1 1 1,-1 0-1,0 0 0,1-1 1,0 1-1,-1-1 0,1 1 1,0-1-1,0 0 1,0 1-1,0-1 0,0 0 1,0 0-1,1 0 1,-1 0-1,1 0 0,-1 1 1,0-4-1,-1-4-2,0-1 0,1 1 1,0-1-1,0 0 0,1-17 0,6-26-13,1 1-1,2 0 1,3 1 0,2 0-1,25-59 1,-23 73 22,1 0 1,3 0-1,0 2 1,2 1-1,2 0 1,1 2 0,38-38-1,-46 54 58,1 0 1,0 2-1,2 0 0,-1 1 1,2 0-1,0 2 0,40-16 1,-52 24 25,0 0 0,1 0 1,-1 1-1,1 0 1,0 0-1,-1 1 1,1 0-1,0 1 0,0 0 1,0 1-1,0 0 1,-1 0-1,1 1 1,0 1-1,-1-1 0,0 1 1,1 1-1,-1 0 1,-1 0-1,17 11 1,-7 0 95,-1 0 1,-1 2-1,-1-1 1,0 2 0,-1 0-1,-1 1 1,-1 0-1,0 1 1,-2 0-1,12 29 1,5 26 222,27 126 0,-41-146-283,-10-42-140,79 307-1847,-17-110-2639,-56-185 2561,19 37 1,5-8-4524,-8-22-1752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20.5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677 57 10477,'-12'-6'555,"10"5"-408,-1 0-1,1 0 1,0-1 0,-1 1 0,1-1-1,0 1 1,0-1 0,0 1 0,1-1-1,-1 0 1,0 0 0,1 0 0,-1 0-1,1 0 1,-3-5 0,3 5 1,-1 0 0,1 1 0,-1-1 1,1 1-1,-1 0 0,0-1 0,0 1 0,1 0 0,-1 0 1,0 0-1,0 0 0,0 0 0,0 1 0,0-1 0,-1 0 1,1 1-1,0 0 0,0-1 0,0 1 0,0 0 0,-1 0 1,1 0-1,-3 1 0,-4-1 139,0 1 0,-1 0 0,1 1 1,-12 3-1,7 1-77,-1 0 0,1 1 0,1 1 0,-1 0 0,-17 14 0,-56 55 572,56-45-608,2 1-1,1 1 1,2 2 0,-33 58 0,24-27-67,-48 129 0,73-167-164,1-1 0,1 2 0,1-1 0,2 1 0,-2 36 0,7-63 163,5-3-55,0 0 0,0-1 0,0 0 0,0 0 0,0 0 0,0 0 0,0-1 0,0 0 0,-1 0 0,1 0 0,-1-1 0,5-3 0,4-4 226,0-1-1,16-16 0,-20 16-6,2 1 1,-1 1-1,1 0 0,13-7 1,-20 13-149,0 1 0,1 0 0,-1 0 0,1 0 0,0 1 0,-1 0 0,1 0 1,0 0-1,0 0 0,0 1 0,0 0 0,0 0 0,-1 0 0,1 0 0,9 3 0,2 2-135,1 1 0,-2 1 0,1 1 0,-1 0 0,0 1 0,-1 0 0,0 2 0,19 16 0,29 21-4200,-50-39 1648,1-1-1,1-1 0,15 7 0,9 0-5915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20.8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399 1 9741,'-4'1'354,"1"0"1,0 0-1,1 0 1,-1 1 0,0-1-1,0 1 1,1 0-1,-1 0 1,1 0-1,-1 0 1,-2 4-1,3-5-37,0 1 0,0 0 1,0-1-1,0 1 0,0-1 0,0 0 0,0 1 0,0-1 0,0 0 0,0 0 0,-4 1 0,-10 5 605,-2 7-152,1 1-1,0 0 0,1 2 0,1 0 0,0 1 0,2 0 0,-19 31 0,6-1 718,-40 103 0,46-95-854,3 0 1,-15 85-1,26-102-415,1 1 0,3-1 0,1 1-1,6 65 1,-2-88-189,0 0 0,1 0-1,0 0 1,9 19 0,-11-29-92,1 0 0,1-1-1,-1 1 1,1-1 0,0 0 0,0 0 0,1-1 0,0 1 0,0-1 0,0 0 0,1 0 0,11 7 0,-2-4-278,1-1 0,0-1 0,0-1-1,0 0 1,1-1 0,0 0 0,0-2 0,0 0-1,0-1 1,0 0 0,30-4 0,-5-2-977,-1-2 1,0-2-1,69-23 0,100-54-7475,-95 31-227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21.8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297 0 11133,'-26'7'1921,"20"-5"1536,-10 6-779,10-5-2331,0 1-1,0-1 1,1 1-1,-1 0 1,1 0-1,0 1 1,0 0-1,-6 8 1,-32 46 1501,22-25-1243,2 0 0,1 2 0,2 0 0,2 1 1,1 0-1,-13 64 0,17-52-322,2 0-1,2 0 1,2 1-1,8 93 1,-3-122-224,1-1 0,0 0 0,2 0 1,1 0-1,0-1 0,1 1 0,17 31 1,-19-43-48,-1-1 0,1 0 0,0 0 1,1 0-1,-1-1 0,1 0 0,1 0 1,-1-1-1,1 1 0,0-1 0,0-1 1,0 1-1,1-1 0,0-1 0,0 1 1,0-1-1,0-1 0,0 0 0,0 0 1,1 0-1,9 0 0,-1-2-4,0 0 1,-1-1-1,1-1 0,-1-1 0,0 0 0,1-1 1,-1-1-1,-1-1 0,1 0 0,-1-1 1,0 0-1,21-15 0,-15 8-3,0-2 0,-1 0 0,-1-1 1,-1-1-1,0 0 0,-1-2 0,19-29 0,-28 37-22,0 0 0,-1-1 1,-1 0-1,0 0 0,0 0 0,-2-1 0,0 0 1,0 0-1,-1 0 0,-1 0 0,0 0 0,-1-1 0,-1 1 1,0 0-1,-1-1 0,0 1 0,-2 0 0,1 0 0,-2 0 1,0 0-1,0 0 0,-1 1 0,-1 0 0,-13-23 0,-3 3-438,-1 2-1,-1 0 1,-2 1-1,-1 2 1,-2 1-1,0 1 1,-2 1-1,0 2 0,-47-26 1,44 31-2018,-67-26-1,69 33-789,1 2-1,-46-8 1,58 16-4736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22.1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601 84 9293,'0'-2'182,"0"1"0,0-1 0,0 1-1,0 0 1,-1-1 0,1 1 0,0-1 0,-1 1 0,1-1 0,-1 1 0,1 0 0,-1-1-1,0 1 1,1 0 0,-1 0 0,0-1 0,0 1 0,0 0 0,0 0 0,0 0 0,0 0 0,0 0-1,-1 0 1,1 0 0,0 1 0,0-1 0,-1 0 0,1 1 0,0-1 0,-1 1 0,1-1-1,-2 1 1,-1-1 231,1-1-1,-1 1 1,1-1-1,0 0 1,0 1-1,-1-1 1,-4-5-1,3 3-149,0 1 0,0 0-1,0 0 1,-1 0 0,1 1 0,-1-1-1,1 1 1,-1 1 0,0-1 0,0 1 0,0 0-1,0 0 1,0 1 0,0 0 0,0 0-1,-7 1 1,-4 0 226,0 2 0,-1 0-1,1 1 1,-21 8 0,22-6-246,1 1 0,0 0 0,1 1-1,-1 1 1,1 0 0,1 1 0,0 0 0,0 1 0,1 0 0,1 1 0,0 1 0,0 0 0,-8 15 0,13-20-178,1 1 0,1 0 0,-1 0 0,1 0 0,1 1 0,0-1 0,0 1 0,1 0 0,0-1 0,1 1 0,0 0 0,0 0 0,1 0 0,1 0 0,0 0 0,0 0 1,1 0-1,0 0 0,0 0 0,1-1 0,1 1 0,8 16 0,-1-7 17,1-1 1,1 0 0,0 0 0,28 26-1,72 55 65,-80-72-229,0 1 1,-2 2-1,43 52 1,-68-74 3,-1 0 1,0 0 0,-1 1-1,0 0 1,0 0 0,-1 0-1,0 0 1,-1 0-1,0 1 1,0-1 0,-1 1-1,0-1 1,-1 1-1,0 0 1,0-1 0,-1 1-1,0 0 1,-1-1 0,0 1-1,-7 17 1,2-10-274,0 0-1,-2-1 1,1 0 0,-2 0-1,0-1 1,-1 0 0,-1-1 0,0 0-1,-1-1 1,-16 14 0,-26 16-2971,-76 44 1,2-12-3844,45-26-1191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25.5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4718 3628,'3'-3'218,"1"0"-1,0 0 1,0 0-1,0 1 1,0-1-1,0 1 1,1 0-1,-1 0 0,8-2 1,22-10 1091,-17 4-803,1 1-1,0 1 1,35-11 0,45-14 750,-8 2-100,151-32 1,713-109 1802,-205 20-2036,-580 115-741,342-80 71,345-129 198,-670 185-361,299-85 82,-304 99-26,54-13-148,235-52-14,301-27 157,-274 50-506,-370 64 443,450-82-54,302 8 0,-472 59 116,-4-31-58,210-85 14,-295 92-48,-149 32-50,-34 14 146,-21 4-110,133-23-13,242-48 8,20-18 663,-371 80-591,326-38-90,-322 50-3,-79 4-46,-31 2 61,413-65 20,-287 39-64,89-21-68,-126 20 431,143-16 0,-173 33-118,-88 15-244,19-5 248,145-28 267,295-71 745,-447 100-1178,-1-1 0,0-1 1,0 0-1,-1-1 0,0 0 0,0-1 0,-1-1 0,0 0 0,0 0 0,-1-1 0,0-1 0,11-13 0,-5-5-70,-9 13 35,25-51-5,-32 65-14,0 0-18,7-25 16,-7 24-18,-29-12-19,24 15 37,-21-12 15,21 10-29,1 1 9,1 0 0,0 0 1,0-1-1,0 1 0,0 0 0,0-1 1,0 1-1,0-1 0,0 0 0,0 0 1,1 0-1,-1 0 0,1 0 0,0 0 1,-3-4-1,-5-15 2,3 9-2,1-1 1,0 0-1,-4-18 0,-71-319 5,23-61 20,50 350-50,-18-71 0,21 117 23,-1 0 1,0 0-1,-1 0 0,-1 1 1,0 0-1,-1 0 1,-11-16-1,0 7-3,-1 0 0,-40-36 0,26 25 43,27 26-48,-1 0 1,0 0-1,0 1 1,-1 0-1,-14-10 0,3 5 39,9 5-38,-1 1-1,1 0 0,-1 0 1,0 1-1,-1 1 0,-13-4 1,-10-1 31,21 5-32,0 1 0,0 0 1,-22 0-1,34 3 53,-16-3-52,-35-6-55,35 40 49,-1-8 10,0 0 1,-1-1-1,-1-2 0,-1 0 0,-1-1 0,-47 29 1,35-29-7,-1-1 0,0-2 1,-1-2-1,-64 16 0,-31-2-17,-174 14-1,-139-13-259,435-29 269,-71 2-355,-65 6-2543,137-7 2240,-36 2-1928,12-5-2970,9 0-1528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26.2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1 5144,'1'0'359,"1"1"0,-1 0 1,0-1-1,0 1 0,0 0 0,1-1 0,-1 1 0,0 0 0,0 0 0,0 0 0,0 0 0,-1 0 0,1 0 0,0 0 0,0 0 0,-1 1 0,1-1 0,0 0 0,-1 0 0,1 3 0,-1-2 784,0 1 1,0-1 0,-1 0 0,1 0-1,-1 1 1,0-1 0,0 0 0,1 0-1,-4 4 1,-2 9 556,0 2-4438,-32 255 5267,26-158-2007,6-41-223,6 94 0,-2 24-65,2 90-1067,3-126-876,-4-129 1012,-2 0 0,-5 28 0,-2 6-2605,8 1-6383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27.2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250 195 4748,'0'0'5214,"4"0"-4673,424-59 3010,-221 29-3201,-142 22-307,-26 4 8,69-17-1,-105 20-39,16-2 24,-1-1 0,0-1 1,0-1-1,18-9 0,-15 7 12,0 0 0,41-9-1,-50 14-149,-11 3 139,0-1 1,0 1-1,0-1 1,0 1-1,0 0 1,0 0-1,0-1 1,0 1-1,1 0 1,-1 0-1,0 0 1,0 0-1,0 0 1,0 1-1,0-1 1,0 0-1,1 0 1,-1 1-1,0-1 1,0 1 0,0-1-1,0 1 1,0-1-1,0 1 1,0 0-1,-1-1 1,1 1-1,0 0 1,0 0-1,0 0 1,-1-1-1,2 3 1,-1-1 7,-1-1 1,1 1 0,-1-1-1,0 1 1,1-1-1,-1 1 1,0-1 0,0 1-1,0 0 1,0-1 0,0 1-1,-1-1 1,1 1-1,0-1 1,-2 4 0,1 1 129,-7 135 1922,-6 52-253,6-58-1035,8-94-492,-12 77-1,7-84-159,-2 38 1,-4 40 76,8-80-183,-28 179 245,20-159-265,2 1-1,3 0 1,3 1-1,1 0 1,11 97-1,-7-136-28,-1-3 5,1 0 0,0 0 0,7 19-1,-8-30-5,-1 1 0,1-1 0,0 1 0,0-1 0,-1 1 0,1 0 0,-1-1 0,1 1 0,-1 0 0,0-1 0,0 1 0,0 0 0,0 0 0,0-1 0,0 1 0,0 0 0,-1-1 0,1 1 0,0 0-1,-2 1 1,2-2 1,0 0 0,-1-1-1,1 1 1,0 0-1,0 0 1,0-1-1,-1 1 1,1 0 0,0 0-1,0-1 1,0 1-1,0 0 1,0 0-1,0-1 1,1 1-1,-1 0 1,0 0 0,0-1-1,0 1 1,1 0-1,-1 0 1,1 0-1,0 0 3,-1 0-1,1 0 0,-1-1 0,1 1 0,-1 0 1,1 0-1,-1 0 0,0 0 0,1 0 0,-1 0 0,0 0 1,0 0-1,0 0 0,0 0 0,0 0 0,0 0 0,0 0 1,0 0-1,0 0 0,0 0 0,0 0 0,-1 0 0,1 0 1,0 0-1,-1 0 0,1 0 0,-1 1 0,-1-2 7,0 1 0,0-1 0,1 1-1,-1-1 1,0 0 0,0 0 0,0 0 0,1 0-1,-1 0 1,0 0 0,0-1 0,1 1-1,-1 0 1,0-1 0,0 0 0,-2-1 0,-43-20-91,-1 8 20,0 2-1,-1 2 1,-1 2-1,-80-2 0,-240 22-119,202-4 182,117-6 22,9-1-146,-81 12-1,114-11-152,0-1 1,0 0-1,0-1 1,-1 0-1,-12-1 0,-2-1-747,21 2 292,-6-33-5341,13 16 2004,4-7-2143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28.3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1 197 2564,'0'0'3393,"10"-11"-2729,12-11 1956,-20 19-2572,0 0 0,1 0 0,-1 0 1,1 1-1,0-1 0,0 1 0,0 0 0,5-3 0,-6 4 74,0-1-20,25-10 6,-24 11-219,2 0 188,56-19 1751,-57 19-138,25-9-1601,-26 8 1032,-1 0-1018,0 1 1,0-1-1,-1 0 1,1 0-1,0 0 1,-1 0-1,1-1 1,-1 1-1,1 0 1,-1-1-1,0 1 1,0 0-1,0-1 1,0-4-1,3-4 97,4-21 1796,-6 31-1831,0 0 0,0 0 0,0 0 0,0 0 0,0 1-1,0-1 1,0 0 0,1 1 0,-1 0 0,0-1 0,4 1 0,-25 166 1590,9-60-1092,-2 119-87,4-135-431,-31 151 1,33-212-124,2 1 0,-2 59 0,5-53-49,-8 52 1,0-23 56,-1 71 1,-2 23 4,10-138-38,1 0 0,1 0 0,1 0 0,1 0 0,1 0 0,1-1 0,7 25 0,-2-7-18,-6-2-446,-2-33 136,-13-25-12861,2 2 6390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29.1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306 281 3816,'-19'20'10785,"16"-22"-10186,-2 0-668,4 1 154,0 1 0,-1-1-1,1 1 1,0-1 0,0 1 0,0-1 0,0 0-1,0 1 1,0-1 0,0 0 0,0 0 0,0 0-1,1 0 1,-1 1 0,0-1 0,1 0 0,-1-1-1,0 1 1,1 0 0,-1 0 0,1 0 0,-1 0-1,1 0 1,0 0 0,0-1 0,-1 1 0,1 0-1,0-2 1,-6-45 1197,6 45-1208,-3 2-80,-181-38 33,119 23 1157,79 0-931,-7 11-244,1 0 0,-1 0 0,1 0 0,1 1 0,-1 1 0,0-1 0,1 1 0,0 0 0,0 1 0,9-1 0,22-7 65,79-20-243,1 6 0,130-9 1,-150 27-5336,-96 6 1038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30.4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212 126 3548,'-24'-7'694,"20"5"2808,-16 2-2828,19 1-592,-1-1 1,1 0-1,-1 0 0,1 0 0,-1-1 1,1 1-1,-1 0 0,1 0 0,-1-1 1,1 1-1,-1-1 0,1 1 0,0-1 1,-1 0-1,1 1 0,0-1 1,0 0-1,-1 0 0,1 0 0,0 0 1,0 0-1,0 0 0,0 0 0,0-1 1,1 1-1,-1 0 0,0 0 0,-1-3 1,1 3-31,-84-8 121,82 9 73,-20 0 43,10 1-3,11 3 604,19 7 356,-12-8-1431,-3-3 214,-1 1-1,1-1 1,-1 0-1,1 1 1,-1-1-1,1 0 1,-1 0-1,1 0 1,-1 0-1,1 0 1,-1 0-1,1 0 1,-1 0-1,1-1 1,-1 1 0,2-1-1,5-1 65,77-4 576,-31 3-105,83-16-1,20-1 131,-35 6-260,-22 3-177,-65 9-93,53-11 0,-76 10-142,1 1 0,-1 0 0,22 1 0,47-5 108,-48 7-131,-22 0 49,-8-1-15,0 0-33,8-1 1230,-1 0-3526,-5 1-2578,-18 3 639,-6 2-792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43.7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24 4464,'-1'-2'65,"1"1"14,-1 0 1,1 0-1,-1-1 1,1 1-1,-1 0 1,0 0-1,1 0 1,-1 0-1,0 0 1,0 0-1,0 0 1,0 0-1,0 0 1,0 0-1,0 0 1,0 1-1,0-1 1,-1 0-1,1 1 1,0-1-1,0 1 1,0 0-1,-1-1 1,1 1-1,0 0 1,-6 0 5307,30 3-4704,-14-1-484,1 0 1,-1 1 0,0 0-1,1 0 1,-1 1-1,-1 1 1,1-1-1,-1 1 1,1 1-1,-1 0 1,-1 0 0,1 0-1,-1 1 1,0 0-1,5 8 1,11 14 395,-2 1 0,28 53 0,25 56 221,47 80 285,-87-164-753,77 95 0,-32-61-129,4-4-1,129 104 1,-140-134-140,2-3 1,3-4-1,145 69 1,-115-72-39,3-4 1,0-6-1,3-4 1,1-5-1,0-5 1,138 6-1,-97-21-191,160-14 0,154-40-3353,-456 46 2476,0-1 0,22-7 1,-1-5-4697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44.2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6165,'0'4'201,"0"0"0,1 0 1,0-1-1,0 1 1,0 0-1,0-1 0,0 1 1,1-1-1,-1 0 1,1 1-1,0-1 0,0 0 1,0 0-1,1 0 1,-1 0-1,1 0 1,5 4-1,5 3 395,0-1 0,28 16 0,-35-22-426,50 29 1037,89 35 0,-102-49-832,32 15 71,-2 2 1,-1 4-1,-3 3 1,-1 3-1,85 72 0,-120-87-351,-2 0-1,0 2 1,-3 2-1,-1 0 1,-1 2-1,-2 0 0,-2 2 1,-1 1-1,-2 0 1,-2 2-1,20 67 0,-28-69-49,-1 0-1,-2 0 0,-2 1 1,-2 0-1,-1-1 0,-2 1 0,-9 54 1,0-40-242,-2-1 0,-3 0 0,-2-1 0,-42 90 0,40-101-350,-71 142-1917,22-68-3418,33-63 41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45.9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1 700 5164,'13'-1'353,"0"0"256,-1 0 3331,-11 6-2854,0-3-1002,-1 0 0,0 0 0,1-1 0,-1 1 0,1 0 0,0-1 0,0 1 0,-1 0 0,1-1 0,0 1 0,2 2 0,4-2 45,1 0 0,-1-1 0,0 0 0,0 0 0,1 0-1,-1-1 1,15-1 0,-5 1 35,82-3 592,158-26-1,94-40-104,-282 55-525,1210-307 1655,-823 177-1110,-38 10 44,-355 117-987,-61 16-370,-23 8-5584,-11 6 2614,3-1-1462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46.2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237 58 6981,'-1'-3'381,"1"0"0,-1 1 0,1-1 0,-1 0 0,0 1 0,0-1 0,0 1 0,-1 0 0,1-1 1,0 1-1,-1 0 0,0 0 0,1 0 0,-1 0 0,0 0 0,0 0 0,-4-3 0,0 0 38,3 4 8,0-1 0,-1 1 0,1 0 0,0 0 0,-1 1 0,1-1 0,-1 1 0,1-1 0,-1 1 0,-4 1 0,7-1 42,-4 0-279,0 1-1,1 0 1,-1 0-1,1 0 1,-1 1-1,1-1 0,0 1 1,0 0-1,0 1 1,0-1-1,0 1 1,0 0-1,0 0 1,1 0-1,0 0 1,-1 0-1,1 1 1,1-1-1,-1 1 1,0 0-1,1 0 1,-3 6-1,-4 7 313,1 1-1,0 1 1,-8 34-1,5-8-140,3 1 1,2 1-1,1-1 0,3 1 0,4 56 1,40 233-2782,29 5-6015,-54-268 3849,5 24-4946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47.1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1460 9757,'1'-4'1590,"-1"1"-1352,1 0 0,-1 0 1,1 0-1,0 0 0,0 0 0,0 0 0,1 0 1,-1 0-1,1 0 0,-1 1 0,1-1 0,0 0 1,2-2-1,2 0 112,0 1 0,1-1 0,-1 1 0,12-5 0,37-18 766,2 4 0,65-19 0,-16 6-509,339-143 795,-166 64-923,1440-613 780,-1579 667-1223,-42 17 5,125-51 19,-188 83-218,60-12 1,-93 25 112,-1-1 0,0 1 1,0-1-1,0 1 0,0-1 1,0 1-1,0 0 0,0-1 1,0 1-1,0 0 0,0 0 0,0 0 1,0 0-1,0 0 0,-1 0 1,1 0-1,0 0 0,-1 0 1,1 0-1,-1 0 0,1 0 0,-1 0 1,1 2-1,-2 1-218,-1-1 0,1 0 0,-1 0-1,0 0 1,0 0 0,0 0 0,0 0 0,0-1 0,-1 1 0,1-1-1,-1 1 1,-5 2 0,3 0-190,-43 27-3373,10-10-1443,12 2-1054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47.4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0 10901,'1'0'71,"-1"0"0,1 0-1,-1 0 1,0 0 0,1 0 0,-1 0 0,1 1 0,-1-1-1,0 0 1,1 0 0,-1 0 0,0 0 0,1 1-1,-1-1 1,0 0 0,1 0 0,-1 1 0,0-1 0,1 0-1,-1 1 1,0-1 0,0 0 0,1 1 0,-1-1 0,0 0-1,0 1 1,0-1 0,1 0 0,-1 1 0,0-1-1,0 1 1,0-1 0,0 0 0,0 1 0,0-1 0,0 1-1,0-1 1,0 0 0,0 1 0,0-1 0,0 1-1,0-1 1,0 0 0,0 1 0,-1-1 0,1 1 0,0-1-1,0 0 1,0 1 0,-1-1 0,1 0 0,0 1 0,0-1-1,-1 0 1,1 1 0,0-1 0,-1 0 0,1 0-1,0 1 1,-1-1 0,1 0 0,0 0 0,-1 0 0,1 1-1,-1-1 1,1 0 0,-1 0 0,-7 7 7158,6-5-5793,-1 3-1138,-1-1-1,2 1 1,-1-1-1,0 1 1,1 0-1,0 0 1,0 0-1,1 0 0,-1 1 1,1-1-1,-1 7 1,-1 68 686,3-42-471,-2 7-143,-1-5-729,2 0 1,2 0 0,1 0-1,2 0 1,11 46 0,-6-56-1113,1-1 1,1 1-1,25 45 1,-23-53-1637,1-1-1,27 32 1,0-7-6374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47.8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170 489 9013,'3'-2'1687,"85"-46"3405,-48 27-4248,-2-1 0,55-40 0,-67 42-663,2-2 240,-1-1 0,45-48 0,-68 65-333,0 0-1,0 0 1,-1-1 0,0 1-1,0-1 1,0 1 0,-1-1 0,0 0-1,-1 0 1,1 0 0,0-13-1,-2 15-49,1 0-1,-1 0 1,-1 0-1,1 0 1,-1 1-1,0-1 1,0 0-1,0 0 0,-1 1 1,1-1-1,-1 1 1,0-1-1,-1 1 1,1 0-1,-1 0 1,1 0-1,-1 0 1,-5-5-1,5 7-20,1 1 0,-1-1 0,0 1 1,0-1-1,0 1 0,1 0 0,-1 0 0,0 0 0,0 0 0,-1 1 1,1-1-1,0 1 0,0 0 0,0 0 0,0 0 0,0 0 1,-5 1-1,-1 1 25,1-1 0,0 2 0,0-1 1,0 1-1,-11 5 0,-6 6 62,1 1 0,1 1-1,0 1 1,-28 28 0,9-4 223,-39 51 0,49-50-34,-53 88 0,71-104-168,0 1 0,2 1 1,1 0-1,-14 56 0,23-75-109,1 0 1,-1 1-1,2-1 0,-1 1 1,1-1-1,1 1 0,0-1 1,0 1-1,1-1 0,0 1 1,0-1-1,1 0 0,7 14 1,-6-16-10,0 0 0,1 0 0,0-1 0,0 0 0,0 0 0,1 0 0,0 0 0,0-1 0,0 0 0,1-1 0,0 1 0,0-1 0,0 0 0,0-1 0,1 0 0,11 4 0,9 0-108,1-1-1,-1-2 1,1 0-1,-1-2 1,1-2 0,0 0-1,0-2 1,35-6-1,4-5-901,0-3-1,83-32 0,-98 28-987,62-35-1,-7-5-3852,-19 8-2248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48.2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1 372 9409,'0'0'9076,"1"-3"-8105,0-2-825,1 0 0,1 0 0,-1 0 1,1 0-1,-1 1 0,1 0 0,1-1 1,-1 1-1,0 0 0,1 0 0,0 1 0,0-1 1,0 1-1,5-3 0,0 1-7,-1 0-1,1 1 1,1 0 0,-1 0 0,0 1-1,1 1 1,11-3 0,0 3-27,-1 0 1,1 1-1,0 1 0,0 1 1,-1 0-1,39 9 0,-49-7-94,1 0 0,-2 1 0,1 0 0,0 1-1,-1 0 1,0 0 0,0 1 0,0 0-1,-1 0 1,0 1 0,0 0 0,-1 1 0,0 0-1,0 0 1,-1 0 0,0 1 0,0 0-1,-1 0 1,0 1 0,-1-1 0,0 1-1,3 11 1,2 9 3,-2 0 0,-2 1 0,0-1 0,-2 1 0,-2 0-1,-2 40 1,-1-47 63,-1 0 0,-1 0-1,0-1 1,-16 44 0,19-65 84,-15-12 238,13 7-402,1 1-1,0 0 1,0-1 0,0 1 0,0-1-1,0 0 1,0 0 0,1 1-1,-1-1 1,1 0 0,0 0 0,0-1-1,0 1 1,0 0 0,0 0-1,1 0 1,0-1 0,-1 1 0,1 0-1,1-4 1,-1-9-79,1 0 1,6-29-1,67-279-2861,-22 166-585,15 5-3658,-23 75-1148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49.0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29 650 6917,'-5'1'466,"-8"3"552,14-7-146,4-5 2003,-3-3 3860,-11-22-4361,0 4-1322,8 16-322,1-1-1,4-23 0,-1 8 105,0-6 294,9-36 1,-11 70-1096,0-1 0,0 1-1,0 0 1,1-1 0,-1 1 0,0 0 0,1 0 0,-1 0-1,1 0 1,-1 0 0,1 0 0,0 1 0,-1-1 0,1 0-1,0 1 1,-1 0 0,1-1 0,0 1 0,2 0 0,6 7 2,-1 0 0,-1 1 0,1 0 0,-1 0 0,0 1 0,-1 0 0,0 1 0,-1 0 0,0 0 0,0 0 0,-1 1 0,0 0 0,-1 0 0,5 19 0,-3-6-24,-1 0 0,0 1 0,-2 0 0,-1-1 0,-1 1 0,-3 32 0,-16 154-119,25-175 72,13-55 75,-16 16-38,0 0 1,-1 0-1,1-1 1,-1 0-1,0 1 1,5-9 0,52-115-72,-21 41 6,0 3-52,31-59-28,-65 133 122,1-1 1,0 1-1,1 0 1,0 1-1,0-1 1,1 1-1,16-12 1,-22 18 19,0 0 0,0 1 0,1 0 0,-1-1 0,0 1 0,0 0 0,1 0 0,-1 0 1,1 0-1,-1 1 0,0-1 0,1 1 0,-1-1 0,1 1 0,0 0 0,-1 0 1,1 0-1,-1 0 0,1 1 0,-1-1 0,1 1 0,-1-1 0,1 1 0,-1 0 0,0 0 1,1 0-1,-1 0 0,0 0 0,0 1 0,0-1 0,0 1 0,0-1 0,0 1 1,0 0-1,0 0 0,-1 0 0,1 0 0,-1 0 0,2 2 0,100 157-12,-102-160 17,0 1 0,0-1 0,1 1 0,-1-1 0,1 1 0,-1-1 0,1 0 0,-1 0 0,1 0 0,0 0 0,0 0 0,0 0 0,-1-1 0,1 1 0,0 0 0,0-1 0,0 0 0,0 1 0,0-1 0,0 0 0,0 0 0,0 0 0,0 0 0,0 0 0,0-1 0,0 1 0,0-1 0,0 1 0,-1-1 0,1 1 0,0-1 0,0 0 0,0 0 0,2-2 0,7-3 2,-1-1 0,0-1 1,0 1-1,10-11 0,-14 12-29,12-10 12,-4 4 26,0-1-1,15-18 1,-10 11-25,0 2 1,1 1-1,1 1 0,1 0 0,0 1 0,29-13 0,-28 15 35,112-73-30,-130 82 24,0 1-1,0-1 1,0-1-1,0 1 1,0-1-1,5-7 0,10-10 25,-18 19-2,0 0 0,1 0 0,-1 0 0,-1 0 0,1-1 0,0 1 0,-1 0 1,1-1-1,-1 0 0,0 1 0,0-1 0,-1 0 0,1 1 0,-1-1 0,0 0 0,0-4 1,5-24 245,10-17 336,-14 46-345,9-5-140,-10 7-132,1 0 0,-1 0 1,1 0-1,0 1 0,-1-1 1,1 0-1,-1 0 0,1 1 1,0-1-1,0 1 0,-1-1 1,1 0-1,0 1 0,0 0 1,0-1-1,0 1 0,-1-1 1,1 1-1,0 0 0,0 0 1,0-1-1,1 1 0,7 7-12,-2 0-1,1 0 0,-1 0 1,0 1-1,-1 0 0,0 0 1,8 15-1,37 42-2154,-36-48-865,0 1 1,-1 1 0,14 25-1,-23-29-2137,1-1-2824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49.1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26 9501,'23'-17'4400,"-1"14"-6336,0 3-1572,-6-6-1965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50.2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1359 10893,'0'-3'363,"0"1"0,0 0-1,0 0 1,0 0 0,0 0 0,0 0 0,0 0-1,-1 0 1,1 0 0,-1 0 0,0 0 0,0 0-1,0 0 1,1 0 0,-2 0 0,0-2 0,-2-2 4211,24 9-4017,-17-3-528,0 1-1,0 0 1,0 1 0,-1-1-1,1 0 1,0 1 0,-1-1 0,1 1-1,-1 0 1,1 0 0,-1 0-1,0 0 1,0 1 0,0-1-1,0 0 1,0 1 0,0 0-1,-1-1 1,1 1 0,-1 0-1,0 0 1,0 0 0,0 0-1,0 0 1,0 0 0,0 5 0,2 11 47,0 0 0,-2 0 1,0 22-1,-1-40-74,1 242 749,18-250-252,-14 5-451,-1-1 0,0 0 0,0 0-1,0 0 1,-1-1 0,1 0 0,-1 1 0,0-1 0,3-5 0,26-43 283,-13 19-226,213-305 1308,-230 334-1367,1 0 1,0 0 0,0 0-1,0 0 1,0 1 0,0-1-1,1 1 1,0 0 0,-1 0-1,1 1 1,0-1 0,0 1 0,1-1-1,-1 1 1,0 1 0,1-1-1,-1 1 1,1-1 0,0 1-1,-1 0 1,1 1 0,0-1-1,0 1 1,-1 0 0,1 0-1,0 1 1,0 0 0,-1-1-1,1 1 1,-1 1 0,1-1-1,7 4 1,-1 1-162,0 0 1,0 0-1,-1 1 1,0 0-1,0 1 1,-1 0 0,0 1-1,0 0 1,8 12-1,-4-6-1219,28 24-1,-25-27 213,0-2 0,0 1-1,1-2 1,1 0 0,34 12-1,-34-16 580,0 0 0,1-1 0,-1 0 0,1-2-1,-1 0 1,1-1 0,0-1 0,0-1 0,-1-1-1,20-3 1,-29 2 468,0 0 0,0-1 0,0 1 0,-1-2-1,1 1 1,-1-1 0,0-1 0,0 1 0,-1-1 0,0 0 0,0-1-1,0 0 1,-1 0 0,0-1 0,0 1 0,7-15 0,5-10 963,-2-1 0,23-65 1,-34 80-146,0 0 0,-1-1 0,-1 1 0,0-1 0,-2 0 0,0 1 0,-1-1 1,-1 0-1,-5-25 0,6 42-681,0 0-1,-1 0 1,1 0 0,-1 0 0,1 1 0,-1-1-1,0 0 1,0 1 0,0-1 0,0 0 0,0 1-1,0-1 1,-1 1 0,1 0 0,0-1 0,-1 1-1,1 0 1,-1 0 0,1 0 0,-1 0 0,-2-2-1,0 2 0,1 0 0,-1 0 0,1 0 0,-1 1 0,0-1 0,0 1 0,1 0 0,-1 0-1,0 0 1,-5 1 0,-1 1 24,0 0 0,0 1-1,0 0 1,0 1 0,1 0-1,-1 0 1,-10 8 0,5-1-25,0 1 1,2 0-1,-1 1 1,2 1-1,-1 0 1,2 0-1,0 1 0,-13 25 1,20-31-56,0 0 0,0 0 0,1 0 0,0 1-1,1-1 1,0 1 0,0 0 0,1 0 0,0 0 0,1-1 0,0 1 0,1 0 0,0 0 0,1 0 0,4 17 0,-5-25-3,0-1 0,0 0 0,0 0 0,0 1 0,0-1 0,0 0 0,0 0 0,0 0 0,0 0 0,1 0 0,-1 0 0,0 0 0,1-1 0,-1 1 0,0 0 1,1-1-1,-1 1 0,1-1 0,-1 1 0,1-1 0,0 0 0,-1 0 0,1 0 0,-1 0 0,1 0 0,-1 0 0,1 0 0,0 0 0,-1-1 0,1 1 0,-1 0 1,1-1-1,-1 0 0,0 1 0,3-2 0,4-2-1,0 0 1,0 0-1,0 0 0,13-12 1,3-6-4,-18 17 0,-1-1 0,2 1 0,-1 0 0,1 0 0,12-6 1,-13 7-11,1 0 0,-1-1 0,0 1 0,7-8 0,-12 11 9,0 0 2,0 1 1,0 0-1,0-1 1,0 1 0,0 0-1,0-1 1,0 1-1,0 0 1,0 0-1,0 0 1,0 0-1,0 0 1,0 0-1,0 0 1,0 0-1,2 1 1,1-1-3,3 1 6,-1-1 0,0 1 0,0 0-1,0 1 1,0 0 0,0 0 0,0 0 0,0 1-1,-1-1 1,1 1 0,-1 1 0,0-1-1,0 1 1,0 0 0,6 6 0,-7-8 7,-1 0 1,1 0-1,-1-1 0,1 0 1,-1 0-1,1 0 0,0 0 1,0 0-1,0-1 0,-1 0 1,1 0-1,0 0 0,0 0 1,0 0-1,7-2 0,-6 1-7,20-3 9,-1-2 0,1 0 0,-1-2 0,-1 0 0,0-2 0,0 0 0,-1-2 0,26-16 0,-6-3-22,-17 10 20,-2 2-9,0-1 0,25-28 0,-21 19-17,-1-1 0,-1-1 0,-2-1 1,-1-1-1,-1-1 0,-2-1 0,17-45 0,-16 20-28,-2-1 0,13-85 0,2-125 19,-30 236-15,1 12-18,1-22 88,-5 42-18,1 1 1,-1 0-1,0 0 0,-1 0 1,1-1-1,0 1 0,0 0 0,-1 0 1,0 0-1,1 0 0,-1 0 1,0 0-1,-2-4 0,2 6-4,1 0-1,-1 0 0,1 0 1,-1 0-1,1 0 0,-1 1 1,0-1-1,1 0 0,-1 0 1,1 1-1,-1-1 0,1 0 1,-1 1-1,1-1 0,-1 1 1,1-1-1,0 0 0,-1 1 1,1-1-1,0 1 0,-1-1 1,1 1-1,0-1 0,-1 1 1,1 0-1,0-1 0,0 2 1,-11 18 214,-5 26 351,2 1 1,-8 55 0,2-11-152,15-71-341,-11 46-375,-17 134 1,28-137-796,-3 65-1872,8-110 1197,1 0-1,1-1 0,0 1 0,1-1 1,7 21-1,5 0-6834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50.3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 60 11873,'-9'-14'5341,"-13"5"-2977,3 4 2144,3-1-3608,0 6-512,22-14-5628,1 2-737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51.3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2821 8749,'-53'5'1789,"43"-4"-210,11-3-1369,1 1 1,0 0-1,-1 0 1,1 0-1,0 0 0,0 0 1,0 0-1,0 0 0,0 1 1,0-1-1,0 1 0,0-1 1,4 1-1,-4-1 26,441-115 2650,-2-28-2505,-138 44-98,-129 44-207,1560-484 414,64 44 266,-817 230-438,677-184-199,-223 6-3206,-1148 345 580,-99 32-2724,-184 65 5023,94-31-6382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58.0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967 282 7017,'0'-2'278,"-1"0"1,1-1 0,-1 1 0,1 0-1,-1 0 1,0 0 0,0 0 0,0 0-1,0 0 1,0 0 0,-1 0 0,1 1-1,-1-1 1,1 0 0,-1 1 0,1-1-1,-1 1 1,0 0 0,0-1 0,-2 0 0,3-1 10,1 0 0,0 0 1,-1 0-1,1 0 1,0 0-1,0 0 0,0 0 1,1 0-1,-1 0 1,2-5-1,6-121 6712,-8 126-6802,0 0 1,0 0 0,1 0-1,-2-1 1,1 1 0,0 0-1,-1 0 1,1 0 0,-1 0-1,0 0 1,0 1-1,0-1 1,-1 0 0,1 0-1,-4-4 1,4 5 611,-1-1-494,0 1 0,0 0 0,0-1-1,0 1 1,-1 0 0,1 0-1,-5-3 1,-5 5-256,-1 0 0,1 0 0,0 1-1,0 1 1,0 0 0,0 1 0,0 0 0,1 0 0,-1 2 0,-13 6-1,-21 12 157,-47 32 0,83-49-183,-64 43 198,2 3 0,2 4 0,3 2 0,2 3 0,-63 78 1,105-111-142,1 1 1,2 1-1,-18 33 1,32-51-70,0-1 1,1 1 0,0 0-1,1 0 1,1 0-1,0 1 1,0-1 0,1 1-1,1 0 1,0 0-1,1 25 1,2-31-22,-1 0-1,1 1 1,1-1-1,-1 0 1,1 0-1,0 0 1,1 0-1,-1-1 1,1 1-1,1-1 1,9 11-1,-4-7 0,0-1 0,0-1 1,0 0-1,1 0 0,1-1 0,14 7 0,9 1 0,0-1 0,1-3-1,68 14 1,-5-8-1955,0-4 1,1-5-1,131-6 1,299-53-10027,-419 35 1997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58.6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1362 862 9633,'-11'2'512,"8"-1"-321,0-1-1,0 1 1,1-1-1,-1 1 1,0-1-1,0 0 1,0 0-1,0-1 0,1 1 1,-1-1-1,0 1 1,0-1-1,1 0 1,-1 0-1,0 0 1,-4-2-1,4 1 152,-1 0 0,0 1 0,0 0 0,0 0-1,0 0 1,0 0 0,0 1 0,0-1 0,0 1-1,0 0 1,0 0 0,-6 2 0,-20-2 961,-26-4-168,0 2 0,-1 3 0,1 3 0,0 1 0,-74 19 0,62-8-539,1 4-1,0 3 0,-119 58 0,129-50-321,-76 55 0,102-63-191,1 1 1,1 1-1,-45 53 1,67-69-66,0 0-1,1 0 1,0 0 0,0 1 0,1 0 0,0 0 0,1 0 0,0 0 0,-3 16-1,6-22-12,1 1 0,-1 0 0,1-1 0,0 1 0,0-1 0,1 1 0,-1 0 0,1-1 0,0 1 0,0-1 0,1 1 0,-1-1 0,1 0 0,0 0 0,0 1 0,1-1 0,-1-1 0,1 1 0,0 0 0,0-1 0,0 1-1,0-1 1,1 0 0,5 5 0,4 0 5,-1-1-1,1 0 0,1 0 0,-1-1 1,1-1-1,0-1 0,0 0 0,1 0 1,-1-1-1,1-1 0,29 0 0,-8-2-14,0-2 0,0-1 0,63-14 0,-47 5-27,-1-2-1,0-3 1,0-2-1,-2-1 1,88-52-1,-115 57 26,0 0 1,-1-1-1,0-1 0,-2-1 1,0-1-1,0 0 0,-2-1 0,-1-1 1,-1-1-1,0-1 0,-2 0 1,0 0-1,17-47 0,-16 22 5,-2-1-1,6-53 0,3-103-47,-12 110 11,13-218 19,-7 83 233,-12 206 86,-3 24-285,0 0-1,0 0 1,0 0-1,0 0 1,0 0-1,0 0 1,0 0-1,0 0 1,0 0-1,0 0 1,0 0 0,1 0-1,-1 1 1,0-1-1,0 0 1,0 0-1,0 0 1,0 0-1,0 0 1,0 0 0,0 0-1,0 0 1,0 0-1,0 0 1,0 0-1,0 0 1,1 0-1,-1 0 1,0 0 0,0 0-1,0 0 1,0 0-1,0 0 1,0 0-1,0 0 1,0 0-1,0 0 1,0 0-1,1 0 1,2 45 769,-5 18-318,-2-1 0,-20 96 0,4-28-120,-91 518-606,100-589 151,-29 222-4507,22-143-1703,12-85-636,5-7-4563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00.9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318 66 7765,'19'-35'10390,"-24"23"-8383,1-3-602,0 11 3510,2 5-4809,-1-1 0,1 1 0,0-1-1,-1 1 1,1 0 0,0 0-1,0 0 1,-1 0 0,1 0 0,0 0-1,0 1 1,0-1 0,1 1 0,-1-1-1,0 1 1,-2 3 0,0 2 164,0 0 1,0 0 0,0 0-1,-3 12 1,-41 143 1600,21-61-1198,-81 287-498,80-278-3524,-16 125 0,41-218 2310,0 1 0,2-1 0,0 1 0,1-1 0,5 35 0,-3-41-1179,1 0-1,0 0 0,8 17 1,6 7-5344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01.2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1047 60 7293,'-128'-50'4336,"117"47"-3801,0 1 1,0 0-1,-1 1 0,1 0 0,0 0 1,-1 2-1,1-1 0,0 1 1,0 1-1,0 0 0,0 1 0,-12 4 1,19-6-390,1 0 1,-1 1-1,1-1 0,-1 1 1,1 0-1,0 0 1,-1 0-1,1 1 1,0-1-1,0 1 0,1 0 1,-5 5-1,6-7-102,0 0 0,1 1-1,-1-1 1,0 1 0,1-1-1,0 1 1,-1-1 0,1 1-1,0-1 1,0 1 0,0-1-1,0 1 1,0-1 0,0 1-1,0 0 1,0-1 0,1 1-1,-1-1 1,0 1 0,1-1-1,-1 1 1,1-1 0,0 0-1,0 1 1,-1-1 0,1 0-1,0 1 1,0-1 0,0 0-1,0 0 1,1 0 0,-1 0-1,2 2 1,18 13 275,0 0-1,1-1 1,0-1-1,34 15 1,105 38 449,-123-52-605,127 47 265,140 59 242,-240-91-521,-1 3 0,91 61 0,-138-81-120,0 0 0,-1 1 0,0 0 0,-1 2 0,-1 0 0,0 0 0,21 35 0,-28-40-19,-1 1 0,-1 0 0,0 0 0,-1 0 0,0 1 0,-1-1 0,0 1 0,-1 0-1,-1 0 1,0 0 0,-1 0 0,0 0 0,0 0 0,-4 14 0,-2 1-29,-2 0 0,0 0 0,-2-1 0,-1-1 0,-1 0 0,-2 0 0,0-1 0,-2-1-1,-18 23 1,-12 8-219,-2-1 0,-81 68-1,20-34-184,-212 132 0,177-138-11,-304 121 0,369-171 37,-1-3 1,-2-4-1,-136 23 1,212-47 319,-64 5-856,64-6 725,-1 0-1,1 0 1,0-1 0,0 0-1,0 0 1,0 0-1,0-1 1,1 0 0,-7-2-1,10 3 83,1 0-1,-1 0 0,1 0 1,-1-1-1,1 1 0,-1 0 1,1-1-1,0 1 0,-1 0 1,1-1-1,0 0 0,0 1 1,0-1-1,0 0 0,1 1 1,-1-1-1,0 0 0,1 0 1,-1 1-1,1-1 0,0 0 0,-1 0 1,1 0-1,0 0 0,0 0 1,1-2-1,-1-1-482,1 0 0,0-1 0,1 1 0,-1 0 0,1-1 0,0 1 0,0 0 0,4-5 0,26-37-6632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01.5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7 153 10961,'1'-25'3944,"-1"1"0,-7-50 0,7 71-3197,0 1-133,-1-10 1363,3 0-7992,-1 12 5512,0 0 0,0 0-1,0 0 1,0 0 0,0 0 0,0 0-1,0 0 1,0 0 0,0 0 0,0 1-1,0-1 1,0 0 0,0 1 0,0-1 0,0 1-1,1 0 1,23 10-8074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01.7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1 198 3276,'3'32'1080,"-3"-30"783,13 5 207,-12-6-1851,0 0 0,1 0-1,-1-1 1,0 1-1,1 0 1,-1-1-1,1 0 1,-1 1-1,1-1 1,-1 1-1,1-1 1,-1 0 0,1 0-1,-1 0 1,1 0-1,-1 0 1,1 0-1,-1-1 1,1 1-1,-1 0 1,1-1 0,-1 1-1,0-1 1,1 0-1,1 0 1,0-1 209,1-1 0,-1 0 0,0 0 0,0 0 0,0 0 0,0 0 0,0 0 0,0-1 0,1-4 0,2-1 51,-1 0 1,-1 0 0,0-1-1,0 0 1,-1 0-1,0 0 1,2-13 0,-4 12-506,0-45-2996,-1 52 1955,-1 1 0,0-1 0,0 0 0,0 1 0,0-1 0,-1 1 0,-2-6 0,-3-5-6454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03.7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0 309 3228,'61'-35'1634,"-56"32"-1489,0 1 1,0 0-1,1 0 0,-1 1 0,0-1 0,1 1 0,-1 0 0,0 1 0,9-1 0,-2 0-42,-9 1 1772,-6-2-1329,0 0-544,-2-1 328,0 1 1,0-1-1,0 1 1,0 0-1,0 0 1,-1 1-1,1-1 1,0 1-1,-7 0 1,21-5-745,-8 5 342,0 1-1,0-1 1,0 0 0,0 0 0,0 1 0,0-1 0,0 0 0,0 1 0,0-1 0,0 1 0,0-1 0,0 1-1,0 0 1,2-1 0,20-4-871,30-4-1682,-22-9 2730,-28 18 20,0 0-1,-1 0 0,1-1 1,0 0-1,-1 1 0,1-1 1,0 0-1,-1 0 0,1-1 0,-1 1 1,0 0-1,1-1 0,-1 0 1,0 1-1,0-1 0,0 0 1,0 0-1,0 0 0,4-7 6204,-7 7-5565,0-1-574,1-1 0,-1 1 0,1 0 0,0 0 0,0 0 0,0 0 1,1 0-1,-1-1 0,0 1 0,1 0 0,0 0 0,0 0 0,0 0 0,0 0 0,1 0 0,-1 1 0,1-1 0,-1 0 0,1 1 0,0-1 0,0 1 0,0-1 0,4-2 0,0-1 242,-1 0-1,0-1 0,0 1 0,6-13 1,-2 4 136,-7 12 683,13-16 1082,-36 101-1072,-17 143 0,37-220-1238,-8 63 213,0 87-1,8-132-196,2-1-1,1 1 0,1 0 1,1 0-1,1-1 0,1 0 1,15 38-1,-13-46-20,1 0-1,0 0 0,1-1 1,0-1-1,1 0 0,0 0 1,1-1-1,1 0 0,0-1 1,0-1-1,0 0 1,1-1-1,1 0 0,17 6 1,16 5 15,1-2 0,0-2 0,60 10 0,71 5 17,290 12-1,188-38 23,-644-4-68,1113-25 106,-2-46 114,-991 59-190,291-31-163,-367 30-377,-49 10 260,-25-6-1033,9 7 903,0 0-1,0 1 1,0 0-1,0 0 1,-13 1 0,11 0-23,0 0-1,1-1 1,-1 0 0,-11-2 0,4-1-419,2 0-498,-1 0-1,-20-8 1,33 11 804,-1 0 1,1 0 0,-1 0-1,1-1 1,-1 1-1,1-1 1,0 0-1,-1 1 1,1-1 0,0 0-1,0 0 1,0 0-1,1-1 1,-1 1 0,1 0-1,-1-1 1,1 1-1,0-1 1,-2-5 0,6-11-6752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04.2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349 26 12089,'0'0'234,"0"-1"-1,1 1 1,-1 0-1,1-1 1,-1 1 0,1-1-1,-1 1 1,0-1-1,1 0 1,-1 1 0,0-1-1,0 1 1,0-1-1,1 0 1,-1 1-1,0-1 1,0 0 0,0 1-1,0-1 1,0 1-1,0-1 1,0 0 0,0 1-1,0-1 1,0 0-1,-1 1 1,1-1-1,0 1 1,0-1 0,0 0-1,-1 0 1,-1 0 166,1 0 1,0 0-1,-1 1 1,1-1-1,-1 0 0,1 1 1,-1 0-1,1-1 1,-1 1-1,0 0 1,1-1-1,-1 1 0,1 0 1,-4 1-1,5 25 2791,-3 53-2097,-3 0 0,-4 0 0,-38 147 0,-99 220-1686,125-384-286,-36 88-3414,51-135 3410,1 1 1,1 0-1,-6 25 0,9 3-2705,3-36 1848,0-1 0,0 1-1,1-1 1,3 10-1,2 5-6840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04.5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810 98 10909,'-31'-14'824,"18"7"-169,0 1 1,0 1-1,-1 0 1,-23-5-1,30 8 54,-1-1-1,1 0 1,-1 0-1,1-1 1,-12-8-1,14 9-394,1 0-1,0 0 1,-1 1-1,1 0 1,-1 0-1,0 0 1,0 0-1,1 1 0,-1-1 1,-7 0-1,21 4-96,-1 0 0,1 0 0,-1 1 0,1 0 0,-1 1 0,13 7 0,6 2 131,122 51 492,211 106 461,-320-147-1118,-1 2 0,-1 1 0,-1 2 0,-1 2 0,-2 1-1,46 55 1,-66-69-106,0 2 0,-2 0 0,0 0 0,-1 1 0,-1 0 0,13 39 0,-19-44-36,0 0 0,-1 0 1,-1 0-1,0 0 0,-1 0 0,-1 0 0,0 1 0,-1-1 0,-1 0 1,-7 30-1,0-18-1,-1 0 0,-2 0-1,-1-1 1,0-1 0,-2 0 0,-1-1 0,-1-1 0,-1 0 0,-1-2 0,-1 0 0,-30 25 0,-16 7 13,-2-3-1,-117 66 1,-384 168-2708,566-283 2627,-249 112-3805,85-45-5759,103-44-942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04.9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43 13945,'25'7'414,"0"-1"364,0 0 0,0-2 0,46 2 1,-13-4-100,1 3 0,-1 2 0,0 3 0,0 2 0,-1 2 1,-1 3-1,-1 3 0,68 33 0,-104-42-599,1 0-1,-1 1 0,-1 1 1,0 1-1,-1 1 0,22 24 1,-33-32-59,-1 0 1,0 0 0,0 0 0,0 1 0,-1 0-1,-1 0 1,1 0 0,3 12 0,-6-14-10,0 0 0,0 0 0,-1-1 0,0 1 0,0 0 0,0 0 0,0 0 0,-1 0 0,0-1 1,0 1-1,-1 0 0,0-1 0,-4 10 0,0-2 5,-2-1 0,1 0 0,-2 0 0,1-1 0,-2 0 0,1 0 0,-2-1 0,1-1 0,-18 13 0,-13 6 17,-60 30 0,55-32-21,-34 14 119,79-40-127,0 1 0,-1 0 0,1-1 0,0 1 0,-1-1 0,1 1 0,-1-1 0,1 0 0,-1 0 0,1 1 0,-1-1 0,1 0 0,0 0 0,-1 0 0,1-1 0,-1 1 0,1 0 0,-1 0 0,1-1 0,-1 1 0,1-1 0,0 0 0,-1 1 0,1-1 0,0 0 0,0 0 0,-1 1 0,-1-3 0,6-2 13,1 0 0,-1 1 1,1 0-1,0-1 0,0 1 1,0 1-1,0-1 0,1 1 0,7-5 1,2-2 25,147-122-74,375-286-76,-487 383 157,61-30-1,-89 54 31,0 1 0,1 1 0,0 1 0,0 1 0,46-8-1,-65 15-56,1-1 0,-1 1 0,1-1-1,-1 1 1,1 0 0,-1 0-1,1 1 1,-1-1 0,1 1 0,-1 0-1,1-1 1,-1 2 0,1-1 0,-1 0-1,0 1 1,0-1 0,0 1-1,0 0 1,0 0 0,0 0 0,4 4-1,-5-2-7,1 0 0,-1-1 0,-1 1 0,1 0 0,0 0 0,-1 0 0,0 0 0,0 0 0,0 0 0,0 0 0,-1 1-1,0-1 1,1 0 0,-2 0 0,1 1 0,0-1 0,-2 6 0,-5 17-390,0-1 0,-2 0 0,-1-1 0,-1 0 0,-1-1 0,-1 0 0,-20 28 0,5-9-1315,18-27 522,1 0-1,-2-1 1,0 0-1,-1-1 1,-14 14-1,7-12-3498,7 1-2517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05.0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11209,'0'0'2032,"29"0"-3008,-4 3-356,-3-3-1908,-3 3-1469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05.3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192 0 11153,'-112'305'11544,"71"-172"-9275,31-99-1876,2 1 0,1 0 1,1 0-1,-1 56 0,7-70-304,-1-1 26,2-1 0,0 1 0,0-1 0,8 33 0,-7-47-98,0 0 0,0 0-1,0 1 1,1-1-1,-1 0 1,1-1-1,0 1 1,1 0-1,-1-1 1,1 0-1,0 0 1,0 0-1,0 0 1,1-1-1,-1 1 1,1-1-1,0 0 1,0-1-1,0 1 1,9 2-1,-5-1-12,1-2 0,0 1 0,0-1 0,0-1 0,0 0 0,0 0 0,1-1 0,-1 0 0,0-1 0,13-2 0,-7 0-8,1-2 0,-1 0 0,0-1 0,-1 0-1,25-14 1,-1-5-46,-1-2 0,-1-1 0,51-51-1,-8 3-1389,99-126-1,-40 30-2359,-43 61-4427,-42 51-1642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05.7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357 364 10893,'-1'1'121,"1"0"0,0 0 1,-1 0-1,1 0 0,0 0 0,0 0 1,0 0-1,0 0 0,0 0 0,0 0 1,0 0-1,0 0 0,0 1 0,1-1 1,-1 0-1,0 0 0,1 0 0,-1 0 1,1 0-1,-1 0 0,1-1 0,-1 1 1,1 0-1,0 0 0,-1 0 0,1 0 1,0-1-1,0 1 0,-1 0 0,1-1 1,0 1-1,2 0 0,-1 0 108,0-1 0,1 1-1,-1-1 1,0 0 0,1 0-1,-1 0 1,0 0 0,1 0 0,-1 0-1,1-1 1,-1 1 0,0-1 0,0 0-1,1 0 1,-1 0 0,3-1-1,19-9 988,0 2 0,38-9 0,-33 10-613,39-15-1,2-7-39,118-57 633,-165 75-1106,-1-2-1,-1-1 1,-1 0 0,0-2 0,32-34 0,-50 50-87,-1 0 1,0 0-1,1-1 1,-1 1-1,0-1 1,0 1-1,0-1 1,0 0-1,0 0 0,0 1 1,0-1-1,-1 0 1,1 0-1,-1 0 1,1 1-1,-1-1 1,0 0-1,1 0 1,-1 0-1,0 0 0,0 0 1,-1 0-1,1 0 1,0 0-1,-1 0 1,1 0-1,-1 1 1,1-1-1,-3-3 0,1 2-3,0 1-1,0 0 0,0 0 0,0 1 0,-1-1 1,1 0-1,-1 1 0,0-1 0,1 1 0,-1 0 0,0 0 1,0 0-1,1 0 0,-1 0 0,0 1 0,0-1 1,-6 1-1,0 0 20,0 0 0,0 1 1,0 0-1,0 0 0,0 1 1,1 0-1,-10 4 0,-60 27 426,59-23-326,-92 43 687,2 5-1,2 4 1,4 5 0,-101 86 0,177-130-628,1 1 1,1 2-1,-24 32 1,42-50-148,1 0 1,1 0-1,0 1 1,0 0 0,0 0-1,1 0 1,1 0-1,-1 0 1,2 1-1,-1 0 1,1 0 0,1 0-1,0-1 1,0 1-1,1 0 1,1 11 0,0-16-80,0 0 0,1 1 0,-1-1 0,1 0 0,1 0 0,-1 0 1,1 0-1,0 0 0,0-1 0,0 1 0,0-1 0,1 0 0,0 0 1,0 0-1,0 0 0,8 5 0,5 2-327,1-1-1,0-1 1,23 9-1,9 1-763,1-2 1,1-3-1,69 11 1,163 4-8985,-119-22-1920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1:59.7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1269 104 4908,'0'0'2515,"-1"-3"-1323,0-10 1043,0-1 0,3-25 0,-1 5 2171,-20 42-3365,5-1-727,0 0-1,1 0 0,0 2 1,1-1-1,-15 14 0,-16 12 483,6-6-194,-137 114 1863,92-61-1750,3 3-1,-79 111 0,-111 204-92,215-307-1416,-56 130-1,-12 108-4830,113-301 3983,-6 37-1,13-57 677,1 1 0,0-1 0,1 1 0,0-1 0,0 0 1,1 1-1,0-1 0,3 11 0,10 9-6133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00.3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1032 882 6613,'13'-1'5423,"4"-5"-4279,-6 2 3990,-13 1-4955,1 0-1,-1 1 1,0-1-1,0 1 1,-1-1-1,1 1 1,0 0-1,-1 0 1,0 0-1,1 0 1,-1 0-1,-5-2 1,-1 1-55,-1 0 0,0 0 0,1 0 0,-1 1 0,0 1 0,0 0 1,0 0-1,-1 1 0,-11 1 0,4-1-1,-25 2 32,0 1 1,0 2-1,1 2 1,0 2-1,-50 18 1,33-6-14,1 2 1,-108 63 0,126-62-89,2 1 0,-62 56-1,82-65-34,1 1 0,1 1 0,0 1 0,2 0 0,0 1 0,1 1 0,-11 23 0,22-40-15,1 0 1,-1-1-1,1 1 1,0 0 0,0 0-1,0-1 1,0 1-1,1 0 1,-1 0-1,1 0 1,0 0-1,1 0 1,-1 0 0,0 0-1,1 0 1,0 0-1,0-1 1,0 1-1,1 0 1,-1 0-1,1-1 1,0 1 0,0-1-1,0 0 1,0 1-1,1-1 1,-1 0-1,1 0 1,0-1-1,0 1 1,0 0-1,0-1 1,0 0 0,7 4-1,3 1-7,1-1 1,0 0-1,0 0 0,0-2 1,0 0-1,1 0 1,-1-1-1,18 1 0,17-3-10,1-1-1,0-3 1,-1-1-1,1-3 0,-2-2 1,1-2-1,-1-2 1,81-35-1,-87 30-11,0-2 1,-1-2-1,43-31 0,-62 38 34,-2-2-1,0 0 1,-1-2-1,-1 0 1,-1 0-1,-1-2 1,14-23-1,5-16-40,-3-1 0,-2-2-1,-4-1 1,-2-1-1,25-111 1,-23 39-24,17-248 0,-41 362 53,-1 12 56,0 1 0,-1-1 0,-1-19 1,1 30-43,-1 0 0,1 1-1,0-1 1,0 0 0,0 0 0,0 0 0,0 0 0,-1 0 0,1 1-1,0-1 1,0 0 0,0 0 0,-1 0 0,1 0 0,0 0 0,0 0-1,0 0 1,-1 0 0,1 0 0,0 0 0,0 0 0,0 0-1,-1 0 1,1 0 0,0 0 0,0 0 0,0 0 0,-1 0 0,1 0-1,0 0 1,0 0 0,0 0 0,-1 0 0,1 0 0,0 0 0,0-1-1,0 1 1,0 0 0,-1 0 0,1 0 0,0 0 0,0 0 0,0-1-1,0 1 1,0 0 0,-1 0 0,1 0 0,0 0 0,0-1 0,0 1-1,0 0 1,0 0 0,0 0 0,0-1 0,0 1 0,0 0 0,0 0-1,0 0 1,0-1 0,0 1 0,0 0 0,0 0 0,0-1 0,0 1-1,0 0 1,0 0 0,0 0 0,0-1 0,-13 26 631,-13 44 332,-57 238 1048,54-193-1683,-64 294-920,76-308-2134,4 1 0,0 117-1,13-201 994,0 1 0,2-1-1,-1 0 1,8 26-1,8 0-6239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06.8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169 141 5977,'-16'-17'6460,"15"14"-5090,-35-80 8074,34 80-9071,-1 0 0,1 0 0,-1 1 0,0-1 0,0 1 0,0-1 1,0 1-1,-5-3 0,-1-1 343,9 6-645,-1-1 1,0 1-1,1-1 0,-1 1 1,0-1-1,1 1 0,-1-1 1,0 1-1,0 0 0,1-1 1,-1 1-1,0 0 0,0 0 1,0 0-1,1-1 0,-1 1 1,0 0-1,0 0 0,0 0 1,0 0-1,1 0 0,-1 1 1,0-1-1,0 0 0,0 0 1,1 0-1,-1 1 0,0-1 1,0 0-1,1 1 0,-1-1 0,0 1 1,0-1-1,1 1 0,-1-1 1,1 1-1,-1-1 0,0 1 1,1 0-1,-1-1 0,1 1 1,0 0-1,-1 1 0,-1 1-46,0 0 0,1 1 0,0-1 0,0 1 0,0-1 0,0 1 0,0 0 0,1-1 0,-1 7 0,-15 250 1181,-3 4-358,20 129-848,7-268 0,6-1 0,5 0 0,5-1 0,60 177 0,-55-220 0,4 0 0,4-2 0,2-2 0,4-1 0,3-3 0,4-1 0,81 90 0,-63-92-64,2-3 1,3-2-1,3-4 0,3-4 0,2-3 1,2-3-1,92 39 0,-81-48-131,2-5-1,1-3 1,2-5 0,1-5-1,0-3 1,154 9-1,-187-26-958,0-4 0,0-2 0,-1-3 0,70-16 0,-72 8-2740,-1-4 1,68-28-1,-40 7-6560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07.1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1277 0 10269,'0'0'1803,"-3"2"-104,1-1-1492,-10 5 1579,-1 1 0,-20 17 0,29-21-1562,0 1 0,0 0-1,0 0 1,1 0 0,0 1-1,-1-1 1,2 1 0,-1-1-1,0 1 1,1 0 0,0 0-1,-2 6 1,1 4 135,1 0 1,0-1-1,1 1 1,1 0-1,0-1 1,1 1-1,0 0 1,8 28-1,5 11 457,23 54 0,-15-47-408,-11-27-243,-1 0 0,-2 0-1,-1 1 1,-2 0 0,1 53-1,-6-60-102,-2 0-1,-1 0 0,-1 0 1,-1 0-1,-2 0 0,-1-1 1,-15 36-1,0-15-266,-2-1 0,-2-1 1,-1-2-1,-3-1 0,-2-1 0,-1-2 0,-2-1 0,-2-2 1,-79 60-1,32-37-1645,-2-4 0,-3-3 0,-2-5 0,-103 39 0,43-25-3845,3-1-3326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08.2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1191 0 7001,'-10'29'1704,"8"-23"1309,2-8-2704,0 1-1,1-1 0,-1 1 0,0 0 0,1-1 0,0 1 0,-1 0 1,1-1-1,0 1 0,-1 0 0,1 0 0,2-2 0,-1-2 3949,-15 14-2285,0 2-1349,1 1 1,0 0 0,-19 27 0,1-2 168,-79 99 1065,-18 22-695,8-23-521,-265 316-2909,369-431 1951,-134 179-3551,118-153 1367,2 2 1,-33 74-1,33-55-2240,5-8-2479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09.8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622 1180 5168,'-50'-2'1663,"40"2"2977,2-4-2232,7 4-2311,1 0-1,-1 0 1,0 0 0,0-1-1,1 1 1,-1 0-1,0 0 1,0-1 0,1 1-1,-1 0 1,0-1-1,1 1 1,-1 0 0,1-1-1,-1 1 1,0-1-1,1 1 1,-1-1 0,1 0-1,0 1 1,-1-1-1,1 1 1,-1-1 0,1 0-1,-1 0 1,7-7 182,1 0 0,-1 1 0,1 0 0,0 1 0,1-1 0,-1 1 0,2 1 0,14-9 0,83-36 836,-68 34-815,292-153 1329,-283 140-1493,-2-2 0,-1-2 0,-1-2-1,65-69 1,-88 81-110,-2-2-1,0 0 0,-2-1 1,-1 0-1,-1-1 0,-1-1 1,16-50-1,-18 37-14,-1 0 0,-2 0 0,-2-1 0,2-82 0,-8 119-5,0 0 0,0 1 0,-1-1 0,0 0 0,1 1 0,-1-1 0,-1 1 0,1-1 1,-1 1-1,0-1 0,0 1 0,-4-6 0,5 9 15,0 0 1,0-1-1,-1 1 0,1 0 1,0 0-1,-1 0 1,1 0-1,-1 0 0,0 0 1,1 0-1,-1 0 1,0 1-1,1-1 0,-1 1 1,0-1-1,0 1 0,0 0 1,1 0-1,-1-1 1,0 1-1,0 1 0,0-1 1,1 0-1,-1 0 0,0 1 1,0-1-1,0 1 1,1-1-1,-1 1 0,0 0 1,1-1-1,-3 2 0,-3 2 110,0 1 0,0-1 0,1 1 0,-1 0 0,1 1 0,0 0-1,0 0 1,-6 8 0,-38 61 849,41-60-789,-195 371 2637,119-211-2111,-45 77 11,-362 757 617,427-865-1255,-71 169 14,25 9 18,102-289-132,-7 60 1,15-82-23,0 1 0,0-1 0,1 1 0,1 0 0,0-1 0,1 1 0,0-1 0,6 19 0,-5-25-9,-1 0 1,1 0-1,0-1 0,0 1 1,1-1-1,0 0 0,-1 0 1,1 0-1,0 0 0,7 4 1,-8-7 4,0 1 0,0-1 0,0 0 1,0 0-1,0 0 0,0 0 0,0 0 1,0-1-1,1 0 0,-1 1 1,0-1-1,0 0 0,1 0 0,-1-1 1,0 1-1,5-2 0,48-15-353,-53 15 339,17-7-230,0 0-1,-1-2 1,0 0 0,0-1 0,-2-1-1,1-1 1,21-23 0,-13 10-214,-1-2 0,-2 0 0,29-47 0,-40 55 273,-1 0 0,0-1 0,-1 0 0,-2 0 0,0-1 0,5-30 0,-11 44 171,0 0 0,-1 0 1,0 0-1,-1 0 0,0-1 0,0 1 1,-1 0-1,0 0 0,-1 0 1,0 0-1,-1 0 0,1 0 0,-2 0 1,1 1-1,-1 0 0,0-1 1,-1 1-1,0 1 0,-6-8 0,-7-4-5,-1 1 0,-1 1 0,0 1-1,-1 0 1,-1 2 0,0 0-1,-25-10 1,-24-7-26,-77-24-1,122 46 62,1-1 0,-39-21 0,55 26 11,1 0-1,-1-1 1,1 0 0,0-1 0,0 0-1,1 0 1,0 0 0,0-1 0,0 0-1,-4-9 1,9 14 9,1 0-1,0 0 0,0 0 1,0 0-1,0 0 1,0 0-1,1-1 1,0 1-1,-1 0 1,1 0-1,0 0 1,1-1-1,-1 1 0,1 0 1,-1 0-1,1 0 1,0 0-1,0 0 1,0 0-1,0 0 1,1 0-1,-1 0 1,1 1-1,2-4 1,5-6-13,1 0 0,0 1 1,21-18-1,-29 26 11,22-16-28,1 0-1,1 2 1,0 1-1,1 0 1,29-11 0,150-51-107,-172 66 104,549-159-1356,-187 87-2670,-293 66 2156,62-12-4920,-114 22 1777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10.1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285 23 8173,'-1'2'178,"1"0"1,0 0 0,0 0-1,-1-1 1,0 1 0,1 0 0,-1 0-1,0 0 1,0 0 0,1-1-1,-2 1 1,1 0 0,0-1-1,0 1 1,0-1 0,-1 0-1,1 1 1,-1-1 0,1 0-1,-1 0 1,1 0 0,-3 2-1,-20 19 1697,-57 72 3392,56-59-3980,1 1 0,2 2 0,-21 46 0,36-68-1034,0 1 0,1-1-1,1 2 1,0-1 0,2 0 0,0 1-1,1 0 1,0-1 0,1 1 0,2 0-1,2 21 1,-2-32-175,0 0-1,1 0 1,1 0 0,-1 0-1,1 0 1,0 0 0,1-1-1,-1 1 1,1-1 0,1 0-1,-1 0 1,1-1 0,0 1-1,7 6 1,-4-6-13,1 0 0,-1-1 0,1 0 0,0 0 1,1-1-1,-1 0 0,1-1 0,-1 0 0,16 3 0,-4-3-9,0-1 0,1 0 0,-1-2 0,1-1 0,-1 0 0,0-2 0,1 0 0,-1-1 0,25-9 0,-25 6-26,-1-1 0,0-1-1,-1-1 1,0 0 0,-1-1-1,0-1 1,21-18-1,-31 23-36,-1-1-1,1 1 0,-1-1 0,-1 0 0,0-1 0,0 0 1,0 0-1,-1 0 0,-1-1 0,0 1 0,0-1 1,-1 0-1,0 0 0,0-1 0,-1 1 0,1-20 0,-3 14-111,0 1-1,-1 0 1,-1 0-1,-1-1 1,0 1-1,-1 1 1,0-1-1,-1 0 1,-1 1-1,0 0 1,-1 1-1,-13-21 1,8 18-186,-1 0 0,0 1 0,-1 0 1,-1 1-1,0 0 0,-1 2 0,-1 0 1,-34-20-1,13 12-1010,-1 2 1,-57-19-1,69 29-2259,-2 1 0,-37-5 1,43 11-4567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10.4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61 12085,'-1'0'169,"1"1"0,-1-1 0,1 1 1,-1-1-1,1 1 0,-1-1 0,1 0 0,-1 1 0,0-1 0,1 0 0,-1 0 0,1 1 1,-1-1-1,0 0 0,1 0 0,-1 0 0,0 0 0,1 0 0,-1 0 0,0 0 0,-1 0 1,-2 1 2233,14 7-1119,8 3-721,1 0 0,1-1 0,22 8 1,21 10-61,-35-13-346,124 68 498,-133-71-615,0 1 0,-1 1 0,-1 1-1,0 0 1,21 25 0,-30-28 1,0-1 0,-1 1 0,-1 0 0,0 0 0,0 1 0,4 19 0,-9-26-43,0 0 1,0 1 0,-1-1-1,0 0 1,-1 1 0,1-1-1,-1 0 1,0 1 0,-1-1-1,0 0 1,0 0 0,0 0-1,0 0 1,-1-1 0,0 1-1,-1-1 1,1 1 0,-1-1-1,-6 7 1,3-3 28,-2 0 0,1-1-1,-1 0 1,-1 0 0,1-1 0,-1 0 0,0-1-1,-1 0 1,0 0 0,0-1 0,0-1-1,0 0 1,-13 3 0,22-7 2,0 1 0,0-1 0,0 1 0,0-1 0,0 0 0,0 0-1,0 0 1,0 0 0,0 0 0,0 0 0,0 0 0,0-1 0,0 1 0,1-1 0,-1 1 0,0-1 0,0 0 0,0 0 0,1 0 0,-1 0 0,0 0 0,1 0 0,-1 0 0,1-1-1,-1 1 1,1 0 0,0-1 0,-1 1 0,1-1 0,0 0 0,0 1 0,0-1 0,0 0 0,1 0 0,-1 1 0,0-1 0,1 0 0,-1-2 0,0-2-8,0 1 1,1-1-1,-1 1 0,1-1 1,0 1-1,1-1 1,-1 1-1,1-1 1,1 1-1,-1 0 0,1-1 1,-1 1-1,5-7 1,9-14-463,1 0 0,1 1-1,1 1 1,1 1 0,1 0 0,1 2 0,46-37 0,10 4-2445,98-55-1,-76 51 323,7-4-1652,7 6-2082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11.1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636 9 4876,'-3'2'143,"1"-1"18,-1 0 0,1 0 0,0 0 0,-1 0 0,1 1 0,0-1 0,0 1 0,0-1 0,0 1-1,0 0 1,1 0 0,-1 0 0,-2 4 0,3-4 881,-2-1-34,-29 12 6233,34-16-6186,6-4-263,-5 4-214,1 0 0,-1 0 0,0 0-1,0 0 1,-1-1 0,1 1 0,-1-1 0,1 0-1,2-7 1,-9 12 428,-10 4-572,1 1 1,0 0-1,0 1 1,0 0 0,1 1-1,-22 18 1,-68 71 1198,50-45-1093,10-10-216,1 2-1,2 1 0,-45 69 0,64-83-315,2 1-1,1 0 1,2 1-1,1 1 0,1 1 1,-13 61-1,24-88-166,0 0 1,1 1-1,0-1 0,0 0 0,1 1 0,0-1 0,1 0 0,-1 1 0,2-1 1,-1 0-1,1 0 0,0 0 0,1 0 0,0 0 0,0 0 0,1-1 1,0 1-1,0-1 0,1 0 0,0 0 0,0-1 0,1 1 0,-1-1 0,1-1 1,1 1-1,-1-1 0,1 0 0,8 5 0,-2-3-318,1 0 0,1-1 0,-1-1 0,1 0 0,0-1 0,0-1 0,0 0 0,1-1 0,-1-1 0,1 0 0,-1-1 0,1 0 0,-1-2 0,1 0 0,19-5 0,6-3-759,-1-2-1,0-2 1,0-2 0,49-27 0,-55 24 628,-1-1 1,-1-2-1,-1-1 0,-1-2 1,51-53-1,-53 46 1698,0-2 0,37-62 1,-60 88-394,1 0 1,0 0 0,0 1 0,1 0 0,0 0 0,14-11 0,-12 14-386,-1 0 1,0 1-1,1 1 1,-1-1-1,1 1 1,0 1 0,-1 0-1,1 0 1,18 1-1,-6-1-45,431-62 1392,-406 53-1578,52-17-1,-78 20-8,0-1 0,-1-1 1,0 0-1,33-22 0,-49 29-52,-1-1 0,1 1 0,0-1 0,-1 1 0,0-1-1,0 0 1,0 0 0,0 0 0,0 0 0,0 0 0,-1-1 0,1 1 0,-1 0 0,0-1 0,0 1 0,0-1 0,0-4 0,-1 6 8,0 0 0,0 0 1,0 0-1,0 0 0,0-1 0,-1 1 1,1 0-1,-1 0 0,1 0 0,-1 0 1,0 0-1,0 0 0,0 0 1,0 0-1,0 0 0,0 1 0,0-1 1,-1 0-1,1 1 0,-1-1 0,1 1 1,-1-1-1,0 1 0,1 0 0,-1-1 1,0 1-1,0 0 0,-3-1 1,-9-2 194,-1-1 1,0 2 0,0 0-1,0 1 1,0 0 0,-1 2-1,1-1 1,0 2 0,-1 0-1,-19 4 1,-10 4 389,0 2-1,-52 20 1,61-18-351,1 2 1,1 1-1,0 1 0,2 2 0,0 1 1,1 2-1,1 1 0,1 1 1,1 1-1,1 2 0,-45 59 1,66-79-264,2 0 0,-1 1 1,1-1-1,0 1 0,0 0 1,1 0-1,0 0 1,0 1-1,1-1 0,0 0 1,1 1-1,0 0 1,0 11-1,2-14-63,0 0-1,0 1 1,1-1 0,0 0 0,0 0-1,0 0 1,1 0 0,-1-1 0,2 1 0,-1-1-1,1 0 1,-1 0 0,1 0 0,1 0-1,-1 0 1,1-1 0,0 0 0,-1 0-1,8 3 1,21 15-438,2-1 1,0-2-1,2-2 0,43 15 0,164 42-1495,-213-65 1743,724 164-5916,-241-98-2456,-274-48 418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13.6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762 258 11973,'3'-5'634,"0"-1"-1,-1 1 1,0-1 0,0 0 0,0 1-1,0-1 1,-1 0 0,0 0-1,-1-1 1,1 1 0,-1 0-1,0 0 1,-1-7 0,0 11-477,1-1 1,-1 1-1,0-1 0,0 0 1,0 1-1,0 0 1,0-1-1,-1 1 1,1 0-1,-1-1 0,0 1 1,1 0-1,-1 0 1,0 0-1,0 0 1,0 1-1,0-1 0,-1 1 1,1-1-1,0 1 1,-1 0-1,1 0 1,-1 0-1,1 0 0,-1 0 1,1 0-1,-1 1 1,0-1-1,0 1 1,1 0-1,-6 0 0,-11 0 147,0 2-1,0 0 0,0 1 0,1 1 0,-1 1 0,1 0 0,0 1 1,0 1-1,1 1 0,-24 15 0,-16 12 462,-85 69-1,104-73-556,1 1-1,-57 67 0,79-80-155,0 0 0,1 1 0,1 1 0,1-1 0,1 2 0,1 0 0,-11 37 0,18-50-43,1 0 1,0 1-1,1-1 0,0 1 0,1 0 0,0-1 1,0 1-1,1 0 0,0-1 0,1 1 1,0-1-1,1 1 0,0-1 0,0 0 0,1 0 1,0 0-1,0-1 0,1 1 0,0-1 0,1 0 1,0-1-1,0 1 0,1-1 0,0 0 1,13 10-1,-1-3-41,1 0 0,1-1 0,0-1 0,1-1 0,0-1 0,1-1 1,0-1-1,0-1 0,28 5 0,12-2-134,-1-3 0,2-3 0,-1-2 0,0-3 0,1-3 1,-1-2-1,76-19 0,-45 2-292,-1-4 0,-2-4 1,-1-4-1,92-50 0,-138 61 224,0-2 0,-3-1 0,0-3-1,-2-1 1,-1-1 0,-1-3 0,-2-1-1,-2-1 1,-1-2 0,-2-1 0,42-76-1,-41 55-42,-2-1 0,34-109 1,-62 169 265,0 0 0,0 0 0,0 0 1,0 0-1,-1 0 0,1 0 0,-1-1 0,0 1 1,0 0-1,0 0 0,0 0 0,0 0 1,0 0-1,0 0 0,0 0 0,-1-1 1,1 1-1,-1 0 0,0 0 0,0 0 0,0 1 1,-1-4-1,1 4 12,0 1 1,1-1-1,-1 1 1,0 0-1,0 0 0,1-1 1,-1 1-1,0 0 1,0 0-1,1 0 1,-1 0-1,0 0 0,0 0 1,1 0-1,-1 0 1,0 0-1,0 0 1,0 0-1,1 0 0,-2 1 1,-23 14 130,4 5-18,2 0 0,1 1 0,-20 30 1,1-2 35,9-11-43,2 0 1,1 2-1,3 0 1,-20 48-1,9-5 137,-26 101-1,57-177-220,0 1 0,0 0 0,1 0-1,0 0 1,1 0 0,-1 0 0,1 0 0,1 0 0,0-1-1,2 13 1,-2-18-19,0 1 0,0 0 0,1 0 0,-1-1-1,0 1 1,1 0 0,0-1 0,0 0 0,0 1 0,0-1-1,0 0 1,0 0 0,0 0 0,1 0 0,-1-1 0,1 1-1,-1 0 1,1-1 0,0 0 0,0 0 0,-1 0 0,1 0-1,0 0 1,0 0 0,0-1 0,0 1 0,0-1 0,0 0-1,0 0 1,3 0 0,60-4-5,-1-3 0,109-25 0,39-6-53,-180 35 74,0 1-1,0 1 0,0 2 0,50 8 0,59 21 430,-109-21-276,-1-1 0,1-2 0,48 3 0,-16-7 44,73-9 0,-5-4 232,-92 7-400,-1-1 1,0-2-1,0-2 1,0-2-1,-1-1 1,-1-2-1,0-2 1,-2-1-1,1-2 1,-2-2-1,-1-1 1,37-30-1,-68 50-71,0-1 0,-1 1 0,1-1 0,0 1 0,-1-1 0,0 0 1,0 0-1,0 0 0,0 0 0,0-1 0,-1 1 0,1 0 0,-1-1 0,1-4 0,-1 7 3,-1 0 1,0 0-1,0-1 0,0 1 1,0 0-1,-1 0 1,1 0-1,0 0 1,0 0-1,-1-1 0,1 1 1,0 0-1,-1 0 1,0 0-1,1 0 1,-1 0-1,1 0 0,-1 0 1,-1-1-1,0 1-21,0-1 0,0 1-1,0-1 1,0 1 0,0 0 0,0 0-1,0 0 1,-1 0 0,1 0-1,0 1 1,-1-1 0,-3 0 0,-15-1-211,0 0 0,1 2 0,-1 0 0,0 1 0,0 1 0,0 1 0,-20 6 0,-143 49-1249,109-31 981,69-25 452,-1 0 0,1 1 0,0 0 1,0 1-1,1 0 0,-7 4 0,6-4 3,6-2 53,1-1 0,0 0 0,-1 0 1,1 0-1,0 0 0,-1-1 0,1 1 0,0 0 0,0 0 0,0 0 0,0-1 0,0 1 0,2 1 0,-3-2 1,6 3 31,-1 0-1,1 0 1,0 0-1,0-1 1,0 0-1,0-1 0,0 1 1,0-1-1,0 0 1,1-1-1,12 0 1,-2 1 53,385 33 2526,-385-32-2590,-1-1 0,0-1 1,1 0-1,-1-2 0,30-5 0,-37 5-79,1-1-1,-1 0 0,0-1 1,0 0-1,0 0 1,0-1-1,-1 0 1,0-1-1,0 0 1,12-11-1,16-15-62,51-33 1,-86 65 131,6-5-14,1 0-1,0 1 1,1 0 0,8-3 0,17-9-49,-32 15 64,-1 1 1,0-1-1,0 1 1,0 0 0,0 0-1,1-1 1,-1 1-1,0 0 1,0 0 0,0 0-1,1 0 1,-1 1-1,0-1 1,0 0 0,1 0-1,1 1 1,2 1 11,20 0 128,0 2-1,29 8 0,-32-6 9,0-2 1,1 0-1,32 1 0,50-9 410,148-24 0,-244 27-562,36-7 257,0 3 1,88-1 0,-113 9-169,-1 1 1,0 0 0,0 1 0,0 1 0,24 12 0,-19-8-26,0-1 0,44 10 0,-18-12-63,1-1 0,-1-3 0,1-3 0,0-1 0,-1-3 0,0-2 0,94-23 0,-125 24 7,0-1-1,-1-1 1,26-14-1,-39 19-30,-1 0 0,1-1 0,-1 0 1,0 0-1,0 0 0,0 0 0,0-1 0,0 1 0,-1-1 0,0 0 0,0 0 0,0-1 1,0 1-1,0 0 0,-1-1 0,0 0 0,0 1 0,1-8 0,-2 11 9,-1-1-1,0 1 1,0-1-1,0 1 1,0-1-1,0 1 1,0-1-1,0 1 1,-1-1-1,1 1 1,0-1-1,-1 1 1,0 0-1,1-1 1,-1 1-1,0 0 1,1-1-1,-1 1 1,0 0-1,0 0 1,-2-2-1,1 1-4,-1 0 0,0 0 0,0 0-1,1 0 1,-2 1 0,1-1 0,0 1 0,0 0 0,-5-1-1,-3-1-12,0 1-1,0 1 0,-1 0 0,1 0 1,-12 2-1,-3 1-158,1 1 1,0 2-1,-31 9 1,42-10-1,1 1 1,-1 0 0,1 1-1,0 1 1,1 0 0,-1 1-1,-17 14 1,28-21 176,1 0 0,0 0-1,-1 0 1,1 0 0,0 0 0,0 0 0,0 1-1,0-1 1,0 0 0,0 1 0,1-1 0,-1 0-1,0 1 1,1-1 0,-1 1 0,1-1 0,-1 1-1,1-1 1,0 1 0,-1 0 0,1-1 0,0 1-1,0-1 1,0 1 0,0 0 0,1-1 0,-1 1 0,0-1-1,1 1 1,-1-1 0,2 3 0,0-1 10,0-1 1,0 1-1,0-1 1,0 0-1,1 0 1,-1 0-1,1 0 1,-1 0-1,1-1 1,0 1-1,0-1 1,0 0-1,0 1 1,0-1-1,4 1 1,5 0 194,0 0 0,0-1 1,1 0-1,-1-1 0,0 0 0,0-1 0,0 0 1,0-1-1,0 0 0,0-1 0,-1-1 0,1 0 1,-1 0-1,0-1 0,0 0 0,17-12 1,-26 16-128,-3 3-38,-26 60 80,-3-1-1,-3-2 0,-43 58 1,27-41-57,-46 59 118,-172 187-1,5-8-80,137-130-69,80-115-211,-2-1 0,-95 104 1,110-140 124,-1-2 1,-1-1 0,-1-2 0,-60 35 0,92-60 74,0-1-1,-1 1 1,1-1 0,-1 0-1,0 0 1,1 0-1,-1 0 1,0-1-1,1 1 1,-1-1 0,0 0-1,-7-1 1,10 1-4,1 0-1,-1 0 1,0 0 0,0-1-1,1 1 1,-1 0 0,0-1-1,1 1 1,-1 0 0,1-1-1,-1 1 1,0-1-1,1 1 1,-1-1 0,1 1-1,-1-1 1,1 1 0,-1-1-1,1 0 1,0 1 0,-1-1-1,1 1 1,-1-2 0,1 0-1,0 1 0,0-1 0,0 1-1,0-1 1,0 1 0,1-1 0,-1 1 0,0-1 0,1 1 0,-1-1 0,1 1 0,-1 0 0,1-1-1,0 1 1,0 0 0,0-2 0,8-8 7,1-1 1,0 2-1,0-1 0,1 2 0,0-1 1,1 1-1,21-12 0,-11 7-18,623-382-1619,25 36 186,-111 61 804,-441 235 570,277-160-157,-276 150 129,130-107 0,-232 168 103,-2-1 1,1-1-1,-2 0 1,0-1-1,-1 0 1,16-27-1,-28 42-1,0 0 0,-1 0 0,1 0 0,-1-1 0,1 1 0,-1 0 0,0 0 0,0-1 0,1 1 0,-1 0 0,0 0 0,0-1-1,0 1 1,0 0 0,0-1 0,-1 1 0,1 0 0,0 0 0,-1-1 0,1 1 0,-1 0 0,1 0 0,-1-1 0,1 1 0,-1 0-1,0 0 1,0 0 0,1 0 0,-1 0 0,0 0 0,0 0 0,-1 0 0,-2-2 18,0 0-1,1 0 1,-1 1 0,0-1-1,-1 1 1,-8-3 0,5 3 34,0 0 0,-1 0 0,0 1 0,1 0 0,-1 1 0,0 0 0,1 0 0,-1 1 0,1 0 0,-18 5 0,-6 3 264,-45 21 0,65-25-233,-22 9 178,1 1 0,1 2 0,1 2 0,1 0 0,0 2 0,1 2 0,2 0 0,0 2 0,-29 35 0,51-53-209,1-1-1,-1 1 1,1-1 0,1 1-1,-1 1 1,1-1 0,1 0-1,-1 1 1,1-1 0,-2 15-1,4-18-52,0 1-1,0 0 0,0-1 0,0 1 1,1-1-1,-1 1 0,1 0 0,0-1 1,1 1-1,-1-1 0,1 0 0,0 1 1,0-1-1,0 0 0,1 0 0,-1 0 1,1-1-1,0 1 0,6 5 0,4 1-279,0 0-1,1 0 0,1-1 0,-1-1 1,2 0-1,-1-1 0,1-1 0,0-1 1,0 0-1,0-1 0,1 0 0,0-2 1,29 2-1,20-3-3411,0-2-1,75-12 1,-124 11 2426,62-7-7551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13.7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24 9693,'-34'-23'7637,"18"26"-6393,0 3 1336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15.0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222 155 3776,'4'-1'1000,"27"-6"453,-30 6-1395,0 1 0,0-1 0,-1 1 1,1-1-1,0 1 0,0-1 1,-1 1-1,1-1 0,0 0 0,-1 1 1,1-1-1,-1 0 0,1 1 1,-1-1-1,1 0 0,-1 0 0,0 0 1,1 1-1,-1-3 0,2 1 139,9-14 452,12-17 2125,5-48 7953,-44 99-9785,13-13-830,0 0-1,0 0 0,0 1 0,1-1 0,0 1 0,0 0 0,0 0 0,-1 6 0,-6 58 592,2-12-255,-76 366-42,-14-1-5578,24-158-4891,48-184 3042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15.5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133 44 8465,'-54'-20'3946,"50"21"-3417,0 1-1,1 1 1,-1-1 0,1 0-1,0 1 1,0 0-1,0 0 1,-4 4 0,3-2 4,0-2-434,1 0-1,-1 0 1,1 1 0,0-1 0,0 1 0,1 0 0,-1-1 0,1 1 0,0 1 0,0-1-1,0 0 1,0 0 0,1 1 0,-1-1 0,1 1 0,1-1 0,-1 1 0,1-1 0,-1 1-1,1 0 1,0-1 0,1 1 0,-1-1 0,1 1 0,0-1 0,0 1 0,1-1 0,-1 1-1,1-1 1,0 0 0,0 0 0,0 0 0,1 0 0,2 4 0,3 2-84,0 0 1,1 0-1,0 0 1,0-1-1,1-1 1,0 0-1,1 0 1,0-1-1,0 0 1,0-1-1,16 6 1,34 9-588,0-2 0,1-4 0,1-2 0,0-3 0,0-2 0,71-2 0,-30-7-723,0-5 1,202-39 0,-267 37 1033,0-2 1,37-15-1,-60 19 263,-1-1 0,0 0 0,-1-1 0,1-1 0,-1-1 0,-1 1 0,18-18 0,-20 13 313,-1 0 1,-1 0-1,0-1 1,-1 0-1,0-1 0,-1 0 1,-1 0-1,5-21 1,11-24 2401,-20 57-376,6 60-1325,-8-45-1027,-1-1 1,-1 1 0,0-1 0,0 1 0,-1-1-1,-5 14 1,-32 59-2241,22-48 309,-8 15-3533,-7 2-3410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17.1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969 279 7925,'-5'-40'3953,"-2"-1"0,-18-57 0,9 40-1630,15 56-2194,1 0-1,-1 0 1,0 0-1,0 0 1,0 0-1,0 0 1,0 0-1,0 0 1,0 0-1,0 1 1,-1-1-1,1 0 1,-1 1-1,1-1 1,-1 1-1,0 0 1,0 0-1,1-1 1,-4 0-1,1 0-9,0 1 1,0 0-1,0 0 0,0 1 0,0-1 0,1 1 1,-1 0-1,0 0 0,0 0 0,-5 1 0,-4 1 131,0 1 0,0 1 0,0 0 0,1 1 0,-22 11 0,-14 12 122,1 2 0,2 2-1,1 3 1,1 1 0,-60 67 0,24-11-27,-102 153 0,159-212-303,2 0 0,1 2 0,2 0-1,2 1 1,1 0 0,1 2 0,-12 66-1,22-85-25,1-1 0,1 1 0,1 0 0,0-1 0,2 1 0,0 0 0,9 34 0,-7-40-7,1 0-1,0 0 0,1-1 0,0 0 0,1 0 0,0 0 1,1-1-1,0 0 0,1-1 0,0 0 0,21 17 1,-14-14-26,0-2 0,1 0 0,0 0 0,1-2 0,0 0 0,0-1 0,1-1 0,0-1 0,27 6 1,-17-8-91,0 0 1,0-2-1,0-1 1,0-1 0,52-8-1,-9-7-247,-1-2-1,0-4 0,-2-2 1,86-43-1,-82 29-181,-2-2 1,-2-4-1,115-92 0,-154 107 390,0-1 0,-2-2 0,-1 0-1,-1-2 1,-2-1 0,-1-1 0,-2-1 0,-2-1 0,-1 0 0,-2-2 0,-1 0 0,-2-1 0,-2 0 0,-2 0 0,-1-1-1,-3 0 1,-1-1 0,-1 0 0,-3 1 0,-7-56 0,7 85 146,-2 0 1,0 1-1,0 0 0,-1-1 0,0 1 1,-1 0-1,0 1 0,-1-1 0,0 1 1,-10-15-1,15 25 1,0 0 0,0 0 0,0 0 0,0 0 0,0-1 0,0 1 0,0 0 0,0 0 0,0 0 0,0 0 0,-1 0 0,1 0 0,0 0 0,0 0 0,0-1 0,0 1 0,0 0 0,0 0 1,-1 0-1,1 0 0,0 0 0,0 0 0,0 0 0,0 0 0,-1 0 0,1 0 0,0 0 0,0 0 0,0 0 0,0 0 0,0 0 0,-1 0 0,1 0 0,0 0 0,0 0 0,0 0 0,0 0 0,0 0 0,-1 0 0,1 0 0,0 1 0,0-1 0,0 0 1,0 0-1,0 0 0,0 0 0,0 0 0,-1 0 0,1 0 0,0 1 0,0-1 0,-6 4 22,0 0 0,0 0 0,1 1 0,0 0 0,0 0 0,0 1 0,0-1 0,1 1 0,0 0 0,0 0 0,0 0 0,1 1 0,-4 10 0,-3 12 60,2 0 1,-6 31-1,4-17-16,-3 31 55,3 0 0,3 1 0,4 0 0,6 75 0,-3-123-84,2 0 1,1 1 0,2-1 0,0-1-1,2 1 1,15 41 0,-20-64-36,0-1-1,-1 1 1,1 0 0,1-1 0,-1 1-1,1-1 1,-1 0 0,1 0 0,0 0-1,0 0 1,0 0 0,0 0 0,1-1-1,-1 0 1,1 0 0,0 0 0,-1 0-1,1 0 1,0-1 0,0 1 0,0-1-1,0 0 1,0-1 0,0 1-1,0-1 1,1 1 0,-1-1 0,0 0-1,0-1 1,0 1 0,0-1 0,0 0-1,1 0 1,-1 0 0,5-3 0,13-5-102,0-1 0,0-1 0,-2-2 1,38-27-1,-39 26-17,50-39-152,-47 34 190,1 1 0,0 2 0,31-17 0,-50 31 83,-1 0-1,1 1 1,0-1-1,0 1 1,0 0-1,0 0 1,0 1-1,0-1 1,0 1-1,0 0 1,0 0-1,1 0 1,-1 0-1,0 1 1,0 0-1,0 0 1,0 0-1,0 0 1,0 0-1,-1 1 1,1 0-1,0 0 1,-1 0-1,1 0 1,5 5-1,3 4 55,-1 1 0,1 0 0,-2 1 0,0 0 0,8 15 0,0-3 20,-12-16 11,1 0 0,1-1 0,-1 0 0,2-1 0,-1 1 0,1-2 0,0 1 0,0-1 0,0 0 0,1-1 0,14 5 0,-8-4 43,0-1-1,1-1 0,-1-1 0,1 0 0,0-1 1,29-1-1,-6-3 70,-1-2 0,0-2-1,-1-1 1,0-2 0,62-24 0,-67 21-149,-1-3 0,0 0-1,-1-2 1,53-38 0,-72 46-47,-1 0 1,0 0-1,-1-1 0,0-1 1,0 0-1,-1 0 1,0-1-1,-1 0 0,0 0 1,-1-1-1,-1 0 0,0 0 1,-1-1-1,5-18 1,-9 29-10,0 0 0,-1 0 0,1 0 0,-1-1 1,0 1-1,0 0 0,0 0 0,0 0 1,-1-1-1,1 1 0,-1 0 0,0 0 0,0 0 1,0 0-1,0 0 0,0 0 0,-1 0 1,1 1-1,-1-1 0,0 0 0,0 1 0,0-1 1,0 1-1,0 0 0,0-1 0,-1 1 1,-3-2-1,2 2-3,-1-1 1,1 1-1,-1 0 1,0 1-1,0-1 0,0 1 1,0 0-1,0 0 1,0 0-1,0 1 1,-1 0-1,1 0 0,0 0 1,-7 2-1,0 0-6,1 1-1,-1 1 1,1-1-1,0 2 1,0 0-1,1 0 1,0 1 0,-1 0-1,2 0 1,-11 10-1,-5 7-63,0 1-1,-22 29 1,40-44 61,3-3-54,0 0 1,0 1-1,1-1 1,0 1-1,0-1 0,1 1 1,0 0-1,0 0 1,0 0-1,1 0 0,0 0 1,1 0-1,0 12 1,0-18 63,0 0 0,0 0 0,1 1 0,-1-1 0,0 0 0,1 0 0,-1 0 0,1 0 0,-1 0 0,1 0 0,0-1 0,-1 1 0,1 0 1,0 0-1,0 0 0,-1 0 0,1-1 0,0 1 0,0 0 0,0-1 0,0 1 0,0-1 0,0 1 0,0-1 0,0 1 0,0-1 0,0 0 0,0 0 0,0 1 0,3-1 0,33-2-86,14-11 196,-1-2 0,60-26 0,-35 12 226,-72 30-338,0-1 0,0 1 0,0 0 0,-1 0 0,1 0 0,0 0 0,0 0-1,0 0 1,-1 1 0,1-1 0,-1 1 0,4 3 0,-2-1-214,0 0 0,-1 0-1,1 0 1,-1 1 0,0 0 0,0 0-1,-1 0 1,1 0 0,2 9 0,-2-7-404,-1 0 0,2 0 0,-1 0 0,1-1 1,6 9-1,-6-11-92,0 0 0,0 0 1,0 0-1,1 0 0,7 4 1,15 4-5269,-3-6-1382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17.7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207 7 10021,'0'0'2475,"-13"6"-224,-10 6-882,0 0 0,1 2-1,1 0 1,-40 35 0,59-47-1286,-1-1 1,1 0 0,-1 0-1,0 0 1,1 0 0,-1 0-1,0 0 1,0-1-1,-4 1 1,-2 1 186,6-1 2505,4-2-2754,1 0 0,-1 0 0,1 0-1,0 0 1,0 0 0,-1 0 0,1 0-1,0 1 1,0-1 0,0 1 0,0-1-1,0 1 1,0 0 0,3 0 0,1-1-14,1 1 0,-1 0 0,1 0 0,-1 0 0,1 1 0,-1 0 0,1 1 0,-1-1-1,0 1 1,1 0 0,-1 1 0,-1 0 0,1 0 0,0 0 0,-1 0 0,1 1 0,-1 0 0,0 0 0,0 1 0,0-1 0,-1 1 0,0 0 0,0 0 0,0 1 0,0-1 0,-1 1 0,0-1 0,0 1 0,-1 0 0,0 0 0,0 1 0,0-1 0,0 0 0,-1 1 0,0-1 0,-1 1 0,1-1 0,-1 1 0,-1-1 0,1 1 0,-1-1 0,-2 8 0,-3 5-6,-2 1 0,-1-2 0,-13 23 0,19-34 9,2-5 199,24-21-172,91-89 14,-50 57-73,218-162 561,-280 211-480,1 0-1,0 1 0,0-1 0,0 0 0,0 1 0,0 0 0,0 0 0,0-1 0,0 2 0,0-1 0,1 0 0,-1 1 0,0-1 0,0 1 0,1 0 0,-1 0 0,0 1 0,1-1 0,-1 0 0,4 2 0,-4 0-9,-1-1-1,1 1 0,-1-1 0,0 1 0,0 0 0,0 0 0,0 0 1,0 1-1,0-1 0,0 0 0,-1 1 0,1-1 0,-1 1 0,0-1 1,1 1-1,-1 0 0,0-1 0,-1 1 0,1 0 0,0 0 0,-1 0 1,1 5-1,1 38 259,-1-1 0,-6 52 0,1-52-415,2 0 0,7 68 0,-4-104-87,1 1-1,0-1 1,0 0-1,1-1 0,0 1 1,1 0-1,0-1 1,0 0-1,1 0 1,0 0-1,1 0 1,-1-1-1,11 10 1,-6-8-189,0-1 0,0 0 0,1 0 0,0-1 1,1-1-1,0 0 0,0 0 0,22 6 0,-10-5-320,1-2 0,0 0 0,0-2 0,1-1 0,-1 0 0,0-2 0,1-1 0,-1-2 0,37-7 0,-35 4-284,0-2 1,-1 0 0,0-2 0,0-1 0,-1-1 0,-1-2 0,0 0 0,32-25 0,7-11-3749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18.5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923 233 9009,'-4'-7'423,"0"-1"1,0 0-1,1 0 0,-3-10 1,1 3 941,5 14-1223,-1 0 0,0 0 0,1 0 0,-1 0 0,0 0 0,0 0 0,0 0 0,0 0 0,0 1 0,0-1 0,0 0 0,0 1 0,0-1 0,0 0 0,0 1 0,-1 0 0,1-1 0,0 1 0,0 0 0,0-1 0,-1 1 0,-1 0 0,-36-1 1774,28 1-1293,-20 1 49,0 0 1,0 3-1,0 0 1,0 2-1,0 1 1,-48 19 0,61-19-524,0 2 1,0-1-1,1 2 1,0 1-1,1 0 1,0 1-1,1 0 1,1 1-1,-1 1 1,2 0-1,-21 30 1,23-28-92,3-5 13,0 0 0,1 1-1,1-1 1,-8 20 0,13-26-65,0-1 0,0 0 1,0 0-1,1 0 1,-1 0-1,1 1 1,0-1-1,0 0 1,1 0-1,-1 1 1,1-1-1,0 0 1,0 0-1,0 0 0,1 0 1,0 0-1,-1 0 1,4 4-1,-2-3-19,0-1 1,1 0-1,0 0 0,-1-1 0,1 1 0,0-1 0,1 1 1,-1-1-1,0-1 0,1 1 0,0-1 0,0 1 0,0-1 1,0-1-1,0 1 0,0-1 0,0 0 0,10 1 0,2 0-9,0-1-1,1-1 0,-1-1 0,25-3 0,-34 3 19,0-1 0,0 1 1,0-1-1,0-1 0,-1 1 0,1-1 1,-1-1-1,0 1 0,0-1 1,0-1-1,0 1 0,0-1 1,-1 0-1,0-1 0,0 1 0,-1-1 1,1 0-1,-1-1 0,6-10 1,2-6 191,18-43 1,-14 34 426,-16 30-333,-1-1-52,1-21 303,0 38 221,0 48 152,-5 13-357,-4-1 0,-32 140 0,3-30-80,-67 414 516,92-531-906,-3 20 40,-4-2-1,-31 87 0,40-145-94,-1-1-1,-1 0 0,-2-1 1,0-1-1,-2 0 0,0-1 1,-2 0-1,0-1 0,-1-2 1,-33 28-1,33-32-14,-2-1-1,0 0 1,0-2 0,-2 0-1,-25 10 1,47-22-4,-1 0 0,0-1 0,0 1 0,1 0-1,-1-1 1,0 1 0,0-1 0,0 0 0,0 1 0,0-1 0,0 0 0,0 0 0,0 0-1,1-1 1,-1 1 0,0 0 0,0-1 0,0 1 0,0-1 0,0 0 0,1 1 0,-1-1-1,0 0 1,0 0 0,1 0 0,-1 0 0,1 0 0,-1-1 0,1 1 0,0 0 0,-1-1-1,1 1 1,0-1 0,0 0 0,0 1 0,0-1 0,0 0 0,0 1 0,1-1 0,-1 0-1,0-2 1,-1-5-8,0 1 0,1 0 0,1 0 0,-1 0 0,1 0 0,0-1 0,1 1 0,2-12 0,11-33-285,2 0 0,32-72 0,-29 78 57,17-34-481,3 2-1,4 1 1,3 2-1,61-76 0,-7 27-802,161-155-1,-70 106 504,255-178-1,21 58 426,-432 277 576,-23 12 43,-1-1 1,-1 0 0,1 0 0,15-12 0,4-4 100,-25 19-104,0 0 1,0 0 0,0 0 0,-1-1-1,0 0 1,1 0 0,-2 0 0,7-7-1,12-20 29,-12 19 11,0-1 0,11-19 0,-20 29-43,1 0-1,-1 0 0,1 0 1,-1 0-1,0 0 0,0 0 1,-1-1-1,1 1 0,-1 0 1,1 0-1,-1-1 0,0 1 1,0 0-1,-1-1 0,1 1 1,-1 0-1,0-4 0,0 6 9,1 0 0,-1 0 0,0 0-1,1 0 1,-1 0 0,0 0 0,1 1 0,-1-1 0,0 0-1,0 0 1,0 1 0,0-1 0,0 1 0,0-1-1,0 1 1,0-1 0,0 1 0,0 0 0,0-1 0,0 1-1,0 0 1,0 0 0,0 0 0,0 0 0,0 0-1,0 0 1,0 0 0,0 0 0,0 0 0,-2 1 0,-35 10 793,4 5-301,1 0 0,0 3-1,1 0 1,2 2-1,-30 26 1,11-4 202,2 3 0,-43 53 0,72-77-562,0 1 1,2 0-1,1 1 0,0 1 1,-10 28-1,20-42-131,1 0 0,1 0 0,0 1 0,1-1 0,0 1 0,0 17 0,2-21-61,0-1 1,1 0-1,0 0 1,0 1-1,1-1 1,0 0-1,0 0 1,0-1-1,1 1 1,0 0-1,6 8 1,-4-9-96,-1-1 0,1 1 0,0-2 0,0 1 1,0 0-1,1-1 0,-1 0 0,1 0 0,0-1 0,1 1 0,-1-1 0,0-1 1,13 4-1,9 2-583,0-2-1,30 2 1,-55-7 636,84 7-2874,122-3 1,92-20-5543,-273 13 7443,174-9-8437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19.6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1591 1178 7389,'-50'-26'5074,"31"17"-2826,-1-1 1,-23-16-1,32 17-1847,-1 1 1,0 1 0,0 0-1,0 0 1,-1 1-1,0 1 1,0 0 0,-1 1-1,1 0 1,-1 1-1,0 1 1,0 0 0,-19 0-1,0 4 43,0 1 0,0 1-1,0 2 1,0 2 0,1 1-1,1 1 1,-1 2 0,-48 25-1,1 7 206,3 3 0,-71 58-1,-120 110 381,196-149-671,-97 114 0,154-164-327,0 1 0,1 0 0,1 2 0,1-1 1,0 1-1,1 1 0,-12 35 0,22-53-32,-1 1-1,0 0 1,1-1 0,-1 1 0,1 0-1,0 0 1,0-1 0,0 1 0,0 0-1,0 0 1,1-1 0,0 1-1,-1 0 1,1-1 0,0 1 0,0-1-1,0 1 1,0-1 0,1 1-1,-1-1 1,1 1 0,-1-1 0,1 0-1,0 0 1,0 0 0,0 0 0,0 0-1,0-1 1,1 1 0,-1-1-1,0 1 1,1-1 0,-1 0 0,1 0-1,-1 0 1,6 1 0,5 2-61,-1-2 0,1 0 0,0 0 0,-1-1 1,1-1-1,22-2 0,5-3-127,-1-2 0,1-1 0,-2-3 0,1-1 0,50-23 0,-4-5-367,94-62 1,-114 61 272,-2-3 1,-2-3-1,-2-2 0,-2-4 1,96-113-1,-119 121 196,-1-1 1,-2-2-1,-2-1 1,-2-1-1,-3-2 0,-2 0 1,-2-1-1,22-97 1,-29 79 29,-2-1 1,-4 0 0,-3 0 0,-4 0 0,-2 0 0,-18-109 0,13 144 19,-1 0 0,-15-38 0,19 64 62,0 0-1,-1 0 1,-1 1-1,0-1 1,0 1-1,-1 0 1,0 1-1,0-1 1,-1 2 0,-13-13-1,19 20-7,0 0 0,1 0 0,-1 0 0,0 1 0,1-1 0,-1 0 0,0 1 0,0-1 0,0 1 0,0 0 0,0-1 0,0 1 0,1 0 0,-1 0 0,0 0 0,0 1 0,0-1 0,0 0 0,0 1 0,0-1 0,1 1 0,-1-1 0,0 1 0,0 0 0,-3 2 0,-1 1 48,-1 1-1,1-1 1,0 1-1,-8 9 1,3-2 41,2 0 1,0 1-1,0 0 0,1 0 1,1 1-1,0 0 0,-8 22 1,-26 107 406,18-37-157,-16 158 0,34-187-208,3 0 0,14 142-1,-8-186-124,2 0 0,1 0-1,1 0 1,2-1-1,1-1 1,16 33 0,-20-52-29,0 1 0,0-1 0,1 0 0,1-1 1,0 0-1,1 0 0,0-1 0,0 0 0,1-1 0,1 0 1,-1 0-1,1-2 0,1 1 0,-1-2 0,1 1 1,23 6-1,-15-8-31,-1-1 1,1-1-1,0 0 1,0-2-1,0 0 1,0-2-1,0 0 1,0-2-1,0 0 1,0-1-1,-1-1 1,1-1-1,-1-1 1,27-13-1,-3-1-67,-2-3 1,0-1-1,-2-2 0,0-1 0,41-41 0,142-169-148,-222 236 256,9-8 75,-8 9 59,-2 3 60,1 13-117,0-1 1,-1 1-1,-1 0 1,0-1 0,-1 1-1,0-1 1,-8 24-1,-2 17 23,10-39-76,-21 163-707,23-159-102,-1 1-1,2-1 1,1 0-1,1 0 1,0 0 0,11 34-1,-12-48-415,1 0-1,0-1 1,0 1-1,1 0 1,-1-1-1,1 0 1,0 0-1,1 0 1,6 6-1,4-1-8147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19.7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43 11313,'-7'-31'3192,"26"25"-2280,0 0-584,10 6-1928,3 3-512,-7-6-1416,23 3-1993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20.0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6 340 13145,'-1'-1'122,"1"1"0,-1-1 0,0 0 0,1 0 0,0 1 0,-1-1 0,1 0 0,-1 0 0,1 0 0,0 0 0,0 0 0,-1 0 0,1 0 0,0 0 0,0 0 0,0 1 0,0-1 0,0 0 0,0 0 0,0 0 0,1 0 0,-1 0 0,0 0 0,0 0 0,1 0 0,-1 0 0,1-1 0,1 1 103,-1 1 1,0 0-1,0-1 1,1 1 0,-1 0-1,0 0 1,0 0-1,1 0 1,-1 0 0,0 0-1,0 0 1,1 0-1,-1 1 1,0-1 0,0 0-1,1 1 1,0 0-1,10 3 988,0 2 0,19 11 0,-5-1-758,-2 2 1,0 0 0,-1 1 0,-1 1-1,-1 2 1,-1 0 0,34 48 0,-45-57-418,-1 1 1,-1 1-1,0-1 1,-1 1-1,0 0 1,-1 1-1,-1-1 1,-1 1-1,0 0 1,-1 0 0,0 0-1,-1 0 1,-1 0-1,-1 0 1,0 0-1,-6 23 1,2-15-22,-1-1 1,-1 0-1,-1-1 1,-1 1-1,-1-1 1,-1-1-1,-1 0 1,-1-1-1,-1 0 1,-24 27-1,-41 32 71,77-77-74,-1 1-1,0-1 0,1 0 0,-1 0 1,0 0-1,0-1 0,0 1 1,-6 1-1,9-3-8,-1 1 1,1-1-1,-1 0 1,1 0-1,-1 0 1,1 0-1,-1 0 1,1 1-1,-1-1 1,1 0-1,-1 0 0,0 0 1,1-1-1,-1 1 1,1 0-1,-1 0 1,1 0-1,-1 0 1,1 0-1,-1-1 1,1 1-1,-1 0 1,1 0-1,-1-1 1,1 1-1,0 0 1,-1-1-1,1 1 0,-1 0 1,1-1-1,0 1 1,-1-1-1,1 1 1,0-1-1,0 1 1,-1-1-1,1 1 1,0-1-1,0 1 1,0-1-1,0 1 1,-1-1-1,1 1 0,0-1 1,0 1-1,0-1 1,0 1-1,0-1 1,0 1-1,0-1 1,1 1-1,-1-2 1,1-7 29,1 0 1,0 0 0,0 0-1,1 0 1,1 0-1,-1 0 1,8-12 0,41-62 61,-31 51-81,32-44-441,3 2 1,4 2-1,106-99 0,230-165-5813,-372 317 5701,183-138-8130,-87 81-857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20.4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0 469 11789,'37'-5'653,"-15"2"35,-1-1 0,0-1 1,26-9-1,146-35 3382,-51 7-2788,57-19-185,-170 50-887,1-2 0,-2-1-1,0-1 1,39-29 0,-58 37-91,1 1 10,0-2 1,-1 0 0,0 0-1,12-15 1,-19 21-108,0-1 1,0 0-1,0 0 1,-1 0 0,1 0-1,-1 0 1,0 0-1,0 0 1,0 0-1,0-1 1,-1 1 0,1 0-1,-1 0 1,0-1-1,0 1 1,0 0-1,0-1 1,-1 1 0,1 0-1,-1-1 1,-2-4-1,2 4 11,-1 1-1,0-1 0,-1 1 1,1 0-1,-1 0 1,1 0-1,-1 0 0,0 0 1,0 0-1,0 1 1,-1-1-1,1 1 0,-1 0 1,1 0-1,-1 0 1,1 1-1,-1-1 0,0 1 1,0 0-1,0 0 1,0 0-1,0 1 0,-8-1 1,-3 0 246,0 0 1,0 1-1,0 1 1,0 0-1,-18 5 0,7 0 174,1 2 0,0 1 0,1 1 0,0 1 0,1 1 0,0 1 0,-38 29 0,14-5 421,3 2 1,-55 61-1,70-67-840,1 2 1,1 1-1,-27 48 0,43-64-37,1 0 0,1 0 0,0 1 0,2 1 0,0-1 0,2 1 0,0 0 0,-2 29 0,7-43 4,0-1 1,1 1-1,0 0 1,0 0-1,1-1 0,-1 1 1,2 0-1,-1-1 1,1 0-1,0 0 0,1 0 1,0 0-1,0 0 1,0 0-1,1-1 0,0 0 1,0 0-1,0-1 1,1 1-1,0-1 0,13 8 1,3 1-28,0 0 1,1-2-1,1-1 0,0-1 1,33 9-1,51 11-1617,1-5 0,156 16 0,231-12-5253,-103-36-2152,-390 7 8973,194-6-8637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20.9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932 86 12493,'-4'0'205,"1"1"69,0-1 0,-1 1 0,0-1 0,1 0 0,-1 0 0,1 0 0,-1 0 0,1-1 0,-1 1 0,1-1 0,0 0-1,-1 0 1,1 0 0,0-1 0,-1 1 0,1-1 0,0 1 0,0-1 0,0 0 0,-5-5 0,5 5 33,0-1 0,-1 1 0,1 0 0,-1 0 0,0 0 0,0 1 0,0-1 0,0 1 0,0 0 0,0 0 0,0 1 0,0-1 0,0 1 0,0 0 0,0 0 0,0 0 0,-8 1 0,-8 1 803,-40 10-1,29-2-512,0 0 0,1 2 0,0 2-1,1 0 1,1 2 0,0 1 0,-34 28-1,14-6-4,2 3-1,-74 86 0,88-90-584,3 2 0,1 0 1,-39 77-1,57-97-8,1 0 1,1 0-1,1 1 1,1 0-1,1 0 1,0 1-1,2-1 1,1 1-1,0 0 1,3 38-1,0-53-1,0 0 1,0 0-1,1 0 1,0 0-1,1 0 0,-1 0 1,1 0-1,0-1 0,1 1 1,0-1-1,0 0 1,0 0-1,10 9 0,-7-8-6,1-1-1,0 1 0,1-2 0,0 1 1,-1-1-1,2 0 0,-1-1 0,19 6 1,-3-4-48,1 0 0,0-2 1,1-1-1,-1-1 1,0-1-1,47-5 0,-3-6-789,0-2-1,-1-3 1,-1-3 0,-1-3-1,-1-3 1,125-65-1,-111 41 49,-2-3-1,-2-3 0,131-123 0,-149 117 792,-3-3 0,-2-1 1,-4-3-1,-2-2 0,62-125 1,-96 154 1213,-14 28-263,1 13-908,-1-1 0,1 0 0,-1 0 0,0 0 0,1 0 1,-1 0-1,1 1 0,-1-1 0,1 0 0,-1 1 0,1-1 1,-1 0-1,1 1 0,-1-1 0,1 0 0,-1 1 1,1-1-1,0 1 0,-1-1 0,1 1 0,0-1 0,-1 1 1,1 0-1,-15 18 489,2 2 0,0-1-1,-20 45 1,-21 75 359,43-110-733,-7 22-90,-23 104 0,37-135-472,1 0 0,1 0 0,1 1 0,1-1 0,1 0 0,0 0 0,2 1 0,6 24 0,-7-40 71,0-1 0,1 1 0,-1 0 0,1-1 0,0 1 0,0-1 0,1 0 0,0 0 0,0 0 0,0 0 0,6 4 0,-7-7-116,0 1 1,0-1-1,0 0 1,0 0-1,0 0 1,1 0-1,-1 0 1,1-1-1,0 0 1,-1 0-1,1 0 1,0 0-1,0 0 0,-1-1 1,1 1-1,0-1 1,0 0-1,7-1 1,10-6-3608,1 4-1940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21.2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1 125 9669,'3'-2'949,"0"0"0,1 0 1,-1-1-1,0 1 0,-1-1 0,6-5 1,-6 5-769,0 1 0,0 0 0,1-1 1,-1 1-1,1 0 0,-1 0 1,1 1-1,0-1 0,0 0 0,6-1 1,48-15 917,1 4 0,95-13 1,-73 15-545,-68 9-426,1 1 1,-1 1 0,1 0-1,-1 1 1,1 0 0,17 3 0,-27-3-84,0 1 0,1 0 1,-1 0-1,0 1 1,0-1-1,0 1 1,0-1-1,0 1 1,0 0-1,0 0 1,-1 0-1,1 1 1,-1-1-1,1 1 1,-1-1-1,0 1 0,0 0 1,0 0-1,0 0 1,-1 0-1,1 0 1,-1 0-1,0 0 1,0 0-1,0 1 1,0-1-1,1 6 1,-1 12 168,1 0 1,-2 0-1,-1 0 1,-5 32-1,2-26-9,2-1-1,1 41 1,2-60-171,0 1-1,0-1 1,0 1 0,1-1 0,0 1 0,1-1-1,0 0 1,0 0 0,0 0 0,1-1 0,0 1-1,0-1 1,6 7 0,-5-9-20,-1 1-1,2-1 0,-1 0 1,0-1-1,1 1 1,0-1-1,0 0 1,0 0-1,0-1 1,0 0-1,0 0 1,1-1-1,-1 1 1,1-1-1,-1-1 0,1 1 1,-1-1-1,1 0 1,6-1-1,12-2 3,-1 0-1,0-2 0,41-13 0,-35 8 10,-1-2 0,52-28 0,-66 31-12,1 0 0,-2-2-1,0 1 1,0-2 0,-1 0-1,16-19 1,-26 28-13,-1 1-1,0-1 1,0 0-1,-1 1 1,1-1-1,0 0 1,-1-1-1,0 1 1,0 0-1,0 0 0,0 0 1,0-1-1,-1 1 1,1 0-1,-1-1 1,0 1-1,0 0 1,0-1-1,-2-6 1,1 6-10,-1-1 1,0 1 0,0-1-1,-1 1 1,1-1-1,-1 1 1,0 0-1,0 0 1,0 1 0,-1-1-1,1 1 1,-6-4-1,-6-5-176,-1 2 1,-1 0-1,0 1 0,0 0 0,-34-11 0,-13 1-1402,-97-17-1,85 23-1854,-1 2-3281,28 4-2823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21.5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46 13937,'1'0'170,"1"0"1,0 1-1,0-1 0,-1 0 0,1 1 0,0 0 0,-1-1 1,1 1-1,-1 0 0,1 0 0,-1 0 0,1 0 0,-1 0 1,1 0-1,-1 0 0,0 0 0,0 0 0,1 1 0,-1-1 1,0 1-1,0-1 0,1 4 0,0-3 13,-1 0-1,1 1 0,-1-1 1,1 0-1,0 0 1,0 0-1,0 0 1,1 0-1,-1-1 0,5 4 1,36 14 912,0 1 1,-1 3-1,61 44 1,-92-59-973,-1 1-1,0 0 1,0 0 0,0 1 0,-1 1 0,-1-1 0,0 1 0,0 1 0,-1-1 0,-1 1 0,0 1 0,0-1 0,-1 1 0,-1 0 0,0 0 0,-1 0 0,2 17 0,-5-21-43,0 0 1,-1 0-1,1 0 0,-2-1 0,1 1 1,-2 0-1,1-1 0,-1 1 0,0-1 1,-1 0-1,1 0 0,-2 0 1,-6 9-1,-8 9 361,-1 0 0,-30 28 0,25-28 92,22-23-253,2-6-161,-1 1-90,1 0 0,0 0 0,0 0 0,0 0 1,0 0-1,1 0 0,-1 0 0,0 0 0,1 0 1,0 0-1,-1-1 0,1 1 0,0 0 0,0 0 0,0 0 1,0-1-1,1 1 0,-1 0 0,0 0 0,1 0 1,0 0-1,-1 0 0,3-4 0,9-24-304,1 2 0,1-1-1,1 1 1,2 1 0,1 1-1,1 1 1,1 0 0,30-28-1,29-20-3353,97-69 0,-134 109 2119,53-35-4697,10 6-3888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22.1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313 7 12809,'-43'42'1973,"42"-40"-1734,-1 1 1,0-1-1,1 0 1,-1 0-1,1 1 1,0-1-1,-1 1 1,1-1-1,0 1 0,1-1 1,-1 1-1,0 5 1,-3 7 792,3-12-947,0 0 0,0-1 0,1 1 0,0 0-1,-1-1 1,1 1 0,0 0 0,0 0 0,0-1 0,1 1 0,-1 0 0,1 0-1,-1-1 1,1 1 0,0 0 0,0-1 0,0 1 0,1-1 0,-1 0 0,0 1 0,1-1-1,0 0 1,-1 0 0,1 0 0,0 0 0,0 0 0,0 0 0,0 0 0,1-1-1,2 3 1,3 1-18,1 1-1,0-2 1,0 1-1,0-1 1,0 0 0,1-1-1,10 3 1,20 1-81,0-2 1,1-1-1,0-2 1,76-6-1,-29-6-132,101-25-1,-189 35 155,12-3 83,0 1 0,0-2 0,-1 0 0,1 0 0,15-9 0,-25 12-34,0 0 0,0 0-1,0-1 1,0 1 0,-1-1 0,1 1 0,-1-1-1,1 0 1,-1 1 0,0-1 0,1 0-1,-1 0 1,0 0 0,0 0 0,0 0 0,-1 0-1,1-1 1,0 1 0,-1 0 0,1 0-1,-1 0 1,0-1 0,0 1 0,0 0 0,0 0-1,0-1 1,0 1 0,-1 0 0,1 0 0,-1 0-1,0-1 1,1 1 0,-1 0 0,0 0-1,-2-3 1,-1-2 371,0 0 0,-1 1 0,1-1 0,-2 1 0,-8-9 0,-13-16 2045,26 30-1165,-12 18-164,7-8-1031,1 0 0,0 0 0,1 1 0,0 0 0,1 0 0,-5 19 0,-5 15 42,-13 27-155,4 1 0,3 1 0,3 1 0,-7 86 0,0 400 0,12-182 0,4-210 0,-40 641 0,46-798 0,-27 218 0,23-203 0,-1-1 0,-1 0 0,-1 0 0,-1-1 0,-1 0 0,-23 38 0,29-55 0,-1-1 0,0 0 0,0 0 0,0 0 0,-1-1 0,1 1 0,-1-1 0,-1-1 0,1 1 0,-1-1 0,1 0 0,-1 0 0,-1-1 0,1 0 0,0-1 0,-1 1 0,-10 1 0,9-3 0,-1 0 0,1-1 0,-1 0 0,1-1 0,-1 0 0,1 0 0,0-1 0,0 0 0,0 0 0,0-1 0,0-1 0,0 0 0,1 0 0,-9-5 0,-1-2 0,1-1 0,0-1 0,1 0 0,0-1 0,1-1 0,-21-27 0,14 12 0,1-1 0,2-2 0,-20-44 0,30 58 0,-8-15 0,2-1 0,2-1 0,-16-65 0,25 81-201,1-1 0,1 1 0,1-1 0,1 1 0,1-1 0,1 0 0,0 1 0,2-1 0,0 1 0,1 0 0,1 1 0,1-1 0,1 1 0,1 0 0,0 1 0,16-23 0,-3 9-633,1 1 0,1 2-1,2 0 1,1 2 0,43-34 0,0 8-2165,97-56 1,-3 22-2982,14 10-3404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22.2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131 64 10501,'-26'-3'2368,"10"17"-280,-3-17-271,4-2-205,-1-1-324,0-3 696,6 1-1496,-2-1-312,27-5-4360,1 3-1217,16 2-4352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24.8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216 32 10753,'18'-26'1848,"-14"20"2859,-6 8-3513,-2 4-692,0 0-1,1 0 0,-1 0 1,1 0-1,0 1 0,1-1 1,-1 1-1,-1 10 0,-8 61 1448,9-54-1342,-10 72 876,-18 96 633,-55 186-726,64-292-2173,9-38-1463,-10 94 1,21-112-1544,1-1 1,5 41 0,1-26-7148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25.0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1 335 12217,'89'-63'2184,"-48"40"-364,7 3-371,6 0-305,-4 3-296,11-3-156,2 3-140,10-3-184,13-3-292,3-5-496,6 2-392,4 9-460,2 0-368,1 5-109,-1 4-159,-12 5-2012,-13 6-2725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25.3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255 489 7397,'-136'68'2017,"119"-59"-313,-1-1 1,-38 10 0,33-11-285,19-6 1733,11-3-2512,439-154 184,-180 54-1754,-265 102 925,763-297-2096,-673 256 3237,-88 39-542,16 8 1075,-10-1-705,-19 14 162,-7 12-136,1 1-1,1 1 1,2 1-1,-13 49 1,2-6-173,18-61-807,-60 190 809,35-64-7055,30-136 4603,1 0-1,0 0 1,0 0 0,0 0-1,2 9 1,6-1-8985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25.4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9 11881,'-16'-9'4641,"32"15"-5866,0 0-539,6-6-2152,19 0-2717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25.7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203 0 17386,'-15'31'1990,"2"0"1,1 1 0,2 1 0,1-1 0,-7 54 0,9-50-695,-33 181 65,-13 65-582,43-235-2364,3 1 0,-3 64 1,10-83 377,1 0 1,1 0-1,1 0 0,2-1 1,9 36-1,2-27-5581,8 0-4213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26.0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1 477 9577,'1'-2'185,"1"1"0,-1 0 0,1-1-1,0 1 1,-1 0 0,1 0 0,0 0 0,0 0 0,-1 0 0,1 1 0,0-1-1,0 1 1,0-1 0,0 1 0,0-1 0,0 1 0,0 0 0,0 0 0,3 0 0,0-1 228,0 0 0,0 0 0,0-1 0,0 0 0,-1 0 0,1 0 0,6-5 0,6-2 274,247-128 2694,-204 101-2989,-1-2 0,68-57 0,-112 81-265,-2 0 1,23-28-1,-35 41-123,0 0 0,0 0 1,0 0-1,-1 0 1,1 0-1,0-1 0,0 1 1,-1 0-1,1 0 1,0-1-1,-1 1 0,1 0 1,-1-1-1,0 1 0,0-1 1,1 1-1,-1 0 1,0-1-1,0 1 0,0-1 1,0 1-1,0 0 1,-1-1-1,1 1 0,0-1 1,-1 1-1,1 0 0,-1-1 1,1 1-1,-1 0 1,0 0-1,0-1 0,1 1 1,-1 0-1,0 0 0,0 0 1,0 0-1,0 0 1,0 0-1,0 0 0,0 0 1,-1 1-1,1-1 1,0 0-1,0 1 0,-1-1 1,1 1-1,0-1 0,-1 1 1,1-1-1,-1 1 1,1 0-1,-2 0 0,-12-1 148,-1 1-1,1 0 1,-1 1-1,1 1 1,0 0-1,-1 1 1,1 1-1,1 0 1,-1 2-1,-16 7 1,-15 8 1005,-76 51 0,100-57-837,0 0 0,1 1 0,1 1 0,1 1-1,0 0 1,2 2 0,0 0 0,1 1-1,1 1 1,1 0 0,1 1 0,-15 37-1,25-54-263,1 0 0,1 1 0,-1-1 0,1 1-1,0-1 1,0 1 0,1-1 0,0 1 0,0 0-1,1-1 1,-1 1 0,1-1 0,1 1 0,-1-1-1,4 7 1,-2-6-40,1 0 0,-1 0 0,2 0 0,-1-1 0,1 0 0,0 0 0,0 0 0,1-1 0,-1 1 0,1-1 0,1-1 0,10 8 0,3-1-197,1-1 0,0-1 0,0-1 0,1-1 0,0 0 0,38 5 0,145 8-1859,-163-18 1622,385 6-5033,-141-18-3133,-91 1-2352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26.4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249 135 15853,'-2'-3'215,"0"1"0,0-1 0,1 0-1,-1 1 1,1-1 0,0 0-1,0 0 1,0 0 0,0 0 0,0 0-1,1 0 1,-1 0 0,1-4-1,0 5-50,1-1-1,0 1 1,0-1-1,0 1 1,0 0-1,1-1 1,-1 1-1,0 0 0,1 0 1,0 0-1,0 0 1,-1 0-1,1 0 1,0 1-1,0-1 1,5-2-1,2-2 156,1 0-1,0 1 1,1 0 0,-1 1-1,1 0 1,-1 1-1,1 0 1,15-2 0,11 0 202,40-1 0,-25 5-296,1 2 0,-1 2 1,53 11-1,-76-9-192,1 2-1,-1 1 1,-1 1-1,0 2 1,0 0 0,44 27-1,-64-33-18,0 0 0,-1 1 0,1 0 0,-1 0 0,0 0 0,-1 1 0,1 0 0,-2 0 0,1 1-1,-1-1 1,0 1 0,0 1 0,-1-1 0,0 1 0,-1-1 0,0 1 0,0 0 0,-1 0 0,0 1 0,0-1 0,-1 0 0,-1 0 0,1 1 0,-2-1 0,1 1-1,-1-1 1,0 0 0,-1 0 0,0 1 0,-6 14 0,-1-4-10,0 0 0,-2 0 0,0-2 0,-1 1 0,-1-1 0,0-1 0,-2 0 0,-23 22 0,-6 0-19,0-3 0,-54 34 0,-397 201-145,227-134 370,265-136-82,10-1-22,75 1-407,1-5 0,138-23 0,-87 8-686,237-40-4308,-124 9-4366,-241 48 9249,69-12-6730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26.5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 9 11517,'-8'-8'9201,"15"12"-3854,2 3-6228,-4-1 1248,0 0-1,0 0 1,-1 1 0,1-1 0,-1 1 0,-1 0 0,1 0 0,-1 0 0,-1 1 0,1-1 0,-1 1 0,0 0-1,-1-1 1,0 1 0,0 12 0,0 11 183,-1 0 1,-6 51-1,-8-8-558,-44 144 1,-8 33-6867,63-235 5218,1 0-1,0-1 0,1 1 0,1 0 0,1 0 0,4 30 1,15 15-9579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27.4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594 978 8425,'-36'-42'1810,"34"39"-1566,0 0 1,1 0-1,-1 0 1,0 0-1,1 0 0,0 0 1,0 0-1,0-1 1,0 1-1,0 0 1,1-1-1,-1 1 0,1-1 1,0-4-1,-3-17 647,0 12-623,1 0-1,0 0 1,1 0 0,0 0-1,1 0 1,0 0-1,1 0 1,1 0 0,4-19-1,4-7 580,26-68-1,68-109 992,-21 50-851,11-14 788,-115 211 75,5-10-1436,-24 41 835,-45 91 0,-20 77 389,80-174-1346,-144 335 865,-145 506 0,287-806-1157,5 2 0,-18 165 0,39-244-138,0-1 0,1 1 0,1 0 1,1 0-1,0 0 0,7 25 0,-8-35 74,1 1-1,0-1 1,0 1-1,0-1 0,1 1 1,-1-1-1,1 0 1,0 0-1,0-1 1,1 1-1,-1 0 1,1-1-1,0 0 1,0 0-1,0 0 1,0 0-1,0-1 1,1 0-1,-1 0 1,1 0-1,-1 0 1,6 1-1,2-2-194,-1 1 0,0-2 0,1 1 0,-1-2 0,1 1 0,-1-2 1,0 0-1,1 0 0,-1-1 0,0 0 0,-1 0 0,1-2 0,-1 1 0,1-1 0,-1-1 0,-1 0 0,15-11 0,-6 4-136,-1-2 1,0 0-1,-1-1 0,0 0 0,-1-1 0,-2-1 1,1-1-1,10-20 0,-17 27 274,-1 0 1,0-1-1,-1 0 0,0 0 0,-1 0 1,-1 0-1,0 0 0,-1-1 1,0 0-1,-1 1 0,0-1 1,-1 0-1,-1 1 0,0-1 0,-1 0 1,-1 1-1,0-1 0,-1 1 1,0 0-1,-8-17 0,-9-12-18,-2 0 1,-2 2-1,-1 1 0,-38-43 0,39 51 110,-30-50-1,48 70 32,0-1-1,1 0 0,1-1 1,0 1-1,0-1 0,1 0 1,1-1-1,-2-14 0,5 23-3,0 0-1,0 0 0,0 0 1,1 0-1,-1 1 1,1-1-1,1 0 0,-1 0 1,0 1-1,1-1 0,0 1 1,0-1-1,1 1 1,2-4-1,0 1-11,1 0 1,-1 1 0,1 0-1,0 1 1,1-1 0,-1 1-1,12-7 1,5 0-2,1 1 1,0 1 0,0 1 0,32-8-1,-14 6 3,0 2-1,1 2 1,81-2 0,-100 9 27,0 0 0,0 2 0,0 1 0,0 1 0,0 2 0,-1 0 0,0 1 0,31 14 0,-47-18-15,0 0-1,-1 1 1,1 0 0,-1 0-1,0 1 1,0 0-1,0 0 1,-1 0-1,0 0 1,0 1-1,0 0 1,-1 0-1,0 0 1,0 1 0,0 0-1,-1-1 1,0 1-1,0 0 1,-1 1-1,0-1 1,0 0-1,-1 1 1,0-1-1,0 1 1,0-1 0,-1 1-1,-1-1 1,1 1-1,-1-1 1,0 1-1,-1-1 1,0 0-1,0 1 1,-5 11-1,4-11 22,0 0 0,1 0-1,0 0 1,0 1 0,0 11-1,2-18-12,0-1-1,0 1 1,0-1 0,0 1-1,0-1 1,1 1 0,-1-1-1,0 0 1,1 1-1,-1-1 1,1 1 0,0-1-1,-1 0 1,1 0-1,0 1 1,0-1 0,0 1-1,1-1-4,-1-1 0,0 1 0,0-1 0,0 1 1,0-1-1,1 0 0,-1 1 0,0-1 0,0 0 0,1 0 0,-1 0 0,0 0 0,0 0 0,1 0 0,-1 0 0,0 0 0,0-1 0,0 1 0,1 0 0,-1-1 0,0 1 0,0-1 0,0 1 0,2-2 0,250-124 125,-220 107-312,-2-2 0,0-1-1,-1-1 1,-1-2 0,38-42 0,-60 59-9,0-1 0,-1 1 0,-1-1 0,1 0 0,-1 0 0,-1-1-1,0 1 1,0-1 0,3-13 0,-6 19 117,0-1 1,0 1-1,-1-1 1,0 0-1,0 1 0,0-1 1,0 1-1,-1-1 0,1 1 1,-1-1-1,-1 1 0,1-1 1,0 1-1,-1 0 1,0 0-1,0 0 0,0 0 1,-1 0-1,1 0 0,-1 0 1,0 1-1,0-1 1,-4-2-1,-5-3-86,0 0 0,0 2 0,-1-1 1,1 2-1,-2-1 0,1 2 0,-1 0 0,0 1 0,0 0 0,0 1 1,-21-2-1,31 4-261,9 3-2924,24 4 843,26 0-590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27.7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19 4420,'5'-4'63,"7"-8"974,-12 10-428,-10 3-217,10-1-358,0 0-1,-1 0 1,1 0 0,-1 0-1,1 1 1,-1-1-1,1 0 1,0 0 0,-1 0-1,1 0 1,0 0-1,-1 1 1,1-1 0,0 0-1,-1 0 1,1 1-1,0-1 1,-1 0 0,1 1-1,0-1 1,0 0-1,-1 1 1,1-1 0,0 0-1,0 1 1,0-1-1,-1 0 1,1 1 0,0-1-1,0 1 1,0-1-1,0 0 1,0 1 0,0-1-1,0 1 1,0-1-1,0 1 1,8 12 626,-6-11-883,0 0 179,1-1 29,1 0 1,-1-1 0,0 1-1,0 1 1,0-1 0,0 0-1,0 1 1,0-1-1,3 4 1,-4-5-95,0 1 0,-1 1 0,1-1-1,-1 0 1,1 0 0,-1 0 0,1 1 0,-1-1-1,0 1 1,0-1 0,0 1 0,0-1 0,0 1 0,0 0-1,0-1 1,0 1 0,0 3 0,-2-3-1469,-4 8 58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27.9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668 26 7841,'-10'-6'1526,"-11"-9"22,7 11 6139,-1 17-4950,5-3-2058,0 1-1,0 1 1,1 0-1,0 0 0,1 0 1,-6 15-1,-37 89 2209,31-68-2075,-112 273 2004,-2 4-4063,-21 84-9302,126-312 3842,13-5-4409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28.8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1269 901 10997,'-4'-4'278,"0"1"0,1 0 0,-2 0 0,1 0 0,0 1 0,-1-1 0,1 1 0,-1 0 0,0 0 0,1 0 0,-1 1-1,0 0 1,0 0 0,0 0 0,0 1 0,0-1 0,0 1 0,-8 1 0,-38 3 784,0 2 0,1 2 0,0 2 0,0 3 0,-64 25 0,7 6 98,-128 72 0,7 20-149,187-108-847,1 2 0,2 2 0,-44 47 0,77-74-176,0 0 0,1 1 0,0 0 0,0 0 0,1 0 0,-6 11 0,9-16-10,-1 0 1,1 1 0,0-1 0,-1 0 0,1 0 0,0 0-1,0 0 1,0 0 0,0 0 0,0 0 0,0 0-1,0 1 1,0-1 0,0 0 0,0 0 0,1 0 0,-1 0-1,0 0 1,1 0 0,-1 0 0,1 0 0,-1 0-1,1 0 1,0 0 0,-1 0 0,1 0 0,0 0 0,0-1-1,-1 1 1,1 0 0,0 0 0,0-1 0,0 1 0,0-1-1,0 1 1,0-1 0,0 1 0,0-1 0,0 1-1,0-1 1,0 0 0,0 0 0,1 0 0,-1 0 0,0 1-1,0-1 1,0-1 0,0 1 0,2 0 0,14 0-142,-1 0-1,1-2 1,0 0 0,0 0 0,-1-2 0,0 0 0,1-1 0,21-10 0,124-67-740,-135 67 761,48-30-209,-2-3-1,-3-4 0,90-84 1,-120 97 242,-2-2 1,-2-2 0,48-72-1,74-155-135,-124 200 263,39-107 1,8-78 774,-73 230-665,-6 19-11,-1 0-1,0 0 1,0 0 0,0 0 0,-1-8 0,0 14-103,0-1 0,0 1 0,0 0 0,0 0 1,0-1-1,0 1 0,0 0 0,0-1 0,0 1 0,0 0 0,0-1 0,0 1 1,0 0-1,0-1 0,0 1 0,0 0 0,-1-1 0,1 1 0,0 0 0,0 0 0,0-1 1,-1 1-1,1 0 0,0 0 0,0 0 0,-1-1 0,1 1 0,0 0 0,0 0 1,-1 0-1,1-1 0,0 1 0,-1 0 0,0 1 30,0-1 1,0 1-1,-1-1 0,1 1 0,0 0 1,0 0-1,0 0 0,1-1 0,-1 1 1,0 0-1,0 0 0,0 0 0,1 0 1,-2 2-1,-14 23 560,0 0-1,2 1 1,-15 40 0,-24 95 878,34-83-1068,3 0 1,4 0 0,3 2 0,3 139-1,7-191-356,2-1-1,1 0 0,1 1 0,1-1 0,2-1 0,1 1 1,16 35-1,-19-52-63,-1 1 0,2-1 1,0 0-1,0 0 0,1-1 0,0 0 0,1 0 1,0-1-1,0 0 0,1-1 0,0 0 1,1 0-1,0-1 0,0 0 0,0-1 0,1-1 1,0 0-1,18 6 0,-5-7-125,0-1 0,1 0 0,-1-2 0,1-1 0,-1-1-1,1-1 1,-1-1 0,0-2 0,0 0 0,-1-2 0,33-12 0,-2-4-432,0-1 1,-2-3-1,86-59 0,-100 57 286,0-2-1,-2-1 0,-1-1 0,-2-3 0,-1 0 0,-2-2 0,28-47 1,-59 85 273,23-43-232,-22 41 223,0 0 0,-1 0-1,1-1 1,0 1 0,-1 0 0,0-1 0,1 1 0,-1 0 0,0-1 0,0 1 0,0-1 0,-1 1 0,1 0 0,-1-1 0,1 1-1,-1 0 1,0-1 0,1 1 0,-3-3 0,1 3 14,1 1-1,0 0 1,-1 0-1,0-1 1,1 1-1,-1 0 1,0 1-1,1-1 1,-1 0 0,0 0-1,0 1 1,0-1-1,0 1 1,1 0-1,-1-1 1,0 1-1,0 0 1,0 0-1,0 0 1,0 0-1,0 1 1,0-1 0,0 0-1,0 1 1,1-1-1,-4 2 1,-47 20-23,51-22 19,-8 6 9,1 0 0,0 0 0,0 1 0,1 0 0,0 1 0,0-1 0,1 1 0,0 0 0,0 1 0,1-1 0,-7 15 0,12-22-4,-1 2-4,-1-1 1,1 1-1,0 0 0,0 0 1,1 0-1,-1 0 0,0 0 1,1 0-1,0 0 0,0 1 1,0-1-1,0 0 0,0 0 1,1 0-1,-1 0 0,1 0 0,0 0 1,0 0-1,0 0 0,0 0 1,0 0-1,3 4 0,0-2 2,-1 0 0,1 0 0,0 0 0,0-1 0,0 0 0,1 1 0,-1-1 0,1-1 0,0 1 0,7 3 0,5 1 9,0-1-1,0-1 1,0-1 0,0 0-1,1-1 1,0-1 0,19 0-1,131 0-59,-131-4 74,45-1 80,-1-4 0,0-3 0,-1-4 0,129-37 0,-186 42-59,0-1 1,-1 0 0,0-2 0,-1-1-1,27-19 1,-35 22-27,-1-1 0,0 0 0,-1-1 1,0 0-1,-1-1 0,0 0 0,-1 0 0,-1-1 0,11-21 1,-12 20-27,0 0 1,1 0 0,9-13 0,-15 25 44,-2 8-36,-1 1 1,0 0-1,0-1 0,-1 1 1,0-1-1,0 1 0,-1-1 1,1 0-1,-1 0 0,-1 0 1,1 0-1,-8 9 0,-6 5 45,-37 35-1,42-44-28,-23 21-54,15-14 25,0 0-1,-20 27 1,38-43 14,0 0 0,1 0-1,-1 0 1,1 0-1,-1 1 1,1-1 0,0 1-1,0-1 1,0 1 0,0-1-1,1 1 1,-1-1-1,1 1 1,-1 0 0,1-1-1,0 1 1,0 0 0,0-1-1,0 1 1,1 0-1,-1-1 1,1 1 0,0-1-1,-1 1 1,1 0 0,0-1-1,0 0 1,1 1 0,-1-1-1,1 0 1,-1 1-1,1-1 1,3 3 0,1 1-34,1 0 0,0 0-1,0-1 1,0-1 0,1 1 0,0-1 0,0 0 0,15 5 0,21 4-650,0-2 0,1-3 0,55 5 0,140-2-4542,-195-9 3952,64 0-3591,5-2-2718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28.9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58 8793,'0'0'4196,"10"-14"-4648,3-1-272,6 7-540,0-4-1880,0 4-1277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29.9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0 9253,'-13'6'8446,"9"5"-3324,4-8-4783,1 0 0,-1-1 0,1 1 1,0 0-1,0-1 0,0 1 0,0 0 0,0-1 0,3 5 0,2 2-105,1 0 0,-1 0 0,2-1 0,9 10 1,12 7 933,43 47 1,-62-61-1062,-1 1 1,0 0 0,-1 1 0,0 0 0,-1 0-1,0 0 1,6 19 0,-9-18-77,1 0 1,-1 0-1,-1 1 0,-1-1 1,0 1-1,-1-1 0,0 1 0,-1-1 1,-1 1-1,0 0 0,-6 22 1,4-4 41,3-23-50,-1-6 93,2-4-116,1-1 1,-1 1-1,1-1 0,-1 1 0,0-1 0,1 0 0,-1 0 1,0 1-1,0-1 0,0 0 0,0 0 0,2-1 1,3-4-2,23-16-109,40-39-1,-41 34-58,46-34-1,-12 21-581,1 2 0,103-43 0,147-34-3301,-283 106 2534,60-11-1,-78 19 426,1 0-1,-1 0 0,1 1 1,17 3-1,-12 2-3908,3 3-2814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31.4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73 4972,'6'-2'426,"5"-2"-36,-3 4 3980,-10-1-3974,0-1-1,0 0 1,0 0-1,0 1 1,0-2 0,1 1-1,-1 0 1,1 0-1,-1 0 1,1-1-1,0 1 1,0-1-1,0 1 1,-1-5-1,-8-14 5565,9 21-5908,1 0 1,0-1-1,0 1 1,-1 0-1,1 0 0,0 0 1,0-1-1,-1 1 1,1 0-1,0 0 1,0-1-1,0 1 1,0 0-1,-1 0 1,1-1-1,0 1 1,0 0-1,0 0 0,0-1 1,0 1-1,0 0 1,0-1-1,0 1 1,0 0-1,0-1 1,0 1-1,0 0 1,0-1-1,0 1 1,0 0-1,0 0 0,0-1 1,0 1-1,1-1 1,12 6 746,-4 1-669,0 0 0,-1 1 0,0 0 0,0 1 0,-1 0 0,10 13 0,17 17 198,755 683 1175,-198-266-1238,-410-334-142,280 137 1,-382-219-140,225 102-356,-84-47-2791,-174-72-1000,0 0-3298,-29-13-2319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31.9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550 120 5593,'2'0'131,"1"0"1,-1-1 0,0 1 0,0-1 0,0 0 0,0 0 0,0 0 0,0 0 0,0 0 0,0 0 0,0 0 0,0-1 0,0 1 0,-1 0 0,1-1 0,-1 0 0,1 1 0,-1-1 0,1 0-1,-1 0 1,0 0 0,0 0 0,0 0 0,0 0 0,1-4 0,1-1 519,5-5 139,-7 9-85,0 0-38,12-29 1146,-1 7 2863,-18 27-3955,-14 5-436,0 0 0,1 2 0,0 0 0,0 1 0,1 1 0,0 1 0,-31 28 0,-110 118 304,109-105-632,19-19-653,1 1 0,1 1 1,-27 48-1,38-53-1950,2 0 1,-18 51-1,13-16-5522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32.1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38 128 6105,'-3'-3'340,"-1"-1"-1,1 0 1,-1 0 0,1-1 0,0 1 0,1-1 0,-1 1 0,1-1 0,0 0 0,0 0 0,0 0 0,1 0 0,0 0 0,0 0 0,0 0 0,1 0 0,-1-1 0,2-6 0,-1 10-278,0 1 1,1-1-1,-1 1 0,1 0 1,-1-1-1,1 1 0,0 0 1,0-1-1,-1 1 0,1 0 1,0 0-1,0 0 0,0 0 1,0 0-1,0 0 0,1 0 1,-1 0-1,0 0 0,0 0 1,1 1-1,-1-1 0,0 0 1,1 1-1,-1-1 0,1 1 1,-1 0-1,3-1 0,4 0 132,1-1 0,-1 2 0,0-1 0,13 2 0,34 4 219,0 2 0,60 16 0,112 41-182,-29-8-1031,206 47-6035,-270-68 705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33.2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670 1 8393,'1'0'165,"-1"0"0,0 0 0,0 0 0,0 0 0,1 0 0,-1 0 0,0 0 0,0 0 0,0 0 0,0 1 0,0-1 1,1 0-1,-1 0 0,0 0 0,0 0 0,0 0 0,0 1 0,0-1 0,0 0 0,0 0 0,1 0 0,-1 0 0,0 1 0,0-1 0,0 0 0,0 0 0,0 0 0,0 1 1,0-1-1,0 0 0,0 0 0,0 0 0,0 0 0,0 1 0,0-1 0,0 0 0,0 0 0,0 0 0,-1 1 0,1-1 0,0 0 0,0 0 0,0 0 0,0 0 1,0 1-1,0-1 0,0 0 0,0 0 0,-1 0 0,1 0 0,0 0 0,0 0 0,0 1 0,0-1 0,-1 0 0,1 0 0,-18 12 1754,-14 13-498,-210 292 5234,177-216-7320,-71 147-1,85-146-1398,-15 30-2437,29-42-2286,14-17-3342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33.9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1531 9 9685,'-19'-9'6062,"24"9"-5357,58 4 189,98 19 1,-35-4-609,540 29 38,1-42-188,-170-26-35,-312 11-74,-144 5-4,33-2-29,-69 6 5,-1 0 0,1 0-1,0 1 1,-1 0 0,1-1-1,-1 2 1,1-1 0,-1 0-1,1 1 1,-1 0 0,7 4-1,-9-4 6,0 1 0,-1-1 0,1 1 0,-1 0 0,0-1 0,0 1 0,0 0 0,0 0 0,0 0 0,-1 0 0,1 0 0,-1 0 0,0 0 0,0 0 0,0 0 0,0 0 0,-1 3 0,0 6 33,-2-1-1,1 0 1,-1-1-1,-1 1 1,0 0-1,-1-1 1,-5 11-1,-47 68 287,47-74-269,-192 276 852,-216 341-182,405-610-706,-150 286 403,162-306-417,-31 63 189,29-60-178,0 0-1,0 0 1,-1 0 0,1-1-1,-1 1 1,0-1 0,-1 0 0,1 0-1,-9 6 1,8-9-9,0 0-1,1 0 1,-1 0 0,0-1-1,0 0 1,0 0 0,0 0-1,1 0 1,-1-1 0,0 1-1,0-1 1,1-1 0,-1 1-1,-8-4 1,-6-1 1,-243-74 16,44 12 14,-544-93-12,709 152-19,-818-132-20,395 68-922,395 61 457,29 5-953,0-1 1,-78-25-1,128 33 1108,1-1 0,-1 1 1,0-1-1,0 1 0,1-1 0,-1 0 1,1 0-1,-1 0 0,1 0 1,-1 0-1,1 0 0,-1 0 0,1-1 1,0 1-1,0 0 0,0-1 0,-1 1 1,0-4-1,0 3-352,-7-13-6242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34.4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337 95 4028,'23'0'1207,"-18"0"1675,-8 1-2019,-20 3 275,13-2-703,0 0 0,0-1 0,0 0 0,0 0-1,-1-1 1,-12-1 0,-229-60 6088,249 60-6015,25-14 230,-13 11-671,1 0 0,-1 1 0,0 0 0,1 0-1,0 1 1,16-2 0,69 0 19,-55 3-182,368 0-4967,-322 2 2891,27 3-2240,8 6-2346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35.8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1297 260 7937,'1'-2'2129,"2"-10"-1010,0 0 2497,-12 18-1256,-1 4-2014,2 1 0,0-1 0,0 1-1,1 0 1,0 1 0,1 0 0,0 0 0,1 0 0,0 1 0,1 0 0,0 0 0,-2 21-1,5-25-385,0 0 0,1 0 0,0-1 0,0 1-1,1 0 1,0 0 0,0 0 0,1-1 0,1 1-1,-1-1 1,1 1 0,1-1 0,-1 0-1,1 0 1,1-1 0,0 1 0,0-1 0,0 0-1,12 11 1,-2-4-69,0-1 0,2-1-1,-1-1 1,1-1 0,1 0-1,0-1 1,0-1 0,1 0-1,0-2 1,1 0 0,-1-1-1,1-1 1,0-1 0,0 0 0,0-2-1,0 0 1,0-2 0,0 0-1,0-1 1,0-1 0,20-5-1,-35 6 162,0 0-1,0 0 0,0-1 0,0 1 0,0-1 1,0 0-1,-1 0 0,0-1 0,1 1 1,3-6-1,2 1 34,-6 2 53,1 0-1,0 0 0,-1 0 1,0 0-1,-1 0 1,1-1-1,-1 0 1,0 0-1,-1 0 0,0 0 1,0 0-1,0 0 1,-1-1-1,0-10 1,1 6 16,-1 9 131,-6 3-207,1 1-1,0 0 1,-1 0-1,1 0 1,0 0-1,0 1 1,-1-1-1,1 1 1,1 0-1,-7 4 1,-34 29 349,17-9-16,0 2 0,-39 53 1,-34 70 578,54-78-614,-31 46 52,-171 254 409,-41-1-486,258-335-340,-150 163 29,133-154-148,-2-2-1,-1-2 0,-2-2 1,-2-3-1,-112 57 1,149-86 101,1 0 0,-1-1 0,-1-1 0,1 0 0,-39 5 0,54-10 4,0-1-1,0 0 1,1 0 0,-1 0 0,0 0 0,0 0 0,0-1-1,0 1 1,0-1 0,0 0 0,0 0 0,1 0 0,-5-2-1,6 2 2,0 1 0,1-1-1,-1 0 1,0 0-1,0 0 1,0 0-1,1 0 1,-1 0 0,0 0-1,1 0 1,-1 0-1,1 0 1,-1 0-1,1 0 1,0 0-1,-1-1 1,1 1 0,0 0-1,0 0 1,0 0-1,0 0 1,0-2-1,1-3-1,1 0-1,-1 0 0,1 0 1,1 0-1,-1 1 1,1-1-1,0 1 0,0-1 1,0 1-1,7-7 0,17-18-22,1 2 0,1 0-1,51-36 1,-39 33-26,94-70-564,197-110 0,164-55-473,73-44 185,-530 288 839,47-30-238,113-86 1,-188 128 268,1 0 1,-1-1-1,-1 0 1,0-1-1,-1-1 1,0 1-1,12-24 0,-19 34 31,-1 0 1,0 0-1,0 0 0,0-1 0,-1 1 0,1 0 0,0-1 0,-1 1 0,0 0 0,1-1 0,-1 1 0,0-1 1,0 1-1,0-1 0,-1 1 0,1 0 0,-1-1 0,1 1 0,-1 0 0,0-1 0,0 1 0,0 0 0,0 0 1,0 0-1,0 0 0,-1 0 0,1 0 0,-1 0 0,1 0 0,-4-3 0,1 2 12,-1-1-1,1 1 1,-1 0 0,0 1-1,0-1 1,0 1 0,0 0-1,-1 0 1,1 0-1,-1 1 1,1 0 0,-7-1-1,-13 1 31,0 1-1,0 1 1,0 1-1,0 2 1,-40 9-1,19 0 29,0 2 1,-44 22-1,67-27-47,0 2 1,1 1-1,-38 28 1,54-37-16,1 0 1,-1 1-1,1-1 1,0 1-1,1 0 1,-1 0 0,1 1-1,0 0 1,0-1-1,1 1 1,0 0-1,0 1 1,0-1-1,1 1 1,0-1-1,0 1 1,1 0-1,-1-1 1,1 9-1,2-9-6,0 0 0,0 0 1,1-1-1,-1 1 0,1-1 0,1 1 0,-1-1 0,1 0 0,0 1 0,0-2 0,1 1 0,-1 0 0,1-1 0,0 1 0,0-1 0,1 0 0,-1 0 0,1-1 0,0 0 0,0 1 0,8 3 0,8 3-77,1 0 0,0-1 0,46 11 0,-37-12 4,0-1 1,1-2-1,-1-1 1,1-2-1,0-1 0,0-1 1,0-2-1,-1-1 1,1-2-1,-1-1 0,0-1 1,0-2-1,-1-1 0,0-1 1,0-2-1,-2-1 1,0-1-1,0-1 0,-2-2 1,0 0-1,39-37 1,143-188-396,-155 175 353,272-319-381,-141 171 430,-57 77 390,-125 136-39,-6 6 19,-56 47 101,3 2 1,1 3 0,-47 62-1,-131 201 78,228-309-469,-102 167 125,99-157-124,0 0-1,1 0 1,1 1-1,1 0 1,1 0-1,0 1 1,-2 38-1,6-53-13,1 0-1,0-1 1,1 1-1,-1 0 1,1 0-1,1 0 1,-1 0-1,1-1 1,0 1-1,0 0 1,0-1-1,1 0 1,0 0-1,0 1 0,0-2 1,0 1-1,1 0 1,0-1-1,0 1 1,0-1-1,1 0 1,0-1-1,8 6 1,-4-4-9,0-1 1,1 0-1,-1-1 0,1 1 1,0-2-1,0 0 1,0 0-1,1-1 1,-1 0-1,0 0 0,1-2 1,-1 1-1,11-2 1,5-3-48,1-1 1,-1-1-1,0-1 1,-1-1-1,0-1 1,36-20-1,134-97-242,-182 118 281,60-45-132,-2-2 0,-3-3 0,-2-4 0,-3-2 0,-4-3 0,-2-2 0,-3-3 0,46-82 0,-88 132 75,-1 0 0,12-33 1,-21 50 65,1 0-1,-2 0 1,1-1 0,-1 1 0,0-1 0,0 1 0,-1-1 0,0 1 0,0-1 0,-1 0 0,1 1-1,-1-1 1,-1 1 0,-1-8 0,2 12 9,0 0 1,0 0-1,-1 0 0,1 1 0,0-1 0,-1 0 1,1 0-1,-1 1 0,1-1 0,-1 1 1,0-1-1,0 1 0,1 0 0,-1 0 0,0 0 1,0 0-1,-4-2 0,1 2 3,1 0-1,-1 0 1,0 1-1,0-1 1,1 1-1,-1 0 0,-9 1 1,-4 2 25,1 1 0,0 0 1,-26 11-1,2 3 56,0 2 0,2 1-1,0 2 1,-47 38 0,-134 127 268,158-131-289,3 3-1,2 3 0,4 2 1,2 3-1,-64 111 0,109-170-80,1 1-1,1 1 1,0-1 0,0 0-1,1 1 1,0 0-1,1 0 1,0 0 0,1 0-1,0 0 1,0 0-1,2 15 1,0-20-5,1 0 0,-1 0 0,1 0 0,0 0 0,0 0 0,1 0 0,0-1 0,0 1-1,0-1 1,1 0 0,-1 1 0,1-2 0,1 1 0,-1 0 0,1-1 0,-1 0 0,1 0 0,0-1 0,1 1 0,-1-1 0,0 0 0,1 0 0,6 2 0,8 2-57,0-1 1,1-1 0,0-1 0,0-1 0,0 0 0,0-2 0,0 0-1,26-4 1,6-2-217,-1-2 0,59-17 0,113-42-902,-120 34 626,-116 61 448,-90 73 167,90-89-21,1 1 0,1 0 0,0 1-1,1-1 1,1 2 0,-12 29 0,18-40-8,0 0 1,1 0-1,0 0 0,0 0 1,0 1-1,1-1 0,0 0 0,0 0 1,0 0-1,1 0 0,-1 1 1,1-1-1,1 0 0,-1 0 1,1 0-1,-1 0 0,1-1 0,1 1 1,-1 0-1,1-1 0,0 0 1,0 1-1,0-1 0,0 0 0,1-1 1,-1 1-1,6 4 0,0-2 117,0 0 0,0 0 0,0-1 0,0 0 0,1-1 0,0 0 1,13 3-1,-17-5-35,1 0 0,-1-1 1,1 1-1,-1-2 1,1 1-1,-1-1 1,1 0-1,-1 0 0,1-1 1,-1 0-1,1 0 1,-1-1-1,9-2 1,-11 2-56,1 0 0,0 0 0,-1-1 1,0 0-1,0 0 0,1 0 0,-2 0 1,1-1-1,0 1 0,-1-1 0,1 0 1,-1 0-1,0 0 0,-1-1 0,1 1 1,-1 0-1,0-1 0,0 0 0,0 0 1,0 0-1,-1 0 0,0 0 0,1-5 1,0-4-41,-1-1 1,0 0 0,-1 0 0,0 0 0,-1 0 0,-1 0 0,-1 0 0,0 1 0,0-1 0,-2 1-1,0 0 1,-13-26 0,4 13-344,0 1 0,-2 0 0,-21-25 0,25 37-612,-1 0-1,-15-13 1,16 18-943,0 0 1,0 1 0,-15-9 0,12 10-4341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36.2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212 124 7441,'0'0'117,"0"-1"1,0 1-1,-1 0 1,1 0 0,0 0-1,0-1 1,-1 1-1,1 0 1,0 0 0,-1 0-1,1 0 1,0-1-1,-1 1 1,1 0 0,0 0-1,-1 0 1,1 0-1,0 0 1,-1 0 0,1 0-1,0 0 1,-1 0-1,1 0 1,0 0 0,-1 0-1,1 1 1,0-1-1,-1 0 1,1 0-1,0 0 1,-1 0 0,1 0-1,0 1 1,0-1-1,-1 0 1,-18 15 1923,-19 24-192,37-37-1660,-23 26 365,2 1 0,2 0 1,0 2-1,-24 53 0,42-80-536,0 0-1,0 1 1,1-1 0,-1 0-1,1 1 1,0-1-1,0 1 1,1 0-1,-1 6 1,1-8-7,1 0 0,0 0 0,-1 0 0,1-1 0,0 1 0,0 0 0,1 0 0,2 4 0,-4-6-4,1 1-3,1-1 0,-1 1 0,0-1 0,1 0 1,-1 0-1,1 1 0,-1-1 0,1 0 0,-1 0 1,1 0-1,0 0 0,0-1 0,-1 1 0,1 0 1,0-1-1,3 1 0,30 3 7,-31-4 2,20 0-11,1-2 0,0-1 0,-1-1 0,1-1 0,28-10 0,-51 14 0,15-4-9,-1-1 0,19-10 0,11-5-154,-40 19 121,150-67-930,-141 61 913,0 0 1,-1-2 0,0 0 0,-1 0 0,0-1-1,0-1 1,20-25 0,-28 27 53,0 1 0,-1-1 0,-1 0 0,1 0 0,-2 0 0,1-1-1,-1 1 1,-1 0 0,1-17 0,-2 16-295,2-52-1078,-7 25-5271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36.3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29 6357,'0'0'4456,"6"-12"-4580,-2-5-3532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19.5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521 60 11985,'28'-58'7876,"-27"56"-4931,-4 3-1724,-2 4-845,0 0-1,0-1 1,0 2 0,1-1 0,-1 0-1,1 1 1,-6 11 0,-23 51 754,26-52-880,-98 182 1335,6-13-1060,31-46-290,-89 209 57,151-332-290,0-2 8,1-1-1,0 2 0,1-1 1,-3 22-1,6-34-9,1-1-1,0 1 0,-1 0 1,1-1-1,0 1 1,0 0-1,0 0 1,1-1-1,-1 1 1,0 0-1,1-1 1,-1 1-1,1 0 0,-1-1 1,1 1-1,0-1 1,0 1-1,-1-1 1,1 1-1,0-1 1,0 0-1,1 1 1,-1-1-1,0 0 0,0 0 1,1 0-1,-1 0 1,0 0-1,1 0 1,-1 0-1,1 0 1,0-1-1,-1 1 0,1-1 1,-1 1-1,1-1 1,0 1-1,-1-1 1,1 0-1,0 0 1,0 0-1,-1 0 1,1 0-1,0 0 0,-1 0 1,1-1-1,2 0 1,5-1-13,0 0 0,-1-1 0,0 1 0,1-2 0,-1 1 0,8-6 0,-2 2 4,381-175-289,-315 153 254,0 3 0,2 4 0,1 4 0,149-15 0,-185 28-34,78 3 0,-113 2 62,1 1 0,-1 0 1,0 1-1,1 1 0,-1 0 1,0 1-1,0 0 0,-1 0 0,1 1 1,-1 1-1,14 9 0,-24-14 10,1 1-1,-1-1 1,1 1 0,-1 0 0,1 0-1,-1 0 1,0 0 0,0 0-1,0 0 1,0 0 0,-1 0-1,1 0 1,0 0 0,-1 0-1,0 1 1,1-1 0,-1 0 0,0 0-1,0 1 1,0-1 0,0 0-1,-1 0 1,1 0 0,-1 1-1,1-1 1,-1 0 0,0 0-1,-1 3 1,-1 3-16,-1 0 1,0 0-1,-1 0 0,1-1 0,-11 13 1,-2-2-44,-1 0 0,-1 0 1,0-2-1,-2 0 0,-28 16 1,-120 57-191,73-42 122,-201 98-1137,295-144 826,8-4-1001,187-73 26,-74 32 1017,-5-1 136,304-135-204,43-97 420,-359 192-412,-87 74 2090,-5 0-6073,-16 7-858,-14 5 3114,18 0 1877,0-2 188,0 0 352,1 1-1,-1-1 0,1 1 0,-1-1 1,1 0-1,0 1 0,0-1 1,-1 0-1,1 0 0,0 0 0,0 0 1,0 0-1,0 0 0,0 0 0,0-1 1,0 1-1,0 0 0,1-1 0,-1 1 1,0 0-1,0-2 0,1-1 239,0 0 0,0 0 0,1 0 0,0 0 0,-1 0 0,1 0 0,3-7 0,2-1-106,-1 0 0,2 0 0,0 0 0,1 1 0,0 0 0,0 1 0,1-1 0,0 2 0,1-1 0,0 1 0,15-9 0,-24 17-336,0-1 0,0 1 0,1 0 0,-1 0 0,1 0 0,-1 1 0,1-1 0,-1 0 0,1 1-1,-1-1 1,1 0 0,0 1 0,-1 0 0,1-1 0,0 1 0,-1 0 0,1 0 0,0 0 0,-1 0 0,1 0 0,0 1-1,-1-1 1,1 0 0,0 1 0,-1-1 0,1 1 0,0 0 0,-1-1 0,1 1 0,-1 0 0,0 0 0,1 0 0,-1 0-1,0 0 1,1 0 0,-1 0 0,0 1 0,0-1 0,0 0 0,1 3 0,1 1 17,0 1 1,0-1-1,-1 1 1,0-1-1,0 1 1,-1 0-1,1 0 1,-1 0-1,-1 0 1,1 9-1,-2 11 23,-2 1 0,-1-1 0,-2 1 0,0-1 0,-1-1 0,-2 1 0,-1-1 0,-24 46-1,11-14 4,20-47-47,0 0-1,-1 0 1,-10 19 0,12-27 61,30-1-56,-23 0-25,0-1 0,0 1 0,0-1 0,0-1 0,0 1 0,1-1 0,-1 0 0,-1 0 0,9-2 0,39-20 13,-1-2-1,83-54 1,16-10-93,-100 63 75,-3 1-23,95-37 0,-134 59 56,1 1 1,0 0-1,0 0 0,0 0 1,0 1-1,10 0 0,-16 2-14,1-1 0,-1 0 1,0 1-1,0 0 0,0 0 0,0 0 0,0 0 0,0 0 0,0 0 0,0 1 0,0 0 0,0-1 1,-1 1-1,1 0 0,-1 0 0,1 0 0,-1 1 0,4 4 0,36 57 226,-35-51-211,0-1-1,0-1 0,1 0 1,1 0-1,0 0 1,0-1-1,1 0 0,19 13 1,-12-12-18,2-2 1,-1 0 0,1-1 0,1-1 0,-1 0 0,1-2 0,0 0 0,0-1 0,1-2 0,-1 0 0,40-1-1,-20-3 7,0-2 0,-1-2-1,1-2 1,-1-1 0,44-16-1,-59 15-17,-1 0 0,0-2-1,-1 0 1,0-1-1,-1-2 1,34-29 0,-21 12-365,-2-1 0,51-68 1,-78 94 314,11-18-320,-16 24 349,1 0-1,-1 0 1,0 0-1,0 0 1,1 0-1,-1 0 1,0 0 0,0-1-1,0 1 1,-1 0-1,1 0 1,0 0-1,0 0 1,0 0-1,-1 0 1,1 0-1,-1 0 1,1 0-1,-1 0 1,1 0-1,-1 0 1,1 0-1,-1 0 1,0 0 0,0 0-1,-4-3-19,0 0 0,0 1 1,0 0-1,0 0 0,-1 0 0,1 1 0,-1 0 0,0 0 0,1 0 1,-1 1-1,0 0 0,0 0 0,0 0 0,0 1 0,0 0 1,0 0-1,0 0 0,-9 3 0,-6 0-116,0 1 0,0 0-1,0 2 1,-21 9 0,-57 28-1232,-176 107 0,266-144 1249,-53 35-559,56-37 607,1 0-1,0 0 1,0 1 0,1 0-1,-1 0 1,1 0 0,0 0 0,-5 11-1,8-15 94,1-1-1,0 1 0,-1 0 1,1-1-1,0 1 0,0 0 1,0-1-1,0 1 1,0 0-1,0-1 0,-1 1 1,1 0-1,1-1 0,-1 1 1,0 0-1,0-1 1,0 1-1,0-1 0,0 1 1,1 0-1,-1-1 0,0 1 1,0 0-1,1-1 1,-1 1-1,1-1 0,-1 1 1,0-1-1,2 1 0,-1 1 12,1-1 1,0 0-1,0 0 0,0 0 0,0 0 0,0 0 0,0-1 0,0 1 0,4 0 0,56 3 306,-50-4-264,119 2 916,247-30 0,-354 24-962,0-1-1,0-1 0,0-1 1,-1-1-1,-1-1 0,27-15 0,-8 0-63,-1-1-1,45-39 0,-42 32 12,2 2 1,76-38-1,-117 66 81,9 6-3,-13-4-31,1 1 0,0-1 0,-1 1-1,1-1 1,0 1 0,-1-1 0,1 1-1,-1-1 1,1 1 0,-1 0 0,1-1-1,-1 1 1,1-1 0,-1 1-1,0 0 1,1 0 0,-1-1 0,0 1-1,0 0 1,1 0 0,-1-1 0,0 1-1,0 0 1,0 0 0,0 0 0,0-1-1,0 1 1,0 0 0,0 0 0,-1-1-1,1 1 1,0 0 0,0 0 0,0-1-1,-1 1 1,1 0 0,-1 0-1,-18 30 3,20-29-1,1-1-1,-1 1 1,0-1-1,1 0 1,0 1-1,-1-1 1,1 0-1,-1 0 0,1 0 1,0 0-1,0 0 1,0-1-1,0 1 1,2 0-1,14 0-1,0-1 0,0-1 0,0 0 0,20-5-1,21-2-14,30-4 339,163-42-1,-234 48-240,-1-1-1,1-1 0,-2-1 0,1 0 1,-1-1-1,19-15 0,-5 4 39,-27 19-69,-30 1 296,24 0-306,-1 1 0,1-1 1,0 1-1,0 0 0,0 0 0,0 0 0,-1 1 1,1-1-1,0 1 0,0 0 0,0 0 1,0 0-1,-4 2 0,-17 9 212,0 1 0,1 2-1,1 0 1,0 2 0,-23 21 0,-92 105 258,-61 93-165,151-173-320,-72 133 0,-114 346 110,90-189-68,123-308-122,-1-2 0,-3 0 1,-1-1-1,-2-2 0,-1-1 1,-3-1-1,-66 65 0,51-62-220,-1-2 1,-3-2-1,-1-2 0,-1-2 0,-91 41 0,115-61 220,3-2-55,-45 15 1,66-24 158,-1-1 0,0 0 0,0 0 0,0 0 0,0 0 0,0-1 0,0 0 0,0 0 0,0 0 0,0-1 0,0 0 0,0 0 0,0 0 1,1 0-1,-1-1 0,-5-2 0,9 2-13,-1 0 1,1 0-1,-1 0 0,1 0 1,0 0-1,0 0 1,0-1-1,0 1 0,0 0 1,0-1-1,1 1 1,-1-1-1,1 1 0,0 0 1,-1-1-1,1 1 0,0-1 1,1 1-1,-1-1 1,0 1-1,2-5 0,0 0 17,0 1-1,0 0 1,1 0-1,0 0 0,0 0 1,1 0-1,-1 1 0,1-1 1,6-6-1,46-41 170,-44 43-183,88-72-35,123-79 0,124-52-1161,44-5-56,201-84-108,23 11 515,-176 88 437,-123 55 244,-278 131 134,7-2 10,0-3 0,-1-1 0,66-47 0,-106 67-19,19-20 17,-22 22-19,-1 1 0,0-1 0,1 1 0,-1-1 0,0 0 0,0 1 0,0-1 0,1 0 0,-1 0 1,0 1-1,0-1 0,0 0 0,0 1 0,0-1 0,0 0 0,0 1 0,0-1 0,-1 0 0,1 1 0,0-1 0,0 0 0,0 1 0,-1-1 0,1 0 0,0 1 1,-1-1-1,1 1 0,-1-1 0,1 1 0,-1-1 0,1 1 0,-1-1 0,1 1 0,-1-1 0,1 1 0,-1-1 0,0 1 0,1 0 0,-2-1 0,-1-1 4,-1 0-1,1 1 1,-1-1-1,0 1 1,0 0-1,0 0 0,0 0 1,0 1-1,0-1 1,0 1-1,0 0 0,0 0 1,-4 1-1,-57 11 37,43-6-27,-116 28 63,-143 56-1,192-55-39,2 4 1,-130 79-1,115-46-54,90-63 21,2 0 0,-1 1-1,2 0 1,-1 1 0,1 0 0,-10 17 0,17-25-1,1 0 0,0-1 0,0 1 0,0 0 0,0 0 0,1 0 0,-1 0 0,1 0 0,0 0 0,0 1 0,0-1 0,0 0 0,0 0 0,1 0 0,-1 0 0,1 0 0,0 0 1,0 0-1,0-1 0,0 1 0,0 0 0,4 4 0,-2-2-4,1 1-1,0-1 1,0 0 0,0-1 0,1 1 0,-1-1-1,1 1 1,0-2 0,8 6 0,3-1 3,0-1 0,1 0 0,-1-1 0,1-1 0,0-1 0,1 0 0,30 2 0,129-4 2,-154-2-20,54-3 13,0-4 0,0-3 0,-1-3 0,0-3 0,-1-4 1,-1-3-1,-1-3 0,129-66 0,-169 72-26,-1-1 1,-1-2-1,-1 0 0,-1-3 1,42-45-1,-51 47-78,-1 0 0,0-2 1,-2 0-1,-1 0 0,-1-2 0,-1 0 1,11-36-1,-24 62 91,0-1 1,0 0 0,0 0 0,0 1-1,-1-1 1,1 0 0,-1 0 0,0 0-1,0 0 1,0 0 0,0 0 0,-1 0-1,1 1 1,-1-1 0,0 0-1,0 0 1,-2-5 0,2 6 5,-1 1-1,1-1 1,-1 0-1,0 0 1,0 1 0,1-1-1,-1 1 1,0-1-1,-1 1 1,1 0 0,0 0-1,0 0 1,0 0 0,-1 0-1,1 0 1,-5 0-1,-2 0 3,0 0-1,0 1 0,-1 0 0,1 0 0,0 1 1,0 0-1,0 1 0,0 0 0,-15 6 0,1 2-41,1 1-1,1 1 0,0 1 0,0 1 0,1 1 1,1 0-1,1 2 0,0 0 0,-28 37 0,42-49 37,0 0 1,0 0-1,1 1 0,0-1 0,0 1 0,1 0 1,0 0-1,0 0 0,0 0 0,0 0 0,1 0 1,0 0-1,1 1 0,-1-1 0,1 0 0,0 0 0,2 9 1,-1-11 10,0 0 1,1 0 0,-1 0-1,1 0 1,0 0-1,0 0 1,0-1 0,1 1-1,-1-1 1,1 0 0,0 0-1,0 0 1,0 0-1,0 0 1,1 0 0,-1-1-1,1 0 1,-1 0 0,1 0-1,0 0 1,0 0-1,0-1 1,0 0 0,0 1-1,0-1 1,6 0 0,16 3 3,-1-2 0,1-1 1,0 0-1,-1-2 1,1-1-1,49-11 1,-37 4 16,0-2-1,0-2 1,66-32 0,-61 21-179,-1-2-1,-1-1 1,-1-3 0,-2-1-1,-1-2 1,-1-1 0,45-57-1,-74 82 87,0 0-1,0-1 1,-1 1-1,0-1 1,-1 0-1,0 0 1,-1-1-1,0 0 1,0 0 0,2-13-1,-6-27 68,0 48 135,-9-3 81,8 5-204,1 0 0,-1 0 0,1 1 1,-1-1-1,1 0 0,-1 1 1,0-1-1,1 1 0,-1-1 0,0 1 1,0-1-1,1 1 0,-1-1 1,0 1-1,0 0 0,1-1 0,-1 1 1,0 0-1,0 0 0,0-1 1,-1 1-1,-30 0 397,1-3 1,-57-10 0,84 12-214,-19 2 168,2 0-227,17 0 98,7-4-206,0 1-1,0-1 0,1 1 1,-1 0-1,1 0 0,5-2 1,-9 3-13,10-2 7,-1-1-1,1 1 1,0 1 0,0 0-1,0 0 1,0 1-1,0 0 1,13 1 0,14-3-19,-33 3-1,-1 0-81,12 1 87,-3 1-92,-23 7 59,9-8 34,0 0 0,0 0 0,0-1 0,0 1-1,0 0 1,-1-1 0,1 1 0,0-1 0,0 0-1,0 0 1,-1 0 0,1 0 0,0 0 0,0 0-1,0-1 1,0 1 0,0-1 0,-1 1 0,1-1 0,-3-2-1,2 2-31,0 1 54,-11-2-4,8 0-24,0 1 0,0 0 1,0 0-1,0 0 0,-1 1 0,1 0 0,0 1 0,0-1 1,0 1-1,-1 0 0,1 1 0,-8 2 0,-50 23 161,-9 6-18,25-5-47,1 3 0,-69 57-1,92-67-56,1 1-1,1 2 0,1 0 0,0 1 0,-31 53 0,50-73-32,-1 1 1,1-1 0,-1 0-1,2 1 1,-1-1 0,1 1-1,-1 0 1,1 0-1,1-1 1,-1 1 0,1 0-1,0 0 1,1 0 0,-1-1-1,1 1 1,0 0 0,0-1-1,1 1 1,3 7-1,-2-6-1,1-1 0,-1 1 0,1-1 0,1 0 0,0 0 0,-1 0-1,2-1 1,-1 1 0,1-1 0,-1 0 0,1-1 0,1 0-1,-1 0 1,12 6 0,-3-4-11,1-1-1,-1 0 1,1-1 0,1 0-1,-1-1 1,0-1-1,1-1 1,-1 0 0,1-1-1,18-3 1,-10 0 4,-1-1 0,1-1 0,-1-1 0,0-1 0,-1-2 1,26-12-1,-20 6-19,0-3 1,-1 0 0,0-1-1,24-25 1,92-97-280,-74 69 144,-53 55 98,109-115 685,-125 132-599,-1-1-1,1 0 1,0 1-1,0-1 1,-1 0-1,1 1 1,0-1-1,-1 0 1,1 0-1,0 0 1,-1 0-1,0 1 1,1-1-1,-1 0 1,1 0-1,-1 0 1,0 0-1,0 0 1,1 0-1,-1 0 1,0 0-1,0 0 1,0-2-1,-1 3-3,-1-1 0,1 1-1,0 0 1,0 0 0,-1 0-1,1 1 1,0-1 0,0 0 0,-1 0-1,1 1 1,0-1 0,0 1-1,0-1 1,-1 1 0,0 0-1,-51 29 461,31-12-63,1 1 0,0 1 0,-24 31 0,15-16-17,-17 20-99,-65 99 1,-24 72 590,-36 53-273,33-81-589,-97 141 24,152-221-445,-172 186 0,235-284 261,-2 0 1,0-2-1,0 0 1,-2-2 0,0 0-1,-1-2 1,0-1 0,-1-1-1,-1-1 1,0-2 0,0 0-1,-1-2 1,0-2 0,0 0-1,0-2 1,-1-1 0,1-1-1,-50-6 1,71 5 87,0-1 0,0 0 1,0 0-1,0-1 0,1 0 0,-1-1 1,1 0-1,-1 0 0,1 0 0,0-1 1,0 0-1,-8-6 0,14 8 31,0 1 0,0 0 1,0 0-1,1-1 0,-1 1 0,0 0 0,1-1 0,-1 1 0,1 0 0,-1-1 1,1 1-1,0-1 0,0 1 0,-1-1 0,1 1 0,0-1 0,1 1 0,-1-1 1,0 1-1,0-1 0,0 1 0,1-1 0,-1 1 0,1-1 0,-1 1 0,1 0 1,0-1-1,0 1 0,0-2 0,1-1-13,5-10-26,0 1 1,1 0 0,0 1 0,1 0 0,0 0 0,1 1 0,20-17-1,90-68-375,-119 96 423,325-206-825,18 29 241,-152 80 359,427-204-279,221-117 372,-552 239 661,-277 171-514,1-1 1,-1 0-1,0-1 1,-1 0-1,0-1 1,-1 0-1,0 0 1,-1-1-1,12-22 1,-18 31-10,-1 1 0,0 0 0,0-1 0,-1 1 0,1-1 0,0 1 0,-1-1 1,0 1-1,1-1 0,-1 1 0,0-1 0,0 1 0,0-1 0,-1 1 0,1-1 0,-1 1 1,1-1-1,-1 1 0,0-1 0,0 1 0,0 0 0,0-1 0,0 1 0,0 0 0,-3-3 1,1 2-2,0 1 0,0-1 0,1 1 0,-1 0 0,-1 0 0,1 1 0,0-1 1,0 1-1,-1-1 0,1 1 0,0 0 0,-1 0 0,0 1 0,1-1 0,-1 1 1,-6 0-1,-9 1 2,1 2 1,0 0 0,0 1 0,1 1-1,-1 0 1,1 1 0,0 1-1,-31 19 1,-105 74 107,146-95-101,-27 20 1,2 2 0,1 0 0,-37 43 0,63-64-6,2-3-1,0 1 0,0 0 0,0 0 0,1 0 0,0 0 0,-1 0 0,2 0 0,-1 1 0,-2 5 0,3-6-3,1-3 2,0 0 0,0 0 0,-1 0-1,1 0 1,0 1 0,0-1 0,0 0 0,0 0 0,0 0 0,0 1 0,1-1 0,-1 0 0,0 0 0,0 0 0,1 0 0,-1 0 0,1 1 0,-1-1 0,1 0 0,0 0 0,-1 0 0,1 0 0,0 0 0,0-1 0,-1 1 0,1 0-1,1 1 1,1-1 4,-1 1 0,0 0 0,1-1 0,-1 0 0,1 0 0,-1 0 0,1 0 0,0 0 0,3 0 0,16 1 45,1-1-1,-1-1 1,1 0 0,0-2 0,-1-1 0,23-6 0,13-1 53,-19 2 13,-30 6-85,0 0 0,0 0 0,1 1 0,-1 0 0,19 1 0,-25 0-30,-1 1 0,1 0 0,0-1 0,-1 1 0,1 0 0,-1 0 0,1 1 0,-1-1 0,1 0 0,-1 1 0,0 0 0,0-1 0,0 1 0,0 0 0,0 0 0,0 0 0,0 0 0,-1 0 0,1 1 0,-1-1 0,1 1 0,-1-1 0,0 0 0,1 6 0,0-1-104,0 0 0,-1-1 0,0 1 0,-1 0 0,0 0 0,0 0-1,0 0 1,-1 0 0,1 0 0,-2 0 0,-2 9 0,-3 29-1766,4-19 21,-1 13-1380,6-13-1990,3-9-1624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19.6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0 1 204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19.7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0 1 64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264 296 7109,'0'0'18766,"-3"-1"-18422,-55-15 1231,55 15-1058,0 1-273,0 0-132,0 0 1,-1 0-1,1 0 0,0 1 0,0-1 0,-1 1 0,1 0 0,0 0 0,0 0 0,0 0 1,0 0-1,-5 3 0,6-2-89,0 0 0,1 0 1,-1 0-1,0 0 0,1 0 0,-1 0 1,1 1-1,0-1 0,0 1 0,0-1 1,0 0-1,0 1 0,1-1 0,-1 1 1,1 0-1,-1-1 0,1 1 1,0 3-1,-11 92 67,-31 124 1,12-72-85,13-67 25,6-29 39,-8 87 0,19-136-68,0 0 1,0 0-1,1 1 0,-1-1 0,1 0 0,0 0 0,1 0 0,-1 0 0,1 0 0,0 0 0,4 6 0,-5-10-1,0 1 0,0-1 0,0 1 0,0-1 0,0 1 0,1-1 0,-1 0 0,0 0 0,1 0 0,0 0 0,-1 0 1,1 0-1,-1 0 0,1 0 0,0-1 0,-1 1 0,1 0 0,0-1 0,0 0 0,0 1 0,-1-1 0,1 0 0,0 0 0,0 0 1,0 0-1,0 0 0,0-1 0,-1 1 0,1 0 0,0-1 0,0 0 0,-1 1 0,1-1 0,0 0 0,-1 0 0,3-1 0,12-8 0,0 0 0,0-1-1,-1-1 1,0 0-1,-1-2 1,-1 1-1,0-1 1,15-24-1,11-18 2,29-62 0,-59 102 7,30-54 51,120-198-144,-154 261 76,0 0 0,1 0-1,0 1 1,0 0 0,0 0-1,9-5 1,-13 9 6,-1 1 0,1 0 0,0 0 1,-1 0-1,1 0 0,0 0 0,0 0 0,0 0 1,0 0-1,0 1 0,0-1 0,0 1 1,0 0-1,0-1 0,0 1 0,0 0 0,0 0 1,0 0-1,0 1 0,0-1 0,0 0 0,0 1 1,0-1-1,0 1 0,0 0 0,0 0 0,-1-1 1,1 1-1,0 0 0,0 1 0,2 1 0,3 5-3,0 0-1,0 1 1,-1 0-1,0 1 0,0-1 1,-1 1-1,0 0 0,5 19 1,2 11-12,6 43 1,-3-10 4,-7-37-23,-2-8-13,13 38 1,-16-59 44,0 0 0,0 0-1,1 0 1,0 0 0,0 0 0,0-1 0,1 0 0,0 0 0,0 0 0,7 5-1,-10-9 3,0-1 0,1 1 0,-1 0-1,1-1 1,-1 0 0,1 0 0,-1 0 0,1 0-1,0 0 1,0 0 0,-1-1 0,1 1-1,0-1 1,0 0 0,0 0 0,0 0-1,3-1 1,0 0 1,0 0-1,-1-1 1,1 1-1,-1-2 1,0 1-1,0 0 1,0-1-1,6-4 0,2-3-8,0 0 0,-1 0-1,0-2 1,-1 1-1,13-19 1,9-19-207,39-81 0,7-9-97,27-20-89,-105 157 397,0 0 0,1 0 0,-1 0 0,1 0 0,-1 0 0,1 0 0,0 0 0,-1 0 0,1 1 0,0-1 0,0 1 0,0-1 0,1 1 0,-1 0 0,0 0 0,0-1 0,1 2 0,-1-1 0,1 0 0,-1 0 0,0 1 0,1 0 0,3-1 0,-3 2 4,-1 0-1,0 0 0,0 0 1,1 0-1,-1 0 0,0 0 1,0 1-1,0-1 0,0 1 1,0-1-1,-1 1 0,1 0 1,0 0-1,-1 0 0,1 0 1,-1 0-1,0 0 0,0 0 0,0 0 1,0 0-1,0 1 0,0-1 1,0 0-1,0 4 0,5 20 4,-2 1 0,0-1 0,-1 1 1,-2 0-1,-3 36 0,1-24 1,8 71 1,-4-85 2,2-1 1,1 1 0,0-1 0,2-1 0,1 0-1,12 24 1,-15-36-4,0-1 0,1 0-1,0 0 1,1-1 0,0 0 0,0 0-1,1-1 1,0 0 0,0-1 0,1 0-1,0 0 1,0-1 0,1 0 0,19 7-1,-14-8-2,-1-1 0,1 0 0,0-2 0,0 1 0,0-2 0,0 0 0,1-1 0,-1-1 0,0 0 0,0-2-1,0 1 1,0-2 0,27-9 0,-9 0-273,-1-2 0,0-1 0,-1-2 0,-1-1 0,31-24 0,-44 28-31,0 0 0,-1-2 1,-1 0-1,0-1 0,19-29 0,-6 1-356,31-63 1,-39 57 264,-1-1 0,-3-1 1,15-79-1,-18 71 145,-8 32 54,5-49 0,-10 66 158,-1-1 0,0 1 1,-1 0-1,0 0 0,-1 0 0,-4-16 0,3 23 38,1 1 0,-1-1 0,0 1 0,0 0 0,0 0 0,-7-7 0,-7-12 113,16 23-77,-1-1 1,1 1-1,-1 0 0,1-1 0,-1 1 0,0 0 0,1 0 0,-1 0 0,0 0 0,0 0 1,0 0-1,0 1 0,0-1 0,0 1 0,0-1 0,0 1 0,0 0 0,0-1 0,0 1 1,0 0-1,0 1 0,-1-1 0,1 0 0,0 1 0,0-1 0,0 1 0,0-1 0,0 1 1,1 0-1,-1 0 0,0 0 0,0 0 0,0 0 0,1 0 0,-1 1 0,-2 1 0,3 1 44,0-1-1,0 1 1,0 0-1,0-1 0,1 1 1,-1 0-1,1 0 1,0 6-1,-1 10 260,-74 347 2875,-7 49-2350,79-394-833,1 0 1,0-1-1,4 33 0,-2-48-23,0-1 1,1 1-1,0 0 1,0-1 0,0 1-1,1-1 1,0 1-1,0-1 1,1 0-1,-1 0 1,1 0 0,0 0-1,0 0 1,1 0-1,-1-1 1,1 0-1,9 8 1,-7-9-2,0-1-1,0 0 1,0 0-1,0 0 1,1-1 0,-1 0-1,0 0 1,1-1 0,-1 1-1,1-2 1,-1 1 0,1-1-1,9-2 1,-5 2-7,8-2-3,0-1 0,-1-1 0,1 0 0,-1-1 0,0-2 0,-1 1 0,0-2 0,29-19 0,-6-1-191,-2-1-1,41-41 1,41-56-238,-81 84 360,-31 33 33,1 0 1,1 1-1,0 0 0,0 1 0,0 0 1,24-12-1,-44 44 192,-38 57 159,29-52-159,1 2 0,-25 59 0,21-36-73,14-38-51,2 0 0,-1 0 1,2 1-1,0 0 1,-4 30-1,9-42-65,0-1 0,0 0 1,0 1-1,0-1 0,1 0 0,0 1 1,0-1-1,0 0 0,0 0 0,1 0 1,-1 0-1,1 0 0,0 0 0,1 0 0,-1 0 1,6 6-1,-3-5-121,1 0 1,0 0 0,0 0-1,0-1 1,1 1-1,-1-2 1,1 1-1,0-1 1,8 3-1,9 1-692,1 0 0,0-2-1,0-1 1,50 2 0,150-17-7346,-192 8 5847,66-8-6398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57.7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1317 658 10033,'-1'-2'145,"0"1"0,1-1 0,-1 1 0,0-1 0,0 1 0,0 0 0,0-1 0,-1 1 0,1 0 0,0-1 0,0 1 0,-1 0 0,1 0 0,-1 0 0,1 0 0,-1 1 0,1-1 0,-1 0 0,-3 0 0,-35-7 1379,25 6-932,-15-2 310,0 1-1,0 1 1,0 2-1,0 1 0,-54 9 1,-141 44 394,196-46-1031,-37 13 60,2 2 1,1 4 0,0 2 0,3 3-1,0 2 1,-90 70 0,117-77-226,1 1 0,-33 37 0,54-54-56,1 1 0,1 0-1,0 1 1,1-1 0,0 2 0,1-1-1,1 1 1,0 0 0,-6 21-1,11-31-37,0 0 1,0 1-1,1-1 0,-1 0 0,1 0 0,0 1 0,0-1 0,0 0 1,1 0-1,0 1 0,0-1 0,0 0 0,0 0 0,0 0 1,1 0-1,0 0 0,-1 0 0,2 0 0,-1-1 0,0 1 0,1-1 1,5 6-1,-2-4-2,0-1 0,0 0 0,1 0 1,-1 0-1,1-1 0,0 0 0,0 0 0,0-1 1,1 1-1,-1-2 0,15 3 0,13-1-80,0-1-1,1-2 0,-1-1 0,0-2 1,54-11-1,-12-3-133,104-40 0,-127 37 181,-1-3-1,-2-2 0,0-2 1,-2-3-1,-1-1 0,-1-3 1,-2-1-1,-2-3 0,-1-1 1,-2-3-1,66-88 0,-84 96 9,-2-1-1,-1-1 0,-2 0 1,-1-1-1,17-66 1,-19 45 18,-2 0 1,-3-1-1,2-70 1,-11 93-39,-1 1 0,-2 0 0,-8-41 1,10 71 38,1 3 3,0 0 0,-1 0-1,1 0 1,-1 0 0,1 0 0,-1 0-1,0 0 1,0 0 0,0 0 0,0 0-1,0 1 1,0-1 0,-2-2 0,2 4-2,1 0 0,-1-1 1,1 1-1,-1 0 1,1-1-1,-1 1 1,0 0-1,1 0 0,-1-1 1,0 1-1,1 0 1,-1 0-1,0 0 1,1 0-1,-1 0 0,0 0 1,0 0-1,1 0 1,-1 0-1,0 0 0,1 0 1,-1 1-1,0-1 1,0 0-1,-2 2 1,1 0-1,-1-1 0,1 1 1,-1 0-1,1 0 1,-1 0-1,1 0 0,-3 5 1,-2 5 14,1 0 0,1 1 1,0 0-1,0 0 0,2 0 0,-1 0 1,0 15-1,0-9 8,-6 35 32,3 0 0,2 1 0,2 0 0,3-1 0,13 103 1,-9-134-25,0 0 0,2 0 0,1-1 0,1 0 0,1 0 0,1-1 1,0 0-1,16 22 0,-15-28 22,0 0-1,1 0 1,1-1 0,0-1 0,1 0 0,0-1 0,1-1-1,0 0 1,1-1 0,29 14 0,-25-15-38,1-1 1,0-2-1,0 0 1,1-1-1,0-1 1,0-1-1,0-1 1,0 0-1,0-2 0,0-1 1,44-7-1,-33 0-5,-1 0 0,0-2 1,0-2-1,-1-1 0,-1-1 0,0-1 0,36-26 0,-27 14 77,-1-2-1,-1-2 1,-2-1-1,-1-2 1,-2-1 0,40-57-1,-68 87-39,0 1 0,0-1 0,0 0 0,0 1 0,0 0 0,9-6 0,-18 34 168,-9 9-110,-22 39-1,-10 22-757,38-72 17,-36 100-1613,29-59-1535,9 1-4426,9-43 163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58.2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238 352 18050,'19'-4'-208,"0"0"1,24 0-1,-38 4-201,-5 7-238,-1-1 501,0 1 0,0-1 0,-1 0-1,1 1 1,-2-1 0,1 0 0,0 0 0,-5 6 0,-35 53-340,6-10 74,4 4 271,-2-2 0,-73 90 0,69-107 956,36-38-435,-4-17 403,-1-4-503,9 7-207,0-1 1,1 1 0,1 0 0,0 0-1,0 0 1,1 0 0,8-12-1,-10 18-39,33-62-1,2 2 0,4 2-1,2 1 1,3 3 0,3 1 0,63-57 0,-97 100-418,67-66-1245,-30 23-3758,-27 27-1071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2:59.9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131 237 6781,'-9'-3'1411,"0"0"1,0 0-1,1-1 1,-16-10 0,20 12-821,-1 0 0,1 0 1,-1 0-1,0 0 1,0 1-1,0 0 1,-5-1-1,-16-4 1834,23 5-1499,3 0-822,1 0-1,-1 0 0,0 1 1,0-1-1,0 0 0,0 1 0,0-1 1,1 0-1,-1 1 0,0-1 1,1 0-1,-1 1 0,1-1 1,-1 0-1,0 1 0,1-1 0,-1 1 1,1-1-1,0 1 0,-1-1 1,1 1-1,-1-1 0,1 1 1,0 0-1,-1-1 0,2 1 0,23-5 1283,23 9-410,-31 0-819,-1 0 0,1 1 1,-1 0-1,0 2 0,-1-1 0,1 2 0,-2 0 0,1 1 0,-1 1 0,0 0 0,-1 1 0,0 0 0,22 26 0,-23-22-116,0 1 1,-1 1-1,-1-1 1,-1 2-1,0-1 1,-1 1-1,-1 1 1,-1-1-1,-1 1 1,0 0-1,3 37 1,-5-11-9,-3 0 0,-1-1 0,-2 1 0,-18 80 0,-63 170 18,6-93 31,60-164-51,-1-1 0,-2-1 0,-29 38 0,48-71-25,-1-1-1,1 1 1,-1-1 0,1 1-1,-1-1 1,0 0 0,0 0 0,0 0-1,0 0 1,-7 2 0,9-3-5,0-1 0,0 0-1,0 1 1,0-1 0,0 0 0,0 0 0,0 0 0,0 0-1,0 0 1,0 0 0,0 0 0,0 0 0,-1-1-1,1 1 1,0 0 0,0 0 0,0-1 0,0 1 0,0-1-1,1 1 1,-1-1 0,0 0 0,0 1 0,0-1 0,0 0-1,1 1 1,-1-1 0,0 0 0,0 0 0,1 0 0,-1 0-1,1 0 1,-1 0 0,1 1 0,-1-1 0,1 0-1,0-1 1,-1 0 0,-1-5-2,0 0 0,1 0 0,0 0 0,1 0 0,-1 0 0,1 0 0,0 0 0,1-1 0,1-8 0,3-8-1,13-36-1,10-13-88,2 2 0,4 1 0,2 2 0,4 1-1,3 2 1,2 3 0,55-60 0,33-20-2123,243-200 0,-173 185-1719,-68 55-4656,-76 57-1019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01.2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195 72 5489,'-32'-8'6494,"-6"7"-3516,-34 8-1030,62-6-1313,8 0-537,-1-1-1,1 1 0,0-1 1,0 1-1,0 0 0,0-1 1,0 1-1,0 0 0,0 1 1,-2 0-1,-13 6 998,39 7 48,-14-10-1022,1 0-1,1-1 1,-1 0 0,1-1 0,0 0 0,-1 0 0,17 2 0,77 1 405,-62-4-418,633-19 721,0-57-538,-599 65-263,41-8 52,-47 6-148,-1 3-1,97 1 1,-156 8-116,-1 0 1,1 0 0,-1 1-1,12 4 1,-13-4-158,-6-1 72,0 0 1,1 0-1,-1 0 1,0 0-1,0 0 1,0 0-1,0 0 1,0 0-1,0 1 1,0-1-1,-1 0 1,1 1 0,1 2-1,-2-3-597,-24 13-6694,11-2 510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01.8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514 48 5276,'-19'-21'5405,"-16"13"570,34 7-5569,0-1 1,-1 0-1,1 0 1,-1 0-1,1 1 1,-1-1 0,0 1-1,0-1 1,1 1-1,-4-2 1,-84 334 3963,-37 171-2948,67-278-1207,-47 223 117,76-275-1348,2-13-4157,27-154 3978,1 1 1,-1-1-1,1 1 0,0-1 1,2 11-1,-2-12-406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03.7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277 644 6225,'0'0'2631,"-10"8"-508,-60 36 3679,64-39-5359,0 0 1,-1-1 0,1 0-1,-9 5 1,11-8-292,1 1-1,0-1 1,-1 1 0,1 0-1,0 0 1,0 1 0,1-1-1,-1 0 1,0 1 0,1 0 0,0-1-1,-1 1 1,1 0 0,0 0-1,-3 7 1,4-7 142,-18-9 214,10 4-261,-1-1 0,1 0 0,0 0 0,0-1 0,0-1 0,-13-8 1,21 12-174,-1 0 1,1-1 0,0 1-1,0 0 1,0 0 0,1-1-1,-1 1 1,0-1 0,0 1-1,1-1 1,-1 1 0,1-1-1,-1 1 1,1-1 0,0 1-1,-1-1 1,1-3 0,1-24 622,0 23-625,1 1 0,-1-1 0,1 0 0,0 1 0,1-1 1,-1 1-1,1-1 0,0 1 0,1 0 0,-1 0 0,1 1 0,0-1 0,0 1 0,0 0 0,1 0 0,0 0 0,-1 0 0,1 1 0,1 0 1,-1 0-1,0 0 0,1 1 0,-1 0 0,1 0 0,0 0 0,9-1 0,-7 1-38,1 0-1,0 1 1,0 0-1,-1 1 1,1 0-1,0 0 1,0 1-1,0 0 1,-1 0-1,1 1 1,-1 0-1,1 1 1,-1 0 0,0 0-1,0 1 1,0 0-1,10 7 1,-14-7-27,0 0 0,0 1 0,0-1 1,0 1-1,-1 0 0,0 0 0,0 0 1,0 0-1,-1 1 0,0-1 0,0 1 1,0 0-1,-1-1 0,1 1 1,-2 0-1,1 0 0,0 8 0,-1 7 13,0 0-1,-2 0 0,-6 31 1,-11 33-1,-46 122 0,-1 5 48,66-211-65,0 1 1,0-1-1,0 1 1,0-1-1,1 1 1,-1-1-1,0 0 1,1 1-1,-1-1 1,1 0-1,-1 1 1,1-1-1,0 0 1,-1 1-1,1-1 1,0 0-1,0 0 1,0 0-1,0 0 1,0 0-1,1 1 1,0-2-1,0 0 0,0-1 1,-1 1-1,1 0 0,0-1 0,0 1 1,-1-1-1,1 0 0,-1 0 1,1 1-1,0-1 0,-1 0 1,0 0-1,1-1 0,-1 1 1,0 0-1,2-2 0,25-26 27,-26 27-27,39-51 2,-3-2-1,-2-1 1,41-87-1,-22 39-73,-45 86 65,0 1 0,0 0 0,2 1-1,0 1 1,21-22 0,-31 35 2,-1 1 0,1-1 0,-1 1 0,1-1-1,0 1 1,-1 0 0,1 0 0,0 0 0,0 0 0,0 0 0,0 0 0,0 1-1,0-1 1,0 1 0,0-1 0,0 1 0,1 0 0,-1-1 0,0 1 0,0 0 0,0 1-1,0-1 1,0 0 0,1 1 0,-1-1 0,0 1 0,0-1 0,0 1 0,0 0 0,0 0-1,-1 0 1,5 2 0,-2 2 5,0 0-1,0-1 0,0 1 1,0 1-1,-1-1 0,0 0 1,0 1-1,0 0 0,2 9 1,2 6-4,-2 1 0,0 0 0,-1-1 0,0 25 1,0 85 22,-3-96-26,-1 46 27,-1-51 9,2 0 0,5 35 0,20-93 20,62-138-43,-32 54-225,62-92-119,-89 160 245,2 1-1,53-56 1,-79 94 85,1 0 1,0 0-1,0 0 1,0 1-1,0 0 1,0 0 0,1 1-1,0-1 1,0 1-1,9-2 1,-13 4 1,0 0 1,0 1-1,1-1 1,-1 1-1,0 0 1,0 0-1,1 0 1,-1 0-1,0 0 1,1 1-1,-1 0 1,0-1-1,0 1 1,0 0-1,0 1 1,0-1-1,0 0 1,0 1-1,0 0 1,0 0-1,-1 0 1,1 0-1,0 0 1,-1 0-1,3 4 1,9 13 9,-2 1 0,0 1 0,-1 0 0,0 1 0,7 25 0,-6-15-9,26 46 1,-28-62 12,0 0 0,1 0 1,1-1-1,0 0 1,1-1-1,1-1 1,0 0-1,1-1 1,0 0-1,1-1 1,0-1-1,1-1 1,0 0-1,0-1 1,1-1-1,0 0 0,0-2 1,1 0-1,0-1 1,0-1-1,0 0 1,0-2-1,0 0 1,0-1-1,24-4 1,-30 3-17,11-2 0,0-1-1,-1 0 1,37-14 0,-47 14 8,1-1 0,-2-1 1,1 0-1,-1-1 0,0-1 0,0 1 1,-1-2-1,0 0 0,0 0 0,-1-1 1,0 0-1,-1-1 0,0 0 0,-1 0 1,0-1-1,-1 0 0,0 0 0,-1-1 1,-1 0-1,0 0 0,7-25 0,-10 29-22,-1-1-1,0 1 1,0-1 0,-1 1-1,-1-19 1,0 25 14,1 0 0,-1-1 1,1 1-1,-1 0 0,0 0 1,-1 0-1,1 0 0,0 0 1,-1 0-1,0 0 0,1 0 1,-1 0-1,0 1 0,-1-1 1,1 1-1,0-1 0,-1 1 1,1 0-1,-1 0 0,0 0 1,-5-3-1,3 4 2,-1 0 0,1-1 0,-1 2 1,1-1-1,-1 1 0,1-1 0,-1 1 0,1 1 1,-1-1-1,1 1 0,0 0 0,-1 1 0,1-1 1,0 1-1,0 0 0,-1 0 0,2 0 0,-8 5 1,-7 4-15,1 0 0,1 2 1,-25 21-1,24-18-135,1 1 0,1 0-1,0 1 1,-13 21-1,25-35 78,1 1 0,0 0-1,0 1 1,0-1-1,1 0 1,0 1-1,0 0 1,0-1-1,1 1 1,-1 0 0,2 0-1,-1 0 1,0 0-1,1-1 1,0 1-1,1 0 1,-1 0 0,1 0-1,0 0 1,1 0-1,-1-1 1,3 7-1,-2-9 56,0 0-1,0 0 1,1-1-1,-1 1 1,0 0-1,1-1 0,0 1 1,0-1-1,-1 0 1,1 0-1,1 0 1,-1 0-1,0-1 1,0 1-1,1-1 1,-1 0-1,0 0 0,1 0 1,-1-1-1,1 1 1,0-1-1,-1 1 1,1-1-1,-1 0 1,5-1-1,7 0-4,0-1 1,0 0-1,0-1 0,18-6 1,70-33-20,-83 32 15,1 1 0,0 1 1,1 0-1,0 2 1,42-7-1,-61 13 31,1 0 0,-1 0 0,1 1 0,0-1 0,-1 1 0,1 0-1,-1 0 1,1 0 0,-1 0 0,0 1 0,0 0 0,1-1 0,-1 1 0,0 0 0,0 0 0,-1 1 0,1-1 0,0 1 0,-1-1 0,1 1 0,-1 0-1,2 3 1,6 6-122,-7-9 97,16-6-75,-13 1 98,0 1 0,-1-1 0,1 0-1,-1-1 1,0 1 0,0-1 0,0 0 0,0 0 0,0-1 0,-1 0 0,1 1 0,-1-1 0,7-9 0,5-7-13,24-39 0,-37 54-5,28-50-6,-4-2 0,-1-1 0,32-111 0,22-101 61,-53 173-71,15-44 213,-40 138-10,-4 8 113,-32 116 964,-31 207 1,60-289-1156,1-1-1,2 1 1,2 0-1,6 57 0,-3-73-59,2 1 0,0-1-1,1-1 1,1 1 0,1-1-1,2 0 1,0-1 0,20 32-1,-25-46-26,0 1 1,0-2-1,1 1 0,0-1 0,1 1 0,-1-2 0,1 1 1,0-1-1,1 0 0,-1 0 0,1-1 0,0 0 1,0-1-1,0 1 0,1-2 0,-1 1 0,1-1 0,-1 0 1,1-1-1,0 0 0,0 0 0,-1-1 0,1 0 0,0-1 1,0 0-1,0 0 0,-1-1 0,1 0 0,-1-1 1,1 1-1,-1-2 0,0 1 0,12-8 0,2-2-304,0-2-1,-1-1 1,-1 0 0,36-37-1,58-87-1092,-101 121 1224,-1 0-1,0-1 1,-2-1 0,10-25-1,-19 42 81,-3 3 93,-1 0 0,0 0 1,1 0-1,-1 0 0,0 0 1,0 1-1,0 0 0,1-1 1,-5 1-1,4 1 4,0 0 1,0 1-1,0-1 1,1 1-1,-1-1 1,0 1-1,1 0 1,-1 0-1,1 0 1,-1 1-1,1-1 1,0 0-1,-2 4 1,-24 37 69,24-37-59,0 1 22,0 0 1,1 1-1,0 0 1,0-1-1,0 1 0,1 0 1,0 0-1,0 9 0,1-14-32,1 0 0,0 0-1,0 0 1,0 0 0,0 0-1,1 0 1,-1 0-1,1 0 1,0 0 0,0 0-1,0-1 1,0 1 0,0 0-1,1 0 1,-1-1-1,1 1 1,-1-1 0,1 1-1,0-1 1,0 0-1,0 0 1,1 0 0,-1 0-1,5 3 1,6 2 9,0-1 0,0-1 0,0 0 0,1 0 1,0-2-1,0 0 0,0 0 0,0-1 0,1-1 0,-1 0 0,17-2 1,20-3 77,89-19 1,-126 21-66,20-7-19,0-1 0,0-1 0,-1-2 1,-1-2-1,34-19 0,-56 28-25,-1 0 0,1-1 0,-1 0 0,-1 0 0,11-12 0,-17 17 5,1 0 0,-1-1 1,0 0-1,0 1 1,0-1-1,-1 0 0,1 0 1,0 0-1,-1 0 0,0 0 1,0 0-1,0 0 1,0-1-1,0 1 0,-1 0 1,1-1-1,-1 1 0,0 0 1,0-1-1,0 1 1,-1-4-1,0 6 15,1-1 0,0 1 0,-1 0 0,1 0 1,-1 0-1,1 0 0,-1 0 0,0 0 0,1 1 0,-1-1 0,0 0 0,0 0 1,1 0-1,-1 0 0,0 1 0,0-1 0,0 0 0,0 1 0,0-1 0,0 1 1,0-1-1,0 1 0,0 0 0,0-1 0,-2 1 0,-1 0 29,1-1-1,0 2 1,-1-1-1,1 0 0,0 1 1,-1-1-1,1 1 1,0 0-1,-3 1 1,-8 4 114,1 0 0,0 1 1,-12 9-1,9-5 7,0 2-1,0 0 0,2 1 0,-1 0 0,2 1 1,-16 22-1,22-28-97,1 1 0,-1 1 0,2-1 1,-1 1-1,1 0 0,1 0 0,0 0 0,1 1 1,0-1-1,1 1 0,-2 19 0,4-25-67,0-1 1,0 0-1,1 0 0,0 0 0,0 0 0,0 0 0,0 0 1,1 0-1,0 0 0,0 0 0,0-1 0,1 1 0,0-1 1,0 0-1,0 0 0,5 6 0,-2-5-110,0 0 0,0 0 0,0-1 1,1 0-1,-1 0 0,1-1 0,0 1 0,0-1 0,1-1 0,7 2 0,10 1-708,-1-1 0,2-1-1,-1-1 1,0-2 0,45-4-1,124-25-7875,-188 27 8219,112-18-9040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05.1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404 132 5673,'-5'-8'560,"-6"-6"-68,8 4 3875,5 1-3634,-1 0 1,1 0-1,1 0 0,-1 1 0,1-1 0,1 0 0,0 1 0,0 0 1,8-11-1,-11 16 1637,-12 14-1907,-106 130 92,21-23-496,58-74-260,-44 69 0,70-94 43,0 1 0,1 1 0,2 0 1,0 1-1,1 0 0,-7 30 1,14-49 135,0-1 1,1 1 0,0 0 0,-1 0-1,1-1 1,0 1 0,0 0 0,1 0-1,-1-1 1,0 1 0,1 0-1,0 0 1,0-1 0,-1 1 0,2 0-1,-1-1 1,0 1 0,0-1 0,4 4-1,-3-3 6,1-1-1,0 0 0,0 0 0,0 0 0,0 0 0,0 0 0,0 0 0,0-1 0,1 0 0,-1 0 0,0 0 0,1 0 0,4 1 0,10-1-8,-1 0 1,0-1 0,0 0-1,35-7 1,172-33-1575,-74 7-4081,-100 24 1858,-2 3-1673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06.5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321 265 3576,'-4'4'278,"-1"0"-1,0-1 0,0 1 0,1-1 0,-2 0 1,1-1-1,0 1 0,-1-1 0,1 0 0,-1 0 1,1-1-1,-1 1 0,-11 0 0,-32 10 1410,-118 60 3412,166-72-5025,-1 1 0,1 0 1,-1-1-1,1 1 1,0 0-1,-1 0 0,1 0 1,0 0-1,0 0 0,0 0 1,0 0-1,0 1 0,0-1 1,0 0-1,-1 3 1,2-4-35,0 1 1,0-1 0,0 1-1,0-1 1,0 1 0,0 0-1,0-1 1,0 1-1,0-1 1,1 1 0,-1-1-1,0 0 1,0 1 0,1-1-1,-1 1 1,0-1 0,1 1-1,-1-1 1,0 0 0,1 1-1,-1-1 1,1 0 0,-1 1-1,1-1 1,-1 0 0,1 1-1,-1-1 1,1 0-1,0 0 1,6 3 167,0-1 1,0 0-1,0-1 0,0 0 0,14 1 1,89 0 566,114-14 0,114-27-353,-287 32-340,839-132 450,-4-28-255,-806 151-233,-15 3-50,-5 0-9,115-9 1,-159 22-119,0 1 1,0 0-1,16 5 1,-31-6 93,0 0 0,0 0 0,-1 0 0,1 0 0,0 0 0,-1 0 0,1 1 0,0-1 0,0 0 0,-1 1 0,1-1 0,-1 0 0,1 1 0,0-1 0,-1 1 0,1-1 0,-1 1 0,1-1 0,-1 1 0,1 0 0,-1-1 0,0 1 0,1-1 0,-1 1 0,0 0 0,1-1 0,-1 1 0,0 0 0,0 0 0,1-1 0,-1 1 1,0 0-1,0-1 0,0 1 0,0 0 0,0 0 0,0-1 0,0 1 0,0 0 0,-1 0 0,1-1 0,0 1 0,0 0 0,-1-1 0,1 1 0,0 0 0,-1 0 0,-1 3-265,0 0 1,-1-1-1,1 1 1,-1-1-1,0 0 1,1 1-1,-2-1 1,-3 3-1,-56 34-6173,36-21 297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07.0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293 62 4872,'-4'-37'3377,"-13"26"164,10 7 2241,5 2-5667,0 1 0,0 0 1,1 0-1,-1 0 1,0 1-1,0-1 1,0 0-1,0 1 1,0-1-1,0 1 0,0 0 1,0 0-1,0 0 1,0 0-1,0 0 1,0 0-1,0 0 1,0 0-1,0 1 0,0-1 1,0 1-1,0 0 1,0-1-1,1 1 1,-1 0-1,0 0 0,0 0 1,1 1-1,-1-1 1,1 0-1,-1 0 1,1 1-1,-1-1 1,1 1-1,0-1 0,0 1 1,0 0-1,-1 0 1,2-1-1,-1 1 1,-1 2-1,-10 20 507,1 1-1,1 0 0,1 1 1,1-1-1,1 2 1,-5 38-1,-7 172 1262,16-181-1563,-13 290 905,-19 290-575,-2-171-1371,35-295-855,-1 12-4273,-1-159 4048,1-13-415,1 2-4441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08.1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1142 222 5801,'1'1'89,"0"-1"1,1 1 0,-1-1 0,0 0-1,0 0 1,1 0 0,-1 1 0,0-1-1,1 0 1,-1-1 0,0 1 0,0 0-1,1 0 1,-1-1 0,0 1 0,0 0-1,1-1 1,-1 1 0,0-1 0,0 0-1,0 1 1,0-1 0,0 0 0,1-1-1,-1 0 173,0 0-1,-1 0 0,1 0 1,-1 0-1,1 0 0,-1 0 1,0-1-1,0 1 0,0 0 1,0 0-1,0 0 0,-1-1 1,1 1-1,0 0 0,-1 0 1,-1-3-1,1 1 194,1 0 0,-1 0 0,1-1 0,-1 1-1,1 0 1,1-1 0,-1 1 0,1 0 0,0-4 0,-1 2-198,0 1 1,0 0 0,-1 0 0,0 0-1,0 0 1,0 0 0,-1 0 0,0 0-1,0 0 1,0 0 0,0 1 0,-1-1-1,0 1 1,0 0 0,0 0 0,-6-7-1,4 7-180,0 0 0,0 0-1,-1 1 1,1-1 0,-1 1-1,0 1 1,0-1 0,0 1 0,0 0-1,0 0 1,-10-1 0,-5 0 35,1 1 0,-27 1-1,-10 3-16,0 2-1,1 4 1,0 1-1,1 3 0,0 2 1,1 3-1,1 2 1,0 3-1,2 2 0,0 1 1,2 4-1,1 1 0,-84 70 1,105-75-50,-38 43 0,59-61-33,0 0 0,1 0 0,0 1 0,0-1-1,1 1 1,0 0 0,0 0 0,1 1 0,0-1 0,1 1 0,-3 16 0,5-22-10,0-1 0,0 1 0,0 0 0,0-1 0,1 1 0,0-1 0,-1 1 0,1-1 0,0 1 0,0-1 0,0 1 0,0-1 0,1 0 0,-1 0 0,1 0 0,-1 0 0,1 0 0,0 0 0,0 0 0,0 0 0,0-1 0,0 1 0,0 0 0,0-1 0,1 0 0,-1 0-1,0 0 1,1 0 0,-1 0 0,5 1 0,4 1 11,0-1-1,0 0 1,0-1-1,0 0 1,16 0-1,2-4-4,0 0 1,0-1-1,44-14 0,63-29 15,-80 24 182,-1-2 0,-2-2 1,0-3-1,-2-2 0,-2-3 1,-1-1-1,-1-3 0,70-75 1,-115 111-86,0 1 0,-1 0 1,1-1-1,0 0 1,-1 1-1,1-1 0,-1 0 1,0 0-1,1-4 1,2-5 368,-3 10 612,-4 4-604,-4 6-391,0 0 0,0 1-1,1 0 1,0 0-1,1 0 1,-1 1-1,2-1 1,0 1-1,0 0 1,0 1 0,2-1-1,-1 1 1,1-1-1,-1 14 1,-4 24-839,2 0 1,2 1-1,4 54 1,2-75-1065,1 0 0,10 39 0,-8-46-696,1-1 0,1 0 0,18 34 0,2-7-7373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08.9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1151 1342 7493,'0'0'10211,"2"-2"-9067,-1 0-930,0 0 0,1 0 0,-1 0 0,0 0 0,0 0 1,0 0-1,0 0 0,0 0 0,-1 0 0,1 0 0,-1-1 0,1 1 1,-1 0-1,0 0 0,0-1 0,0 1 0,0 0 0,-1-4 0,0 1 40,0 0-1,-1 1 1,0-1-1,0 1 1,0-1-1,0 1 1,-1 0-1,-4-7 1,-1 2 7,1 0-1,-1 1 1,-1 0 0,0 0 0,0 1 0,0 0 0,-16-8 0,9 8-122,-1 1 1,0 0 0,0 1 0,0 1 0,-1 0 0,0 2 0,0 0 0,1 1-1,-1 0 1,0 2 0,-33 4 0,3 4 12,2 1 0,-1 2-1,-55 23 1,44-12-30,0 3 0,-92 58-1,112-59-86,1 2 1,1 1-1,2 2 0,-47 51 0,70-68-24,1 0 0,0 0 0,1 1 0,1 0 0,0 1 0,-10 26 0,17-36-12,-1 0 1,1-1 0,0 1 0,0 0 0,1 1 0,0-1-1,-1 0 1,2 0 0,-1 0 0,1 0 0,1 6 0,-1-7-8,0-1 0,1 1 0,-1-1 0,1 0 0,0 0 0,0 0 0,0 0 0,0 0 0,1 0 0,-1-1 0,1 1-1,0-1 1,-1 1 0,1-1 0,0 0 0,0 0 0,6 2 0,5 2-95,0-1-1,1-1 0,-1 0 1,1-1-1,0-1 1,0 0-1,0-1 0,0 0 1,25-3-1,18-3-601,61-15 0,-39 1 246,0-4-1,-1-3 0,-2-3 1,120-65-1,-165 78 381,0-3 0,-2 0-1,0-2 1,-1-1 0,-1-2 0,-2 0 0,0-2-1,-1-1 1,-2-1 0,-1 0 0,-1-2 0,-1-1-1,-2 0 1,24-58 0,-15 4-190,-3-1-1,22-152 1,-29 142 167,33-326-235,-33 246 265,-15 138 84,-4 27 94,-2 19 100,-8 46 523,-7 72-1,4-18 82,-48 351 1059,58-411-1750,2 1 0,2-1 0,2 0 0,2 1 0,11 51 0,-10-83-85,0 0 1,2 0 0,0 0 0,1-1 0,0 0-1,2 0 1,14 20 0,-16-26-15,1-1 0,0 0-1,1 0 1,0-1 0,0 0 0,1 0 0,0-1 0,0-1-1,1 0 1,0 0 0,21 8 0,-11-8-9,-1-1 1,1-1-1,0-1 1,0-1-1,0-1 1,0 0-1,0-2 0,0 0 1,0-1-1,-1-2 1,1 0-1,0-1 1,-1-1-1,27-11 0,-2-3-41,-1-2 0,0-1 0,-2-3-1,-1-1 1,39-33 0,-17 4-69,-2-3 1,77-96 0,-136 154 371,-7 2-223,0 0 1,0 1-1,1 0 0,-1 0 1,0 0-1,1 1 0,0-1 1,-1 1-1,1 0 0,0 1 1,-4 4-1,-11 12 35,1 1 0,1 1 0,0 1 0,-20 39 0,22-38-49,4-6-399,0 1 0,1 1 1,1-1-1,1 1 0,0 1 1,2 0-1,1 0 1,0 0-1,1 0 0,2 1 1,-1 30-1,4-47-50,0 1 0,0-1 0,1 1 0,0-1 0,0 0 0,0 0 0,1 0-1,-1 0 1,1 0 0,0 0 0,1-1 0,-1 0 0,6 6 0,-8-10 362,-1 1-175,1 0 0,0 0-1,0 0 1,0 0 0,0 0 0,0 0 0,1 0-1,-1 0 1,0-1 0,0 1 0,0-1 0,1 1-1,-1-1 1,0 1 0,1-1 0,-1 0-1,0 1 1,1-1 0,-1 0 0,0 0 0,1 0-1,-1 0 1,1 0 0,-1-1 0,2 1 0,8-1-1890,39 0-6230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09.0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128 9 11913,'-45'0'2132,"20"-9"957,2 12-2009,8 0-36,5 6-1392,1 2-672,24 3-561,1-2-731,13-4-1724,15 7-2941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09.4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32 143 11797,'-1'1'163,"1"-1"0,-1 0 0,0 1 0,0-1 0,0 0 0,0 1-1,0-1 1,0 0 0,1 0 0,-1 0 0,0 0 0,0 0 0,0 0 0,0 0 0,0 0 0,0 0 0,0 0-1,0-1 1,0 1 0,1 0 0,-1-1 0,-5-3 7053,32 6-4819,-20-2-2194,0 0 0,0 0 0,0 1-1,0 0 1,0 0 0,11 4 0,-4 0-48,-1 1 0,1 0 0,-1 1 0,0 0 0,0 1 0,-1 0 0,0 1 0,0 0 0,10 12 0,-14-12-105,-1 0 1,1 0 0,-1 0 0,-1 1 0,0 0 0,0 0-1,-1 0 1,0 1 0,-1-1 0,0 1 0,-1 0 0,2 14 0,-3-7-23,-1-1 1,-1 0-1,0 1 0,-1-1 1,-1 0-1,-1 0 1,-7 21-1,-49 111 75,60-149-103,-27 50 55,-1-1 0,-3-2 1,-2-1-1,-40 44 0,71-88 161,3-4-206,-1 1 0,1-1 0,-1 1 1,1 0-1,-1-1 0,1 1 0,0 0 1,0-1-1,-1 1 0,1 0 0,2-3 1,3-3 8,39-57-414,2 2 0,70-69 0,124-99-3171,-166 160 2166,152-128-3532,-67 74-2407,-68 57-844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10.1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8 445 9153,'-8'31'1467,"9"-30"-1391,-1 0 1,0 0 0,1-1 0,-1 1 0,1 0 0,-1-1-1,1 1 1,-1 0 0,1-1 0,-1 1 0,1-1-1,0 1 1,-1-1 0,1 1 0,0-1 0,-1 0 0,1 1-1,0-1 1,0 0 0,-1 1 0,1-1 0,0 0-1,0 0 1,0 0 0,-1 0 0,1 0 0,0 0 0,0 0-1,1 0 1,-1 0 152,7 2 182,1-1-1,0 0 1,0-1-1,-1 0 0,1-1 1,0 1-1,0-2 1,-1 1-1,17-6 1,8-4 272,36-19 0,-48 21-379,31-15 235,-1 3 36,-1-2 0,-2-3 0,61-41 0,-105 64-543,0 0 0,0-1 1,-1 1-1,1-1 0,-1 1 1,0-1-1,0 0 0,0 0 1,-1-1-1,0 1 0,1 0 1,-1-1-1,-1 0 0,3-7 1,-4 10-28,1 0 1,-1 0-1,0 0 1,0 0-1,-1 0 1,1 0-1,0 0 1,-1 0-1,1 0 1,-1 0-1,1 1 1,-1-1-1,0 0 1,0 0 0,0 1-1,0-1 1,0 0-1,0 1 1,0-1-1,-1 1 1,1 0-1,-1-1 1,1 1-1,-1 0 1,1 0-1,-1 0 1,0 0-1,1 0 1,-1 0-1,0 0 1,0 0-1,0 1 1,0-1-1,1 1 1,-1 0 0,-3-1-1,-3 0 5,1 0-1,-1 1 1,1 0 0,-1 0-1,1 0 1,-1 1-1,1 0 1,-1 1 0,-10 3-1,-3 2 35,0 1-1,-19 12 0,8-3 39,1 2-1,1 2 1,1 0 0,1 2-1,1 2 1,1 0-1,1 1 1,2 2 0,0 0-1,2 2 1,-30 54-1,46-73-39,-1 0 0,1 1-1,1 0 1,0 0 0,1 0-1,0 0 1,0 1-1,2-1 1,-1 14 0,2-21-36,0 0 1,0 0-1,1-1 0,0 1 1,0 0-1,0-1 1,0 1-1,1-1 1,0 1-1,0-1 0,0 0 1,0 1-1,1-1 1,0-1-1,0 1 1,0 0-1,0-1 1,0 1-1,1-1 0,-1 0 1,1 0-1,0 0 1,0-1-1,0 1 1,0-1-1,7 3 1,0-1 8,0-1 0,-1 0 0,1-1 1,0 0-1,0-1 0,16 1 0,70-7-11,-37 1-30,13-1-3,1-3 1,111-28 0,141-57-91,-263 72 113,-2-3-1,0-2 1,76-46 0,-98 48-29,0-2 0,-2-2 0,-1-1 0,-1-2 0,45-53 0,-77 81 22,0-1 0,-1 0 1,1 0-1,-1 0 0,0 0 1,-1 0-1,1 0 0,-1 0 1,2-8-1,-2 11 14,-1 0 0,0 0-1,0 0 1,0 0 0,0-1 0,1 1 0,-1 0-1,-1 0 1,1 0 0,0 0 0,0 0-1,0-1 1,-1 1 0,1 0 0,0 0 0,-1 0-1,1 0 1,-1 0 0,1 0 0,-1 0 0,0 0-1,1 0 1,-1 0 0,0 1 0,0-1 0,0 0-1,0 0 1,0 1 0,1-1 0,-1 0 0,0 1-1,0-1 1,-1 1 0,1-1 0,0 1-1,0 0 1,0-1 0,-2 1 0,-5 0-5,1 0 0,0 0 0,0 1 1,-1 0-1,1 1 0,0-1 0,0 1 0,0 1 0,0-1 1,1 1-1,-1 1 0,-7 4 0,-16 10 120,-31 25-1,54-38-81,-23 19 121,0 1 0,1 2 1,2 0-1,1 2 0,-39 56 1,61-78-123,-1 0 0,2 1 1,-1 0-1,1 0 1,0 0-1,1 0 0,-1 0 1,2 0-1,-1 1 0,1-1 1,1 1-1,-1-1 1,2 1-1,-1-1 0,3 12 1,-2-14-18,0-1 1,1 1 0,0-1 0,0 1 0,0-1-1,1 0 1,0 0 0,0 0 0,0-1-1,0 1 1,1-1 0,0 0 0,0 0 0,0 0-1,0 0 1,1-1 0,-1 1 0,1-1-1,0 0 1,0-1 0,0 1 0,0-1 0,11 3-1,19 4-47,0-3 0,0 0-1,1-3 1,0 0 0,0-3-1,0-1 1,68-11 0,-31-2-227,0-3 1,128-48 0,-115 31-40,-1-4 1,132-81-1,-185 95 173,-2-1 0,0-2 0,-2-1 0,49-62 0,-60 68 79,-1-2 0,-1 0 1,-1-1-1,-1-1 0,-2 0 0,0 0 0,7-29 0,-17 52 52,0 0 0,-1 0 0,1 0 0,-1 0-1,0 0 1,0 0 0,0 0 0,0 0-1,0 0 1,0 0 0,-1 0 0,-1-4-1,0-4 71,1 11-60,0-1-1,0 1 1,-1 0-1,1-1 1,0 1-1,0 0 1,0 0-1,0 0 1,0 0 0,-1 0-1,1 0 1,0 0-1,0 0 1,0 1-1,0-1 1,0 0-1,0 1 1,-1-1-1,0 1 1,1-1 6,-5 3 49,0 0 0,-1 1 0,1-1 0,0 1 0,1 1 0,-1-1-1,1 1 1,-1 0 0,2 0 0,-1 0 0,-5 7 0,-8 14 265,-17 31-1,29-48-292,-12 22 151,-40 66-1168,-53 123 1,98-186-2619,-16 58 1,28-91 3321,1 1 1,-1 0 0,1-1-1,-1 1 1,1 0-1,0 0 1,0-1-1,0 1 1,0 0-1,0 0 1,0-1 0,0 1-1,0 0 1,1-1-1,-1 1 1,1 0-1,-1-1 1,1 1 0,0 0-1,-1-1 1,1 1-1,0-1 1,0 1-1,0-1 1,2 2 0,18 19-5930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10.3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0 198 12945,'0'0'3308,"19"-3"-1975,3-3-269,7 3-272,22 0-160,-4-5-212,11-7-276,11-2-436,14-3-592,15 0-492,14 0-477,8-8-651,4-1-1464,9 3-2809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10.7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349 22 9509,'0'0'4180,"-22"-20"2432,18 19-6486,1 1 1,-1-1-1,0 1 0,1 0 0,-1 0 0,1 1 1,-1-1-1,0 1 0,1-1 0,-1 1 0,1 0 1,0 0-1,-1 1 0,1-1 0,0 1 0,0 0 1,0 0-1,0 0 0,0 0 0,0 0 0,0 0 1,1 1-1,-1 0 0,-1 2 0,-50 78 1882,-76 153-1,119-212-1876,1 0 1,1 1-1,1 0 0,1 0 0,2 1 1,-5 41-1,10-64-113,1 1 1,-1 0-1,1-1 1,-1 1-1,1 0 1,1-1-1,-1 1 1,0-1-1,1 0 1,-1 1-1,1-1 1,0 0-1,0 0 1,1 0-1,-1 0 1,4 3-1,-2-2-5,1 0 0,-1 0-1,1 0 1,-1-1 0,1 0 0,0 0-1,0 0 1,0-1 0,10 4-1,-2-3 15,1-1 0,0 0 0,0-1 0,0 0 0,0-1 0,26-3 0,87-23 32,-67 13-94,0 0-3,-1-3 0,63-25 0,-99 31-70,-1 0 1,0-1-1,0-1 1,-1-1 0,-1 0-1,0-2 1,-1-1 0,19-19-1,-33 29 14,0 0 0,0 0 0,-1 0 0,0 0 0,0-1 0,0 0 0,-1 1 0,0-1 0,0-1 0,-1 1 0,0 0 0,0-1 0,-1 1 0,0-1 0,0 1 0,-1-1-1,1 1 1,-2-1 0,1 0 0,-1 1 0,-1-1 0,1 1 0,-1-1 0,0 1 0,-1 0 0,0 0 0,0 0 0,0 0 0,-1 1 0,0-1 0,0 1 0,-1 0 0,0 0 0,0 0 0,0 1 0,-7-6 0,-8-4-336,0 0 1,0 2 0,-2 0 0,1 1 0,-1 2-1,-38-13 1,30 13-2905,-1 1 0,-42-5-1,50 11-5157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11.1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0 112 10757,'6'-1'413,"0"0"0,0 1-1,-1 0 1,1 0 0,0 0 0,0 1 0,0 0-1,0 0 1,-1 0 0,1 1 0,0 0 0,-1 0-1,1 0 1,-1 1 0,0-1 0,0 1 0,0 1-1,0-1 1,7 7 0,28 26 700,-28-26-846,0 0-1,16 20 1,-24-25-208,0 1 0,-1 0 1,1-1-1,-1 1 0,-1 1 1,1-1-1,-1 0 1,0 0-1,2 11 0,-1-1-17,-1 0-1,-1 0 0,0 0 0,-1 0 1,-1 1-1,0-1 0,-1 0 1,-1 0-1,0 0 0,-2-1 0,0 1 1,0-1-1,-13 24 0,-6 3 3,-2-1-1,-2-2 1,-34 39-1,6-17 617,53-59-306,14-18 202,10-16-314,1 1-1,1 1 1,43-43 0,95-74-787,-117 109 212,316-265-7284,-256 227 2434,-1 11-2963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11.6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1204 0 10521,'-3'1'1716,"2"0"-1566,-1 0 0,0 0 1,0-1-1,1 1 0,-1 0 0,0 1 0,1-1 0,-1 0 0,1 0 1,-1 1-1,1-1 0,0 1 0,0-1 0,-1 1 0,1-1 1,0 1-1,0 0 0,1 0 0,-1-1 0,0 1 0,1 0 0,-1 0 1,1 0-1,-1 0 0,1 0 0,0 0 0,0 0 0,0 0 0,0 0 1,0 0-1,0-1 0,1 1 0,-1 0 0,0 0 0,1 0 1,0 0-1,-1 0 0,1 0 0,0-1 0,0 1 0,0 0 0,0-1 1,3 4-1,1 2-62,1 1-1,1-1 1,-1-1 0,1 1 0,0-1 0,0 0 0,1-1-1,0 1 1,0-2 0,0 1 0,0-1 0,10 3-1,18 5 140,69 14 0,-78-20-156,142 31 294,-122-29 293,87 3 0,-62-6 583,-65-5-967,0 1 0,0-1 1,0 0-1,0 0 0,0-1 0,0 0 0,0 0 1,0-1-1,0 0 0,0 0 0,-1 0 0,1-1 0,-1 0 1,1-1-1,-1 1 0,0-1 0,6-5 0,-11 7-206,0-1 0,0 1-1,0-1 1,-1 1 0,1 0-1,0-1 1,-1 1 0,0-1-1,1 0 1,-1-4 0,0 3 51,1 1 321,-6 4-354,-6 1-52,6-2-25,1 1 0,0 0 1,0 0-1,-1 0 0,1 0 0,0 1 0,0 0 0,0-1 1,1 1-1,-1 1 0,0-1 0,1 0 0,-5 5 0,-25 26 41,3 2 0,-47 65 0,-42 91 28,110-176-73,-204 405 11,34 20-105,99-237 97,18-47 8,-74 178 3,100-259-16,-3-1 0,-61 88 0,79-134-4,0-1-1,-2 0 0,-2-2 1,0-1-1,-1-1 0,-1-1 1,-1-1-1,-2-1 0,-32 16 0,44-27 1,-1 0-1,0-2 0,0 0 1,-1-1-1,0-1 0,0 0 0,-1-2 1,1 0-1,-1-2 0,1 0 1,-1-1-1,0-1 0,1-1 1,-1-1-1,1-1 0,-29-9 0,39 10-2,0-1-1,0 0 0,1 0 0,0-1 0,-1-1 0,1 0 0,1 0 0,-1 0 0,1-1 1,1-1-1,-1 1 0,1-1 0,0 0 0,-6-12 0,8 11-54,1 1 0,0-1 0,0 0 0,1 0 0,0-1 0,1 1 0,0-1 0,1 1 0,0-1 0,0 0 0,1 0 0,0 1-1,1-1 1,0 0 0,4-15 0,11-21-399,-4 24 74,24-34 0,171-205-2085,-155 203 1576,2 2 0,3 2 1,70-50-1,-83 70 321,533-382-10159,-366 296 3217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13.0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44 6741,'-9'2'501,"6"-2"-313,1 0-1,-1 1 1,1-1-1,0 1 1,-1 0-1,1-1 1,0 1-1,-1 0 1,1 0-1,0 1 1,0-1-1,0 0 1,0 1-1,-3 2 1,-14 6 2910,9-5 338,10-4-3329,0 0-1,1 0 0,-1 0 0,1-1 1,-1 1-1,1 0 0,-1 0 0,1-1 1,-1 1-1,1 0 0,0-1 0,0 1 1,-1-1-1,1 1 0,0-1 1,0 1-1,0-1 0,1 1 0,6 3 108,0 0-1,1 0 0,-1-1 1,1 0-1,0-1 0,0 0 1,15 2-1,75 0 677,-50-3-628,496 2 1109,3-24-538,-507 19-755,381-23 451,-201 10-276,249-8-824,-443 21-201,68-7-1577,-33-8-7503,-40 8 1849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14.2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956 1242 9389,'0'0'63,"0"1"1,0-1 0,0 1-1,1-1 1,-1 1 0,0-1-1,0 1 1,1-1-1,-1 1 1,0-1 0,1 1-1,-1-1 1,0 0-1,1 1 1,-1-1 0,1 0-1,-1 1 1,1-1-1,-1 0 1,1 1 0,-1-1-1,1 0 1,-1 0-1,1 0 1,-1 0 0,1 1-1,-1-1 1,2 0-1,5-14 1833,-6 11-1655,0 0 0,0 0 0,0 0 0,1 0-1,0 1 1,-1-1 0,5-5 0,144-122 3481,11-12-2530,-125 106-867,-2-3-1,-2 0 0,-1-2 0,-3-1 0,-1-2 0,24-52 0,-22 22 294,-3-1 0,26-129-1,-36 90 608,-7 37-311,-5 32-363,-8 33-286,3 12-249,1 0 0,-1 1 0,0-1 0,1 0-1,-1 0 1,1 0 0,-1 0 0,0 0 0,1 1 0,-1-1 0,1 0 0,-1 1 0,1-1 0,-1 0 0,1 1 0,-1-1 0,1 1 0,-1-1 0,1 0-1,-1 1 1,1-1 0,0 1 0,-1 0 0,-20 26 285,2 1 0,1 1 0,1 1 0,2 0 0,-16 44 0,15-38-90,-204 457 1728,-180 430-568,144-219-1358,161-432-15,-134 473 2,214-667-83,15-71 52,-1 0 0,1 1-1,0-1 1,1 0 0,-1 1-1,1-1 1,1 0 0,2 8-1,-4-14 2,1 0 0,0 0-1,0 1 1,0-1 0,0 0-1,0 0 1,0 0 0,0 0 0,0 0-1,0 0 1,1 0 0,-1 0-1,0-1 1,1 1 0,-1 0-1,0-1 1,1 1 0,-1-1 0,1 1-1,-1-1 1,1 0 0,-1 0-1,1 0 1,-1 1 0,1-1-1,-1-1 1,1 1 0,-1 0-1,1 0 1,1-1 0,4 0-62,0 0 1,0-1-1,0 0 0,10-4 1,-3-1-90,-1-1 0,1 0 0,-2-1 0,1-1 0,-1 0 0,0 0 0,11-15 0,69-88-1205,-90 110 1356,31-41-457,-2-1-1,-2-1 0,-2-2 1,-3-1-1,32-88 1,-48 115 403,-2-1 1,-1 1-1,-1-1 0,0 0 1,-2 0-1,-1 0 1,0-1-1,-2 1 1,-1 0-1,-1 0 1,-1 0-1,0 0 1,-2 1-1,-1-1 1,-1 1-1,-10-21 1,3 16 35,-1 1 0,-1 1 0,-1 1 1,-2 1-1,0 0 0,-1 1 0,-1 1 1,-36-25-1,-22-9-52,-110-58 0,150 90 59,-51-23 0,52 28 23,1-3 0,-37-25-1,73 45 18,1 0-1,-1-1 1,0 1 0,0 0-1,1-1 1,-1 1-1,1-1 1,-1 0-1,1 1 1,0-1-1,0 0 1,0 0-1,0 0 1,0 0-1,0 0 1,0 0-1,1 0 1,-1 0-1,0-4 1,1 4 0,1 0 0,-1 0 0,0 0 0,1 0-1,0 0 1,-1 0 0,1 0 0,0 0 0,0 0 0,0 0 0,0 0 0,1 1 0,-1-1 0,0 1 0,1-1 0,2-2 0,5-3-3,1 1 0,-1-1 0,1 2 0,0-1 0,1 2 1,14-6-1,126-35-22,189-31 1,-287 66 22,854-160-79,-827 153 77,-43 8-33,-1 2 0,1 2 0,38-2-1,-74 8 36,0-1 0,1 1 0,-1-1 0,0 1 0,1 0 0,-1 0 0,0 0 0,0 0 0,0 0 0,0 0 0,0 0 0,0 0 0,0 0 0,0 0 0,0 1 0,0-1 0,-1 0 0,1 1 0,0-1 0,-1 0 0,1 1-1,-1 2 1,-1 0 0,0 1-1,-1-1 0,0 0 0,0 1 0,0-1 0,0 0 0,-1 0 0,1-1 0,-1 1 0,-4 4 1,0 1 6,-22 26-4,-2-1 0,-1-1 0,-37 28 0,10-8-1,28-25 4,-103 104 42,119-115-38,1 1-1,1 0 1,0 1 0,1 0-1,1 1 1,-10 24-1,19-39-1,1 0 0,-1 0 0,1-1 0,0 1 0,0 0 0,0 0 0,1 0 0,0 0 0,0 0 0,0 1 0,0-1 0,1 0 0,0 0 0,0-1 0,0 1 0,1 0 0,0 0 0,4 8 0,-3-8 2,1 1 0,0-1 0,0 0 1,1 0-1,0-1 0,0 1 0,0-1 1,0 0-1,0 0 0,1-1 0,0 0 0,0 0 1,0 0-1,7 2 0,9 2 10,1-1 0,1-1 0,-1-2 1,1 0-1,0-1 0,0-1 0,30-3 0,10-4-1,93-21 0,-118 18-7,-1-1 0,0-1 0,-1-3-1,0-1 1,-1-1 0,-1-2 0,43-29-1,-71 42-9,0 0-1,0-1 0,-1 0 1,1 0-1,-1-1 0,-1 0 0,1 0 1,-1 0-1,4-9 0,-7 11 0,0 0-1,0 0 1,0 0 0,-1 0-1,0 0 1,0 0-1,0 0 1,-1-1-1,1 1 1,-1 0 0,-1-1-1,1 1 1,-1 0-1,0 0 1,0 0 0,-3-7-1,-1-2-4,-2 0 1,0 1-1,0 0 0,-1 0 0,-1 1 0,0 0 1,-1 0-1,0 1 0,0 0 0,-2 1 1,-20-15-1,-15-8-154,-86-45 0,108 65 72,-199-93-1549,71 36-1821,132 60 1114,0-2 0,-23-17 0,30 15-4962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14.4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914 14 10333,'0'0'109,"0"-1"-1,0 0 1,-1 0 0,1 1-1,0-1 1,-1 0-1,1 0 1,-1 1 0,1-1-1,-1 1 1,1-1 0,-1 0-1,0 1 1,1-1 0,-1 1-1,0-1 1,1 1 0,-1-1-1,0 1 1,0 0-1,1-1 1,-3 1 0,-10 10 2997,-9 10-608,12-12-1948,1 0 0,0 0 0,0 1 0,1 1 0,0-1 0,0 1 1,1 0-1,1 1 0,-1 0 0,-5 15 0,-8 21 643,-15 59 0,27-79-819,-62 206 1322,-61 181-873,-78 102-5540,-12-57-5028,177-370 4905,10-5-2640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15.4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911 1194 7789,'23'-15'1028,"29"-20"6547,-50 33-6252,6-29 2077,-11 27-3324,0 1 1,0 0-1,0-1 1,0 1 0,0 1-1,-1-1 1,0 0-1,1 1 1,-1 0-1,0 0 1,0 0 0,0 0-1,0 0 1,0 1-1,-1 0 1,1 0 0,0 0-1,-1 0 1,1 1-1,-8 0 1,-9-1 56,0 2 1,0 0-1,-26 6 0,-14 5-55,0 3 0,1 3 0,1 2 0,1 3 0,1 2 1,1 3-1,1 2 0,2 2 0,1 3 0,-85 75 0,126-99-105,0 0 0,0 1 1,1 0-1,0 1 0,-14 26 0,22-35 6,0 0 0,0 0 0,1 0 1,0 1-1,-1-1 0,1 0 0,1 1 0,-1-1 0,1 0 0,0 1 0,0 6 0,1-8-2,0 0-1,-1 0 1,1 0-1,0-1 0,1 1 1,-1 0-1,0 0 1,1-1-1,0 1 1,-1-1-1,1 0 0,0 1 1,0-1-1,1 0 1,-1 0-1,0 0 1,1-1-1,4 4 0,2-1-40,1 0-1,-1 0 0,0-1 0,1 0 1,0-1-1,0 0 0,0 0 0,0-1 0,0-1 1,0 1-1,10-2 0,17-3-136,59-11 0,-55 5 159,0-1-1,-1-2 1,0-2-1,-1-2 1,0-1 0,-2-2-1,0-1 1,-2-2-1,0-2 1,-2-1-1,0-2 1,37-41 0,-3-8-9,-3-3 1,-4-2 0,59-107-1,119-285-42,-75 86 126,-150 348 182,-11 30 75,-10 27-13,-192 523 1325,164-412-1334,-29 200 0,61-303-188,2-1 0,1 1 0,0-1 1,2 1-1,1-1 0,1 1 0,9 37 0,-9-52-33,0-1 0,1 1-1,0 0 1,0-1 0,1 0-1,0 0 1,1 0 0,0 0-1,0-1 1,1 0 0,0-1-1,0 1 1,1-1 0,0-1-1,0 1 1,0-1 0,1-1-1,0 0 1,0 0 0,13 4-1,-3-3-12,1-1 0,-1-1 0,1 0 0,0-2 0,1 0-1,-1-2 1,0 0 0,0-1 0,0-1 0,23-5 0,2-3-129,0-2 0,-1-2-1,55-26 1,-55 19-234,-1-3 0,69-48 0,-95 61 246,16-12-82,-1-1 0,0-2 0,-2-1 0,-1-2 0,-2 0 0,36-48 0,-52 60 88,-1 0 0,0 0 0,9-23 0,-17 37 66,-1 1 0,0 0 0,0-1 0,-1 1-1,1-1 1,0 1 0,-1-1 0,0 1-1,1-1 1,-1 1 0,0-1 0,0 1 0,-1-1-1,1 0 1,0 1 0,-1-1 0,1 1-1,-1-1 1,0 1 0,0 0 0,0-1-1,0 1 1,-1 0 0,1 0 0,0 0 0,-1 0-1,0 0 1,1 0 0,-1 0 0,0 0-1,-2-1 1,0 0 5,0 1 0,0 0 0,0 0 0,0 1 0,0-1 0,-1 1 0,1 0 0,0 0 0,-1 0 1,1 1-1,-1-1 0,1 1 0,0 0 0,-1 0 0,1 1 0,-6 1 0,-12 3-5,1 2 1,0 0 0,0 2-1,0 0 1,1 1 0,1 1-1,-24 18 1,16-9 21,2 1 0,0 0 0,2 2 0,-30 37 0,47-51-12,-1 0 1,1 0 0,1 0-1,0 1 1,0 0 0,1 0-1,0 0 1,0 0 0,1 1-1,1 0 1,0-1 0,-1 16-1,3-19 5,0-1-1,1 1 0,-1 0 1,1-1-1,1 1 0,-1 0 1,1-1-1,0 0 0,1 1 1,-1-1-1,1 0 0,1 0 1,-1 0-1,1-1 0,0 1 1,0-1-1,1 0 0,-1 0 0,1 0 1,0-1-1,8 6 0,-1-3 6,0 1 0,1-2-1,0 0 1,1 0-1,-1-1 1,17 3-1,88 16 30,-111-23-37,38 5 21,1-1 0,0-3 0,-1-1 0,1-3 0,0-1 0,-1-3 1,1-1-1,-2-3 0,1-1 0,55-23 0,-84 27-11,0-1 1,0-1-1,-1 0 1,0-1-1,-1 0 0,0-1 1,0-1-1,-1 0 1,-1-1-1,0 0 1,16-25-1,-20 25-15,0 0 1,-1 0-1,-1 0 0,0-1 1,-1 0-1,-1 0 0,0-1 1,0 1-1,-2-1 0,0 0 1,0 1-1,-2-1 0,0 0 0,-2-18 1,-2 14 7,0 1 0,-2 0 0,-13-31 0,1 1-74,3 23 77,13 24 17,10 13-55,18 19-1,-17-21 26,0-1 1,-1 1-1,0 1 1,-1 0 0,0 0-1,-1 0 1,0 1-1,-1-1 1,7 25-1,-7-13 20,-2-1-1,0 1 1,-2 0 0,0 0-1,-5 39 1,2-49 33,2 0-1,-1-1 0,1 1 1,1-1-1,0 1 1,5 18-1,-5-24-11,1 0-1,1 0 1,0 0-1,0-1 1,0 1-1,0-1 1,1 1-1,0-1 1,1-1-1,-1 1 1,1 0-1,10 8 1,4 0-48,2 0 0,0-2 0,0 0 0,1-1 0,0-1 0,1-1 0,0-1 0,29 6-1,30 2-1471,85 7 0,-150-21 1123,216 12-8698,-223-13 8259,64 1-6886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27.2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72 1 4528,'9'26'10324,"-16"-26"-10378,0 0 41,0 1-1,0 0 1,0 0 0,0 1 0,1 0 0,-10 4 0,14-5 173,-11 17-205,12-14 2866,2-5-2800,0 1-1,0 0 1,0-1-1,1 1 1,-1-1-1,0 0 1,0 1-1,0-1 1,0 0-1,0 1 1,0-1-1,0 0 1,-1 0-1,1 0 1,0 0-1,0 0 1,0-1-1,-7-19-1171,5 19 961,0 0-1255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29.4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59 691 4940,'-1'-1'129,"0"1"0,0 0 0,1-1 0,-1 1-1,0 0 1,0 0 0,0-1 0,0 1-1,0 0 1,0 0 0,0 0 0,0 0-1,0 0 1,1 0 0,-1 0 0,0 0-1,0 1 1,0-1 0,0 0 0,0 1 0,0-1-1,1 0 1,-1 1 0,0-1 0,0 1-1,0-1 1,1 1 0,-1-1 0,0 1-1,1 0 1,-1-1 0,1 1 0,-1 0-1,0 0 1,1-1 0,0 1 0,-1 0 0,1 0-1,-1 0 1,1 0 0,0-1 0,0 1-1,-1 0 1,1 0 0,0 1 0,-7 0 854,-12 2 7954,39-26-8878,-5 6 19,0-2 0,23-34 0,-17 20-61,-2-2-1,-2 0 1,0-1-1,20-67 1,54-253 151,-87 342 120,-5 35 15,-15 331 1011,6-68-823,-10 3-280,-13 216 63,33 0-113,3-463-127,1 0-1,14 52 1,-12-69-18,1-1 1,1 1-1,1-1 0,24 43 1,-29-60-52,0 0-1,0 0 1,0 0-1,1-1 1,0 0 0,0 0-1,0 0 1,1 0-1,0-1 1,0 0 0,0 0-1,0 0 1,0-1-1,1 0 1,0 0 0,-1-1-1,1 1 1,0-2 0,0 1-1,0-1 1,1 0-1,-1 0 1,0-1 0,0 0-1,0 0 1,1-1-1,-1 0 1,0 0 0,0-1-1,0 0 1,0 0 0,0 0-1,-1-1 1,1 0-1,-1-1 1,0 1 0,0-1-1,0 0 1,9-8-1,-2 0-111,0-1 0,-1 1-1,0-2 1,-1 0 0,10-16-1,-11 11-40,0-1 1,-2 0-1,0 0 0,-1-1 0,4-23 1,23-126-849,-31 149 933,0-1 0,-2-1 0,0 1 0,-2 0 0,0 0 0,-9-40 0,2 33 17,-1 1 1,-2 0 0,-22-43-1,23 52 57,-1 1 0,-1 1-1,-1 0 1,-1 0-1,-28-26 1,-89-65-133,22 38 128,83 56 29,1-1 1,0-2-1,1 0 0,-34-34 0,54 48 6,0-1 0,1-1 0,0 1 1,0 0-1,0-1 0,0 0 0,-3-8 0,6 11-8,-1 0 0,0 0 0,1-1-1,0 1 1,-1 0 0,1-1 0,0 1 0,0 0 0,1-1 0,-1 1 0,0 0 0,1-1 0,-1 1 0,1 0 0,0 0 0,0-1 0,0 1 0,0 0 0,2-3 0,4-5 12,0 1-1,1 1 1,0 0 0,1 0 0,0 0 0,0 1 0,0 1-1,1 0 1,0 0 0,0 0 0,13-4 0,21-6 0,66-17 0,-71 22-83,48-12 127,162-23-1,-211 42-38,0 2-1,0 1 1,0 2 0,-1 2 0,1 1 0,0 2-1,36 10 1,-66-13-4,1 0-1,-1 0 1,0 0-1,0 1 1,0 1-1,-1-1 1,1 1 0,-1 0-1,0 1 1,-1 0-1,1 0 1,-1 0-1,0 1 1,-1 0 0,0 0-1,8 14 1,-11-15-15,0-1 1,-1 1-1,0-1 1,0 1-1,-1 0 1,0-1-1,0 1 1,0 0 0,0-1-1,-1 1 1,0 0-1,0-1 1,-1 1-1,-2 7 1,1-3-27,-3 11 45,-2-1 1,0-1-1,-1 1 1,-1-1-1,-17 25 1,17-28-10,-12 19 26,5-10-13,2 1-1,0 0 0,-15 43 0,29-68-10,1 0 0,0-1 0,-1 1 0,1 0 0,0 0-1,0 0 1,-1 0 0,1 0 0,0 0 0,0 0 0,0 0-1,0 0 1,0 0 0,0 0 0,1 0 0,-1 0 0,0 0-1,0 0 1,1 0 0,-1 0 0,0-1 0,1 1 0,-1 0-1,1 0 1,0 0 0,-1 0 0,2 0 0,-1 0 0,1 0 0,0 0 0,-1 0 1,1 0-1,0-1 0,0 1 0,0-1 0,-1 1 1,1-1-1,0 0 0,0 1 0,0-1 0,2 0 1,9-1 9,0-1 0,0 1 0,15-6 0,-23 6-5,35-11-14,0-2 0,-1-2 0,73-40 0,-78 38 34,-7 3-16,0-1 0,-1-1 1,31-28-1,-47 37-9,0-1-1,-1 0 1,-1 0 0,0-1 0,0 0 0,-1-1 0,0 1 0,0-2-1,-1 1 1,7-22 0,-11 27-6,-1 0 1,1 0-1,-2 0 0,1 0 1,-1-1-1,0 1 0,0 0 0,0 0 1,-1 0-1,0 0 0,0 0 1,-1 0-1,0 0 0,-3-9 1,0 6-11,0 0 1,0 1 0,-1-1 0,0 2 0,-1-1 0,1 0 0,-1 1 0,-11-8 0,-3-1-307,-2 1-1,1 1 1,-2 1-1,0 2 1,-45-17 0,50 22-840,0 1 0,-33-5 0,-8 8-4334,34 4 501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29.7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 9 9221,'-29'-7'1632,"23"6"1254,5 4-1493,-27 103 3286,24-81-4312,1 0-1,0 0 0,2 1 1,3 39-1,9 27 74,3 87-274,-15-60-3667,-33 218 0,19-246-1248,-1-4-2765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30.7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316 923 9597,'0'0'1591,"0"-3"-171,1-2-662,0 0 1,0 0-1,-1-1 1,1 1-1,-2 0 1,0-9-1,1 12-651,-1 0-1,1 0 1,-1 0-1,0 0 0,1 1 1,-1-1-1,0 0 1,0 0-1,-1 0 1,1 1-1,0-1 1,0 1-1,-1-1 1,1 1-1,-1-1 0,0 1 1,1 0-1,-1 0 1,0 0-1,1 0 1,-4-1-1,-2-1-19,0 0 0,-1 0 0,1 1 0,-1 0 0,1 0 1,-1 1-1,-8 0 0,12 1-68,0 0 1,0 0 0,0 0 0,0 1 0,0 0 0,0 0-1,0 0 1,0 0 0,0 0 0,0 1 0,1 0-1,-1 0 1,0 0 0,1 0 0,0 1 0,-5 3 0,-4 7 7,1 0 0,0 0 0,1 1 1,0 0-1,1 1 0,1 0 0,0 0 1,-9 30-1,0 9 41,-12 75-1,24-103-64,2-8-1,2 1-1,0-1 1,1 1-1,1-1 1,1 1-1,1-1 1,0 0 0,1 0-1,1 0 1,10 23-1,-14-37 1,1-1 0,-1 1-1,1 0 1,0-1 0,0 0 0,1 1-1,-1-1 1,1 0 0,-1 0 0,1 0-1,0-1 1,0 1 0,0-1-1,1 1 1,-1-1 0,0 0 0,1 0-1,0 0 1,-1-1 0,1 0 0,0 1-1,0-1 1,0 0 0,0-1-1,0 1 1,0-1 0,0 0 0,8 0-1,-4-1-4,1 0-1,0-1 1,0 0 0,0 0-1,-1-1 1,1 0-1,-1 0 1,0-1-1,0 0 1,0-1-1,12-8 1,-1-4-15,-2 0 1,1 0-1,-2-2 0,0 0 1,-2-1-1,0-1 0,16-30 0,-4-3-169,35-108-1,-39 81-70,-5-2 0,13-141 0,-18 63-60,-9-168-1,-4 263 248,-1-45-65,1 106 180,0 9-21,-26 118 818,-14 161 0,24-154-590,10-74-193,3 0 0,1 1 0,4-1 0,1 1-1,3-1 1,3 0 0,22 85 0,-27-129-49,1-1 0,1 0 0,-1 0 0,1 0 0,1 0 0,0-1 0,0 0 0,1 0 0,0 0 0,1-1 0,0 0 0,0-1 0,1 1 1,0-2-1,0 1 0,0-1 0,1-1 0,0 0 0,0 0 0,0-1 0,1 0 0,-1-1 0,1 0 0,0 0 0,13 0 0,-4-1-28,0-1 0,0 0 0,0-2-1,1-1 1,-1 0 0,0-1 0,-1-1 0,1-1 0,-1-1 0,0-1 0,0 0 0,0-2-1,19-11 1,-5-2-147,-1-2 0,-1-1 0,-1-1-1,-1-2 1,-2-1 0,-1-1 0,-1-1 0,-1-1-1,29-54 1,-45 72 111,-1-1 0,-1 0 0,6-19 0,-10 28 31,0 0 0,0 0 0,-1 0 0,0 0 0,-1 0 0,1 0-1,-1-1 1,0 1 0,-1 0 0,0 0 0,-1-7 0,2 12 22,0 0 0,-1 0 0,1 0-1,-1 0 1,1 0 0,0 0 0,-1 0 0,0 0 0,1 1 0,-1-1 0,1 0 0,-1 0 0,0 1 0,1-1-1,-1 0 1,0 1 0,0-1 0,0 1 0,0-1 0,1 1 0,-1-1 0,0 1 0,0 0 0,0-1 0,-2 1-1,1 0 2,0 0-1,0 0 1,0 0-1,-1 1 1,1-1-1,0 1 1,0-1 0,0 1-1,0 0 1,0 0-1,-2 1 1,-5 3 11,1 0 0,0 0 1,1 1-1,-9 8 0,8-5 4,0 0 0,0 1 0,1 0 0,0 1 1,1 0-1,0 0 0,-7 17 0,11-21 2,0 1 0,1-1 0,-1 1 0,1 0 0,1 0 0,-1-1 0,1 1 0,1 0 0,0 0 1,0-1-1,0 1 0,1 0 0,0-1 0,0 0 0,1 1 0,0-1 0,0 0 0,1 0 0,5 7 0,-4-8 0,1 1 0,0-1 0,0 0 0,0 0 0,1-1 0,0 1 0,0-2 0,0 1 0,1-1-1,-1 0 1,1 0 0,0-1 0,1 0 0,-1-1 0,0 0 0,1 0 0,11 1 0,16 0 35,-1-2 0,67-5 0,-93 3-44,49-4 38,-1-2 1,92-25-1,-118 23-28,0-2 0,-1 0 1,0-2-1,0-1 0,-2-2 0,33-23 1,-48 30-10,-2 0 0,1-1 0,-1-1 1,16-19-1,-24 26-5,0-1 0,0 1-1,0-1 1,-1 1 0,1-1 0,-1 0 0,-1 0 0,1 0 0,-1 0 0,1 0 0,-2-1 0,1 1-1,0 0 1,-1 0 0,0-1 0,0 1 0,-2-7 0,0 3-9,-1-1 0,0 0-1,-1 1 1,0 0 0,0 0 0,-1 0-1,0 0 1,-1 1 0,0 0 0,0 0 0,-1 0-1,0 1 1,0 0 0,-1 1 0,-14-11 0,21 16 0,-1 1 1,1-1-1,0 0 1,0 0-1,0 0 1,-1 0-1,1 0 0,0 0 1,0 0-1,1 0 1,-1 0-1,0 0 1,0 0-1,0-1 1,1 1-1,-2-3 1,3 4 4,-1 0 0,0-1 1,1 1-1,-1-1 0,0 1 0,1 0 1,-1-1-1,0 1 0,1 0 0,-1-1 1,1 1-1,-1 0 0,1 0 0,-1-1 1,1 1-1,-1 0 0,1 0 0,-1 0 1,1 0-1,-1-1 0,1 1 0,-1 0 1,1 0-1,-1 0 0,1 0 1,0 0-1,-1 1 0,1-1 0,7 0 2,0 1-1,-1 0 0,0 1 0,1 0 0,11 4 1,-4 1 1,0 0 0,0 1 0,-1 0 0,0 1-1,-1 1 1,19 17 0,-24-19 8,-1-1-1,0 2 0,-1-1 0,0 1 1,0 0-1,-1 0 0,0 1 0,-1 0 1,0 0-1,0 0 0,3 17 0,-3 5 71,-1 0 1,-2 1-1,-1-1 0,-5 40 0,1-20 35,-3 23 65,3-51-97,1 0 0,2 1 0,0-1 0,2 1 0,4 29 0,-4-47-82,1 0 1,0-1-1,0 1 1,1-1-1,0 0 1,0 0-1,0 0 1,1 0-1,0 0 1,0-1-1,0 1 0,1-1 1,-1 0-1,1-1 1,0 1-1,1-1 1,-1 0-1,1 0 1,0-1-1,0 1 1,0-1-1,1-1 1,9 4-1,10 1-310,0 0-1,1-2 0,-1-1 1,35 2-1,110-6-2355,-163 0 2520,234-19-7168,-108 4-208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31.1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207 172 4616,'-172'62'7310,"169"-61"-6131,-23 3 4529,21-3-3362,5-2-2265,1 0-1,0-1 1,0 1-1,0 0 0,0 0 1,0 0-1,0 0 1,0 0-1,0 0 1,1 0-1,1-2 0,1 1 64,3-4-37,0 2 0,1-1 0,-1 1 0,1 0 0,0 0 1,1 1-1,10-3 0,67-12 247,-58 13-300,207-41-859,37-6-3148,1 4-4612,-147 30 1339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32.4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278 428 11929,'-9'11'8019,"-8"-1"-5195,-5 6-1738,-15 24 1354,25-29-2089,1 0-1,0 2 0,1-1 1,0 1-1,1 1 1,-14 27-1,22-38-242,-14 17 556,13-22-659,0-1 0,0 1 1,0-1-1,1 1 0,-1-1 0,0 0 0,1 0 0,0 0 0,0 0 0,0 0 0,0 0 0,0 0 0,0-4 0,-1-3 3,0 0-1,-1 0 1,0 0 0,-7-14-1,-4-12-12,-14-33-11,27 66-5,-7-23-22,16 35 56,0 0 1,-1 1-1,0-1 1,-1 1-1,0 1 1,0-1 0,-1 1-1,5 19 1,-6-21-7,54 154 118,-45-110-127,-2 1 0,-2 0 0,-3 1 0,0 88 0,-3-100 23,-3-40-14,2-5-8,19-44-16,-1 0 0,15-52 0,18-45-45,-31 92-24,145-295-317,-145 306 356,3 1 1,1 2-1,2 1 1,1 1-1,2 1 1,46-39-1,-68 65 38,1 1 1,0 0-1,0 0 0,1 1 1,0 1-1,0 0 0,19-6 1,-25 10 10,-1-1 0,1 2 0,-1-1 0,1 0 1,0 1-1,-1 0 0,1 0 0,0 0 0,0 1 1,-1 0-1,1 0 0,-1 0 0,1 0 0,-1 1 1,1-1-1,-1 1 0,0 0 0,0 1 1,0-1-1,0 1 0,0 0 0,5 4 0,-3 1 13,1 0 1,-1 0-1,-1 1 0,1-1 0,-1 1 0,-1 1 0,0-1 0,0 1 1,-1-1-1,0 1 0,-1 0 0,0 0 0,1 17 0,0 16 85,-4 79 0,1-112-92,-10 130 104,-2 53-13,12-154-98,1 0 1,14 75 0,-12-101 4,0 0 1,1 0-1,1 0 1,0 0-1,1-1 1,0 0-1,1 0 1,0-1-1,1 1 1,0-2-1,1 1 1,0-1-1,1-1 1,0 1-1,0-2 1,1 1-1,0-2 1,1 1-1,0-1 1,0-1-1,17 6 1,-10-5-37,1 0 1,0-2 0,0-1 0,1 0-1,-1-2 1,1 0 0,-1-1 0,1-2-1,0 0 1,-1 0 0,1-2 0,-1-1-1,29-9 1,-13 1-120,-2-1-1,0-2 1,0-1 0,-2-2-1,0-1 1,-1-1 0,-1-2-1,-1-1 1,-1-1 0,-1-2-1,-1 0 1,-1-2 0,-2-1-1,-1-1 1,21-37-1,54-120-471,-88 170 542,-1-1 0,0 0 0,-2 0 0,0-1 0,5-28 0,-11 45 72,1-1-1,-1 1 1,1-1-1,-1 1 1,0-1 0,0 1-1,0-1 1,0 1-1,0-1 1,-1 1 0,1-1-1,-1 1 1,0 0-1,0-1 1,0 1-1,0 0 1,0-1 0,0 1-1,0 0 1,-1 0-1,1 0 1,-1 0 0,1 0-1,-1 1 1,0-1-1,0 0 1,0 1 0,0-1-1,0 1 1,0 0-1,0 0 1,-1-1 0,1 1-1,0 1 1,-1-1-1,1 0 1,-1 1-1,-2-1 1,-3 0-8,0 0 0,0 1 0,0-1 0,-1 2 1,1-1-1,0 1 0,0 1 0,0 0 0,-14 4 0,-4 6-15,0 0 1,1 2-1,0 1 1,1 1-1,1 1 1,0 1-1,2 1 1,0 1-1,1 0 1,1 2-1,1 0 1,1 2-1,-21 35 1,35-53-7,0 1 0,0-1 0,1 1 0,-1-1 0,2 1 1,-1 0-1,1 0 0,0 0 0,0 0 0,0 8 0,2-12 30,-1-1-1,0 1 1,1 0-1,-1-1 1,1 1 0,0-1-1,0 1 1,0-1-1,0 1 1,1-1-1,-1 0 1,1 0-1,-1 1 1,1-1-1,0 0 1,0-1-1,-1 1 1,1 0-1,1 0 1,-1-1-1,0 1 1,0-1 0,1 0-1,-1 1 1,0-1-1,1 0 1,3 0-1,4 2 13,1-1-1,-1 0 1,0 0-1,1-2 1,-1 1-1,0-1 1,15-2 0,73-16 127,-67 11-75,14-5 59,27-6 22,-66 16-132,0 1 0,0 1 0,0-1-1,1 1 1,-1 0 0,0 1 0,0-1-1,11 4 1,-16-4-12,1 1-1,-1 0 1,1 0 0,-1 0 0,1 0 0,-1 0-1,0 0 1,1 0 0,-1 0 0,0 0-1,0 1 1,0-1 0,0 0 0,0 1-1,0-1 1,-1 1 0,1-1 0,0 1-1,-1 0 1,1-1 0,-1 1 0,1 0 0,-1-1-1,0 1 1,0 0 0,0-1 0,0 1-1,0 2 1,0 4-124,-1 0-1,0 1 1,-1-1-1,-2 8 1,-1-2-871,0 0 0,-1-1 0,0 1 0,-2-1 0,1-1 0,-17 21 0,2-1-4525,5-3-3048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33.3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60 198 6613,'-3'0'1761,"-8"2"-1706,8-2 727,-1-1 0,1 1 0,0 0 0,-1-1 0,1 1 0,0-1 0,0 0 0,-1 0 0,1 0 0,0-1 0,-7-4 3892,18 1-4317,-7 4-342,-1 1 0,1-1 0,-1 1-1,0-1 1,1 1 0,-1-1 0,1 1 0,0-1-1,-1 1 1,1-1 0,-1 1 0,1 0-1,0-1 1,-1 1 0,1 0 0,-1 0 0,1 0-1,0-1 1,0 1 0,-1 0 0,1 0-1,0 0 1,-1 0 0,1 0 0,0 0 0,-1 0-1,2 1 1,2 0 1,-1 0 1,1 1-1,-1-1 1,1 1-1,-1 0 0,1 0 1,-1 0-1,0 1 1,0-1-1,0 1 0,-1-1 1,1 1-1,-1 0 1,1 0-1,-1 0 0,0 1 1,0-1-1,0 1 0,0-1 1,-1 1-1,0-1 1,1 1-1,0 7 0,-2-10-17,6 16 9,-1 0 0,-1 0 0,0 1 0,-2 0 0,0-1 0,-1 1 0,0 0 0,-4 26 0,1-7-17,3-32 9,-1 0 1,0 1-1,-1-1 1,1 1-1,-1-1 1,0 0-1,-3 9 1,-4 13 4,8-27-4,0 0-1,1 0 0,-1 1 0,0-1 1,0 0-1,0 0 0,0 0 0,0 1 1,0-1-1,0 0 0,0 0 0,0 0 1,1 1-1,-1-1 0,0 0 0,0 0 0,0 0 1,0 0-1,1 1 0,-1-1 0,0 0 1,0 0-1,0 0 0,1 0 0,-1 0 1,0 0-1,0 0 0,1 0 0,-1 1 1,0-1-1,0 0 0,0 0 0,1 0 1,-1 0-1,0 0 0,0 0 0,1 0 0,-1-1 1,0 1-1,0 0 0,1 0 0,-1 0 1,0 0-1,0 0 0,0 0 0,1 0 1,3-2 0,-1-1 1,1 1 0,-1 0 0,0-1-1,1 0 1,-1 0 0,0 0 0,4-6-1,24-29 2,2 1 0,1 2 0,73-58 0,-101 89-4,-1 0 0,0 0 0,1 1 0,-1 0 0,1 0 0,0 0 0,0 1 0,8-3 0,-11 5 2,-1-1 0,1 1-1,-1 0 1,1 0-1,-1 0 1,1 0-1,-1 0 1,1 1-1,-1-1 1,1 1 0,-1 0-1,0-1 1,1 1-1,-1 0 1,0 0-1,0 1 1,0-1-1,1 0 1,-1 1 0,-1-1-1,1 1 1,0 0-1,0-1 1,0 1-1,-1 0 1,3 4-1,-1-1 5,-1 0-1,1 0 0,-1 0 1,0 0-1,-1 0 0,1 0 1,0 8-1,5 14 17,-6-25-13,1 0 0,-1 1 1,1-1-1,-1 0 0,1 0 0,0 0 0,0 0 0,0 0 0,0 0 0,4 3 0,-2-2-5,-3-3-4,0 1 0,0 0 0,1-1 0,-1 1 0,0 0-1,0-1 1,1 0 0,-1 1 0,0-1 0,0 0 0,1 1 0,-1-1 0,0 0 0,1 0 0,-1 0 0,1 0 0,1-1 0,3 1-3,7 0 6,0 1 1,0-2-1,0 0 0,-1 0 1,1-2-1,19-5 0,77-31 123,-1 0-15,-55 23-35,-31 9-15,0 1-1,34-6 1,-50 11-49,1 0 1,-1 1-1,1 0 0,-1 0 1,1 1-1,-1 0 0,0 0 1,1 0-1,-1 1 0,0 0 1,0 0-1,0 0 0,8 6 1,28 20 106,-32-20-99,-1-1-1,2 0 0,-1-1 1,1 0-1,0-1 1,22 8-1,12-5-23,1-2 0,0-2 0,0-2 0,51-4 0,-40-1 35,-2-3 0,1-2 0,-1-2 1,67-22-1,-100 24-37,-1 0 0,0-1 0,-1-1 0,0 0 0,0-2 0,17-14 0,-28 20 7,-1-2-1,0 1 0,0-1 0,-1 0 0,0-1 0,0 0 0,-1 0 1,0 0-1,0-1 0,-1 1 0,-1-1 0,0-1 0,0 1 0,3-15 1,-6 22-10,1-6 3,0-1-1,-1 0 1,0 0 0,-1 1-1,0-12 1,0 19 10,0 0 0,0 0 0,-1 0 0,1 1 0,-1-1 0,1 0 0,-1 0 0,0 0 0,1 1 0,-1-1 1,0 0-1,0 1 0,0-1 0,-1 1 0,1-1 0,0 1 0,0-1 0,-1 1 0,1 0 0,-1 0 0,1 0 0,-1 0 0,0 0 0,1 0 0,-1 0 0,0 0 0,1 1 1,-1-1-1,0 1 0,0-1 0,0 1 0,0 0 0,0-1 0,-2 1 0,-6 1 21,0 0 0,0 0 1,0 1-1,0 0 0,0 1 1,1 0-1,-1 1 0,1-1 1,-1 2-1,1 0 0,1 0 0,-1 0 1,1 1-1,0 0 0,0 1 1,0 0-1,-7 9 0,6-6-49,0 0 1,1 0-1,0 1 0,0 0 1,1 1-1,1-1 0,0 1 0,0 1 1,1-1-1,1 1 0,0 0 1,-3 24-1,6-30-72,2 0 1,-1-1-1,1 1 0,-1 0 0,2-1 1,-1 1-1,1-1 0,0 0 1,0 1-1,1-1 0,0 0 1,0 0-1,0-1 0,1 1 1,0-1-1,0 1 0,0-1 0,1-1 1,0 1-1,0 0 0,0-1 1,0 0-1,0-1 0,9 5 1,8 4-323,0-1 0,1-1 0,0-1 0,0-1 0,32 7 0,38 2-397,0-4-1,1-4 1,116-3 0,-158-7 1217,103-18-1,49-25 1238,-127 26-863,-63 15-667,-1-1 0,1 0 0,19-10 0,-29 12-516,1-1 1,0 1 0,-1-1-1,1 0 1,-1-1-1,0 1 1,0-1-1,0 0 1,-1 0-1,0 0 1,5-6-1,-7 3-4185,-4-12-2645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34.6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63 166 4864,'0'0'5124,"-3"1"-4503,-26 14 536,26-14-633,0 0 7,-14 4-199,10-3 4515,55-7-4538,411-44 156,1-23-4881,-300 39 15,7 1-2572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35.3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26 258 5248,'-9'9'435,"-2"1"215,5-1 5777,13-9-5657,197-27 737,79-12-1023,401-78-242,-229 39-4087,-363 63 270,-10 6-1784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35.8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62 424 5124,'-27'2'1190,"22"-1"-22,-14 3 1050,8-2-49,35-7-1304,375-71 905,352-64-1457,-151 23-2193,-275 43-3894,-245 54 1595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36.3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0 283 5561,'0'0'3704,"2"-2"-2742,0-2-827,1 0 0,0 0 1,0 1-1,0-1 0,1 1 0,-1 0 0,1 0 0,0 0 1,0 1-1,0-1 0,0 1 0,0 0 0,0 0 1,1 1-1,-1-1 0,5 0 0,13-4 40,1 2 0,27-2 0,-15 2 122,458-51 900,122-17-2398,-434 49 216,84-14-1997,-187 22 229,-10 4-886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3:36.5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17 129 6877,'-16'-6'2368,"38"12"-1696,0-1-116,16-5-172,29 6-76,0-9-12,18 0-88,17-2-88,6-10-168,13 1-216,12-3-184,7 0-260,-1-6-764,-2 0-1108,2 3-705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31.5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412 58 10665,'-3'-1'459,"1"-1"0,-1 0-1,1 1 1,-1-1 0,1 0 0,0 0 0,0 0 0,0-1-1,0 1 1,0 0 0,1-1 0,-1 1 0,1-1-1,0 0 1,-1 1 0,1-1 0,-1-4 0,1 6-197,0 0 0,0 0 1,0 0-1,0 0 0,0 0 1,0 0-1,0 1 0,0-1 0,-1 0 1,1 0-1,0 1 0,-1-1 1,1 1-1,-8-3 9843,12 45-10078,-2-1 0,-7 80 0,-25 87-37,15-118 5,-114 520 5,127-597 0,-55 206 23,-18 82-143,51-146-3026,17-102-404,6-17-642,3-21-4269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31.7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1 509 13085,'32'-29'953,"1"2"-1,2 1 0,0 2 1,2 1-1,63-28 1,22 1-81,2 5-1,174-40 1,266-17-363,-79 57-1337,-402 44-135,-1 3 0,0 4 1,151 32-1,-206-32-188,-1 1 0,0 1 1,0 1-1,-1 2 0,43 24 0,4 21-6131,-71-55 7208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31.8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0 598 14169,'57'-49'2893,"10"29"-361,6-8-564,16-6-364,13 2-280,22-8-276,199-54 112,-129 45-1692,9-2-452,4-3-792,-4 2-920,0 1-3441,-16 8-5452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32.5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883 25 15165,'-55'-24'2445,"56"24"-1508,15 0 3564,-13 4-2875,-12 7-722,-11 3-535,-1-2 0,0 0-1,-1-1 1,0-1 0,0-1-1,-38 10 1,8-2-7,-252 78 1046,276-86-1280,-69 17 350,-18 9 469,111-34-873,1 1 0,-1-1 1,0 0-1,0 0 1,0 0-1,0 0 0,0-1 1,0 1-1,-1-1 1,-5-1-1,9 1-68,1 0-1,0 0 1,0 0-1,-1 0 1,1 0 0,0 0-1,0-1 1,0 1-1,0 0 1,-1 0-1,1 0 1,0 0 0,0-1-1,0 1 1,0 0-1,0 0 1,-1 0-1,1-1 1,0 1 0,0 0-1,0 0 1,0 0-1,0-1 1,0 1-1,0 0 1,0 0 0,0-1-1,0 1 1,0 0-1,0 0 1,0-1-1,0 1 1,0 0 0,0 0-1,0 0 1,0-1-1,0 1 1,0 0-1,0 0 1,1 0 0,-1-1-1,0 1 1,0 0-1,0 0 1,0 0-1,0-1 1,1 1 0,21-18 160,-3 7-157,0 0-1,1 2 0,0 1 0,36-10 0,88-15-16,-97 24 8,24-5 0,92-7 0,-143 20 0,0 0 0,0 2 0,0 0 0,0 1 0,-1 1 0,1 1 0,0 1 0,-1 0 0,28 13 0,-37-13 0,-1 0 0,0 0 0,0 1 0,-1 1 0,0 0 0,0 0 0,0 0 0,-1 1 0,0 0 0,7 11 0,-10-13 0,0 1 0,0 0 0,-1 1 0,1-1 0,-2 0 0,1 1 0,-1 0 0,0-1 0,-1 1 0,0 0 0,0 0 0,0 0 0,-2 16 0,-4 4-56,-1 1 0,-2-1 1,-1 0-1,-1-1 0,-1 0 0,-1 0 0,-1-1 0,-2-1 1,0 0-1,-24 27 0,36-49 19,3-7-89,1-6 120,1 1 1,0-1-1,0 1 1,1-1-1,0 1 1,0 0-1,1 0 1,1 0 0,-1 0-1,1 1 1,8-10-1,15-19-28,33-34 0,-47 55 10,24-25 19,2 1 0,2 2 0,1 1 0,50-31 1,-56 44 31,5-6 43,2 3 0,1 1-1,63-26 1,-105 51-59,0 0 0,0 0 0,0 0 0,0 0 0,0 1 0,0-1 0,0 1 0,0 0 0,0 0 0,0 0 0,0 0 0,6 2 0,-8-2 3,1 1 0,0 0 0,0 0-1,-1 0 1,1 0 0,-1 0 0,1 0-1,-1 0 1,1 0 0,-1 1 0,1-1-1,-1 0 1,0 1 0,0-1 0,2 4-1,-1 1 14,0-1-1,0 1 0,0 0 1,-1 0-1,0 0 0,0 0 1,0 0-1,-1 0 0,0 0 1,-1 11-1,-4 11-23,0 0-1,-2-1 1,-18 47-1,-4 15-66,-4 66-841,30-131 518,1 1 0,1 0 0,2 1 0,3 30 0,0-25-309,2-1 0,1 1-1,1-2 1,21 52-1,-20-63 170,0-1 0,1 1-1,1-1 1,1-1 0,0 0-1,1-1 1,1 0 0,21 18-1,-18-21-261,-1 1-1,2-2 0,-1 0 1,1-1-1,22 8 1,-17-10-1229,0 0 1,28 5-1,35 2-5853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33.5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893 1411 14929,'-4'-4'203,"-8"-9"1844,1 2 0,-28-21 0,34 29-1765,0 0 0,0 0 0,-1 0 0,1 1 0,-1 0 0,0 0 1,1 0-1,-1 0 0,0 1 0,0 0 0,0 1 0,-10-1 0,-8 3-88,1 0-1,0 2 1,0 0-1,1 2 0,-1 0 1,1 2-1,-24 11 1,15-3-88,0 1 1,1 2-1,1 0 1,-32 30-1,12-4-73,3 2 0,2 2 0,2 1 0,-58 93 0,86-122-6,2 0 1,0 1-1,-13 35 0,23-51-21,0 0 1,0 0-1,0 0 1,1 0-1,0 0 0,0 0 1,1 0-1,-1 1 1,2-1-1,-1 0 0,0 0 1,1 0-1,0 1 1,1-1-1,0 0 1,-1 0-1,2-1 0,5 12 1,-7-15-1,1 0 1,0 0-1,0 0 1,0 0-1,0-1 1,0 1-1,1-1 1,-1 1-1,0-1 1,1 0-1,-1 0 1,1 0 0,-1 0-1,1 0 1,0-1-1,4 2 1,41 0 16,-44-3-22,21-2-67,-1-1 0,1-1 0,-1-1 0,0-1 0,0-2 0,-1 0 0,41-23 0,-18 5-121,-2-1-1,0-2 1,-2-2-1,-2-2 1,-1-2-1,48-57 1,-38 34-71,-2-3 0,-4-1 0,63-122 0,-61 89 64,-5-2-1,-4-1 1,37-167 0,-46 128 77,-6-2 1,3-168-1,-23 283 104,0-76-58,-2 91 69,0 0 1,-1 0-1,0 1 0,0-1 1,-1 1-1,0-1 0,-8-15 1,11 24 6,-1 0-1,1 1 1,0-1 0,-1 0 0,1 0 0,-1 0-1,1 1 1,-1-1 0,1 0 0,-1 1-1,1-1 1,-1 0 0,0 1 0,1-1 0,-1 1-1,0-1 1,0 1 0,1 0 0,-1-1 0,0 1-1,0 0 1,0-1 0,0 1 0,0 0-1,1 0 1,-1 0 0,0-1 0,0 1 0,0 0-1,0 0 1,0 1 0,0-1 0,1 0-1,-1 0 1,0 0 0,0 1 0,0-1 0,0 0-1,1 1 1,-1-1 0,0 0 0,-1 1 0,0 2 19,-1-1 1,0 0 0,1 1 0,0 0-1,-1-1 1,1 1 0,0 0 0,1 0-1,-1 0 1,-2 5 0,-15 44 341,-13 55 1,10-28-157,-190 749 1224,185-612-1229,25-174-114,1 0 0,3-1-1,7 51 1,-8-85-69,0 0 1,1 0-1,0 0 0,0-1 1,0 1-1,1-1 1,0 1-1,0-1 1,1 0-1,0 0 0,0 0 1,0-1-1,1 1 1,4 4-1,-4-7-7,-1 0 0,1 0 0,0 0 0,-1 0 0,1-1 0,0 0-1,1 0 1,-1-1 0,0 1 0,0-1 0,1 0 0,-1 0 0,1-1 0,-1 0 0,1 0-1,-1 0 1,0-1 0,10-1 0,9-3-82,0-2 1,-1-1-1,1 0 0,-1-2 0,35-20 0,102-72-1090,-155 98 1121,93-70-914,101-100 1,-58 49 232,-136 120 659,0 1-1,0 0 0,0 0 0,1 1 0,8-4 0,-12 6-38,-3 5 17,-7 18 28,-2-1 0,0 0 0,-24 38 0,-4 8 12,21-34 30,-21 60 0,34-83 39,1 1-1,1-1 0,0 1 1,0 0-1,1 0 1,0 0-1,1 0 0,0 1 1,1-1-1,2 13 0,-2-20-15,0-1 0,0 1 0,0 0 0,1-1 0,-1 0 0,1 1 0,0-1 0,0 0 0,0 0 0,1 0 0,-1 0 0,1 0 0,-1 0 0,1-1 0,0 1 0,5 3 0,-2-4 2,-1 1-1,1 0 1,0-1-1,0 0 1,-1-1-1,1 1 1,1-1-1,-1 0 1,9 0-1,4-1 7,0-1 0,0-1-1,0-1 1,-1-1-1,31-9 1,3-3-19,-1-2 0,0-3 0,-2-2-1,-1-1 1,0-3 0,-2-2 0,56-46 0,116-122-327,-208 225 282,-5-11 41,-2-7 5,0 0 0,0 0 0,10 18 1,-11-26-4,-1 1 1,1 0-1,1 0 1,-1 0-1,0-1 1,1 0-1,-1 1 1,1-1 0,0 0-1,0 0 1,0 0-1,0-1 1,0 1-1,0-1 1,6 2-1,7 1 13,-1-1-1,1-1 0,0 0 1,-1-1-1,1-1 0,0-1 0,0 0 1,-1-1-1,1 0 0,-1-2 0,0 0 1,20-7-1,3-4 86,-1-2 0,0-1 0,53-36 0,-79 46-69,-1 0 0,0-1 0,0 0 0,-1 0 0,0-1-1,-1 0 1,0-1 0,12-21 0,-1-5 25,20-55-1,-24 56-38,-11 26 18,-1 0-1,0-1 1,1-12 0,-2 15 12,-1 0 0,1 0 0,0 1 0,7-14 1,7-3 592,-16 23-601,1 0-1,-1 1 1,1-1-1,-1 1 0,1-1 1,0 0-1,-1 1 0,1 0 1,0-1-1,-1 1 0,1-1 1,0 1-1,0 0 1,-1 0-1,1-1 0,0 1 1,0 0-1,-1 0 0,1 0 1,0 0-1,0 0 0,0 0 1,0 0-1,-1 0 0,1 0 1,0 0-1,0 0 1,-1 1-1,1-1 0,0 0 1,0 0-1,1 2 0,2 2 87,0 1 0,0 0 0,0 0 0,0 0 0,-1 1 0,0-1 0,2 7 0,5 7 108,-4-9-108,13 20 171,-1 1 0,-1 1 0,-2 0-1,-2 1 1,14 48 0,-24-67-255,-1 0 0,-1 0 0,0 0 1,-1 0-1,0 1 0,-1-1 0,-1 0 1,0 0-1,-1 0 0,0-1 1,-2 1-1,1-1 0,-1 0 0,-1 0 1,-1 0-1,1-1 0,-2 0 0,-13 18 1,-102 114 107,99-121-423,-1 0 0,0-1 0,-2-1 0,-36 20 0,5-2-423,24-16-829,0-2 0,-50 23-1,49-35-2483,34-9 3799,0 0 1,1 0 0,-1 0-1,0 1 1,1-1 0,-1 0-1,0 0 1,1 0 0,-1 0-1,0 0 1,1 0 0,-1 0-1,0 0 1,1-1 0,-1 1-1,0 0 1,1 0 0,-1-1-1,0 1 1,1 0 0,-1-1 0,1 1-1,-1 0 1,1-1 0,-1 1-1,0-1 1,1 1 0,0-1-1,-1 1 1,1-1 0,-1 1-1,1-1 1,0 1 0,-1-2-1,14-25-8775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33.6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470 1 13553,'-10'8'658,"1"1"1,0 0-1,0 0 0,1 1 0,0 0 1,1 1-1,0 0 0,1 0 0,-9 20 0,0 8 1791,-15 67 0,6-20-444,-180 486 2232,130-385-5657,66-160 748,1 0-1,1 0 1,1 1-1,1 0 1,0 28-1,4-53 469,0 0 0,0 0 0,0 0-1,0 0 1,1 0 0,0 0 0,-1 0-1,1 0 1,0 0 0,0 0 0,1 0 0,-1-1-1,0 1 1,1 0 0,0-1 0,-1 1-1,1-1 1,0 0 0,1 1 0,-1-1-1,0 0 1,0 0 0,1-1 0,3 3 0,-4-3-47,1 0 1,-1 0 0,1-1 0,0 1 0,-1 0-1,1-1 1,0 0 0,0 0 0,-1 0 0,1 0 0,0 0-1,0 0 1,-1-1 0,1 1 0,0-1 0,-1 0-1,1 0 1,-1 0 0,1 0 0,-1 0 0,1-1 0,-1 1-1,0-1 1,4-3 0,19-15-4271,1-3-2434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33.8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0 264 15317,'64'-20'2685,"-1"14"-545,1 0-452,21-2-332,14-1-320,18-2-436,23-1-792,16-8-260,9 3-528,16-3-444,6-6-464,-3 1-272,-12-4-189,-14 0-2119,-12 4-3457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34.0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417 46 9037,'-13'-6'804,"0"0"0,0 0 1,-1 2-1,0-1 0,0 2 0,0 0 1,-17-1-1,-5-5 3968,35 10-4624,0-1 0,-1 1 0,1-1 1,0 1-1,0-1 0,-1 1 0,1 0 1,0-1-1,0 1 0,0 0 0,0 0 1,0 0-1,0 0 0,0 0 1,0 0-1,0 0 0,0 0 0,1 1 1,-1-1-1,0 0 0,1 0 0,-1 1 1,1-1-1,-1 0 0,1 1 1,0-1-1,0 0 0,-1 1 0,1-1 1,0 1-1,0-1 0,0 0 0,1 1 1,-1-1-1,0 1 0,0-1 0,1 0 1,-1 1-1,1-1 0,-1 0 1,2 2-1,1 5 48,1 0 0,-1 0 0,2 0 1,-1-1-1,8 10 0,7 7 211,11 13 25,-2 1 0,-1 2 0,30 61 0,-51-89-421,-1 0 0,0 0 0,-1 0 0,-1 0 0,0 1 0,0 0 0,-2-1 0,1 1 0,-2 0 0,1 0 0,-2 0 0,0 0 0,0 0 0,-1-1-1,-1 1 1,0 0 0,-9 20 0,4-14-11,-2-2 0,-1 1 0,0-2-1,-1 1 1,0-2 0,-17 17 0,-94 79-2,112-102 1,-11 10 11,-1-1 1,-1-1-1,-1-1 1,0-1 0,-49 20-1,73-34-10,1-1 1,-1 0-1,1 0 0,0 0 0,-1 0 0,1 0 1,-1 0-1,1 0 0,-1 0 0,1 0 1,-1 0-1,1 0 0,-1 0 0,1 0 0,-1 0 1,1 0-1,-1 0 0,1 0 0,0-1 1,-1 1-1,1 0 0,-1 0 0,1 0 1,-1-1-1,1 1 0,0 0 0,-1-1 0,1 1 1,0 0-1,-1-1 0,1 1 0,0-1 1,0 1-1,-1 0 0,1-1 0,0 1 0,0-1 1,0 1-1,-1-1 0,1 1 0,0 0 1,0-1-1,0 1 0,0-1 0,0-1-9,0 1-1,0-1 1,-1 1 0,1-1-1,1 1 1,-1 0-1,0-1 1,0 1-1,0-1 1,1 1-1,-1 0 1,1-1 0,-1 1-1,2-2 1,7-8-253,2 1 0,-1-1 0,2 2 0,15-12 0,-4 3-244,231-164-5803,-78 69-1692,-28 24-2796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34.5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265 1 11325,'-61'88'4327,"59"-86"-4210,0 1 66,0-1 1,0 0-1,0 1 1,1-1 0,-1 1-1,1 0 1,0-1-1,0 1 1,0 0-1,0 0 1,0 0 0,0 0-1,1 0 1,0 0-1,-1 0 1,1 0 0,0 0-1,0 0 1,1 0-1,-1 0 1,1 0 0,1 5-1,3 6 38,2 0 0,0-1 0,0 0 0,1 0 0,1 0 0,0-1 0,1 0 1,0-1-1,0 0 0,1-1 0,1 0 0,0-1 0,0 0 0,1-1 0,0 0 0,20 8 0,6 1-125,1-1 0,0-3 0,1-1 0,72 10 1,-63-15-139,0-3 1,0-2 0,64-6-1,-105 4 46,1-1 0,-1 0 0,0-1 0,0 0 0,0-1 0,-1 0 0,1 0 0,-1-1 0,1 0 0,-1 0 0,8-7 0,-11 8 0,0-2 1,-1 1-1,1-1 0,-1 1 0,0-1 0,-1 0 0,1 0 0,-1-1 0,0 1 0,-1-1 1,1 0-1,-1 1 0,0-1 0,0 0 0,-1 0 0,2-10 0,15-58 749,-4 21 322,-4 77-473,-8-12-451,0 0 0,-1 1 1,0-1-1,-1 1 0,-1-1 1,-3 20-1,-20 81 640,4-25-244,-18 224 630,-3 18-562,-132 434-48,112-563-1043,-148 331-1,166-440-112,-4-3 0,-97 140 1,135-217 541,0-1 0,-1 0 1,0-1-1,-1 0 1,0 0-1,-1-1 1,0 0-1,0-1 0,-23 11 1,30-17 59,1 0 1,-1-1-1,0 0 1,0 1-1,0-2 1,0 1-1,1 0 1,-1-1 0,0 0-1,0 0 1,0-1-1,0 1 1,0-1-1,0 0 1,0 0-1,0-1 1,0 0-1,1 1 1,-1-1-1,1-1 1,0 1-1,-1-1 1,1 0-1,0 0 1,0 0-1,1 0 1,-1-1-1,1 1 1,-1-1-1,1 0 1,-3-5-1,0-2 20,-1 1 0,2-1-1,0 0 1,0-1-1,1 1 1,0-1 0,1 0-1,0 0 1,1 0-1,1 0 1,0-1 0,0 1-1,1 0 1,1-1 0,2-13-1,2-7-91,2 0 1,1 1-1,1 0 0,19-43 0,0 13-636,3 2-1,3 1 1,68-92-1,151-141-4133,-178 216 253,139-106 0,-45 59-4520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37.9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660 1464 8093,'0'0'11407,"-3"-2"-9437,2 2-1848,0 0-1,0-1 1,0 0-1,0 1 1,0-1 0,0 0-1,0 1 1,1-1-1,-1 0 1,0 0 0,0 0-1,1 1 1,-1-1-1,0 0 1,1 0 0,-1 0-1,1 0 1,-1 0-1,1 0 1,0-1 0,-1 1-1,1 0 1,0 0-1,0 0 1,0 0 0,0 0-1,0 0 1,0-1-1,0 0 1,2-2 97,0 1 0,1-1 0,-1 0 0,1 1-1,0 0 1,0 0 0,5-5 0,-5 5-174,216-195 3881,-3 3-3106,-142 120-722,-3-3 1,-4-4 0,78-122-1,-87 109-62,-4-1-1,43-112 0,-92 195-41,0-1-1,0 0 1,-2 0-1,0 0 1,2-20-1,-4 31 10,-1 1 0,0-1 0,0 1 0,0 0 0,0-1 0,0 1 0,-1 0 1,1-1-1,-1 1 0,0 0 0,0-1 0,1 1 0,-1 0 0,-1 0 0,1 0 0,0 0 0,0 0 0,-1 0 0,1 0 0,-1 0 0,0 0 0,1 1 0,-1-1 1,0 1-1,0-1 0,0 1 0,0 0 0,0 0 0,0 0 0,-1 0 0,1 0 0,0 0 0,-1 0 0,1 1 0,0-1 0,-1 1 0,1 0 0,0 0 0,-1 0 1,1 0-1,-3 0 0,-13 2 21,1 0 1,-1 1 0,1 0-1,0 2 1,0 0-1,1 1 1,-1 0 0,1 1-1,0 1 1,-18 13 0,-22 16 97,-65 57 0,109-85-120,-59 53-2,3 2 0,-66 80 0,108-114 0,-33 38 0,2 4 0,4 1 0,-75 138 0,95-143 0,2 1 0,4 1 0,3 1 0,-23 113 0,40-146 0,2 0 0,1 1 0,2 0 0,1 0 0,10 73 0,-4-82 0,1-1 0,1 1 0,2-1 0,1-1 0,1 0 0,2 0 0,1-1 0,17 27 0,11 1 0,2-2 0,2-1 0,70 60 0,-58-57 0,-50-48 0,2 2 0,0 1 0,-1 1 0,0-1 0,9 15 0,-16-23 0,-1 0 0,1 0 0,-1 0 0,0 1 0,0-1 0,0 0 0,-1 0 0,1 1 0,0-1 0,-1 1 0,1-1 0,-1 0 0,0 1 0,0-1 0,0 1 0,0-1 0,0 1 0,-1-1 0,1 1 0,-1-1 0,1 0 0,-1 1 0,0-1 0,0 0 0,0 1 0,0-1 0,-1 0 0,1 0 0,-1 0 0,-1 2 0,-5 3 0,1 0 0,-1-1 0,0-1 0,0 1 0,0-1 0,-1 0 0,-12 4 0,-71 21 0,81-26 0,-465 96-2958,434-93 2652,9-1-488,-2 1-699,-37 1 0,64-7 835,1-1 0,-1 0 0,0 0 1,1-1-1,-1 0 0,1 0 1,-1-1-1,1 0 0,-1 0 0,-11-6 1,18 8 370,0-1 0,0 1 0,0 0 0,1-1 0,-1 0 0,0 1 0,0-1 0,0 1 0,1-1 0,-1 0 0,0 0 0,1 1 0,-1-1 0,0 0 0,1 0 0,-1 0 0,1 0 0,-1 0 0,1 1 0,-1-3 0,7-25-9190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38.1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842 0 15045,'-13'10'941,"0"0"0,0 1 0,1 0-1,1 1 1,-1 0 0,2 1 0,0 1-1,-10 17 1,-6 16 1370,-24 61 0,36-76-1534,-51 116 120,-202 502 2062,58-54-2959,201-573-26,-19 55-1103,-19 85 0,41-138 764,1-1 0,1 0 0,1 1 0,1 0 0,1-1 0,1 1 0,1-1 0,7 29 0,-8-46-57,1 0 0,1 0 1,-1 0-1,1 0 0,0-1 1,1 1-1,-1-1 0,1 0 1,1 0-1,5 7 0,-5-9-646,-1 0-1,1 0 0,0 0 1,0 0-1,0-1 0,1 0 1,10 5-1,27 4-9957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38.2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77 17398,'0'0'3232,"19"0"-612,7-3-524,18-2-504,10 2-339,19 0-253,16-3-228,19 3-500,19 0-488,19-2-876,22-1-184,7 0-453,0-2-427,2 2-476,-15-3-260,-9 1-2549,-20 5-4376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38.5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 18 10093,'-4'1'467,"0"-1"-1,0 0 1,0 0 0,1 0 0,-1 0-1,0-1 1,0 0 0,0 1 0,1-1-1,-1-1 1,0 1 0,1 0 0,-1-1-1,1 0 1,-8-5 4060,14 7-4254,0-1 0,0 1 1,0 0-1,0 0 0,0 0 1,0 1-1,0-1 0,0 1 1,0-1-1,0 1 0,0 0 1,4 3-1,9 1 227,71 19 504,-2 4-1,108 50 1,-160-62-899,-2 1 0,0 1 0,-1 2 0,0 1 0,-2 1 0,-1 1 1,-1 2-1,42 49 0,-61-65-84,-1 1 0,1 0 0,-2 0 0,1 1 0,-1 0 0,-1-1 0,0 2 1,-1-1-1,0 0 0,0 1 0,-1-1 0,-1 1 0,0 0 0,-1 22 0,-2-21-7,0 0 0,-1 0 0,0 0 0,-1 0 0,-1 0 0,0-1-1,0 0 1,-1 0 0,-1-1 0,0 1 0,-1-1 0,0-1 0,-9 11-1,-9 5 59,-1-1 0,-2-1-1,-57 38 1,-102 44 1502,186-105-1539,0 0 1,0 0 0,0-1-1,0 1 1,0-1-1,0 1 1,0-1 0,0 0-1,0 0 1,0 0 0,0 0-1,-3 0 1,5 0-32,-1 0-1,1 0 1,-1 0 0,1-1-1,-1 1 1,1 0 0,-1 0 0,0 0-1,1 0 1,-1-1 0,1 1-1,0 0 1,-1 0 0,1-1 0,-1 1-1,1 0 1,-1-1 0,1 1-1,0 0 1,-1-1 0,1 1 0,0-1-1,-1 1 1,1-1 0,0 1-1,-1 0 1,1-1 0,0 1 0,0-1-1,0 0 1,0 1 0,-1-1-1,1 1 1,0-1 0,0 1 0,0-1-1,0 1 1,0-2 0,2-1-26,0-1 1,0 0-1,0 0 1,0 1-1,0-1 1,1 1-1,-1 0 1,1 0-1,3-3 1,35-30-412,-36 31 345,76-56-2070,2 4 0,129-67-1,-182 107 1584,398-220-11211,-239 132 1732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38.8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515 6 10105,'-4'-1'251,"0"-1"-1,1 1 1,-1 1-1,0-1 1,0 1-1,0-1 1,0 1 0,0 0-1,0 1 1,0-1-1,0 1 1,0-1 0,-5 3-1,-51 23 2202,33-14-1119,7-1-542,0 0 0,1 1 0,0 1 0,1 1 0,0 0 0,1 2 0,1 0 0,-22 27 0,12-9-11,2 1 0,1 1 0,-30 63 0,43-77-563,1 1 0,0 1 1,2 0-1,1 0 0,1 0 1,-4 49-1,8-57-154,1-1-1,1 0 1,0 1-1,1-1 1,1 0-1,0 0 1,1 0 0,1 0-1,0-1 1,1 1-1,1-1 1,10 17-1,-7-17-48,0 0 0,0-1-1,2 0 1,-1-1 0,2-1-1,-1 1 1,1-2-1,1 0 1,0-1 0,1 0-1,0-1 1,0 0 0,0-2-1,1 0 1,0 0-1,0-1 1,1-2 0,-1 1-1,1-2 1,0 0 0,0-1-1,0-1 1,0 0 0,-1-1-1,1-1 1,31-8-1,-24 3-1,0-1-1,-1-1 0,0-1 1,-1-1-1,26-17 0,97-78 52,-28 20-161,-115 84 88,-8 25-77,-8 14-1542,-36 65-1,28-62-2601,-19 51-1,28-40-1816,13 5-3473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39.2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483 0 10637,'-49'24'7900,"25"-8"-6795,0 2 1,-29 27-1,20-12-446,1 2 1,1 1 0,2 1-1,2 2 1,-39 71-1,45-69-437,2 1 1,2 1-1,1 0 0,-11 56 0,22-79-280,2 1 1,0 0 0,1 0 0,1 0-1,1 1 1,1-1 0,1 0-1,0 0 1,2 0 0,0 0-1,12 29 1,-12-39-62,2 0 1,-1 0-1,2-1 0,-1 1 0,1-2 1,1 1-1,0-1 0,0 0 1,1 0-1,0-1 0,14 9 0,-8-7-123,0-1 0,1-1-1,0 0 1,1-1 0,0-1-1,0 0 1,21 4-1,-11-6-130,1 0-1,0-1 0,-1-2 1,1-1-1,0-1 0,-1-1 1,1-2-1,-1-1 0,0 0 1,27-11-1,-17 1 118,0-2-1,-2-1 1,0-1-1,-1-3 1,-1 0-1,-1-2 1,-1-2-1,-1-1 1,51-59-1,0-17 747,114-189 0,-130 189 51,89-145 1443,-153 246-1935,-1 1 0,1-1 1,0 1-1,0-1 0,0 1 0,0 0 0,0-1 0,1 1 0,-1 0 1,0 0-1,1-1 0,-1 1 0,0 0 0,1 1 0,-1-1 0,1 0 1,0 0-1,-1 1 0,1-1 0,0 0 0,1 1 0,-2 0-26,0 0 0,0 1 0,0-1 0,0 1 0,0-1 0,0 1-1,0-1 1,0 1 0,-1 0 0,1-1 0,0 1 0,0 0 0,-1 0 0,1-1 0,-1 1-1,1 0 1,-1 0 0,1 0 0,-1 0 0,1 0 0,-1 0 0,0 0 0,1 0 0,-1 0-1,0 0 1,0 0 0,0 0 0,0 0 0,0 0 0,0 0 0,0 1 0,2 29 229,-2 0 1,-1 0 0,-10 57 0,-31 92 93,8-37-815,-28 134-6375,48-232 209,5-18 697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39.6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1 155 8969,'18'-8'1260,"0"1"1,1 0-1,0 2 1,37-7-1,369-6 1987,-146 11-2576,-94-5-532,222-6-1117,-366 18 608,0-2 1,0-2-1,66-15 0,-93 14 659,0 0 1,0-1 0,13-9-1,-21 12-75,-4 2 1542,-18 13-1240,14-11-498,0 0 1,1 0-1,-1 1 0,0-1 0,1 1 0,-1-1 0,1 1 1,-1 0-1,1 0 0,0 0 0,0-1 0,0 1 0,0 0 1,0 0-1,0 0 0,1 1 0,-1-1 0,1 0 0,-1 0 0,1 0 1,0 0-1,0 1 0,0-1 0,0 0 0,0 0 0,0 0 1,0 1-1,1-1 0,-1 0 0,1 0 0,0 0 0,0 0 1,0 0-1,0 0 0,2 3 0,0 0-39,1 0 0,0 0 0,0-1 0,0 1 0,0-1 0,1 0 1,0 0-1,0 0 0,0-1 0,0 0 0,11 5 0,12 1-273,0-2 1,1-1-1,0-2 1,-1 0-1,59-2 1,-73-1 207,14-2 76,-1 0 0,1-2 1,0 0-1,-1-2 0,46-15 0,-51 12 591,-1 0-1,0-1 1,0-1 0,-1-1-1,0-1 1,-1-1 0,22-19-1,-40 31-313,-2 4-2,-6 12-639,0 0-1,-2 0 1,0 0 0,-1-1 0,-19 21 0,-9 14-3848,17-14-1480,6 9-3334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39.9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721 1 5925,'3'27'560,"-1"-20"-343,-1 0 0,0 0-1,0 1 1,-1-1 0,0 0-1,0 1 1,-1-1-1,0 0 1,0 0 0,-1 1-1,-2 7 1,-5 5 240,0 0 0,-1-1 1,-1-1-1,-1 0 0,-1 0 1,0-1-1,-1-1 0,-1 0 0,0-1 1,-21 15-1,-10 4 490,-1-1-1,-83 42 1,86-52 358,-2-1 1,0-2-1,-68 20 1,97-35-635,-24 5 1327,40-10-1907,-1 1 1,1-1 0,-1 0 0,1 0-1,-1 0 1,1 0 0,-1 0 0,1 0-1,-1-1 1,1 1 0,-1 0 0,1-1-1,-1 1 1,1-1 0,-1 1-1,1-1 1,0 0 0,-1 0 0,-1-1-1,3 0-10,1-1 0,0 1 0,-1 0-1,1 0 1,0 0 0,0 0 0,0 0 0,1 0-1,-1 0 1,0 0 0,1 0 0,-1 1-1,1-1 1,3-3 0,5-3 38,1 0 0,0 1 0,1-1 0,0 2 0,0 0 0,24-9 0,-7 3-102,290-104-2826,-105 41-917,78-39-5750,-134 52-271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40.3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48 6821,'6'6'281,"1"-1"0,0 0 1,1-1-1,-1 0 0,1 0 1,0 0-1,-1-1 0,2 0 1,-1-1-1,0 0 1,14 2-1,65 5 2143,201 14 1338,-227-21-2854,0-4 0,104-14 1,-114 2-363,-48 13-500,-1 0 0,1-1-1,-1 1 1,0 0 0,1-1 0,-1 0 0,0 1 0,0-1-1,0 0 1,0 0 0,0 0 0,0 0 0,-1-1 0,1 1-1,2-5 1,-4 6-25,0 0 0,1 0 0,-1 1 0,0-1 0,0 0 0,0 0 0,0 0 0,0 0 0,0 0 0,0 1 0,0-1 0,0 0 0,0 0 0,0 0 0,-1 0 0,1 0 0,0 1 0,-1-1 0,1 0 1,0 0-1,-1 1 0,1-1 0,-1 0 0,0-1 0,-23-14 320,13 11-203,-1 1 0,1 0 0,-14-2 1,5 3 18,1 1-1,0 1 1,-1 1 0,1 1 0,0 0 0,0 1 0,-1 1 0,-27 9 0,-8 5 237,-84 39 1,111-42-334,1 0-1,0 2 0,0 1 1,2 1-1,0 1 0,1 1 1,-29 34-1,42-43-168,2 2 0,-1 0 0,2 0 0,0 0 0,0 1 0,1 0 0,-6 19 0,10-23-104,1 0 0,-1 0 1,2 0-1,0 0 0,0 0 0,0 0 1,1 1-1,1-1 0,0 0 1,0 0-1,1 0 0,4 11 1,-1-6-213,1-1 0,0 0 1,1-1-1,1 1 1,0-1-1,1-1 0,1 0 1,12 13-1,1-1-593,2-1 0,45 32 0,-21-21 365,2-3 0,1-1 1,1-3-1,1-3 0,1-2 1,115 30-1,-154-48 663,19 5 143,0-1 0,1-2 0,0-2 0,42 1 0,-76-5-144,48 1 969,1-3 0,0-1 0,68-14 0,-83 1-451,-8 2-1918,-11 10-3307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45.1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1 135 9165,'0'0'7020,"3"0"-5713,8 1-876,1 0 0,-1 1 0,1 0 0,-1 1 0,0 0 0,0 1 0,20 9 0,75 48 843,-97-56-1095,20 14 91,-2 0 0,0 1 0,-1 2 1,-1 1-1,-1 1 0,36 46 0,-50-57-225,-1 0-1,-1 1 1,0 0-1,-1 0 1,0 1-1,-1 0 1,-1 1-1,0-1 1,-1 1-1,-1 0 0,0 0 1,-1 0-1,-1 0 1,0 0-1,-2 0 1,-1 17-1,-4-4-23,0-1 0,-2 0-1,-1-1 1,-1 1 0,-1-2-1,-2 0 1,0 0 0,-2-1-1,-1-1 1,-1 0 0,0-2-1,-2 0 1,-1-1 0,-1 0-1,-43 32 1,62-52-18,1 1 0,-1-1 0,1 0 0,-1 0 0,0 0 1,1-1-1,-1 1 0,0 0 0,0-1 0,1 1 0,-1-1 0,0 1 0,0-1 0,0 0 0,0 0 1,0 0-1,0 0 0,1 0 0,-1 0 0,0 0 0,0-1 0,0 1 0,0-1 0,0 1 0,1-1 1,-1 0-1,0 1 0,1-1 0,-1 0 0,0 0 0,-2-2 0,1-1 13,1 1-1,-1 0 1,0 0 0,1-1-1,0 0 1,0 1 0,0-1-1,0 0 1,0 0 0,1 0-1,0 0 1,-2-6 0,2-3 9,0 1 0,1 0 1,0-1-1,1 1 1,0 0-1,1-1 0,0 1 1,5-16-1,40-98-16,-36 98-53,38-75-982,5 1 0,82-116 0,-122 196 678,38-59-1128,24-37-2070,-24 42-1695,3 0-3953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45.9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37 366 7837,'-31'24'1966,"30"-24"-1877,1 1 0,-1-1 1,1 1-1,-1 0 0,1-1 1,0 1-1,-1-1 0,1 1 0,0 0 1,-1-1-1,1 1 0,0 0 0,0 0 1,0-1-1,0 1 0,0 0 0,0-1 1,0 1-1,0 0 0,0 0 1,0-1-1,0 1 0,0 0 0,0-1 1,0 1-1,1 0 0,-1-1 0,0 1 1,1 0-1,-1-1 0,0 1 1,1 0-1,-1-1 0,2 1 0,-2 1 279,2 5 278,-1 0 0,1 0 0,-2 0 0,1 1 0,-1-1 0,0 0 0,0 0 0,-1 1 0,-2 6 0,0 41 2514,4-44-2461,-1-3-321,1-1 0,-1 0-1,1 1 1,1-1-1,0 0 1,0 0-1,4 9 1,-5-13-311,1 0 1,0 0 0,0-1-1,0 1 1,1-1 0,-1 1-1,1-1 1,-1 0 0,1 0-1,0 0 1,-1 0 0,1-1 0,0 1-1,0-1 1,0 0 0,1 0-1,-1 0 1,0 0 0,0 0-1,1-1 1,-1 1 0,4-1-1,15 1 53,0 0 0,0-2 0,-1-1 0,1 0-1,0-2 1,-1 0 0,24-8 0,241-105 305,-233 91-388,-1-4 0,-2-1 0,56-45 0,-89 62-57,0-2 0,-1 0 0,0 0 0,-1-2 0,-1 1-1,19-33 1,-30 43-11,1 0-1,-1 0 1,0-1-1,0 1 1,-1-1-1,0 0 1,-1 1-1,0-1 1,1-14-1,-3 17 5,1-1 0,-1 1 0,0-1 0,0 1 0,-1-1 0,1 1 0,-1 0 0,-1-1-1,1 1 1,-1 0 0,0 1 0,0-1 0,0 0 0,0 1 0,-6-5 0,4 4 4,0 1 0,0 0 0,0 1 0,-1-1 0,0 1 0,0 0 0,0 0 0,0 1 0,0 0-1,0 0 1,-1 1 0,1-1 0,-1 1 0,1 0 0,-1 1 0,0 0 0,1 0 0,-9 1 0,-5 2 2,0 0-1,0 1 1,1 0-1,-35 14 1,3 6 28,1 3-1,1 1 1,-80 62 0,104-71 23,-34 24 84,-75 70 1,117-96-99,1 0-1,0 0 1,1 2 0,1 0 0,1 1-1,1 0 1,0 1 0,-11 31 0,21-47-7,0 0 1,1 1-1,0-1 1,0 1 0,0-1-1,0 1 1,1-1-1,0 1 1,1 7 0,0-10-8,-1 0 0,1 0 0,0 1 0,0-1 0,1 0 0,-1-1 0,1 1 0,-1 0 0,1 0 0,0-1 0,0 1 1,0-1-1,0 1 0,1-1 0,-1 0 0,1 0 0,3 3 0,4 1-107,1-1 0,1 1 0,-1-2 1,1 1-1,0-2 0,0 0 0,0 0 0,0-1 1,16 1-1,13-1-700,61-4 0,249-46-4124,-118 0-1313,-135 27 1907,8 0-3367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46.1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1 114 13661,'16'-20'2132,"3"17"-263,-3 1-493,0-4-344,6 0-412,3 0-424,1-2-696,-4-6-888,13-9-956,-10 8-2557,10 4-3868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47.0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1868 8821,'21'-8'3402,"29"-6"-2007,294-48 2529,-198 39-3224,2129-408 2317,-672 117-2048,1998-262 2861,-3175 518-3368,1555-221 1171,-1523 205-1969,-281 45-4825,-291 53-4269,21 0-812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47.8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2270 4888,'2'1'1183,"2"1"-986,1 1 0,-1-1 0,1-1 0,-1 1 0,1-1 0,0 0 0,-1 0 0,1 0 0,0 0 0,0-1 1,0 0-1,5 0 0,67-10 910,-49 5-687,395-84 2206,-5-29-1294,-309 86-997,1922-618 3692,-1156 360-2656,1247-428 506,-1669 560-4924,-2 0-3396,-283 101-2811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35.3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650 49 12397,'3'-8'437,"-3"6"-256,1 0 0,0-1 0,-1 1 0,1 0 0,0 0 0,0 0 1,0 0-1,0-1 0,1 1 0,-1 1 0,0-1 0,1 0 0,-1 0 0,1 0 0,0 1 0,0-1 0,0 1 0,0 0 0,3-3 1,-2 3 3659,-8 31-1417,-66 193 1277,-130 298-546,120-317-2524,-111 304 443,156-392-823,4 1 0,-24 178 0,50-247-193,3 0-1,1 1 1,3-1 0,1 0 0,3 0-1,20 87 1,-19-113-44,1 0 0,0-1 0,2 1-1,1-1 1,0-1 0,1 0 0,2 0 0,0-1-1,1-1 1,0 0 0,2-1 0,0-1-1,1 0 1,0-1 0,1-1 0,28 16 0,-15-14-24,1-1 0,0-2 1,1-1-1,1-2 0,-1-1 0,2-2 1,-1-1-1,1-2 0,-1-1 0,1-1 1,0-3-1,45-5 0,-43 2-95,1-3 0,-1-1 1,-1-1-1,0-2 0,0-2 0,-1-1 0,-1-2 0,-1-1 0,0-2 0,-1-1 0,36-30 0,-44 30-124,-1-1 0,-1-2 0,-2 0 0,0-1 1,-1-1-1,-1-1 0,-1-1 0,-2 0 0,16-38 0,-25 51 100,-1 0 0,-1 0 0,0-1 0,-1 1 1,0-1-1,-2 0 0,1 1 0,-2-1 0,0 0 0,-1 0 0,0 0 0,-1 0 1,-1 1-1,0-1 0,-1 1 0,0 0 0,-1 0 0,-1 0 0,-1 1 0,1-1 1,-15-18-1,-54-56-344,60 74 404,0-2-1,1 0 1,1 0 0,1-1 0,0-1-1,1 0 1,-12-29 0,22 44 60,0-1 1,0 1-1,1 0 0,0-1 1,-1 1-1,1-1 0,1 1 1,-1 0-1,0-1 1,1 1-1,0 0 0,0-1 1,0 1-1,0 0 0,0 0 1,0 0-1,1 0 0,0 0 1,0 0-1,-1 0 0,2 1 1,3-6-1,-1 3 16,1-1 0,0 1 1,-1 1-1,1-1 0,1 1 0,-1 0 0,1 0 0,13-5 0,-3 4 97,0 1 0,0 1 0,0 1-1,0 0 1,1 1 0,-1 1 0,0 1 0,1 0-1,-1 1 1,0 1 0,0 0 0,22 9-1,-5-1 139,-1 2-1,0 1 0,-1 2 0,-1 1 0,32 23 1,-26-14 40,-1 1 0,-2 2 0,-1 2 0,-1 0 0,55 72 0,-72-81-174,-1 1 1,-1 0 0,0 0 0,-2 2-1,-1-1 1,-1 1 0,-1 1 0,-1 0-1,-2 0 1,0 0 0,1 41-1,-6-39-36,-1 0 0,-2 0 0,0 0 0,-2 0 0,-15 48-1,-61 127-421,71-179 203,-31 71-2094,4 2-1,-27 113 1,57-181 549,-3 36-1,9-55 671,0 0 0,1 1 0,1-1 0,-1 0 0,2 0 0,-1 0 0,5 14 0,17 28-8438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35.6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45 9761,'9'-34'4269,"-7"33"-3868,0-1-1,0 1 1,1 0-1,-1 0 1,0 0 0,0 0-1,0 1 1,1-1-1,-1 0 1,0 1 0,1 0-1,4-1 1,0 3-202,1 1 0,-1 0 1,1 0-1,-1 0 0,0 1 0,0 0 1,-1 0-1,1 0 0,-1 1 0,0 0 1,0 1-1,-1-1 0,1 1 0,5 8 1,-2-1-43,0 1 0,-1 0 0,0 0 0,-1 0 0,0 1 0,-2 0 0,0 1 0,0-1 0,4 32 0,-3 4 227,-1 89 0,-6-105-312,-2 0 0,-1 0 0,-2 0 0,-1 0 0,-17 47 0,-5-4 214,-45 83-1,63-141 585,-1-1-1,-27 33 1,31-42 43,55-65-478,3 2-1,74-62 0,127-82-2515,84-43-2809,17 26-5725,-202 140 792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36.3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958 835 7017,'-33'2'9768,"1"3"-5024,-61 24-5200,46-13 1539,-84 29-1083,-241 119 1,239-88-1162,119-67 961,1 1 0,0 0 0,1 0 0,0 1 0,0 1 0,1 0 0,-11 17 0,21-28 178,0 0 0,0 1 0,1-1 0,-1 1-1,0-1 1,1 1 0,-1-1 0,1 1 0,0-1 0,-1 1-1,1-1 1,0 1 0,0 0 0,0-1 0,0 1-1,0-1 1,0 1 0,1 0 0,-1-1 0,0 1-1,1-1 1,0 1 0,-1-1 0,1 1 0,0-1-1,-1 0 1,1 1 0,0-1 0,0 0 0,0 1 0,0-1-1,0 0 1,1 0 0,-1 0 0,2 1 0,2 2 21,1-1 0,-1 1 0,1-1 0,0 0 0,0-1 1,12 4-1,34 5 197,-1-2-1,95 4 1,23 2 96,257 42-1171,-190-28-1825,-128-17 1335,162 14-739,-198-23 2833,124-10 0,-158 3 240,1-2-1,-1-2 1,58-19-1,-79 21-624,0-1 1,0-1-1,0 0 0,-1-1 1,0-1-1,-1-1 0,0 0 0,-1-1 1,21-21-1,-24 18-131,0-1-1,0 0 1,-2 0 0,0-1-1,13-34 1,-21 48-192,-1 0 0,1 0 0,-1 0 0,1 0-1,-1 0 1,0 0 0,-1 0 0,1 0 0,0 0 0,-1 0 0,1 0-1,-1 0 1,0 1 0,0-1 0,0 0 0,-1 0 0,1 1 0,-1-1-1,1 1 1,-1-1 0,0 1 0,-2-3 0,2 2-3,0 1-4,0 0 0,0 1 0,0-1-1,0 1 1,0-1 0,0 1 0,-1 0 0,1 0 0,0 0-1,-1 0 1,1 0 0,-1 0 0,1 0 0,-1 1 0,-4-1-1,-39 1 35,38 0-32,-12 1 5,0 2 0,0 0-1,0 2 1,1 0 0,-31 12-1,4 2-83,-48 28 0,72-34 38,-10 3-248,0 2 0,1 2 1,1 0-1,-39 36 1,45-23-232,24-31 478,0 1-1,1 0 1,-1 0 0,0-1 0,1 1 0,0 0 0,0-1 0,0 1 0,0-1 0,0 1 0,0-1-1,1 1 1,-1-1 0,3 3 0,0-3 14,0-1-1,0 0 1,0 0-1,0 0 0,0 0 1,1-1-1,-1 1 1,0-1-1,0 0 1,1 0-1,7-2 0,-4 1-6,17-2 1,0-1 0,0-2 0,-1-1-1,0 0 1,30-15 0,8-6-7,-2-2 0,-2-3 0,0-3 0,-3-2 0,-1-3 0,-2-2 0,-2-2 0,82-96-1,-68 61-1,-3-2 0,66-120-1,69-195 137,-181 364-67,23-58 34,-34 80 41,0-1-1,-1 0 0,-1 0 0,0 0 0,1-18 1,-3 29-99,0 1 0,0 0 0,-1 0 0,1-1 0,0 1 0,0 0 0,0 0 0,-1 0 0,1 0 0,0-1 1,0 1-1,-1 0 0,1 0 0,0 0 0,0 0 0,-1 0 0,1 0 0,0 0 0,0 0 0,-1 0 0,1 0 0,0 0 1,0 0-1,-1 0 0,1 0 0,0 0 0,-1 0 0,1 0 0,0 0 0,0 0 0,-1 0 0,1 0 0,0 0 1,0 0-1,-1 0 0,1 1 0,0-1 0,0 0 0,-12 5 114,6-2-85,1 1 0,0 0 1,0 0-1,1 0 0,-1 1 0,1 0 1,0-1-1,0 2 0,0-1 0,-3 7 1,-27 64 165,23-50-138,-98 211 311,33-76-273,29-63-251,-35 85-1136,68-150 469,3 2 0,1 0 0,-8 48-1,15-67 349,2 0 1,0 0-1,1 0 0,0-1 0,2 1 0,-1 0 0,7 24 0,-5-31-29,0 0 1,0 0-1,1-1 0,0 1 0,1-1 0,0 0 1,0 0-1,0-1 0,1 1 0,1-1 0,-1 0 1,1-1-1,15 12 0,24 9-4010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36.6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445 147 6129,'58'-34'1280,"-47"28"2397,16-16 702,-20 15-4556,-6 6 331,0 0 1,0 0-1,-1 1 0,1-1 1,0 0-1,-1 0 1,1 0-1,0 0 0,-1 0 1,1 0-1,-1 0 1,1 0-1,-1 0 1,0 0-1,1 0 0,-1 0 1,0 0-1,0 0 1,0 0-1,0-1 0,0 1 1,0 0-1,0 0 1,0 0-1,0 0 1,-1 0-1,1 0 0,-1-2 1,1 1-83,-1 0 0,0 0 0,0-1 0,0 1 0,0 0 1,0 0-1,-1 0 0,1 0 0,0 1 0,-1-1 0,0 0 0,1 0 0,-1 1 0,0-1 1,0 1-1,0 0 0,0-1 0,0 1 0,-2-1 0,-2 0 70,0 0 1,1 0-1,-1 1 0,0 0 1,0 0-1,0 0 0,-8 1 1,-2 0 184,0 1 0,0 1 0,0 0 0,-26 9 0,14-2 61,1 2 0,0 0-1,1 2 1,0 1 0,1 1-1,0 1 1,2 2 0,0 0 0,1 1-1,1 1 1,-35 43 0,51-56-322,1 0 1,0 0-1,0 0 1,0 0 0,1 1-1,0 0 1,-2 12-1,4-17-87,0 1 0,1-1 0,0 0-1,-1 0 1,1 0 0,0 0 0,1 0 0,-1 0-1,1 1 1,-1-1 0,1 0 0,0 0-1,0 0 1,0 0 0,1-1 0,-1 1 0,1 0-1,-1 0 1,1-1 0,0 1 0,0-1 0,3 4-1,4 1-238,0-1 1,1 0-1,0 0 0,-1-1 0,2 0 0,-1 0 1,1-2-1,18 6 0,98 13-2612,-100-18 2100,252 10-8978,-254-13 8235,85 1-6933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37.0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 32 14625,'-29'-26'5321,"54"20"-3273,1 6-328,9 0-280,28 0-300,-2 6-252,21 2-183,10 4-121,16-1-180,16 9-228,16-5-644,15-4-616,7 3-449,3-2-711,0-1-608,-15-2-3333,-20-6-5516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48.1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611 769 6937,'-70'14'546,"-166"26"2064,197-34-1811,-21 2 1718,0 3-1,-85 26 0,179-47-1078,69-12 0,-61 14-1126,1423-244 1842,8 33-1591,135-22-2433,-1101 164-1556,-178 32-4920,-232 35 626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51.1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250 1862 4224,'-147'40'3945,"55"-14"-283,82-24-3063,22-8-153,34-9 76,444-87 1139,-383 82-1513,1418-233 796,-923 157-812,1804-320 225,-17-83-107,-2232 462-209,423-102 524,-13-31 195,-555 165-740,18-4 45,0-2-1,-1-1 1,-1-1-1,52-32 1,-79 44-59,0 0 0,0 0 1,0 1-1,0-1 0,0 0 0,1 0 0,-2 0 1,1 0-1,0 0 0,0 0 0,0 0 0,0-1 0,-1 1 1,1 0-1,0 0 0,-1-1 0,1 1 0,-1 0 1,0-1-1,1 1 0,-1 0 0,0-1 0,0-1 1,0 2-3,-1-1 0,1 1 0,-1 0 1,0-1-1,1 1 0,-1 0 1,0 0-1,0-1 0,0 1 1,0 0-1,0 0 0,0 0 1,0 0-1,0 0 0,-1 1 0,1-1 1,-2-1-1,-6-2 10,1 0 1,-1 0-1,-1 1 1,-14-3-1,-19 1 12,1 1 0,-1 2-1,-63 6 1,13-1-131,90-3 7,1 1 0,-1-1 0,1 0 0,-1 1 0,1-1 0,0 1 0,-1 0 0,1 0-1,-4 2 1,0 0-306,4-2-549,-18-4-4222,2 3 1655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52.5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1 12085,'0'0'5788,"0"3"-4841,3 28-143,-2 0 0,-1 0-1,-6 50 1,-1 18 116,10 364 1165,0-324-2613,-1-88-890,13 78 1,-11-104-619,2 0 0,1 0 0,0 0 1,22 44-1,-1-22-6478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52.7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48 584 12501,'-42'-72'2076,"36"55"-356,12-3-311,13-11-337,1 5-228,2 0-176,13-2-132,3-4-124,6-2-236,17-6-508,8 6-364,8-6-528,15 0-396,12-3-209,11 3-175,-4 8-1956,6 4-2805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52.9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268 449 7141,'-153'177'2176,"115"-137"-216,3-8-252,23-18-232,-4 3-132,3 0 1997,42-39-2653,37-27-152,7-14-268,29-14-392,22-12-696,22-8-688,19-14-549,16-4-2667,6-7-3697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53.1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121 990 10857,'-116'-17'5613,"116"17"-5589,0 0-1,-1 0 1,1 0-1,0 0 1,0 0-1,0 0 1,0 0 0,-1 0-1,1 0 1,0 0-1,0 0 1,0 0-1,0 0 1,-1 0-1,1 0 1,0 0 0,0 0-1,0-1 1,0 1-1,0 0 1,0 0-1,-1 0 1,1 0-1,0 0 1,0-1 0,0 1-1,0 0 1,0 0-1,0 0 1,0 0-1,0 0 1,0-1-1,0 1 1,0 0 0,0 0-1,0 0 1,0 0-1,0-1 1,0 1-1,0 0 1,0 0-1,0 0 1,0 0 0,0-1-1,0 1 1,0 0-1,0 0 1,0 0-1,0 0 1,0-1-1,0 1 1,0 0 0,0 0-1,1 0 1,2-11 169,0 1 1,1-1-1,0 1 1,1 0-1,0 1 1,0-1-1,1 1 1,1 0-1,-1 1 1,1-1-1,1 1 1,0 1-1,15-13 1,15-9 122,79-44 0,-82 52-252,539-269-2523,-445 230 1338,511-230-8230,-497 228 4095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53.3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148 0 7029,'-32'7'1057,"0"-1"189,-5-4 2801,35-2-3883,0 0-1,1 0 1,-1 0-1,0 0 1,0 0 0,1 1-1,-1-1 1,0 0-1,1 1 1,-1 0-1,1-1 1,-1 1-1,1 0 1,-1 0-1,1 0 1,-1 0 0,1 0-1,0 0 1,-1 0-1,1 0 1,0 1-1,0-1 1,0 1-1,0-1 1,0 0 0,0 1-1,1-1 1,-1 1-1,0 0 1,0 2-1,-1 4 243,1 1-1,0-1 0,1 1 0,-1-1 1,2 11-1,0-1 23,17 441 4865,-6 188-9257,-32-304-5587,13-161-552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54.4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1159 5328,'0'0'1142,"-2"-2"-65,-6-7-1057,8 9 168,-1 0 0,1 0 0,-1-1 0,1 1 1,0 0-1,-1-1 0,1 1 0,0 0 0,0 0 0,-1-1 0,1 1 1,0 0-1,0-1 0,-1 1 0,1-1 0,0 1 0,0 0 1,0-1-1,0 1 0,0-1 0,0 1 0,-1 0 0,1-1 0,0 1 1,0-1-1,18-12 2756,77-33-2259,2 5 0,114-32 0,-136 48-589,541-174 432,-212 71-334,1408-372 220,-1641 461-382,325-34 0,-462 72-19,0 0 0,0 2 0,0 2 0,0 1-1,-1 2 1,0 1 0,43 15 0,-56-15-17,0 2 0,-1 0 1,0 1-1,0 1 1,-1 1-1,0 0 0,-1 2 1,-1 0-1,0 0 1,-1 2-1,-1 0 0,21 29 1,-9 2-7,-2 0 1,-1 2-1,27 91 1,-46-129 11,34 116 161,-5 1 1,-6 2-1,-6 0 1,6 168-1,-28 535 139,-7-539-302,1-25 156,-63 413 0,8-367 237,43-237-1,-59 147 1,66-201-346,-1-1 1,-1 0-1,0-1 1,-2-1-1,-1-1 1,0 0-1,-1-1 1,-1-1-1,-1 0 1,-1-2-1,-37 23 1,-20 7 13,-170 69 0,234-109-56,-632 230-12,-15-41-112,-415 107-799,722-210-1616,120-47-4941,143-32-568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55.0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4100,'0'0'2995,"2"3"-2040,17 25-75,-2 1-1,0 1 1,-2 1-1,-2 0 1,-1 1-1,-1 0 1,9 47-1,-2 18 382,8 132 0,-17 316-78,-4-72-2775,55 191-6607,-21-432 2183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5:57.1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1152 11233,'0'-1'499,"-1"0"-1,1-1 1,-1 1 0,1-1-1,0 1 1,-1-1 0,1 1-1,0-1 1,0 1 0,0 0-1,0-1 1,1-2 0,9-16 1574,26-13-2235,-27 26 852,49-37 72,107-62 0,76-22-455,-186 101-222,216-113-477,648-319-7585,-734 376 3677,-1 0-2280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08.6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329 206 8861,'14'5'1783,"-11"-7"1536,-18-13 248,15 15-3621,-2-2 2188,-8-75 2786,9 73-4518,0-1 0,-1 1 1,1 0-1,-1 0 1,0 0-1,0 1 1,-4-6-1,1 0 111,5 9-498,-1 0 0,1-1 0,0 1 0,-1-1 0,1 1 0,-1-1 0,1 1 0,0 0 0,-1-1 0,1 1 0,-1 0 0,1 0 0,-1-1 0,1 1 0,-1 0 0,1 0 0,-1 0 0,1-1 0,-1 1-1,1 0 1,-1 0 0,0 0 0,1 0 0,-1 0 0,1 0 0,-1 0 0,1 0 0,-1 0 0,1 1 0,-1-1 0,1 0 0,-1 0 0,1 0 0,-1 1 0,1-1 0,-1 0 0,1 0 0,-1 1 0,1-1 0,-1 1 0,1-1 0,0 0 0,-1 1 0,1-1 0,-1 1 0,1-1 0,0 1 0,-1 0 0,-24 31 54,21-26-5,-18 25 63,2 2 0,-31 67 1,-21 92 70,62-160-173,-6 13 20,-10 53 1,16-47-18,2 0 0,2 1 0,3 0 0,6 103 0,-3-146-15,1 0 0,0 0-1,1 0 1,0 0 0,1 0-1,-1 0 1,7 12 0,-7-19-13,-1 1 0,1-1 1,0 1-1,0-1 0,0 0 1,0 0-1,1 0 1,-1 0-1,0 0 0,1-1 1,0 1-1,-1-1 0,1 1 1,0-1-1,-1 0 0,1 0 1,0 0-1,0 0 1,0-1-1,0 1 0,0-1 1,0 0-1,0 0 0,0 0 1,0 0-1,0 0 0,4-2 1,6 0 6,0-1 1,-1 0-1,1-1 1,-1-1-1,0 0 1,21-12-1,70-51 31,-17 10-32,-76 53-4,5-4-16,0 0 0,0 1-1,1 1 1,21-7 0,-31 13 11,-1 0 0,1 0 0,0 0 0,0 1 0,-1-1 0,1 1 0,0 1 0,0-1 0,-1 1 0,1 0 0,-1 1 0,1-1 0,-1 1 0,1 0 0,-1 0 0,10 6 0,47 30-8,-23-13 76,54 24-1,-77-42-23,0-1 0,1 0 0,-1-2 0,1 0-1,0 0 1,0-2 0,18 1 0,-5-3 33,-1-2-1,1-1 0,-1-1 1,0-2-1,0-1 1,43-15-1,-54 15-29,0-1-1,0 0 1,-1-1-1,0-1 1,0 0 0,-1-2-1,-1 0 1,0 0-1,0-2 1,-2 1 0,1-2-1,-2 0 1,13-19-1,-19 22-34,-1 0-1,0 0 1,0 0-1,-1 0 0,-1-1 1,0 1-1,-1-1 1,-1 0-1,1 0 1,-2 0-1,0 0 1,-1 1-1,-2-15 1,-4-20-212,-3 0 1,-19-53 0,18 63-17,-69-230-2649,71 243 1745,-24-43 1,21 46 202,11 18 627,-1 0 0,0 0-1,0 1 1,0-1 0,0 1 0,0-1 0,-1 1 0,1 0 0,-1 0 0,1 0 0,-7-3 0,1-1-705,4 3-809,3 5 1153,0 0-1,0 0 1,1 0-1,-1 0 0,0 0 1,1 0-1,-1 0 1,1 0-1,0 1 1,0-1-1,0 0 0,0 0 1,0 2-1,13 20-5757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09.4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256 35 8649,'-27'-29'2080,"22"24"3868,3 8-4841,-10 18-239,0 1 1,2 0 0,-15 47 0,-13 81 451,7-26-727,-61 259 95,92-380-677,-1 1 0,1-1 0,0 0 0,-1 1 0,1-1 0,1 1 0,-1-1 0,0 0 0,1 1 0,0-1 0,0 0 0,0 0 0,0 0 0,0 1 0,3 3 0,-3-6-14,0 1 0,0-1-1,1 1 1,-1-1 0,0 0-1,1 0 1,-1 0 0,1 1 0,-1-1-1,1-1 1,-1 1 0,1 0-1,-1 0 1,1-1 0,0 1 0,0 0-1,-1-1 1,1 0 0,0 1-1,0-1 1,0 0 0,-1 0 0,1 0-1,0 0 1,0 0 0,0-1-1,-1 1 1,1-1 0,3 0 0,10-5-5,0 0 0,26-14 0,-22 9-14,0 1-1,28-8 1,-30 12 32,0 2 0,0 0 0,30-3 0,-37 7 5,0-1 0,-1 2-1,1-1 1,0 1 0,0 1 0,-1 0 0,1 0 0,0 1 0,10 4 0,23 14-13,-32-14 1,1-1 1,0 0-1,0-1 0,0-1 0,1 0 1,-1 0-1,1-2 0,24 3 1,3-4 8,-1-3 1,0-1 0,-1-2 0,1-1 0,-1-3 0,0 0 0,-1-3-1,0-1 1,49-25 0,-68 27-11,0-1 0,-2-1 0,1 0 0,-1-1 0,-1-1 0,-1 0 0,24-32 0,-38 45 1,1 0 0,-1 0 0,0-1 0,0 1 0,1 0 0,-2 0 0,1 0 0,0 0 1,0 0-1,-1 0 0,1 0 0,-1 0 0,-1-4 0,1 5-23,1 0 19,0 1 0,0 0-1,0 0 1,0 0 0,0 0 0,0-1 0,0 1 0,0 0 0,0 0 0,0 0-1,0 0 1,0 0 0,0 0 0,0-1 0,-1 1 0,1 0 0,0 0-1,0 0 1,0 0 0,0 0 0,0 0 0,0 0 0,0 0 0,-1 0-1,1-1 1,0 1 0,0 0 0,0 0 0,0 0 0,0 0 0,-1 0 0,1 0-1,0 0 1,0 0 0,0 0 0,0 0 0,-1 0 0,1 0 0,0 0-1,0 0 1,0 0 0,0 0 0,0 0 0,-1 0 0,1 1 0,0-1-1,0 0 1,0 0 0,0 0 0,-1 0 0,-11 1-65,0 0-1,-1 0 1,1 2 0,0-1 0,0 1-1,0 1 1,0 0 0,1 1 0,-1 0-1,1 1 1,0 0 0,1 1 0,0 0-1,0 1 1,-13 12 0,-9 8-564,26-23 414,0 0 1,0 0 0,1 0 0,-11 13 0,15-16-1,1 0 36,0-1 164,0 1-1,1-1 1,-1 1-1,1-1 1,-1 1-1,1-1 1,0 1-1,0-1 0,-1 0 1,1 1-1,0-1 1,0 0-1,0 0 1,0 1-1,1-1 1,-1 0-1,0 0 0,0 0 1,1 0-1,-1-1 1,0 1-1,4 1 1,41 14 23,-27-11 32,6 3 31,1-1 0,-1-2 0,1-1 1,0-1-1,0-1 0,0-1 1,1-1-1,-1-2 0,0 0 0,0-2 1,0-1-1,28-9 0,-15 2-171,0-2-1,-1-2 0,0-1 1,-1-2-1,-2-2 1,0-1-1,33-27 0,-57 39 155,-1 0 0,0-1 1,0 0-1,-1-1 0,-1 0 0,0 0 0,0-1 0,-1 0 0,-1 0 0,6-19 0,-1-2 428,-1 0 0,-2-1 0,4-37 0,-11-3 1986,-1 50-1894,0 21 456,-2 7-466,-2 3-435,0 0 0,1 1 0,0-1 0,0 1 1,0-1-1,1 1 0,0 0 0,-1 8 0,-6 63 484,5-34-409,-7 112-201,11-133-878,1-1 1,1 1-1,1-1 1,11 41-1,-9-42-1099,5 9-3108,4-16-1410,2-5-2485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09.6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2 14609,'-4'-1'566,"0"1"1,0-1-1,0 1 0,-1 0 0,1 1 0,0-1 0,0 1 1,0 0-1,-1-1 0,1 2 0,0-1 0,0 1 0,-5 2 0,9-4-479,0 1 0,-1 0-1,1-1 1,0 1-1,0 0 1,0-1-1,0 1 1,0-1 0,0 1-1,0 0 1,0-1-1,1 1 1,-1 0 0,0-1-1,0 1 1,0-1-1,1 1 1,-1-1-1,0 1 1,1-1 0,-1 1-1,0 0 1,1-1-1,-1 0 1,0 1-1,1-1 1,0 1 0,0 0 83,3 3-19,1 1 0,-1-1 0,1-1-1,0 1 1,1-1 0,-1 0 0,0 0 0,1 0 0,0-1 0,-1 0 0,1 0 0,0 0 0,0-1 0,8 1 0,18 3 94,47-1 0,-59-3-276,74 3-562,253 0-3392,136-21-7424,-295 12 2527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10.2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1362 895 10273,'0'0'52,"0"0"-1,0 0 1,0 0-1,0 0 1,0 1 0,0-1-1,0 0 1,0 0-1,0 0 1,0 0 0,0 0-1,0 0 1,0 0-1,0 0 1,0 0 0,0 0-1,0 1 1,0-1-1,0 0 1,0 0 0,0 0-1,0 0 1,-1 0 0,1 0-1,0 0 1,0 0-1,0 0 1,0 0 0,0 0-1,0 0 1,0 0-1,0 0 1,0 0 0,-1 0-1,1 0 1,0 0-1,0 0 1,0 0 0,0 0-1,0 0 1,0 0-1,0 0 1,0 0 0,-1 0-1,1 0 1,0 0-1,0 0 1,0 0 0,0 0-1,0 0 1,0 0-1,0 0 1,0 0 0,0 0-1,0 0 1,0 0 0,-1-1-1,1 1 1,0 0-1,0 0 1,0 0 0,0 0-1,0 0 1,0 0-1,0 0 1,0 0 0,0-1-1,-9-11 2972,7 8-2427,-1 0-1,1 0 1,-1 0-1,0 1 1,0-1-1,0 1 1,-1 0-1,1-1 1,-1 2-1,-7-5 0,-24-6 578,-1 1-1,-1 3 1,0 0-1,-40-2 1,34 7-880,0 3 1,-1 2 0,1 1-1,0 3 1,-79 18 0,49-4-197,0 4 1,2 3 0,0 3 0,2 3-1,2 4 1,1 2 0,-95 72 0,150-101-136,0 1 0,1 0 0,0 0 0,0 1 0,1 0 0,0 1 0,-8 15 0,16-26 17,0 1 0,0-1-1,0 1 1,0-1 0,0 1 0,1 0-1,-1-1 1,0 1 0,1 0 0,-1 0-1,1-1 1,0 1 0,-1 0 0,1 0-1,0 0 1,0-1 0,0 1-1,0 0 1,1 0 0,-1 0 0,0-1-1,1 1 1,-1 0 0,1 0 0,0-1-1,-1 1 1,1 0 0,0-1 0,0 1-1,0-1 1,0 1 0,1-1 0,-1 0-1,0 1 1,0-1 0,1 0-1,-1 0 1,1 0 0,-1 0 0,1 0-1,1 1 1,4 1-68,0 0 0,1-1-1,-1 0 1,1 0 0,-1 0 0,1-1 0,-1 0-1,12-1 1,23-1-233,0-3 0,0-1 0,-1-2 0,1-2 0,57-21 0,-22 1 17,133-70-1,-174 79 303,-1-2 0,-1-1 0,-1-1 0,59-58-1,-71 60 49,-2 0 0,0-2 0,-1-1 0,-2 0 0,0-1 0,-2 0 0,16-43 0,-13 21 76,-2-1 1,-2 0 0,-3 0-1,-1-2 1,2-65 0,-5-94 724,-5 179-679,0 16-20,-1-1-1,-1 0 1,0 0-1,-1 1 1,-5-17-1,-28 198 2436,-37 330-2582,65-427-895,3 0 1,4 1-1,10 98 0,-8-155 297,0-1 1,1 0-1,0 0 1,1 0-1,0 0 1,1-1-1,9 16 1,-11-22 161,0 0 0,0 0 1,1-1-1,0 1 0,0-1 1,0 0-1,0 0 1,1 0-1,0-1 0,-1 1 1,1-1-1,0 0 1,1-1-1,-1 1 0,0-1 1,1 0-1,0 0 0,5 0 1,35 1-4738,4-7-2801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10.5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270 95 9949,'-9'4'529,"-1"1"-1,1 0 1,0 1 0,0 0 0,1 0 0,0 1-1,0 0 1,0 0 0,1 1 0,-11 15-1,-18 25 2689,18-25-1776,-25 42-1,23-31-601,12-22-534,1 1 0,0-1 0,0 2 0,-5 16 0,11-25-207,-1 1 1,1-1-1,1 0 0,-1 0 0,1 1 1,0-1-1,0 0 0,1 0 0,-1 1 1,1-1-1,0 0 0,1 0 0,-1 0 1,1 0-1,4 10 0,-2-9-27,-1 0 1,1-1-1,0 1 0,0-1 0,1 1 1,0-1-1,0 0 0,0-1 1,0 0-1,1 1 0,-1-2 0,13 8 1,-6-7 23,-1 1 1,0-1-1,1-1 1,0 0 0,0-1-1,24 2 1,-13-3 10,1-1 1,-1-2 0,0 0 0,1-2-1,-1 0 1,-1-2 0,31-10 0,-39 10-84,0 0 0,-1-1 0,0-1 0,0 0 1,0 0-1,-1-1 0,-1-1 0,1 0 0,-1 0 1,-1-1-1,0-1 0,-1 0 0,0 0 1,-1-1-1,0 0 0,8-19 0,-10 16-1,0 0 0,-1-1 0,-1 1 1,-1-1-1,0 0 0,-1 0 0,-1 0 0,0 0 0,-1-1 0,-1 1 0,-1 0 0,0 0 0,-2 0 1,-5-18-1,6 27-50,0 1 0,0 0 0,-1 0 0,0 0 1,0 0-1,-1 1 0,0 0 0,0 0 1,-1 0-1,1 0 0,-1 1 0,0 0 0,-1 0 1,1 0-1,-1 1 0,0 0 0,0 1 0,0-1 1,-1 1-1,1 1 0,-1-1 0,-15-2 0,10 3-46,0 0 0,-1 1 0,1 0-1,-1 1 1,1 0 0,0 1-1,-1 1 1,1 0 0,0 0-1,0 2 1,0 0 0,1 0-1,-15 7 1,2 3-703,1 1 0,1 1 1,0 1-1,-35 35 0,31-25-2613,-30 41-1,34-32-1947,6 6-2970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11.1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97 338 10573,'0'0'1723,"-1"3"-62,-13 28 1223,15-29-2704,0 0-1,0 0 1,1 0 0,-1-1-1,0 1 1,0-1 0,1 1-1,-1-1 1,1 1 0,-1-1-1,1 0 1,0 0 0,0 1-1,-1-1 1,4 1 0,6 0 109,1 0 0,-1 0 1,1-1-1,0 0 0,-1-1 1,22-3-1,-19 2-152,1 0-42,1-1 0,-1-1 1,0 0-1,0-1 0,21-8 0,-27 8-75,0 0 0,0-1-1,0 1 1,-1-2 0,0 1 0,0-1-1,0-1 1,-1 1 0,9-10 0,-14 13-19,0 0 1,-1 0 0,1 0-1,-1 0 1,0 0 0,0-1-1,0 1 1,0 0-1,0-1 1,-1 1 0,0 0-1,1-1 1,-1 1 0,-1-1-1,1 1 1,0 0 0,-2-5-1,1 1 2,-1-1-1,0 0 1,-1 1-1,0 0 1,0-1 0,0 1-1,-5-6 1,3 5-6,0 1 0,-1 0 0,1 0 0,-1 1 0,0 0 0,-1 0 0,-9-7 0,11 10 2,1 1 0,-1-1 0,0 1 1,0 0-1,0 0 0,0 0 0,0 1 1,0 0-1,0 0 0,0 0 0,-1 1 1,1-1-1,0 1 0,-7 1 0,0 1 19,0 0 0,1 1 0,0 1-1,-1 0 1,1 0 0,1 1-1,-1 0 1,1 1 0,0 0 0,0 1-1,0 0 1,1 0 0,1 1-1,-12 12 1,7-5 39,1 0 0,0 1 0,0 1 0,2 0 0,0 1 0,1-1 0,-11 34 0,18-43-32,-1 0 0,2 1 0,-1-1 0,1 1 0,1-1-1,0 1 1,0-1 0,0 1 0,1-1 0,1 1-1,-1-1 1,1 1 0,1-1 0,-1 0 0,1 0-1,1 0 1,0-1 0,6 12 0,-4-12-7,0-1 0,0 1 0,0-1 0,1 0 0,0 0 0,0-1 1,0 0-1,1 0 0,0-1 0,0 0 0,0 0 0,0-1 0,1 0 0,-1 0 0,1-1 0,-1 0 1,1-1-1,0 0 0,13 0 0,8-1 10,-1-1 0,0-1 1,0-1-1,47-12 0,-56 9 0,-1-1 0,0 0 0,0-1 0,0-2 0,-1 1 0,0-2 0,-1-1 0,-1 0 0,0-1 0,0 0 0,-1-1 0,-1-1 0,0-1 0,-1 0 0,-1 0 0,-1-1 0,18-36 0,-2-6 270,-4-1 1,-2-1 0,18-89-1,-38 147 8,-7 23 524,2-3-641,2 0 0,0 0-1,1 0 1,1 0 0,1 0 0,2 22 0,1 11 200,-3-31-329,-1 0 1,-1 0 0,-1 0-1,0 0 1,-2 0-1,0 0 1,-1-1 0,-1 0-1,0 0 1,-2 0 0,0-1-1,0 0 1,-2-1 0,0 0-1,-1 0 1,-1-1 0,0 0-1,-1-1 1,-1-1-1,-17 14 1,-1-2-107,-2-1 0,0-1 0,-59 27-1,-119 37-2783,176-74 776,-66 14 0,39-22-7449,39-7-1063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11.9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1012 90 11085,'-7'-8'682,"0"1"-1,0 0 1,0 1-1,-1 0 1,0 0-1,-1 0 1,1 1 0,-1 0-1,0 1 1,-10-4-1,4 3-138,-1 1 0,1 0 1,-1 1-1,0 1 0,-26-1 0,2 4-58,0 2 0,0 2 0,0 1 1,-45 14-1,-164 58 700,212-63-1065,0 2 0,2 1 0,0 1-1,-47 36 1,71-46-59,0 0-1,1 0 1,-17 21-1,25-28-47,0 0-1,1 0 1,0 0-1,-1 1 1,1-1-1,0 0 1,0 1 0,0-1-1,0 1 1,1 0-1,-1-1 1,1 3-1,0-3-6,0-1-1,0 1 1,0-1 0,1 0-1,-1 1 1,0-1 0,1 0-1,-1 0 1,1 1 0,0-1-1,-1 0 1,1 0 0,0 0-1,0 0 1,0 0 0,0 0-1,0 0 1,0 0 0,0 0-1,0 0 1,0 0 0,0 0-1,0-1 1,3 2 0,4 1 24,1 1 0,0-1 0,0-1 1,0 1-1,0-2 0,1 1 0,-1-1 0,0 0 1,1-1-1,17-2 0,12-3 362,51-13-1,-56 10-79,224-62 2442,-39 10-766,-213 59-1988,0-1 0,-1 1 0,1 1 0,0-1 0,0 1 0,-1 0 0,1 0 0,0 1 0,0-1 0,-1 1 0,12 4 0,-15-4 0,0 0 0,0 0 0,0 0 0,0 0 0,-1 1 0,1-1 0,0 1 0,-1-1 0,1 1 0,-1 0 0,1 0 0,-1-1 0,0 1 0,0 0 0,0 0 0,0 0 0,0 1 0,0-1 0,-1 0 0,1 0 0,-1 0 0,1 1 0,-1-1 0,0 0 0,0 0 0,0 1 0,0-1 0,0 0 0,0 0 0,-1 1 0,0 2 0,-9 35-1196,-2 0 1,-2-1-1,-35 69 1,2-15-10665,21-42-1281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12.8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1300 774 9669,'35'-53'2357,"-33"50"-2088,-1 1-1,1-1 1,-1 0-1,0 0 1,0 0-1,-1 0 0,1 0 1,-1 0-1,1 0 1,-1 0-1,0 0 0,0-1 1,0 1-1,-1 0 1,1 0-1,-1 0 0,1 0 1,-1 0-1,0 0 1,0 0-1,-2-3 1,0 0 83,-1 0 1,0 0 0,0 0 0,0 1 0,0-1 0,-11-8 0,9 9-162,0 1 0,-1 0 0,0 0 0,0 0 1,0 1-1,0 0 0,-1 1 0,1-1 0,-1 1 0,0 1 0,0 0 0,-13-1 1,-11 1 718,-55 5 1,75-3-748,-87 10 872,1 5 0,-146 42 1,-161 84-68,290-89-834,102-46-159,0 1 1,1 0-1,0 1 0,1 1 0,-11 10 1,21-19 4,-1 1 0,1-1 0,-1 1 0,1-1 0,0 1 1,0 0-1,0-1 0,0 1 0,0 0 0,0 0 0,0 0 0,1-1 0,-1 1 1,0 0-1,1 0 0,0 0 0,-1 4 0,2-5 0,-1 1 1,0-1-1,1 0 0,-1 0 0,1 1 0,-1-1 1,1 0-1,0 0 0,0 1 0,-1-1 0,1 0 1,0 0-1,0 0 0,0 0 0,0 0 0,0 0 1,0-1-1,1 1 0,0 1 0,5 1-62,0 0 0,-1-1 0,1 1 0,0-1-1,0-1 1,0 1 0,15 0 0,13-2-317,1-1 0,64-10 1,70-23-286,-93 16 362,-1-4 1,-1-3 0,92-45 0,-125 49 209,-1-1 0,-2-3 0,0-1 0,-2-2 0,-1-1 0,64-68 0,-68 60 41,-2-1 0,47-79-1,-63 92 53,-2 0-1,0-1 1,-2 0-1,-1-1 1,-1 0-1,6-39 1,-13 57 17,0 1 0,0-1 0,-1 0 0,-1 1 0,1-1 0,-4-16 0,3 20 28,-1 1 0,1-1 0,-1 1-1,0 0 1,0 0 0,0 0-1,0 0 1,-1 0 0,0 1 0,0-1-1,0 1 1,0-1 0,-7-5-1,7 8 3,1 0 0,-1 0 0,1 1-1,-1-1 1,1 0 0,-1 1 0,0 0-1,1-1 1,-1 1 0,0 0 0,1 0-1,-1 1 1,1-1 0,-1 1 0,0-1-1,1 1 1,-1 0 0,1 0 0,-4 1-1,-44 23 408,48-24-399,-18 13 194,0 0 0,1 1 1,1 1-1,0 1 0,-23 30 0,22-26-85,-16 18 85,1 2-1,3 1 0,1 1 1,2 2-1,-31 68 1,50-91-172,1 1 0,0-1-1,2 1 1,1 0 0,1 1 0,-1 26 0,4-34-26,2 1 1,0 0-1,0 0 1,2-1-1,0 1 1,1-1-1,1 0 1,0 0-1,12 24 1,-10-26-19,1-1 1,1 0-1,0 0 0,1-1 1,0 0-1,1 0 1,0-1-1,1-1 0,20 14 1,-9-9-2,0-1 0,1-1 0,1-2 0,43 16 0,-36-18-10,1-2 0,1 0 1,-1-3-1,52 2 0,-73-6-10,35 1-208,0-2 0,-1-2 1,0-2-1,1-1 0,84-26 0,-71 12-366,-2-3 0,0-2 1,87-53-1,-110 55 302,-2-1 0,0-2 0,-2-1 0,-1-1 0,36-43 0,-65 69 256,1 0 0,0 0-1,0-1 1,-1 1 0,1-1 0,-1 1-1,0-1 1,0 1 0,0-1 0,0 0 0,0 0-1,-1 1 1,1-7 0,-1 8 17,0 0 1,0 0 0,0 0-1,0 0 1,-1 0 0,1-1-1,0 1 1,-1 0-1,1 0 1,-1 0 0,1 0-1,-1 0 1,0 0 0,1 1-1,-1-1 1,0 0-1,0 0 1,1 0 0,-1 1-1,0-1 1,0 0 0,0 1-1,0-1 1,0 1-1,0-1 1,0 1 0,0-1-1,0 1 1,0 0 0,0-1-1,-1 1 1,0 0-1,-14-2-41,1 2-1,-1-1 1,1 2-1,0 0 0,-1 1 1,1 1-1,-19 5 1,-106 38-381,106-31 195,0 2 0,2 1 0,0 2 0,1 1 0,1 1 0,-45 45 0,73-66 207,0 1 1,0 0-1,1 0 0,-1 0 1,1 0-1,-1 0 1,1 0-1,0 0 1,0 0-1,0 1 0,0-1 1,0 0-1,0 1 1,0-1-1,0 6 0,1-5 70,1-2 3,-1 0-1,1 1 0,0-1 0,0 0 1,0 0-1,0 0 0,1 0 0,-1 0 1,0 0-1,0-1 0,0 1 0,1 0 1,-1-1-1,1 1 0,-1-1 0,0 1 1,1-1-1,-1 1 0,3-1 0,3 1 114,1-1 0,-1 0 0,0-1-1,1 0 1,-1 0 0,0 0 0,9-3-1,-7 1 139,0 1 0,1 0 0,14 0 0,11 7 203,-35-4-500,1-1 0,0 0 0,0 1 0,-1-1 0,1 1 0,0-1 0,-1 1 0,1-1 0,0 1 0,-1 0-1,1-1 1,-1 1 0,1 0 0,-1-1 0,1 1 0,-1 0 0,1 0 0,-1-1 0,0 1 0,0 0 0,1 0 0,-1 1 0,1 0-14,1 2-158,0-1 0,0 1 0,1-1 1,0 0-1,-1 0 0,1 0 0,0 0 0,1 0 1,-1 0-1,0-1 0,1 0 0,-1 1 0,1-1 1,0-1-1,0 1 0,0 0 0,0-1 0,4 1 1,4 0-1284,1 0 0,0-1 0,0-1 1,17-1-1,-8 0-755,29 0-5839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13.0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280 38 10553,'19'-31'2457,"-15"24"2954,-19 27-2677,3 2-1951,1 0 1,1 1-1,1 0 1,1 1-1,-7 33 0,-4 13 34,-8 8-140,8-23-847,2 0 0,-13 77-1,21-84-1394,-18 62 0,-8-7-3569,2-46-2964,27-38 606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13.4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9865,'0'0'2711,"5"1"-1477,88 21 1478,143 16 0,104-12-1809,-335-25-873,116 2 501,157-15 0,-228 7-124,0-3 1,-1-2 0,-1-2 0,60-22-1,-104 32-329,-23 10-64,10-2-32,-90 37-556,-29 15-1069,79-35 980,35-18 366,1 2 0,-1-1 0,1 2 0,0 0 0,0 0 0,-18 17 0,30-24 305,0 0-1,0 0 0,0 0 1,0 0-1,0 0 1,0 0-1,1 0 0,-1 0 1,0 0-1,1 0 0,-1 0 1,1 0-1,-1 0 0,1 1 1,-1 1-1,1-2 31,1-1 1,-1 1-1,1 0 0,-1 0 1,1 0-1,-1 0 0,1 0 0,-1 0 1,1-1-1,0 1 0,-1 0 0,1-1 1,0 1-1,0 0 0,0-1 1,-1 1-1,1-1 0,0 1 0,0-1 1,0 1-1,0-1 0,2 1 0,8 1 226,1 1-1,-1-1 0,1-1 0,0 0 1,0-1-1,0 0 0,0 0 0,18-4 1,4 0 263,-15 4 33,0 0 1,0 0-1,0 2 1,0 0-1,-1 2 1,1 0-1,32 12 1,-43-13-519,0 1 0,0 0 0,-1 0 0,0 1 0,0 0 0,0 0 0,0 1 0,7 7 0,-10-8-344,0 0 0,0 1 0,-1-1 0,1 1 1,-1-1-1,-1 1 0,1 0 0,-1 0 1,0 0-1,0 1 0,-1-1 0,1 8 0,-1-9-780,0 0 0,-1 0 0,0 0 0,0 0 0,-1 0-1,0 0 1,1 0 0,-4 8 0,-7 25-9410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15.2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306 1074 12761,'5'-13'962,"-2"1"3447,-16 27-244,12-15-4025,0 0 1,0 1 0,0-1-1,0 0 1,0 0-1,0 0 1,0 0 0,0-1-1,-1 1 1,1 0 0,0 0-1,0-1 1,0 1-1,0 0 1,1-1 0,-1 1-1,-2-1 1,3 0 111,-2 1-151,1-1 0,0 0 0,0 0 1,-1 1-1,1-1 0,0 0 1,0 0-1,0 0 0,0 0 0,0 0 1,0 0-1,0-1 0,0 1 1,0 0-1,1 0 0,-1-1 0,0 1 1,1 0-1,-1-1 0,1 1 0,0-1 1,-1 1-1,1-1 0,0 1 1,0 0-1,0-1 0,0 1 0,0-1 1,0 1-1,0-1 0,0 1 1,1-1-1,-1 1 0,1-1 0,-1 1 1,2-3-1,2-6 86,0 0 0,0-1-1,10-13 1,-14 23-148,26-37 334,1 0-1,2 3 1,2 0-1,46-41 1,-43 44-154,-1-2 0,-1-1 0,-2-1 0,25-41 0,-38 48-205,-1-1 0,-2 0 0,-1-1 0,-1 0 0,-2-1 0,-2 0 0,0-1 0,-2 0 0,-2 0 0,-1 0 0,-1-1 0,-2 1 0,-5-39 0,5 71-14,1 0 0,-2-1 0,1 1 0,0 0 0,0-1 0,0 1 0,-1-1 0,1 1 0,0 0 0,-1 0 0,1-1 0,-1 1 0,0 0 0,1 0 0,-1 0 0,0-1 0,0 1 0,0 0 0,0 0 0,0 0 0,0 1 0,0-1 0,0 0 0,0 0 0,0 0 0,0 1 0,-1-1 0,1 1 0,0-1 0,0 1 0,-1-1 0,1 1 0,0 0 0,-1-1 0,1 1 0,-1 0 0,1 0 0,0 0 0,-1 0 0,1 0 0,0 1 0,-1-1 0,1 0 0,0 1 0,-1-1 0,1 1 0,0-1 0,-3 2 0,-3 2 0,0-1 0,-1 2 0,2-1 0,-1 1 0,0 0 0,-8 9 0,3 0 0,0 0 0,1 1 0,0 0 0,-12 25 0,-28 71 0,39-84 0,-9 22 0,2 1 0,2 2 0,3-1 0,2 2 0,2 0 0,2 0 0,-1 88 0,9-94 0,2 0 0,14 78 0,-3-70 0,25 64 0,-22-76 0,-3 0 0,16 86 0,-29-122-3,0 0 0,0 1 0,-1-1 0,0 0 0,0 0 0,0 0 0,-1 0-1,0 0 1,-1 0 0,0 0 0,0 0 0,0-1 0,-1 1 0,1-1 0,-2 0 0,1 0 0,-1-1 0,0 1 0,0-1 0,0 0 0,-1-1 0,-6 6-1,-10 5-69,0 0-1,-1-2 1,-1-1-1,-41 16 1,24-11-536,7-2-629,-46 12-1,71-24 795,1-1 0,-1-1 0,0 1 1,0-1-1,0-1 0,1 0 0,-1 0 0,0-1 0,0 0 1,-16-4-1,22 4 43,0 0 0,0 0 1,-1-1-1,1 1 0,0-1 0,0 0 1,1 0-1,-1 0 0,-4-5 1,-7-16-5793,9-7-4984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15.5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794 43 10461,'-2'-2'420,"0"0"0,0 0 1,0 0-1,-1 0 0,1 1 0,-1-1 0,1 1 1,-1 0-1,1 0 0,-1 0 0,0 0 0,-3-1 1,-41-12 3331,32 11-3079,-1 1-1,1 0 1,-1 1-1,1 1 1,-1 0-1,0 1 1,1 1-1,-1 0 1,-26 8-1,18-2-322,0 1 1,1 1-1,0 1 0,0 0 0,-25 19 0,13-6-144,2 2-1,0 1 1,2 2 0,0 0 0,3 3-1,0 0 1,2 1 0,2 2 0,-32 58-1,49-79-176,1 0-1,0 0 0,1 1 0,1-1 1,1 1-1,0 0 0,0 1 0,2-1 0,0 0 1,1 16-1,0-24-25,1 1 0,0-1 0,0 0-1,1 0 1,0 0 0,0-1 0,0 1 0,1 0 0,0-1 0,1 1 0,-1-1 0,1 0 0,0-1-1,1 1 1,-1 0 0,1-1 0,0 0 0,1 0 0,-1-1 0,1 0 0,0 0 0,0 0 0,10 5-1,-2-4-28,-1 0-1,1-1 0,0-1 1,0 0-1,1-1 0,-1 0 1,0-1-1,1-1 0,15-1 1,2-2-13,0-1 0,0-2 0,32-10 0,179-64-75,-193 60 86,-1-3-1,80-49 0,76-64 472,-202 134-421,1-1-1,-1 2 1,1-1-1,0 0 1,0 1-1,0-1 1,5 0-1,3-1 19,-14 24 35,-7 3-78,-1 0 0,-1-1 0,-17 26 0,12-23-645,-22 54 0,28-50-1188,2 0 0,1 1 0,-5 46 0,11-72 901,1-1 0,0 0 0,0 1 0,0-1 0,1 0 1,0 1-1,-1-1 0,3 5 0,-2-6 33,5 20-9193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15.7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1 11061,'0'0'1300,"-16"11"-320,0-2-752,29 11-1228,0 0-276,-4-9-2060,16 6-1637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16.3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176 298 9249,'6'2'618,"0"0"-1,0 0 1,-1 0 0,1-1-1,0 0 1,0-1 0,0 1 0,1-1-1,-1 0 1,0-1 0,0 1 0,9-3-1,9-3 406,39-14 0,-51 16-883,17-6 169,0-2 1,-1-1-1,0-1 0,-1-1 1,-1-1-1,0-2 0,35-31 0,-59 47-289,0 1 0,-1 0 0,1-1 0,-1 0 0,1 1-1,-1-1 1,1 0 0,-1 0 0,0 1 0,0-1 0,0 0-1,0 0 1,0-1 0,0 1 0,-1 0 0,1 0 0,-1 0-1,1 0 1,-1-1 0,0 1 0,0 0 0,0 0 0,0 0-1,0-1 1,-1 1 0,1 0 0,-1 0 0,1 0 0,-1 0 0,0-1-1,0 1 1,1 0 0,-2 0 0,1 1 0,0-1 0,-2-2-1,-2-1 16,1 0-1,-1 1 0,-1 0 0,1 0 0,0 1 0,-1-1 0,0 1 0,0 0 1,0 1-1,-7-3 0,1 2 11,-1 0 0,0 1 1,1 1-1,-1 0 0,0 0 1,0 1-1,1 1 0,-1 0 1,0 1-1,-12 3 0,-5 3 164,0 1-1,-54 25 0,60-22-121,1 1 0,1 0 0,0 2 0,-35 31 0,45-35-33,0 0 0,1 1 0,1 0 0,0 1 0,0 0 1,1 0-1,1 1 0,-12 28 0,17-34-40,1 0 0,0 0 0,0 1 0,1-1 1,0 0-1,0 1 0,1-1 0,0 1 1,0-1-1,1 0 0,3 14 0,-2-17-9,-1 0 0,1 0-1,0-1 1,0 1 0,0 0 0,1-1-1,0 0 1,0 1 0,0-1 0,0 0-1,0 0 1,1-1 0,0 1 0,0-1-1,0 0 1,0 0 0,0 0 0,1 0-1,7 2 1,6 2 2,1-1 0,0-1 0,0-1 0,0 0-1,1-2 1,-1 0 0,1-1 0,-1-1 0,1-1 0,20-3 0,10-5 6,0-2 0,79-28 0,-103 29-53,-2-2 1,1 0-1,-2-1 0,1-1 1,-2-2-1,0 0 1,-1-1-1,-1-1 1,0-1-1,-1-1 1,17-25-1,-13 10-189,-20 30 198,0 0 0,0-1-1,1 2 1,0-1 0,0 0-1,0 1 1,8-7 0,-11 11 20,1 0 1,0 0 0,-1 0-1,1 0 1,0 1-1,-1-1 1,1 0 0,0 1-1,-1 0 1,1-1 0,-1 1-1,1 0 1,-1 0 0,1 0-1,-1 0 1,3 2 0,-2 2 6,0 0 1,-1 0 0,1-1 0,-1 1 0,0 1 0,0-1 0,-1 0 0,1 0 0,-1 0 0,-1 7 0,2 5-18,0 4 9,0 3 38,6 34 0,-5-51-26,-1 0-1,1 0 0,1 0 0,-1-1 0,1 1 0,0-1 0,1 0 1,-1 1-1,7 6 0,-7-9 52,-1-1 0,1 1 0,0-1 0,0 0 0,0 0 0,0 0 0,1-1 0,-1 1 0,1-1 0,-1 0 0,1 0 0,0 0 0,0 0 0,0-1 0,0 1 1,0-1-1,0 0 0,1-1 0,-1 1 0,0-1 0,0 1 0,1-1 0,-1-1 0,0 1 0,0 0 0,1-1 0,-1 0 0,5-2 0,24-8 372,1-1 1,-2-2-1,0-1 0,50-34 0,-47 28-152,1 1 0,0 1-1,44-14 1,-75 31-249,1 0 0,-1 0 0,1 1 0,-1 0 0,1 0 1,0 0-1,-1 1 0,1 0 0,0 0 0,-1 1 0,1-1 0,0 1 0,-1 0 0,1 1 0,-1-1 0,0 1 1,7 3-1,-5 0-264,0 0-1,0 0 1,0 1 0,0 0 0,-1 1 0,0-1 0,0 1 0,-1 0 0,7 13 0,0-2-1795,1 0 0,21 23 0,-25-32-94,0 0-1,1-1 0,11 8 1,19 9-7225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16.9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128 449 9177,'16'-26'8724,"-17"24"-7722,-2-3-931,3 4 56,-1 0 1,0 0-1,1 0 0,-1-1 1,1 1-1,-1 0 1,1-1-1,0 1 0,-1 0 1,1-1-1,0 1 1,0 0-1,0-1 0,0 1 1,0-1-1,0 1 1,0 0-1,1-1 0,-1 1 1,0 0-1,1-2 1,1 1-86,-1 0 1,0 0-1,1 0 1,-1 1-1,1-1 1,-1 0-1,1 1 0,0 0 1,0-1-1,0 1 1,0 0-1,0 0 1,0 0-1,0 0 1,0 0-1,3 0 1,-3 0 51,22 11-22,-11-5 141,-9-4-173,1 1 0,-1-1 0,0 0-1,0 0 1,1-1 0,-1 1 0,0-1 0,1 0 0,-1 0-1,1 0 1,6-2 0,-8 2 66,-4-3-101,-5-11-12,2 0 1,0 0-1,0-1 1,1 1-1,1-1 1,0-21-1,1 5 424,8-60 1,-6 79-22,-1 1 1,-1-1 0,0 0 0,0 0 0,-1 0 0,0 0 0,-8-18 0,6 13 235,2 14 911,0 5-590,-3 3-826,1 0-1,-1 0 1,1 1 0,1-1 0,-1 1 0,1 0 0,0 0-1,-4 10 1,-15 59 850,15-50-887,-135 617-90,135-603-859,2 0-1,1 1 1,3 0 0,1-1-1,7 58 1,-6-92 436,1 0 0,-1-1-1,1 1 1,-1 0 0,2-1 0,-1 1 0,0-1-1,1 1 1,5 6 0,-6-9-17,0 0-1,0 0 1,0 0-1,0 0 1,0 0 0,1 0-1,-1-1 1,0 1 0,1-1-1,-1 1 1,1-1 0,0 0-1,-1 0 1,1 0 0,0-1-1,0 1 1,5 0 0,3-7-4456,2-5-2677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17.1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140 48 8697,'-34'10'872,"-27"5"521,17-11 3890,103 4-1968,32-10-2103,130-19 0,-128 10-819,50-6 143,215-16 1427,-327 33-1590,-1 0-1,1 2 1,0 1 0,33 8-1,-57-9-298,1 0 0,0 0 0,-1 1 0,1-1-1,-1 2 1,0-1 0,0 1 0,0 0 0,0 1 0,-1-1 0,0 1 0,0 1 0,0-1-1,0 1 1,-1 0 0,0 0 0,0 1 0,-1-1 0,0 1 0,6 13 0,13 70-5298,-12-60-4434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17.3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 7569,'0'0'1380,"16"-8"-2580,-4-1-1036,4 9-293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17.8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213 283 11069,'35'8'4170,"-32"-7"-984,19-9-1032,-12 5-1835,0-1 1,-1 0 0,1-1 0,-1 0-1,0 0 1,-1-1 0,1 0 0,10-10-1,-14 11-238,0-1-1,0 1 0,0-1 1,0 0-1,-1 0 0,0 0 0,-1-1 1,1 1-1,-1-1 0,0 0 1,-1 0-1,2-8 0,-4 13-74,-1 0-1,1 0 1,-1 0 0,0 0-1,1 0 1,-1 1 0,0-1-1,0 0 1,-1 1-1,1-1 1,0 1 0,0-1-1,-1 1 1,1-1-1,-1 1 1,-2-2 0,0 2 1,-1 0 0,1 0 0,0 0 0,0 0 1,-1 1-1,1 0 0,0 0 0,-1 0 0,1 0 1,0 1-1,-7 1 0,3-1-7,-10 2 2,-1 1 0,1 1 0,0 1 0,0 0 0,1 1-1,0 1 1,0 0 0,1 2 0,0 0 0,0 0 0,1 2 0,1 0 0,0 0-1,1 2 1,0-1 0,1 2 0,0 0 0,1 0 0,-16 31 0,25-42 6,0 0 0,1 1 1,-1-1-1,1 0 1,0 1-1,0-1 0,1 0 1,-1 1-1,1-1 1,0 1-1,0-1 1,1 1-1,-1-1 0,1 1 1,0-1-1,0 0 1,0 1-1,1-1 0,-1 0 1,1 0-1,0 0 1,1 0-1,-1 0 1,1 0-1,-1-1 0,1 1 1,0-1-1,5 4 1,-2-1-10,1-1 1,0 0-1,0-1 0,0 1 1,0-1-1,1-1 1,0 0-1,0 0 1,0 0-1,0-1 0,9 2 1,12 0 8,51 3 1,-7-8-74,-1-2-1,0-4 1,0-3 0,-1-3 0,-1-3 0,0-3 0,90-37 0,-147 51 68,0-1 1,0-1-1,-1 0 1,1 0-1,-2-1 1,19-15-1,-25 18 13,-1 0-1,1 0 0,-1 0 0,0 0 0,0-1 1,0 0-1,-1 0 0,0 0 0,0 0 0,0 0 0,-1-1 1,0 1-1,0-1 0,-1 1 0,0-1 0,1-8 1,-12-173 1070,6 167-886,1 5 949,4 16-1127,-1 0-1,0 0 0,1 0 0,-1 0 0,1 0 0,-1 0 0,1 0 0,-1 0 0,0 0 0,1 0 0,-1 0 0,1 0 0,-1 0 1,1 0-1,-1 1 0,0-1 0,1 0 0,-1 0 0,0 0 0,1 1 0,-1-1 0,1 0 0,-1 1 0,0-1 0,0 0 1,1 1-1,-1-1 0,0 0 0,0 1 0,1-1 0,-1 0 0,0 1 0,0-1 0,1 1 0,6 6 40,-1 1-1,0-1 0,0 1 1,0 0-1,-1 1 0,0 0 1,0-1-1,-1 1 0,0 1 1,-1-1-1,0 1 0,2 15 1,-3-11-10,0 1 0,-2-1 1,0 1-1,-1 0 1,0-1-1,-1 1 1,-8 28-1,3-20-20,-1 1 0,-2-2-1,0 1 1,-2-1-1,0 0 1,-2-2-1,0 1 1,-1-2-1,-1 1 1,-19 16-1,-13 7-950,-2-2-1,-90 56 1,139-97 767,1 1 0,0-1-1,0 0 1,-1 0 0,1 1 0,0-1 0,0 0 0,-1 0 0,1 1 0,0-1 0,-1 0 0,1 0-1,0 0 1,-1 0 0,1 0 0,0 0 0,-1 1 0,1-1 0,-1 0 0,1 0 0,0 0-1,-1 0 1,1 0 0,0 0 0,-1 0 0,1-1 0,0 1 0,-1 0 0,1 0 0,0 0 0,-1 0-1,1 0 1,0 0 0,-1-1 0,1 1 0,-1 0 0,3-15-2750,17-18-2654,18 1-4014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18.0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432 1 14881,'-123'127'5980,"80"-75"-2216,2 1 1,-55 98-1,71-111-3641,2 2-1,2 0 1,2 1-1,-17 56 1,35-93-455,-1 0-1,1 0 1,1 1-1,-1-1 1,1 1-1,0-1 1,1 0 0,-1 1-1,1-1 1,0 0-1,1 0 1,0 0-1,0 0 1,3 8 0,-3-11 27,0 1 0,0-1 0,0 1 0,1-1 1,-1 0-1,1 0 0,0 0 0,0 0 1,0 0-1,0-1 0,0 0 0,0 1 0,1-1 1,0 0-1,-1 0 0,1-1 0,0 1 1,0-1-1,-1 0 0,1 0 0,0 0 0,0-1 1,5 1-1,18 1-6320,4-4-4232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18.1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51 138 13325,'-31'-9'8277,"21"18"-6389,0-1-296,26-5-348,26-3-368,5 0-107,17-6-353,21-5-448,14-3-816,18-1-101,23-5-527,16-3-788,12 3-604,13 0-3057,16 0-5116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19.9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1160 804 6173,'0'-1'113,"0"-1"143,-1 0 0,1 0-1,0 0 1,0 0 0,0-1-1,0 1 1,0 0 0,0 0 0,0 0-1,1 0 1,-1 0 0,1 0-1,-1 0 1,1 0 0,1-2 0,-2 3-104,1-1 0,-1 1 1,0 0-1,1 0 0,-1 0 1,0-1-1,0 1 0,0 0 1,0 0-1,0 0 0,0-1 1,-1 1-1,1 0 0,0 0 1,-1 0-1,1 0 0,-1-1 1,1 1-1,-1 0 1,1 0-1,-1 0 0,0 0 1,1 0-1,-1 0 0,0 0 1,0 1-1,0-1 0,0 0 1,0 0-1,0 0 0,0 1 1,0-1-1,0 1 0,0-1 1,-1 0-1,-45-21 2283,19 13-1842,1 1 1,-2 2-1,1 1 0,-1 1 0,0 1 1,0 2-1,0 1 0,-30 4 1,2 3 87,1 2 1,0 3-1,-59 21 0,62-15-235,2 2 0,-78 43 0,97-45-268,1 2 0,2 0-1,0 3 1,-51 50 0,67-59-120,0 1 0,2 0 0,0 1 0,0 0 1,-13 30-1,22-41-49,0 0 1,0 0-1,1 1 0,-1-1 1,1 0-1,1 1 1,-1-1-1,1 1 0,0-1 1,0 0-1,1 7 1,0-9-15,0 1 0,0-1 0,0 0 0,1 0 0,-1 1 0,1-1 0,0 0 0,0 0 0,0-1 0,0 1 0,0 0 0,1-1 0,-1 1 0,1-1 0,-1 0 0,1 0 0,0 0 0,0 0 0,3 1 0,9 4-149,0-1-1,0-1 1,0-1 0,1 0 0,0-1 0,-1 0 0,1-1 0,31-1 0,-5-2-322,1-2 0,48-11 0,-14-2 129,0-4 1,-1-3-1,-1-4 1,-2-3-1,81-45 1,-115 53 276,-1-2 0,-1-2-1,-1-1 1,-1-2 0,57-62 0,-71 67 75,-1-1 1,-1-1-1,-2-1 0,-1 0 1,-1-1-1,-1-1 0,-1 0 1,-2-1-1,9-34 0,-2-14 426,-2-2-1,-5 0 1,-2 0-1,-3-93 1,-7 165-334,1 5-21,0-1 1,0 1-1,0 0 0,0 0 1,-1-1-1,0 1 1,0 0-1,0 0 1,0 0-1,-1-3 1,0 6 1,1 1 1,0-1-1,0 1 0,0 0 1,0-1-1,0 1 0,0 0 1,0 0-1,0 0 0,0 0 1,1 0-1,-1 0 1,0 0-1,0 1 0,-9 16 152,2 0-1,0 0 0,1 1 0,1 0 1,1 0-1,-5 38 0,1-16-1,-7 37 93,-16 65-995,-15 174-1,44-261-763,2-1 0,7 66 1,-1-82-564,2 0 1,1 0 0,26 71-1,-31-101 692,2 1-1,-1-1 1,9 12-1,20 20-6913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20.2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454 159 10169,'-27'13'658,"8"-4"75,0 1 1,0 1-1,1 0 0,-19 17 0,19-13 167,-23 18 945,3 1 0,-53 58 0,81-80-1662,1 0 0,0 0 0,1 1 0,0 1 0,1-1 0,1 1 0,0 0 0,0 0 0,2 1 0,0 0 0,0 0 0,2 0 0,-2 17-1,4-27-131,0-1 0,0 1 0,1 0 0,-1-1 0,1 1 0,0-1 0,0 1 0,1-1 0,-1 1 0,1-1 0,0 0 0,0 0 0,1 1 0,-1-2 0,1 1 0,4 5 1,-1-4 9,0 1 1,0-1-1,0 0 1,1 0-1,0-1 1,0 0-1,0 0 1,14 4-1,2 0 72,1-2-1,-1-1 1,1 0-1,0-2 1,35 0 0,-15-3 228,0-1 1,0-3-1,82-17 1,-104 16-190,0-1 0,0-2 1,0 0-1,-1-1 0,0-1 1,-1-1-1,0-1 1,-1-1-1,21-18 0,-33 25-126,-1 0-1,0 0 0,0-1 1,0 0-1,-1 0 1,0 0-1,-1 0 0,1-1 1,-2 0-1,1 0 0,-1 0 1,0 0-1,-1-1 0,3-14 1,-4 12-17,-1 0 0,0 1 0,0-1 0,-1 0 0,-1 1 0,0-1 0,0 1 0,-1-1 0,0 1 0,-9-17 0,0 4-14,-2-1 0,-1 2 0,-1 0 0,0 1 1,-2 0-1,0 1 0,-2 1 0,-36-27 0,26 24-309,-1 2 0,-1 1 0,-1 1 0,0 2-1,-1 2 1,-52-16 0,61 23-630,0 1 0,0 2-1,-1 0 1,0 1 0,1 2 0,-1 1 0,0 1 0,0 1 0,1 1-1,-28 7 1,6 7-4846,15 5-3262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25.8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810 6 4544,'0'12'5622,"-9"-21"947,3 0-3306,15 52-1522,-11-14-968,4 40 0,0-40-235,-1-1 1,-5 44-1,-46 184 1636,2-10-1041,-27 522 319,40-331-1210,-10 681 984,45-1104-1216,-66 889 654,46-744-631,-31 189 66,-152 629 366,134-723-172,36-136-268,18-66-13,-68 229 27,77-261-39,3 0-3,3-19-5,0-1 0,0 1 0,0 0 0,0-1 0,0 1 0,0-1 0,0 1 0,0-1 0,1 1 0,-1 0 0,0-1 0,0 1 0,1-1 0,-1 1 0,0-1 0,1 1-1,-1-1 1,0 0 0,1 1 0,-1-1 0,1 1 0,-1-1 0,1 0 0,-1 1 0,1-1 0,-1 0 0,1 0 0,-1 1 0,1-1 0,-1 0 0,1 0 0,0 0 0,-1 0 0,2 1 0,-1-2-34,0 1 0,-1 0 0,1-1 0,0 1 0,0 0 0,0-1 0,-1 1 0,1-1 0,0 0 0,0 1 0,-1-1 0,1 0 0,0 1 0,-1-1 0,1 0 0,-1 1 0,1-1 0,-1 0 0,1 0 1,-1-1-1,22-39-1930,9-23-2112,-14 24 825,6-19-5582,-13 22-1621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27.3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153 435 4204,'-10'-14'5335,"31"29"-2778,-34-5-2352,1 1 0,0 0-1,-13 16 1,9-9-187,-35 53 258,47-65-15,-1 0 1,1 1 0,1 0 0,-1 0 0,1 0 0,0 0-1,1 0 1,0 1 0,0-1 0,-1 12 0,3-17-208,0-1 0,0 1 0,0 0 0,1-1 0,-1 1 0,0-1 1,1 1-1,-1-1 0,1 1 0,0-1 0,-1 0 0,1 1 0,0-1 0,0 0 0,0 1 0,0-1 1,0 0-1,0 0 0,0 0 0,2 2 0,0-1 16,0-1 0,0 1 0,0-1 0,0 1 1,1-1-1,-1 0 0,0 0 0,1-1 0,3 2 0,8-1 91,0-1 0,0 0-1,20-3 1,-28 3-111,310-41 964,408-20-444,2 30-315,-505 23-225,1664-31 423,-1848 38-440,425 1 54,64 0 181,68-6 125,178-3-11,185-11-58,338-8-55,523-18-9,-825 17-73,1881-70 724,-2165 66-198,-375 19-83,-289 12-522,208-13 518,-86-4-170,-165 18-407,-1 1-12,3-1 7,-1 0 1,0 0-1,1 0 1,-1 0 0,0-1-1,0 0 1,0 0-1,0 0 1,-1 0-1,1-1 1,4-3-1,-8 6-20,1-1-1,0 0 0,-1 0 0,1 0 0,-1 0 0,0 0 0,1 0 0,-1 0 1,0-1-1,0 1 0,1 0 0,-1 0 0,0 0 0,0 0 0,0-2 1,1-13 34,17-60-97,-18 73-33,0-16 88,0 17 5,0 0 1,0 0 0,0 0 0,-1 0-1,1 0 1,0 0 0,-1 0-1,0 0 1,1 0 0,-1 0 0,0 0-1,0 0 1,0 1 0,0-1-1,0 0 1,-1 1 0,1-1-1,0 1 1,-3-2 0,1 0-151,-1 1 0,1 0 0,0 1 0,-1-1 1,1 1-1,-1-1 0,0 1 0,1 0 0,-8 0 0,-38 0-4156,8 7-4111,22 2-986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28.3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 2252,'0'0'584,"9"-12"-2068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29.4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353 4 3064,'10'-3'6024,"-33"3"-132,-11 8-1218,32-8-4550,1 1 1,-1-1 0,1 1-1,0-1 1,-1 1 0,1 0 0,0 0-1,0 0 1,0 0 0,0 0 0,0 0-1,0 0 1,0 0 0,0 0-1,0 0 1,0 1 0,0-1 0,0 2-1,-8 31 370,1 2-1,-5 64 0,6 76 474,6-125-765,1 71 253,-4 73 197,-57 462 356,1-133-733,47-428-281,-31 325 217,15-132-53,-5-89 611,34-198-749,0 0 0,0 1 0,0-1 0,0 0 0,0 0 0,0 0 0,1 1 0,-1-1 0,2 4 0,1 9 96,16-12-36,-16-3-96,0 0 1,-1 0-1,1 0 1,0 0-1,-1-1 0,1 0 1,-1 1-1,1-1 1,-1 0-1,1 0 0,-1 0 1,1 0-1,-1-1 1,0 1-1,1-1 1,-1 1-1,0-1 0,0 0 1,0 0-1,-1 0 1,4-3-1,4-8-327,0 1 0,12-25 1,-5 10-19,-15 25 274,0 0-128,10-20-40,-10 20 158,-4 3-20,-26 4 57,26-5 56,6 1-211,25 5 251,1-2 0,-1 0 1,37-1-1,-13-1-21,888 12-118,3-61 87,-725 34 51,2150-165 59,-1790 130 86,1101-109 794,-793 70-361,3350-246 479,-1931 222-1080,-2027 105-16,-274 6-33,9-23-6555,1-12 3253,-6 7-1784,-7 25 4360,11-31-9244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31.6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3337 455 3156,'-24'-4'895,"20"3"4258,-6-10-4822,9 10-300,0 1-1,1 0 1,-1-1 0,0 1-1,1-1 1,-1 1-1,0-1 1,1 0-1,-1 1 1,0-1 0,1 1-1,-1-1 1,1 0-1,0 0 1,-1 1-1,1-1 1,-1 0 0,1 0-1,0 0 1,0 1-1,-1-1 1,1 0-1,0 0 1,0-1 0,3-11 660,-1 0 1,-1-1 0,0 1 0,0-1-1,-3-19 1,2 30-59,-9-28 411,8 28-442,5-17-161,-1 9-290,1 1 1,0 0-1,9-17 0,7-15 196,-19 38-332,1 0 0,-1 1 0,0-1 0,0 0 0,0 0 0,0 0 0,-1 0 0,0 0 0,0 0 0,0 0 0,0 0 0,-1 0 0,1 0 0,-1 0 0,0 0 1,0 1-1,0-1 0,-1 0 0,1 0 0,-1 1 0,0-1 0,0 1 0,0 0 0,-1-1 0,1 1 0,-1 0 0,0 0 0,0 1 0,0-1 0,-4-2 0,-5-6 65,0 2-1,-1 0 0,-17-10 0,27 18 111,-20 12 283,20-9-432,0 0 0,0 1 1,0-1-1,0 0 0,0 1 0,0 0 1,1 0-1,-1 0 0,1 0 0,0 0 1,0 0-1,0 0 0,0 1 1,0-1-1,-1 7 0,-3 6 133,2 1-1,-4 22 1,4-19 21,-40 218 1112,-7 85-288,16-141-434,-136 643 1432,-48 78-596,-55 166 271,39-94-916,151-604-618,-133 439 410,50-275-326,125-386-209,5-15 4,-24 69 252,60-200-196,0 25-391,-1 0 304,-2-1-1,-8 35 1,-11 87-11,9-40-2,11-87 33,1 0 0,2 31 0,1-21-53,-3 8 29,-7 45 1,4-48-8,0 10-4,-3 0 0,-20 70 0,8-47 19,-17 106 0,23-144-78,12-26 79,0-1-23,0-1 0,0 1 0,0-1-1,-1 0 1,0 0 0,1 0 0,-1-1 0,-1 1 0,-4 4-1,-35 39 3,16-11 63,21-27-50,5-6-24,-18-3-207,-4 2 201,1 0 1,-1 1-1,1 2 0,0 0 0,0 1 1,-27 12-1,20-3 14,0 1 0,-38 29-1,33-22-19,-32 30-205,64-52 222,-16 5-78,17-6 67,1 1-1,-1-1 1,0 1 0,0-1-1,1 1 1,-1-1 0,0 0-1,0 0 1,1 1-1,-1-1 1,0 0 0,0 0-1,0 0 1,1 0 0,-1 0-1,0 0 1,0 0 0,0 0-1,1 0 1,-1 0 0,0-1-1,0 1 1,0 0-1,1 0 1,-1-1 0,0 1-1,1 0 1,-2-2 0,1 2 8,0-1 0,0 1 0,0-1 0,1 1 0,-1-1 0,0 0 0,1 1 0,-1-1 0,0 0 0,1 0 0,-1 0 0,1 1 1,-1-1-1,1 0 0,-1 0 0,1 0 0,0 0 0,-1 0 0,1 0 0,0 0 0,0 0 0,0 0 0,-1 0 0,1 0 0,0 0 0,1 0 0,-1 0 1,0 0-1,0 0 0,0 0 0,1-1 0,0-13-17,-1 14 34,-1 0 1,1 0-1,-1 0 0,1 0 1,-1 0-1,0 0 1,0 0-1,1 0 1,-1 0-1,0 0 1,0 1-1,0-1 1,0 0-1,0 1 0,0-1 1,0 0-1,0 1 1,0-1-1,0 1 1,-2-1-1,-22-7-61,-11 3-211,0 2-1,-58 2 1,33 1-388,-55-2-1036,-51-2-2190,56 0-4358,49-1-1864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33.4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349 94 4816,'-10'10'883,"0"-1"0,-1-1 0,1 0 0,-2 0 0,1-1-1,-21 9 1,-5-3 903,-46 11-1,-30 11 2258,112-35-3972,0 0 0,0 0 0,0 0 0,0 1-1,0-1 1,0 0 0,0 1 0,0-1 0,0 1 0,0-1-1,0 1 1,1-1 0,-1 1 0,0 0 0,0 0-1,1-1 1,-1 1 0,0 0 0,1 0 0,-1 0-1,0 1 1,2-2 35,0 1-1,0 0 1,1-1-1,-1 0 1,0 1-1,1-1 1,-1 0-1,0 1 1,1-1-1,-1 0 1,0 0-1,1 0 1,-1 0-1,0 0 1,1 0-1,1-1 1,366-38 1141,-83-1-1005,559-86-721,-783 115-459,27-4-1386,-26 2-6082,-37 9 86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34.0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674 332 10405,'0'0'5592,"-2"2"-4465,-18 19-292,2 0 0,0 2 0,2 0 0,-23 42 0,15-25-386,-79 124 262,-161 197-1,248-342-693,3-2-3,-2-1 1,-21 20-1,-1 3 2,29-30 95,-1 1 0,0-1 0,-15 12 0,22-20 794,4-6-777,-1 0 0,1 0 0,-1-1 0,0 1 0,1-11 0,2-12 62,7 1-64,1 1 1,0 1 0,31-45 0,-16 27-51,250-381 135,38 31 426,-310 387-607,82-80 397,-79 79-362,1 0 1,0 0 0,0 1-1,1 0 1,0 1 0,0 0-1,0 1 1,16-5 0,-22 8-36,-1 0 0,1 1 1,-1-1-1,0 1 1,1 0-1,-1 0 0,1 0 1,-1 1-1,1-1 1,-1 1-1,0 0 0,1 0 1,-1 0-1,0 0 1,0 1-1,0-1 1,0 1-1,0 0 0,0-1 1,0 1-1,0 1 1,-1-1-1,1 0 0,-1 1 1,0-1-1,1 1 1,-1 0-1,-1 0 0,1 0 1,2 4-1,4 10 111,-1 0 0,0 0 1,-2 0-1,6 28 0,-8-31-61,4 23 104,-1 1-1,-2-1 1,-2 1 0,-2 0 0,-1-1-1,-12 74 1,-67 218 485,-20-33-461,2-8-1036,92-265 184,1 1 0,1-1 0,1 1 1,1 0-1,1 0 0,2 0 0,0 0 0,7 34 0,-8-56 512,0-1 0,0 0 0,0 0 0,0 0 0,1 0 0,-1 0 0,0 0 0,1 0 0,-1 0 0,1 0 0,-1 0 1,1 0-1,-1 0 0,1 0 0,0 0 0,-1-1 0,1 1 0,0 0 0,0 0 0,0-1 0,-1 1 0,3 0 0,-2-1 13,-1 0 0,1 0 0,0 0 0,0 0-1,0 0 1,0-1 0,0 1 0,-1 0 0,1-1 0,0 1 0,0 0 0,0-1-1,-1 1 1,1-1 0,0 1 0,-1-1 0,1 0 0,0 1 0,-1-1 0,2-1 0,5-7-1476,-1 0 1,0-1 0,5-12 0,-8 17-198,16-29-6818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34.3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149 469 9797,'-90'-8'2233,"35"11"4226,52-3-5118,7-1-393,13-5-434,91-28-1072,2 5 1,115-15-1,-13 3-1258,-162 30 1378,709-168-5562,-569 112 2701,-128 42 1249,9-1-982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34.4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251 1 7037,'-6'4'683,"5"-3"-394,0 0 0,0 0-1,-1 0 1,1 0-1,0 0 1,-1 0 0,1-1-1,-1 1 1,1 0-1,0-1 1,-4 1 0,6 3 411,0-1 1,-1 1 0,0 0-1,1-1 1,-1 1 0,0 0-1,-1 4 1,-27 62 3978,-2 22-2161,-16 61 50,1 51-2091,16-68-3249,4-20-2633,5-52-2635,16-44 210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34.7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18 11297,'0'0'34,"0"0"0,0 0 0,0 0 0,0 1 0,0-1 1,0 0-1,0 0 0,-1 0 0,1 0 0,0 0 0,0 0 0,0 1 0,0-1 0,1 0 0,-1 0 0,0 0 0,0 0 0,0 0 1,0 0-1,0 1 0,0-1 0,0 0 0,0 0 0,0 0 0,0 0 0,0 0 0,0 0 0,0 0 0,0 1 0,0-1 0,1 0 1,-1 0-1,0 0 0,0 0 0,0 0 0,0 0 0,0 0 0,0 0 0,0 0 0,1 0 0,-1 0 0,0 0 0,0 0 0,0 0 1,0 0-1,0 0 0,0 0 0,1 0 0,-1 0 0,0 0 0,0 0 0,0 0 0,0 0 0,0 0 0,0 0 0,1 0 0,-1 0 1,0 0-1,0 0 0,0 0 0,0 0 0,0 0 0,0 0 0,0 0 0,0-1 0,1 1 0,-1 0 0,0 0 0,0 0 1,-5 11 4213,9-12-3295,13-2-541,0 1 0,1 0 0,0 1 0,20 2 0,35-2-15,23-8-270,141-5-2097,-192 15 1250,37 0-2726,156 21-1,-192-10-159,-7 4-1689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34.9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23 206 7717,'-22'20'10365,"34"-28"-9309,1 2-224,19-6-136,28-5-164,-6 0-104,13 0-188,12-3-312,10-3-572,10-3-748,12 1-716,6-1-3129,1-3-4192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35.0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 0 10773,'-25'9'2136,"0"-3"1349,6-1-2209,-4-2 988,39-17-19214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38.6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866 14 5793,'-7'-14'8487,"2"41"1844,2-11-12734,-24 122 4342,-17 70 322,-123 480 559,-28 98-2096,-119 90-420,289-818-310,7-19-258,2 0 0,2 2 0,-14 61 1,27-98 157,0 0 1,1 1-1,0-1 1,-1 0-1,1 0 1,1 0-1,-1 0 1,1 0-1,0 0 1,0 0-1,0 0 1,0 0-1,0 0 1,1 0-1,0-1 1,0 1-1,0-1 0,0 1 1,4 3-1,-4-5-91,0 0 0,1 0 0,-1 0 0,0-1 0,1 1 0,-1-1 0,1 1 0,0-1-1,0 0 1,-1 0 0,1 0 0,0-1 0,0 1 0,0-1 0,0 1 0,0-1 0,0 0-1,0 0 1,-1-1 0,1 1 0,0 0 0,0-1 0,0 0 0,0 1 0,0-1 0,-1-1-1,6-1 1,-4 1-485,1-1-1,-1 1 0,0-1 1,0 0-1,0 0 0,-1 0 1,1 0-1,-1-1 1,1 1-1,-1-1 0,0 0 1,-1 0-1,1 0 0,-1 0 1,4-8-1,-4 8-90,11-19-6113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39.6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80 313 3336,'0'0'887,"-3"0"29,-28 1 733,9 0 1715,-1-1 3616,51-21-6180,-10 17-707,0 1 1,0 0-1,0 1 1,0 1-1,33 3 1,-8-1-13,975-43 93,-1-51-148,-637 53 23,612-50-16,-156 74-86,-383 14 620,94 7-229,-293 0-306,-42-1 28,99 4 10,-62-10 64,-88-1 5,-95 3-43,-62 0-112,18 1-95,-7 0-116,-18 1-1650,-28 2-3880,20-3 3934,-19 2-5621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42.0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1169 201 3660,'0'0'11388,"-3"-1"-10700,1 0-702,1 0 102,-1 1 0,0-1-1,0 0 1,0 1 0,0-1 0,1 0 0,-1 0 0,0-1 0,1 1-1,-1 0 1,1-1 0,-1 1 0,1 0 0,0-1 0,0 0-1,-1 1 1,1-1 0,0 0 0,0 1 0,1-1 0,-1 0 0,0 0-1,0-3 1,-4-16 215,-2 0 0,0 1 0,-1 0 0,0 0-1,-16-25 1,22 43 505,-21-13 613,19 22-1298,0 0 0,1 0 0,0 1 0,1-1 0,0 1 0,0 0 1,0-1-1,1 1 0,0 0 0,1 0 0,0 11 0,-3 21 458,-27 144 1736,-56 189 0,-90 192-808,78-272-943,-177 407 655,268-685-1187,-25 68 108,-30 118 0,-3 88 263,6-25-225,38-189-180,-43 100 0,26-86 0,32-56-59,6-30-122,4-8-4795,-1 2 4518,0-1 0,0 0 0,0 0 0,0 1 0,-1-2 0,0 1 0,0 0 0,0 0 0,0-1 0,-1 1 0,2-9 0,-3 8-585,1 1 0,-1-1 0,0 0-1,-1 0 1,1 0 0,-1 0 0,0 0 0,-2-8-1,-10-27-8638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42.8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349 17 7293,'10'-17'8409,"-14"24"-3706,-3 1-5775,5-6 1860,1 1-23,-3 3-327,-11 15 572,0 0 0,2 2 0,1-1 0,0 2-1,2 0 1,-10 34 0,-43 209 1922,43-194-2572,-5 21-280,-57 140 0,70-205-1223,1 1 0,2 0 0,1 0 0,-5 40 0,12-67 666,1 1 0,0-1 1,0 1-1,1-1 0,-1 1 1,1-1-1,1 7 0,0-3-580,-1-7 862,0 0 0,0 1 0,0-1 0,0 0 0,0 0 0,0 0 0,0 0 0,0 0 0,0 0 0,0 0 0,0 0 0,0-1 0,0 1 0,0 0 0,0-1 0,0 1 0,1-1 0,0 1-234,0-1 9,1 0 1,0 1-1,-1-1 1,1 0 0,-1 0-1,1-1 1,-1 1-1,0 0 1,0-1-1,1 0 1,-1 1 0,0-1-1,0 0 1,0 0-1,-1 0 1,4-4 0,16-24-6787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43.4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0 306 9549,'19'-20'8805,"-12"14"-8472,0 2 1,0-1-1,0 1 1,1 0-1,-1 0 1,1 1-1,0 0 1,0 1-1,0-1 0,11 0 1,27-11 745,-27 7-740,1 0-1,-1 1 1,1 1-1,1 1 1,-1 1-1,1 1 1,30 0-1,-37 3-282,0 1 0,0 0 0,0 1 0,0 0 0,0 1 0,-1 1 1,0 0-1,0 1 0,0 0 0,0 1 0,19 14 0,-13-7-33,-1-1 0,0 2 0,-1 1 0,-1 0-1,-1 1 1,0 0 0,-1 2 0,-1-1 0,0 2 0,-2-1 0,9 23 0,-8-13-35,-4-11 2,-1 0 0,-1 1 0,0 0 0,-2 0 0,0 0 0,1 23-1,-4-31 11,-1 0 0,0 0 0,0 1-1,-1-1 1,-1 0 0,0 0 0,-1 0-1,0 0 1,-6 15 0,8-25-2,1 0 0,-1 1 0,1-1 0,-1 0 0,0 1 0,1-1 0,-1 0 0,0 0 0,0 0 0,0 0 0,0 0 0,0 0 0,0 0 0,0 0 0,0 0 0,-1 0 0,1-1 0,0 1 0,0 0 0,-1-1 0,1 1 0,0-1 0,-1 1 0,1-1 0,-3 0 0,0 1-11,3-1 4,1 0 1,-1 0-1,1 0 0,-1 0 1,0-1-1,1 1 0,-1 0 1,1 0-1,-1 0 0,1-1 1,-1 1-1,1 0 0,-1-1 1,1 1-1,-1-1 0,1 1 1,-1 0-1,1-1 0,-1 1 1,1-1-1,-1 0 0,-1-2-31,-6-6-52,0 0-1,1 0 1,1-1 0,-1 0 0,2 0 0,-1-1 0,1 0 0,1 0 0,0 0-1,1 0 1,0-1 0,0 1 0,1-1 0,1 0 0,0-11 0,-1-10-52,2 0 1,2 1-1,1-1 1,9-43-1,-5 47 102,1 1 1,1-1-1,1 2 0,2-1 0,0 1 0,2 1 1,1 1-1,36-47 0,-40 60 61,1-1 0,0 1 0,0 1 0,2 0 0,-1 1 0,1 1 0,21-12 0,-23 16 38,0 0 1,0 1 0,0 0-1,0 1 1,1 0 0,-1 0 0,1 2-1,0 0 1,0 0 0,21 2-1,-23 1 27,-1-1-1,0 1 0,0 1 1,0 0-1,0 0 0,0 1 1,0 0-1,-1 1 0,0 0 1,0 1-1,0-1 0,0 2 1,-1-1-1,0 1 0,-1 1 1,0-1-1,8 11 0,-7-6 16,0-1 0,-1 2 0,0-1 0,-1 1 0,0 0 0,-1 0 0,-1 1 0,0 0 0,0 0 0,-2-1 0,0 2 0,1 18 0,-4 18 117,-1 0 0,-3-1-1,-12 53 1,-45 148 228,5-19-305,49-193-920,3 1 0,-1 56 0,6-90 447,1-1-1,0 0 1,0 1-1,0-1 1,0 0-1,1 1 1,0-1-1,0 0 1,0 0-1,1-1 1,5 9-1,-6-10-85,0 0-1,0-1 1,0 1-1,1-1 1,0 0-1,-1 1 0,1-1 1,4 2-1,-5-3-110,0 0 0,0 0 0,0 0 0,1-1 1,-1 1-1,0-1 0,0 1 0,0-1 0,1 0 0,-1 0 0,0 0 0,1 0 0,2 0 0,24-6-7737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43.8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533 49 5432,'0'1'120,"-1"0"-1,0-1 0,0 0 0,0 1 0,0-1 0,1 1 1,-1-1-1,0 0 0,0 0 0,0 1 0,0-1 0,0 0 0,0 0 1,0 0-1,0 0 0,0 0 0,0 0 0,1-1 0,-1 1 0,0 0 1,0 0-1,0-1 0,0 1 0,0 0 0,0-1 0,1 1 0,-1-1 1,0 1-1,0-1 0,0 1 0,1-1 0,-1 0 0,0 1 0,1-1 1,-1 0-1,1 0 0,-1 1 0,1-1 0,-1 0 0,1 0 1,0 0-1,-1 0 0,-1-3 2716,3 1-1503,5-28 7792,-5 33-8622,2 3-384,-1-1 1,0 1-1,0 0 0,-1-1 1,1 1-1,-1 0 0,0 0 1,-1 0-1,1 0 0,-1 0 1,0 0-1,0 0 0,-1 7 1,-3 12 136,-9 37 0,5-28 16,-9 31-54,-2-1-1,-2 0 0,-56 109 1,-118 165 158,119-211 46,58-96-48,1 1-1,2 1 1,-20 60-1,34-88-318,0-1-1,0 1 0,0 0 0,1 0 0,0 0 0,0 0 0,0 0 0,0-1 0,0 1 0,1 0 0,0 0 1,0 0-1,0-1 0,0 1 0,0 0 0,1-1 0,0 1 0,0-1 0,0 1 0,0-1 0,0 0 0,1 0 1,-1 0-1,1 0 0,0-1 0,5 5 0,1 0 27,1-1 0,0 0-1,0-1 1,0-1 0,1 1 0,-1-1 0,20 4 0,22 2-204,1-1 0,0-4 1,1-1-1,95-6 0,-40-8-3467,142-33-1,-71-9-5999,-159 45 7362,43-13-7177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44.0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4 13421,'-25'-3'11733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48.4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29 5561,'-3'20'7632,"2"-22"-6979,-4-8-1647,-2 2 5158,-5 8 917,1 5-4446,9-4-615,-1-21-9290,3 6 5049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49.6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308 215 5697,'0'0'17894,"14"-3"-17754,-14 3-71,1 0 0,-1 0 0,1 0-1,-1-1 1,1 1 0,-1 0 0,1 0 0,-1 0 0,0 0 0,1-1 0,-1 1 0,1 0 0,-1 0-1,1-1 1,-1 1 0,0 0 0,1-1 0,-1 1 0,0 0 0,1-1 0,-1 1 0,0-1 0,0 1 0,1 0-1,-1-1 1,0 1 0,0-1 0,0 1 0,1-1 0,-1 1 0,0-1 0,0 1 0,0-1 0,0 1-1,0-2 1,-10-14 860,8 14-769,-4-30 319,6 27-395,-1 0 0,1 0 0,-1 0 1,0 0-1,0 0 0,0 0 0,-1 0 0,0 1 0,-4-10 0,5 12 169,1 1-239,-1 1 1,1-1-1,-1 0 0,1 0 0,0 1 0,-1-1 0,0 0 0,1 0 0,-1 1 0,1-1 1,-1 1-1,0-1 0,1 0 0,-1 1 0,0-1 0,-1 0 0,1 0 6,-1 0 0,1 0 0,-1 0 0,1 0 1,0 0-1,-1-1 0,1 1 0,0 0 0,0-1 0,-2-2 0,0-5 218,0 0 0,1 1 0,-1-1 0,0-16 0,-8 48 228,-7 26-102,2 2-1,2 0 0,-12 96 1,-4 15-44,-10 23-317,-14 35-205,36-132-2213,5 0-1,-4 130 1,17-217 2345,1 62-3868,-1-60 3223,0 1 1,1-1 0,-1 1 0,1-1-1,0 0 1,0 1 0,0-1 0,0 0-1,0 1 1,1-1 0,0 0 0,-1 0-1,1 0 1,5 4 0,5 2-6899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50.9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1001 96 6141,'0'0'1433,"-13"-8"1077,11 8-2102,1 0 1,-1-1-1,0 1 1,0 0-1,1 0 1,-1 0-1,0 0 1,0 0 0,1 0-1,-1 1 1,0-1-1,1 1 1,-1-1-1,0 1 1,1 0-1,-1-1 1,-2 2 0,1 0-1133,1-1 1200,6 0 12,18 6-173,1-2 1,-1-1-1,1-1 1,0-1 0,38-1-1,124-15 64,-132 8-220,533-68 87,-542 67-211,-9 0-42,0 2 0,0 2-1,1 1 1,37 3 0,-56 2-1,0 2 0,0 0 0,-1 0 0,0 2 0,0 0 0,25 16 1,19 8-53,96 44 226,-153-73-166,18 17 806,-39 7 293,10-25-969,0 0 0,1 0 0,-1 1-1,0 0 1,-7 3 0,12-3-96,0 0-1,0 0 1,0 0-1,0 0 1,0 1-1,0-1 1,1 1-1,-1-1 1,1 1-1,0 0 1,0 0-1,0 0 1,-2 4-1,-2 4 76,-1 0 146,1 0 0,1 0 0,0 1 0,-5 18 0,1-4 232,-1 0 1,-25 45 0,-2 4 177,-12 51 321,-64 260-1,85-256-808,27-127-140,1 0-20,0 26-72,0-26 64,0 0 16,0-2-116,0 0-1,0 0 1,0 0 0,0 0 0,-1 1 0,1-1 0,0 0 0,0 0-1,-1 0 1,1 0 0,-1 0 0,1 0 0,-1 0 0,0 0 0,1 0 0,-1 0-1,0 0 1,0 0 0,1 0 0,-1 0 0,0-1 0,0 1 0,0 0-1,0-1 1,0 1 0,0 0 0,0-1 0,0 1 0,-1-1 0,1 0-1,0 1 1,0-1 0,0 0 0,0 0 0,0 0 0,-1 0 0,1 0 0,0 0-1,0 0 1,-3 0 0,-15 1 543,-247 32-1172,6 8 466,-79 13 50,114-16 116,-244 49 23,381-69 68,-1-5-1,-106 3 1,154-15 3,-45 5 150,83-5-170,-1-1 0,0 0 0,1-1 0,-1 1-1,1 0 1,-1-1 0,1 0 0,-7-2 0,4 1-29,2 1-90,5-4-277,-1 1 156,1-1 0,0 0 0,0 0 0,0 1 0,1-1 0,-1 1 0,1-1 0,0 1 0,0 0 0,1-1 0,3-4 0,24-27-5008,-15 19 511,0 0-3296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51.5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177 0 5080,'0'0'14594,"-17"26"-10873,-3 15-2121,3 0 1,-17 57-1,-3 14-460,27-85-1183,0 0-1,2 0 0,1 1 1,1 1-1,-4 53 1,10-67-1071,1 1 0,1-1 0,1 0 0,0 0 0,9 26 0,-11-40 722,0 1 1,0 0 0,1-1 0,-1 1-1,1 0 1,-1-1 0,1 0 0,-1 1-1,1-1 1,0 0 0,0 0 0,0 0-1,-1 0 1,1 0 0,0 0 0,0-1-1,0 1 1,0-1 0,1 1-1,-1-1 1,0 0 0,0 1 0,0-1-1,0-1 1,0 1 0,0 0 0,0 0-1,0-1 1,0 1 0,4-2 0,10-1-6887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51.9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149 33 7981,'0'0'13775,"1"-2"-13476,3-1-219,-1 0 1,1 0 0,0 1-1,1-1 1,-1 1 0,0 0-1,1 0 1,-1 0 0,1 0-1,-1 1 1,1 0 0,0 0-1,-1 0 1,10 0 0,5 0 185,1 0 0,28 4 1,-32-2-111,-3 0-82,0 1 0,-1 0 1,1 1-1,0 0 0,-1 0 1,0 2-1,15 6 0,-20-8-49,15 7 70,1 0 0,-1 2 0,-1 0 0,38 29 0,-51-33-72,0-1 0,-1 1-1,1 0 1,11 18 0,-17-21-17,1 0 0,-1 0 0,0-1 0,0 2 0,-1-1 0,1 0 0,-1 0 0,0 0 0,0 1 0,-1-1 0,0 0 0,0 9 0,-1-3-13,-1 1 1,0-1-1,-1 1 0,0-1 0,-1 0 0,0 0 0,-1-1 0,0 1 1,0-1-1,-1 0 0,-1-1 0,0 1 0,-13 13 0,-29 29-254,-3-2 1,-89 65-1,-49 7-1224,185-119 1240,-1 0 0,0 0 0,0-1-1,1 1 1,-1-2 0,-1 1 0,1 0-1,0-1 1,0 0 0,-1-1 0,-10 1-1,14-2-107,-1 1 0,1-1 0,0 0 0,-1 0 0,1 0 0,0 0 0,-1 0 0,1-1 0,0 1-1,0-1 1,0 0 0,0 0 0,1 0 0,-1 0 0,0-1 0,1 1 0,0-1 0,-1 1 0,1-1 0,0 0 0,-2-5-1,-4-6-3478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52.3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141 12 9193,'16'-12'11280,"-22"24"-10489,2 2-509,1-1 1,0 1 0,1 0-1,0 0 1,1 24-1,-2 27 88,-3-23-162,-2 0 0,-23 69 1,-42 82-71,69-183-140,2-6 11,0 1-1,1 0 1,-1-1 0,1 1-1,0 0 1,1 0 0,-1-1-1,1 1 1,0 0-1,1 7 1,-1-10-5,0 0 0,1 0 0,0-1-1,-1 1 1,1 0 0,0-1 0,0 1 0,0 0 0,0-1-1,0 1 1,0-1 0,0 1 0,0-1 0,1 0 0,-1 0-1,1 1 1,-1-1 0,1 0 0,-1 0 0,1 0 0,-1 0 0,1-1-1,0 1 1,0 0 0,-1-1 0,1 1 0,0-1 0,0 0-1,3 1 1,21 0 15,-1-1-1,0 0 0,0-2 1,35-7-1,99-28-299,-113 24-514,65-27 1,-86 29-604,-1-1-1,24-16 1,-40 23 524,11-9-1255,-8 1-2686,-1-3-2710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53.6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133 1 7273,'0'0'74,"0"0"0,0 1 1,0-1-1,0 0 1,0 0-1,0 1 0,0-1 1,-1 0-1,1 0 0,0 0 1,0 1-1,0-1 0,0 0 1,0 0-1,0 0 1,0 1-1,-1-1 0,1 0 1,0 0-1,0 0 0,0 0 1,0 0-1,0 1 0,-1-1 1,1 0-1,0 0 1,0 0-1,0 0 0,-1 0 1,1 0-1,0 0 0,0 0 1,-1 0-1,1 0 1,0 0-1,0 0 0,0 0 1,-1 0-1,1 0 0,0 0 1,0 0-1,-1 0 0,1 0 1,0 0-1,0 0 1,0 0-1,-1 0 0,1 0 1,0 0-1,0 0 0,0 0 1,0-1-1,-2 0 1865,2 4-591,-1 14-218,-1 0 0,0 0 0,-6 18 0,2-7-410,-6 36 364,-12 53 628,-22 120-720,33-155-1498,9-57-819,0 52-1,4-65-105,0-1-1,1 1 1,1 0-1,0 0 1,7 21-1,10 5-7367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54.2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428 0 6689,'-12'26'7494,"46"-29"-5118,-30 5-2246,0 0 0,0-1 1,0 1-1,-1 1 0,1-1 1,-1 0-1,1 1 0,4 5 1,15 11 386,11 2-299,2-1 0,0-1 0,1-2 0,0-2 0,2-1 1,0-3-1,0 0 0,1-3 0,61 6 0,4-7-79,1-5-1,156-16 1,-213 7-123,27-3-180,-69 10 119,-1 0 1,1 0-1,-1 0 0,1 1 1,-1 0-1,1 0 0,-1 0 1,10 4-1,-13-3 36,0 0 1,0 1 0,0-1-1,0 1 1,0-1 0,0 1-1,-1 0 1,1 0 0,-1 0-1,0 0 1,1 0-1,-2 1 1,1-1 0,0 0-1,-1 1 1,1 0 0,0 5-1,2 7-23,0 1-1,1 25 1,-4-28 27,11 64-36,3 0-1,42 124 1,-52-186 28,0 0 1,-1 0-1,0 0 0,0 17 0,-3-28 16,-1 0 0,0 0 0,-1-1-1,1 1 1,-1 0 0,0 0 0,0-1-1,0 1 1,0-1 0,-1 1 0,0-1-1,0 0 1,0 1 0,-1-1 0,1 0-1,-1 0 1,0-1 0,0 1 0,-5 4-1,-5 3 2,-1-1 0,-1-1-1,1 0 1,-2 0-1,1-2 1,-1 0 0,0 0-1,-26 5 1,-19 2 66,-63 7 1,105-19-77,-72 7 28,-145-6 1,130-4-17,-236-21-44,201 10 35,-118 3-995,136 18-1771,110-10 1333,2-1 0,-1 0 0,-22-6 0,24 5-798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54.9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 0 5573,'0'0'16010,"-3"2"-15440,0 2-320,0-1 0,1 1 0,-1 0 0,1 0 1,0 0-1,0 1 0,0-1 0,0 0 0,1 1 1,-1-1-1,1 1 0,0 0 0,0 6 0,-4 15 222,-3 7-510,1 1 1,2-1-1,-2 56 0,3-13-2663,1-38-1635,2 0-5182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55.3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61 7545,'-17'-2'3586,"31"-5"-992,-7 5-2016,-6 3-402,0-1 0,0 1 0,0 0 0,0-1 1,0 1-1,0 0 0,0 0 0,0 0 0,-1 0 0,1 0 1,0 0-1,0 0 0,-1 0 0,1 0 0,-1 0 0,1 0 1,-1 0-1,1 2 0,-1-2 59,6 12-7,1 1 0,0-2 1,0 1-1,1-1 0,1 0 0,0-1 0,1 0 1,0-1-1,0 1 0,1-2 0,0 0 0,1 0 1,0-1-1,1 0 0,-1-1 0,1-1 0,18 7 1,-11-7-161,-1 0 1,1-1 0,31 3-1,-29-5-93,0-2-1,1-1 1,23-2-1,-35 0-164,0 0 0,0 0 0,-1-1 0,1-1 0,-1 0 0,0 0 0,0-1 0,11-7 0,-15 8 91,0 0 1,-1-1 0,0 1-1,0-1 1,-1 0 0,1-1-1,-1 1 1,0-1 0,0 0-1,-1 0 1,0 0 0,0 0-1,0 0 1,-1-1 0,0 1 0,0-1-1,0 0 1,-1 1 0,0-1-1,-1 0 1,1 0 0,-1 0-1,-2-13 1,2 9 360,1 0-1,0 0 1,1 0-1,0 1 1,1-1-1,5-13 1,-7 22 533,-3 3-395,-8 5-242,2 0 1,-1 1 0,1 0-1,0 0 1,0 1-1,1 0 1,0 0 0,-7 12-1,-7 12-821,-16 35 0,30-54-415,2 0 1,0 0-1,-6 23 0,5-2-5000,5-15-1771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55.7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1 6613,'0'0'9553,"3"1"-8947,-1 0-672,-1 0 151,0-1 0,0 0 0,0 1 0,0-1 0,1 1 0,-1 0 0,0-1 0,0 1 0,0 0 0,0 0 0,0 0 0,-1 0 0,1 0 0,0 0 0,0 0 0,0 0 0,-1 0 0,1 0 0,-1 0-1,1 0 1,-1 0 0,1 1 0,-1-1 0,0 0 0,1 0 0,-1 1 0,0-1 0,0 0 0,0 0 0,0 1 0,0 0 0,-3 20 515,-1-1 1,-14 39-1,6-20-311,2-5-103,4-17-138,1 0 0,0 0 1,1 0-1,2 1 1,-1 0-1,2 30 0,5-29-2,18 10 13,-20-28-57,6 0-42,23-1-1147,1-2 1,32-6-1,-48 4-997,-1-1 1,1 0-1,25-12 0,-16 5-4643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55.9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130 29 5124,'-5'-24'1397,"4"20"-60,-1 4-1063,1 0-1,0 0 1,-1 0-1,1 0 1,0 1-1,-1-1 1,1 1-1,0-1 1,-1 1-1,1-1 1,0 1-1,0 0 1,0-1-1,0 1 1,0 0-1,0 0 1,0 0 0,0 0-1,0 0 1,0 0-1,0 0 1,0 0-1,1 1 1,-1-1-1,0 2 1,-11 39 5133,8-21-5888,-14 30 1212,13-40-708,0 0-1,1 1 0,1-1 0,0 1 0,1 0 0,-2 19 0,3-22-280,1-1 0,-2 1 0,1-1 0,-4 12 0,-14 32-5960,13-35 2080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6:56.2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1 6521,'0'0'133,"-1"1"0,0-1 0,1 1 0,-1-1 0,1 1 0,-1-1 0,1 1 0,-1 0 0,1-1 0,0 1 0,-1 0 1,1-1-1,0 1 0,-1 0 0,1 0 0,0-1 0,0 1 0,0 0 0,0 0 0,0 0 0,0 0 0,0 1 52,0-1 0,1 0 0,0 0 0,-1 0 0,1 0 0,0 0 0,-1 0 0,1 0 0,0 0 0,0 0 0,0-1 0,0 1 0,0 0 0,0 0 0,0-1 0,0 1 0,0-1 0,1 1 0,36 19 2378,47 27 354,-77-42-2701,0 1-1,0 0 0,-1 0 0,0 1 0,0 0 1,-1 0-1,11 16 0,18 28 512,-23-34-569,0 0 1,14 29-1,-26-43-209,0 0-1,-1 0 1,1-1 0,-1 1 0,1 0 0,-1-1 0,0 1 0,0 0 0,0-1-1,0 1 1,-1-1 0,1 1 0,-1-1 0,-2 3 0,4-5 30,-4 5-215,0 0 0,0 0 0,0-1 1,-1 1-1,0-1 0,0-1 1,0 1-1,0 0 0,-1-1 0,1 0 1,-11 3-1,-5 2-1568,0-2 0,-23 4-1,14-4-1218,-13 5-3307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25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1 378 3492,'0'0'8619,"3"1"-8380,99 22 942,-57-16-855,-18-2 24,53 2 0,149 2 346,-120-6-599,0-4 0,0-5 0,147-28 0,-16-1-54,-169 27 2,182-15 3,-58 7-76,81-28 45,-59 8-154,-199 34 121,0 1 0,1 1 0,-1 0 0,1 2 0,33 6 0,87 33-2,10 1 104,-121-37-62,0-2 0,0-1 1,0-1-1,48-4 1,111-28-2,-77 11 56,134-1-40,-223 20-48,29-1-25,23-1-4,101-17-1,-162 17 23,0 1 0,0 1 1,0 0-1,0 1 0,1 0 0,-1 1 0,0 0 0,0 0 0,0 2 1,0-1-1,-1 2 0,19 7 0,-13-5 24,-1 0 0,1 0 0,1-2 0,19 3 0,-27-6 8,0 0-1,0-1 1,0-1-1,0 1 1,0-2-1,0 1 1,-1-1-1,1-1 1,9-4-1,-6 5-12,-9 1-3,0 0 1,0 0-1,0 0 1,-1 0-1,1 0 1,0-1-1,-1 0 1,5-2-1,65-32 9,107-9 153,-46 3-216,-130 41 15,74-8-148,-49 4 201,-12 2 59,1 0-1,-1-1 1,-1-1-1,19-8 0,-33 12 40,1 0-81,0 0 0,0 0 0,-1 0 0,1 0 0,0 0 0,-1-1 0,1 1 0,-1-1 0,0 0 0,5-4 0,12-8 71,18 3-33,-28 9-102,11-4-352,-1-1-1,23-10 0,-40 16-1272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10.8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763 153 2828,'3'-9'640,"-1"0"1,1 0-1,-1-1 0,0-15 0,1 5-2,-4 18-563,1 1 0,-1-1 0,0 0 1,0 1-1,0-1 0,0 1 0,0 0 1,0-1-1,0 1 0,0 0 0,-1 0 1,1 0-1,0-1 0,-2 0 0,1 1 68,-4-4 254,0 0 1,0 0-1,-1 1 0,0 0 1,1 0-1,-1 1 0,-1 0 1,1 0-1,0 0 0,-9-1 0,14 4 428,-1-1-464,2 0-310,-1 1-1,1-1 1,-1 1 0,1-1-1,-1 1 1,1 0 0,-1-1 0,1 1-1,-1 0 1,1 0 0,-1 0-1,1 0 1,-1 1 0,1-1-1,0 0 1,-1 1 0,1-1 0,-1 1-1,1-1 1,-1 1 0,1 0-1,0-1 1,0 1 0,-1 0-1,1 0 1,0 0 0,0 0 0,0 0-1,0 0 1,0 0 0,0 1-1,0-1 1,0 0 0,1 0 0,-1 1-1,0-1 1,1 1 0,-1-1-1,1 0 1,-1 3 0,-1 8 175,0-1 0,0 1 0,2 0 0,-1 0 0,2 12 0,0 15 177,-12 53 686,-38 153 0,22-128-645,-38 160 584,-9 43-149,68-292-816,-11 55 148,3 1 1,-3 93-1,15-117-126,1 139 177,-3-14-64,-2-49-63,4-69-32,-3 0-1,-19 94 1,-46 129 682,39-168-448,-57 171 670,57-195-400,4-22-230,14-43-150,-12 48-1,18-38-80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11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334 263 5705,'-333'-263'-2721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14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828 146 3288,'-1'-1'138,"1"-1"0,0 1-1,-1 0 1,1-1 0,-1 1-1,0 0 1,1-1 0,-1 1-1,0 0 1,0 0 0,0-1-1,0 1 1,0 0 0,0 0-1,0 0 1,0 0 0,0 1-1,0-1 1,0 0 0,-1 0-1,1 1 1,0-1 0,-1 0-1,1 1 1,-1 0 0,1-1-1,0 1 1,-1 0 0,1 0-1,-1-1 1,1 1 0,-2 0-1,1 0-391,-1-1 438,0 0 1,0 0 0,0 0-1,0 0 1,1-1 0,-1 1-1,0-1 1,-2-2-1,-11-5 872,-13 1-213,-55-7-1,60 12-708,0-1 0,0-1 0,-39-14 0,-9-3-56,13 4 362,56 18 1208,26 5-1005,-13-3-527,-1 1 0,0-1 0,0 2-1,0-1 1,0 1 0,0 1 0,-1-1 0,0 1-1,0 1 1,0 0 0,-1 0 0,1 0 0,-2 1 0,1 0-1,-1 0 1,0 1 0,0 0 0,-1 0 0,0 0-1,-1 0 1,1 1 0,-2 0 0,1 0 0,-1 0-1,-1 0 1,1 1 0,-2-1 0,1 1 0,-1-1 0,-1 12-1,0 15 88,-1 0-1,-2 0 0,-2 0 0,-1 0 0,-1-1 0,-15 38 0,-2 9 60,-12 29 106,-31 88 194,57-160-420,1 0 1,-6 68-1,11-73-86,1 5 30,3 47-1,-2 24 68,-16 43-24,-3 36-35,21-145-85,7 59 0,-4-70-3,15 72-19,1-1 43,-8 119 67,-19 240 1,2-383-121,-29 146 0,-47 162 15,72-339 16,7-32-5,0 1-1,-10 27 1,3-15 8,-8 39 0,12-42 9,-16 47 0,17-60 2,1 0 0,0 0 0,2 1-1,-1-1 1,1 21 0,0-17-1,0 0-1,-4 18 1,3-20-5,1 1 0,1 0 1,1-1-1,0 1 0,1 0 0,6 29 0,0 21 90,-7 13 315,-16 122 0,11-170-275,-1-1 0,-14 45 0,-16 46-17,-6 54-138,34-114 61,8-60 88,0 2-137,-1 4 3,0 0 0,1 0 1,1 0-1,-1 0 1,1 0-1,0 0 1,3 9-1,-3-14 165,29 9 617,34-15-463,-49 1-304,0 0 0,-1 2 0,1 0 0,0 0 0,0 1 0,0 1 0,0 1 0,-1 0 0,1 1 0,19 7 0,1 9-22,-2 2 0,0 1 0,-2 1 0,0 2 0,34 38 0,5 1 75,-56-53 38,0-1 0,1-1 0,0-1 0,1 0 0,0-1-1,0-1 1,1 0 0,29 7 0,12 0 216,75 6 0,-85-14-268,1003 68 759,353-114-376,-1072 24-251,1139-18 501,447 19-381,981-77-208,-2371 73-112,549-2 5,233-10-13,-761-12 34,-530 41-85,7-1 26,1-1 1,30-8-1,-53 11-156,1 0 1,-1-1-1,1 1 0,-1-1 0,0 0 0,0 0 1,0 0-1,0 0 0,0-1 0,0 0 0,-1 0 1,1 0-1,-1 0 0,0 0 0,0-1 1,0 1-1,0-1 0,-1 0 0,4-6 0,-5 6-120,-1 1-1,1-1 0,-1 1 0,0-1 0,0 1 1,0-1-1,-1 1 0,1-1 0,-1 1 0,0-1 0,1 1 1,-2 0-1,1-1 0,0 1 0,-1 0 0,1 0 0,-1 0 1,-4-6-1,-2-2-1642,-1 1 1,0-1-1,-16-12 0,-10-7-7783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16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86 5340,'3'0'1204,"26"-5"833,-26 5 434,17-6-1118,62-15-19,1 4 0,87-5 0,174 8 55,916 37-176,-162 0-1019,-288-12 29,233 17-98,-344-5-72,446-24-88,-216-3 113,-84 25-88,-199-3-12,516-19 25,-839-3-13,-254 3 37,1073 13 116,-491 18-110,-615-28-31,509 13 115,-194-25-55,17 10-171,-98 4 22,-184-6 6,60 1 66,181-26 0,-264 14 62,-60 12-56,-2-1-1,4-7-1,-5 8 12,1 1 0,-1-1 0,1 1 0,-1-1 0,1 0 0,-1 1 0,0-1 0,1 0 0,-1 1 0,0-1 0,0 0 0,1 1 0,-1-1 0,0 0 0,0 0 0,0 1 0,0-1 0,0 0 0,0 0 0,0 1 0,0-1 0,0 0 0,0 0 0,-1 1 0,1-1 0,0 0 0,0 1 0,-1-1 0,1 0 0,0 1 0,-1-1 0,1 0 0,-1 1 0,1-1 0,-1 1 0,1-1 0,-1 1 0,0-1-1,-8-8 0,8 7 1525,-2 1-1313,-2-1-243,1 1 162,0-1-1,0 1 1,0-1-1,0 0 0,0 0 1,-6-5-1,10 7-129,-1 0-1,1-1 0,-1 1 1,1 0-1,-1-1 0,1 1 1,-1 0-1,1 0 0,-1 0 1,1 0-1,-1 0 0,1 0 1,-1-1-1,1 1 0,-1 0 1,1 0-1,-1 1 0,0-1 1,1 0-1,-1 0 0,1 0 1,-1 0-1,1 0 0,-1 1 1,1-1-1,-1 0 0,1 0 1,0 1-1,-1-1 0,1 0 1,-1 1-1,1-1 0,-1 0 1,1 1-1,0-1 0,-1 1 1,1-1-1,-19 29 19,-5 32 3,-15 81 67,15-48 4,-11 31 33,-48 162 134,53-199-143,-49 100 1,-185 314 229,192-373-59,-62 153 0,101-199 12,3 1 0,5 2 0,-17 99 0,6 31 257,-85 440 676,95-547-1062,-5-1-1,-5-2 0,-80 168 1,44-119-103,7 3 1,-55 201 0,61-87-48,19-72-44,39-198 23,-20 103-16,7-32 33,9-52-23,1 0 0,-2 22 1,-10 108-4,12-116 16,3-23 1,0-1-1,0 0 1,1 1-1,1 18 1,0-19-10,0-1 1,-1 1-1,0-1 1,-4 18-1,1 28 58,4 11-65,-1-38 21,4 34-1,2-7-6,-3 1 0,-5 66 0,1-103 2,-6 53-14,-3 0 0,-3-1 0,-26 79-1,-5 32-37,21-61 76,-11 235 0,36-246-72,-2 21 54,-1-28 10,2-69-13,-2 0 0,-8 57-1,-3-5-30,9-55 18,-2-1 0,-12 42 0,1-5 6,13-52-1,-1 0 1,0 0-1,-10 22 1,1-9 12,8-15-9,-2 0 0,1-1-1,-2 0 1,-15 23 0,19-31 10,0 1 0,1 0-1,0 1 1,-5 11 0,4-7-13,3-8 14,-16 21-190,8-5 178,1 0 0,-9 28 0,16-45-4,0 1 1,0 0-1,-1-1 1,1 1 0,-1-1-1,1 1 1,-1-1 0,-3 3-1,-8 13-33,-11 19 84,23-35-100,-22 29 172,15-22-132,0 0 0,0-1 0,-1 0 0,0 0 0,0-1 0,-1 0 0,-11 7 0,-5 3-26,-29 25 1,50-38 22,-3 2-1018,26-26-13027,-5 2 4058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18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282 53 9329,'-7'-21'2362,"5"17"-210,-14-24 8596,11 30-10623,1 1-1,-1-1 1,1 0-1,0 1 1,0 0 0,0 0-1,0 0 1,1 1 0,-1-1-1,1 1 1,0 0 0,0 0-1,0 0 1,1 0 0,-4 7-1,-1 7 193,0-1 0,-7 36-1,1-7-24,-63 268 655,58-230-1076,-27 253-3375,36-252 1829,5-46-47,2 42 1,2-67 759,1-1 0,1 0 0,0 0 1,1 1-1,0-2 0,9 24 1,-11-35 709,0-1 1,-1 1 0,1 0 0,0-1 0,0 0 0,0 1 0,0-1 0,-1 1 0,1-1 0,0 0 0,0 0 0,0 1 0,0-1 0,0 0 0,0 0 0,0 0 0,0 0-1,1-1 1,0 2-574,14 1-3886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18.6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38 8569,'10'-31'2177,"-8"24"-313,-2 8-1749,-1 0 0,0-1 0,1 1 0,-1 0 1,1 0-1,-1-1 0,1 1 0,-1 0 0,1 0 0,0 0 0,-1-1 1,1 1-1,0 0 0,0 0 0,0 0 0,-1 0 0,1 0 1,0 0-1,0-1 0,0 1 0,0 0 0,1 0 0,-1 0 0,0 0 1,0 0-1,0 0 0,1-1 0,-1 1 0,0 0 0,1 0 0,-1 0 1,1-1-1,-1 1 0,1 0 0,-1 0 0,1-1 0,0 1 0,-1-1 1,1 1-1,1 0 0,24 17 700,0-2 0,2-1 1,0-1-1,50 17 0,339 114 918,-319-113-1568,-1 4 0,-3 5 1,111 64-1,-192-98-153,-1 1 1,0 1-1,0 0 1,-1 1-1,0 0 1,-1 0-1,10 15 1,-16-21-6,-1 1-1,0 0 1,-1-1 0,1 1 0,-1 0-1,0 1 1,0-1 0,-1 0 0,1 0-1,-1 1 1,0-1 0,-1 1 0,1-1-1,-1 1 1,0-1 0,0 1 0,-1 0-1,0-1 1,0 0 0,0 1 0,-1-1-1,-2 7 1,-2-1 15,0 0-1,0-1 1,-2 1-1,1-1 1,-1-1-1,0 0 1,-1 0-1,0 0 1,-1-1-1,-14 10 1,-19 10-49,-54 26 0,77-43 40,-448 218-206,80-41-1854,77-20-5856,272-144 3504,22-10-2327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19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1198 104 7389,'16'-17'873,"-9"9"-176,-1 1 1,1 1-1,1-1 0,-1 1 0,1 0 0,10-5 1,-16 10 1014,18-23 4883,-22 23-6515,0 0-12,1 0 0,-1 0 0,0 0 1,1 0-1,-1 0 0,0 1 0,1-1 0,-1 0 0,0 1 0,0 0 0,1-1 0,-1 1 0,0 0 0,0 0 0,0 0 0,1 0 0,-1 0 0,0 0 0,0 1 1,0-1-1,1 1 0,-1-1 0,0 1 0,0 0 0,1-1 0,-1 1 0,1 0 0,-1 0 0,-2 2 0,-30 17 426,1 1 1,1 1-1,1 2 0,1 2 1,1 0-1,-43 52 0,64-69-442,1 2 0,0-1 0,1 1 0,0 0 0,1 0 0,0 1 0,1 0 0,0 0 0,1 0 0,0 0 0,1 0 0,1 0 0,-1 18 0,4 7 33,1 0-1,1 0 1,11 40-1,-11-57-81,2 7 22,-2 1-1,-1 0 1,-1 0 0,-2 29-1,-1-42-12,-1 0 1,0 0-1,-2-1 0,1 1 1,-2-1-1,0 0 0,0 0 1,-1 0-1,-11 16 0,0-4-166,-2-1 0,0-1 0,-2 0 0,0-2 0,-48 38 0,23-25-596,-2-3 1,-66 34-1,44-31-1388,-103 34 0,4-13-5335,159-52 6786,-103 32-9067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29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0 7861,'0'0'7560,"2"2"-6640,-1-1-795,1-1 0,-1 1 1,0 0-1,0 0 0,1 0 0,-1 1 1,0-1-1,0 0 0,0 0 0,0 1 1,0-1-1,0 0 0,-1 1 0,1-1 1,0 1-1,-1-1 0,2 3 0,-6 32 1616,1-23-1536,-5 24 640,-17 44-1,-6 16-209,-12 62-631,2 1-3956,21-52-4453,15-62 877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30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9297,'0'0'1287,"3"0"-178,28 3 642,44-3 0,-47-1-1265,1 1 1,46 6-1,-46-1-236,0 2 0,0 0 0,0 2 0,-1 1 0,-1 2 0,0 0 0,0 2 0,30 21 0,-35-19-135,-2 1-1,0 0 0,-1 2 0,0 0 0,-2 1 0,27 41 0,-20-26-166,-1 1 0,-2 1 0,19 47-1,-37-76-30,-1-1-1,0 1 0,-1 0 0,0-1 0,0 1 0,-1 0 0,0 0 0,0 0 0,0-1 1,-1 1-1,-4 13 0,2-9-56,0 0 0,-2 0 1,1-1-1,-2 1 0,-12 21 1,16-32 120,0 1 0,0 0 1,0-1-1,0 1 0,0-1 1,0 0-1,-1 0 0,1 0 0,0 0 1,-5 2-1,1-1 22,5-2 4,1 0 1,-1 0-1,0 0 0,1 0 1,-1-1-1,1 1 0,-1 0 1,0 0-1,1 0 1,-1 0-1,1-1 0,-1 1 1,1 0-1,-1-1 0,0 1 1,1 0-1,-1-1 1,1 1-1,0-1 0,-1 1 1,1-1-1,-1 1 0,1-1 1,0 1-1,-1-2 0,-8-13 85,7 6-76,1 1 1,1 0-1,0-1 1,0 1-1,1-1 0,0 1 1,0-1-1,0 1 1,2 0-1,-1 0 1,6-13-1,7-14 39,23-40-1,-30 60-54,23-41 152,59-82 0,-75 118-28,1 1 1,1 1-1,1 0 1,1 1-1,0 1 1,1 1-1,23-15 1,-38 28-63,1-1 1,-1 0-1,1 1 1,0 0-1,-1 1 0,1-1 1,0 1-1,0 0 1,0 0-1,0 1 1,0 0-1,0 0 1,10 1-1,-12 0-34,-1 0 0,1 0 0,-1 0 0,1 0-1,-1 1 1,1-1 0,-1 1 0,0 0 0,0 0 0,0 0 0,0 0 0,0 1 0,0-1-1,-1 1 1,1-1 0,-1 1 0,0 0 0,1 0 0,-1 0 0,-1 1 0,1-1-1,0 0 1,0 5 0,4 10 38,-1 0 0,-1 1 0,-1 0 0,-1-1 0,-1 1 0,0 20 0,-14 117-1512,5-87-308,2-15 1,2-35 461,2 0 0,0 0 0,1 0 0,1 1 0,4 26 0,7-5-4360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30.8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477 24 5601,'-29'-23'5881,"25"23"-4889,-10 1-687,1 1-1,-1 0 1,1 1 0,0 0-1,0 2 1,0-1 0,0 1 0,0 1-1,1 1 1,0-1 0,1 2-1,-19 14 1,-8 10 32,2 1-1,-42 48 1,62-61-404,0 0 0,2 1 0,0 0 0,1 1 1,2 1-1,-11 26 0,21-45 47,1-3 33,-1 0 0,1 0 0,0 0 0,0 0 0,0 0 0,0 0 0,1 0 0,-1 0 0,0 0 0,0 0 0,1 0 0,-1 0 0,0 0 0,1 0 0,-1 0 0,1 0 0,-1 0 0,1 0 0,-1 0 1,1-1-1,0 1 0,0 0 0,-1 0 0,1-1 0,0 1 0,0-1 0,0 1 0,0 0 0,0-1 0,0 1 0,-1-1 0,1 0 0,0 1 0,0-1 0,1 0 0,-1 0 0,0 0 0,0 1 0,0-1 0,0 0 0,0 0 0,0-1 0,0 1 0,0 0 0,0 0 0,1-1 0,7-1 124,0-1-1,-1 0 1,1 0-1,11-7 1,-8 4 43,8-2 85,0 0 0,0 1 0,1 0 0,25-3-1,-43 11-258,1-1-1,0 1 0,0-1 0,0 1 0,-1 0 0,1 0 0,-1 1 0,1-1 0,4 4 0,-3-3-47,-1 1-182,1-1 0,-1 1 1,0 0-1,0 1 0,0-1 0,6 7 0,0 0-1168,-9-10 1252,0 1 0,0 0 1,0-1-1,0 1 1,0-1-1,0 0 1,1 1-1,-1-1 1,0 0-1,0 0 0,1 0 1,-1 1-1,0-1 1,0 0-1,1-1 1,0 1-1,4 0-356,-3 0 58,0 1 0,0-1 0,1 0 1,-1 0-1,0 0 0,1 0 0,-1-1 0,0 0 0,0 1 0,1-1 0,-1 0 0,6-3 0,28-12-4822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30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87 172 6873,'3'-23'497,"-3"18"-338,1 1-1,0 0 1,-1-1 0,0 1 0,0-1-1,-1 1 1,1-1 0,-1 1 0,0-1-1,0 1 1,0-1 0,-1 1-1,-2-6 1,2 6 174,1 1 0,0-1 1,0 1-1,0-1 0,0 1 0,0-1 0,1 0 0,-1 0 0,1 1 0,0-1 0,1 0 0,0-6 1,0 7 992,-3 0-216,-3-5-621,5 7-453,0 1-1,0-1 1,0 1 0,0-1-1,0 1 1,0-1 0,0 1-1,-1-1 1,1 1 0,0-1-1,0 1 1,0-1 0,-1 1-1,1 0 1,0-1 0,-1 1-1,1-1 1,0 1-1,-1 0 1,1-1 0,-1 1-1,1 0 1,0-1 0,-1 1-1,1 0 1,-1 0 0,1 0-1,-1-1 1,1 1 0,-1 0-1,1 0 1,-1 0 0,1 0-1,-1 0 1,1 0-1,-1 0 1,1 0 0,-1 0-1,1 0 1,-1 0 0,1 0-1,-1 0 1,1 0 0,-1 1-1,1-1 1,-1 0 0,1 0-1,-1 0 1,1 1 0,-1-1-1,1 0 1,0 1 0,-1-1-1,1 0 1,0 1-1,-1-1 1,1 1 0,0-1-1,-1 1 1,-5 8-34,0 0 0,1 0 0,0 0 0,1 1 0,0 0 0,0 0 0,1 0 0,1 0 0,-3 15 0,4-13-906,0-1 0,1 1 1,1 0-1,0-1 0,4 19 0,-1 0-3670,-1-5-1452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31.5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39 471 6481,'-38'-5'3066,"71"-10"-219,60-26-2121,-2-3 0,-3-4 1,156-113-1,-205 132-598,0 1 0,2 2 0,1 2 0,45-18 0,-84 40-111,0 1 1,1 0-1,-1 0 0,1 0 1,0 0-1,-1 1 1,1-1-1,0 1 0,-1 0 1,1 0-1,0 0 1,-1 1-1,1 0 0,-1-1 1,1 1-1,5 2 1,-7-2-9,0 1 0,0-1 1,0 0-1,0 1 0,-1-1 1,1 1-1,0-1 1,-1 1-1,1 0 0,-1 0 1,0 0-1,1 0 0,-1 0 1,0 0-1,0 0 1,0 0-1,-1 0 0,1 1 1,0-1-1,-1 0 0,1 0 1,-1 1-1,0-1 0,0 5 1,-2 21 26,-1 0 0,-1 0 0,-1 0 0,-2 0 0,-1-1 0,-1 0 0,-15 31 1,-3 4 44,27-60 27,15 3-332,-14-4 216,1 0-1,-1-1 1,0 1 0,0-1-1,0 1 1,0-1-1,1 0 1,-1 0-1,0 1 1,0-1-1,1 0 1,-1 0 0,0 0-1,1 0 1,-1-1-1,0 1 1,0 0-1,3-1 1,-3 0-4,-1 1 1,1 0 0,0-1-1,0 1 1,0 0 0,0 0-1,0-1 1,0 1 0,0 0-1,0 0 1,0 0-1,0 0 1,0 0 0,0 0-1,0 0 1,0 1 0,0-1-1,0 0 1,0 1 0,-1-1-1,1 0 1,0 1-1,0-1 1,0 1 0,0-1-1,-1 1 1,1-1 0,0 1-1,0 0 1,-1 0-1,1-1 1,0 1 0,-1 0-1,1 0 1,0 1 0,2 1 43,-2-1-42,2 1 43,-1-1 0,1 0 0,0 0 0,-1 0 0,1 0 0,0-1 0,0 1 0,1-1 0,2 2 0,19-8 273,0 0-1,0-1 1,-1-2-1,0 0 0,32-18 1,-2-2 357,57-42 0,-80 43-241,-27 23-369,-1 1 1,1-1-1,0 1 1,0 0-1,1 0 1,7-4-1,-10 6 177,-2 21-180,0-9-32,-1 1-1,-1-1 1,0 0-1,0 1 1,-1-1 0,-1 0-1,0-1 1,-6 13-1,-4 13-91,6-16-979,0 0 1,-14 24 0,-13 4-7242,19-31 1904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31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1 126 9405,'35'-31'2124,"-38"14"2024,6 3-3604,0-6-732,0 0-2380,0-3-1328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32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1891 19 5432,'-107'-10'1334,"1"3"-1,-1 6 0,0 4 1,1 5-1,0 4 0,-158 39 0,205-33-982,0 3 0,1 2 0,1 3-1,2 2 1,0 2 0,2 3 0,2 2 0,1 3-1,2 1 1,1 3 0,-53 61 0,68-65-220,0 2 0,3 1 0,2 1-1,1 1 1,2 1 0,2 1 0,2 1 0,3 1 0,1 1 0,2 1 0,3-1 0,1 2 0,3-1 0,-1 75 0,8-75-83,3 0 0,2 0 0,2-1 0,2 0 0,2 0 0,3-1 0,1-1 0,32 66 0,-27-73-11,1-2-1,2-1 0,2 0 0,1-2 1,2-1-1,1-1 0,1-2 0,2-1 1,68 49-1,-49-47 11,1-1 0,2-3 0,1-2 0,1-3 1,1-2-1,1-2 0,1-3 0,0-3 0,91 8 0,-45-14-11,0-4-1,1-5 1,-1-4-1,169-35 1,-136 12 2,248-90 0,-287 80-21,-1-4 1,-3-5-1,97-65 0,-143 81-22,-1-3 1,-2-2-1,-2-1 0,41-49 0,-62 62 0,-2-1 0,-1 0 0,-1-2 0,-2 0 0,-1-1 0,-1-1 0,-2-1 0,15-49 0,-16 31-48,-3-1-1,-3 1 0,-1-1 0,-3-1 0,-2 1 1,-2 0-1,-2 0 0,-3 0 0,-2 1 0,-1 0 1,-4 0-1,-28-70 0,30 91-14,-2 0 1,-2 2-1,0-1 0,-2 2 1,0 0-1,-39-40 0,27 36-62,-2 2 0,-1 1 0,-1 2 0,-57-33 0,29 25-260,-2 4 0,-2 2 1,0 3-1,-1 3 0,-133-24 1,102 31-592,0 4 1,-1 4 0,-107 8-1,112 5-1967,-142 30-1,70 3-2546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33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321 665 8885,'0'0'4202,"-2"0"-3788,1-1 1,-1 0 0,1 0 0,-1 1 0,1-1 0,-1 0 0,1 0 0,0 0 0,-1-1 0,1 1 0,0 0-1,0 0 1,0-1 0,0 1 0,-1-2 0,4-12 13,0 0-1,0 0 1,2 1-1,0-1 1,8-18-1,58-94 517,-39 76-682,-3-2 0,35-90 0,-59 132-239,17-63 239,-21 70-248,1 1 0,0-1 0,-1 0 0,1 0 0,-1 0-1,0 0 1,-1 0 0,1 0 0,-1 0 0,1 0 0,-1 1 0,0-1 0,0 0 0,-1 0 0,-3-5 0,4 7-10,0 1 1,-1 0-1,1 0 1,-1 0-1,1 0 1,-1 0 0,0 0-1,1 0 1,-1 0-1,0 1 1,0-1 0,0 1-1,1-1 1,-1 1-1,0 0 1,0 0-1,0 0 1,0 0 0,0 0-1,0 0 1,1 0-1,-1 1 1,0-1 0,0 1-1,-2 0 1,-47 20 131,47-20-119,-23 16 153,0 1 1,1 1-1,1 1 0,1 1 1,-43 48-1,41-40-74,1 0 0,1 2-1,2 1 1,-28 53 0,40-66-59,2-1 0,0 1 0,1 1 0,1 0 0,1-1 0,0 2 0,2-1 0,0 0 0,2 1 0,0 28 0,3-36-14,1 0-1,0 0 0,1-1 1,0 0-1,1 0 0,0 0 1,1 0-1,0-1 0,1 0 0,12 16 1,-12-18-10,7 10 2,1 0-1,1 0 1,0-2-1,37 30 1,77 41-96,-10-8-304,-112-74 352,1 1-1,-1 0 0,-1 0 0,1 1 1,-1 0-1,-1 0 0,10 14 0,-15-19 28,1 1 0,0-1 0,-1 1 0,0-1 1,0 1-1,0-1 0,0 1 0,-1 0 0,1-1 0,-1 1 0,0 0 0,0 0 0,-1-1 0,1 1 0,-1 0 1,1-1-1,-1 1 0,0-1 0,-1 1 0,1-1 0,-1 1 0,1-1 0,-1 0 0,-3 5 0,-3 2-29,1 0-1,-2-1 1,1 0-1,-1-1 0,-18 13 1,-56 33-468,50-34 233,-25 15-1420,-108 47 0,64-44-8476,83-34 1526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33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 0 13597,'-14'17'2388,"1"0"-1,-17 30 0,12-18-1206,3-3-347,1 0 0,0 0 1,3 2-1,0-1 0,-7 31 0,-26 145 600,40-181-1301,-3 39-1273,2-1 0,6 100 0,0-65-1927,-1-88 2408,0 1 1,1-1-1,0 0 0,0 1 0,1-1 0,-1 0 0,1 0 0,1 0 0,0 0 0,0 0 0,0 0 0,1-1 0,5 9 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34.3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1024 9181,'0'0'3558,"2"1"-1932,11 3-943,-1-1-1,0 0 0,1-1 0,-1-1 0,24 0 1,69-8-28,-77 5-253,116-15-12,-2-6 1,0-6-1,-2-6 1,-2-7-1,166-72 1,-275 100-417,0 0 0,0-2 0,-2-1 0,27-20 0,-51 33-55,1 0 1,0 1 0,-1-1-1,0 0 1,0 0 0,4-7-1,-2 3-106,-6 7 137,-1 0-1,1 1 0,-1-1 1,1 1-1,0-1 0,-1 1 1,1 0-1,-1 0 0,1 0 1,-1 0-1,1 0 0,-3 0 1,-12 2-170,1 0 0,-1 1 0,1 1 1,0 0-1,0 2 0,-15 6 1,-88 48-1667,96-47 1505,6-5 70,1 1 1,0 0 0,1 1 0,0 1 0,1 0 0,0 1 0,-17 20 0,51-30 30,-7-3 232,0 0 1,0-1 0,0-1-1,-1 0 1,20-8-1,70-31-204,-63 24 185,292-140-710,-277 127 505,-2-2 1,-1-2-1,86-79 0,-120 96 333,0-2 0,-2 0 1,0 0-1,-1-2 0,-1 0 0,21-47 0,-21 34 999,-1-1 0,9-39 0,-21 74-918,-1-1 0,1 0 1,-1 0-1,1 1 1,-1-1-1,1 0 0,-1 0 1,0 0-1,0 1 1,0-1-1,0 0 0,0 0 1,-1 0-1,1 1 1,0-1-1,-1 0 0,0 0 1,1 1-1,-1-1 1,0 0-1,0 1 0,0-1 1,0 1-1,-1-3 0,1 4-74,1 0 0,-1 0-1,0-1 1,1 1 0,-1 0-1,1 0 1,-1 0 0,0 0-1,1 0 1,-1 0-1,1 0 1,-1 0 0,0 0-1,1 0 1,-1 0 0,1 0-1,-1 0 1,1 1-1,-1-1 1,0 0 0,1 0-1,-1 1 1,1-1 0,-1 1-1,-1 0 48,0 1-1,0-1 1,0 1-1,1 0 1,-1 0-1,1 0 1,-1 0-1,1 0 0,-2 2 1,-7 17 684,0 1 0,2 0 0,0 0 0,-6 30 0,-10 96 1203,15-63-1385,4 0 1,7 105 0,2-151-1469,1 1 1,17 58-1,-14-71-731,1-1 0,1-1-1,2 1 1,20 33-1,-29-54 226,0-1-1,0 0 1,1 0-1,-1 0 1,8 6-1,2 4-6189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34.7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0 280 8961,'354'-60'6004,"-183"26"-4936,78-23 21,-71 15 709,-169 39-1581,-1 0 0,0 0 0,0-1 0,0 0 0,0 0 0,0-1 0,-1 0 0,0 0 0,10-10 0,-9 8 39,-1 1 1,1 0-1,1 1 1,9-6-1,-16 10-7,-1 5-142,15 48 84,-4-12-52,-1 0 0,-3 1 1,5 45-1,-12-72-124,0-1-1,-2 0 1,1 1 0,-2-1-1,0 0 1,0 1 0,-2-1-1,1 0 1,-2-1 0,1 1-1,-2-1 1,0 0 0,-14 23 0,2-12-90,0-1 1,-1-1 0,-31 27 0,-74 50-1067,69-55 185,-132 89-6019,182-129 6225,-3 2-5,2-4-3928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34.8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38 10189,'9'-29'8789,"-31"26"-13182,3-2 193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35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 1 9561,'22'17'7959,"-18"3"-5470,-2 2-1746,-1 0 0,-1 1 0,-1-1 0,-1 0 0,-1 0 0,-9 33 0,1 7 174,-70 297 1068,53-249-2849,8-35-275,-15 76-2767,31-123 1101,-1 50 1,9-31-2538,10 1-2926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35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12109,'21'13'1217,"0"-1"-1,1-1 0,0-1 1,33 10-1,101 21 714,-99-28-1389,-37-7-418,258 69 1056,-224-57-1028,-1 2 0,-1 3-1,53 30 1,-95-47-130,0 0 1,0 1 0,0 0-1,-1 1 1,0 0 0,0 0-1,-1 1 1,13 18 0,-18-23-15,-1 1 0,0-1 0,0 1 0,0-1-1,-1 1 1,1 0 0,-1-1 0,0 1 0,-1 0 0,1 0 0,-1 0 0,0 0 0,0 0 0,0 0 0,-1 0 0,0 0-1,0-1 1,0 1 0,0 0 0,-1 0 0,0-1 0,0 1 0,0-1 0,-4 6 0,-2 3-90,-1-1 1,0 0 0,-1 0-1,0-1 1,-1 0-1,-23 17 1,-83 49-3143,30-21-5164,70-43 629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36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0 157 10953,'3'0'229,"0"-1"0,0 1 0,0-1 0,0 0 1,0 0-1,0-1 0,-1 1 0,1 0 0,0-1 0,-1 1 0,1-1 0,-1 0 0,0 0 0,0 0 1,4-4-1,-6 6-191,0 0 0,0-1 0,0 1 0,0 0 0,0 0 0,0 0 0,1-1 0,-1 1 0,0 0 0,0 0 0,0 0 1,0 0-1,1 0 0,-1-1 0,0 1 0,0 0 0,0 0 0,0 0 0,1 0 0,-1 0 0,0 0 0,0 0 0,0 0 0,1 0 1,-1 0-1,0 0 0,0 0 0,1 0 0,-1 0 0,0 0 0,0 0 0,0 0 0,1 0 0,-1 0 0,0 0 0,0 0 0,1 0 0,16 2 398,1 0-1,-1 1 1,0 1-1,0 0 0,0 1 1,0 1-1,-1 1 0,0 1 1,22 13-1,-35-19-418,0 1 0,0 0 0,0 0 0,0 1-1,0-1 1,0 0 0,-1 1 0,0 0 0,1 0 0,-2-1 0,1 1-1,0 0 1,-1 1 0,0-1 0,0 0 0,0 0 0,0 1 0,0-1-1,-1 0 1,0 1 0,-1 6 0,0 0-12,0 0 0,-1 0 0,-1 0 0,0-1 0,0 0-1,-1 1 1,-7 12 0,-28 33 43,38-54-28,14-6-60,-7 1-22,-1-1 0,1 0 0,-1-1 0,0 1 0,0-1 0,8-10 0,4-3-152,27-22-3,-18 15 173,0 0 0,2 3 0,0 0 0,1 1 0,45-22 0,-69 41 115,0 0 1,0 1-1,0-1 0,1 1 1,-1 1-1,0-1 0,0 1 1,1 0-1,-1 0 0,0 0 1,0 1-1,1 0 0,4 1 1,10 4 205,0 0 1,20 11-1,9 2-110,-36-15-133,0-1 1,0 0-1,1-1 0,0 0 1,-1-1-1,22-1 0,80-15-642,-44 5-525,-62 9 937,1 1 0,-1 1 1,1 0-1,-1 0 1,1 1-1,-1 0 1,0 0-1,16 7 0,-17-5 37,1-1-1,0 0 1,0-1-1,1 0 1,-1 0-1,0-1 1,1 0-1,17-1 1,-17-1 219,0-1 0,0 0 0,0-1 0,0 0 0,-1 0 0,18-9 0,-23 10 1,-1 0-1,1-1 0,-1 1 0,1-1 1,-1 0-1,0 0 0,0 0 1,0-1-1,-1 1 0,1 0 1,-1-1-1,0 0 0,1 0 1,-2 1-1,1-1 0,0 0 0,-1-1 1,2-7-1,-3 7-126,1 0 0,-1 0 0,0 0 0,0 0 0,-1 0-1,1 0 1,-1 0 0,-2-5 0,-3-27-2343,6 31 1289,0 0-1,-1 0 0,0 0 1,0 0-1,-2-7 0,-3-5-4762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37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207 0 5557,'0'0'1759,"3"0"-19,29 2 1357,-29-1-1799,13 7 1191,-15-6-2390,1-1 1,-1 0-1,1 1 0,-1-1 1,0 1-1,0-1 0,0 1 1,0 0-1,0-1 0,0 1 1,0 0-1,0 0 0,-1-1 1,1 1-1,-1 0 0,1 0 1,-1 0-1,0 0 0,0 0 1,1 0-1,-2 0 0,1 0 0,0 0 1,-1 3-1,0 5 143,-1-1 0,0 0 1,-1 1-1,-3 9 0,-34 72 949,-87 143 1,85-163-1004,41-68-187,-10 14 8,2 2-1,0 0 1,-7 21-1,14-36-14,1 0-1,0 0 1,0 0 0,0 0-1,0 0 1,0 1-1,1-1 1,0 0 0,0 0-1,0 1 1,1-1-1,-1 0 1,1 0 0,0 1-1,0-1 1,1 0-1,-1 0 1,1 0 0,0 0-1,0-1 1,4 8-1,-3-9 7,-1 0 0,0 0 0,0-1 0,1 1 0,-1-1 0,1 1 0,-1-1-1,1 0 1,0 0 0,-1 0 0,1 0 0,0-1 0,0 1 0,0-1 0,0 1 0,0-1-1,-1 0 1,1 0 0,0 0 0,0-1 0,0 1 0,3-1 0,8-3 0,0 0 0,0 0 0,15-8 0,-20 8-4,35-14-13,84-38 6,-123 54 11,85-47 68,115-43 1,-202 91-81,1 0 0,-1 0-1,1 1 1,-1-1 0,1 1 0,-1 0 0,6 0 0,-4 0-84,-2 0-340,0-1-359,-2 1 203,24-6-1038,-13 5-6836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37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 7085,'16'8'1216,"-7"-22"-272,10 14-324,1-3-276,2 6-412,-3 0-268,6 3-404,1-1-612,-7 4-876,3 2-273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38.1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1 217 5929,'8'-9'1462,"-7"7"-56,2 1-140,12-9-377,-1 0 0,0-1 0,14-14 0,26-19 220,-46 31-585,0 2-1088,-2 8-4143,7 5 4004,0 1 0,-1 1 0,22 8 0,-30-11 410,18 0-161,-4 1 423,-14-2 71,-2-1 18,18-10 91,-18 11-139,0-1 0,0 0 0,0 0 1,-1 0-1,1 0 0,0 0 1,0 0-1,-1 0 0,1-1 0,-1 1 1,1-1-1,-1 1 0,0-1 0,1 1 1,-1-1-1,0 0 0,0 0 1,0 1-1,0-1 0,-1 0 0,1 0 1,0-4-1,4-6 18,-4 9 38,-1 0-38,3-25 65,-3 25 12,-4 2 86,-4-1 19,1 1 0,-1 0 0,0 0-1,0 1 1,0 0 0,0 1 0,0-1 0,0 1-1,0 1 1,1 0 0,-1 0 0,0 0-1,-7 4 1,13-5 1397,3 2-1270,12 23 215,-11-23-181,-11 8-181,0 0-161,0-1-1,0 0 1,-1 0 0,-17 12-1,-18 19-781,-13 24-5552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38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 4568,'6'-23'2193,"1"34"-2141,-1 4-144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38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511 61 4052,'-26'-15'1116,"20"12"-79,4-1-538,0-1 0,-1 1 0,0-1 0,1 1 0,-2 0 0,1 0 0,0 0 0,-5-3 0,7 6-240,-11 23 203,7-15-406,-1 0 0,0-1 0,0 0 0,-1 0 0,0 0 0,0-1-1,-13 8 1,1-4-33,1 0 0,-25 8-1,17-8 22,0-2-1,0-1 0,-1-1 1,0-1-1,0-2 0,0 0 1,-49-5-1,75 3-47,-1 0-1,1 0 1,-1 0-1,1 0 1,-1 0-1,1-1 1,-1 1 0,1 0-1,-1-1 1,1 0-1,0 1 1,-1-1-1,1 0 1,0 1-1,0-1 1,0 0 0,-1 0-1,1 0 1,0 0-1,-1-2 1,2 2-18,0-1-1,0 1 1,0 0 0,0-1 0,0 1-1,1-1 1,-1 1 0,0 0 0,1-1 0,-1 1-1,1 0 1,0 0 0,-1-1 0,1 1-1,0 0 1,0 0 0,0 0 0,0 0 0,0 0-1,2-2 1,2-1-272,0-1 0,0 1-1,1 0 1,-1 0 0,1 1-1,11-5 1,16-11-3636,-18 8 1185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39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2052 190 5485,'-1'-7'239,"0"0"0,0 0 0,0 0 1,-1-1-1,0 1 0,0 1 0,-1-1 1,1 0-1,-2 0 0,1 1 0,-1 0 1,0 0-1,0 0 0,-1 0 0,1 1 1,-1-1-1,-1 1 0,1 0 1,-1 1-1,1 0 0,-1-1 0,-8-3 1,1 1-112,-1 0 1,0 1-1,0 1 1,0 0 0,0 0-1,-1 2 1,0 0 0,0 0-1,0 1 1,-15 1-1,-8 3 109,-1 1 0,1 3 0,0 1 0,0 1 0,1 3 0,0 0 0,1 3-1,0 1 1,1 2 0,-42 26 0,-4 10 334,3 3 0,-141 131 0,86-57-191,6 5 1,-132 182-1,182-209-679,5 4 0,5 2-1,-97 230 1,151-312 165,1 1 0,2 0 0,1 1 0,-8 64 0,16-88 104,1 0 0,0 0 0,0 1 0,1-1 0,1 0 0,0 0 0,0 0 0,1 0 0,5 11 0,-5-15 15,0 0 0,1 0 0,0 0-1,0 0 1,0-1 0,1 1 0,-1-1-1,2-1 1,-1 1 0,0-1 0,1 1-1,0-2 1,0 1 0,12 5 0,-5-4 2,1 0 0,-1-2 0,1 1 1,0-2-1,0 0 0,0 0 0,0-2 0,0 0 1,28-3-1,4-4 74,77-21 1,-2-10 165,-1-5 0,149-76 0,213-144 40,-205 99-201,377-294 0,-585 403-88,-3-3 0,-2-2 0,-3-4 0,69-92 0,-116 136-28,0 0 0,-2-1 1,-1-1-1,0 0 0,9-28 1,-18 42-1,0 1 0,-1-1 0,1 0 0,-1 0 0,-1 0 0,0 0 0,0 0 0,-2-13 0,1 16-8,0 0 1,-1 0-1,0 0 0,1 0 0,-2 0 0,1 0 0,-1 0 0,0 1 0,0-1 0,0 1 0,0 0 0,-1 0 0,1 0 0,-6-4 0,-1 1-97,-1 0-1,1 1 0,-1 0 0,0 1 1,-1 0-1,1 1 0,-1 0 0,0 1 1,0 0-1,0 1 0,-15-1 0,-23 0-973,-71 4 0,95 0 657,-104 8-2613,-5 12-1062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40.9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683 292 10169,'-9'-88'5392,"9"87"-5293,0 0 0,-1-1 0,1 1 0,0 0 0,0-1 0,-1 1 1,1 0-1,0-1 0,-1 1 0,0 0 0,1 0 0,-1 0 0,0-1 0,1 1 1,-1 0-1,0 0 0,0 0 0,0 0 0,0 0 0,0 0 0,0 1 0,0-1 1,0 0-1,0 0 0,0 1 0,-1-1 0,1 1 0,0-1 0,-1 1 0,1-1 1,0 1-1,0 0 0,-1 0 0,1 0 0,0-1 0,-1 1 0,1 0 0,-1 1 1,-1-1-1,-4 1 76,0 0 1,-1 1 0,1 0-1,0 0 1,-9 5 0,-16 8 137,0 1 0,2 2 0,0 2 0,1 0 0,1 2 0,-44 44 0,1 9-12,-64 88 1,115-136-277,1 0-1,-30 59 0,43-74-14,0 2 0,1-1-1,0 1 1,1-1 0,1 1-1,0 0 1,1 0 0,1 1 0,-1 17-1,3-29-18,-1 0-1,1 1 1,0-1 0,0 0-1,0 0 1,0 1 0,0-1-1,1 0 1,-1 0-1,1 0 1,0-1 0,0 1-1,0 0 1,0-1 0,0 1-1,1-1 1,-1 0 0,1 0-1,-1 0 1,1 0-1,0 0 1,0 0 0,0-1-1,4 2 1,1 0 6,1 0-1,-1 0 1,1-1-1,0 0 1,0 0 0,0-1-1,13 0 1,4-2-28,1-2 0,-1 0 1,0-1-1,34-11 0,-8-2 51,53-24 0,-66 22-80,63-40 0,-66 28-24,-34 29 56,-24-3-64,13 5-57,1-1 1,-1 2-1,0-1 1,0 1-1,1 1 1,-1-1-1,0 1 1,1 1-1,0 0 1,-1 0 0,1 1-1,-7 4 1,12-7-150,58 11 978,-23-4-383,0 1 0,-1 1 0,41 20 0,-46-19-203,-16-8-175,-1-1 0,1 1-1,-1-1 1,1-1 0,0 0 0,0 0 0,-1-1 0,1-1 0,0 1 0,0-1 0,-1-1-1,1 0 1,0 0 0,-1-1 0,0-1 0,0 1 0,16-10 0,-1 0-183,0-1 0,-2-1 0,1-1 0,-2-2 1,23-22-1,-16 11 295,-2-1 0,0-1 1,-2-1-1,-2-1 0,-1-1 0,-1-1 1,-2-1-1,-2 0 0,21-69 0,-9 16-22,-8 27 200,-2 0 1,11-74-1,-29 132 22,-23 12 316,18-4-483,-1 0 0,1 0 0,0 1 0,0-1 1,1 1-1,-1 1 0,1-1 0,0 1 1,1-1-1,-5 9 0,-29 68 350,32-69-396,-7 14-32,2 1 0,1 0-1,-6 32 1,13-46-671,1 0 0,0 0 0,1 17 0,1-19-1102,0 1 0,1 0-1,1-1 1,4 13 0,2-1-5897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41.1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15 3028,'-13'-6'-516,"4"-2"-216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41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 0 7697,'0'0'11055,"0"4"-10481,-4 10-270,0 0 1,-1 0 0,-1-1-1,0 1 1,-1-1 0,0-1-1,-1 1 1,-11 13-1,5-7-114,1 1 0,-14 30 0,14-20-62,-29 73 230,37-89-653,1-1 0,1 1 0,0 0 1,0 1-1,1 19 0,2-30-16,0 0 1,0 0-1,1-1 1,0 1-1,0 0 0,0-1 1,0 1-1,0 0 0,1-1 1,-1 0-1,1 1 1,0-1-1,0 0 0,5 6 1,-4-6-561,1 0 0,-1 1-1,1-1 1,0-1 0,0 1 0,8 4 0,29 12-6742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41.7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21 8821,'12'-18'2726,"-12"18"-2655,0-1-1,0 1 1,0 0-1,0 0 1,0 0-1,0 0 1,0 0-1,0 0 1,0 0-1,0-1 1,0 1-1,0 0 1,0 0-1,0 0 1,1 0-1,-1 0 1,0 0-1,0 0 1,0 0-1,0 0 1,0 0-1,0 0 1,0-1-1,0 1 1,1 0-1,-1 0 1,0 0-1,0 0 1,0 0-1,0 0 1,0 0-1,0 0 1,0 0-1,1 0 1,-1 0-1,0 0 1,0 0-1,0 0 1,0 0-1,0 0 1,0 0-1,0 0 1,1 0-1,-1 1 1,0-1-1,0 0 1,0 0-1,0 0 1,0 0-1,0 0 1,0 0-1,0 0 1,0 0-1,1 0 1,-1 0-1,0 1 1,-2 28 5879,0-8-7138,-8 247-101,6-110-3271,-10 44-2141,13-199 6687,1 1 0,0-1-1,0 0 1,0 1 0,0-1 0,1 0-1,-1 0 1,2 4 0,1 13-3004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45.1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152 148 11653,'-25'-12'5567,"24"15"-5203,0 1 0,0-1 0,0 0 0,1 0 0,0 0 0,-1 0 0,1 0 0,1 5 0,-1-1 354,-2 8 129,-1 0 1,0 0-1,-1 0 0,-10 23 0,-5 17 238,-38 256 1575,40-197-2138,14-70-280,3-44-241,0 0 1,0 0-1,0 0 0,0 0 0,0 0 0,0 0 0,0 0 0,0 1 0,0-1 0,0 0 1,0 0-1,0 0 0,0 0 0,0 0 0,0 0 0,0 0 0,0 1 0,0-1 0,1 0 1,-1 0-1,0 0 0,0 0 0,0 0 0,0 0 0,0 0 0,0 0 0,0 0 0,0 0 1,0 0-1,1 1 0,-1-1 0,0 0 0,0 0 0,0 0 0,0 0 0,0 0 0,0 0 1,1 0-1,-1 0 0,0 0 0,0 0 0,0 0 0,0 0 0,0 0 0,0 0 0,0 0 1,1 0-1,-1 0 0,0-1 0,0 1 0,0 0 0,0 0 0,0 0 0,0 0 0,0 0 1,1 0-1,-1 0 0,0 0 0,0 0 0,0 0 0,0 0 0,0-1 0,0 1 0,0 0 1,0 0-1,0 0 0,0 0 0,0 0 0,13-24 40,9-41-27,-2 0-1,14-82 0,8-29-3,-37 159 10,47-141 88,-46 144-30,-1 1 0,2 1 0,0-1 0,0 1 0,1 0 1,1 1-1,0 0 0,0 0 0,13-11 0,-19 20-13,0 0 0,0 1 0,1-1 0,-1 0 0,0 1 0,1 0 0,-1 0 0,1 0-1,-1 0 1,1 0 0,-1 1 0,1-1 0,0 1 0,-1 0 0,1 0 0,0 1 0,-1-1 0,1 1 0,6 1 0,-4 0-27,0 0 0,0 1 0,0-1 0,0 1 1,-1 1-1,1-1 0,-1 1 0,0 0 1,0 0-1,5 5 0,4 8-36,1 1 0,-2 1 1,-1 0-1,0 1 0,13 32 0,-4-2-2,16 63-1,-12-17-564,-5 2 0,10 112 0,-17 63-7511,-16-200 3872,1-28-1317,2 2-4766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45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1 805 14909,'87'-12'3911,"42"-15"-2233,-84 14-1381,-2-1 1,0-3-1,64-33 1,-78 35 13,-2-2-1,47-35 1,-38 24 363,55-34 1,-88 61-557,23 8 139,-24-7-256,-1 0 0,1 1 0,-1-1 1,1 0-1,0 1 0,-1-1 0,1 1 0,-1-1 0,1 1 0,-1 0 0,1 0 1,-1 0-1,1 0 0,-1 0 0,0 0 0,0 0 0,1 0 0,-1 0 1,0 0-1,0 1 0,0-1 0,0 1 0,0-1 0,-1 0 0,2 3 1,7 17-74,-1 1 0,-1-1 1,-1 1-1,-1 0 0,-1 0 1,1 28-1,-5-48 62,0 0 0,1 0 0,-1 0 0,0 0 0,0-1 0,1 1 0,-1 0 0,1 0 0,-1-1 0,1 1 0,0 0 0,0-1-1,0 1 1,0-1 0,0 1 0,0-1 0,0 1 0,0-1 0,1 0 0,-1 0 0,1 1 0,-1-1 0,1 0 0,1 1 0,0-2 9,0 1 1,0 0-1,0-1 1,-1 1 0,1-1-1,0 0 1,0 0-1,0 0 1,0-1-1,0 1 1,0-1-1,0 1 1,4-2 0,8-4 11,-1 0 0,1-1 1,-1-1-1,13-9 1,-26 17-16,49-32 30,2 3-1,1 3 0,73-27 1,-110 48-60,1 0 0,20-3-1,-30 5 36,1 1 0,-1-1 0,1 0-1,-1-1 1,0 0 0,0 0 0,0 0-1,9-9 1,19-32 147,-33 43-18,0 4-138,1-1 12,-1 0-1,1 1 1,-1 0-1,0-1 0,0 1 1,0 0-1,0 0 1,0 0-1,0 1 0,2 3 1,-3-5-11,1 0-2,0 1-1,0-1 1,0 1 0,0-1 0,0 0 0,0 0-1,0 0 1,1 0 0,-1 0 0,0 0 0,1 0-1,-1-1 1,1 0 0,-1 1 0,1-1 0,-1 0-1,1 0 1,-1 0 0,0 0 0,1-1 0,-1 1-1,1-1 1,2 0 0,8-2-27,0-1 0,21-10 0,-34 14 33,30-14-69,51-34 0,-9 4 6,-68 42 64,1 0-1,-1 0 0,1 1 1,0-1-1,0 1 0,0 0 1,0 0-1,0 1 0,0 0 1,0-1-1,0 2 0,0-1 1,0 1-1,0-1 0,0 1 1,0 1-1,7 2 0,6 3 4,0 2 0,0 0-1,20 14 1,-5-2-17,-26-17 7,0-1 1,0 1-1,1-1 0,-1-1 1,1 1-1,-1-2 0,1 1 1,0-1-1,0 0 0,0 0 1,0-1-1,0 0 0,-1 0 0,1-1 1,0 0-1,0-1 0,0 0 1,-1 0-1,1 0 0,-1-1 1,0 0-1,0-1 0,0 1 0,7-6 1,67-54 24,8 7-53,-87 54 14,37-18-1229,-2 1 230,-1-2-1,39-29 1,15-28 1199,-71 59-594,1 0 0,1 2 0,0 1 0,1 0 0,34-17 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46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343 72 10877,'10'-15'3033,"-9"21"2379,-1 15-1296,5-7-4915,2-1 1162,-1 0 0,0 0 0,-1 1 0,-1 0-1,0 0 1,-1 0 0,0 0 0,-1 1-1,0-1 1,-2 29 0,-3 9 230,-16 85-1,18-132-556,-11 43 69,-1-1-1,-3 0 1,-2-1-1,-38 70 0,-15 38-863,46-91-402,-3-1 1,-61 100-1,68-134 783,20-28 375,0 1 0,0-1 0,0 0-1,0 0 1,0 0 0,0 0 0,0 0-1,0 0 1,0-1 0,0 1 0,0 0 0,0 0-1,0-1 1,0 1 0,0 0 0,0-1-1,1 1 1,-1-1 0,0 0 0,0 1 0,0-1-1,1 0 1,-1 1 0,0-1 0,1 0-1,-1 0 1,0 1 0,1-1 0,-1 0 0,1 0-1,-1 0 1,1 0 0,0 0 0,-1 0 0,1 0-1,0-1 1,0-3 13,0 1 0,1-1 0,-1 1 0,1-1 0,0 1 0,3-8 0,1-5 8,12-40-235,2 1 0,2 0 0,3 1 0,58-96 1,153-187-3721,13 38-1532,-152 189-37,-57 64 763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47.5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15569,'0'0'220,"1"0"-1,-1-1 0,0 1 1,1 0-1,-1 0 0,0 0 0,1 0 1,-1-1-1,0 1 0,1 0 0,-1 0 1,0 0-1,1 0 0,-1 0 0,0 0 1,1 0-1,-1 0 0,0 0 1,1 0-1,-1 0 0,1 0 0,-1 0 1,0 0-1,1 1 0,-1-1 0,0 0 1,1 0-1,-1 0 0,0 0 1,1 1-1,6 11 2391,1 27-2598,-5-26 944,20 88 948,46 223-13,13 47-7167,-30-158-4182,-39-175 4685,5-3-2476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48.2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1 146 8493,'22'-15'882,"1"0"0,0 2-1,1 0 1,0 2 0,1 1 0,1 0 0,0 2 0,0 1 0,38-5 0,-8 5 8,0 2 0,0 2 0,85 8 0,-118-4-726,1 2-1,0 1 1,-1 0 0,0 2-1,42 17 1,-58-20-131,-1 0 0,1 1 0,-1 0 0,0 0 0,0 0 1,-1 1-1,1 0 0,-1 0 0,0 0 0,5 8 0,-7-9-15,-1 1 1,1 0-1,-1 0 1,0 0-1,0 0 1,-1 0-1,1 0 1,-1 1-1,0-1 1,-1 0-1,1 1 1,-1-1-1,0 1 0,0-1 1,-2 7-1,-2 6 14,0 0 0,-1-1-1,-1 0 1,-1 0-1,0 0 1,-1-1-1,-19 29 1,-83 97-429,71-97-223,4-4-2119,-57 83 0,78-99 499,13-19 738,12-16 544,95-86 341,-32 31 2704,-54 47-1380,1 2 0,0 0 0,1 1 0,1 2 1,0 0-1,1 1 0,0 1 0,1 2 0,37-10 1,-53 17-633,0 0 1,1 0 0,-1 2 0,0-1 0,0 1 0,0 0 0,1 1 0,-1 0 0,0 1 0,0-1 0,0 2 0,-1-1 0,1 1 0,0 1 0,-1 0 0,0 0 0,0 0 0,0 1 0,0 0-1,-1 1 1,0 0 0,10 10 0,-13-11-39,1 0 0,0 0 0,1-1 0,-1 1-1,1-1 1,8 5 0,-11-8-15,0 1 1,-1-1-1,1 0 0,0 0 0,0-1 0,0 1 1,0 0-1,0-1 0,0 0 0,0 0 1,0 0-1,0 0 0,0 0 0,0 0 1,0-1-1,-1 0 0,1 1 0,4-2 0,24-12 14,1-1 0,-2-2 0,0-1 0,-1-1-1,-1-1 1,-1-1 0,0-2 0,32-36-1,-54 53-37,0 0-29,0 0-1,0 0 0,0-1 0,6-12 1,-10 18 24,0-1 1,-1 1-1,1-1 1,0 1-1,-1-1 1,0 1-1,1-1 1,-1 1-1,0-1 1,0 1-1,0-1 1,0 1-1,0-1 1,0 1-1,0-1 1,-1 0-1,1 1 1,-1-1 0,1 1-1,-1 0 1,1-1-1,-1 1 1,0-1-1,1 1 1,-1 0-1,0 0 1,0-1-1,0 1 1,0 0-1,0 0 1,-2-1-1,-6-4-8,-1 0 1,1 1-1,-1 0 0,-11-3 0,-11-7 19,33 14-4,0-1 1,1 0 0,-1 1-1,1-1 1,-1 1 0,1 0-1,0-1 1,0 1 0,0 0-1,-1 0 1,4-1 0,8-1 6,-1 1 1,0 1 0,1 0-1,-1 0 1,1 2-1,-1-1 1,14 4-1,-23-4-5,17 3-5,0 1 0,25 8 0,-33-8-33,0 0 1,0 0-1,1-2 1,-1 0 0,1 0-1,-1-1 1,1 0-1,0-1 1,22-3-1,-7-6-30,0 0 0,0-2 0,-1-1-1,33-20 1,19-8-37,-65 34-537,-2-1 0,22-15 0,1-5-3610,-9 7-1387,-5 4-1267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48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77 186 11689,'-9'-2'495,"6"2"-325,1 0 0,-1 0 1,1-1-1,-1 0 0,1 1 0,0-1 1,0 0-1,-1 0 0,1 0 1,0 0-1,0-1 0,0 1 0,0-1 1,-4-4 2020,3 6-1957,0 0 0,0-1 1,0 0-1,0 0 0,1 0 0,-1 0 1,0 0-1,-4-3 0,53-27-883,-43 30 535,0 1 36,64 9 108,-59-9-10,1 1-1,0-1 1,-1 0 0,1-1 0,0 0 0,-1 0 0,1-1 0,-1 0 0,0-1 0,1 0 0,10-5 0,4-4 15,-1-1 1,34-25-1,-28 8-79,-12 13 14,-14 15 27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49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77 7793,'14'-25'6525,"0"-1"-2979,-13 24-3096,10-20 224,-10 20 595,-3 4-921,-1 2-200,0 0-1,0 0 0,0 1 1,0-1-1,1 1 0,0 0 1,0-1-1,0 1 1,1 0-1,-1 0 0,1 0 1,0 0-1,1 0 0,-1 7 1,0-5-138,-11 58 801,7-42-617,1 1 0,-1 25 0,8 191-82,1-206-1701,12 52 0,-10-65-742,0-1-1,2 0 0,14 29 0,0-11-6510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51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336 246 3188,'0'0'2151,"-22"21"-2322,15-20-58,1 0-250,0 0 1,0 0-1,0 1 1,-10 4-1,14-5 577,0 0 0,1 0-1,-1 0 1,1 0 0,-1 0-1,1 0 1,-1 1 0,1-1 0,0 0-1,0 1 1,0-1 0,-2 4-1,-8 11 617,-1 0-1,0-1 0,-1 0 0,0-1 1,-1-1-1,-1 0 0,-19 14 0,9-7 107,21-17-690,-24 20 2467,-37 39-1,65-61-2528,0-1-1,0 1 0,0-1 0,0 1 0,0-1 0,0 1 0,0 0 0,0-1 0,0 1 0,0-1 1,0 1-1,0-1 0,0 1 0,0-1 0,0 1 0,1-1 0,-1 1 0,0-1 0,0 1 0,1-1 0,-1 1 1,0-1-1,1 1 0,-1-1 0,1 0 0,-1 1 0,0-1 0,1 0 0,0 1 0,15 9 702,-3-10-602,0 0-1,0-2 1,-1 0 0,1 0-1,15-5 1,-11 2-48,400-132 445,-327 102-933,403-153-3553,-166 55-3192,-209 84 1373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51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829 1 7825,'-42'25'1778,"-2"-1"1,-51 19 0,36-17 746,-90 54 1,79-34-1620,2 2 0,-73 67-1,121-96-793,0 0-1,1 2 1,1 0-1,1 1 1,1 0-1,1 1 1,-13 26-1,27-47-100,0 0 0,0 1 0,0-1 1,0 0-1,1 1 0,-1-1 0,1 1 0,-1-1 0,1 1 0,0-1 0,0 1 0,0-1 0,0 1 0,0 0 0,1-1 0,-1 1 0,1-1 0,0 0 0,-1 1 0,1-1 0,0 1 0,3 3 1,-2-4-8,0 0 0,0 0 1,0 0-1,1 0 1,-1-1-1,0 1 0,1-1 1,-1 1-1,1-1 1,0 0-1,-1 0 1,1 0-1,0-1 0,0 1 1,-1-1-1,1 1 1,0-1-1,0 0 0,0 0 1,-1 0-1,1 0 1,0-1-1,0 1 1,3-2-1,12-1 7,0-1 1,0 0-1,0-2 0,-1 0 1,0-1-1,22-11 0,41-28-24,76-38-4,-148 81-14,-1 1-1,1 0 1,1 0-1,-1 0 1,0 1-1,0 1 0,1-1 1,-1 1-1,0 1 1,0-1-1,1 1 1,9 3-1,-5-2-232,-1 0 0,1-1 0,0 0 0,0-1 0,13-2 0,-8-1 79,1-2 1,-1 0 0,0-1 0,0-1 0,-1 0 0,0-1 0,0-1 0,-1-1 0,0-1 0,-1 0 0,0 0 0,0-2 0,20-22 0,-13 9 208,-1 0 0,-2-1 0,0-1 0,-2-1 0,0-1 0,23-61 0,-35 78 142,0 0 0,2 1-1,-1-1 1,2 2 0,16-23-1,-22 32 149,-27 20-178,24-16-131,-1 0-1,0 0 0,1 1 0,-1-1 0,1 1 0,0 0 0,0-1 0,0 1 0,0 0 0,0 0 0,1-1 0,-1 1 0,1 0 0,0 0 1,0 0-1,0 5 0,1-6-8,-1 0 0,1 0 0,0 0-1,0 0 1,1 1 0,-1-1 0,0-1 0,1 1 0,-1 0 0,1 0 0,-1 0 0,1-1 0,0 1 0,0-1 0,0 0 0,0 1 0,0-1 0,0 0 0,0 0 0,0 0 0,0 0 0,0-1-1,4 2 1,18 3-104,1-1 0,-1-1-1,1-1 1,0-1-1,30-3 1,-7 1-83,-44 1 167,-6 2 54,1 4-73,-1 0 1,-1-1-1,1 0 1,-1 1-1,0-1 1,0 0-1,-1-1 0,1 1 1,-1-1-1,0 1 1,0-1-1,-1 0 0,1-1 1,-7 5-1,-6 3-272,3-2-108,0 0-1,0-1 0,-19 8 0,30-15 17,1-3-27,-12-11-833,-2-4-3996,4 3-146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58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3 123 5292,'0'0'4353,"-1"4"-2974,1 1-1093,-1 0 0,1 0 0,0 1 0,0-1 0,0 0-1,1 1 1,0-1 0,0 0 0,0 0 0,1 0 0,-1 0 0,1 0-1,1 0 1,-1 0 0,1-1 0,-1 1 0,1-1 0,0 0-1,1 0 1,-1 0 0,1 0 0,0 0 0,0-1 0,0 0 0,0 0-1,1 0 1,-1 0 0,1-1 0,8 4 0,6-1-145,1-2-1,0 0 1,1-1 0,-1-2 0,0 0-1,0 0 1,0-2 0,0-1 0,39-9-1,13-10-1420,93-40-1,-155 58 1051,242-98-7047,-105 36-678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54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12 4560,'-6'-3'-1309,"-5"-3"2817,10 5-1076,0 1-1,0 0 1,0-1 0,1 1-1,-1 0 1,0-1 0,0 1 0,0 0-1,0 0 1,0 0 0,0 0-1,0 0 1,0 0 0,1 0-1,-1 0 1,0 1 0,0-1 0,0 0-1,0 0 1,0 1 0,1-1-1,-1 0 1,-1 2 0,-8 5-37,9-6-851,11 5-7108,5 3 3053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55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1092 4224,'0'0'165,"-1"1"1,1-1-1,-1 0 0,0 0 0,1 1 0,-1-1 0,1 0 0,-1 0 0,1 0 1,-1 0-1,0 0 0,1 0 0,-1 0 0,1 0 0,-1 0 0,1 0 0,-1 0 0,0 0 1,1 0-1,-1-1 0,1 1 0,-1 0 0,1 0 0,-1-1 0,1 1 0,-1 0 0,1 0 1,-1-1-1,1 1 0,-1-1 0,1 1 0,0 0 0,-1-1 0,1 1 0,-1-1 0,1 1 1,0-1-1,0 1 0,-1-1 0,1 1 0,0-1 0,0 0 0,0 1 0,0-1 0,-1 1 1,1-1-1,0 1 0,0-1 0,0 0 0,0 1 0,0-1 0,0 1 0,1-1 0,-1 1 1,0-1-1,0 0 0,0 1 0,0-1 0,1 0 0,-1-26 4486,6 42-3915,1-1 0,0 1 1,2-1-1,16 22 0,-5-8-468,48 51 0,-61-72-166,0 0-1,0 0 0,1-1 0,-1 0 0,1-1 0,1 0 0,-1 0 0,1 0 0,0-1 0,0-1 0,0 0 0,0 0 0,0 0 0,1-1 0,-1-1 1,1 1-1,0-2 0,-1 1 0,1-1 0,0-1 0,10-1 0,10-3 37,-1-1 0,1-2 0,-2 0 0,1-2 0,-1-1 0,31-18 0,156-102 104,22-36-1832,302-276 0,-277 213-2337,-83 82-2709,-27 24-3068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7:57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1 426 3864,'16'-8'5367,"-16"5"-4812,0 0-1320,1-15 4418,3 16-774,4 9-1851,10 19 195,21 39 0,-13-20-580,-24-42-562,1 0 0,-1 1 0,1-1 0,-1 0 0,1 0 0,0 0-1,0-1 1,1 1 0,-1-1 0,0 1 0,1-1 0,0 0 0,-1 0-1,8 2 1,-4-2-19,0-1-1,1 0 1,-1 0-1,0 0 0,0-1 1,1 0-1,12-2 1,6-3 9,1-1 0,-2-1 0,40-17 1,-58 21-35,629-289-5250,-445 184 1336,-101 56 883,58-31-3635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00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 2380,'0'0'1772,"-6"17"-1568,-1 0-104,-2-3-876,-4 3-308,7 3 332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00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226 1 4044,'19'231'608,"-28"-134"-124,-13 3-87,-1 9-73,4 8-60,-6 17-236,0 18-44,-14 13-308,-2 7-1413,0 5 649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04.2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48 594 2040,'10'4'114,"-8"-3"-66,-1-1 0,1 1 0,0 0 0,0-1 0,0 1 0,-1-1 0,1 0-1,0 0 1,0 1 0,4-2 0,-6 1-13,1-1 1,-1 0-1,1 1 0,-1-1 0,0 0 0,1 0 0,-1 0 0,0 1 1,0-1-1,1 0 0,-1 0 0,0 0 0,0 0 0,0 0 1,0 1-1,0-1 0,0 0 0,0 0 0,0 0 0,0 0 0,-1 0 1,1 1-1,0-1 0,-1 0 0,1 0 0,-1 0 0,1-2 821,4-3-1620,9 2 4214,-5 2 1033,-17-6-2475,7 7-1638,1 0-1,-1 1 0,1-1 0,-1 1 1,1-1-1,-1 1 0,1-1 0,-1 1 1,0 0-1,1 0 0,-1 0 0,-3 0 1,-27 13 396,20-7 14,9-5-696,1 1 0,-1 0 0,1 0 0,0 0 0,0 0 0,0 1-1,0-1 1,-3 5 0,0 0 94,2-5 330,25 3-86,-11-6-395,0 1 0,0-2 1,-1 1-1,1-2 0,-1 1 1,1-1-1,-1-1 0,0 0 1,11-6-1,12-4-14,487-171-562,-67 25-1655,-236 64-773,-79 25-2716,-43 19-2059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11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0 267 8845,'7'-14'1028,"1"1"1,0 0 0,0 0-1,2 1 1,-1 0-1,1 1 1,16-14 0,87-64 2293,-69 58-2288,-40 27-965,1 0 1,0 1-1,0 0 1,0 0 0,0 0-1,0 1 1,1-1-1,-1 1 1,1 1-1,-1-1 1,1 1-1,0 0 1,0 0-1,-1 0 1,1 1-1,0 0 1,0 0-1,0 1 1,6 1-1,-6 0-45,1 0 1,-1 1-1,-1 0 0,1 1 1,0-1-1,-1 1 0,1 0 1,-1 0-1,-1 0 0,1 1 1,0 0-1,-1 0 0,0 0 1,0 1-1,-1-1 0,6 10 0,-2-1 2,0 1 0,-1 0 0,-1 0-1,0 0 1,-1 1 0,-1-1-1,0 1 1,-1 0 0,-1 0 0,0 0-1,-1 0 1,-1 0 0,-1 0-1,-6 29 1,-6 7-405,-2-2-1,-3 1 1,-26 51 0,30-70-185,-68 123-4131,37-73-616,3 6-3237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11.5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63 10305,'7'29'14221,"-1"-43"-14421,4-1-344,9 7-676,3-1-984,-13-11-980,1 3-1893,12 9-4036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16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517 377 4828,'0'0'15960,"0"-3"-15615,8-28 419,-7 28-387,-1-1 16,0-31 507,0 31-512,-1 1-50,-7-26 837,7 33-1029,-6 37 345,-2-1-1,-27 74 0,-45 79 311,42-104-619,-40 94 105,-103 253 33,109-258-122,72-175-174,-3-24-16,2-1-47,0-1 0,1 1 0,2-1 0,0 1 0,7-37 0,33-116-844,-35 152 732,112-373-1442,-72 268 1243,65-125-1,-88 204 328,3 2 0,1 1 0,3 1 0,1 1-1,38-40 1,-63 77 50,1 1 0,0 0 0,0 0 0,1 1 1,0 0-1,0 0 0,0 0 0,0 1 0,1 1 0,9-4 0,-12 6 23,-1 0 0,1 0 0,0 0 1,0 1-1,-1 0 0,1 0 0,0 0 0,0 1 0,0 0 1,-1 0-1,1 0 0,-1 1 0,1 0 0,-1 0 1,1 0-1,-1 1 0,6 3 0,1 3 97,1 1 1,-1 0-1,-1 0 0,0 1 1,0 1-1,-1 0 0,-1 0 1,10 17-1,57 115 886,-67-124-903,27 60 228,-4 3 0,-4 0 1,-3 2-1,-4 0 0,18 166 0,-27-73 84,-20 337-1,-36 47-290,44-559-31,-1 26-1123,4-25-181,5-18 40,4-24-833,-2 0 0,-1-1 0,5-55 0,-5 35-866,3-13-2996,0-2-3453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16.5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219 169 10177,'-40'12'3412,"-56"9"1,17-4-156,75-16-1482,9-1-1222,511-19 1186,261-65-4409,-445 33-734,-112 9-3825,-111 18-810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16.8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332 16 9577,'-2'-2'4384,"0"1"-4103,0-1 0,0 1-1,0-1 1,0 1-1,0 0 1,-1 0 0,1 0-1,0 0 1,-1 1 0,1-1-1,-1 1 1,1-1-1,-1 1 1,1 0 0,-1 0-1,1 0 1,-1 0 0,1 0-1,-1 0 1,1 1-1,0 0 1,-1-1 0,1 1-1,-1 0 1,1 0 0,0 0-1,0 0 1,-4 3-1,0 1 53,-1 0-1,1 0 1,0 1-1,0 0 1,0 0-1,1 1 1,0-1-1,1 1 1,-1 0-1,1 1 0,0-1 1,1 1-1,-4 11 1,-3 14 910,-12 63 0,20-83-1055,-20 96 973,-19 116 39,29-141-1193,-12 106-1855,6-19-1988,-5-59-2659,12-80-1922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17.1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1 257 11513,'1'1'277,"-1"-1"-1,1 1 1,0 0 0,0-1 0,0 1-1,-1 0 1,1-1 0,0 1 0,0-1-1,0 0 1,0 1 0,0-1-1,0 0 1,0 1 0,0-1 0,0 0-1,0 0 1,0 0 0,0 0-1,0 0 1,0 0 0,0 0 0,0 0-1,0-1 1,0 1 0,2-1 0,27-15-137,-10 5 480,33-9 143,85-18-1,-54 17-436,288-70-442,8 32-3521,-329 54 2154,54 3 1,-81 3-297,0 2 0,31 6 1,1 9-4780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17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197 263 9177,'-144'99'5282,"91"-68"-1328,70-28-2204,11-5-1535,-1-3 1,1 0-1,-1-1 1,-1-2 0,40-16-1,9-2-252,663-205-6304,-574 184 1669,9 5-2750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43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12273,'10'13'928,"-1"0"0,0 0 0,-2 1 0,1 0 0,-2 0 0,1 1 0,-2 0 0,0 0 0,5 32 0,-7-20-90,-1 2 1,-1-1-1,-2 0 0,-6 46 0,-8 31 334,-15 145-218,27-207-2413,3 1-1,1 0 0,12 73 0,0-76-1696,-10-36 2038,-1 0-1,1-1 1,0 1-1,1-1 1,-1 0-1,8 7 1,18 14-6944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43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12117,'0'0'4170,"9"9"-2218,-6-5-1667,1 0 1,0-1-1,0 1 0,0-1 0,0 0 1,1 0-1,0-1 0,-1 1 0,1-1 1,0 0-1,0 0 0,7 1 0,-11-2-242,0-1-1,0 0 1,-1 1-1,1-1 1,0 1-1,0-1 1,0 1-1,0 0 1,-1-1-1,1 1 1,0 0-1,-1 0 1,1-1-1,0 1 1,-1 0-1,1 2 1,4 3 145,2 2 46,0 1 0,0-1 0,-1 1 0,-1 1 1,0-1-1,0 1 0,0 0 0,-2 0 0,1 0 0,-1 0 0,2 15 0,3 20 447,1 63 1,-8-91-634,3 44 244,-1 8 33,21 121 0,-15-149-413,-7-27-126,1 1 1,0-1-1,1 0 0,0 0 0,1-1 1,1 0-1,0 1 0,10 13 0,0-2-1162,-2 0 1,15 36-1,-26-55 494,-2 0 0,1 0 1,-1 0-1,0 1 0,1 6 0,-4 14-7078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43.8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499 0 10765,'0'0'8746,"-3"3"-7286,-6 5-940,0 0 1,1 0 0,1 1 0,-1 1-1,1-1 1,1 1 0,0 0 0,0 0 0,1 1-1,-7 20 1,-28 89 1601,-67 194-185,-10-4-5627,36-108-1972,30-68-4183,34-89 1268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44.2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29 10961,'0'-2'134,"0"1"0,0 0 0,0 0 1,1 0-1,-1-1 0,0 1 0,1 0 0,-1 0 0,0 0 0,1 0 0,0 0 0,-1 0 1,1 0-1,-1 0 0,1 0 0,0 0 0,0 0 0,0 0 0,0 0 0,0 1 1,-1-1-1,1 0 0,0 0 0,1 1 0,-1-1 0,0 1 0,0-1 0,0 1 1,0 0-1,0-1 0,0 1 0,1 0 0,-1 0 0,0 0 0,5-1 4369,-6 3-3761,4 22-37,-1 0 0,-1-1 0,-1 1 0,-3 35 0,-19 97 544,-40 112-205,9-44-395,50-215-564,0 0 1,1 1 0,0-1 0,0 0 0,1 0 0,1 0 0,-1 0-1,4 14 1,-3-20-54,0 1-1,1 0 1,-1-1-1,1 1 1,0-1-1,0 0 0,0 1 1,0-1-1,1 0 1,-1-1-1,1 1 1,0 0-1,0-1 1,0 1-1,0-1 0,0 0 1,0 0-1,1 0 1,-1 0-1,1-1 1,-1 1-1,5 0 1,11 3 37,0-1 1,0 0-1,0-2 1,35 1-1,82-9-56,-121 5-41,82-9-1341,-1-4 0,173-50 0,-43-9-3478,-4-9-4176,-126 46 789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44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0 13353,'-3'3'2072,"-2"1"-1616,2 0 0,-1 0 0,1 0 0,-1 1-1,1-1 1,0 1 0,1 0 0,-1 0 0,1 0 0,0 0 0,0 0 0,0 0 0,1 1 0,-1 7 0,-2 16 1362,-1 46 1,4-45-976,-27 263 2965,-13-2-3614,38-266-869,1 0-1,1 1 0,1 0 1,1-1-1,2 1 1,0-1-1,12 44 1,-13-63 251,0 0-1,1 0 1,-1 0 0,1 0 0,0-1 0,0 1 0,7 7 0,-8-11 123,0 0 0,0 0 1,0 0-1,0-1 0,0 1 1,1-1-1,-1 1 0,0-1 0,1 0 1,-1 0-1,1 0 0,0 0 1,-1 0-1,1 0 0,0-1 1,0 1-1,-1-1 0,1 0 0,3 0 1,32-4-4736,-5-9-2879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44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21 11753,'-8'-6'538,"-13"-7"555,20 13-1001,0 0-1,1-1 1,-1 1-1,0 0 1,1 0-1,-1-1 1,0 1 0,0 0-1,0 0 1,1 0-1,-1 0 1,0 0-1,0 0 1,1 0-1,-1 1 1,0-1-1,0 0 1,0 0-1,1 0 1,-7 5 5610,46-2-5003,-1 2 1,1 2-1,-1 1 1,37 14-1,-18-7-281,-17-4-165,104 31 382,-127-36-531,-1 1 0,0 1 0,-1 0 0,0 1-1,0 0 1,20 18 0,-31-23-71,0 0 1,0 0-1,0 0 1,0 1-1,-1-1 0,0 1 1,1 0-1,-2 0 1,1 0-1,-1 0 0,0 1 1,0-1-1,0 1 0,-1-1 1,2 9-1,-3-7-3,0 0 0,0 0 0,-1 0 0,0 0 0,0 0 0,-1-1-1,0 1 1,0 0 0,0-1 0,-1 1 0,0-1 0,-5 9 0,-5 5-14,-1-1 0,-1 0 1,0-1-1,-1-1 0,-1-1 1,-33 26-1,-127 74-1906,97-66-12,43-27 647,-58 39-7266,54-27-2411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44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9 14813,'-25'-8'2809,"-16"16"-341,3 1-500,3-1-388,3 4-332,16-9-328,-6 5-412,3 4-736,3-4-352,0 1-240,-3-9-5408,-3 0 719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24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461 166 10433,'2'-3'311,"0"0"82,0 0 0,1 1 0,-1-1-1,1 1 1,-1-1 0,1 1 0,0 0 0,6-3 6992,-19 25-5036,-53 126 2468,-13 28-1697,67-158-2875,-221 381 719,189-344-961,23-30-49,-26 40 0,43-61-418,2-7-1051,12-31 218,1 0 1,1 1 0,40-64-1,-48 87 1188,115-238-1388,-22 40 1119,-57 125 434,-22 40 369,2 1-1,55-78 1,-71 114-189,0 0 0,1 1 0,0 0-1,16-11 1,-23 17-190,1 0 0,-1 1 0,0-1 0,0 1 0,1 0 0,-1-1 0,0 1 0,1 0 0,-1 0 0,1-1 0,-1 1 0,0 0 0,1 1 0,-1-1 0,0 0 0,1 0 0,-1 0 0,0 1 0,1-1 0,-1 1 0,0-1 0,0 1 0,1 0 0,-1-1 0,0 1 0,0 0 0,0 0 0,2 1-1,27 31 487,-27-29-418,11 15 145,-1 1 1,-1 1-1,-1 0 1,-1 0-1,0 1 1,-2 0-1,8 36 1,23 165 756,-37-211-974,20 278 204,-6-55-4862,-15-225 3734,1 7-208,0-1-1,6 21 1,-7-32-332,1 0 0,0 0 0,0 0 0,1 0 0,-1 0 0,6 7 0,6 4-8268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24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29 518 11509,'-29'-14'7292,"32"13"-6339,220-31-100,-110 17-1711,86-11-1110,235-40-1476,-82-25 2732,-293 70 1212,-2-2-1,0-2 0,96-60 0,15-32 3545,-166 116-2808,-9 21-438,1-8-653,-28 71 289,-45 81-1,19-22-3000,19-40-6760,33-82 1493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24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1 115 8549,'63'-74'2240,"-34"57"-400,-4 5-252,-12 7-372,25 2-239,19 0-181,-3 3-188,7 8-276,-1 7-628,0 13-328,7 4-445,0 2-327,-7 6-368,-12 3-2016,-10 8-2453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25.1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23 220 9093,'-23'9'9413,"55"-18"-8365,82-19 416,-37 8-1144,8-3-524,17-3-464,9-3-800,7 1-624,2-6-2893,-2 2-3952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25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191 330 4732,'0'0'2569,"2"-3"-3359,22-52 5497,-21-1 3263,-3 53-7669,-1 1 0,1-1 0,0 0 0,0 1 1,0-1-1,0 0 0,0 1 0,0-1 0,1 0 0,0 1 1,-1-1-1,1 1 0,2-6 0,-2 6 360,-2 0-641,0-2-48,-9-23 110,10 26-87,0 0-1,-1 0 1,1 0 0,-1 0-1,0 0 1,1 0 0,-1 0-1,0 0 1,1 0 0,-1 0 0,0 0-1,0 1 1,0-1 0,0 0-1,0 1 1,0-1 0,0 0-1,0 1 1,0-1 0,0 1-1,0 0 1,-1-1 0,-1 4 5,0 0 1,1 0-1,-1 0 1,1 1-1,0-1 0,0 1 1,-3 5-1,-2 34-68,3-10-8,1-15 40,-2 7-69,-1 0 0,-11 31 0,7-31 17,-37 81-365,42-96 387,0-1 1,-1 1 0,-1-1-1,0-1 1,0 1-1,0-1 1,-1 0 0,-10 8-1,15-15-52,5-6-80,0 0 180,0 0 0,1 0-1,-1 0 1,1 1 0,0-1 0,1 1 0,-1-1 0,6-4 0,-8 8 22,123-123 548,-52 55-307,-17 13-101,102-94 611,-135 132-492,1 0-1,0 2 0,1 1 1,1 0-1,38-14 0,-58 27-190,0 0 0,1 1-1,-1-1 1,0 2 0,1-1 0,-1 0-1,1 1 1,-1 0 0,1 0 0,-1 1-1,1 0 1,-1 0 0,1 0-1,-1 0 1,0 1 0,0 0 0,10 4-1,-8-2-9,0 1-1,-1-1 1,1 1-1,-1 0 1,1 1-1,-2 0 0,1-1 1,-1 2-1,0-1 1,9 14-1,-1 5 66,-2 0-1,0 1 1,-2 0-1,11 44 1,-8-10-1030,4 63 1,-15-102 63,-1-1-1,0 1 1,-1-1-1,-8 38 1,-14 33-7996,21-82 7358,-5 21-7015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18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562 58 7765,'-1'-2'277,"1"0"1,0 1 0,0-1-1,0 0 1,0 0 0,0 1-1,1-1 1,-1 0 0,0 1-1,1-1 1,-1 0 0,1 1-1,0-1 1,0 0 0,-1 1-1,1-1 1,2-1 0,1-5 4465,-8 3-2357,-13-7 4374,4 29-6170,1 0-1,1 1 1,1 0 0,0 1 0,-12 34 0,-9 17 351,-122 210 739,80-154-1702,-99 238-1,162-337 23,1 0 0,2 0 0,0 0 0,2 1 0,1 0 0,2 0 0,0 44 0,3-59 0,0-1 0,1 1 0,0-1 0,1 0 0,1 0 0,0 0 0,0 0 0,1 0 0,0-1 0,1 0 0,1 0 0,0-1 0,0 0 0,1 0 0,0 0 0,0-1 0,1 0 0,1-1 0,12 9 0,-6-7 10,1 0 0,0-2 0,1 0 0,0-1 0,0-1 0,0-1 0,1 0 0,0-2 0,38 4 0,-11-5-397,0-3 1,0-1-1,47-8 1,-47 2-937,0-2 0,-1-2 1,-1-2-1,0-1 0,82-43 0,-80 31-2500,0-1-1,67-57 0,-47 29-5105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18.2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16 131 6413,'-15'17'8557,"21"-26"-6745,-1 5-1543,0-1 1,0 1 0,1 1-1,0-1 1,0 1 0,0 0 0,0 0-1,0 0 1,0 1 0,1 0-1,12-2 1,0-1 145,230-59 1303,-79 37-7656,-165 26 5237,1 0 0,0 1 0,-1 0 0,1 0 0,0 1 0,-1-1 0,1 1 0,-1 0 0,7 3 0,11 13-5518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18.3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1 227 10945,'25'-15'1960,"16"15"-136,-6-8-332,3-4-379,10-2-273,12-6-516,16-3-700,20-2-852,2-10-573,13 1-2571,7-6-3365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19.3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39 10773,'2'-7'9788,"-17"9"-10200,3 0 1054,10-2-600,1 0 0,0 1 1,0-1-1,0 0 1,0 0-1,0 0 1,1 1-1,-1-1 0,0 0 1,0 1-1,0-1 1,0 1-1,0-1 1,0 1-1,0-1 1,1 1-1,-1 0 0,-1 1 1,-15 8 675,-59 9 5184,75-17-5782,0 2-99,-1 0 0,1 0 0,0 0-1,0 1 1,0-1 0,1 0 0,0 0-1,-1 1 1,1-1 0,1 0 0,-1 1 0,1-1-1,-1 0 1,1 0 0,1 0 0,-1 0-1,0 0 1,5 7 0,-4-3-6,1-1 0,-1 1-1,0-1 1,-1 1 0,0 0 0,0 0-1,0 8 1,1 8 12,-2-22-24,1 0 1,-1 1-1,1-1 1,-1 0-1,1 1 0,0-1 1,0 0-1,0 0 1,0 0-1,0 0 1,1 0-1,-1 0 1,1 0-1,-1 0 1,1 0-1,0-1 1,0 1-1,0 0 0,-1-1 1,1 0-1,1 1 1,-1-1-1,0 0 1,0 0-1,0 0 1,1-1-1,-1 1 1,0 0-1,1-1 1,-1 0-1,0 1 0,1-1 1,-1 0-1,1 0 1,-1 0-1,5-1 1,6-1-3,1 0 1,-1-1-1,1-1 1,21-8-1,-30 10 7,157-69 3,-116 48-41,1 2 0,0 3-1,65-17 1,-104 33 28,0 0-1,1 1 1,-1 0 0,1 1-1,-1 0 1,1 0 0,-1 1-1,1 0 1,-1 1 0,0-1-1,1 2 1,-1-1-1,0 1 1,0 0 0,-1 1-1,1 0 1,-1 0 0,0 1-1,0 0 1,0 0 0,0 0-1,-1 1 1,0 0 0,0 0-1,-1 1 1,6 7 0,-5-7 7,1 0 0,1-1 0,-1 1 0,1-2 1,0 1-1,0-1 0,1 0 0,0 0 0,0-1 0,0-1 1,0 1-1,0-1 0,1-1 0,0 0 0,-1 0 1,1-1-1,17 0 0,1-1 0,0-1 1,0-1-1,0-2 1,-1-1-1,31-9 1,-35 7-11,0-1 1,-1-2-1,0 0 1,-1-1-1,0-1 1,30-23-1,-47 31-14,0 0-1,1 0 1,-1-1 0,-1 1-1,1-1 1,-1 0-1,0-1 1,0 1 0,0 0-1,-1-1 1,1 1-1,2-12 1,-5 15-3,1-1-1,0 0 1,0 0-1,-1 1 1,1-1 0,-1 0-1,0 0 1,0 1-1,0-1 1,0 0 0,-1 0-1,1 1 1,-1-1-1,0 0 1,1 1 0,-1-1-1,0 0 1,-1 1-1,1-1 1,0 1 0,-1 0-1,1-1 1,-1 1 0,0 0-1,0 0 1,0 0-1,-3-3 1,-2 5-53,-14 5-26,0 0 1,1 1 0,-34 15 0,45-17-6,0 0 1,0 1-1,0 0 1,1 1-1,0 0 1,0 0-1,0 1 1,1 0-1,0 0 1,-7 10-1,14-14 83,0 0 0,0-1 0,0 1 0,1-1 0,-1 1 0,1 0 0,0-1 0,0 1 0,0-1 0,0 1 0,0-1 0,0 0 0,4 5 0,-3-5 12,1 0 0,0-1 0,0 1 1,0-1-1,0 1 0,0-1 0,0 0 0,0 0 0,0-1 0,0 1 1,1 0-1,-1-1 0,0 0 0,4 0 0,47-3 43,-22-3 209,-1-1-1,52-20 1,-48 19-160,-35 8-76,1 0-1,0 0 1,-1 0-1,1 0 1,0 0 0,-1 1-1,1-1 1,0 0-1,-1 1 1,1-1-1,-1 0 1,1 1 0,-1-1-1,1 1 1,-1-1-1,1 1 1,-1-1-1,1 1 1,-1-1-1,1 1 1,-1-1 0,0 1-1,1 0 1,-1 0-1,7 15 64,-3 4 8,-2 0 1,-1 0-1,-1 30 0,0-29-37,-4 42 119,-3 0-1,-2 0 0,-22 71 1,17-71 57,-3 10-45,-107 417 539,108-444-669,-1-1-1,-2 0 1,-3-1-1,-1-1 1,-2-2-1,-2 0 1,-1-2-1,-3-1 1,-1-1-1,-1-2 1,-2-1-1,-1-2 1,-2-1-1,-1-2 1,-66 36-1,90-57-29,0-1 0,0 0-1,-29 7 1,39-12-9,0-1 1,0 0 0,0 0 0,0-1 0,-1 1-1,1-1 1,0 0 0,0-1 0,-1 1-1,1-1 1,0 0 0,0 0 0,0-1 0,0 0-1,-8-3 1,10 2-4,0 1 0,1-1-1,-1 0 1,0 1 0,1-1 0,0 0 0,0-1-1,0 1 1,0 0 0,0-1 0,1 1-1,0-1 1,-1 1 0,1-1 0,1 0 0,-1 1-1,0-1 1,1 0 0,0 0 0,0 1 0,0-1-1,0 0 1,1 0 0,0-5 0,2-7-64,0 1 0,1-1 0,0 1 0,11-25 0,8-7-311,2 1 0,43-60-1,75-79-715,-47 78 571,4 4 0,175-140-1,263-128 1830,-478 333-945,-23 14-54,1 1-1,41-17 1,-72 37-240,0 0 0,1 1 1,-1 0-1,1 0 1,0 0-1,10 0 0,-16 2-55,-1 0-1,1 0 1,0 0-1,0 1 1,0-1-1,0 0 1,0 1-1,-1-1 1,1 1-1,0 0 1,0-1-1,-1 1 0,1 0 1,-1 0-1,1 0 1,0 0-1,-1 0 1,0 1-1,1-1 1,-1 0-1,0 1 1,0-1-1,0 1 1,0-1-1,0 1 1,0 0-1,1 3 1,36 79-3371,-12-32-3785,-21-29-8339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19.5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89 9153,'51'-52'1852,"-32"38"620,-12 3-1996,2-1-376,7 18-2752,0-3-708,-3 14-1697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19.9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75 7597,'22'17'9551,"-32"-24"-7307,-5-3 6147,14 9-8317,0 1 0,0-1 0,-1 1 0,1 0 0,0 0 0,0 0 0,-1 0 0,1 0 0,0 0 0,-1 0 0,1 0 0,0 0 0,0 1 0,-1-1 0,1 0-1,0 1 1,0-1 0,0 1 0,0-1 0,0 1 0,-1 0 0,1-1 0,0 1 0,0 0 0,0 0 0,1 0 0,-2 1 0,0 2-5,0 1-1,0 0 0,1-1 0,-1 1 0,1 0 0,-1 9 0,-2 6-84,-1-1 1,-1-1 0,0 1-1,-2-1 1,0 0 0,-20 32-1,-18 34 41,51-84-21,-1-1-1,1 1 0,0-1 1,-1-1-1,1 1 1,-1-1-1,0 1 1,1-1-1,-1 0 0,0-1 1,6-4-1,43-37 17,-31 24-16,72-61-8,110-71 0,-192 144 13,0 1 0,0 0 1,1 1-1,-1 1 0,1 0 0,25-7 0,-35 12-7,1-1 0,-1 1 0,1-1-1,-1 1 1,1 0 0,-1 0-1,1 0 1,-1 1 0,0-1-1,1 1 1,-1 0 0,1 0-1,-1 0 1,0 0 0,0 1-1,0-1 1,1 1 0,-2 0-1,1 0 1,0 0 0,0 0-1,-1 1 1,1-1 0,-1 1-1,1-1 1,-1 1 0,0 0-1,0 0 1,-1 0 0,1 0-1,0 0 1,1 5 0,0 3-105,0 0-1,0 1 1,-1-1 0,-1 0 0,0 1 0,-1-1 0,0 1 0,-1 12-1,-3 6-1592,-12 55 0,-7-7-2913,1-27-3936,7-22-1421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20.6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0 309 8693,'0'0'3887,"3"0"-2138,40 1 1510,-12 0-2430,1-1 0,-1-2 0,33-6 0,4-7-347,-1-2-1,106-44 1,-167 58-471,0 1 0,-1-1 0,1-1 0,-1 1 0,0-1 1,0 0-1,0 0 0,0-1 0,-1 1 0,0-1 0,0 0 1,0 0-1,4-7 0,-7 9-12,1 0 0,-1 0 1,0 1-1,0-1 0,0 0 0,0 0 0,0 0 1,-1 0-1,0-1 0,1 1 0,-1 0 1,0 0-1,0 0 0,-1 0 0,1 0 1,-1 0-1,1 0 0,-1 0 0,0 0 1,0 0-1,0 0 0,-1 0 0,1 0 0,-1 1 1,0-1-1,1 0 0,-4-2 0,0-1 37,-1-1 0,0 1-1,0 0 1,0 0-1,-1 1 1,-8-6 0,10 9 15,1 0 1,-1 0-1,0 1 1,0-1-1,0 1 1,0 0-1,0 1 1,0-1 0,0 1-1,0 0 1,0 0-1,-9 2 1,-3 1 137,1 1 0,0 1 1,0 1-1,0 0 0,1 1 1,0 0-1,0 1 0,1 1 1,0 1-1,-17 14 0,9-5 19,0 1 0,2 0 0,0 2 0,2 0 0,-21 32-1,34-46-265,0 0 0,1 0 0,0 0 0,0 1 0,1-1 0,1 1 0,-1 0 1,1 0-1,1 0 0,-1 0 0,1 0 0,1 0 0,0 0 0,1 10 0,0-13-142,1 1 1,-1-1 0,1 0 0,0 0 0,1 0-1,-1-1 1,1 1 0,1-1 0,-1 1 0,1-1 0,-1 0-1,1 0 1,1 0 0,-1-1 0,1 0 0,0 0 0,0 0-1,0 0 1,0-1 0,1 1 0,6 1 0,5 2-978,0-1 1,1-1-1,0-1 1,0-1-1,0 0 1,0-1-1,1-1 1,29-2-1,-39 1 275,53 0-6104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20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395 96 7337,'0'0'1803,"3"0"-187,10 0-1129,0 0 1,0-1 0,0 0 0,0-1-1,0 0 1,0-1 0,0-1-1,0 0 1,-1-1 0,0 0-1,0 0 1,0-2 0,16-11 0,-17 10-137,-9 7 1,-4-1 67,-4-5-167,5 5-203,0 1 1,0-1-1,0 1 0,0 0 0,0-1 0,-1 1 0,1 0 0,-1 0 1,1 0-1,0 0 0,-1 0 0,0 0 0,1 0 0,-1 1 0,1-1 0,-1 0 1,0 1-1,0 0 0,1-1 0,-1 1 0,0 0 0,0 0 0,1 0 1,-1 0-1,0 0 0,0 0 0,1 0 0,-3 1 0,-15 2 214,-13 1 509,1 2 0,-1 1 0,-58 21 0,70-19-450,-3 0-11,0 1 0,0 1 0,2 1-1,-1 1 1,2 1 0,-1 1 0,2 0-1,-23 24 1,-36 50 669,74-84-927,1-1 1,0 1-1,-1-1 1,2 1-1,-1 0 1,0 1-1,1-1 0,0 0 1,0 1-1,1-1 1,0 1-1,-1-1 1,2 1-1,-1 6 1,1-9-69,1 0 1,-1 0 0,1 1-1,0-1 1,0 0-1,0 0 1,0 0-1,1 0 1,-1 0-1,1 0 1,0 0 0,0-1-1,0 1 1,0 0-1,0-1 1,1 0-1,3 4 1,4 1-257,1-1 1,-1-1 0,1 0-1,0 0 1,1-1-1,-1 0 1,1-1 0,-1 0-1,1-1 1,13 1-1,19 0-1795,-1-2 0,75-7 0,19-14-6046,-67 6 6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21.2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54 11933,'0'1'99,"-1"0"-1,1 0 0,0 0 1,0-1-1,0 1 1,-1 0-1,1 0 1,0 0-1,-1-1 1,1 1-1,0 0 0,-1 0 1,1-1-1,-1 1 1,0 0-1,1-1 1,-1 1-1,1-1 1,-1 1-1,-1 0 1,-11-6 2217,3-1-1273,8 4 349,2 15-564,1-1 1,1 0 0,0 0-1,0 0 1,1 0-1,8 18 1,35 66 755,-30-66-1158,18 44-1,-29-60-351,-1 0 1,0 1-1,-1-1 0,-1 1 1,0 0-1,-1 0 0,0 0 0,-3 22 1,1-27-61,-1 1-1,0-1 1,-1 0 0,0 0 0,-1 0 0,0-1-1,0 1 1,-1-1 0,0 0 0,-1 0 0,0-1-1,-14 16 1,6-9 50,-1-1-1,0 0 0,-1-2 1,0 0-1,-1 0 0,-26 12 1,42-25-53,1 1 1,-1 0 0,0-1 0,0 1-1,1-1 1,-1 0 0,0 1 0,1-1-1,-1 0 1,0 1 0,1-1 0,-1 0-1,1 1 1,-1-1 0,1 0 0,0 0-1,-1 0 1,1 0 0,0 1 0,-1-3-1,1 3 1,-1-2-8,0-1 1,1 1 0,-1 0 0,1-1 0,-1 1 0,1-1-1,0 1 1,0-1 0,0 1 0,0-1 0,0 1 0,1-1-1,-1 1 1,1 0 0,1-5 0,17-32-1,-15 32-33,25-39-840,2 2 1,2 1-1,2 2 1,2 1-1,43-37 0,-33 38-233,2 2-1,2 2 0,0 3 0,3 2 1,0 2-1,2 2 0,0 3 0,76-20 1,-73 27 380,1 3 1,74-8 0,-88 15 399,-18 2 266,0 0 1,0 2-1,1 1 0,40 4 0,-63-3 203,1 1 0,-1 1-1,0-1 1,0 1 0,0 0 0,9 4-1,-5-2 262,-6-2 343,-5 1 29,1-2-732,0 2 5,-1 1 1,1-1-1,-1 0 0,0 1 0,0-1 0,0 0 1,0 0-1,0 0 0,-1 0 0,0 0 0,1 0 1,-1 0-1,0 0 0,0 0 0,-1-1 0,-2 3 1,3-3-1488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22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1434 29 6893,'13'-29'13545,"-27"52"-12384,-127 291 3253,-85 74-2141,-31-15-1312,74-112-624,177-252-339,-394 594-1685,371-556 1192,-15 25-1606,-67 82-1,102-144 1304,-17 18-3873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23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334 25 10177,'6'-18'6553,"-18"12"-4463,11 6-2037,0 0 0,0 0-1,0-1 1,0 1 0,-1 0-1,1 0 1,0 0 0,0 0-1,0 0 1,0 1 0,0-1-1,0 0 1,-1 0-1,1 1 1,0-1 0,0 1-1,0-1 1,0 1 0,0-1-1,0 1 1,1 0 0,-1-1-1,0 1 1,0 0 0,0 0-1,0 0 1,1 0 0,-2 1-1,-25 33 486,21-27-325,-14 21 308,1 1-1,1 0 1,2 2 0,-19 52 0,-33 139 985,49-157-1207,0-1-53,3 1-1,3 0 1,-7 98 0,19-142-199,1 0 0,0 0 1,2 0-1,1-1 1,0 1-1,2 0 0,0-1 1,1 0-1,2-1 1,0 1-1,1-1 0,1-1 1,1 1-1,22 29 1,-23-38-93,0-1 1,1 0 0,0 0 0,1-1 0,0-1 0,0 0 0,1 0-1,0-2 1,1 1 0,-1-2 0,1 0 0,0 0 0,0-1 0,1-1 0,-1 0-1,27 1 1,-20-3-119,1-1-1,0-1 0,0 0 0,0-2 1,-1-1-1,1 0 0,-1-1 0,0-2 0,0 0 1,33-17-1,-43 17 47,-1 1 1,1-2-1,-2 1 1,1-1-1,-1-1 1,0 0-1,-1 0 1,0-1-1,0 1 1,-1-2-1,9-16 1,-8 10-27,0 0 1,-2 0 0,0-1-1,0 0 1,-2 0 0,0 0-1,0-21 1,0 0 100,10-46 1,-13 83 64,0-1-1,0 0 1,0 0 0,0 0 0,0 1 0,1-1 0,-1 1 0,1-1 0,0 1 0,0 0 0,0-1 0,0 1-1,0 0 1,0 0 0,1 1 0,2-3 0,0 1 15,1 0 0,-1 1 0,1-1 0,0 1 0,0 1 0,0-1-1,9-1 1,-1 2 47,0 0 0,1 1 0,-1 0-1,1 1 1,-1 1 0,15 3 0,-16-3-1,0 2 1,-1-1 0,1 2-1,-1 0 1,0 0-1,-1 1 1,1 0 0,-1 1-1,0 1 1,-1 0-1,0 0 1,0 1 0,0 0-1,-1 0 1,-1 1-1,0 1 1,0-1 0,-1 1-1,0 0 1,-1 1-1,0 0 1,-1 0 0,0 0-1,-1 1 1,-1-1-1,0 1 1,2 22 0,-3-12-58,-2-1 0,0 1 0,-2 0 0,-5 29 0,-26 86-1392,-1 2-4943,31-108 506,5-12-3558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23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71 229 7601,'3'2'318,"0"-1"1,0 0-1,0 1 1,0-1-1,0 0 1,0 0-1,1-1 1,-1 1-1,0-1 1,0 1 0,1-1-1,-1 0 1,0 0-1,6-1 1,53-13 2951,-35 6-2197,6 1-425,1 0 1,0-1-1,-1-1 0,1-2 0,-2-2 0,49-25 0,-78 35-584,0 1 0,1-1-1,-2 0 1,1 0 0,0 0 0,0-1-1,-1 1 1,0-1 0,0 1 0,0-1-1,3-6 1,-4 8-41,-1 0 0,1 0 0,-1 1 0,1-1-1,-1 0 1,1 0 0,-1 0 0,0 1 0,0-1 0,0 0-1,0 0 1,0 0 0,0 0 0,0 0 0,-1 1 0,1-1-1,-1 0 1,0 0 0,1 1 0,-1-1 0,0 0 0,0 1-1,0-1 1,0 0 0,0 1 0,0 0 0,0-1 0,-1 1 0,-1-2-1,-3-1 37,1 1 0,-1 0 0,1 0 0,-1 1 0,0-1-1,0 1 1,0 1 0,-1-1 0,1 1 0,0 0 0,-12 0-1,5 1 51,1 1 0,0 1 0,0 0 0,-1 0 0,-19 7 0,7 1 30,0 1 0,0 1 0,1 1 0,-43 31 0,50-31-87,0 0 1,0 1-1,2 1 1,0 0 0,0 1-1,1 1 1,2 0-1,-1 1 1,-12 26 0,23-40-46,0-1 0,1 1 1,-1 0-1,1 0 1,0 0-1,0 0 0,0 0 1,1 0-1,-1 0 0,1 0 1,0 0-1,0 0 1,0 0-1,1 0 0,-1 0 1,1 0-1,0 0 0,0 0 1,1 0-1,-1 0 1,1-1-1,0 1 0,0-1 1,0 1-1,0-1 0,1 1 1,-1-1-1,1 0 1,0 0-1,0-1 0,0 1 1,4 2-1,2 1-15,0 0 0,1-1 0,0-1 0,0 1 0,0-2 0,0 1 0,0-2 1,1 1-1,0-1 0,17 1 0,4-2-84,0-1 1,0-2 0,0-1-1,0-1 1,0-2 0,-1-1 0,0-2-1,0-1 1,-1-1 0,0-1-1,-1-2 1,-1-1 0,0-2-1,-1 0 1,45-39 0,-68 53 63,8-9-69,0 1 0,1 0-1,0 1 1,0 1-1,1 0 1,0 1 0,22-10-1,-33 18 93,0 0 0,0 0-1,0 0 1,0 0 0,-1 1-1,1-1 1,0 1 0,0 0-1,0 0 1,-1 0 0,1 0-1,0 0 1,-1 1 0,1-1-1,-1 1 1,1 0 0,-1-1 0,0 1-1,0 0 1,0 0 0,3 4-1,20 13-4,-24-18 10,3 2 66,0-1 1,1 1-1,-1-1 1,1 0-1,-1 0 1,1 0-1,0-1 1,0 0-1,-1 1 1,1-2-1,0 1 1,0-1-1,0 1 1,0-2-1,0 1 1,0 0-1,0-1 1,6-1-1,46-12 2170,103-12 1,-144 24-1998,1 1 1,-1 1-1,1 1 1,0 0-1,-1 1 1,1 1-1,-1 1 1,0 0-1,0 1 1,0 0-1,15 9 1,-26-11-175,-1 0 1,1 1-1,-1 0 1,0 0-1,0 0 0,0 0 1,-1 1-1,1-1 1,-1 1-1,4 8 0,0-2 12,-5-7-126,0 0 0,0 0 1,-1 1-1,1-1 0,-1 1 0,0-1 0,0 1 0,0-1 1,-1 1-1,1 0 0,-2 6 0,4 21-1462,1-16-470,0 0 0,2-1 0,0 1-1,0-1 1,12 19 0,1-26-13508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30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1231 207 3532,'-19'-25'5241,"1"0"-1012,-6 12-819,26 11-3320,-2 1-77,1-1 1,-1 1-1,0 0 1,1 0-1,-1 0 1,0-1-1,1 1 1,-1 0-1,0 0 1,0-1-1,0 1 1,0 0-1,0 0 1,-1 0-1,1-1 1,0 1-1,0 0 1,-1 0-1,1 0 1,-1-1-1,1 1 1,-1 0-1,1 0 1,-1 0-1,0 0 1,-1-1-1,-2-1 27,1 0-1,-2 0 0,1 1 1,0-1-1,0 1 1,-6-2-1,8 3-33,0 0 825,3-4-612,0 0-1,1 0 1,-1 0 0,1 0 0,0 0 0,0 0-1,4-5 1,-2 1-120,-3 6 627,6-27 622,-12 113-210,-30 154 0,27-188-836,-135 559 1479,135-579-1744,-162 570 425,0 18 321,-26 77 1121,42 10-304,-55 820 120,152-749-1720,54-561 0,41 346 0,-8-354 0,9-2 0,8-2 0,131 345 0,38-48 0,-179-399 3,1 3-41,-37-100-292,8-24-2475,1 2 1120,-5-1-506,0 0 0,3-30 0,-4 9-3581,-4 37 4966,4-47-10971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30.7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14909,'13'3'2137,"18"15"83,-8 2-328,15 0-328,13 2-304,9 1-260,19 0-184,20 0-204,18-3-268,20-3-660,15 0-332,7-5-488,9-7-420,10 1-564,3-14-220,-7-10-777,-2-2-1399,-13 3-3505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30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1267 11 12365,'-8'-1'235,"-11"-3"747,0 2 0,-34-1 0,44 3-418,1 1 1,-1 0-1,1 1 0,0 0 1,0 0-1,0 1 0,0 0 1,0 0-1,-13 8 0,-138 89 7382,2 5-4445,-292 239-5009,306-230-4483,55-43-2672,11-8-4827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32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192 129 5388,'-15'1'1704,"-1"0"-1,1 2 1,-29 7-1,-6 2 1105,45-11-2375,0 1 1,0 0-1,0 1 1,0 0-1,0-1 0,-8 8 1,5-4 146,8-5-513,0-1 0,0 1 1,0 0-1,0 0 0,1 0 1,-1 0-1,0 0 1,1 0-1,-1 0 0,1-1 1,-1 1-1,1 0 0,-1 0 1,1 0-1,0-1 0,-1 1 1,1 0-1,1 0 0,-1 0 21,3 3-3,1-1 1,0 1-1,0-1 1,0 0 0,1 0-1,-1-1 1,1 1 0,-1-1-1,1 0 1,0-1-1,0 0 1,0 1 0,6-1-1,20 2 165,41-2 0,-38-1-94,726-40 1050,-3-61-867,-494 62-274,-135 12-2132,-77 15-4828,-41-9-4614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32.8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5 9653,'-5'-1'458,"0"0"0,0 0 0,0 0 1,0 1-1,-1-1 0,1 1 0,0 1 0,0-1 1,0 1-1,0 0 0,0 0 0,-8 3 0,-18 4 2477,28-8-1739,-7 7 1133,9-7-2227,1 1 0,-1-1-1,0 0 1,0 0-1,1 0 1,-1 1-1,0-1 1,1 0-1,-1 1 1,1-1-1,-1 1 1,0-1-1,1 1 1,-1-1-1,1 1 1,-1-1-1,1 1 1,-1-1-1,1 1 1,0 0-1,-1-1 1,1 1-1,0 0 1,-1-1-1,1 1 1,0 1-1,2 4 117,1 1 1,0-1-1,1 0 0,0 0 0,0 0 1,0 0-1,0-1 0,1 0 0,0 0 0,0 0 1,1 0-1,5 3 0,14 9 301,42 22 1,-41-25-285,-9-5-131,80 46 497,100 72 0,-171-108-543,-1 2 1,0 0-1,-2 1 1,-1 1-1,-1 2 1,0 0-1,-2 1 0,26 46 1,-41-62-57,1 0 0,-1 1 0,-1-1 0,0 1 0,0-1-1,-1 1 1,0 0 0,-1 0 0,-1 0 0,1 0 0,-3 18 0,0-15-56,-1 0-1,-1-1 0,0 1 1,-1-1-1,0 0 1,-1 0-1,0 0 1,-9 12-1,-8 6-306,-1 0 0,-1-2 0,-2-1 0,0-1 0,-52 38 0,-177 117-3387,76-79-2171,108-64-24,12-3-3582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33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800 129 14945,'-2'1'2106,"-6"6"-1408,-1 0 0,1 0 1,1 1-1,0 0 0,0 1 0,0-1 1,1 1-1,0 1 0,1-1 1,-7 17-1,-4 15-27,-15 56 0,16-47-219,-57 184-2323,9-3-1988,34-137 1153,29-92 2642,0-1 0,0 1 1,-1 0-1,1 0 1,-1-1-1,0 1 0,1 0 1,-1-1-1,0 1 1,0-1-1,0 1 0,0-1 1,0 1-1,-2 1 1,2-3 46,0 0 1,1 0 0,-1 0 0,1-1-1,-1 1 1,1 0 0,0-1 0,-1 1-1,1 0 1,-1-1 0,1 1 0,-1 0 0,1-1-1,0 1 1,-1-1 0,1 1 0,0-1-1,0 1 1,-1-1 0,1 1 0,0-1 0,0 1-1,0-1 1,0 1 0,-1-1 0,1 1-1,0-1 1,0 0 0,-2-11 39,0 1 1,0-1-1,1-13 0,-6-242 1252,2-90 1515,5 341-2622,1 1 0,1-1 0,1 0 0,0 1 1,1-1-1,0 1 0,2 0 0,0 1 0,14-27 1,-14 31-55,0 2-1,0-1 1,1 1 0,1 0 0,-1 0 0,1 1-1,0 0 1,1 0 0,-1 1 0,1 0 0,1 0-1,-1 1 1,1 1 0,0-1 0,15-3 0,5 1 128,0 1 0,1 1 1,-1 2-1,1 1 1,0 2-1,55 6 0,-41 0-61,0 2-1,0 2 0,84 32 0,-110-35-129,-1 1 0,0 1-1,-1 1 1,0 1 0,0 0-1,-1 1 1,0 0 0,18 21-1,-28-27-34,0 1 0,-1 0 0,0 0 0,0 0 0,0 1-1,-1-1 1,0 1 0,-1 0 0,0 0 0,0 1 0,-1-1-1,0 0 1,0 1 0,-1 0 0,0-1 0,-1 1 0,0 0 0,0-1-1,-1 1 1,0 0 0,-3 11 0,-2-2 1,0 0 0,-1-1 0,-1 0 1,0-1-1,-2 0 0,0 0 0,0-1 0,-16 17 0,-14 12 5,-55 47 0,28-34-73,-109 70 0,-85 32-701,170-105 234,-347 181-5564,437-234 6041,-31 14-975,2 0-2728,-29 18 1,40-17-5021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33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260 229 8197,'-1'-8'461,"1"1"0,0-1 0,0 1 0,1-1-1,0 1 1,0-1 0,1 1 0,0 0 0,0 0 0,1-1 0,0 2 0,0-1 0,5-7 0,5-5 882,2 1 0,-1 0 0,2 1 0,35-29 0,-49 44-198,1 3-404,-1 0-661,0 0 1,-1 0 0,1 1 0,0-1-1,-1 0 1,1 0 0,-1 1-1,1-1 1,-1 1 0,0-1-1,0 1 1,1 0 0,-1-1-1,0 1 1,0 0 0,-1 0-1,1 0 1,0 0 0,-1 0 0,1 0-1,-1 0 1,1 2 0,-1 3 33,0-1 0,-1 0 0,0 0-1,0 1 1,-3 8 0,0 0 144,-7 27 185,-2 0 0,-3-1 0,-24 50 1,19-46-204,-107 199 550,75-149-551,-50 125 0,97-206-193,1 0-1,0 0 1,1 1-1,1 0 1,1 0-1,0 0 0,0 21 1,2-30-29,1-1-1,-1 1 1,1 0 0,1-1-1,-1 1 1,1-1 0,0 1 0,0-1-1,1 0 1,-1 0 0,1 0-1,0 0 1,1 0 0,-1-1 0,1 1-1,0-1 1,0 0 0,0 0 0,0-1-1,1 1 1,0-1 0,6 4-1,5 1 5,-1-2 0,1 1 0,0-2 0,1 0 0,-1-1 0,1-1 0,0 0 0,30 0 0,15-3-384,65-8 0,-81 4-72,50-5-1608,-2-5-1,1-4 0,91-29 1,-71 11-4739,0 1-4383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34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277 15 11009,'12'-6'771,"2"-1"239,-2 5 4263,-10 3-5091,-1-1 0,1 1 0,-1 0-1,1 0 1,-1-1 0,0 1 0,1 0 0,-1 0 0,0 0-1,0 0 1,0 0 0,0 1 0,0-1 0,0 0 0,2 3 0,-5 2 19,1 0 0,-1 0 0,0 0 0,0 0 0,0 0 0,-4 6 0,-4 10 300,-109 230 3123,19-48-2309,35-30-557,58-151-671,2 0 1,0 0-1,1 1 0,1-1 1,1 42-1,3-56-87,0 0 1,0-1-1,1 1 1,0 0-1,1-1 0,-1 0 1,2 1-1,-1-1 1,1 0-1,1-1 1,-1 1-1,1-1 0,0 0 1,1 0-1,0 0 1,0-1-1,0 0 0,1 0 1,0 0-1,0-1 1,1 0-1,-1-1 0,1 0 1,0 0-1,9 3 1,12 4-387,1-2-1,0-1 1,0-2 0,1 0 0,58 1 0,-35-5-813,1-3 0,-1-2 0,0-2 0,99-23 0,-102 14-1952,0-3 0,81-36 0,-42 5-5213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34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55 315 10597,'-19'-26'2080,"3"18"-172,6-9-248,1 5-283,12-8-289,10-5-312,12 2-104,7 0-148,12-3-140,10 0-248,7 1-456,5-1-652,1 6-344,6 3-500,-6 3-385,-17 8-1995,-5 9-3201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35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32 362 7077,'-3'1'87,"0"0"157,0 1-1,0 0 0,0-1 1,0 1-1,0 0 0,1 1 0,-4 2 1,6-5-159,0 1 1,-1 0-1,1-1 1,0 1-1,0 0 1,-1-1-1,1 1 1,0 0-1,0 0 0,0-1 1,0 1-1,0 0 1,0 0-1,0-1 1,0 1-1,0 0 1,0-1-1,1 1 1,-1 0-1,0-1 1,0 1-1,1 0 1,-1-1-1,0 1 1,1 0-1,-1-1 1,1 1-1,-1-1 0,1 1 1,-1-1-1,1 1 1,-1-1-1,1 1 1,-1-1-1,1 1 1,0-1-1,-1 0 1,1 1-1,0-1 1,1 0-1,1 2 204,1 0 0,0-1 0,0 0 0,1 0 0,-1 0 0,0 0 0,0-1 0,0 1 0,1-1 0,-1 0 0,7-1 0,5 0 174,102-5 307,167-30 0,-200 23-1277,19-8-303,-2-4 0,167-65 0,-225 72 1091,47-27 0,35-15 1143,-124 59-1396,0 1 0,1-1 0,-1 1 0,0-1 0,0 1 0,0 0 0,1 0-1,-1 0 1,0 0 0,1 0 0,-1 0 0,0 1 0,0-1 0,0 1 0,1-1 0,-1 1 0,0 0 0,0 0 0,0 0 0,2 1 0,1 2 151,0 0 0,0 1 0,0-1 0,0 1 0,4 6 0,-7-9 273,5 15 644,-6-15-1028,0 0-1,1 0 1,0 0 0,-1 0-1,1 0 1,0 0 0,0 0-1,0-1 1,0 1 0,0-1-1,0 1 1,1-1 0,-1 0-1,1 0 1,-1 0 0,0 0-1,1 0 1,0-1 0,-1 1-1,1-1 1,-1 1 0,5-1-1,9 0 114,-1 0 0,27-5 0,-25 3-99,9-1 48,149-10 617,-149 13-675,-1 0 1,0 2 0,-1 1 0,50 13 0,27 22 50,-90-35-115,1 0 1,0-1-1,1-1 0,-1 0 1,0-1-1,0 0 0,0 0 1,19-4-1,-15 2-3,19-4 14,0-2-1,-1-1 1,0-2 0,-1-1-1,59-30 1,-44 20 6,-16 8 52,39-18-94,-64 28 4,-1 0-1,1 0 1,-1 0-1,0-1 1,-1 0-1,1 0 1,7-10-1,-13 14 12,0 0 1,0 0-1,0 0 0,0 0 0,0 0 0,-1 0 1,1 0-1,0 0 0,0 0 0,-1 0 0,1 0 1,-1 0-1,1 1 0,-1-1 0,1 0 1,-1 0-1,0 0 0,1 0 0,-1 1 0,0-1 1,0 0-1,1 1 0,-1-1 0,0 0 0,-1 0 1,-3 1-8,0 0 0,0 0 0,0 0 0,1 0 0,-1 1 0,0 0 0,0 0 0,-8 3 0,5-1-6,-25 8-149,-42 19 0,34-12-47,40-18 206,0 0 0,-1 1 0,1-1 0,0 1 0,-1-1 0,1 1 0,0 0 0,0-1-1,0 1 1,-1 0 0,1 0 0,0 0 0,0 0 0,0 0 0,1 0 0,-1 0-1,-1 1 1,2-1 2,1-1-1,-1 1 0,0-1 1,1 1-1,-1-1 1,0 0-1,1 1 0,-1-1 1,1 1-1,-1-1 1,1 0-1,-1 1 0,1-1 1,-1 0-1,1 0 1,-1 1-1,1-1 0,0 0 1,-1 0-1,1 0 1,-1 0-1,1 0 0,-1 1 1,1-1-1,1-1 0,8 3-5,0-2 0,1 1 0,14-2 0,25-7 92,37-3-129,-79 11 59,1 0 0,-1 0 0,0 1-1,0 0 1,0 1 0,1 0 0,-1 0 0,11 5 0,-15-5-14,0 1-1,1 0 1,-1 0-1,-1 0 1,1 0-1,0 1 1,-1 0-1,1-1 1,-1 1-1,0 1 1,-1-1-1,1 0 1,-1 1-1,1-1 1,-1 1 0,-1 0-1,1-1 1,-1 1-1,1 0 1,-2 0-1,1 0 1,0 0-1,-1 6 1,1 10 1,-2 0 0,0 1 0,-1-1 0,-5 23 0,0-12 4,-2-1-1,-1 0 1,-1 0-1,-2-1 1,-1 0-1,-2-1 0,0-1 1,-30 38-1,-20 15 4,-98 95 1,80-91-12,-30 34 204,102-110-104,10-7 51,5-5-114,231-241-3766,-85 90-4385,-62 66-838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35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0 10517,'-6'12'2024,"-4"2"7121,23-2-8513,0-1 424,3-8-1048,0 3-672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36.3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1 429 10885,'0'0'1928,"2"1"-45,8 1-1241,0 0 0,0 0-1,1-1 1,-1-1 0,0 0 0,0 0-1,15-3 1,4 1-131,554-52 2949,-5-32-2835,-490 72-748,451-80-51,-273 35-2194,-4-14-3645,-169 45 961,-4 4-2660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36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43 14101,'-16'-36'2445,"13"29"3536,4 11-4414,2 3-1256,0 0 0,0-1 0,0 1 1,1-1-1,0 0 0,1 0 1,-1 0-1,1-1 0,0 1 1,0-1-1,12 8 0,10 7 375,39 22 0,-42-28-400,72 43 365,-18-11-179,-1 2 0,90 76 0,-148-108-446,0 1-1,-1 1 1,-1 1-1,-1 0 1,-1 1 0,0 1-1,-2 1 1,0 0-1,-1 0 1,-2 1 0,0 0-1,12 50 1,-18-57-87,-2 1-1,-1-1 1,0 1 0,0 0 0,-2-1-1,0 1 1,-1 0 0,-1-1 0,-6 22-1,1-13-191,-2-1-1,0-1 0,-1 0 1,-1 0-1,-22 29 0,-14 9-1380,-2-2-1,-116 103 1,151-149 1308,-156 133-5953,117-101 1065,-3 2-4832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37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511 1 16301,'-28'27'1477,"0"2"-1,2 1 0,1 1 0,1 1 0,2 1 0,-21 42 0,28-46-1345,3 0 0,0 1 1,2 0-1,1 1 1,1 0-1,-4 37 0,2 41-2794,8-71-519,3 1-1,5 48 1,-5-77 2209,0 0 1,-1-1-1,-1 1 1,1 0-1,-4 11 1,4-20 918,-1-1 0,0 1 1,0-1-1,0 1 1,0-1-1,0 0 1,0 1-1,0-1 1,0 0-1,0 0 0,0 0 1,0 0-1,0 0 1,0 0-1,0 0 1,-2 0-1,2 0-32,-3 0 88,0-1-1,1 1 1,-1 0 0,0-1-1,1 0 1,-1 0 0,0 0 0,1 0-1,-1 0 1,1-1 0,0 0 0,-1 1-1,1-1 1,0 0 0,0-1 0,0 1-1,1-1 1,-5-4 0,-4-5 271,1-1 1,1 0-1,-9-15 0,6 9 126,1-1 222,0 1 1,1-2-1,0 0 0,2 0 0,1 0 1,1-1-1,0 0 0,2 0 0,-3-44 1,6 56-379,1-1 0,0 0 1,0 0-1,2 0 1,-1 1-1,1-1 1,1 0-1,0 1 1,0 0-1,1 0 1,1 0-1,-1 0 0,2 0 1,-1 1-1,1 0 1,1 0-1,-1 1 1,2 0-1,-1 0 1,1 0-1,0 1 1,17-11-1,-11 10-11,0 1 0,1 0 0,0 1 0,1 1 1,-1 0-1,1 1 0,0 1 0,0 0 0,0 1 0,27 0 0,-17 3 51,1 1 0,-1 1 0,0 1 0,0 1 0,46 16-1,-61-17-224,-1 1 0,1 0 0,-1 0-1,0 1 1,-1 0 0,0 0 0,0 1-1,0 1 1,-1 0 0,0 0-1,0 0 1,-1 1 0,9 13 0,-12-15-36,0 0 1,0 0 0,-1 0-1,0 1 1,-1 0 0,1-1-1,-1 1 1,-1 0 0,1 0-1,-1 0 1,-1 1 0,0-1-1,0 0 1,0 0 0,-1 0-1,0 0 1,-1 0 0,0 0-1,-4 10 1,-3 4 30,-2-1 0,0 0 0,-20 26 0,0 1 9,27-42-35,0-1 0,-1 1 0,1-1 0,-1 0 0,-8 7 0,7-7-4,2-2 42,4-6-85,2-8-44,0 0 0,1 0 0,0 1 0,0-1 0,1 1 0,0 0 0,1 0 0,0 1 0,1-1 0,11-14 0,-2 1-86,21-28-48,3 3 0,1 0-1,3 3 1,82-68-1,-100 91 338,1 2-1,1 0 0,59-30 0,-77 45-58,1 1 0,-1 0-1,1 0 1,0 1 0,0 0-1,0 1 1,0 0-1,0 1 1,1 0 0,-1 0-1,0 1 1,1 1 0,-1-1-1,0 2 1,0-1 0,17 6-1,-20-4-30,-1 0-1,1 0 1,-1 0 0,0 1-1,0 0 1,-1 0 0,1 0-1,-1 1 1,0 0 0,0 0-1,0 0 1,-1 1-1,1 0 1,-1-1 0,-1 2-1,1-1 1,-1 0 0,0 1-1,-1-1 1,1 1 0,-1 0-1,-1 0 1,1-1-1,-1 1 1,0 11 0,0 13-25,-2-1 0,-2 1 0,0-1 0,-13 48 0,7-29-353,-3 11-1855,-28 82 0,-12-16-6915,46-107 4135,7 2-2602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37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525 1 13449,'-10'47'6271,"8"-35"-5794,-1 0 0,0 1 0,0-1 0,-2-1 0,-9 21 0,-186 265 4338,191-286-4685,-65 89 820,-58 83 451,120-165-1212,1 0 1,1 0-1,0 1 1,-7 23-1,15-37-158,0 0 0,1 0 0,-1 0-1,1 0 1,1 0 0,-1 0 0,1 0 0,-1 0 0,2 0-1,-1 0 1,0 1 0,1-1 0,0 0 0,0 0 0,1 0-1,-1-1 1,1 1 0,0 0 0,1 0 0,-1-1 0,1 0-1,5 8 1,1-3-88,0-1-1,0-1 1,1 1 0,0-1-1,1-1 1,0 0 0,-1-1-1,2 0 1,-1 0-1,1-1 1,14 3 0,22 3-904,71 7 1,-102-16 738,127 8-5286,264-19 0,-300 4 1400,92-3-6487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38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32 11545,'-1'-1'374,"0"0"-1,1 0 1,-1-1-1,0 1 1,1 0-1,-1-1 1,1 1-1,-1 0 1,1-1-1,0 1 1,0 0-1,0-1 1,-1 1-1,1-1 1,0 1-1,1 0 1,-1-1-1,0 1 1,1-5 2850,-8 13-1297,1 0-1522,-6 11 157,0 0 1,2 1-1,0 0 1,1 0-1,1 1 1,1 1 0,-5 21-1,-11 28 342,-27 59 210,7-18-317,-31 122 0,69-217-750,2 0 0,0 0 1,1 1-1,0 0 0,2-1 1,0 1-1,1 0 0,2 16 1,-1-26-72,0 0 0,0 0-1,0 0 1,1 0 0,0-1 0,1 1 0,-1-1 0,1 0 0,0 0 0,1 0 0,-1 0 0,1-1-1,0 0 1,0 0 0,1 0 0,0-1 0,0 1 0,0-2 0,0 1 0,12 5 0,0-2-367,0-1 0,0-1 0,0 0-1,1-2 1,0 0 0,0-1 0,0 0 0,32-3 0,-15-2-1184,-2-1 0,1-2-1,62-19 1,-53 8-3282,62-31-1,-30 9-4852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38.5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26 244 10897,'-25'-20'4504,"25"18"-4126,1-1 0,0 0-1,0 1 1,0-1 0,0 1-1,0-1 1,1 1 0,-1-1-1,1 1 1,2-3 0,3 0-159,0 1 0,-1 1 0,2-1 0,-1 1 0,14-4 0,-4 1 23,253-71 931,-226 66-1441,60-13-1219,51-14-2851,-145 35 3687,0 0 0,0 1 0,14-2 0,14 8-4772,-17 2 242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38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1 212 11545,'36'-5'3477,"43"1"0,-68 3-3198,0 0 0,-1-1 0,1 0 0,17-7 0,-1 2-34,34-7 335,106-38 0,-149 46-537,0 1 1,36-5-1,-2 0 98,-48 10-138,-1-1 0,0 1 1,1 1-1,-1-1 0,0 0 0,0 1 1,1-1-1,-1 1 0,0 0 0,4 2 0,1 0 27,42 13 72,-36-11-90,0 0-1,0-1 1,0-1 0,1 0-1,0-1 1,15 0 0,-5-3 38,0-2-1,1-1 1,41-12 0,25-5 342,-65 17-299,-7 0-43,0 1 0,0 1 0,1 1 0,-1 1 0,30 3 0,19 4-77,1-2 0,-1-4 1,0-2-1,1-4 0,-1-3 0,-1-2 0,69-21 1,-19 2-759,-86 24-1984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39.8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 3104,'0'0'2060,"-7"17"-2204,1 0-128,-10-9-1956,3 1 1496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40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3648,'13'6'604,"-1"0"1141,-15 14-4758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40.3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2635 103 4244,'1'-3'309,"0"1"0,0 0 0,0 0 0,0 0 0,0-1 0,0 1 0,1 0-1,-1 1 1,1-1 0,-1 0 0,1 0 0,-1 1 0,1-1 0,0 0 0,0 1 0,3-2-1,-2 1-547,-1 0 978,1 1-49,45-25 3702,-45 25-3666,18-13 973,-11 10 2707,43-8 1678,-33 10-6221,-16 2 771,25-5 733,-902 55-1335,-1-1-2729,697-33 1516,-254 15-1312,217-27-1466,2-16-3821,135 5-1014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40.7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1480 84 9085,'1'-2'348,"0"1"0,0-1 0,0 0 1,0 0-1,0 0 0,0 0 0,0-1 0,-1 1 1,1 0-1,-1 0 0,0 0 0,1 0 1,-1-1-1,0 1 0,0 0 0,0 0 0,-1-1 1,1 1-1,0 0 0,-2-2 0,2-1-546,-1 4 279,1 1 0,-1-1 0,0 0-1,1 0 1,-1 1 0,0-1 0,1 0 0,-1 1 0,0-1 0,0 0 0,1 1 0,-1-1 0,0 1 0,0-1 0,0 1-1,0 0 1,0-1 0,0 1 0,-1 0 0,-1-1 158,-4-3-44,0 1 1,-1 0 0,1 1-1,-1-1 1,0 2 0,0-1-1,0 1 1,0 0 0,0 1 0,0-1-1,0 2 1,-13 1 0,-11 3 121,-58 18 1,52-12-104,-239 86 400,231-79-557,-578 261 324,592-263-369,1 1 0,1 1 0,1 2 0,0 1 0,-28 29 0,52-47-10,1 2 0,1-1 0,-1 0-1,1 1 1,-1-1 0,1 1 0,0 0 0,1 0-1,-3 6 1,4-9-1,1 1 0,0-1 1,-1 0-1,1 0 0,0 0 0,0 0 0,0 1 1,1-1-1,-1 0 0,0 0 0,1 0 0,0 0 0,-1 0 1,1 0-1,0 0 0,0 0 0,0 0 0,0 0 0,0 0 1,1 0-1,-1-1 0,0 1 0,1-1 0,-1 1 1,1-1-1,0 1 0,1 0 0,8 6 2,1-1-1,-1 0 0,1-1 1,1 0-1,-1-1 1,1 0-1,0-1 1,23 5-1,120 10-4,-105-14-13,480 15-199,3-37-2862,-430 12 1798,183-16-6432,-169 12 343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42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0 5404,'0'0'3043,"-3"0"-2067,-29 3 5058,29-1-4953,-2 0-853,4-2-152,0 0-1,1 1 1,-1-1-1,0 0 0,1 0 1,-1 0-1,1 0 0,-1 1 1,0-1-1,1 0 1,-1 1-1,1-1 0,-1 0 1,1 1-1,-1-1 0,1 1 1,-1-1-1,1 1 1,-1-1-1,1 1 0,0-1 1,-1 1-1,1-1 0,0 1 1,-1 0-1,1-1 1,0 1-1,0 0 0,-1-1 1,1 1-1,0 0 0,0-1 1,0 1-1,0 0 1,0-1-1,0 1 0,0 0 1,0-1-1,0 1 0,1-1 1,-1 1-1,0 0 1,0-1-1,0 1 0,1 0 1,-1-1-1,0 1 0,1-1 1,0 2-1,14 16 1182,-10-12-798,1 1 0,-1 0 1,-1 0-1,7 12 0,5 10 464,88 149 2235,-78-145-2993,1-1 1,2-1 0,1-1-1,1-1 1,60 41 0,-27-28-1033,2-3-1,90 38 1,-112-58-1116,86 23 0,-11-15-7266,-66-16-1113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48.1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1912,'0'0'1735,"3"1"-1403,21 16 162,-22-15-287,1-1-20,55 12 975,-14-4 3616,-58-6-2826,0-1-1,-28 1 1,42 2-990,1-2-854,0 1-1,0-1 0,0 1 1,0-1-1,0 1 1,1-1-1,-1 0 0,1 0 1,0 0-1,0 0 1,0 0-1,1 0 0,-1 0 1,1-1-1,-1 1 1,1-1-1,0 0 0,0 0 1,0 0-1,0 0 1,4 1-1,10 5 111,0-1 1,0-1-1,23 4 0,-37-9-195,303 56 1190,15-23-697,-275-30-462,1301 84 817,5-43 115,-275-12 432,1527 89 482,-2564-119-1886,118 5 91,212 39 1,-349-42-90,0 0-1,0 2 1,-1 0 0,0 2-1,0 0 1,24 15 0,-41-22-11,0-1 1,0 1-1,-1 0 1,1 0-1,-1 0 1,1 1-1,-1-1 1,0 1-1,0-1 0,0 1 1,0-1-1,0 1 1,0 0-1,-1 0 1,1 0-1,-1 0 1,0 0-1,0 1 1,0-1-1,-1 0 0,1 0 1,-1 1-1,1-1 1,-1 6-1,-1-3-40,0 0 0,-1 0 0,1 0 0,-1 0 0,0-1 0,-1 1 0,1-1 0,-1 1 0,0-1 0,0 0 1,-8 9-1,9-12-540,-27-14-4938,28 8 4867,1 0-1,-1 0 0,1 0 0,0 0 1,0 0-1,0 0 0,0 0 1,1 0-1,-1 0 0,3-6 0,-1-4-2436,4-22-5541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48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1099 177 10945,'-23'-14'493,"-5"-3"1109,-59-24 0,61 29-228,1-1-1,0-1 1,1-1-1,-32-27 1,55 42-1347,-15-8 887,15 8-864,0 0 0,1 1 0,-1-1 0,1 0 0,-1 1 0,1-1 0,0 1 0,-1-1 1,1 1-1,-1-1 0,1 1 0,0-1 0,0 1 0,-1 0 0,1-1 0,0 1 0,0-1 0,-1 1 0,1 0 0,0-1 0,0 1 0,0 0 0,0-1 0,0 1 0,0-1 1,0 1-1,0 0 0,0-1 0,1 1 0,-1 0 0,0-1 0,0 1 0,1 6 101,0-1 0,1 0 0,-1 0 0,1 0 0,1 0 0,-1 0 0,1 0 0,0 0 0,5 8 0,40 48 573,-39-52-598,181 199 1280,54 67-529,-214-237-790,-3 1 0,-1 2 1,-1 0-1,-3 2 0,26 70 0,-42-98-71,-1 1 1,0 0-1,-1 0 0,-1 1 0,-1-1 0,0 1 0,-1-1 0,-1 1 0,-1-1 1,0 1-1,-1-1 0,-1 1 0,-1-1 0,0 0 0,-9 20 0,-1-7-18,-1-1 0,-2 0-1,-1-2 1,-1 0-1,-2-1 1,0-1 0,-2-1-1,-32 28 1,-19 9-673,-130 81 1,-353 156-5213,511-276 5130,-228 109-8244,157-68-527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48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264 78 8549,'21'-31'3485,"-2"1"2295,-5 14 2643,-11 19-7214,1 6-827,-1 0 0,0 0-1,0 0 1,0 0 0,-1 0 0,-1 0 0,1 1 0,-2-1-1,0 18 1,-2 12 379,-8 42-1,4-41-778,-25 147 18,-7-3 0,-102 289 0,70-250-820,43-110-3625,11-1-7273,15-85-1082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49.2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334 0 15369,'-6'2'-690,"-6"4"7169,34 2-402,257 69-2902,-175-46-2764,-75-23-322,284 88 633,-2 26-319,-249-92-338,0 3-1,97 71 1,-122-75-45,-1 1-1,-1 2 1,-2 2-1,56 72 0,-75-85-5,0 0 0,-1 1 0,-1 1 0,-1-1 0,-1 2 0,-1-1 0,9 39 0,-14-41 1,-1 0 1,-1-1-1,-1 1 0,-1 0 0,-1 0 0,0 0 1,-2 0-1,0-1 0,-10 34 0,1-22-29,0-1-1,-2-1 0,-1 0 0,-2-1 1,-1 0-1,-1-1 0,-1-2 1,-1 0-1,-2-1 0,-26 23 1,-18 11-206,-4-3 0,-118 71 0,-516 271-3319,312-211-601,260-131 303,0-3-3315,68-27-2965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50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1120 321 14085,'-6'5'1632,"-15"14"2191,17-16-3691,-1 0 1,0 0 0,1 0-1,-1-1 1,0 0-1,-1 0 1,1 0 0,0 0-1,-8 1 1,-77 23 679,1 4-1,-146 71 1,163-65-633,2 4 1,-73 53-1,-117 114-473,252-201 246,0 2 0,1-1 0,-1 1 0,1 0 0,1 1 0,-1-1 0,2 1-1,-1 0 1,1 1 0,-4 11 0,9-20 47,0-1 1,-1 0-1,1 0 1,0 0-1,0 0 0,0 0 1,0 0-1,0 0 0,0 0 1,0 0-1,0 1 0,0-1 1,0 0-1,0 0 0,0 0 1,0 0-1,0 0 0,0 0 1,0 0-1,0 0 1,0 1-1,0-1 0,0 0 1,0 0-1,0 0 0,0 0 1,0 0-1,0 0 0,0 0 1,0 0-1,0 0 0,1 0 1,-1 1-1,0-1 0,0 0 1,0 0-1,0 0 1,0 0-1,0 0 0,0 0 1,0 0-1,0 0 0,0 0 1,1 0-1,-1 0 0,0 0 1,0 0-1,0 0 0,0 0 1,0 0-1,0 0 0,0 0 1,0 0-1,1 0 1,-1 0-1,0 0 0,0 0 1,0 0-1,0 0 0,0 0 1,0 0-1,0 0 0,0 0 1,0 0-1,1 0 0,-1 0 1,0 0-1,19 0-27,0 0 0,0-1 0,-1-1 0,1-1 0,23-7 0,-26 6 46,1 0 0,0 1 0,-1 1 0,1 0 0,0 1 1,0 1-1,31 4 0,-41-2 22,0 0 1,0 1 0,-1 0-1,1 1 1,-1-1 0,0 1-1,0 0 1,7 7 0,17 10 107,-14-11-124,1-1 1,0-1-1,1 0 1,0-2 0,0 0-1,0 0 1,1-2-1,0-1 1,0 0-1,0-1 1,0-1-1,0-1 1,0-1-1,25-3 1,21-6-75,0-2 1,0-4-1,107-40 0,-145 46 45,25-10-22,78-42-1,-88 36 26,-1-2-1,-1-1 1,-2-2-1,-1-2 1,-2-2-1,-1-1 1,49-67-1,-7-8 71,95-185 0,-82 113 1874,-88 181-1145,-14 22 626,5-4-1119,1 0-1,0 1 1,2 0 0,0 0-1,-4 28 1,3-1-49,0 49 0,7-58-1019,2-1 1,2 1-1,1-1 0,1-1 0,2 1 0,14 32 1,7 20-5289,-31-85 5900,1 1-1,0-1 0,-1 0 1,1 0-1,-1 1 0,1-1 1,-1 0-1,1 0 0,-1 0 1,0 0-1,0 0 0,0 0 1,0 0-1,1 0 0,-1 0 0,0 0 1,-1-1-1,1 1 0,0 0 1,0-1-1,0 1 0,0 0 1,0-1-1,-2 1 0,-3 0 1,0-1 0,1 0 0,-1 0 0,0 0 0,0-1 0,1 0 0,-1 0 0,0 0 1,1-1-1,-8-3 0,-60-28-636,56 24 662,-143-61 739,106 49 760,2-3 0,-82-48 0,133 72-1355,1-1-1,-1 1 1,1 0 0,-1-1 0,1 1 0,0 0 0,-1-1 0,1 1 0,-1 0 0,1-1 0,0 1 0,-1-1 0,1 1 0,0-1 0,0 1 0,-1-1 0,1 1 0,0-1 0,0 1 0,0-1-1,0 1 1,0-1 0,0 1 0,0-1 0,0 1 0,0-1 0,0 1 0,0-1 0,0 1 0,0-1 0,0 1 0,0-1 0,0 1 0,0-1 0,1 1 0,-1-2 0,2-2 39,-1 1 1,1-1-1,-1 1 1,1-1 0,0 1-1,1 0 1,-1 0-1,0-1 1,1 2-1,0-1 1,0 0 0,0 0-1,0 1 1,6-4-1,2 0 28,0 0-1,0 1 0,1 0 1,17-4-1,350-67 319,-202 47-204,-41 3-122,286-47-200,-407 72-42,-11 5-263,-20 13 5,-11 4-126,-1-1-1,-60 32 1,-8 4-394,63-34 626,14-10 257,0 0 0,1 1-1,1 1 1,-25 26-1,41-39 115,0 0 0,1 0 0,-1-1 0,0 1-1,0 0 1,1 1 0,-1-1 0,1 0 0,-1 0 0,1 0-1,0 0 1,-1 0 0,1 0 0,0 1 0,0-1-1,0 0 1,0 0 0,0 0 0,0 1 0,0-1-1,0 0 1,0 0 0,1 0 0,0 2 0,0 0 61,0-1 1,1 1 0,-1-1 0,1 0-1,0 0 1,0 0 0,-1 0 0,2 0-1,-1 0 1,3 2 0,6 2 280,0 1 1,0-1-1,18 6 1,3-2 58,0-2 1,0-1 0,1-2-1,42 2 1,5 1-19,-39-3-978,69-1-1,-9-12-4542,-59 4-49,1 4-2896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50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857 207 12209,'4'-6'772,"-1"0"0,0-1 0,0 1 1,0-1-1,-1 0 0,0 0 0,-1 0 0,0 0 0,0 0 0,0 0 0,-1 0 0,0 0 0,-2-13 1,2 15-374,-2 1 1,1 0-1,0 0 1,-1 0 0,0 0-1,0 0 1,0 0 0,0 1-1,-1-1 1,-3-4 0,2 5-293,0-1 1,0 0 0,0 1 0,0 0 0,-1 0-1,0 0 1,1 0 0,-1 1 0,-8-3 0,-2 0 71,0 2 1,0 0 0,-1 0 0,1 1 0,-1 1-1,1 1 1,-1 0 0,1 1 0,-1 0 0,1 2-1,-1 0 1,-14 5 0,-5 3 83,1 1-1,0 2 1,1 2 0,-35 21 0,45-22-208,0 0 1,0 2 0,1 0 0,1 2 0,1 0 0,1 2 0,1 0 0,0 1 0,2 0-1,1 1 1,-14 28 0,19-30-59,1 1-1,0 0 1,2 0 0,1 1-1,0 0 1,2 0 0,0 1-1,2-1 1,1 1-1,0 0 1,2-1 0,1 1-1,6 30 1,5-4-82,33 83 0,9 31-581,-50-146 599,-2 0 0,0 0 1,-1 1-1,-1-1 1,0 0-1,-2 1 1,-2 21-1,0-28 40,-1 1-1,0 0 1,0-1 0,-1 0-1,-1 0 1,0-1 0,0 1-1,-1-1 1,-1-1-1,0 1 1,-11 11 0,-4 1-11,0-2 1,-2 0 0,-37 25 0,60-45 0,4-3-39,32-32-359,2 3 1,56-40-1,-43 34 58,182-131-668,-165 118 804,-36 25 401,1 2 1,1 1 0,2 1 0,70-31 0,-99 50-146,1 0-1,0 0 1,-1 1-1,1 0 1,0 0 0,0 1-1,0-1 1,0 1-1,0 0 1,0 1-1,0 0 1,0 0-1,-1 0 1,1 0 0,0 1-1,0 0 1,-1 0-1,1 1 1,-1 0-1,0 0 1,0 0-1,0 0 1,0 1 0,-1 0-1,1 0 1,-1 0-1,0 0 1,5 7-1,-2-1-209,0-1-1,0 0 1,1-1 0,0 1-1,0-2 1,18 13-1,-20-16 122,0-1-1,0-1 0,0 1 1,1-1-1,-1 0 0,1-1 1,-1 1-1,1-1 0,-1 0 1,1-1-1,0 0 0,-1 0 0,12-2 1,33-6-35,70-21 0,-9 2-58,-81 22-201,16-4-1811,-44 8 951,9 1-752,34-2-3193,-42 1 5295,1 0-1,-1 0 1,0 0-1,1-1 1,-1 0 0,0 1-1,0-2 1,6-3 0,2-1 588,1 0 0,0 1 0,0 1 0,0 0 0,1 1 1,25-5-1,-20 5-644,-1-1 1,0-1-1,18-8 1,-3 0-1369,21-13-6022,-58 14-2739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51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1 548,'38'0'-192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53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 15517,'-4'5'336,"-1"-1"-1,1 1 0,0 0 0,0 1 0,1-1 0,0 1 1,0-1-1,0 1 0,0 0 0,1 0 0,0 0 0,0 1 1,1-1-1,0 0 0,0 1 0,0-1 0,1 1 1,0 7-1,1 13 654,1 0 0,2-1 1,7 32-1,80 418 4137,-61-332-4894,57 234-3257,-73-333 2080,61 182-3280,-56-180-810,28 51-1,-13-46-4915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53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38 13881,'-53'-31'2239,"42"24"2924,34 20-3152,6-3-1625,1 0 0,0-3 0,0 0 0,51 4 0,-22-2-148,-37-6-168,539 100 692,-461-79-781,-2 5 0,0 4 0,141 69 0,-205-83 13,0 2 1,-2 0-1,0 3 1,-2 0 0,-1 2-1,42 47 1,-62-63 7,-1 1 0,0-1 0,-1 1 0,0 1 0,-1-1 1,0 1-1,-1 0 0,0 0 0,-1 1 0,-1-1 0,0 1 0,0 0 1,-1 0-1,-1 0 0,0 0 0,-1 0 0,-1 0 0,0 1 1,0-1-1,-7 25 0,-4 0 8,-1-1 1,-2 0-1,-1-1 0,-2-1 1,-27 39-1,-9 8-5,-115 134-1,-85 57-726,-142 106-2200,217-213-957,3 4-3948,106-92-135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53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1287 5 13909,'0'0'3673,"-3"-1"-2413,-1 0-1087,0 0-1,0 0 1,-1 1-1,1-1 1,0 1-1,0 0 1,-1 0-1,1 1 1,0-1-1,-1 1 1,1 0-1,0 0 1,-8 4-1,-6 2 122,-32 20 0,34-18-10,-232 144 557,98-48-672,5 6-1,-259 257 0,350-312-234,27-30-15,0 2 0,3 1 1,-29 42-1,53-71 82,0 0 0,0 0 1,0 0-1,0 0 0,0 0 0,0 0 0,0 0 0,0 0 1,1 0-1,-1 0 0,0 0 0,0 0 0,0 0 0,0 0 1,0 0-1,0 0 0,0 0 0,0 0 0,1 0 0,-1 0 1,0 0-1,0 0 0,0 0 0,0 0 0,0 0 0,0 0 1,0 0-1,0 0 0,0 0 0,1 0 0,-1 0 0,0 0 1,0 1-1,0-1 0,0 0 0,0 0 0,0 0 0,0 0 1,0 0-1,0 0 0,0 0 0,0 0 0,0 0 0,0 1 1,0-1-1,0 0 0,0 0 0,0 0 0,0 0 0,0 0 1,0 0-1,20-11 54,31-24 83,-41 29-89,9-8-19,12-8 328,0 2 0,54-27 1,-75 42-232,1 1 0,-1 0 0,1 1 0,-1 0-1,1 1 1,0 0 0,0 1 0,0 0 0,0 1 0,0 0 0,1 0 0,-1 1 0,16 4 0,70 26 123,-57-18-1034,53 12 0,-79-22 342,1-1 0,-1-1-1,1 0 1,-1-1 0,1-1-1,-1 0 1,24-5 0,0-6-1643,0-1 0,-1-2 1,-1-2-1,0-2 0,52-35 1,-37 20-3839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53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3 358 9881,'1'-4'44,"5"-13"350,0 0 1,-1-1-1,-1 0 0,-1 0 0,2-33 0,-1-7 980,-2 32 438,0 1 0,-2-1 0,-3-30 1,0 37-685,3 15-108,-3 5 5,1 0-925,0 1 1,-1 0-1,1 0 0,0 0 1,0 0-1,0 1 0,0-1 0,0 0 1,1 1-1,-1-1 0,1 1 1,0 0-1,-1-1 0,1 1 0,0 0 1,1 0-1,-1 0 0,0 0 1,1 0-1,0 0 0,-1 0 0,2 3 1,-2 13 102,1 0 1,4 24-1,-2-30-29,-1 3-286,2 0-1,0 0 1,1 0-1,1 0 0,1-1 1,0 0-1,0 0 1,2-1-1,0 1 1,0-2-1,19 24 1,-16-25-689,0 0 1,1-1 0,0 0-1,1-1 1,0 0 0,1-1-1,0 0 1,1-1 0,-1-1-1,1 0 1,25 6 0,4-1-4377,-2 0-2885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54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17 736 10921,'-17'2'1864,"29"-7"80,39-13 653,-46 17-2503,609-215 4074,-18-37-3715,-407 158-330,104-48-19,-275 137-122,-18 7 12,0-1 0,0 1 0,0 0 0,-1 0 0,1 0 0,0 0 0,0-1 0,-1 1-1,1 0 1,0 0 0,-1 0 0,1-1 0,-1 1 0,1 0 0,-1-1 0,1 1 0,-1 0 0,1-1 0,-2 2 0,-16 19-115,0 0-1,-1-1 1,-24 18 0,-73 53-661,64-51 429,-100 73-756,-161 135-1438,302-238 2651,0 1 0,-19 23 0,31-33-37,-1 0 1,0 0-1,1 0 1,-1 0-1,1 0 1,-1 0-1,1 0 1,-1 0-1,1-1 1,0 1-1,-1 0 1,1-1-1,0 1 1,-1 0-1,1-1 1,0 1-1,0-1 1,0 1-1,0-1 1,0 1-1,-1-1 1,3 1-1,-3-1-3,4 2 38,-1-1 0,0 0 0,1 0 0,-1 0 1,0-1-1,1 1 0,-1-1 0,1 0 0,-1 0 0,1 0 0,-1 0 0,7-1 0,44-15 1163,-28 7-558,146-36 3049,-139 38-3157,1 2 0,0 2 0,41 0 1,-65 4-495,-1-1 0,1 2 0,-1-1 0,1 1 0,-1 1 0,0 0 0,0 0 0,16 8 0,-20-8-488,1 1 0,-1-1 0,0 1 0,0 0 1,-1 0-1,1 1 0,-1-1 0,0 1 0,0 0 1,0 0-1,-1 1 0,0-1 0,0 1 0,3 8 0,7 15-6228,-9-21 3284,7 18-7186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54.9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315 163 15277,'7'10'9329,"-2"16"-7049,-1-5-865,1-5-887,-1 1 0,0 0 0,-1 0 0,-1 0 0,0 0 0,-2 0 0,-1 23 0,-4 11-407,-13 59 0,5-61-121,-2 0 0,-29 64 0,8-22 0,-160 461 0,189-533 0,-8 35 0,16-47-1,6-14 1,6-15-47,124-239-787,-91 170 740,117-242-92,-12 22 122,-108 234 373,99-136 0,-125 191-195,0 2 0,1 0 0,0 1 0,30-22 0,-41 36-109,0 1 0,0 0 1,0 0-1,0 0 0,1 1 1,-1 0-1,1 1 0,8-2 1,-11 3-7,0 0 0,1 1 1,-1 0-1,0 0 0,0 0 1,0 1-1,0-1 0,1 1 0,-1 1 1,0-1-1,0 1 0,-1 0 1,9 4-1,0 2 1,0 0 0,-1 1 0,-1 0 0,1 1 0,-1 1 0,-1 0 0,0 0 0,-1 1 0,0 0 0,0 1 0,-2 0 0,1 0 0,6 19 0,6 19 0,-3 2 0,15 69 0,-26-98 0,17 101 0,12 173 0,-10-58 0,-19-202-1003,21 72 0,-21-90-228,1-1 1,1 0 0,1 0-1,1-1 1,15 21-1,-7-17-1713,-2-10-3972,-3-6-3618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56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1357 14717,'-88'-27'3047,"87"26"-2877,-1 0 1,1 1-1,-1 0 0,1-1 0,-1 1 0,1 0 1,-1 0-1,1 0 0,-1 0 0,0 0 0,1 0 0,-1 0 1,1 1-1,-1-1 0,-5 3 2388,10-6-602,4-3-1510,0 0 0,0 0 0,1 1 0,-1 0 0,1 0 0,13-4 0,60-24 632,-52 22-692,324-106 928,-135 48-1478,92-31-596,511-193-2461,-805 286 3171,19-6-36,-32 12 53,-5 5-8,-8 13 25,-1 0 0,0 0 0,-19 21 0,15-21-180,1 2 0,-23 38 0,28-37-110,1 0 0,1 1-1,1 0 1,-5 28 0,11-47 279,0 0-1,0 0 1,0 0 0,0 0-1,0 0 1,1 0 0,-1 0-1,1 0 1,-1 0 0,1 0-1,0 0 1,1 3 0,0-2-18,-1-2 38,0-1 0,0 1 0,0-1 0,0 1 0,0-1 0,1 0 0,-1 1 0,0-1 0,0 0 0,0 0 0,0 0-1,1 0 1,-1 0 0,0 0 0,0 0 0,3-1 0,-3 1-4,8 0 25,0-1 1,0 0-1,0-1 1,-1 0-1,1 0 1,0-1-1,-1 0 1,0-1-1,1 0 1,7-5-1,22-9 142,-17 9 125,1 1 1,0 0-1,1 2 0,-1 1 1,1 0-1,0 2 0,0 1 1,1 0-1,40 4 0,-18 4 145,183 17 781,-184-21-1168,1-2 1,-1-2-1,51-9 1,-63 6-82,0-1 1,0-2-1,-1-1 1,0-2 0,-1-1-1,0-1 1,49-30-1,-76 41 35,-1 0-1,1 0 1,-1-1-1,0 0 1,0 1 0,0-1-1,0 0 1,0-1-1,2-3 1,0-1-19,-4 7 15,-1-1 1,1 1 0,0-1 0,-1 1-1,0-1 1,1 1 0,-1-1 0,0 0-1,0 1 1,0-1 0,0 0 0,0 1-1,0-1 1,0 1 0,0-1 0,-1 0 0,1 1-1,-1-1 1,1 1 0,-2-4 0,1 4-15,0-2-24,-3 3-27,-4 1-57,-1 0 1,0 1-1,1 0 0,0 0 1,-1 1-1,-9 4 0,14-4 10,0-1-1,1 0 1,-1 1-1,0 0 1,1 0-1,-1 0 1,1 0-1,0 1 1,0-1-1,0 1 1,1 0-1,-1 0 1,1 0-1,-2 5 1,3-7-158,4 10-133,-3-11 403,-1 0 0,1 0 0,0 0 0,0-1 1,0 1-1,0 0 0,0 0 0,0 0 0,1 0 0,-1 0 0,0 0 1,0-1-1,1 1 0,-1 0 0,0 0 0,1 0 0,-1-1 1,1 1-1,-1 0 0,1 0 0,-1-1 0,1 1 0,0-1 1,-1 1-1,1 0 0,0-1 0,1 1 0,11-1-34,0 0 1,0-2-1,0 1 0,0-2 0,0 0 1,22-8-1,11-7-221,-2-2-1,0-2 1,-1-2 0,-1-2-1,41-33 1,-60 40-3,-1-1-1,0-1 1,-2-1 0,0 0-1,-2-2 1,0 0-1,-2-1 1,-1-1 0,20-44-1,-24 45 453,-1-1-1,-2 0 1,0 0 0,-2 0 0,-1-1-1,2-32 1,-1-7 1288,-6 65-1450,0 1 0,-1 0-1,1 0 1,0-1-1,0 1 1,0 0-1,0 0 1,0 0-1,0-1 1,0 1 0,-1 0-1,1 0 1,0 0-1,0 0 1,0-1-1,0 1 1,-1 0 0,1 0-1,0 0 1,0 0-1,0 0 1,-1 0-1,1-1 1,0 1 0,0 0-1,-1 0 1,1 0-1,0 0 1,0 0-1,0 0 1,-1 0 0,1 0-1,0 0 1,0 0-1,-1 0 1,1 0-1,0 0 1,0 0 0,-1 0-1,1 1 1,0-1-1,0 0 1,0 0-1,-1 0 1,1 0 0,0 0-1,0 0 1,0 1-1,-1-1 1,1 0-1,0 0 1,0 0 0,0 0-1,0 1 1,-1-1-1,-12 9 292,0 4 97,0 0-1,0 1 1,2 1 0,-16 22 0,-37 74 954,48-82-1094,-22 38 313,-1 0-76,3 1-1,-27 74 1,62-139-493,0 1 0,0-1-1,0 0 1,0 1 0,0-1 0,1 1-1,0-1 1,-1 1 0,1-1 0,0 1 0,1-1-1,-1 1 1,1-1 0,-1 1 0,1-1-1,0 1 1,2 3 0,-1-5-14,0 1 1,0 0-1,0-1 1,0 1-1,0-1 1,0 0-1,1 0 1,-1 0-1,1 0 0,0 0 1,-1 0-1,1-1 1,0 1-1,0-1 1,4 1-1,5 1-20,0 0 1,-1-1-1,1-1 0,0 0 0,1 0 1,-1-1-1,0-1 0,16-2 1,42-11-617,-1-2 0,-1-3 1,0-3-1,-2-4 0,-1-2 0,-1-3 1,103-67-1,-110 58 174,-33 22 251,30-17-1,-50 32 242,1-1 0,-1 0-1,0 0 1,0 0-1,0 0 1,4-8 0,-2 5 92,30-44 4043,-68 59-3880,31-7-275,-1 0 0,1 0 1,-1-1-1,1 1 1,-1 0-1,1 1 0,0-1 1,0 0-1,0 0 0,0 0 1,-1 1-1,2-1 1,-1 1-1,0-1 0,-1 2 1,-3 5 40,4-7-41,-4 4 15,0 0 0,0 0-1,1 0 1,0 0 0,0 1-1,-5 9 1,11-6 31,0-6-51,1 0 0,-1 0 0,1 0 0,-1 0 1,1 0-1,0 0 0,0-1 0,0 1 1,0-1-1,1 0 0,-1 0 0,5 2 0,2 0-51,-1-1-1,1 1 1,1-2-1,15 3 0,36 3-349,0-2 1,0-3-1,0-3 0,83-11 0,-141 11 482,-1-1 0,1 0-1,-1 0 1,1 0 0,-1 0 0,0-1 0,0 1-1,1-1 1,-1 0 0,0 0 0,0 0-1,-1 0 1,1 0 0,0-1 0,-1 1 0,0-1-1,1 0 1,2-5 0,-4 6-25,0 0 0,0 0 0,-1 0 1,1 0-1,-1 0 0,0 0 0,1 0 0,-1-1 1,0 1-1,0 0 0,-1-3 0,2-17 674,-1 17-798,4-14 1294,0 15-465,4 12-330,-5-2-366,-1 0-1,0-1 1,0 1-1,0 0 0,-1 0 1,0 0-1,0 0 1,0 0-1,-1 11 1,-6 61 116,5-65-194,-7 30 9,-1 0 0,-3-1 0,-18 47 0,12-37 0,-27 66 0,-5-1 0,-86 144 0,92-188 1,-4-2 0,-2-2 0,-106 111 0,69-95-16,-4-4 0,-107 73 0,178-140-127,0 0 1,-38 17 0,55-30 118,-1 0 1,1 0-1,0 0 1,-1 0-1,1 0 1,-1-1-1,1 1 1,-1-1 0,1 0-1,-1 0 1,1-1-1,-1 1 1,1-1-1,0 1 1,-1-1-1,1 0 1,0 0-1,-6-3 1,7 3 12,0 0 0,0-1 0,0 1 0,1 0-1,-1-1 1,0 1 0,1-1 0,-1 1 0,1-1 0,0 0 0,0 0 0,-1 1 0,1-1 0,0 0 0,0 0-1,1 0 1,-1 0 0,0-1 0,1 1 0,-1 0 0,1 0 0,0 0 0,0 0 0,-1 0 0,1-1-1,1 1 1,-1-4 0,3-6-51,1 0-1,0-1 0,0 2 0,1-1 1,13-22-1,42-53-231,-50 73 245,58-72-302,2 4 0,86-76 0,178-137-638,-284 252 878,362-298-789,229-201 231,-597 503 628,12-10 50,81-93 0,-132 137 10,-1-1 0,0 0 0,0 0 0,5-11 0,-9 17-17,0-1 0,0 1 0,0-1 0,1 1 0,-1-1 0,0 0 0,0 1 0,0-1 0,0 1 0,0-1 0,0 0 0,0 1 0,0-1 0,0 1 0,0-1 0,0 1 0,0-1 0,0 0 0,-1 1 0,1-1 0,0 1 0,-1-2 0,0 2 0,1 0 1,-1-1-1,0 1 0,0 0 0,1 0 1,-1-1-1,0 1 0,0 0 0,0 0 1,0 0-1,1 0 0,-1 0 0,0 0 1,0 0-1,0 0 0,0 0 0,1 1 0,-1-1 1,0 0-1,-1 1 0,-10 4 37,0 0 0,0 0-1,1 2 1,0-1 0,0 1-1,1 1 1,0 0 0,0 0-1,1 1 1,0 0 0,1 1-1,0 0 1,0 0 0,-12 22 0,14-22 12,0 1 1,1 0-1,0 1 1,1-1-1,0 1 1,1 0-1,0 0 1,1 0-1,0 0 1,1 1 0,0-1-1,1 0 1,0 1-1,1-1 1,5 22-1,4-4 104,2 1 0,1-2 0,2 0 0,1 0 0,27 37 0,-39-60-139,0 0 0,0 0 0,0 0 0,-1 1 0,0-1-1,0 1 1,-1 0 0,1-1 0,-1 1 0,-1 0 0,0 1 0,0-1 0,0 0 0,-1 0 0,0 0 0,0 1 0,-1-1 0,0 0 0,0 0 0,-1 0 0,0 0 0,0 0 0,0 0 0,-1-1 0,0 1 0,0-1 0,-1 1 0,0-1 0,0 0 0,0-1 0,-9 10-1,-15 12-85,-1-1-1,-1-1 0,-1-2 0,-2-1 0,-35 19 0,-20 14-2154,50-29-533,27-20 693,22-13-1857,118-69-903,-15 11 3501,180-139 671,127-129 4311,-355 277-2560,164-126 3832,-228 181-4767,-1 0 0,1 0-1,-1 0 1,1 0 0,-1 1 0,1-1 0,0 1 0,-1-1-1,1 1 1,-1 0 0,1-1 0,3 1 0,-4 0-99,-1 0 0,1 1 0,-1-1 0,1 0 0,0 0 0,-1 0 0,1 0 0,0 1 0,-1-1 0,1 0 0,-1 1 0,1-1 0,-1 0 0,1 1 0,-1-1 0,1 1 0,-1-1 0,1 1 0,-1-1 0,0 1 0,1-1 0,-1 1 0,0-1 0,1 1 0,-1-1 0,0 1 0,0 0 0,0-1 0,1 1 0,-1 0 0,0-1 0,0 1 0,0 1 0,-1 7 199,-1 1 0,0-1 0,0 1-1,-1-1 1,0 0 0,-1 0 0,-7 13-1,7-13-92,-30 54 658,-3-1-1,-3-2 0,-46 54 0,12-15-313,34-48-514,-34 52-791,67-92 361,1-1-1,0 1 1,1 1-1,0-1 1,1 1-1,1 0 1,-4 20 0,6-28 174,1-1 0,0 1 0,0 0 1,1 0-1,-1-1 0,1 1 0,0 0 1,0 0-1,0-1 0,0 1 0,1-1 1,-1 1-1,1-1 0,0 0 0,0 0 1,0 1-1,0-1 0,1-1 0,-1 1 1,1 0-1,0-1 0,0 1 0,0-1 1,0 0-1,6 4 0,2-1-1100,-1 1 0,1-2 0,1 1 0,-1-2-1,0 1 1,24 2 0,27 1-7578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57.0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64 111 10465,'-53'2'2296,"42"-1"2751,11 0-4967,0 0 1,1 0 0,-1 1 0,0-1 0,1 0-1,-1 0 1,1 0 0,-1 0 0,1 0 0,-1 0 0,1 0-1,0 0 1,-1 0 0,1 0 0,0 0 0,0 0-1,0 0 1,0-1 0,0 1 0,0 0 0,0-1-1,0 1 1,0-1 0,0 1 0,0-1 0,0 1-1,0-1 1,0 0 0,1 1 0,-1-1 0,1 0-1,39 2 260,423-67-4943,-222 26 2484,-40 16 6847,-199 23-4094,26-13-8891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58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105 863 10881,'-25'7'601,"18"-5"-142,-1 0 1,0 0 0,0 1 0,1 0 0,0 0 0,-1 1-1,1 0 1,-11 8 0,17-11 233,1 7-2,-1-6-553,1 0 0,0 0-1,0 0 1,0 0 0,0 0 0,1 1 0,-1-1-1,1 0 1,-1 0 0,1 0 0,1 2-1,-1-2-95,0-1 0,1 0-1,-1 0 1,1 0 0,-1 0-1,1 0 1,0 0 0,-1 0-1,1-1 1,0 1 0,0 0-1,0-1 1,-1 0 0,1 1-1,0-1 1,3 0 0,38 5 291,1-2 1,0-2 0,76-8-1,135-32 148,-154 21-333,772-144 656,72-11-80,-524 104-495,897-159 723,-868 143-504,392-78 932,-750 145-2152,-87 17-36,-10 2-497,-128 35-9232,67-16 1077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59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0 7777,'0'0'4415,"-24"18"6752,18-8-10437,1 1-1,0-1 1,0 1 0,2 1-1,-1-1 1,1 1 0,1-1 0,-2 23-1,-4 16 138,-50 194 619,41-191-3081,-25 52 1,-18 43-4870,28-48-1279,8-8-4156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8:59.9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15 13033,'-5'-14'4407,"-1"24"1164,0 4-5361,1-4 334,1 1-1,0 0 1,1 0-1,1 0 0,-4 21 1,1 63 1215,3-55-1213,-26 297 1246,6-97-3250,12 2-3875,10-235 4987,0 13-902,0-1 0,6 32 0,-6-47 715,1 0-1,0-1 1,0 1-1,0 0 1,0-1-1,1 1 1,-1 0 0,1-1-1,0 0 1,0 1-1,0-1 1,1 0-1,-1 0 1,1 0-1,0-1 1,-1 1-1,1 0 1,0-1-1,7 4 1,5-4-5512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00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0 509 8881,'0'-23'7661,"0"26"-6358,1 4-1036,0 0-1,0 0 1,0 0-1,0 0 1,1-1 0,1 1-1,-1-1 1,1 1-1,4 6 1,39 57 866,-30-47-783,4 6-118,2-1 0,1 0 0,1-2-1,1-1 1,1-1 0,2-1 0,31 21 0,-47-37-197,13 10 28,0-2-1,0 0 1,2-2-1,-1-1 0,48 14 1,-72-26-60,34 11 35,0-2 0,0-2 0,1-1 0,38 1 0,-36-6-102,0-2 0,0-1 0,0-3 0,0-1 0,-1-1 0,61-21 0,-76 20-41,0-2-1,-1 0 1,0-1-1,-1-2 1,0 0-1,-1-1 1,0-1-1,-1 0 1,-1-2-1,-1 0 1,27-35-1,-29 31-91,-1-1 0,-2 0 0,0-1 0,-1-1 0,-1 0-1,-2 0 1,12-50 0,-14 37 147,-2-1 1,-1 0-1,-1 0 0,-7-66 0,-4 32 1079,-29-119 0,38 190-964,-1-1 1,1 1-1,0-1 1,-1 1-1,1-1 0,-1 1 1,1-1-1,-1 1 0,0-1 1,0 1-1,1 0 0,-1-1 1,0 1-1,0 0 1,0 0-1,-1 0 0,1 0 1,0 0-1,0 0 0,0 0 1,-1 0-1,1 0 0,-1 1 1,1-1-1,0 0 1,-1 1-1,1 0 0,-1-1 1,1 1-1,-1 0 0,0-1 1,1 1-1,-1 0 0,1 0 1,-1 0-1,1 0 1,-1 1-1,1-1 0,-1 0 1,1 1-1,-1-1 0,1 1 1,-1-1-1,1 1 0,-1 0 1,1 0-1,0 0 1,-1-1-1,1 1 0,0 0 1,0 0-1,0 1 0,0-1 1,0 0-1,0 0 0,-1 2 1,-8 10 211,0 1 0,0 1 0,2-1 0,0 1 0,0 1 0,-8 25 1,-25 105 652,24-71-838,-10 117 0,24-139-911,2 0 1,2 0-1,8 56 1,-5-89-160,0 0 0,1 0 0,1 0 0,0 0 1,2-1-1,0 0 0,22 35 0,-28-51 375,0 0 0,1-1 0,-1 1 0,1-1 0,-1 1 0,1-1 1,0 0-1,-1 0 0,1 0 0,0 0 0,1-1 0,4 3 0,30 12-7228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00.6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388 1 11521,'0'0'1967,"-4"1"-262,-8 3-843,0 1 1,0 0 0,1 0 0,-13 9-1,-8 9 32,-33 28 0,34-25-365,-3 3-166,1 1 0,-38 47-1,58-61-287,2 1-1,-10 17 0,19-31-7,3 0 72,-1-2-138,0 0 0,0 0 1,0 0-1,0 0 0,0 0 0,0 0 0,1 0 0,-1 0 0,0 0 0,1 1 0,-1-1 1,1 0-1,-1-1 0,1 1 0,0 0 0,-1 0 0,1 0 0,0 0 0,-1 0 1,1-1-1,0 1 0,0 0 0,0-1 0,0 1 0,0 0 0,0-1 0,0 1 1,1-1-1,1 0-2,0 0 1,0 0 0,0-1 0,0 0-1,0 0 1,0 0 0,-1 0-1,1 0 1,3-2 0,13-5 9,122-59 2350,-137 66-2203,0 1 1,1 1-1,-1-1 1,0 1 0,0-1-1,0 1 1,0 0-1,0 0 1,0 1-1,-1-1 1,6 4 0,-7-3-108,0 1 0,0-1 1,0 1-1,-1-1 1,0 1-1,1 0 1,-1 0-1,0 0 1,0 0-1,0 0 1,-1 0-1,1 0 1,-1 0-1,1 0 1,-1 0-1,0 0 1,0 0-1,-1 4 1,1 4 0,3 23-1678,2 1 1,9 36 0,-14-69 1397,1 0 0,-1 0 1,1-1-1,-1 1 0,1 0 0,0 0 0,0-1 1,0 1-1,0-1 0,0 1 0,0-1 1,1 1-1,-1-1 0,0 1 0,1-1 0,-1 0 1,1 0-1,-1 0 0,1 0 0,0 0 1,-1 0-1,1 0 0,3 0 0,-3 0-385,1-1 0,0 0 0,0 1 0,0-1 0,0 0 0,-1-1 0,1 1 0,0 0 0,0-1 0,-1 0 0,4-1 0,32-8-7231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01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443 1 10961,'23'12'2380,"-18"-10"-332,-7-1-314,-1 0-1532,1 0 1,0 1-1,-1-1 0,1 0 1,0 1-1,0 0 0,0 0 1,0-1-1,1 1 1,-1 0-1,0 0 0,1 1 1,0-1-1,-1 0 0,1 0 1,0 1-1,0-1 1,0 1-1,-1 3 0,-1 9 93,0 0 0,-2 22 0,2-6 241,-7 56-300,4 0 0,7 115 0,1-173-1500,11 53 1,15 24-5422,-28-104 6468,1 1 0,-1 0-1,0-1 1,0 1 0,0 0 0,0 0-1,-1-1 1,1 1 0,-1-1-1,0 1 1,0 2 0,-1 1-203,2-6 406,0 0 1,0 0 0,0 0 0,0 1 0,0-1-1,0 0 1,0 0 0,0 0 0,0 0-1,0 1 1,0-1 0,0 0 0,0 0-1,0 0 1,-1 0 0,1 0 0,0 1-1,0-1 1,0 0 0,0 0 0,0 0 0,0 0-1,0 0 1,-1 0 0,1 0 0,0 1-1,0-1 1,0 0 0,0 0 0,-1 0-1,1 0 1,0 0 0,0 0 0,0 0 0,0 0-1,0 0 1,-1 0 0,1 0 0,0 0-1,0 0 1,0 0 0,0 0 0,-1 0-1,1 0 1,0 0 0,-33 1-25,-1-1-1,-36-6 1,55 5 277,-78-3 1473,54 3 465,-1-1-1,-72-13 1,112 14-2169,0 1 1,0 0-1,0 0 0,0 0 1,0 0-1,0 0 0,1 0 0,-1 0 1,0 0-1,0 0 0,0 0 1,0 0-1,0 0 0,0 0 0,0 0 1,0-1-1,0 1 0,0 0 1,0 0-1,0 0 0,0 0 0,0 0 1,0 0-1,0 0 0,1 0 1,-1-1-1,0 1 0,0 0 0,0 0 1,0 0-1,0 0 0,0 0 1,-1 0-1,1 0 0,0-1 0,0 1 1,0 0-1,0 0 0,0 0 1,0 0-1,0 0 0,0 0 0,0 0 1,0 0-1,0 0 0,0-1 1,0 1-1,0 0 0,0 0 0,0 0 1,-1 0-1,1 0 0,0 0 1,0 0-1,0 0 0,0 0 1,0 0-1,0 0 0,0 0 0,0 0 1,-1 0-1,1 0 0,0 0 1,0 0-1,0 0 0,0 0 0,7-10 134,2 0 0,-1 1-1,1 0 1,1 1-1,-1 0 1,19-12 0,74-37 243,-57 34-261,400-217 601,-432 232-603,1 2-1,0-1 1,0 2 0,0 0-1,0 0 1,1 1-1,0 1 1,19-2 0,-31 5-102,-1 0 0,0 0-1,0 0 1,0 1 0,0-1 0,0 0 0,1 1 0,-1-1 0,0 1 0,0 0-1,0 0 1,0 0 0,0 0 0,-1 0 0,1 0 0,0 0 0,0 1 0,-1-1 0,1 1-1,-1-1 1,1 1 0,-1 0 0,0-1 0,1 1 0,-1 0 0,0 0 0,0 0 0,0 0-1,-1 0 1,1 0 0,0 2 0,2 10 46,0-1 0,-1 0 0,-1 1 0,0 16 0,3 16 20,-4-41-88,1-1-1,0 1 0,0-1 1,1 1-1,-1-1 0,1 0 0,0 0 1,0 0-1,0 0 0,1 0 0,-1 0 1,1 0-1,0-1 0,0 0 0,0 1 1,1-1-1,-1 0 0,1 0 0,0-1 1,0 1-1,0-1 0,0 0 0,0 0 1,6 2-1,-1-2-28,1 0 1,-1 0-1,1-1 0,-1 0 1,1-1-1,-1 0 1,1-1-1,-1 0 0,1 0 1,17-5-1,15-7 88,0-2-1,-1-1 1,-1-3 0,-1-1-1,0-1 1,-2-3-1,-1-1 1,54-47 0,-65 52 1508,-22 20 650,-17 14-1288,-3 5-817,0 1 1,2 0-1,0 1 0,1 1 0,2 1 0,0 0 1,-10 28-1,4 7-2779,17-51 1608,0 0 1,0 0-1,0 0 1,1 0 0,1 14-1,2-13-3684,1-1 2560,0-4 173,5 11-6469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01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1 160 14501,'3'0'2049,"1"-1"-1720,0 0 0,1 0 0,-1 1 1,0-1-1,1 1 0,-1 0 1,0 1-1,1-1 0,-1 1 1,0-1-1,0 1 0,1 1 1,-1-1-1,0 1 0,0-1 1,0 1-1,0 0 0,-1 1 0,1-1 1,-1 1-1,1-1 0,-1 1 1,0 0-1,0 0 0,4 5 1,2 3-154,-1 0 0,0 0 0,0 0 1,-1 1-1,-1 0 0,0 0 1,-1 1-1,7 23 0,-7-16-68,-1 1 0,-1-1 0,-1 1-1,-1-1 1,-2 28 0,-2-10-30,-3-1 1,0 0-1,-3 0 1,-1-1-1,-2 0 0,-17 37 1,20-55 196,-1-1 0,-14 18 0,11-16 207,12-17 26,-6-28-147,0-4-280,9 13-202,1 0 1,0 0-1,2 1 1,0-1-1,0 1 1,1 0-1,1 1 1,13-21-1,-5 7-412,136-254-5775,-112 220 2486,4 2 0,64-73 0,-44 67-3953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01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605 715 6269,'-29'26'6367,"28"-24"-4911,-78 86 4695,-50 39-5009,10-15-1298,-92 77-2139,202-182 2133,-16 13-134,22-16 341,14-8 208,240-102 3718,-233 100-3500,0 1 0,1 1-1,-1 0 1,1 1 0,0 1 0,28 1 0,-38 2-308,0-1 0,0 1 0,0 1 0,-1 0 0,1 0 0,0 0 0,-1 1 0,0 1 1,1-1-1,-2 2 0,1-1 0,0 1 0,-1 0 0,0 0 0,12 12 0,-11-9-42,0 1 0,0-1-1,0-1 1,1 0 0,15 10 0,-20-16-112,-1 1 1,1-1-1,-1 1 1,1-1-1,-1 0 1,1-1-1,0 1 1,0-1-1,-1 1 1,1-1-1,0 0 1,0 0-1,0-1 1,-1 1-1,1-1 1,0 0-1,-1 0 1,1 0-1,0-1 1,6-3-1,245-146-677,-245 144 635,28-17-246,-2-1-1,-1-2 0,-2-1 1,0-2-1,-2-1 0,-1-2 1,-2 0-1,47-74 0,-31 22 173,-4-2-1,-3-2 1,-5-2 0,33-143-1,-59 208 367,0-1 0,-3 0 1,2-45-1,-5 71-227,1 0 0,-1-1 0,0 1 0,0 0 0,0 0 0,0-1 0,0 1 0,0 0 0,0 0 0,-1-1 0,1 1 1,0 0-1,-1 0 0,1 0 0,-1-1 0,1 1 0,-1 0 0,1 0 0,-1 0 0,0 0 0,0 0 0,0 0 0,1 0 0,-1 0 0,0 1 0,0-1 0,0 0 0,0 0 1,0 1-1,0-1 0,-1 1 0,1-1 0,0 1 0,0-1 0,0 1 0,-1 0 0,1-1 0,-2 1 0,0 0 20,0 1-1,0-1 1,0 1-1,1 0 1,-1 0-1,0 0 1,0 0-1,1 0 1,-1 1-1,0-1 1,1 1-1,0-1 1,-1 1-1,-3 4 1,-16 18 260,0 2 1,2 1-1,-25 40 1,-44 95 237,78-142-490,-32 69-296,-38 105 0,23 3-2894,53-175 2315,1 1-1,2 0 0,0 0 1,1 0-1,3 33 0,-1-42-80,2 1 0,-1-1 0,2 0 0,0 0 0,1-1-1,0 1 1,1-1 0,0 0 0,1-1 0,9 13 0,49 52-8506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03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435 0 8065,'18'2'12269,"-36"18"-11142,7-6-533,0 2 0,1-1 0,1 2-1,0-1 1,1 1 0,-8 26 0,-81 213 2624,67-173-2612,-98 281 1220,95-251-1393,-26 148 0,54-229-379,0 0-1,3 1 1,0-1-1,2 1 1,5 34-1,-4-56-54,1-1-1,0 1 1,1 0-1,1 0 1,-1-1-1,2 0 0,-1 0 1,1 0-1,1 0 1,0-1-1,0 0 1,1 0-1,0-1 0,0 1 1,1-1-1,0-1 1,1 0-1,13 9 1,-6-7-61,1-1 0,0 0 0,1-1 0,-1-2 0,1 1 0,0-2 0,1 0 1,-1-2-1,1 0 0,-1-1 0,1 0 0,28-4 0,8-4-233,0-2-1,103-31 1,-27-5-502,-1-6 1,-3-5 0,196-119-1,-247 127-68,104-84-1,-137 95 467,-2-2 0,-2-1 0,53-70 0,-80 94 278,-1 0 0,-1-1-1,0-1 1,-1 0 0,-1 0 0,11-37-1,-18 52 107,0 0-1,0 0 0,-1 0 0,1 0 0,-1 0 1,0 0-1,0 1 0,0-1 0,0 0 0,0 0 1,-1 0-1,1 0 0,-1 0 0,0 0 0,0 0 1,0 0-1,0 1 0,0-1 0,-1 0 0,1 1 0,-1-1 1,0 1-1,0 0 0,0-1 0,0 1 0,0 0 1,0 0-1,-4-3 0,0 3 4,1-1 1,-1 1-1,1 0 0,-1 0 0,0 0 1,1 1-1,-1 0 0,0 0 1,0 0-1,0 1 0,0 0 0,-9 1 1,-6 2-4,0 1 0,1 0 1,0 2-1,0 0 0,1 2 0,-1 0 1,-19 12-1,0 3 8,1 1-1,-43 36 1,54-37-31,-35 36 1,53-49-10,0 1 0,0 0 0,1 1 0,1-1 0,0 2 0,-7 16 0,12-26 18,1 1 0,0 0 0,0-1 1,0 1-1,1 0 0,-1 0 0,1 0 0,0 0 1,0-1-1,0 1 0,2 5 0,-2-7 19,0 0-1,1-1 1,-1 1 0,1 0-1,0-1 1,-1 1-1,1-1 1,0 1 0,0-1-1,0 1 1,0-1-1,1 0 1,-1 0 0,0 1-1,0-1 1,1 0 0,-1 0-1,1 0 1,-1 0-1,1 0 1,-1-1 0,1 1-1,-1 0 1,1-1-1,0 1 1,1-1 0,8 1 65,-1 0 1,1-2-1,-1 1 1,1-1-1,-1-1 1,0 0-1,16-4 0,34-6 273,-15 6 192,-19 2-80,38 0 0,-54 4-395,0 1 0,-1 0 0,1 1 0,-1-1 0,1 2 0,-1-1 0,14 7 0,-14-5-568,0 0-1,0-1 0,0 0 0,1-1 1,-1 0-1,1 0 0,0-1 1,-1 0-1,1-1 0,16-1 1,24-5-5519,-10-1-3296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04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1566 8753,'9'-40'10206,"-9"41"-10143,-1-1 0,0 0-1,1 1 1,-1-1 0,0 0 0,1 1-1,-1-1 1,1 1 0,-1-1 0,1 1-1,-1-1 1,1 1 0,0-1 0,-1 1 0,1 0-1,-1-1 1,1 1 0,0 0 0,0-1-1,-1 2 1,-10 13 940,2-10-515,0-2-1,1 1 1,-1-1-1,0-1 1,-11 2 0,16-3 272,0-1-39,-10-1-475,-9 1 974,24 3-696,13 3-354,33 10 81,-32-12-221,-1 0 0,-1 1 1,1 0-1,-1 1 0,0 1 0,0 0 0,0 1 0,-1 1 0,19 16 0,20 25-4,-48-47-36,0 1 1,0 0 0,0 0 0,-1 0-1,1 0 1,-1 0 0,0 1-1,0-1 1,0 1 0,-1 0 0,1-1-1,-1 1 1,0 0 0,-1 0 0,1-1-1,-1 1 1,0 0 0,0 0-1,-1 0 1,1 0 0,-2 5 0,-2 4-24,1 0 0,-2-1 1,1 0-1,-10 16 0,-2 10 46,15-36 19,15-17-123,147-150 54,-52 61-12,59-52-38,-138 130 144,1 2 0,1 1 1,63-31-1,-90 50-5,1 1-1,-1-1 1,0 1 0,1 1-1,-1-1 1,1 1 0,0 0-1,-1 0 1,1 1 0,0 0-1,0 0 1,-1 0-1,1 0 1,0 1 0,-1 0-1,1 0 1,0 1 0,-1 0-1,0 0 1,1 0 0,-1 0-1,0 1 1,0 0-1,0 0 1,-1 0 0,8 7-1,-2 1 49,0 1-1,-1 0 1,-1 1-1,0-1 1,9 20-1,-12-20-59,1 0 0,1-1 0,0 0 1,0 0-1,1-1 0,0 0 0,1 0 0,13 11 0,-8-12-15,0 0-1,1-1 0,0-1 0,1 0 1,-1-1-1,1-1 0,1 0 0,-1-1 0,1-1 1,-1-1-1,1 0 0,0-1 0,0-1 1,29-3-1,-7-2-23,0-1 0,0-2 1,-1-2-1,0-1 0,44-21 0,-57 21-24,0-1 0,-1-2 0,0 0 0,-2-1 0,1-2 0,-2 0 0,37-38 0,-49 45-20,0-1 0,-1 0 0,0 0 0,0 0 0,-1-1 0,-1 0 0,0-1 0,-1 1 0,0-1 0,-1 0 0,0-1 0,-1 1 0,-1 0 0,0-1 0,0 0 0,-2 1 0,0-21 0,-2 27-24,1-1 0,-1 0 0,0 1 0,-1-1 0,0 1 1,0-1-1,0 1 0,-1 0 0,0 1 0,-1-1 0,1 1 0,-1 0 0,-1 0 0,1 0 0,-8-6 0,8 9 31,0-1-1,0 1 1,0 1 0,0-1-1,0 1 1,-1-1-1,1 2 1,-1-1-1,0 0 1,0 1 0,1 0-1,-1 1 1,0-1-1,0 1 1,0 0-1,0 1 1,1-1-1,-11 3 1,6-2-17,-7 1-53,1 1 0,0 0 1,-1 2-1,2-1 0,-25 12 0,32-13-19,-1 2-1,1-1 0,0 1 0,0 1 0,1-1 0,-1 1 0,1 0 1,0 1-1,1 0 0,0 0 0,-7 10 0,12-16 94,0 1 1,0 0-1,0-1 1,0 1-1,0 0 1,0-1-1,1 1 1,-1 0-1,1 0 0,-1 0 1,1 0-1,0-1 1,0 1-1,-1 0 1,1 0-1,1 0 0,-1 0 1,0 0-1,1 2 1,0-2 7,-1-1 1,1 0-1,0 1 0,0-1 1,0 0-1,0 0 1,0 1-1,1-1 0,-1 0 1,0 0-1,0 0 1,1 0-1,-1-1 0,1 1 1,-1 0-1,0-1 1,1 1-1,2 0 1,3 1-21,0-1 0,1 0 1,-1 0-1,1-1 0,-1 0 1,1 0-1,-1-1 1,15-2-1,13-6 389,-1-1 1,-1-2-1,0-1 0,0-2 1,-1-1-1,-1-1 0,-1-2 1,33-26-1,-63 44-332,0 1-1,0 0 1,0 0-1,0 0 0,0 0 1,1-1-1,-1 1 1,0 0-1,0 0 1,0 0-1,0 0 1,0 0-1,1 0 0,-1-1 1,0 1-1,0 0 1,0 0-1,1 0 1,-1 0-1,0 0 1,0 0-1,0 0 0,0 0 1,1 0-1,-1 0 1,0 0-1,0 0 1,0 0-1,1 0 1,-1 0-1,0 0 0,0 0 1,0 0-1,1 0 1,-1 0-1,0 0 1,0 0-1,0 0 1,1 0-1,-1 0 0,0 1 1,0-1-1,0 0 1,0 0-1,0 0 1,1 0-1,-1 0 1,0 1-1,0-1 0,0 0 1,-1 15 239,-11 26-108,10-34-47,-34 96 615,17-52-360,2 0-1,3 2 1,-10 62 0,19-53-77,2 0 0,3 0 0,3 0-1,18 105 1,75 238 221,-72-315-452,31 117 31,40 156-54,-51-163-58,-31-53-172,-11-104 54,-3 1 0,-1-1 0,-3 0 0,-1 0 0,-18 62 0,14-72 53,-1 0 0,-2-1 0,-2 0 0,-1-1 0,-1-1 0,-1-1 0,-30 37-1,13-27 37,0-2-1,-3-1 1,-1-2-1,-2-1 1,0-3-1,-3-1 1,0-2-1,-52 22 1,33-21 124,-2-2 1,-1-4 0,-1-2-1,-1-4 1,-104 13 0,144-25 41,-1-2 1,0-1 0,-1-1-1,1-1 1,1-2-1,-45-9 1,65 10-85,1 0 0,-1 0 0,0-1-1,1 0 1,-1-1 0,1 0 0,0 0 0,0 0 0,1-1 0,-1 0 0,1 0 0,0-1-1,0 0 1,1 0 0,0 0 0,0 0 0,0-1 0,1 0 0,0 0 0,0 0-1,1-1 1,-1 1 0,2-1 0,-1 0 0,1 0 0,1 0 0,-2-14 0,2 7-19,1-1 1,0 0 0,1 1 0,1-1 0,1 1 0,0 0 0,9-28-1,5 1-94,32-62-1,-5 27-165,4 1 1,66-80 0,130-131-611,-230 271 818,349-384-1364,42-46-85,-26-20-53,-320 387 1272,103-145-529,-122 163-179,56-115-1,-89 161 817,-1 0-1,-1 0 1,0-1 0,-1 1 0,-1-1-1,0 0 1,-1 0 0,-1 0-1,-1 0 1,-1-21 0,-11-23 970,11 57-383,1-29 2055,-4 69-2385,3-25-39,0 0 1,0 25-1,2-22-38,1 0 0,0 0 0,1 0 0,1 0-1,0 0 1,12 26 0,-13-35-13,0-1-1,0 1 1,1-1 0,0 1 0,0-1-1,1-1 1,-1 1 0,1 0 0,0-1-1,0 0 1,0 0 0,1-1 0,-1 1-1,1-1 1,0 0 0,0-1 0,0 0-1,0 0 1,8 2 0,-1-2-8,0 0 0,1 0 1,-1-1-1,1-1 0,-1-1 0,1 0 1,-1 0-1,20-6 0,5-3-9,57-25 0,-83 30 13,30-11 41,0-1 0,-2-3-1,54-34 1,-68 39-35,11-6-17,0 2 0,1 2 0,53-16 0,122-23-429,-196 52 386,29-7-50,71-29 1,-94 31 99,-1-2 1,0 0 0,0-2-1,37-29 1,-48 33 20,6-4 12,-2-1 0,0 0 0,14-18 0,-25 26-12,1 0 1,-1-1-1,0 0 0,-1 0 0,0 0 0,0 0 0,0 0 1,-1-1-1,0 1 0,0-1 0,0-14 0,-1 19-3,-1 0-1,0 0 1,0 0-1,0 1 1,0-1-1,0 0 1,-1 0-1,1 0 1,-1 0-1,0 1 1,0-1-1,0 0 1,0 1-1,-1-1 1,1 0-1,0 1 1,-1 0-1,0-1 1,0 1-1,0 0 1,0 0-1,0 0 1,0 0-1,-3-2 0,0 2 8,0 0-1,0 0 1,0 0-1,0 0 1,0 1-1,0 0 1,0 0-1,-1 1 0,1-1 1,-1 1-1,1 0 1,-11 2-1,1 0-16,0 0 0,0 1 0,0 1-1,0 0 1,0 1 0,-25 12 0,38-15-18,17-3-48,1-1 43,0-1 0,-1 0 1,1-1-1,-1-1 0,0 0 0,-1-1 0,15-8 0,33-25 4,-39 24 88,36-18-1,-56 31-3,0 3 15,0 1-55,-1-1 1,1 1-1,0 0 1,0 0-1,-1 0 1,1 0-1,-1 1 1,0-1-1,0 0 1,0 1-1,0 0 1,0-1-1,0 1 1,-1 0-1,1 0 1,-1 0-1,0 0 1,1 4-1,4 13 89,7 40 0,2 6 135,-6-41-234,-3-13 21,-1 1 0,-1-1 0,0 1 0,0 0-1,-2 1 1,1-1 0,-2 1 0,0-1 0,-1 26 0,-4-12-27,-1-1 1,-1 0-1,-2 0 1,-19 44-1,-58 100 12,6-15-111,-38 159-557,90-202 36,19-75-32,10-70 438,-1-32 43,14-53-27,-13 102 189,2 0 0,0 1 0,0 0 1,2 0-1,0 0 0,0 0 0,2 1 0,10-16 1,-1 1-4,173-247-115,-148 221 119,684-820 341,-719 867-308,69-77 529,70-105-1,-139 178-477,1 1-1,-2-2 1,0 1 0,9-26-1,-15 36-58,0 1-1,1 0 0,-1-1 0,0 1 0,0-1 0,1 1 0,-1-1 0,0 1 1,-1-1-1,1 1 0,0-1 0,0 1 0,-1 0 0,1-1 0,-1 1 0,1-1 1,-1 1-1,1 0 0,-1-1 0,0 1 0,0 0 0,0 0 0,0 0 0,0 0 0,0-1 1,0 1-1,0 0 0,0 1 0,0-1 0,0 0 0,-1 0 0,1 0 0,0 1 1,-2-1-1,-1-1 41,0 1 0,1 0 1,-1 0-1,0 0 0,0 1 1,0-1-1,0 1 0,0 0 1,0 0-1,0 0 1,-7 2-1,-7 4 164,0 0-1,1 2 1,0 0 0,0 0-1,1 2 1,-24 17 0,-2 5 371,-41 42-1,60-52-341,1 2-1,-38 52 0,52-64-178,1 0 1,-1 0-1,2 1 0,0 0 1,1 1-1,0-1 0,1 1 1,-5 28-1,9-37-105,0 0 1,0 1-1,0-1 0,1 0 1,0 1-1,1-1 1,-1 0-1,1 0 0,0 0 1,0 0-1,0 0 1,1 0-1,-1-1 0,1 1 1,0-1-1,1 0 1,-1 0-1,1 0 0,0 0 1,0 0-1,0-1 1,0 0-1,1 0 0,7 4 1,3 2-245,0-2 1,0 0-1,1-1 1,0 0-1,0-1 1,29 4-1,-2-3-749,1-3 0,87-4 0,89-22-1974,-193 20 2701,40-8-569,-1-3-1,0-2 1,105-42-1,-163 55 481,0-1 0,-1 0 0,1 0 0,-1-1 0,8-6-1,-11 9-46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05.7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 14333,'0'-1'140,"0"0"-1,-1 0 0,1 0 1,0 0-1,1 0 1,-1 0-1,0 0 0,0 0 1,0 0-1,1 0 1,-1 0-1,0 0 0,1 0 1,-1 0-1,1 0 0,-1 0 1,1 0-1,0 0 1,-1 0-1,1 1 0,0-1 1,0 0-1,-1 0 1,1 1-1,0-1 0,0 0 1,0 1-1,0-1 1,0 1-1,0 0 0,0-1 1,2 0-1,-2 2 28,0-1 0,0 0 0,0 1 0,0-1 0,0 1 0,0-1-1,0 1 1,0 0 0,0-1 0,0 1 0,0 0 0,-1 0 0,1-1 0,0 1 0,-1 0 0,1 0 0,0 0 0,-1 0 0,2 2-1,0 0 347,12 18 521,0 0 0,-2 1 0,0 1 0,-1 0 0,12 39 0,25 126 1362,-33-96-1692,5 144 1,-16 103-671,1-5-1561,-2-288 112,2 1 1,19 77 0,-12-82-1444,19 41 0,-5-27-4049,2-8-4543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05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49 13129,'-28'-38'7670,"71"28"-5856,0 13-1471,-1 2 0,1 2 0,80 25-1,-76-20-230,-33-8-94,241 70 383,-204-57-326,-2 3 0,92 51 0,-130-64-66,0 0 0,-1 0 0,0 1 0,-1 0 0,0 1 1,0 0-1,-1 1 0,0 0 0,0 0 0,10 19 0,-15-22 0,1 1 0,-2-1 0,1 1 0,-1 0 0,0-1 0,0 1-1,-1 0 1,0 0 0,-1 0 0,0 0 0,0 0 0,-1 0 0,0 0 0,0 0-1,0 0 1,-1 0 0,-1-1 0,-2 9 0,-7 10-37,-2 0 0,0-1 0,-1 0 0,-2-1-1,-28 32 1,-111 100-716,-215 155-6099,290-246 2249,-22 17-5081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06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39 574 14253,'-28'24'2181,"27"-23"-2030,0 0 1,0 0 0,0 1 0,0-1-1,0 1 1,0-1 0,0 0 0,1 1 0,-1 0-1,1-1 1,-1 1 0,1-1 0,0 1 0,-1-1-1,1 1 1,0 0 0,0-1 0,0 1-1,0 0 1,1-1 0,-1 1 0,0-1 0,2 4-1,14 32 1033,-14-33-967,6 9 152,0-1 1,1 1 0,0-1 0,1-1 0,1 0 0,18 15-1,75 50 748,-8-14-578,-30-21-218,-1 3 1,102 92-1,-159-129-299,-1 1 0,-1-1 0,1 2 0,-1-1 0,-1 0 0,0 1 0,0 0 0,-1 1 0,0-1 0,3 11 0,-5-15-8,-1 0 0,0 0 0,-1 0 0,1 1 0,-1-1 0,0 0 0,0 1 0,-1-1 0,1 0 0,-1 0-1,0 0 1,-1 1 0,1-1 0,-1 0 0,0-1 0,-1 1 0,1 0 0,-1 0 0,0-1 0,0 0 0,-4 6 0,1-4 69,0 1 0,-1-1 0,1 0 0,-1 0 0,-1-1 0,1 0 0,-1 0 0,0-1 0,0 0 0,-16 6-1,19-9-48,-1 0 0,1 0-1,0 0 1,0 0 0,0-1-1,0 0 1,-1 0 0,1 0-1,0-1 1,0 1 0,0-1-1,-1-1 1,1 1-1,1-1 1,-1 0 0,0 0-1,0 0 1,1-1 0,-9-5-1,10 5-40,0 0-1,-1 0 0,1 0 1,1-1-1,-1 0 1,0 1-1,1-1 0,0 0 1,0 0-1,0 0 1,0 0-1,1-1 0,0 1 1,0 0-1,0-1 1,0 1-1,0-1 0,1 1 1,0-5-1,0-8-311,2 0-1,-1 0 0,8-30 1,-1 17-217,1 0 0,1 0 1,1 2-1,17-31 1,119-208-4065,-105 206 2812,89-98 0,67-44-790,-172 177 2356,281-248-157,-294 264 1035,-1 1 1,1 0-1,28-13 0,-40 22-543,0 1-1,1-1 1,-1 0-1,0 1 0,0-1 1,0 1-1,0 0 0,-1-1 1,1 1-1,0 0 0,0-1 1,0 1-1,0 0 1,-1 0-1,1 0 0,0 0 1,0 1-1,0-1 105,0 0-149,0 1 1,0-1-1,0 1 1,-1-1-1,1 1 0,0-1 1,-1 1-1,1-1 1,-1 1-1,1 0 0,-1 0 1,0-1-1,1 1 1,-1 0-1,0-1 1,0 1-1,-1 0 0,1 0 1,0-1-1,0 1 1,-1 0-1,1-1 0,-1 1 1,0 0-1,1-1 1,-1 1-1,-1 1 0,-1 5 137,-20 62 1340,-38 108 1627,55-164-2981,-69 189 1911,64-167-1750,1 0-1,2 1 0,-5 63 1,12-88-277,0-1 0,2 0 0,-1 0 0,1 0 1,1 0-1,0 0 0,0 0 0,1 0 0,1 0 0,0-1 1,7 15-1,-9-21-53,0-1 1,1 0-1,-1 0 0,1 0 1,-1 0-1,1 0 1,0-1-1,0 1 0,0-1 1,0 0-1,1 0 1,5 3-1,-4-2 5,5 3 13,0-1-1,1 0 1,-1 0 0,1-1 0,0 0 0,0-1-1,0-1 1,0 1 0,1-2 0,-1 0 0,1 0 0,-1-1-1,13-1 1,3-3-11,1-2 1,-1-1-1,0-1 0,-1-1 0,0-1 1,0-2-1,25-15 0,-31 15-17,0 0 1,-1-2-1,-1 0 0,0-1 0,-1-1 0,0-1 0,-2 0 0,26-36 0,-37 47-13,0-1 0,-1 0 0,0 0-1,0 0 1,0 0 0,-1-1-1,0 1 1,-1-1 0,1 0-1,-1 1 1,-1-1 0,0 0-1,0-11 1,-2 7-60,0 1 1,-1 0-1,0-1 1,-1 1-1,0 0 0,-1 1 1,0-1-1,-8-11 1,-5-4-471,-1 1 1,-1 1 0,-1 0 0,-1 2 0,-45-35 0,-130-82-6143,151 108 3311,14 10-2120,15 15-3150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07.8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1047 12105,'-5'-7'866,"-6"-6"7264,-11 28-4317,19-14-3671,1 1-1,-1 0 1,1-1 0,-1 1-1,1 0 1,-1 0-1,-3 4 1,-1 5 300,1 0-1,0 1 1,0-1-1,1 1 1,1 1 0,-4 14-1,-6 13 438,-34 101 496,-36 167 0,80-288-1375,0 0 0,2 0 0,0 0 0,2 0 0,0 0 0,1 0 0,1 0 0,6 29 0,-6-40 0,0-1 0,1 1 0,0-1 0,1 0 0,0 0 0,0 0 0,1 0 0,0-1 0,0 0 0,0 0 0,1 0 0,0 0 0,1-1 0,0 0 0,0-1 0,0 1 0,0-1 0,1-1 0,0 1 0,-1-1 0,13 4 0,-7-5-51,0 1 0,1-2 0,-1 0 0,1 0 0,-1-1 0,1-1 0,0 0 1,15-3-1,13-3-871,53-16 0,-47 8 99,-1-2 0,76-37 0,81-64-729,-164 91 1296,0-2 0,-2-1 1,52-53-1,-73 64 176,-1 0 0,0-1-1,-2 0 1,0-1 0,-2-1 0,0 0-1,-1-1 1,15-44 0,-18 43 119,-2-1 0,-1 0 1,0 1-1,-2-1 0,-1-1 0,-1 1 1,-1 0-1,-1-1 0,-1 1 0,-1 0 0,-1 0 1,-8-27-1,-33-99 1360,44 146-1328,0 1 0,-1-1 1,0 0-1,0 1 0,0-1 1,0 1-1,0-1 0,-1 1 0,1 0 1,-1 0-1,0 0 0,0 1 1,0-1-1,0 1 0,-6-4 1,6 5-18,0-1 0,-1 1 0,1 0-1,0 0 1,-1 1 0,1-1 0,0 1 0,-1 0 0,1 0 0,0 0 0,-1 0 0,1 0 0,-1 1 0,1 0 0,-4 1 0,0 0 7,1 1 1,0 0-1,-1 0 0,1 0 1,0 1-1,1 0 0,-1 0 1,1 0-1,0 1 0,0 0 1,0 0-1,1 0 0,-1 1 1,1 0-1,0 0 0,-4 9 1,3-4-18,1-1 1,0 1-1,0-1 0,1 1 1,1 0-1,0 0 1,0 0-1,1 1 1,1-1-1,0 0 0,0 0 1,1 1-1,1-1 1,-1 0-1,2 0 1,0 0-1,0 0 0,7 15 1,-8-24-38,0 1-1,0-1 1,0 1 0,0-1 0,0 0 0,0 0 0,1 0 0,-1 0-1,1 0 1,-1 0 0,1-1 0,0 1 0,0-1 0,4 2-1,0-1 2,-1 0-1,1 0 0,0-1 1,0 0-1,8 1 0,1-3 1,-1 0 0,1-1-1,-1 0 1,1-1 0,-1-1-1,0 0 1,0-2 0,-1 1-1,1-2 1,21-12-1,13-12-168,68-56-1,-99 73 69,5-4-25,111-82-963,-125 94 988,-1-1 1,1 0-1,-1 0 0,-1-1 1,1 0-1,-1 0 0,7-12 1,-14 18 77,-1 0 1,0 0-1,1-1 1,-1 1-1,0 0 1,0 0-1,0 0 1,-1 0-1,1 0 1,0 0 0,-1 0-1,-2-2 1,0 2 0,0 0 1,1 1 0,-1 0 0,0 0 0,0 0 0,0 0-1,0 0 1,0 1 0,0 0 0,0 0 0,-7 0-1,-46 6-17,44-4 94,0 2 0,0-1 1,0 1-1,1 1 1,-1 0-1,1 1 0,1 0 1,-1 1-1,1 1 0,-15 11 1,23-16-36,-1 0 0,0 0 1,1 1-1,0-1 0,0 1 1,0 0-1,0 0 0,0 0 1,1 0-1,0 0 0,0 1 1,0-1-1,0 1 0,1-1 0,0 1 1,-1-1-1,2 1 0,-1 0 1,1 0-1,-1-1 0,1 1 1,1 0-1,-1 0 0,1 0 1,-1-1-1,1 1 0,1 0 1,-1-1-1,1 1 0,0-1 0,0 1 1,3 4-1,-1-2-7,1 0-1,-1 0 1,2-1-1,-1 0 1,1 0 0,-1 0-1,2-1 1,-1 0-1,0 0 1,1 0 0,10 5-1,-6-6-6,-1 1 0,1-2 0,0 1 0,0-2 0,0 1 0,0-1 0,1-1 0,11 0 0,3-1 9,-1-1 0,1-2 0,-1-1 0,1 0 0,-1-2 0,37-14 0,142-70 225,-156 67-175,19-10-39,-2-3 0,-1-2 0,-2-3 0,-2-3 0,-2-2 0,-1-3 0,92-105 0,-136 138-54,172-224-281,-155 202 216,-28 36 75,-5 26 10,-7 85 47,6-54 57,-18 88 1,4-79-37,-28 66-1,25-75-50,8-26-1,0 0 1,-27 39-1,-14 29 29,42-63 27,11-31-62,16-11 33,-8 2-37,21-14-5,0-2 1,-1-1-1,-2-1 0,0-1 1,41-56-1,89-159-267,-132 203 198,15-34-83,35-87 1,-50 100 69,3 2-1,2 1 1,47-68 0,-71 118 88,-1 1-1,1-1 1,0 1-1,0 0 1,0 0-1,1 0 1,0 1-1,-1-1 1,1 1-1,0 1 1,1-1-1,9-4 1,-13 7 3,0 0 1,0-1 0,0 1 0,0 0 0,0 0-1,-1 0 1,1 0 0,0 0 0,0 1-1,0-1 1,0 0 0,-1 1 0,1-1 0,0 1-1,0 0 1,-1 0 0,3 1 0,-2-1 1,0 1 1,0 0 0,1 1 0,-2-1 0,1 0-1,0 1 1,0-1 0,-1 1 0,1-1-1,-1 1 1,0 0 0,0-1 0,2 7-1,0 4 11,-1 1 0,0 0 0,0 0 0,-1 0 0,-1 0 0,-1 0 0,0 0 0,-1 0 0,0 0 0,-8 26 0,-7 10 45,-36 76 1,34-84-32,-68 175-266,86-213 212,0 0 0,0 0 0,0 0-1,0 0 1,1 0 0,-1 0-1,1 0 1,1 7 0,-1-3-1,1-7 15,0-1 0,0 1 0,0 0 0,0-1 1,0 0-1,0 1 0,0-1 0,0 1 0,0-1 0,0 0 0,0 0 0,0 0 0,0 1 0,0-1 1,0 0-1,0 0 0,1-1 0,-1 1 0,0 0 0,2-1 0,-3 1-1,7-1-2,0-1 0,0 0-1,0 0 1,0 0 0,-1-1-1,1 0 1,-1-1-1,0 1 1,10-9 0,54-48-18,-46 38 14,59-56-9,-44 38 69,2 3 0,2 1 0,65-42 0,-105 76-28,1 0 0,-1 0 1,0 0-1,1 1 0,0-1 0,-1 1 0,1 0 1,0 0-1,0 0 0,0 1 0,-1-1 1,1 1-1,0 0 0,0 0 0,6 1 1,-8 0-29,-1 0 0,1 0 0,0 0 0,-1-1 0,1 2 1,-1-1-1,0 0 0,1 0 0,-1 0 0,0 1 0,1-1 1,-1 0-1,0 1 0,0-1 0,0 1 0,-1 0 1,1-1-1,0 1 0,0 0 0,-1-1 0,1 1 0,-1 0 1,0 0-1,1 0 0,-1-1 0,0 1 0,0 0 0,0 0 1,0 0-1,0 0 0,-2 3 0,1 11-1381,-1 0 0,-8 30 0,-6-9-3596,-8-7-4383,9-18 172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08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0 241 5276,'55'-109'1428,"-47"93"-1123,-3 5-423,1 0 1,1 1-1,0 0 0,0 0 0,1 1 0,0 0 1,1 0-1,0 1 0,0 0 0,18-12 0,-25 20 102,-1 0 0,1-1 0,-1 1 0,1 0-1,-1 0 1,0 0 0,1 1 0,-1-1 0,1 0 0,-1 0-1,1 1 1,-1-1 0,0 1 0,1-1 0,-1 1 0,0 0-1,1 0 1,-1-1 0,0 1 0,0 0 0,0 0 0,1 1 0,32 29 690,-27-24-495,7 5 349,0-1 1,1 0-1,26 14 0,-22-15 748,29 23 0,-11-7 1011,-31-23-1790,-1 0-1,0 0 1,-1 0 0,1 0-1,0 1 1,-1 0 0,0 0-1,0 0 1,0 1 0,-1-1-1,1 1 1,-1 0 0,4 9 2978,-27 3 224,38-34-3960,1 1-1,0 1 0,1 1 0,1 1 0,0 0 0,25-10 0,-44 22 243,-1-1 0,0 1 0,1-1 0,-1 0 0,0 1 0,0-1 0,0 0 0,0 0 0,0 0 0,0 0 0,0 0 0,-1 0 0,1 0 0,-1 0 0,1 0 0,-1 0 0,0 0 0,0 0 0,0 0 0,0 0 0,-1-3 0,-5-43 1412,6 48-1387,0 0 1,0-1-1,0 1 1,0 0-1,0 0 1,0 0-1,0 0 1,0 0 0,0-1-1,0 1 1,0 0-1,0 0 1,0 0-1,-1 0 1,1 0-1,0 0 1,0 0-1,0-1 1,0 1-1,0 0 1,0 0 0,0 0-1,0 0 1,-1 0-1,1 0 1,0 0-1,0 0 1,0 0-1,0 0 1,0 0-1,0 0 1,-1 0-1,1 0 1,0 0 0,0 0-1,0 0 1,0 0-1,0 0 1,-1 0-1,1 0 1,0 0-1,0 0 1,0 0-1,0 0 1,0 0-1,0 0 1,-1 0 0,1 0-1,0 0 1,0 0-1,0 0 1,-17 3 96,1 1-1,0 0 1,1 1 0,-1 1 0,1 0-1,0 1 1,0 1 0,1 0 0,0 1-1,0 0 1,1 1 0,-12 12 0,-16 17 5,2 2-1,-42 55 1,73-85-93,0-1 1,1 2-1,1-1 0,-1 1 0,2 0 0,0 0 1,-6 20-1,10-29-5,1 1 1,-1-1-1,1 0 1,-1 1-1,1-1 1,0 0 0,1 1-1,-1-1 1,0 0-1,1 0 1,0 1-1,0-1 1,0 0-1,0 0 1,2 4 0,-1-5 9,0 1 0,0-1 0,0 0 1,0 0-1,1 0 0,-1 0 1,1 0-1,0 0 0,-1 0 0,1-1 1,0 0-1,0 1 0,0-1 1,0 0-1,0 0 0,0-1 0,0 1 1,0-1-1,4 1 0,27 0 167,1 0 0,-1-3 0,0-1-1,53-11 1,8 0-37,-84 12-125,47-5 66,0 2 0,111 4 0,-153 2-84,-1 1-1,1 0 1,-1 1 0,1 1-1,-1 0 1,0 2 0,0-1 0,-1 2-1,1 0 1,-2 0 0,1 2-1,-1-1 1,0 2 0,-1 0-1,21 20 1,-17-8 5,0 0 0,-1 0 0,-1 1 0,-1 1 0,-1 1 0,-1 0 0,-2 0 0,0 1 0,-2 0 0,8 53 0,-7-14 6,-4 0 0,-3 0 0,-9 92-1,0-68-4,-5-1 0,-3 0 0,-4-1 0,-33 87 0,34-121-10,-3-1-1,-2-1 0,-2-2 1,-3 0-1,-1-2 0,-3-1 0,-60 65 1,45-63-19,-2-1 1,-58 41 0,76-66 86,-1-1 1,0-1-1,-1-2 1,-1-1-1,-41 13 0,69-28-25,0 0-1,0 0 1,0-1-1,-1 0 0,1 0 1,-1-1-1,1 0 0,-10-1 1,14 1-40,1 0-1,0-1 1,0 1 0,0-1-1,-1 1 1,1-1 0,0 0 0,0 0-1,0 0 1,0 0 0,0-1-1,1 1 1,-1 0 0,0-1 0,1 1-1,-1-1 1,0 0 0,1 1 0,0-1-1,-1 0 1,1 0 0,0 0-1,0 0 1,0 0 0,0 0 0,1 0-1,-1 0 1,0 0 0,1-1-1,0 1 1,-1-4 0,1-6-89,1 0 0,-1 1 0,2-1 0,0 0 0,0 0 0,1 1 0,1-1 0,0 1 0,1 0 0,5-11 0,14-22-767,32-44 0,-44 70 573,320-442-7653,-93 136-1650,-140 185 1599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08.6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0 7045,'0'0'2544,"-13"15"-1468,1 2-336,-1-3-60,0 3-184,-2 0-388,-14 6-524,7-6-684,-4 3-2204,-2 6-1581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09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310 2163 10041,'-44'37'1510,"-4"3"1303,2 1 0,-59 69 1,49-38-913,55-71-1847,0 0 0,0 0 0,1 0 0,-1 0 1,0 0-1,0 1 0,1-1 0,-1 0 0,0 1 0,1-1 0,-1 0 0,1 1 1,0-1-1,-1 0 0,1 1 0,0-1 0,0 1 0,0-1 0,0 1 0,0-1 0,0 0 1,1 1-1,-1-1 0,0 1 0,1-1 0,0 2 0,0-2 17,1 0 1,-1 1-1,1-1 0,-1 0 1,1 0-1,0-1 0,-1 1 1,1 0-1,0 0 0,0-1 1,0 1-1,-1-1 0,5 1 1,14 0 184,0 0 0,0-1 1,1-2-1,-1 0 0,0-1 1,27-7-1,-32 7-162,464-119 1261,5-31-802,-416 131-478,337-111 235,3376-964 1457,-3309 976-1714,1301-351-1035,-1710 454 740,579-198-4631,-600 197 2995,45-29-1,-15 1-4645,-35 21-4467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30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312 9 11369,'0'0'12074,"-3"-2"-10673,2 2-1171,0-1-1,0 0 1,0 0-1,0 1 0,0-1 1,-1 1-1,1-1 1,0 1-1,0 0 1,0-1-1,-1 1 0,1 0 1,0 0-1,0 0 1,-1 0-1,1 0 0,0 0 1,0 0-1,-1 0 1,1 0-1,0 1 1,0-1-1,-1 0 0,1 1 1,0-1-1,0 1 1,-2 0-1,-10 19 2418,5 2-3795,-58 199 1148,7 30 0,34-127 0,-57 291 0,62-199-427,19-169-1747,6 48 0,-4-90 1737,-1 0 0,1 0 1,0 0-1,1-1 0,-1 1 0,1 0 1,0 0-1,0-1 0,0 1 0,1-1 1,5 8-1,-5-9-564,0 0 1,0 0-1,0-1 1,0 1-1,0-1 0,1 1 1,-1-1-1,1 0 1,4 1-1,11 6-8760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30.7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727 0 14125,'19'26'3732,"-22"-19"-3151,0 0-1,0 0 1,1 0 0,0 0-1,0 1 1,1-1 0,0 1-1,0-1 1,0 1 0,1-1-1,1 12 1,1-9-267,0 1 0,1 0-1,0-1 1,0 0 0,1 0-1,1 0 1,6 11 0,6 6-70,1-2 0,1-1 0,1 0 1,38 34-1,234 181 716,-81-71-718,-155-119-181,81 92-1,-111-110-34,-2 1 0,0 2-1,-3 0 1,0 2 0,-3 0-1,23 61 1,-32-70-17,-2-1 0,0 2 0,-2-1-1,-1 0 1,-1 1 0,-2 0 0,-1 0 0,0-1 0,-2 1 0,-9 43 0,2-37-2,-1-1-1,-1 0 1,-1-1 0,-2 0 0,-31 49 0,19-40-1,-3-2 1,-1-1-1,-50 50 1,0-16-34,-2-3 1,-179 112-1,-362 175-2661,416-255-143,100-59-603,2-11-4153,49-23-3033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31.2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927 820 11841,'1'-2'140,"1"1"0,-1-1 0,0 1 0,1-1 0,-1 0 0,0 1 0,0-1 0,0 0 0,0 0 0,0 0 0,-1 0 0,1 0 0,-1 0 0,1 0 0,-1-2 0,0 2 129,-1 0 0,0 0 0,0 0 0,0 0 0,0 0-1,0 0 1,-1 0 0,1 0 0,-1 0 0,1 1 0,-4-3 0,-6-9 1001,7 10-1117,1 0 0,-1 0 0,1 1 0,-1 0-1,0-1 1,0 1 0,0 1 0,0-1 0,0 1-1,-1-1 1,1 1 0,0 0 0,-1 1 0,1-1-1,-5 1 1,-7-1 146,0 1-1,-28 3 1,26 1-168,-1 0 0,1 1 0,0 0-1,1 2 1,-25 12 0,-83 52 311,85-47-347,-38 28-144,1 3 0,3 3 0,-97 99 0,153-138-133,-24 34 0,41-51 167,-1 0 0,1 0-1,0-1 1,0 1 0,0 0 0,0 0-1,0 0 1,1 0 0,-1 0-1,1 1 1,-1-1 0,1 0-1,0 0 1,0 0 0,0 0-1,0 0 1,0 3 0,0-4 10,1 1 1,-1-1-1,1 0 1,-1 0 0,1 0-1,-1 0 1,1 0-1,0 0 1,0 0-1,-1 0 1,1 0 0,0-1-1,0 1 1,0 0-1,0 0 1,0-1-1,0 1 1,0 0 0,0-1-1,0 1 1,0-1-1,0 1 1,1-1 0,-1 0-1,0 0 1,0 1-1,0-1 1,2 0-1,17-1-13,-1 0 1,0-1-1,0-1 0,0-1 0,0-1 0,25-9 0,39-9-24,-55 18 81,2 0-1,-1 2 1,50 1 0,-61 4-8,0 0-1,1 0 1,-1 2-1,0 1 1,0 0 0,-1 1-1,18 8 1,24 16 31,38 16 25,-90-44-150,-1-1 0,1 1-1,0-2 1,-1 1 0,1-1 0,0 0 0,0 0 0,-1-1 0,1 0 0,0 0 0,9-3 0,0 0-102,12-2-237,0-2 0,0-1 0,-1-1 0,-1-1 0,43-25 0,-11 0-278,65-54 0,-81 56 803,-2-2-1,-1-2 1,-3-1 0,-1-2-1,-2-2 1,54-90 0,-56 75 336,-3-1 0,-2-1 0,-3-1 0,-3-2 0,17-84 0,-23 84 9,-6 30 57,-1 0 0,-1-1 1,-2 0-1,-1 0 0,-3-49 1,0 81-476,0 1 0,0 0 0,0 0 0,0-1 0,-1 1 0,1 0 0,0 0 0,-1-1 0,1 1 0,-1 0 0,1 0 0,-1 0 0,1 0 0,-1-1 0,0 1 0,0 0 0,0 0 1,1 1-1,-1-1 0,0 0 0,0 0 0,0 0 0,0 1 0,0-1 0,-1 0 0,1 1 0,0-1 0,-2 0 0,2 1-14,0 0-1,0 0 1,-1 0-1,1 0 1,0 1 0,-1-1-1,1 0 1,0 1-1,0-1 1,0 1 0,-1-1-1,1 1 1,0-1-1,0 1 1,0 0 0,0 0-1,0-1 1,0 1-1,0 0 1,0 0 0,1 0-1,-1 0 1,0 0-1,0 0 1,0 2 0,-14 27 150,2 1 1,1 0-1,2 1 1,1 0 0,1 0-1,2 1 1,-4 61-1,8-11-2334,13 121 0,-5-130-558,4 4-2375,-5-41-1795,-1-14-248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31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51 268 9261,'-42'7'1791,"33"-5"2513,15-2-2958,133-4 912,140-23 1,139-43-1485,294-88-654,-674 145-136,-27 8-3,-26 8 13,-54 17-721,0 3-1,-116 58 1,137-59 445,-155 89-663,201-110 1005,0 1 1,0-1-1,0 1 0,0-1 1,0 1-1,0 0 0,0-1 1,0 1-1,1 0 1,-1 0-1,1 0 0,-3 5 1,4-7-35,0 1 0,0 0 0,0-1 0,0 1 0,0 0 0,0-1 0,0 1 0,0 0 0,0 0 0,0-1 0,0 1 0,0 0 0,1-1 0,-1 1 0,0-1 0,1 1 0,-1 0 0,0-1 0,1 1 0,-1-1 0,1 1 0,-1-1 0,1 1 0,-1-1 0,1 1 0,-1-1 0,1 1 0,-1-1 0,1 0 0,0 1 0,-1-1 0,1 0 0,0 1 0,-1-1 0,1 0 0,0 0 0,-1 0 0,2 0 0,118 30 1612,7 2-604,-107-26-994,0 1-1,-1 1 1,0 1-1,-1 1 1,0 0 0,0 1-1,18 15 1,-32-22-569,0 1 0,-1-1 0,1 0 0,-1 1 0,4 7 1,8 21-8667,-9-15 1096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32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565 115 14245,'-32'-2'2649,"26"1"-321,6 4-425,-3 34-300,-2 1-1,-1-1 1,-12 37 0,16-64-1391,-21 74 715,-4-1-1,-64 135 1,-101 146 132,55-114-591,115-202-221,22-46-234,9-4-20,4-2 9,0-2 1,0 0 0,0-1 0,-1 0-1,0 0 1,0-2 0,-1 1-1,0-1 1,19-21 0,291-360-80,-309 374 77,213-297-111,20-28 28,-214 298 69,-8 12 33,32-36 0,-49 60 7,0 1-1,1 0 1,0 0-1,0 1 1,0-1 0,0 2-1,1-1 1,0 1-1,0 0 1,16-5 0,-20 8-13,-1 1 0,0 0 1,0 0-1,1 0 0,-1 0 1,0 0-1,0 1 0,1-1 1,-1 1-1,0 0 1,0 0-1,0 0 0,0 0 1,0 1-1,0-1 0,0 1 1,0 0-1,-1 0 0,1 0 1,-1 0-1,1 0 1,-1 0-1,0 1 0,0-1 1,0 1-1,0-1 0,0 1 1,-1 0-1,2 3 0,5 9-13,-1 1-1,0-1 0,-2 1 1,6 22-1,-1 9 1,-2 0 0,4 91 0,-14 100 0,1-182 0,-45 481-260,-13-185-7525,45-265 2096,8-53 821,-3 11-6313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32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13 351 13933,'0'0'201,"-1"0"-1,0 0 1,1 0-1,-1 0 1,0-1-1,1 1 1,-1 0-1,1-1 1,-1 1-1,1 0 1,-1-1-1,1 1 1,-1-1-1,1 1 1,-1-1 0,1 1-1,-1-1 1,1 1-1,0-1 1,-1 0-1,1 1 1,0-1-1,-1 1 1,1-2-1,23-3 1888,937-161 431,-339 16-2949,-610 147 420,8-2-16,-1 1 0,21-1 0,-35 4 20,-1 1 0,0 0 0,1-1 0,-1 2 0,0-1 0,1 0 0,-1 1 0,0-1 0,1 1 1,-1 0-1,0 0 0,0 1 0,0-1 0,0 0 0,0 1 0,0 0 0,0 0 0,3 3 0,-4-2 5,0-1 1,-1 1-1,0 0 0,0 0 0,0 0 0,0 0 1,0 0-1,0 0 0,-1 0 0,0 0 0,1 1 1,-1-1-1,0 0 0,0 0 0,-1 0 0,1 0 1,-1 0-1,0 0 0,0 0 0,-1 5 1,-5 10-91,0 0 0,-10 18 0,14-30 23,-110 239-5272,114-244 5363,0 0 1,0 0-1,0 0 0,0 0 1,0 0-1,0 0 0,0 0 1,1 0-1,-1 0 0,0 0 1,1-1-1,-1 1 0,0-1 1,1 1-1,-1-1 0,1 1 1,-1-1-1,3 0 0,3-1 59,0-1-1,0 0 1,0 0-1,-1-1 1,1 0-1,6-4 1,3-1 49,45-20 506,2 3 0,119-30 0,-159 49-490,1 2 0,0 1 0,0 1 0,1 0 0,-1 2 0,0 1 0,0 1-1,0 1 1,0 2 0,0 0 0,29 10 0,-18 1 108,44 25 0,-46-23-117,44 18 0,-64-31-137,0-1 0,0 0 1,0-1-1,0 0 0,0-1 0,0-1 1,19 0-1,-5-3-44,-1-1-1,0-2 0,52-14 1,72-39-39,-114 41 65,0-2 1,-1-2-1,-1-1 0,-1-2 1,35-32-1,-65 53 6,0 0 0,0 0 0,-1 0 0,1-1 0,0 1 0,-1-1 0,2-5 1,3-2 6,-31 6-32,12 4-39,0 1 0,-1 0 0,1 1 0,-1 0 1,1 1-1,-21 6 0,4 1-489,-46 20 0,68-25 469,1-1 0,-1 1 0,1 0 0,-1 0 0,1 0 0,0 1 0,-6 7-1,10-10 11,33 11-38,-16-11 293,0-1-1,1 0 1,20-2-1,-27 0-59,0 0-1,1 1 1,-1 0-1,0 0 1,1 1-1,-1 0 1,0 1 0,0 0-1,0 0 1,0 1-1,0 1 1,0-1-1,15 10 1,4 9-479,29 29 0,-29-25-3583,-18-22-295,6-5 2447,-11 0 370,21 1-5367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33.7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233 283 5529,'1'-5'58,"2"-10"482,0 0-1,1 1 1,0-1 0,2 0-1,-1 1 1,2 0 0,0 1 0,14-22-1,-13 25-94,3-7 367,1 1 0,1 0-1,0 1 1,1 1 0,32-26 1997,-49 59-2103,1-13-318,0 0 0,0 0 0,-1 0 1,1 0-1,-1-1 0,-1 0 0,1 1 0,-1-1 0,-7 8 1,-18 27 430,-66 124 271,-33 61-655,21-10-1320,105-210 831,0 1 0,0-1 1,0 1-1,1-1 0,-1 1 1,1 0-1,1-1 0,-1 1 1,1 7-1,0-10 32,1 0-1,-1 1 1,1-1 0,0 0-1,0 0 1,0 0 0,0 0-1,1 1 1,-1-2 0,1 1-1,0 0 1,0 0 0,0 0-1,0-1 1,0 1 0,3 1-1,0 0-4,-1-1 0,1 0 0,0 0 1,0 0-1,1-1 0,-1 1 0,1-1 0,-1-1 0,7 2 0,53 7-125,-27-7 165,0-3 0,0-1 0,71-11 0,90-30 240,-167 34-229,193-51 175,-53 13 32,-144 40-172,-1 1 1,1 1-1,0 2 1,0 0-1,0 2 1,42 5-1,-67-5 203,21-12 2641,-25 11-2865,1 0 0,0 1 0,-1-1-1,1 1 1,-1-1 0,1 0 0,-1 1 0,1-1 0,-1 1 0,1 0 0,-1-1 0,0 1 0,1-1 0,-1 1 0,1 0-1,-1 0 1,0-1 0,1 1 0,-1 0 0,0 0 0,0 0 0,1 0 0,-1-1 0,0 1 0,1 0 0,-1 0 0,0 1-1,1-1 1,-1 0 0,0 0 0,0 0 0,1 0 0,-1 1 0,0-1 0,1 0 0,-1 0 0,1 1 0,-1-1 0,0 1-1,-1 2 35,0 1 0,1-1 0,-1 0 0,1 1-1,0-1 1,0 1 0,-1 4 0,2-4-126,-22 90 209,-10 102 0,26-143-149,-3-1 0,-1 0 0,-3-1 0,-31 82 0,29-100-6,-1 0 1,-1-1 0,-1-1 0,-2-1-1,-2 0 1,0-2 0,-45 45 0,25-35-14,-1-1 0,-2-2 0,-2-2 0,-1-3 0,-1-1 1,-61 26-1,109-55 12,0 1 0,0-1 0,0 1 0,0-1 0,1 0 0,-1 1 0,0-1 0,0 0 1,0 0-1,0 0 0,0 1 0,0-1 0,0 0 0,0 0 0,0-1 0,0 1 0,1 0 1,-1 0-1,0 0 0,0 0 0,0-1 0,0 1 0,0 0 0,0-1 0,1 1 0,-1-1 0,0 1 1,0-1-1,1 0 0,-1 1 0,0-1 0,1 1 0,-1-1 0,0 0 0,1 0 0,-1 1 0,1-1 1,-1 0-1,1 0 0,0 0 0,-1 0 0,1 1 0,0-1 0,-1 0 0,1 0 0,0 0 1,0 0-1,0 0 0,0 0 0,0 0 0,0 0 0,0 0 0,0 0 0,1 0 0,-1 1 0,0-1 1,1-1-1,4-8-48,0 1 0,1 0 0,0 0 1,0 0-1,1 1 0,0 0 0,1 0 0,9-7 1,-4 2-60,432-413-2310,-277 256 1989,490-464-647,-635 614 1050,106-84-52,-112 92 111,1 1 0,0 0 1,1 1-1,0 1 1,35-11-1,-47 18 6,0 0 0,1 1-1,-1 0 1,0 0 0,1 0 0,-1 1 0,1 1 0,-1-1 0,0 1-1,0 0 1,1 1 0,-1 0 0,0 0 0,0 0 0,0 1-1,6 4 1,-8-5-6,0 2 0,-1-1 0,0 0 1,1 1-1,-1 0 0,-1 0 0,1 0 0,0 0 0,-1 0 0,0 1 0,0 0 0,-1 0 0,1 0 0,-1 0 0,0 0 1,0 0-1,-1 0 0,1 1 0,-1-1 0,0 0 0,0 12 0,-2 2 29,0 1 0,-1 0 0,-1 0-1,0-1 1,-2 1 0,0-1 0,-1 0 0,-2-1 0,1 0 0,-12 18 0,-15 23-407,-66 84 1,72-104-119,-12 9-343,26-32 173,1 0 0,-12 18 1,21-26-406,0-1 1,0 1 0,1 0-1,-4 14 1,4 0-4609,15-7-3423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33.8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8757,'0'0'1812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34.2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648 32 12733,'18'-27'3161,"-14"22"-321,-9 16 973,0 0-2973,-2 13 515,1 0 1,-3 28-1,-5 26 381,-21 47 58,-68 164 0,-76 112-1492,-19 51-4344,107-194-5965,76-195 3752,12-5-3536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34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27 12157,'-57'-26'5557,"70"35"-4397,25-1-292,13-5-276,22 3-552,19-3-724,19-1-648,22-4-657,13-1-2815,13 3-3777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34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57 10937,'-19'-31'2072,"0"31"-116,-4 0 1109,-2 0-2037,0 3 452,2-6-1020,8 0-372,5-8-1920,4-1-208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37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1 113 10949,'2'-3'267,"1"-1"-1,0 1 1,0 0-1,1 0 1,-1 1-1,1-1 1,-1 1-1,1-1 1,0 1-1,8-3 1,47-13 1815,-36 12-1293,28-7 242,0 2 0,54-3 0,105 0 64,-177 12-908,-1 1 29,46 4 1,99 20 408,-167-21-601,0 0 0,1 1 1,-1 0-1,0 1 1,-1 0-1,1 0 0,-1 1 1,0 0-1,0 1 1,0 0-1,-1 1 0,9 7 1,-11-8-8,-1 1 0,0 0 1,0 0-1,0 0 0,-1 1 0,0 0 1,0-1-1,-1 1 0,0 1 1,-1-1-1,4 17 0,-5-2-62,0 0-1,-1 1 1,-1-1-1,-1 0 1,-2 0-1,0 0 1,-1-1 0,-14 38-1,-4 1-1109,-2-1 0,-40 67 0,-28 30-5844,24-49-1853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37.5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 10365,'-12'6'1768,"-1"-1"-56,3 4-148,1 2 2205,3 1-2929,-1 2 1288,23-20-2508,0 4-748,0-13-756,3 1-1145,-3 3-1555,3 2-3573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42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3424 11 6625,'-4'-10'18636,"-2"20"-18969,3-5-1519,-70 107 3687,9-18-693,6-1-300,-167 250 1284,-420 464-2,-47-39-1693,129-149-1396,-111 187-3569,379-435-1202,283-356 5222,-52 70-2065,57-74 1414,0 1 0,1-1 0,0 1 0,1 1 0,-6 18 0,8-4-6109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42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864 0 12277,'-16'20'1964,"-9"26"-196,-1-1-223,-12 15-265,-3 12-256,-10 2-200,-12 15-140,-4 14-136,-3 8-160,-12 3-488,-1 1-716,1-1-896,2-5-500,7-9-2965,6-6-4124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43.0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1382 0 8721,'-10'6'527,"8"-6"-434,0 0 0,1 1 1,-1 0-1,1-1 0,-1 1 0,1 0 1,-1 0-1,1 0 0,-1 0 0,1 0 1,0 0-1,-1 0 0,1 0 1,0 1-1,0-1 0,0 1 0,0-1 1,0 0-1,0 1 0,0 0 0,1-1 1,-1 1-1,1-1 0,-1 1 1,1 0-1,-1-1 0,1 1 0,0 0 1,0 0-1,0-1 0,0 3 0,14 190 3477,0 25-2610,-15-177-833,-2 0 1,-2-1-1,-2 1 0,-19 66 0,17-81-94,-2-1 0,0 0-1,-2 0 1,0-1 0,-2-1 0,-1 0 0,-34 39-1,19-32-4,-1-1-1,-1-2 0,-2-1 0,-57 34 1,-162 73 67,161-89-84,-168 85 24,179-85-12,-82 61 0,150-96-35,1 0 1,0 1-1,0 1 1,1 0-1,-17 23 1,27-33 17,0 1 1,0-1 0,1 1-1,-1-1 1,1 1 0,-1 0-1,1 0 1,0-1 0,0 1 0,0 0-1,1 0 1,-1 0 0,1 0-1,-1 0 1,1 0 0,0 0-1,0 0 1,1 0 0,-1 0 0,1 0-1,-1 0 1,1 0 0,0 0-1,0 0 1,0 0 0,0 0-1,1-1 1,-1 1 0,1-1-1,-1 1 1,1-1 0,0 1 0,0-1-1,0 0 1,1 0 0,-1 0-1,0 0 1,1 0 0,2 1-1,8 5-38,1 0 0,-1-2 0,1 1 0,1-2-1,-1 0 1,1 0 0,25 3 0,112 8-153,-126-15 187,79 2-231,0-4 1,-1-5-1,1-5 0,-2-4 0,0-4 0,-1-5 0,-1-5 0,-1-3 0,-2-6 1,-2-3-1,-1-5 0,-3-3 0,144-103 0,-215 136 7,-1-1 0,0 0 0,-2-2 0,0 0 0,16-23 1,-32 40 179,0 0 1,-1-1 0,1 1 0,-1-1-1,0 1 1,0-1 0,0 1 0,0-1-1,1-5 1,-2 7 28,0 0 0,0 0 0,0 1 0,0-1 0,-1 0 0,1 0 0,0 0 0,0 0 0,0 0 0,-1 1 0,1-1 0,0 0 0,-1 0 0,1 1-1,-1-1 1,1 0 0,-1 0 0,1 1 0,-1-1 0,0 0 0,-2-1-18,1 1 0,-1 0 0,1-1 0,-1 1 0,0 0 0,1 1 0,-1-1 0,0 0 0,0 1 0,0 0 0,1-1 0,-4 1-1,-13 1-120,1 0 0,0 1-1,0 1 1,1 1-1,-1 1 1,1 0 0,-30 13-1,-4 6-879,-61 39 0,99-55 881,0 1 0,0 0-1,1 0 1,0 1 0,1 1-1,0 0 1,-10 14 0,20-24 161,0 0 1,0 0 0,0 0 0,0 1-1,0-1 1,0 0 0,0 1-1,0-1 1,1 1 0,-1-1 0,1 1-1,-1-1 1,1 1 0,0-1-1,-1 1 1,1 0 0,0-1 0,0 1-1,0-1 1,0 1 0,0 0-1,1-1 1,-1 1 0,0-1 0,1 1-1,-1-1 1,1 1 0,0-1 0,-1 1-1,1-1 1,0 1 0,0-1-1,0 0 1,0 1 0,0-1 0,0 0-1,0 0 1,2 1 0,2 2 63,0-1 1,1 0-1,-1 0 1,1-1-1,-1 0 0,1 0 1,0 0-1,9 1 1,7 0 44,-1-2-1,0 0 1,1-1 0,-1-1 0,42-8 0,105-32 245,-141 33-318,120-41 177,222-107 0,-254 103-51,319-155 1629,-324 157-20,-128 78-744,9-12-921,-19 18-391,-4 7-1430,20-5-4035,9-18 1257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43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1 223 4308,'10'-3'350,"-8"1"-241,1 1 0,-1 0 0,0 0 0,1 1 0,-1-1 0,0 1 0,1-1 1,-1 1-1,1 0 0,-1-1 0,1 1 0,-1 1 0,1-1 0,-1 0 0,1 0 0,-1 1 0,5 1 0,-6-2-32,0 1 0,0-1 0,0 1 0,0-1 0,0 0-1,1 0 1,-1 0 0,0 0 0,0 0 0,0 0 0,1 0 0,-1 0 0,0 0-1,0 0 1,0-1 0,2 0 0,4 0 128,6 0 192,-7 0-318,0 0 0,-1 1 0,1 0 0,0 0 0,-1 1 1,1-1-1,0 1 0,-1 0 0,1 0 0,-1 1 1,1 0-1,5 3 0,22 10-526,1-1 0,71 19 0,-23-8 26,95 23 439,-129-36 905,-45-13-814,-1 1 1,1-1-1,-1 0 1,1 0-1,-1 0 0,0 0 1,1 0-1,-1 0 0,0-1 1,3-1-1,-98-57 1409,90 58-1391,-10-29 51,11 22-155,0-2-16,0-1-1,-1 1 1,-1 0-1,0 0 1,-8-16-1,9 24 7,1 0-1,0 0 1,1 0-1,-1 0 1,1-1-1,-1 1 1,1 0-1,0-1 1,0 1 0,0-1-1,1 1 1,0-1-1,-1 0 1,1 1-1,0-1 1,0 1-1,1-1 1,-1 1-1,1-1 1,0 0-1,0 1 1,0 0-1,0-1 1,1 1-1,1-4 1,4-3 45,0 1 1,0-1 0,1 2-1,0-1 1,18-13-1,-13 10-34,-11 10-49,-7 4-3198,-24 6 500,-13 8-849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43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1134 6 4608,'0'0'342,"1"-1"0,0 0-1,-1 1 1,1-1 0,0 1-1,0 0 1,-1-1-1,1 1 1,0-1 0,0 1-1,0 0 1,0 0-1,-1 0 1,1-1 0,0 1-1,0 0 1,0 0 0,0 0-1,0 0 1,-1 0-1,1 1 1,0-1 0,0 0-1,1 1 1,-4 10 4549,-3 3-5624,5-12 339,-25 52 2204,-44 74 0,27-54-808,-193 303 2159,-25-14-2722,135-191-1382,51-71-316,-105 151-3429,73-77-3523,73-114 1161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44.0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8897,'19'32'1424,"13"-24"-320,0 6-164,12 4-220,7 4-140,6 4-124,19 0-308,7 3-392,9-1-452,9 4-40,7-4-116,13-5-152,-4-6-316,-5 3-1452,2-3-889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44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373 52 6445,'28'-13'711,"-22"11"-408,0 0 0,-1-1 0,1 0-1,0 0 1,-1 0 0,0-1-1,0 0 1,0 0 0,5-5 0,-8 7 230,-20 3-272,1 1-1,0 0 1,0 1 0,-27 9 0,-69 29-102,73-24-225,39-17 62,-34 13-389,-36 20-1,63-29 219,0 1-1,0 0 1,0 0 0,1 0-1,0 1 1,0 0-1,0 1 1,1 0-1,-11 14 1,16-19 133,0-1 0,1 1 0,-1 0-1,0-1 1,1 1 0,-1 0 0,1-1 0,0 1 0,0 0 0,-1 0 0,1-1 0,0 1 0,0 0-1,1 0 1,-1-1 0,0 1 0,1 0 0,-1 0 0,1-1 0,-1 1 0,1 0 0,0-1 0,-1 1-1,1-1 1,0 1 0,0-1 0,0 1 0,1-1 0,-1 0 0,0 1 0,0-1 0,1 0 0,-1 0-1,0 0 1,1 0 0,2 1 0,4 3-14,-1-1 0,1 0-1,0-1 1,0 0 0,0 0 0,11 2-1,148 23 381,31 7 2,-121-17-525,91 24-3171,-108-25 1656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45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566 180 12121,'-1'22'739,"-1"-1"0,0 0 0,-2 1 0,0-1 0,-2-1 0,0 1 0,-1-1 0,-18 37 0,-24 37-127,-4-2 0,-3-2 0,-5-3 0,-117 131 0,69-95-221,107-120-333,3-7-51,0 1 1,1 0-1,-1-1 1,1 1 0,0 0-1,0 0 1,0 0-1,1 0 1,-1 0-1,4-2 1,-2 0 6,139-151 78,51-59-46,-87 85-31,213-246-29,-313 369 17,91-94 31,-86 90-16,1 0 1,0 2-1,0-1 1,1 2-1,0 0 1,22-9-1,-32 15-6,0 0 0,0 1 0,0-1-1,0 1 1,1 0 0,-1 1 0,0-1-1,1 1 1,-1-1 0,0 1-1,1 0 1,-1 1 0,0-1 0,1 1-1,-1 0 1,0 0 0,0 1 0,0-1-1,1 1 1,-1 0 0,-1 0-1,1 0 1,0 0 0,-1 1 0,1-1-1,-1 1 1,1 0 0,-1 0 0,0 0-1,-1 1 1,1-1 0,0 1 0,-1-1-1,0 1 1,0 0 0,2 6-1,9 23 51,-2 0 0,-2 1 0,8 46 0,4 109-177,1 230-6215,-17-282-852,-2-76 428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45.7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26 212 9589,'-26'-20'4780,"39"6"-4296,12 0-300,23 5-308,15-2-336,14-3-92,8-4-448,17-2-264,9-5-404,10-10-1292,12 4-1065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45.9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439 1 9765,'-19'80'1876,"0"-43"-304,-10-3-240,-3 1-212,0 2-243,-2-3-229,-11 6-420,4-6-776,0 1-465,-1-4-323,4-5-500,0-3-1860,10-3-2309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46.1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78 6177,'-44'-46'1580,"22"32"1260,6 8-1728,3-2 1820,42 5-2532,15 3-88,1 6-112,12-6-300,9 3-428,11-3-368,8 0-288,4-3-728,3 3-1328,-3 5-1469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46.3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8573,'0'34'1912,"10"-19"-324,12-7-172,0 1-288,16-9-180,32 0-292,0-9-540,19-2-856,32-15-684,18 0-2656,17-5-3029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49.8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249 332 10429,'-10'-29'1883,"9"28"-1696,1 0 1,-1 0-1,0-1 0,1 1 0,-1 0 0,0 0 0,1 0 0,-1 0 0,0 0 0,0 0 0,0 0 0,0 1 0,0-1 0,0 0 0,0 0 0,0 1 0,0-1 0,0 1 0,-2-1 0,-9-6 1987,-72-60 3833,82 65-5821,-1 0 0,1 1 0,-1-1 0,0 1 0,0 0 0,1 0 0,-1 0 0,-5-1 0,0 0 140,5 0 148,-16-1 289,17 3-708,0-1 0,1 1 1,-1 0-1,0 0 0,0 0 1,1 0-1,-1 0 0,0 0 1,0 0-1,1 1 0,-1-1 1,0 0-1,1 1 0,-1 0 1,0-1-1,1 1 0,-1 0 1,1 0-1,-1 0 0,1 0 1,-1 0-1,1 0 0,0 0 1,0 0-1,-1 1 0,1-1 1,0 1-1,0-1 0,-1 2 1,0 0-39,0-1 1,0 1 0,1 0-1,-1 0 1,1 0 0,-1 0-1,1 0 1,0 0 0,0 1-1,0-1 1,1 0 0,-1 0-1,1 1 1,0-1 0,-1 0 0,2 1-1,-1-1 1,0 0 0,1 1-1,-1-1 1,1 0 0,0 0-1,0 0 1,0 1 0,1-1-1,-1 0 1,1-1 0,-1 1-1,1 0 1,3 4 0,1-1-23,0 1 1,1-1 0,0-1-1,0 1 1,0-1 0,0 0-1,1-1 1,-1 0 0,1 0-1,1 0 1,-1-1-1,9 2 1,19 5-310,54 6 0,-86-15 281,75 8-1082,135-3 1,-163-7 784,19 1 19,0-4-1,-1-2 1,1-4 0,-2-3 0,0-3 0,98-35 0,-144 42 405,-1 0 1,1-2 0,-2 0 0,1-1 0,-2-2 0,0 0-1,0 0 1,-1-2 0,-1 0 0,-1-2 0,0 1 0,23-36-1,-37 49 13,-1 1-1,1-1 1,-1 0-1,1 0 0,-1 0 1,0 0-1,-1-1 1,1 1-1,-1 0 1,0 0-1,0 0 0,0-1 1,0 1-1,-1 0 1,0 0-1,1 0 1,-2 0-1,1 0 0,0 0 1,-1 0-1,-2-4 1,2 2 86,2 6-185,0 0-1,0 0 1,0 0-1,0-1 1,0 1-1,0 0 1,0 0-1,0 0 1,0 0-1,0 0 1,-1 0-1,1 0 1,0-1-1,0 1 1,0 0-1,0 0 1,0 0 0,0 0-1,0 0 1,0 0-1,0 0 1,-1 0-1,1 0 1,0 0-1,0 0 1,0-1-1,0 1 1,0 0-1,0 0 1,-1 0-1,1 0 1,0 0-1,0 0 1,0 0-1,0 0 1,0 0-1,0 0 1,-1 0-1,1 0 1,0 0-1,0 1 1,0-1-1,0 0 1,0 0-1,0 0 1,0 0-1,-1 0 1,1 0-1,0 0 1,0 0 0,0 0-1,0 0 1,0 0-1,0 1 1,-7 1 98,1 1 1,0 0-1,1 1 1,-1 0 0,0-1-1,1 2 1,0-1-1,0 1 1,0 0 0,1 0-1,-1 0 1,1 0-1,1 1 1,-1 0 0,1-1-1,0 2 1,-5 11-1,-2 11 417,1 1 1,-8 52-1,11-53-254,-70 380 346,-14 71-623,-28-7 6,-42-3 2,114-357 0,-5-2 0,-69 110 0,99-186 9,-1-2-1,-2-1 1,-1 0 0,-42 39-1,56-61-18,0-1-1,-1 0 0,0-1 0,-1 0 0,0-1 0,-22 9 0,26-13-32,0 0 0,-1 0 0,0-1 0,0-1 0,1 1-1,-1-2 1,0 1 0,0-2 0,0 1 0,-18-4 0,19 2-8,-1-1 1,1 0-1,1 0 1,-1 0 0,0-1-1,1-1 1,0 0-1,0 0 1,0 0 0,-13-13-1,11 8 0,1 0-1,0-1 0,1 0 1,0 0-1,0-1 1,-9-22-1,5 5-23,2-1 1,0 0-1,3 0 0,0-1 1,-4-61-1,9 50-53,2 0 0,1 0 1,3 0-1,1 1 0,2-1 0,23-75 0,-11 64-115,3 0 0,1 1 0,3 1 0,50-72 0,-15 40-125,5 3 1,2 3-1,4 3 1,3 3-1,108-78 0,12 8-103,6 9 0,414-200-1,-573 313 426,52-17-1,-76 31 29,0 0 0,1 2-1,-1-1 1,0 2-1,32 0 1,-48 2 16,0 1 0,0-1 0,1 0 0,-1 1 0,0 0 0,0-1 0,0 1 0,0 0 0,0 0 0,0 0 0,0 0 0,0 0 0,0 1 0,0-1 0,-1 1 0,1-1-1,-1 1 1,1 0 0,-1-1 0,1 1 0,-1 0 0,0 0 0,0 0 0,0 0 0,0 0 0,0 0 0,1 4 0,0 3 0,0 0-1,-1-1 0,1 1 1,-1 16-1,-1-22 2,0 8 1,-1-1-1,0 1 1,-1 0-1,0-1 1,0 1-1,-1-1 1,-6 14-1,-4 5 3,-19 30-1,10-20-4,0 3 34,-44 90 41,60-118-70,1 0-1,1 1 1,0-1 0,1 1-1,0 0 1,1 0 0,0 23-1,3-34 8,-1 0-1,0-1 1,1 1-1,-1 0 1,1-1-1,0 1 1,0-1-1,0 1 1,1-1-1,-1 1 1,1-1 0,0 0-1,0 0 1,0 0-1,1 0 1,-1 0-1,0 0 1,1 0-1,4 2 1,-2-1-1,0-1 0,1-1 0,-1 1 0,1-1 0,0 0 0,0 0 1,0 0-1,0-1 0,0 0 0,11 1 0,6-2 6,0-1 0,-1-1 0,1-1 0,-1-1 0,29-8 0,4-5 31,99-43-1,-124 46-42,0-2 0,-1-1 0,-1-2 0,42-35 1,-59 44-4,0-1 0,-1 0 0,0 0 0,-1-1 0,0-1 0,-1 1 0,11-21 0,-17 27-9,1 0 0,-1 0 0,0 0-1,0-1 1,-1 1 0,0 0 0,0-1 0,-1 1-1,1 0 1,-1-1 0,-1 1 0,1-1 0,-1 1-1,0-1 1,-1 1 0,1 0 0,-1 0 0,0 0 0,-7-12-1,1 6-17,0 0 0,-1 1 0,0 0 0,-1 0-1,-1 1 1,0 0 0,0 0 0,0 2 0,-1-1 0,-1 1-1,-23-10 1,-2 1-161,-1 2 0,-75-19 1,60 22-350,-1 2 0,-64-2 0,-110 7-4920,165 7-24,14 8-3312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50.2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329 29 10321,'0'-1'149,"0"-1"1,0 0-1,0 0 0,0 1 0,0-1 1,-1 0-1,1 1 0,0-1 0,-1 0 1,1 1-1,-1-1 0,0 0 1,0-1-1,-9 0 2431,-7 9 4628,6 13-5186,-73 166 1541,23-49-2644,-24 54-191,72-158-623,2 1 0,1 0 0,-10 55 0,19-82-91,1 1 0,-1-1 0,1 0 0,0 0 0,1 1 0,-1-1 0,1 0 0,1 0-1,-1 0 1,1 0 0,0 0 0,0 0 0,1 0 0,4 7 0,-4-9-3,-1-1-1,1 0 1,0 1 0,1-2 0,-1 1-1,0 0 1,1-1 0,-1 1-1,1-1 1,0 0 0,0 0 0,0-1-1,0 1 1,0-1 0,0 0 0,0 0-1,1 0 1,-1 0 0,0-1 0,6 0-1,11 0 80,0-1-1,0-2 1,-1 0-1,1-1 1,-1-1-1,1 0 1,-1-2-1,37-18 1,6-9 463,76-54 1,-89 55-210,7-5-119,-56 37-225,0 0 0,0 0 0,0 0 0,0 1 0,0-1 0,0 0 0,1 1 0,-1-1 0,0 1 0,0 0 0,1-1 0,-1 1 0,0 0 0,0 0 0,1-1 0,-1 1 0,0 0 0,1 0 0,-1 1 0,0-1 0,0 0 0,1 0 0,-1 1 0,2 0 0,4 9 0,-8-4 0,0 0 0,0-1 0,0 1 0,-1-1 0,0 1 0,0-1 0,-6 10 0,1-2 0,-43 116-1475,9 1-6617,31-87 547,3 5-5126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50.8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328 424 13853,'-4'-26'15004,"0"41"-13955,-26 58-107,-2-2 0,-57 91-1,-19 40-905,90-163-36,-20 62 0,37-98 0,0-1 0,0 1 0,1-1 0,-1 1 0,1-1 0,-1 1 0,1-1 0,0 1 0,0 0 0,0-1 0,1 1 0,-1-1 0,0 1 0,1-1 0,0 1 0,0-1 0,-1 1 0,4 4 0,-3-6 0,1 1 0,-1-1 0,1 0 0,-1 1 0,1-1 0,0 0 0,0 0 0,0 0 0,-1 0 0,1 0 0,0-1 0,0 1 0,0-1 0,0 1 0,1-1 0,-1 0 0,0 1 0,2-1 0,10-1-4,0 0 1,0-1-1,0 0 0,0-2 0,15-4 0,-21 5-2,268-88-88,-243 81 48,-8 2 36,43-8-1,-60 15 28,0 0 0,0 0 0,0 1 1,0 0-1,1 1 0,-1 0 0,0 0 0,0 1 0,12 3 0,-3 3-13,-1 0-1,0 1 0,-1 0 0,0 2 0,22 18 1,30 21-5,-56-45 1,-1 0 0,1-1 0,0 0 0,0 0 0,0-1 0,0-1 0,1 0 0,-1 0 0,1-1 0,-1-1 0,1 0 0,-1-1 0,1 0 0,15-3 0,-1-2 0,1-1 0,-1-1 0,0-1 0,47-24 0,-36 13 0,-1-1 0,-1-2 0,0-1 0,56-54 0,-69 56 0,-1-1 0,-1-1 0,-1-1 0,-2-1 0,0 0 0,-2-2 0,15-35 0,-13 21 10,-3-1 1,-1 0-1,-3 0 0,8-62 1,-12 36-225,-3 0 1,-7-77-1,3 132-555,0 1-1,-1-1 0,-7-22 0,8 33 440,0 1-1,0-1 0,0 0 0,-1 0 0,1 1 0,-1-1 0,1 0 1,-1 1-1,0 0 0,-3-3 0,4 4 99,0 0 0,0 1 0,0-1 0,0 1 1,0-1-1,0 1 0,0-1 0,0 1 0,-1-1 0,1 1 0,0 0 0,0 0 1,0 0-1,-1 0 0,1-1 0,0 2 0,0-1 0,-1 0 0,1 0 0,0 0 0,0 1 1,0-1-1,0 0 0,-1 1 0,0 0 0,0 0-340,0 0-1,0 1 0,0-1 1,0 0-1,0 1 1,0-1-1,1 1 0,-1 0 1,1 0-1,-1-1 1,1 1-1,-1 0 0,0 2 1,1-2 151,-11 18-7589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50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508 1 12489,'0'28'2348,"3"-14"177,-12 18-45,-13-4-344,-7 4-212,-3 2-460,-12 6-324,-4 6-251,-2 2-313,-4-5-496,9 3-820,7-3-237,-3-3-475,9-6-532,7 0-380,2-5-64,11-15-2965,5 3-4336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51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0 535 7109,'16'-166'2104,"13"95"-308,-4 8-236,0 12-208,-6 11-316,-9 2-276,12-24-872,-15 50-1132,8-2-348,1-3-2124,6 17-2353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51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1409 13729,'-14'-2'683,"-1"-1"213,2 3 2536,30-15-1383,40-35-1410,-3-2 0,-2-3 0,-2-2 0,-2-2 1,43-72-1,47-73 87,51-85-185,38-178-544,-218 446 59,-7 18 106,-7 7 166,-13 16-59,0 1 0,2 0 0,0 1 0,-19 37 1,-43 107 422,31-61-282,-59 108 312,-62 134-55,126-248-426,-46 162 1,83-245-219,1 1 0,1-1-1,1 1 1,0 0 0,1 20 0,1-32-28,0 1 1,1-1-1,0 1 1,0-1-1,0 1 1,1-1 0,0 0-1,0 1 1,0-1-1,1 0 1,-1-1 0,1 1-1,1 0 1,-1-1-1,0 0 1,1 1-1,0-1 1,0-1 0,8 7-1,-2-5-38,0 1 0,0-2 0,1 1 1,0-2-1,0 1 0,0-1 0,0-1 0,1 0 0,-1-1 0,0 0 0,1-1 0,-1 0 0,1 0 1,12-3-1,20-4-169,-1-2 0,51-16 0,-49 11 16,0-2 1,-1-1 0,48-28-1,233-148-1174,-246 138 1130,-3-5 0,-2-2 1,-4-3-1,-2-4 0,-3-2 0,-4-4 0,95-148 0,-151 215 234,14-24-41,17-37 0,-32 59 98,0 0 0,-1-1 1,0 1-1,0-1 0,-1 1 0,0-1 1,-1 0-1,0-13 0,-1 23-20,0-1 0,0 0-1,0 0 1,0 0 0,-1 0 0,1 0-1,-1 0 1,1 0 0,-1 1 0,1-1-1,-1 0 1,0 0 0,0 1 0,0-1-1,0 0 1,0 1 0,0-1 0,-1 1-1,1-1 1,0 1 0,-1 0 0,1 0-1,-3-2 1,2 2 19,-1 0 0,0 0 0,0 1 0,1-1 0,-1 1 0,0-1 0,0 1 0,0 0 0,0 0 0,0 0 0,0 0 0,1 1 0,-7 1-1,-3 1 110,-1 2-1,0 0 0,1 0 0,0 1 1,-21 14-1,-18 19 201,1 1 0,-66 71 0,-79 108 173,193-217-526,-51 61-199,-63 98 1,98-132-262,2 0 1,1 1-1,1 0 0,2 2 0,1-1 1,-10 46-1,18-64 31,2 1 1,-1-1 0,2 0-1,0 0 1,0 1 0,2-1-1,-1 0 1,2 0 0,-1 0-1,7 15 1,-4-14-828,1 0-1,1 0 1,0-1 0,0 0 0,14 17 0,51 50-9873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52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613 77 14093,'1'-41'1424,"1"5"8360,-19 51-7610,8-4-1838,1 0 0,1 0 1,0 1-1,0 0 0,1 0 0,1 0 0,-5 15 0,-8 18 336,-196 400 1390,22-50-2193,105-182 131,80-192 0,1 1 0,1 0 0,1 1 0,1-1 0,1 1 0,1-1 0,1 1 0,2 23 0,0-36 0,0 0 0,1 0 0,0 0 0,0 0 0,1 0 0,0-1 0,1 1 0,0-1 0,0 0 0,1-1 0,13 16 0,-8-13 0,1 0 0,0-1 0,0-1 0,1 0 0,0 0 0,0-1 0,20 8 0,-1-4 0,1-1 0,0-1 0,0-2 0,1-1 0,0-2 0,53 2 0,-48-6 0,0-1 0,-1-3 0,44-6 0,-69 6 0,1 0 0,-1 0 0,0-1 0,0-1 0,-1 0 0,1-1 0,-1 0 0,0-1 0,-1 0 0,0-1 0,0 0 0,14-14 0,-21 18 0,-1 1 0,0-1 0,0 0 0,0 0 0,0 0 0,-1-1 0,1 1 0,-1-1 0,0 0 0,-1 1 0,1-1 0,-1 0 0,0 0 0,0 0 0,0 0 0,-1 0 0,1 0 0,-1 0 0,-1 0 0,0-6 0,-1 4 0,0 0 0,0 1 0,-1 0 0,0-1 0,0 1 0,0 0 0,-1 0 0,0 1 0,0-1 0,-1 1 0,1 0 0,-1 0 0,0 0 0,-11-7 0,-14-8-471,0 1 0,-2 1 0,0 1 0,-1 3 0,-35-12 0,-15 1-4533,1 8-4957,57 13-2031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52.3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343 331 12513,'9'-4'757,"1"1"0,-1 1 0,1-1 0,-1 1 1,1 1-1,0 0 0,0 0 0,17 2 0,22-2 1015,-8-3-1386,-1-1 0,0-2 0,0-2 0,-1-2 0,0-1 0,-1-2 1,0-2-1,44-26 0,-78 41-382,0-1 0,-1 0 0,1 0 0,-1-1 0,0 1 1,0-1-1,0 0 0,0 1 0,0-1 0,-1-1 0,1 1 1,-1 0-1,0-1 0,0 1 0,0-1 0,0 1 0,-1-1 0,1 0 1,-1 0-1,0 0 0,0 0 0,0 0 0,-1 0 0,0 0 1,1 0-1,-1 0 0,-1 0 0,1 0 0,-1 0 0,1 0 1,-1 0-1,0 0 0,0 1 0,-1-1 0,1 0 0,-1 0 1,0 1-1,0-1 0,0 1 0,-1 0 0,1-1 0,-1 1 0,1 0 1,-1 1-1,-3-4 0,0 2 47,1 0-1,-1 0 1,1 1 0,-1 0 0,0 0-1,0 0 1,0 1 0,-1 0 0,1 0-1,0 0 1,-1 1 0,0 0-1,-9 0 1,-5 0 385,0 1 0,-40 6-1,23 0 121,0 3 0,1 1-1,0 1 1,1 3-1,-41 20 1,15-2 296,3 3 0,-59 44 0,91-59-826,0 2 0,2 0 0,-38 43-1,55-56-25,0 1-1,1-1 1,0 1-1,1 1 0,0-1 1,1 1-1,0 0 1,1 1-1,0-1 0,1 1 1,0-1-1,1 1 1,-2 22-1,5-27 1,-1-1 1,1 1-1,0-1 1,1 0-1,-1 1 1,1-1-1,1 0 1,-1 0-1,1 0 1,0 0-1,0-1 0,1 1 1,0-1-1,0 0 1,0 0-1,0 0 1,1-1-1,0 1 1,0-1-1,8 5 1,4 2-23,0-1 0,1-1 0,0 0 0,1-1 0,32 8 1,55 11-1456,0-6 0,142 12 0,228-9-5148,-427-22 5880,218 5-6019,21-8-4333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52.8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1005 23 9525,'42'-23'10098,"-48"24"-8255,-13 1-1002,0 2-1,0 1 1,0 0 0,1 1-1,0 1 1,0 1-1,1 0 1,0 1 0,-25 19-1,-10 10 581,-75 72-1,26-13-1409,5 4 0,4 5-1,5 3 1,-129 212 0,206-304-11,1 1 0,1 0 0,0 0 0,1 1 0,1 0 0,1 1 0,-3 27 0,7-38 0,0 0 0,1 0 0,0 1 0,0-1 0,1 0 0,1 1 0,-1-1 0,1 0 0,1 0 0,0 0 0,0-1 0,1 1 0,0-1 0,0 0 0,1 0 0,0 0 0,1 0 0,6 7 0,1-3 0,0 0 0,1-1 0,1 0 0,0-1 0,0 0 0,1-1 0,0-1 0,28 9 0,7 0 0,86 17 0,-72-24-547,0-2 1,0-3-1,1-2 0,90-10 1,54-17-5222,-1-10-3719,-57 8-2308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53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 15333,'27'-8'3587,"-22"6"-3017,-1 0 0,1 1 0,0-1 0,-1 1 0,1 0 0,0 1 0,0-1 0,0 1 0,0 0 0,0 0 0,5 1 0,26 7-152,-1 2 0,-1 1 0,0 2 1,0 1-1,-2 2 0,1 1 0,-2 1 0,-1 2 0,0 1 0,-2 1 0,46 46 0,-63-56-428,0 1 0,-1 0 0,-1 1 0,0-1 0,-1 2 0,0-1 0,-1 1 0,-1 1 0,8 29 1,-11-33-20,-2 1 0,1 0 0,-1 0 0,-1-1 1,0 1-1,-1 0 0,-1 0 0,0-1 1,0 1-1,-1-1 0,-1 0 0,0 0 1,-7 15-1,-1-5-1,-1 1-1,-1-2 1,-1 0 0,0-1 0,-2 0-1,0-1 1,-32 26 0,16-18 67,-1-2 1,-1-1-1,-70 36 1,94-55 86,0 0 1,-1 0 0,1-2 0,-21 6-1,31-9-97,0 0-1,-1 0 0,1 0 1,0 0-1,-1 1 0,1-2 1,0 1-1,-1 0 0,1 0 1,0 0-1,-1-1 0,1 1 1,0 0-1,0-1 0,-1 0 1,1 1-1,0-1 0,0 1 1,0-1-1,-2-1 1,2 0-3,0 0 0,1 1 0,-1-1 0,1 0 0,-1 0 0,1 1 0,0-1 1,-1 0-1,1 0 0,0 1 0,0-1 0,0 0 0,1 0 0,-1 1 0,0-1 1,1 0-1,-1 0 0,1 1 0,-1-1 0,3-2 0,5-15 93,2 0-1,1 1 1,0 0-1,1 1 0,1 1 1,24-25-1,-15 16-56,31-32-484,2 2 0,65-49 0,134-86-3673,-200 151 2989,166-107-4963,-66 57-1233,-28 24-2601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53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124 408 10313,'17'5'907,"0"0"0,0-1 0,0 0 0,27 1 0,77-1 2325,-62-3-2550,5-4-48,0-2 0,-1-4-1,91-22 1,-128 25-474,13-3 222,0-2-1,44-18 1,-66 22-223,0-1 0,-1-1 0,0 0 1,0-1-1,-1-1 0,0 0 0,14-16 1,-26 24-141,0-1 0,1 1 0,-1-1 0,-1 0 1,1 0-1,-1 0 0,1-1 0,-1 1 0,0-1 1,-1 1-1,1-1 0,-1 0 0,0 1 0,0-1 1,0 0-1,-1 0 0,1 0 0,-1 0 0,-1 1 1,1-1-1,-1 0 0,1 0 0,-1 0 0,-1 1 1,1-1-1,-1 0 0,-2-5 0,0 3-15,0 0-1,0 1 0,-1-1 1,1 1-1,-1 0 0,-1 0 1,1 0-1,-1 1 0,0 0 1,-1 0-1,1 0 0,-1 1 1,0 0-1,0 0 1,0 1-1,-9-3 0,-2 1 12,0 1 0,0 1 0,0 0-1,0 2 1,0 0 0,-1 1 0,1 0 0,-26 6 0,-6 3-36,-85 27 1,62-13 44,1 4 1,2 3 0,1 3-1,-111 71 1,162-92-13,2 0 0,-1 2 0,1 0 0,1 1 0,1 0-1,0 2 1,-16 24 0,26-35-6,1 0 0,-1 0 0,1 0-1,1 0 1,-1 1 0,1-1-1,0 1 1,1-1 0,0 1 0,0 0-1,0 0 1,0 0 0,1 0-1,1-1 1,-1 1 0,1 0 0,0 0-1,1 0 1,-1-1 0,1 1-1,0-1 1,1 1 0,0-1-1,0 0 1,0 0 0,7 8 0,1 0 1,0-2 0,1 1-1,1-2 1,0 1 0,1-2 0,0 0 0,0-1 0,1 0 0,0-1 0,19 7 0,14 4 8,0-3 0,56 12 0,-58-18-8,1-2 1,1-1-1,50-1 1,0-3 22,145-14-1,-120-3-20,0-6 0,-1-5 0,124-44 0,-218 60-132,-1-2 0,0-1 0,-1-1 0,28-17 1,-79 20-292,9 8 327,0 0 1,0 2 0,-1-1-1,1 2 1,-19 3 0,-87 17-338,101-16 350,-72 18-568,-106 41 0,177-56 530,19-7 125,-1 0 0,1 0 0,0 0 0,0 1 0,0-1 0,0 1 0,1 0 0,-1-1 0,0 1 0,1 1 0,-1-1 0,1 0 0,0 0 0,-4 6 0,5-7 14,1 0 0,0-1 0,0 1 0,-1 0 0,1 0 0,0 0 0,0 0 1,0 0-1,0-1 0,0 1 0,0 0 0,0 0 0,0 0 0,0 0 0,1 0 0,-1-1 0,0 1 0,0 0 1,1 0-1,0 1 0,0 0 84,1 0 0,-1 0 0,1 0 0,0 0 1,0-1-1,0 1 0,0-1 0,0 1 0,4 2 0,-3-2 107,1 0-1,-1 1 0,0-1 0,-1 1 0,1 0 1,0 0-1,-1 0 0,1 0 0,-1 0 0,0 1 0,0-1 1,-1 1-1,1-1 0,1 7 0,2 6 323,-1 1-1,2 20 1,7 21-957,-11-55 188,-1 0-1,1 0 0,0 0 1,0 0-1,0 0 0,0 0 1,1 0-1,-1-1 0,1 1 1,0-1-1,-1 0 0,1 0 1,0 0-1,0 0 0,1 0 1,-1-1-1,0 1 0,7 1 0,1 0-756,-1-1-1,1 0 0,0-1 0,15 1 1,20-4-5044,7 0-3736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53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 29 7669,'-16'-28'7398,"14"31"-5841,-54 125 2377,-20 73-2160,69-184-1607,-34 83 214,18-46-548,-23 77-1,41-114-346,2-1-1,0 1 1,0 0-1,2-1 1,0 1 0,1 0-1,0 0 1,1 0-1,6 23 1,-1-17-616,6 29-6088,-9-32 1149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54.1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31 9161,'-10'-11'7515,"13"10"-6319,4-3-945,1 1 0,-1 1 0,1-1 0,0 1 0,0 1-1,0-1 1,0 2 0,11-1 0,73 5 560,-57-1-509,30 1 111,46 2 300,193 37 1,-291-40-631,0 0 1,0 1 0,0 1-1,23 12 1,-31-14-84,1 1-1,-1 0 1,0 0 0,0 0-1,0 0 1,0 1 0,-1 0-1,0 0 1,0 0-1,0 0 1,5 12 0,-8-15-118,0 1 0,0-1 0,-1 0-1,1 1 1,-1-1 0,0 0 0,0 1 0,0-1 0,0 0 0,0 1 0,0-1 0,-1 0 0,1 1-1,-1-1 1,0 0 0,0 0 0,1 1 0,-3 3 0,-25 35-6771,23-35 4641,-8 10-6884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54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52 9301,'51'-20'1520,"-41"12"-708,2-1-452,8 4-1560,2-4-2008,0 18-1393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55.1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695 113 10437,'41'-6'11172,"-50"1"-10027,8 5-1044,1 0 0,-1 0 0,0 0 1,0 0-1,1 0 0,-1 0 0,0-1 0,1 1 1,-1 0-1,0-1 0,1 1 0,-1 0 0,1-1 1,-1 1-1,0-1 0,1 1 0,-1-1 1,1 1-1,-1-1 0,1 1 0,-1-1 0,1 0 1,0 1-1,-1-1 0,1 0 0,0 1 0,-1-2 1,2-1-23,0 0 1,0 0 0,0 0-1,0 1 1,0-1 0,1 0 0,-1 0-1,1 1 1,0-1 0,-1 1-1,1-1 1,0 1 0,1 0-1,-1 0 1,0 0 0,1 0 0,-1 0-1,5-1 1,-1-1-5,0 1-1,1 1 1,0-1 0,0 1 0,0 1 0,0-1-1,14-1 1,-11 3-35,0-1 0,0 1-1,0 1 1,-1 0 0,1 0-1,0 1 1,0 0 0,-1 0 0,1 1-1,-1 1 1,0 0 0,12 6 0,-14-4-12,-1 0 0,1 0 1,-1 0-1,0 1 0,0 0 0,-1 1 1,0-1-1,0 1 0,-1 0 1,0 0-1,0 0 0,-1 1 1,0-1-1,2 10 0,0 7-18,-1 0 1,-1 1-1,0 46 0,-3-69-19,0-1 1,0 0-1,0 1 1,0-1-1,1 0 1,-1 1-1,1-1 1,0 0-1,-1 1 1,1-1-1,0 0 1,0 0-1,0 0 1,1 0-1,-1 0 0,0 0 1,1 0-1,-1 0 1,1-1-1,0 1 1,3 2-1,-2-2-4,1 0 0,0-1 0,0 1 0,0-1 0,0 1 0,0-1 0,1-1 0,-1 1-1,0 0 1,0-1 0,6 0 0,11-2-23,0 0 1,-1-1-1,39-12 0,-47 12 43,26-9-34,0-1 0,-1-1 1,41-23-1,95-66-46,-88 50-13,-58 38 33,-2-1-1,0-1 1,-1-2-1,30-28 1,-56 45 6,0 1-1,0 0 1,0 0 0,0 0-1,0 1 1,0-1 0,0 0 0,0 1-1,0-1 1,0 1 0,0 0-1,-1 0 1,-2 0 0,-19 5-374,-1 2 0,2 1 0,-1 1 1,1 1-1,-38 23 0,8-6-278,48-24 640,1-1 0,-1 1 0,1 0 1,0 0-1,0 0 0,0 1 1,0-1-1,1 1 0,-6 7 1,7-9 26,2 0 16,-1-1-1,1 1 1,0 0 0,-1 0 0,1-1-1,0 1 1,0 0 0,0-1 0,1 1-1,-1 0 1,0 0 0,1-1 0,-1 1-1,1 0 1,-1-1 0,1 1 0,0-1-1,0 2 1,3 0 1,0 0 0,0-1 0,0 1-1,0-1 1,0 0 0,1-1 0,6 3 0,-1-1 3,0 1 19,-1-2 0,1 1 1,0-1-1,0 0 0,0-1 1,19 0-1,54-8 280,-74 6-238,0 1 158,1-1 0,0-1 0,0 0 1,-1-1-1,1 0 0,-1 0 0,0-1 0,0 0 0,0 0 0,0-1 0,-1 0 0,0-1 0,0 0 1,0 0-1,12-14 0,-19 18-102,0 0 0,0 0 0,0 0 0,0 0 0,0 0 0,-1 0 0,1-1 0,-1 1 0,0 0 0,1 0 0,-1-4 0,0 1 116,1 2 2003,-1 8-1452,1 20-446,0 1-1,-2-1 1,-1 0 0,-1 1 0,-7 25 0,-39 129-449,47-171 159,-24 66-36,-2-2 0,-4 0 0,-73 120 0,-154 188 0,116-180 0,2 6 0,-206 292 0,298-432 0,-4-3 0,-73 70 0,104-113 0,-1-1 0,0-1 0,-2-1 0,0-1 0,-1-1 0,-1-2 0,-1 0 0,1-2 0,-39 11 0,57-20 0,0-1 0,1 0 0,-1-1 0,0 0 0,0 0 0,0-1 0,0 0 0,0 0 0,0-1 0,0 0 0,0-1 0,0 0 0,1-1 0,-1 1 0,1-2 0,-1 1 0,1-1 0,0 0 0,1-1 0,-1 0 0,1 0 0,0-1 0,0 0 0,0 0 0,1 0 0,0-1 0,0 0 0,1 0 0,0-1 0,0 1 0,1-1 0,0 0 0,0 0 0,-5-17 0,6 11 0,-1 0 0,2-1 0,0 1 0,1-1 0,0 0 0,1 1 0,1-1 0,0 1 0,1-1 0,0 1 0,1-1 0,10-26 0,-1 12 0,0 1 0,2 0 0,1 1 0,1 0 0,22-26 0,-14 23-27,1 1-1,34-30 1,12-5-336,2 3 1,160-101-1,-106 92-899,3 7 0,266-91 0,294-39-5711,-579 165 5243,100-21-4439,1 8-3786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56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512 106 13953,'15'-45'2947,"-10"8"2596,-5 31-5924,1 6 495,-1-1-1,0 1 0,0-1 1,0 1-1,1-1 0,-1 1 0,0-1 1,0 1-1,0-1 0,0 1 0,0-1 1,0 1-1,0-1 0,0 1 0,0-1 1,0 1-1,-1-1 0,1 1 1,0-1-1,0 1 0,0-1 0,-1 1 1,1 0-1,0-1 0,0 1 0,-1-1 1,1 1-1,0 0 0,-1-1 0,1 1 1,0-1-1,-1 1 0,1 0 1,-1 0-1,1-1 0,-1 1 0,1 0 1,-1 0-1,1-1 0,-1 1 0,1 0 1,-1 0-1,1 0 0,-1 0 1,1 0-1,-1 0 0,1 0 0,-1 0 1,1 0-1,-1 0 0,1 0 0,-1 0 1,1 0-1,-1 0 0,1 1 0,-1-1 1,1 0-1,-1 1 0,-5 0 66,0 0 0,0 1-1,0 0 1,1 0 0,-1 1 0,1 0-1,-1 0 1,1 0 0,-9 8 0,-47 44 838,42-36-736,-41 40 218,-89 112 0,126-140-509,1 1-1,1 2 1,2 0 0,1 1-1,-25 73 1,39-95 10,1 0 0,0 0 0,1 0 0,0 0 0,1 1 0,0-1 0,1 0 0,1 1 0,0-1 0,1 0 0,7 25 0,-6-30 0,0 0 0,1 0 0,0 0 0,0 0 0,1 0 0,0-1 0,0 0 0,1 0 0,0 0 0,0-1 0,0 0 0,1 0 0,0 0 0,0-1 0,1 0 0,-1-1 0,1 0 0,15 6 0,-1-2 0,1-1 0,1-1 0,-1-1 0,1-1 0,0-2 0,0 0 0,0-1 0,0-2 0,0 0 0,0-2 0,0 0 0,0-2 0,-1 0 0,0-2 0,0 0 0,0-2 0,-1 0 0,34-22 0,-46 25 0,0-2 0,-1 1 0,-1-2 0,1 1 0,-1-1 0,-1 0 0,1-1 0,-2 1 0,1-2 0,-1 1 0,-1-1 0,0 1 0,-1-1 0,0-1 0,0 1 0,2-18 0,-3 9 0,0 0 0,-2 0 0,-1 0 0,0 0 0,-2 0 0,0 0 0,-1 0 0,-1 0 0,-6-19 0,3 21-99,0 0-1,-1 0 1,-12-21 0,-72-112-1740,81 133 1252,-1 1 0,-1 1 1,0-1-1,-24-21 0,24 26 87,0 0-855,-2 0-1,1 1 0,-1 0 1,-1 1-1,-29-14 1,21 16-4762,-3 9-3746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56.6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11209,'42'4'1676,"66"10"2719,-96-12-3986,0 2 0,0-1 0,0 2 0,0 0 0,-1 0 0,19 12 0,0 3-33,-1 1 0,0 2 0,-2 1 0,-1 1 0,-1 1 0,-2 1 0,0 1 0,-2 1 0,-1 1 0,-1 1 0,-2 1 0,-1 0 1,14 41-1,-26-62-326,6 14 91,-2 1 0,0 0 0,-2 0 1,5 45-1,-10-57-42,0 1 0,-1 0 1,-1-1-1,-1 1 0,0-1 0,-1 0 1,0 1-1,-1-1 0,-1-1 1,0 1-1,-1-1 0,-1 1 1,0-2-1,0 1 0,-1-1 0,-1 0 1,0-1-1,0 0 0,-1 0 1,-1-1-1,0 0 0,0-1 0,-1-1 1,0 1-1,-1-2 0,-23 11 1,36-17-99,-22 8 542,-40 13-1,56-20-388,0 0 0,-1-1 0,1 0 1,0 0-1,-1-1 0,1 1 0,-1-1 0,1-1 0,-1 1 1,1-1-1,-13-4 0,-13-10 402,31 14-544,0 0-1,0 0 1,0 0-1,0 0 1,0 1 0,0-1-1,0 0 1,1-1 0,-1 1-1,0 0 1,1 0 0,-1 0-1,0 0 1,1 0-1,0-1 1,-1 1 0,1 0-1,0-1 1,-1 1 0,1 0-1,0 0 1,0-1-1,0 1 1,0 0 0,0-1-1,1 1 1,-1 0 0,0-1-1,1 1 1,-1 0 0,0 0-1,1 0 1,0-1-1,0 0 1,2-9 11,2-3-23,0-1 0,1 1 0,1 0 0,0 1 0,0 0 0,2 0 0,-1 0 0,17-17 0,97-90 0,-32 44-995,3 3-1,154-90 1,-11 36-3960,5 17-4704,-106 57-2524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49:59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510 15 14969,'0'-1'390,"-1"1"-1,1-1 1,0 0-1,-1 0 1,1 0-1,0 0 1,-1 1-1,1-1 1,-1 0-1,1 0 1,-1 1-1,0-1 1,1 0-1,-1 1 1,0-1-1,1 0 1,-1 1-1,0-1 1,-1 0-1,-5 7 3812,-1 3-5282,-9 18 2125,1 1-1,-22 52 1,11-21-253,-24 45 353,-119 257 622,118-240-1738,-34 130 0,79-227-28,1 0 0,-5 46 0,10-63 0,1 0 0,0-1 0,0 1 0,0 0 0,1 0 0,0-1 0,0 1 0,1-1 0,0 1 0,0-1 0,0 1 0,1-1 0,0 0 0,0 0 0,6 8 0,-6-12 0,-1 0 0,0 0 0,1-1 0,-1 1 0,1 0 0,0-1 0,-1 0 0,1 0 0,0 0 0,0 0 0,0 0 0,0 0 0,0-1 0,0 0 0,4 1 0,43-3 0,-47 2 0,14-3 0,-1 0 0,1-1 0,-1-1 0,1-1 0,-1 0 0,22-12 0,87-59 0,-93 56 0,65-46 0,91-57 0,-165 111 0,1 1 0,0 2 0,0 0 0,1 1 0,1 1 0,31-5 0,-46 13 0,0-1 0,1 1 0,-1 1 0,0 0 0,0 1 0,0 0 0,0 0 0,0 1 0,10 5 0,8 1 0,-8-4 0,0 0 0,1-2 0,-1 0 0,1-1 0,0-1 0,39-4 0,-27-2 0,-1-1 0,1-1 0,55-21 0,-51 14 0,-1-1 0,-1-2 0,0-2 0,61-42 0,-84 51 0,-1 0 0,-1-1 0,1 0 0,-2-1 0,0 0 0,14-22 0,-19 25 0,0 0 0,-1-1 0,0 1 0,0-1 0,-1 0 0,0 0 0,-1 0 0,0 0 0,-1 0 0,0 0 0,-1-13 0,-4-28-36,-23-100-1,12 76-1099,9 49-869,-17-46 0,2 12-3137,21 57 4325,-1 0 1,0 0-1,0 0 0,0 1 1,0-1-1,-1 0 0,1 1 1,-1-1-1,1 1 0,-1 0 1,-2-3-1,-12-10-8805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00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455 0 14789,'-3'9'565,"-1"0"-1,1-1 1,-1 1 0,-1-1-1,0 0 1,0-1-1,0 1 1,-8 7-1,5-4 343,-1 0-1,-13 24 0,-56 149 4160,12-25-2958,36-95-1534,-22 42 235,6 2-1,-39 135 1,82-232-808,0 1-1,1-1 1,0 0 0,1 1-1,0-1 1,2 14-1,-1-22 0,0 0 0,1 0 0,-1 0 0,1 0 0,0 0 0,0 0 0,0 0 0,0 0 0,1 0 0,-1-1 0,1 1 0,-1 0 0,1-1 0,0 0 0,0 1 0,0-1 0,0 0 0,1 0 0,-1 0 0,0 0 0,1 0 0,0-1 0,-1 1 0,1-1 0,0 0 0,0 0 0,0 0 0,4 1 0,5 0 0,1 0 0,-1-1 0,1 0 0,0-1 0,-1-1 0,1 0 0,0-1 0,19-4 0,-6-2 0,1 0 0,48-23 0,-56 21 0,-1-1 0,0-1 0,0 0 0,-2-1 0,1-1 0,-1-1 0,-1 0 0,-1-1 0,0-1 0,-1 0 0,-1-1 0,-1 0 0,17-36 0,-22 40 0,0 0 0,-1 0 0,-1 0 0,0-1 0,-1 0 0,-1 0 0,0 0 0,-1 0 0,0 0 0,-1 0 0,-1 0 0,-1 0 0,0 0 0,-1 0 0,0 1 0,-1-1 0,-1 1 0,0 0 0,-1 0 0,-10-17 0,7 18-88,-1 1 1,1 0-1,-2 1 0,1 0 0,-2 1 1,1 0-1,-1 0 0,-20-10 0,-39-19-4717,1 9-8774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00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149 372 14741,'-27'34'6483,"25"-32"-6249,0 0-1,-1 0 0,1 1 0,0-1 0,0 1 1,0-1-1,0 1 0,0 0 0,1 0 0,-1 0 1,1 0-1,0 0 0,0 0 0,0 0 0,0 0 1,1 0-1,-1 1 0,1-1 0,0 0 1,0 6-1,2 5 75,0 0 0,2 0 0,-1 0-1,2-1 1,0 1 0,13 23 0,-9-16 71,14 40 0,-14-29-273,-1 1-1,-2 0 1,-2 0-1,2 59 1,-7-73-109,0-1-1,-2 1 1,1-1 0,-2 0-1,-1 0 1,0-1 0,-1 1 0,-1-1-1,-1-1 1,-11 21 0,-5-2 219,-1-1 0,-40 41 1,44-52 591,19-20-306,8-25 361,4 1-801,2 1 0,0 0 0,1 0 1,2 2-1,31-34 0,-30 35-82,656-666-8325,-442 454 7122,-213 210 1280,-4 6 108,0 0 1,-1-1-1,-1 0 1,0-1-1,-1-1 1,0 1-1,13-33 1,-24 48-93,1-1 0,-1 0 0,0 0 0,1 0-1,-1 1 1,0-1 0,1 0 0,-1 1 0,0-1 0,0 1 0,0-1 0,0 1 0,1-1 0,-1 1 0,0-1 0,0 1-1,0 0 1,0 0 0,-2-1 0,3 1 25,-3 0-23,0-1-1,0 1 1,0 0 0,1 0-1,-1 0 1,0 1 0,0-1 0,0 1-1,1 0 1,-1-1 0,0 1-1,1 0 1,-1 1 0,1-1-1,-1 0 1,1 1 0,-1-1-1,1 1 1,0 0 0,0 0-1,-3 3 1,-4 4 69,0-1 0,1 2 0,0-1-1,-6 12 1,-15 27 390,-41 98 0,-8 62-139,42-109-256,27-74-119,-44 130 111,46-130-109,1 0-1,1 0 1,1 1-1,0 31 1,5-46-19,0-1 0,0 1 0,1-1-1,4 13 1,-5-20 1,0 0 0,0-1 0,1 1 0,0 0 0,-1 0 0,1 0 0,0-1 0,0 1 0,0-1 0,1 0 0,-1 0 0,0 0-1,1 0 1,-1 0 0,1 0 0,0 0 0,0-1 0,0 1 0,0-1 0,0 0 0,0 0 0,0 0 0,4 0 0,3 1-2,0-1 0,-1 0 0,1 0 1,0-1-1,-1-1 0,17-1 0,5-5-1,-1-1 0,0-1 0,-1-2 0,0-1-1,0-1 1,37-24 0,-3 1-47,-61 35 32,-1 24 59,-1-21-31,-2 9 37,0 0 0,-1 0 0,-1 0 1,0-1-1,0 1 0,-7 10 0,4-8 34,1 1-1,0 0 0,1 0 1,-5 23-1,10-33-45,-1 0 0,1 0-1,0-1 1,0 1 0,0 0-1,0 0 1,1-1 0,-1 1-1,1 0 1,0-1-1,0 1 1,1-1 0,-1 1-1,1-1 1,-1 0 0,1 1-1,0-1 1,1 0 0,-1 0-1,0 0 1,1-1 0,5 6-1,2-1-6,-1-1-1,1 0 0,1-1 0,-1 0 1,1 0-1,0-1 0,0-1 0,0 0 1,1 0-1,-1-1 0,1-1 0,0 0 1,-1 0-1,1-1 0,-1-1 0,17-2 1,3-1-8,1-2 1,-1-1 0,0-2-1,57-24 1,-51 16-21,-2-2 1,0-1-1,-1-2 0,34-30 1,114-117-7,-176 166 2,-5 11 0,-7 14 0,-5 3 109,-1 0 0,-22 32 0,-7 14-1447,21-22-3064,19-46 2122,10 28-19810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00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80 6853,'-12'-17'1800,"12"-3"-280,0 0 584,6 9-3492,4-1-1840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01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33 178 10513,'-29'-20'12926,"28"-8"-10977,-1 15-1316,2 0 0,1-24-1,0 33-582,-1 1 0,1-1-1,0 1 1,0 0 0,0-1 0,0 1-1,1 0 1,-1 0 0,1 0 0,0 0-1,0 0 1,0 0 0,0 1-1,0-1 1,5-4 0,-5 6-34,-1-1 1,1 1-1,-1 0 1,1 0-1,0 0 1,-1 0-1,1 1 0,0-1 1,0 0-1,-1 1 1,1-1-1,0 1 1,0-1-1,0 1 0,0 0 1,0 0-1,0 0 1,-1 0-1,1 0 1,0 0-1,3 2 0,-2-1 0,0 0-1,0 1 0,-1-1 0,1 1 0,-1 0 0,1 0 0,-1 0 0,0 0 0,0 0 0,0 0 0,0 1 0,2 3 0,2 4 0,0 0 0,-1 0 0,-1 1 0,1 0 0,-2 0-1,4 13 1,-6-11-4,1 1-1,-2 0 1,0-1 0,0 1-1,-2-1 1,1 1-1,-2-1 1,-4 16 0,-6 41-8,11-55 15,1-13-15,0 1 0,0-1 0,1 0 0,-1 1 0,1-1 0,0 1 0,-1-1 1,1 1-1,0-1 0,1 1 0,-1-1 0,0 1 0,1-1 0,-1 1 0,1-1 1,0 0-1,0 1 0,0-1 0,0 0 0,0 1 0,0-1 0,1 0 1,-1 0-1,1 0 0,-1 0 0,3 2 0,7 2 6,-1 0-1,1-1 1,0 0 0,0 0-1,0-2 1,1 1 0,-1-1-1,1-1 1,0 0 0,18 0-1,18 0 127,61-7 0,-88 3-107,160-11 548,309-65 0,-458 70-380,1-1 0,-1-2 0,52-25 1,-81 35-188,0-1 1,0 1-1,0-1 1,-1 0 0,1 0-1,0 0 1,-1-1 0,0 1-1,1 0 1,-1-1-1,0 0 1,0 1 0,0-1-1,-1 0 1,3-5-1,-4 6-4,1 0 0,-1-1-1,1 1 1,-1-1-1,0 1 1,0 0-1,0-1 1,0 1-1,-1-1 1,1 1-1,-1-1 1,1 1 0,-1 0-1,0-1 1,0 1-1,-1-3 1,-3-2-2,1 1 0,0 0 1,-1 1-1,0-1 0,0 1 1,-1 0-1,0 0 0,0 0 1,0 1-1,0 0 1,-12-6-1,-1 2-17,-1 1 1,0 1-1,0 0 1,0 2 0,0 0-1,-1 1 1,1 1-1,-34 2 1,11 2-47,0 3 1,0 1-1,-45 14 1,68-15-22,1 1 0,-1 0 0,1 2 0,0 1 0,1 0 0,0 1 0,1 1 0,0 0 0,0 2 0,2 0 0,-1 0 0,2 2 0,0-1 0,-14 21 0,26-33 66,1 0 0,-1 0 0,1 1 0,0-1 0,0 1 0,0-1 0,0 1 0,0-1-1,1 1 1,-1-1 0,1 1 0,0 0 0,0-1 0,-1 1 0,2-1 0,-1 1-1,0 0 1,1-1 0,-1 1 0,1-1 0,-1 1 0,1-1 0,0 1 0,0-1 0,3 5-1,-1-3 5,-1-1-1,1 0 0,0 1 0,0-1 0,0 0 0,0 0 1,0-1-1,1 1 0,-1-1 0,1 1 0,0-1 0,0 0 0,0-1 1,5 3-1,18 2 79,-1-1 1,1-1-1,0-1 1,0-1 0,0-1-1,0-2 1,33-5-1,-19 0 630,0-3 0,0-1 0,75-29 0,-83 24-679,31-20-1,-39 20-14,-25 15-3,0 0 0,0 0 0,1 0 0,-1 0 0,0-1 0,0 1 0,0 0 0,0 0 0,1 0 0,-1 0 0,0 0 0,0 0 0,0-1 0,1 1 0,-1 0 0,0 0 0,0 0 0,1 0 0,-1 0 0,0 0 0,0 0 0,0 0 0,1 0 0,-1 0 0,0 0 0,0 0 0,1 0 0,-1 0 0,0 0 0,0 0 0,0 0 0,1 1 0,-1-1 0,0 0 0,0 0 0,0 0 0,1 0 0,-1 0 0,0 0 0,0 1 0,0-1 0,0 0 0,1 0 0,-1 0 0,0 0 0,0 1 0,0-1 0,0 0 0,0 0 0,0 1 0,0-1 0,1 0 0,-1 0 0,0 0 0,0 1 0,0-1 0,0 0 0,0 0 0,0 1 0,0-1 0,0 0 0,0 0 0,0 0 0,0 1 0,-1-1 0,1 0 0,0 1 0,-4 15 0,3-15 0,-21 54 0,11-29 0,-14 45 0,-29 232 0,35-104 0,-12 207 0,-9 64 0,-6-67 0,-98 395 0,121-705 0,-3-1 0,-64 149 0,75-210 0,0 0 0,-2-2 0,-1 0 0,-2-1 0,0-1 0,-2-1 0,-1 0 0,-1-2 0,-1-1 0,-1-1 0,-31 20 0,42-33 0,0-1 0,0 0 0,-1-1 0,0-1 0,0-1 0,-1 0 0,1-1 0,-1 0 0,-33 1 0,43-4 0,-1-1 0,0 0 0,0-1 0,0 0 0,1 0 0,-1-1 0,0 1 0,1-2 0,0 1 0,-1-1 0,1 0 0,0-1 0,0 1 0,1-1 0,-1-1 0,1 1 0,0-1 0,0 0 0,0-1 0,1 1 0,0-1 0,0 0 0,-6-10 0,6 6 0,0 0 0,0 0 0,1 0 0,1-1 0,0 1 0,0-1 0,1 0 0,0 0 0,1 0 0,0-14 0,2 6 0,0 1 0,1-1 0,2 1 0,-1 0 0,11-27 0,7-8 0,3 1 0,58-93 0,-81 145 0,54-88-393,5 3 0,4 3 0,2 2 0,136-123-1,164-90-4851,21 27-2418,-250 181 1879,2 8-3341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02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497 237 13049,'-1'-17'1635,"-2"-1"1,0 1-1,-1 0 0,-9-26 0,9 32 218,1 0-1,0 0 1,0 0-1,-1-16 0,-1 29-693,-1 1-1057,-1 1 0,0 0-1,1 0 1,0 1-1,0 0 1,0 0 0,1 0-1,-1 1 1,1-1 0,0 1-1,-5 9 1,-8 14-193,-19 42 1,10-18 172,-134 255-82,125-228 0,-51 166 0,84-237 0,1 1 0,0-1 0,1 1 0,0-1 0,0 1 0,1 0 0,0-1 0,1 1 0,0 0 0,1-1 0,4 17 0,-4-19 0,1-1 0,0 0 0,0 0 0,1 0 0,-1-1 0,1 1 0,1-1 0,-1 0 0,1 0 0,0 0 0,0-1 0,0 0 0,0 0 0,1 0 0,0 0 0,0-1 0,9 4 0,2-1 0,1 0 0,0-1 0,0-1 0,0-1 0,0 0 0,1-1 0,-1-1 0,20-2 0,7-2 0,0-2 0,50-12 0,-63 9 0,0-1 0,0-1 0,-1-1 0,0-2 0,-1-2 0,0 0 0,-2-2 0,0-1 0,0-1 0,30-29 0,-45 36 0,-1 0 0,0-1 0,-1-1 0,-1 0 0,0 0 0,0-1 0,-2 0 0,0-1 0,0 0 0,-2 0 0,0 0 0,-1-1 0,0 0 0,-2 0 0,0 0 0,0-1 0,-2 1 0,0-1 0,-1 1 0,-1-1 0,-4-19 0,1 14-82,-1 0 0,-2 1 0,0 0 0,-1 1 0,-1-1-1,-1 1 1,-25-36 0,17 31 355,-2 2-1,0 0 0,-2 1 1,0 1-1,-32-23 0,14 16-893,-2 1 1,-73-36-1,47 32-4951,-73-21-1,126 47-1207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02.8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 34 15581,'11'-11'2758,"-14"4"353,2 7-2885,0-1 0,1 0-1,-1 0 1,0 1-1,1-1 1,-1 0-1,1 0 1,-1 0-1,1 1 1,0-1-1,-1 0 1,1 0 0,0 0-1,-1 0 1,1 0-1,0 0 1,0-1 993,14 20 339,-3-6-1191,-5-2-246,-1 1 0,0 0-1,0 0 1,-1 1 0,-1-1-1,0 1 1,0 0 0,-1-1-1,0 20 1,-2-12-43,0-1-1,-2 1 1,0-1 0,-1 0 0,-9 29-1,-4-4-18,-1-1 0,-2-1 0,-2-1 0,-32 47 0,23-39-8,20-32 78,23-36 285,13-15-369,2 2-1,1 0 1,65-54-1,-75 70-35,28-23 134,2 1 0,1 3 1,2 2-1,1 2 1,2 2-1,111-41 1,-146 64-75,0 1 0,1 1 1,-1 1-1,1 1 0,0 0 1,0 2-1,0 1 0,28 2 1,-38-1-73,1 1 1,-1 0 0,0 1 0,0 0-1,0 1 1,-1 0 0,1 0-1,-1 1 1,0 1 0,0 0 0,-1 0-1,1 1 1,-2 0 0,1 0 0,-1 1-1,15 18 1,-14-12 2,0 0 0,0 0 0,-1 1 0,-1 0 0,-1 1 0,0 0 0,-1 0 0,-1 0 0,0 0 0,2 29 0,-4-8 0,-2 1 0,-1-1 0,-11 63 0,-11 108-1552,22-174-1090,4 37 0,0-48-1208,0 0-1,11 33 1,5-8-7546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03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1120 155 14889,'-11'-17'2327,"0"0"-1,1 0 0,-15-35 0,24 49-2124,-1 1-1,0-1 1,0 0-1,0 1 1,0-1-1,0 1 1,0-1-1,-1 1 1,1 0-1,-1 0 1,0 0 0,1 0-1,-1 1 1,0-1-1,0 1 1,-5-2-1,-1 0 62,1 0-1,-1 1 0,0 0 1,-17-1-1,-4 3 54,1 0 0,-1 2 0,0 2 0,1 0 0,-29 9 0,2 3 32,-87 38 0,81-25-273,1 4 0,2 1 0,1 4 0,2 2 1,-79 72-1,118-96-227,0 0 0,2 1 0,0 1 0,1 0 0,-22 37 0,36-53 137,-1-1 0,0 1 1,0-1-1,0 1 0,1 0 0,-1-1 1,1 1-1,-1-1 0,1 1 0,0 0 1,0-1-1,-1 1 0,1 0 0,0 0 1,1-1-1,-1 1 0,0 0 0,0-1 1,1 1-1,-1 0 0,1-1 0,-1 1 1,2 2-1,0-3 5,-1 1-1,1-1 1,0 1 0,0-1 0,-1 0 0,1 0 0,0 1-1,0-2 1,0 1 0,0 0 0,0 0 0,1-1-1,-1 1 1,0-1 0,4 1 0,7 0 17,0-1 0,0 0 0,0-1 0,23-4 0,84-21 538,-53 10 135,70-7-1,-115 21-644,-1 1 0,1 0 1,0 2-1,0 1 0,-1 0 1,1 2-1,30 8 0,-44-9-17,0 1 1,0-1-1,0 1 0,0 1 1,0-1-1,-1 1 0,0 1 1,0-1-1,-1 1 0,1 0 1,-1 1-1,0 0 0,-1 0 1,0 0-1,0 0 0,0 1 1,-1 0-1,0 0 0,-1 0 1,0 0-1,4 16 1,-4-11-193,-1 0 1,0 0 0,-1-1 0,0 1 0,-1 0 0,-2 17 0,0-17-675,0 0 0,-1-1 0,0 1 1,-1-1-1,-1 0 0,-7 15 0,6-13-1381,0 0 0,0 0 0,2 1 0,-5 18 0,0 11-9666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04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531 682 13449,'32'-51'2178,"-13"11"3036,-4 14 1067,-14 26-6183,-1 0 0,0 1 0,1-1-1,-1 0 1,0 0 0,1 1 0,-1-1-1,0 0 1,0 0 0,1 1-1,-1-1 1,0 0 0,0 1 0,0-1-1,0 0 1,1 1 0,-1-1 0,0 0-1,0 1 1,0-1 0,0 1-1,0-1 1,0 0 0,0 1 0,0-1-1,0 0 1,0 1 0,0-1 0,0 1-1,0-1 1,0 0 0,0 1-1,0-1 1,-1 1 0,-8 58 1549,-3-21-1511,-2-1 1,-1-1-1,-26 45 1,14-29-106,-151 256-31,-20-13 0,110-167 0,69-93 0,88-140 0,-15 26 0,362-524 0,46 31 0,-421 526 0,3 1 0,1 3 0,87-63 0,-123 99 0,1 0 0,0 0 0,0 0 0,1 2 0,0-1 0,0 1 0,0 1 0,0 0 0,15-2 0,-21 4 0,-1 1 0,1 0 0,-1 0 0,1 1 0,0 0 0,-1-1 0,1 1 0,-1 1 0,0-1 0,1 1 0,-1-1 0,0 1 0,0 1 0,0-1 0,0 0 0,0 1 0,-1 0 0,1 0 0,-1 0 0,1 0 0,-1 1 0,0-1 0,-1 1 0,1 0 0,3 6 0,2 7 0,0-1 0,-2 1 0,0 1 0,-1-1 0,0 1 0,-2 0 0,0 0 0,-1 0 0,0 23 0,-3 28 0,-10 74 0,8-113 0,-8 64 0,-4 0 0,-5-1 0,-3-1 0,-61 153 0,-396 739 0,463-954-36,-51 104 115,62-119-149,1 0-1,0 0 1,0 0 0,2 1 0,0 0 0,-2 31-1,5-42-270,0-1-1,1 0 0,-1 1 0,1-1 1,0 1-1,0-1 0,0 0 1,1 1-1,-1-1 0,1 0 1,0 0-1,0 0 0,5 6 1,-5-8 55,-1-1 1,1 0-1,-1 0 1,1 0 0,-1 0-1,1 0 1,0 0-1,-1 0 1,1-1 0,0 1-1,0 0 1,-1-1-1,1 1 1,0-1 0,0 0-1,0 0 1,0 0-1,0 0 1,0 0 0,-1 0-1,1 0 1,3-1-1,40-12-5357,-40 12 4369,38-18-9795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04.2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 15869,'-63'0'8861,"75"8"-7389,23 7-299,29-10-245,15 4-204,20 2-200,15-2-392,19 2-400,20 1-776,12-4-145,6-5-499,13 3-556,4-6-524,-1-6-3309,-6 3-5344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04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832 0 12417,'-33'12'923,"17"-7"-241,1 1 0,-1 1 0,1 0 0,0 0 1,1 2-1,0 0 0,-17 14 0,-4 13 1945,1 1 0,2 2 0,-35 56-1,13-18-420,-322 488-949,363-542-1733,1 1 0,-12 32 0,21-45-552,-1 0-1,1 0 1,1 1-1,-1 13 1,3-18-228,0 0-1,1 0 0,0 0 1,0-1-1,0 1 1,1 0-1,0-1 1,1 1-1,5 10 1,-7-15 453,7 14-9042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04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172 158 10973,'4'-15'1391,"0"0"0,1 0 0,0 1 1,12-22-1,-15 32-1031,1 0-1,0 0 1,-1 0 0,1 0 0,0 0 0,1 1-1,-1-1 1,1 1 0,-1 0 0,1 0 0,0 1 0,0-1-1,1 1 1,-1-1 0,0 1 0,1 1 0,-1-1-1,1 1 1,8-2 0,14 1 73,0 1 0,0 1 0,0 1 0,0 2 0,41 8 0,-47-6-316,0 1-1,-1 1 1,0 1-1,0 0 1,0 1-1,-1 2 1,26 18-1,-39-25-102,-1 0 0,0 0-1,-1 1 1,1 0-1,-1 0 1,0 0 0,0 0-1,0 0 1,-1 1 0,0 0-1,0 0 1,-1 0 0,1 0-1,-1 0 1,0 0 0,-1 1-1,0-1 1,0 0-1,0 1 1,-1-1 0,1 1-1,-2 0 1,1-1 0,-1 1-1,0-1 1,0 0 0,-1 1-1,0-1 1,0 0 0,0 0-1,-1 0 1,0 0-1,0 0 1,0-1 0,-1 1-1,0-1 1,0 0 0,-9 8-1,-11 10-55,-1-1 1,0-2-1,-2 0 0,-49 26 0,-125 52-2478,144-73-1264,-94 28-1,94-36-2300,7 3-3735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04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337 1 15305,'-49'122'5931,"35"-85"-3850,3 1-1,1 0 1,-9 69 0,4-17-223,-16 82-453,-12 61-1460,-20-2 23,51-190-1217,-10 63 0,-2 7-3732,11-85 2035,4-5-408,8-9-6407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05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184 134 7993,'4'-15'835,"1"1"-1,12-27 1,14-6 4053,-29 45-4637,1 0-1,-1 1 1,0-1-1,0 1 1,1-1-1,-1 1 1,1 0-1,-1 0 1,1 0-1,0 1 1,-1-1-1,1 0 1,0 1-1,-1 0 1,1 0-1,3 0 1,3 0 10,0 0 0,0 1 0,1 0 0,10 3 0,7 4 248,-1 1 0,0 1 0,-1 1 0,0 2 0,-1 0 0,32 23 0,-37-22-228,-1 1-1,0 0 1,0 2-1,-2 0 1,0 1-1,-1 0 1,24 41-1,-37-56-251,0 1-1,0 1 1,0-1-1,-1 0 1,1 0-1,-1 0 1,0 1-1,0-1 0,0 1 1,-1-1-1,0 1 1,0-1-1,0 1 1,0-1-1,-1 1 1,-1 6-1,0-5 3,-1 0 0,1 0-1,-1-1 1,0 1 0,0-1-1,-1 0 1,0 0 0,0 0 0,0-1-1,-8 8 1,-7 2-6,0 0 0,0-2 0,-2 0 0,1-1 0,-26 9 1,10-6-532,1-3 1,-1 0-1,-53 7 1,-113 6-5136,165-21 3753,-18 6-3983,9 4-3452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05.7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1670 14453,'-1'0'217,"0"1"-1,0 0 0,1 0 0,-1-1 1,0 1-1,0 0 0,0 0 0,1 0 1,-1 0-1,1 0 0,-1 0 0,1 0 1,-1 0-1,1 1 0,-1-1 1,1 0-1,0 0 0,0 0 0,0 0 1,-1 1-1,1-1 0,0 0 0,1 0 1,-1 0-1,0 0 0,0 1 0,0-1 1,1 0-1,-1 0 0,0 0 0,2 2 1,3 13 1430,-5-13-1474,1-1 0,0 0-1,0 1 1,0-1 0,0 0 0,0 0 0,1 0 0,-1 0 0,0 0 0,1 0 0,0 0 0,-1 0-1,1-1 1,0 1 0,0-1 0,4 3 0,0-1 53,0 0 0,1 0 0,-1-1 0,0 0 0,1 0 0,7 1 0,5 0 57,1-1 0,0-1-1,25-2 1,-23-1-197,0-2 0,-1 0-1,1-1 1,-1-2 0,0 0 0,0-1-1,-1-1 1,0-1 0,-1 0-1,0-2 1,0 0 0,-2-1 0,23-22-1,2-4-56,-3-3 0,-1-1 0,62-96 0,-55 73-12,127-216-42,187-566-189,-313 721 130,-45 123 76,1 1 0,-1 0 0,0 0 0,0-1-1,-1 1 1,1-1 0,-1 1 0,1 0 0,-1-1 0,0 1 0,0-1 0,-1 1 0,0-5 0,1 8 8,0 0 0,0 0 0,-1-1 0,1 1 0,0 0 0,0 0 0,-1-1 0,1 1 0,0 0 0,0 0 0,-1 0 0,1 0 0,0 0 0,-1-1 0,1 1 0,0 0 0,-1 0 0,1 0 0,0 0 0,-1 0 0,1 0 0,0 0 0,0 0 0,-1 0 0,1 0 0,0 0 0,-1 0 0,1 0 0,0 0 0,-1 0 0,1 0 0,0 1 0,-1-1 0,1 0 0,0 0 0,0 0 0,-1 1 0,-20 19 67,-188 301 618,151-223-541,-296 540 448,338-603-591,1 1 1,1 0 0,3 0 0,-11 54 0,20-77-4,1 0-1,0 0 1,1 0-1,0 0 0,1 0 1,1 0-1,3 16 1,-2-21 0,-1 0 1,2 0 0,-1 0 0,1 0 0,0-1 0,0 0 0,1 0-1,0 0 1,0 0 0,1-1 0,0 0 0,8 7 0,-4-5-3,0 0 1,1-1-1,0-1 1,0 0 0,1 0-1,-1-1 1,1-1 0,0 0-1,18 3 1,-10-3 1,0-2 1,0 0-1,0-2 0,0 0 0,27-4 1,5-5-6,0-3 1,-1-2 0,76-31 0,32-25 161,-57 24 323,-48 29 499,-63 38-783,-16 12-137,-41 42 0,35-41-1567,-27 38 0,43-52-456,-16 24-4198,21-16-2660,8-10-1099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05.9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69 12205,'29'-35'2244,"-20"21"-400,1-6 2309,-20 32-9702,1-1 1245,2 18-3305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06.3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965 153 10029,'3'-3'440,"0"0"1,0 0-1,-1 0 0,1 0 1,-1 0-1,0-1 0,0 1 1,0-1-1,0 0 0,0 0 1,-1 1-1,0-1 0,1 0 1,-2 0-1,1 0 0,0 0 1,-1-1-1,0 1 0,0-6 1,0 7-216,-1 0 1,0 0-1,0 0 1,0 0-1,0 0 1,0 0-1,0 0 1,-1 0-1,0 1 1,1-1-1,-1 0 0,0 1 1,0-1-1,0 1 1,-1 0-1,1 0 1,0 0-1,-1 0 1,0 0-1,1 1 1,-1-1-1,0 1 1,0-1-1,0 1 1,0 0-1,-5-1 1,-13-2 135,0 1 1,0 0-1,0 2 1,0 0 0,0 2-1,0 0 1,0 1-1,0 2 1,-24 6 0,-16 6 233,-108 47 1,110-36-266,-103 62 0,129-67-281,1 1 0,1 1 1,1 2-1,-36 40 0,59-59-73,1 2 1,-1-1 0,1 1-1,1 0 1,0 0 0,0 0-1,1 1 1,0 0 0,1 0-1,0 0 1,-2 13 0,4-18-13,1 0 0,-1 0 0,1 1 0,1-1 0,-1 0 0,1 0 0,0 0 0,0 0 0,0 1 0,1-2 0,0 1 0,0 0 0,0 0 0,0 0 0,1-1 0,0 0 0,0 1 0,0-1 0,0 0 0,1 0 0,0-1 0,0 1 0,0-1 0,5 4 0,6 2-56,1 0-1,0-1 1,0-1 0,0-1 0,1 0 0,0-1 0,0 0-1,33 3 1,-1-4-117,95-2 0,-91-5 135,-1-2-1,79-18 1,-108 18 44,0-2 0,0 0 0,-1-2 0,0 0 0,-1-2 0,0 0 0,38-28 0,-57 38 19,0-1 0,1 0 1,-1 0-1,0-1 0,0 1 1,0 0-1,0-1 0,0 1 1,-1-1-1,1 0 0,-1 0 1,0 1-1,0-1 0,0 0 0,0 0 1,0 0-1,0 0 0,0-6 1,-2 6 2,1 1 0,-1 0 1,1 0-1,-1-1 0,0 1 0,0 0 1,0 0-1,0 0 0,0 0 1,-1 0-1,1 0 0,0 0 0,-1 0 1,0 0-1,1 1 0,-1-1 1,0 1-1,0-1 0,0 1 0,0 0 1,0-1-1,0 1 0,0 0 1,0 1-1,-1-1 0,-3-1 1,-12-3 13,0 0 0,-1 1 1,1 1-1,-1 1 1,0 0-1,1 2 1,-1 0-1,0 1 1,1 1-1,-1 1 1,1 0-1,-1 1 0,1 1 1,0 1-1,-21 10 1,38-16 17,0 1 1,0-1-1,0 1 1,0-1-1,0 1 1,0-1 0,0 1-1,0-1 1,0 1-1,1 0 1,-1 0-1,0-1 1,0 1-1,1 0 1,-1 0-1,0 0 1,1 0-1,-1 0 1,1 0-1,-1 0 1,1 0 0,-1 0-1,1 0 1,0 0-1,0 0 1,-1 0-1,1 1 1,0-1-1,0 0 1,0 0-1,0 0 1,0 0-1,1 0 1,-1 0-1,0 0 1,0 1-1,1-1 1,-1 0 0,1 0-1,-1 0 1,1 0-1,-1 0 1,1 0-1,-1 0 1,1-1-1,0 1 1,0 0-1,1 1 1,5 5 106,0-1-1,1 0 1,0 0 0,13 7-1,-13-9-122,22 14-276,1-2 0,0-1 0,57 18 0,-23-16-4469,0-6-4878,-18-8-1278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06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515 66 11477,'1'-1'-23,"11"-13"2383,1 0 1,28-21-1,-39 33-1349,-11 19 450,3-11-1205,-252 334 2474,72-124-5757,151-177 1299,-10 10-1151,14-17-3214,17-13-1189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06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25 8381,'-1'0'71,"1"0"0,-1 0 0,1-1 1,-1 1-1,1-1 0,0 1 0,-1 0 0,1-1 1,0 1-1,-1-1 0,1 1 0,0-1 1,-1 1-1,1-1 0,0 1 0,0-1 0,0 0 1,0 1-1,0-1 0,-1 1 0,1-1 0,0 1 1,0-1-1,0 1 0,0-1 0,1 0 1,-1 1-1,0-1 0,0 1 0,0-1 0,0 1 1,1-1-1,-1 1 0,0-1 0,0 1 0,1-1 1,-1 1-1,0-1 0,1 1 0,-1-1 1,0 1-1,1 0 0,-1-1 0,1 1 0,-1 0 1,1-1-1,-1 1 0,1 0 0,-1 0 0,1-1 1,-1 1-1,1 0 0,-1 0 0,1 0 1,-1 0-1,1 0 0,0 0 0,-1 0 0,1 0 1,0 0-1,42-2 2225,7 7 57,79 19-1,-73-13-1088,-12-3-202,-27-7-614,0 2 0,0 0 0,-1 1 0,1 1 0,-1 1 0,0 0 0,26 14 0,-37-17-288,40 31 914,-42-31-996,0-1 0,-1 0 1,0 1-1,0 0 0,1 0 1,-2-1-1,1 1 0,0 0 1,-1 0-1,1 1 0,-1-1 1,0 0-1,0 0 0,0 1 1,0-1-1,0 5 0,-3 6-18,0 1-1,0-1 0,-1 0 1,-1 0-1,-1 0 0,0-1 1,0 0-1,-1 0 1,-10 16-1,-4 10-1360,14-25-940,1 0 0,1 1 0,-3 15 1,5-20 214,1 10-3246,11-9-2977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06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0 123 6873,'73'-57'684,"-35"34"-676,-3 3-996,6 6-945,7 5 273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07.1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89 9589,'-17'27'2222,"-2"-1"1,0 0-1,-2-2 1,-30 30-1,34-39-1260,1 0 0,0 2-1,1 0 1,1 0 0,1 2 0,0-1 0,-9 21-1,21-37-933,1 0 0,0 0-1,-1 0 1,1 0 0,0 0-1,0 0 1,0 0 0,1 0 0,-1 0-1,0 0 1,1 0 0,-1 0-1,1-1 1,0 1 0,-1 0 0,1 0-1,0 0 1,0-1 0,0 1-1,1-1 1,-1 1 0,0-1-1,0 1 1,1-1 0,-1 1 0,1-1-1,-1 0 1,3 1 0,5 2 5,0-1-1,0-1 1,0 0 0,1 0 0,-1-1 0,0 0 0,1 0 0,-1-1 0,12-1 0,1-1 14,1-1 1,37-10-1,-46 8-34,-1 1-1,0-2 1,0 1 0,0-2 0,-1 0-1,0 0 1,0-1 0,-1-1-1,0 0 1,-1 0 0,1-1-1,-2 0 1,11-15 0,-14 17-46,0-1 0,-1 0 0,0 0 0,-1 0 0,0-1 0,0 1 0,-1-1 0,0 0 0,-1 0 0,0 0 0,-1 0 0,0 0 0,0-1 0,-1 1 0,-1 0 0,0 0 0,0-1 0,-5-17 0,4 21-184,-1-1 1,0 1-1,0 1 1,0-1-1,-1 0 1,0 1-1,0 0 1,-1 0-1,0 0 1,0 1-1,0-1 1,-1 1-1,0 0 1,0 1-1,0-1 1,-8-3-1,8 4-423,-1 1 1,-1 0-1,1 0 1,0 1-1,-1 0 0,0 0 1,1 0-1,-1 1 0,-12 0 1,-27 2-7363,27 1-156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07.5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7465,'25'-4'372,"39"-6"11143,-61 9-10648,1 1-65,33 0 464,-35 2-1163,0-1-1,0 0 1,0 1-1,0 0 1,0-1-1,0 1 1,-1 0-1,1 0 1,-1 0-1,1 0 1,-1 0-1,2 4 1,-2-4 61,1 0-96,-1 1-1,1 0 0,-1-1 1,0 1-1,1 0 0,-1 0 1,0 0-1,-1-1 0,1 1 1,-1 0-1,1 0 1,-1 0-1,0 1 0,0-1 1,0 0-1,0 0 0,-1 0 1,1 0-1,-1 0 0,0 0 1,1-1-1,-2 1 1,-1 5-1,-3 2 15,-1 0 0,0 0 0,0-1-1,-17 16 1,4-4 64,11-12 108,-1 0 0,0-1 0,-1 0 1,0 0-1,-14 7 0,22-14 520,60-3 60,61-11-1,34-2-36,-134 15-724,0 0 0,0 1-1,0 1 1,-1 1-1,1 0 1,-1 2 0,1 0-1,-1 0 1,-1 2-1,1 0 1,-1 1-1,-1 1 1,16 10 0,-19-7-1060,-1-1 1,-1 1 0,19 27 0,-6-7-2911,-17-24 2323,9 10-2546,-4-8-1698,2-2-3580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07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27 7773,'-22'-6'11501,"38"0"-11341,3 0-484,0 1-2725,0 2-1647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12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736 652 12797,'2'-5'520,"-1"-1"0,0 0-1,0 1 1,-1-1 0,0 1 0,0-1-1,0 0 1,-1 1 0,1-1 0,-1 0-1,-3-8 1,3 11-355,0 1 0,1-1-1,-1 1 1,-1-1 0,1 1-1,0 0 1,0 0 0,-1-1-1,0 1 1,1 0 0,-1 0-1,0 0 1,0 1 0,0-1 0,0 0-1,0 1 1,0-1 0,-1 1-1,1 0 1,0 0 0,-1 0-1,1 0 1,-1 0 0,1 0-1,-1 0 1,-2 1 0,-15-1 208,0 1 1,0 1-1,0 0 1,0 2-1,0 0 1,0 2-1,-24 8 0,9 0-121,1 2-1,1 2 1,-42 27 0,-83 67 200,130-89-770,1 1 0,2 1 1,-41 50-1,64-71 219,0 0-1,0-1 1,0 1 0,0 0 0,1 0 0,0 0 0,-1 0-1,1 1 1,-1 3 0,2-6 70,0 0-1,0 0 1,0 0 0,0-1-1,0 1 1,0 0 0,0 0-1,0 0 1,1 0 0,-1 0-1,0 0 1,0-1 0,1 1-1,-1 0 1,0 0 0,1 0-1,-1-1 1,1 1 0,-1 0-1,1-1 1,0 1 0,-1 0 0,2 0-1,1 0 2,0 1 0,0-1 0,0 0 0,0-1 0,0 1 0,1-1 0,-1 1 1,0-1-1,0 0 0,1 0 0,-1 0 0,0 0 0,0-1 0,0 1 0,1-1 0,-1 0 0,5-2 0,56-20-238,75-37 0,60-22 487,-185 78-153,1 1 0,-1 0-1,1 1 1,0 0 0,0 2 0,0-1-1,0 2 1,28 4 0,-18 0 48,0 1 1,0 2-1,-1 0 0,29 15 1,-35-15-176,0-1 0,1 0 0,-1-1 0,1-1 0,0-1 1,1-1-1,-1-1 0,1 0 0,-1-1 0,1-1 0,-1-1 0,1-1 1,-1-1-1,0 0 0,0-2 0,0 0 0,33-14 0,-1-2-218,-1-3 0,85-54-1,79-83 43,-170 123 609,-2-2 0,63-76 0,-86 92 1,-2-2 0,-1 1 0,0-2 0,-2 0 0,-2-1 0,18-54 0,-6-8 1132,-24 89-1461,0-1-1,0 1 0,0 0 0,0-1 1,0 1-1,0 0 0,-1 0 1,1-1-1,0 1 0,-1 0 0,1 0 1,-1-1-1,0 1 0,1 0 1,-1 0-1,0 0 0,0 0 0,0 0 1,1 0-1,-3-1 0,1 0 108,-1 5-114,1 0-1,-1 1 0,0-1 0,1 1 0,-1 0 0,1-1 0,0 1 1,1 0-1,-1 0 0,-1 8 0,-1-2 14,-20 56-70,4 2-1,-22 126 1,-11 42-4581,48-215 3005,1 1 0,-3 38 1,1-6-7100,5-28-236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12.3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0 159 10781,'5'-6'393,"0"0"0,1 1 1,-1 0-1,1 0 0,0 0 0,1 0 1,-1 1-1,1 0 0,0 1 0,0-1 1,0 1-1,0 1 0,1-1 0,-1 1 1,15-2-1,20 2 708,-1 3 1,82 9-1,-76-4-643,-8-3-165,-22-3-160,0 2 0,-1 0-1,1 1 1,0 0 0,20 8 0,-36-10-122,1-1 0,0 1 0,-1-1 0,1 1 0,-1 0 0,1 0 0,-1-1 0,1 1 0,-1 0 0,0 1 0,1-1 0,-1 0 0,0 0 0,0 0 0,0 1 0,0-1 0,0 0 0,0 1 0,0-1 0,-1 1 0,1-1 0,0 1 0,-1 0 0,1-1 0,-1 1 0,1 0 0,-1-1 0,0 1 0,0 0 0,0-1 0,0 1 0,0 0 0,-1 2 0,0 1 1,-1-1 1,0 0-1,0 1 0,0-1 0,-1 0 0,1-1 0,-1 1 1,0 0-1,0-1 0,-1 1 0,-6 4 0,-9 7 24,-2-1 0,-25 14 0,-21 14 38,63-39-68,-1 0 1,-1 0 0,1 0-1,0-1 1,-1 1 0,-8 1-1,1 1-8,9-4-18,19-20 46,17-16-20,59-50-1,-7 7 75,-56 51 317,1 1 0,60-42 1,-85 66-310,0-1 0,0 1 1,0 0-1,1 0 1,-1 1-1,1-1 1,-1 1-1,7-2 1,-9 3-65,-1 0 1,0 0 0,1 0 0,-1 0 0,0 1 0,1-1 0,-1 0 0,0 1 0,0-1-1,1 1 1,-1-1 0,0 1 0,0-1 0,1 1 0,-1 0 0,0 0 0,0-1 0,0 1 0,0 0-1,0 0 1,0 0 0,-1 0 0,1 0 0,0 0 0,0 1 0,-1-1 0,1 0 0,0 0-1,0 2 1,2 6 31,-1-1 0,1 1 0,-1-1 0,-1 1 0,0 0 0,0 0 0,0 0 0,-1 0 0,-2 15 1,-3 7-83,-13 46 0,9-41-201,-53 176-2701,48-170 1994,-15 50-2397,-4 12-5225,24-67 1505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12.6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7 14069,'-5'-4'1509,"7"2"-284,15 2 520,26 3-12,95 9 614,-53-6-1718,-50-2-407,38 9 1,-61-10-227,-1-1 1,0 2-1,-1 0 0,1 0 0,-1 0 1,0 2-1,11 6 0,-20-12-8,0 1-1,0 0 1,0 0-1,0 0 1,0 0-1,0 0 1,0 0-1,0 0 1,0 0-1,0 1 1,-1-1-1,1 0 1,0 0-1,-1 1 1,1-1-1,-1 0 1,0 1-1,1-1 1,-1 1-1,0-1 1,0 1 0,0 2-1,0-2-10,-1 0 0,1 0 0,-1 0 0,0 0 0,0 0 0,0 0 1,0 0-1,-1 0 0,1 0 0,0 0 0,-1-1 0,1 1 0,-3 1 0,-5 5-165,-1 0 1,0-1-1,-1-1 1,-11 6-1,20-11 159,-51 24-2151,-2-3 0,-69 18-1,36-12-3801,41-9-608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14.3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3935 394 4872,'2'-1'111,"-1"-1"0,0 1 0,0-1 0,0 0 0,0 0 0,0 0 0,-1 1 0,1-1 0,0 0 0,-1 0 0,1 0 0,-1 0-1,0 0 1,0 0 0,0 0 0,0 0 0,0 0 0,0 0 0,0 0 0,-1-3 0,-1 3 71,1 0 0,-1-1-1,1 1 1,-1 0 0,0 0 0,0 0 0,0 0-1,0 1 1,0-1 0,0 1 0,-1-1 0,1 1 0,0 0-1,-1-1 1,1 1 0,-4 0 0,-11-7 740,0-1 1,-23-16-1,5 2 39,-27-11-251,-2 2 1,-1 3-1,-2 3 1,0 3 0,-74-15-1,13 12-141,-246-18 0,219 38-271,0 7 0,0 6 0,0 7 1,-159 36-1,184-21-98,0 6-1,3 5 1,1 6 0,3 6 0,-121 68-1,147-63-89,2 5 1,3 3-1,3 4 0,3 4 0,-133 145 0,171-160-37,3 1 1,-65 111-1,87-128-46,2 2 0,1 0 0,3 1 1,1 1-1,-11 59 0,22-77-16,2 0 0,1 0-1,1 0 1,2 0 0,0 0 0,2 0 0,1 0 0,1 0 0,2-1 0,0 0 0,2 0-1,1 0 1,1-1 0,2-1 0,0 0 0,1-1 0,2 0 0,0-2 0,2 1 0,0-2-1,2-1 1,0 0 0,30 23 0,-3-9 2,1-3-1,2-1 1,0-2-1,2-3 1,1-2 0,1-2-1,0-3 1,2-2-1,88 13 1,-25-13 0,-1-6 1,2-5 0,193-16-1,-73-16-2,-1-10 0,-1-10 0,-3-10-1,371-144 1,-450 138-19,-3-8 1,223-139-1,-274 143-9,-3-5 1,-4-4 0,-3-4 0,104-116-1,-166 161 13,-1 0 0,-1-2-1,-3-1 1,0-1 0,36-84-1,-53 104 0,-1-1 0,-1-1 0,0 1 0,-2-1 0,-1 0-1,0 0 1,-1 0 0,-2 0 0,0 0 0,-1-1 0,-1 1-1,-1 0 1,-1 0 0,-1 1 0,-8-23 0,3 18-2,-2 0 0,-1 1 0,-1 0 0,-1 1 0,-1 1 0,-1 0 0,-1 1 0,0 1 0,-2 0 0,0 2 0,-1 0 0,-1 2 0,-1 0 0,-36-18 0,2 6-25,0 2 0,-2 3 0,-1 2 0,-1 3 1,-76-12-1,11 8-212,-2 6 0,1 5 0,-212 9-1,235 10-1132,-152 32 0,172-21-1160,2 4 1,-94 40-1,25 7-6279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15.3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29 6661,'-19'-22'18243,"14"18"-17914,0 2 978,3 5-832,-1 3-312,0 0 1,0 0-1,0 0 0,1 1 1,0-1-1,1 1 0,-1 0 0,0 12 1,2 60 388,1-37-241,0 20-5,2 0 1,3 0-1,25 107 0,-23-136-249,2-1 1,2 0-1,0-1 0,2 0 1,2-1-1,1-1 0,1 0 1,32 39-1,-27-41-145,2-2 0,0 0 0,2-2 0,1-1 0,0-1 0,2-1 0,0-2 0,1-1 0,1-1 0,0-2 0,2-1 0,-1-2 0,1-1 0,55 9 0,-9-7-758,0-4-1,0-4 1,0-2-1,0-5 1,108-16-1,-109 5-2171,-1-3-1,143-52 1,-149 43-1965,-2 5-2685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15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249 1 13685,'-10'9'606,"-16"18"1308,25-26-1729,1 1 0,-1-1 0,0 0-1,1 1 1,-1-1 0,1 1 0,-1-1 0,1 1 0,-1-1 0,1 1-1,0-1 1,0 1 0,0-1 0,0 1 0,0 0 0,0-1 0,0 1-1,1-1 1,-1 1 0,1-1 0,0 3 0,10 23 1516,-5-12-1086,0-1 0,1 1 0,0-1 0,1-1 0,12 16 0,15 14 136,2 2-112,-2 1-1,38 66 1,-64-96-603,-1 0 0,-1 1 0,0-1 0,-1 2 1,-1-1-1,-1 1 0,0-1 0,-2 1 0,0 0 1,0 1-1,-3 30 0,-2-22-191,-2-1 0,-1 0 1,-1-1-1,-1 1 0,-1-1 0,-1-1 1,-2 0-1,0 0 0,-26 36 0,9-21-755,-2 0 1,-1-3-1,-2 0 0,-52 41 0,11-25-1765,52-37-1387,-37 30 1,31-14-4824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16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458 26 8521,'0'1'124,"1"-1"-1,-1 0 1,0 1 0,1-1 0,-1 0 0,1 0 0,-1 0 0,1 1-1,-1-1 1,1 0 0,-1 0 0,0 0 0,1 0 0,-1 0-1,1 0 1,-1 0 0,1 0 0,-1 0 0,1 0 0,-1 0-1,1 0 1,-1 0 0,1 0 0,-1 0 0,1-1 0,-1 1-1,0 0 1,1 0 0,-1 0 0,1-1 0,-1 1 0,0 0 0,1-1-1,0 0 1,-7-14 4300,2 6 1760,1 9-4586,0 1-1420,0 0-1,1 0 1,-1 0 0,0 0-1,1 0 1,-1 1 0,1-1-1,-1 1 1,1-1 0,0 1-1,-1 0 1,1 0 0,0 0-1,0 1 1,1-1 0,-1 0 0,0 1-1,1-1 1,-3 5 0,-2 7 374,-1 1 1,-5 24 0,4-15 33,-79 273 1489,-32 92-2242,21-111-4023,67-184-768,2-1-3584,13-38-3551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16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0 12113,'0'0'8532,"2"3"-7939,15 16-212,1-1 1,0-1 0,32 24-1,359 282 529,-399-313-901,0 0 0,0 0 0,-1 0 0,-1 1 1,0 1-1,0 0 0,-1 0 0,0 0 1,4 14-1,-8-19-5,-1 0 1,0 1 0,0-1 0,-1 1-1,0-1 1,0 1 0,-1-1 0,0 1-1,0 0 1,-1-1 0,0 1-1,0-1 1,-1 1 0,0-1 0,0 1-1,-1-1 1,0 0 0,-5 9 0,-3 2-20,-1 0 0,-1 0 0,-1-1 0,-1-1 0,0 0 0,-1-1 0,0-1 0,-22 14 0,-24 12-548,-71 35 0,13-8-1380,10 6-3031,77-51 1664,-29 20-6074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18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385 111 6249,'-24'-3'1436,"19"3"1303,6-6-1613,0 0 0,0 0-1,0 0 1,1 0 0,3-9-1,-2 10-98,-2 0-1,1-1 0,0 1 1,-1 0-1,0-1 0,0 0 1,0-5-1,-4 9-742,1 0 1,-1 1-1,1-1 1,-1 1-1,1 0 1,-1 0-1,0 0 1,0 0-1,-4-1 1,4 3-176,2-1-80,0 1 0,0-1-1,0 1 1,0-1 0,0 1-1,0-1 1,0 1 0,0 0 0,0-1-1,0 1 1,0 0 0,0 0-1,1-1 1,-1 1 0,0 0 0,1 0-1,-1 0 1,1 0 0,-1 0-1,1 0 1,-1 0 0,1 0 0,0 0-1,-1 0 1,1 0 0,0 1-1,0-1 1,0 0 0,0 0 0,0 0-1,0 2 1,-2 29 537,1-14-277,0 0 0,-2 0 0,0 0 0,-6 20 0,-97 247 662,24-96-3918,37-86-2016,1 1-3414,15-32-4496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19.1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754 27 14189,'-5'-4'445,"0"1"-1,0 0 1,-1 0-1,1 1 1,-1-1-1,0 1 1,0 1-1,1-1 1,-1 1-1,0 0 1,0 0-1,-1 1 1,1 0-1,0 0 1,-8 1-1,-7 1-91,0 2-1,0 0 0,1 1 1,-36 15-1,-77 42 438,59-23-629,-51 37-57,99-58-243,1 0 1,1 2 0,1 1-1,-24 26 1,29-28-77,16-17 160,0 0-1,0 1 1,0-1 0,1 1 0,-1-1 0,0 1-1,1 0 1,0 0 0,0 0 0,-2 5 0,3-7 35,0-1-1,0 1 1,0 0 0,0 0 0,0 0 0,0-1 0,0 1 0,0 0 0,0 0 0,0 0-1,1 0 1,-1-1 0,0 1 0,0 0 0,1 0 0,-1-1 0,0 1 0,1 0 0,-1-1 0,1 1-1,-1 0 1,1-1 0,-1 1 0,1 0 0,0-1 0,-1 1 0,1-1 0,0 0 0,-1 1 0,1-1-1,0 1 1,0-1 0,-1 0 0,1 1 0,0-1 0,0 0 0,0 0 0,-1 0 0,1 0-1,0 0 1,1 0 0,12 1-79,0-1-1,0-1 1,0-1-1,0 0 1,0 0-1,21-8 1,84-33-116,-97 34 185,338-149 39,-347 151-11,1 1 0,-1 1 0,1 0 0,0 1 0,0 0 0,1 1 0,20-2 0,-34 6 2,-1-1 1,1 0 0,0 0-1,0 1 1,0-1 0,0 0-1,0 1 1,0-1 0,-1 1-1,1-1 1,0 1 0,0-1-1,-1 1 1,1 0 0,0-1 0,-1 1-1,1 0 1,0 0 0,-1-1-1,1 1 1,-1 0 0,0 0-1,1 0 1,-1 0 0,0 0-1,1 1 1,3 21-159,-4-18 92,1 0 1,-1-1-1,1 1 0,0 0 0,0 0 1,0-1-1,1 1 0,-1-1 1,1 1-1,0-1 0,1 0 0,4 8 1,-5-9 60,0-1 1,0 0-1,0-1 1,0 1-1,0 0 1,0 0 0,0-1-1,0 1 1,1-1-1,-1 0 1,1 0-1,-1 0 1,1 0 0,-1 0-1,1 0 1,0-1-1,-1 1 1,1-1-1,0 0 1,-1 0 0,1 0-1,0 0 1,0 0-1,4-2 1,0 1 16,3-1 169,0 0 1,-1 0 0,1-1 0,0-1 0,12-6 0,38-17 756,-41 20-636,-17 6-272,-1 0-1,1 1 1,-1-1 0,1 1 0,-1-1 0,1 1 0,-1-1 0,1 1 0,0 0 0,-1 0 0,1 0 0,-1 0-1,1 0 1,0 0 0,-1 0 0,1 0 0,-1 1 0,1-1 0,0 1 0,1 0 0,-2 0-20,0 0 1,0 0 0,0 0 0,0 0-1,0 0 1,-1 1 0,1-1 0,0 0-1,-1 0 1,1 1 0,-1-1 0,1 0 0,-1 0-1,0 1 1,0-1 0,1 0 0,-1 1-1,0-1 1,0 2 0,-1 8-8,-1 1 0,1-1 0,-2 0 0,-4 16 0,5-21 20,-16 51-66,-2-1-1,-3-2 1,-2 0-1,-2-1 0,-3-2 1,-44 58-1,38-66-127,-2-1 1,-1-3-1,-2-1 0,-52 37 0,-37 7-45,120-74-393,14-8-1543,17-12-56,61-47-4722,-30 23 258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19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 12433,'7'5'1724,"2"-22"-324,7 14-295,3-2-269,0 2-588,0 3-488,10 0-688,18 8-389,-24-5-487,11 3-2092,5-3-2681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20.9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0 13221,'2'3'300,"0"1"0,-1-1-1,0 0 1,1 0-1,-1 1 1,-1-1 0,1 1-1,0-1 1,-1 0 0,0 1-1,1-1 1,-1 1 0,-1 0-1,0 5 1,-14 53 2521,10-44-2117,-39 128 3310,1 13-2138,-2 5-1716,25-65-1675,-6 23-3097,6-43-4576,16-56 196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21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0 155 13073,'22'-28'2048,"23"13"-407,-10-5-325,16 6-328,2 0-224,5-1-56,5 7-324,13-1-436,7-2-448,3-1-584,3 7-636,-4 2-493,-9 11-2247,1 7-3449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21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58 204 9949,'-57'0'6256,"79"3"-4799,4-1-313,12-7-280,32-7-188,-1-5-240,20-3-668,3-3-412,16 0-748,10-11-652,9 0-2793,-3-6-3812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21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 13 9385,'13'-13'2906,"-14"23"1404,-8 15-893,2-11-4252,-65 129 3189,-15 33-1229,75-150-1019,3 1 0,0 0 0,1 1 0,-6 46-1,14-69-101,0 0-1,0 0 0,0 1 0,0-1 0,1 0 0,0 0 0,0 0 0,0 0 0,1 0 0,0 0 1,-1 0-1,2-1 0,-1 1 0,1 0 0,-1-1 0,7 8 0,-7-10-3,1 1 0,-1-1 0,1 0 0,-1 0 0,1 0 0,-1 0 0,1 0 0,0-1 0,0 1 0,0-1 0,0 0 0,0 1 0,0-1 0,1-1 0,-1 1 0,0 0 0,0-1 0,1 0 0,-1 0 0,0 0 0,0 0 0,1 0 0,-1-1 0,0 1 0,6-3 0,2 0 2,-1-1 1,1 0-1,-1 0 0,0-1 1,-1-1-1,1 0 0,-1 0 1,13-12-1,-18 14-4,0-1 0,-1 1 0,1-1-1,-1 0 1,0 0 0,-1 0 0,1-1 0,-1 1 0,0-1 0,0 1 0,-1-1 0,1 0-1,-1 1 1,-1-1 0,1 0 0,-1 0 0,0 0 0,-1-9 0,-2-3-89,0-1 1,-2 0-1,0 1 0,-1 0 1,-1 0-1,0 0 0,-2 1 1,0 0-1,-1 1 0,-20-27 1,8 14-1521,-40-38-1,-29-12-7020,75 68 1243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21.8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1159 127 10085,'3'-3'415,"-1"0"0,0 0-1,0-1 1,0 1 0,-1-1 0,1 1 0,-1-1 0,1 1-1,-1-1 1,0 0 0,-1 0 0,1 1 0,-1-1-1,1 0 1,-1 0 0,0 0 0,-1 0 0,1 1 0,-1-1-1,1 0 1,-1 0 0,-2-5 0,1 1 70,2 7-406,-1 0 0,1 0 1,-1 0-1,1 0 1,-1 1-1,0-1 1,0 0-1,1 0 1,-1 1-1,0-1 0,0 0 1,0 1-1,0-1 1,0 1-1,1-1 1,-1 1-1,0 0 1,-2-1-1,0-1 157,-1 0-99,0 0-1,0 0 1,0 1 0,0-1 0,0 1-1,0 0 1,-1 0 0,1 0 0,0 0-1,-1 1 1,1 0 0,-1 0-1,1 0 1,-9 2 0,6-1 47,-1 2 1,1-1 0,-1 1-1,1 0 1,0 0-1,0 1 1,-10 7 0,1 1 63,2 0 1,0 1 0,0 1-1,2 0 1,-17 23 0,13-15-105,2 1 0,1 1 0,1 1 1,1 0-1,-15 52 0,-13 127-107,24-107-503,11-74 343,-1-1 1,-1 0-1,-2 0 1,0 0-1,-1-1 1,0 0 0,-2-1-1,-1 0 1,0-1-1,-19 22 1,13-21-78,-1-1 0,-1 0 1,-1-2-1,0 0 0,-1-1 1,-1-1-1,0-2 0,-35 16 1,-8 0-1574,-105 31 0,133-50-1462,0-2 0,-50 4 0,61-11-4698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22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3419 88 9701,'-47'-19'571,"21"7"-48,-1 2-1,0 1 1,0 1-1,-40-6 1,-5 6 294,0 3 0,0 2 0,0 4 0,0 3 0,0 4 0,-137 31 0,27 11 311,-252 106-1,209-62-322,5 10 0,-347 221 0,479-264-597,2 4 1,4 3-1,2 4 0,4 4 1,3 2-1,4 4 0,3 3 1,-64 108-1,103-147-141,1 1 1,3 1-1,2 1 1,3 1-1,1 0 1,2 2-1,-12 89 0,24-113-45,2-1-1,1 0 1,1 1-1,1-1 0,2 0 1,0 0-1,10 29 1,-7-34-20,1-1 0,1 0 0,1-1-1,1 0 1,0 0 0,2-1 0,0-1 0,1 0 0,25 24 0,-8-15-56,1 0 1,2-2-1,1-2 0,0-1 0,2-2 1,0-1-1,1-2 0,61 18 0,-11-9-98,2-5 0,168 19 0,-48-24 56,0-10-1,0-8 1,246-36-1,-191-2 37,-1-11 1,271-91-1,-354 83 33,-3-8 0,-2-8 1,-4-7-1,314-205 0,-408 231 6,125-116-1,-167 136 8,-2-1-1,-1-2 1,-2-1 0,-2-2-1,25-46 1,-45 71-13,-1-1-1,0 0 1,-1-1-1,-1 1 1,-1-1 0,-1-1-1,-1 1 1,0-1 0,-1 1-1,-1-24 1,-2 29-22,-1-1 0,0 0 0,-1 1 0,0-1 0,-1 1 0,-1 0 0,0 0 0,-1 1 0,-1-1 0,0 1 0,-1 1 0,0-1 0,0 1 0,-11-10 0,-1 1-144,-1 1-1,0 1 0,-1 2 0,-1 0 0,-38-21 1,21 17-222,0 3 1,-84-28 0,36 23-514,-2 4-1,-164-13 1,99 26-953,-1 6-1,-179 25 1,128 2-1895,16 16-1705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22.8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1 8193,'0'0'4997,"-1"3"-3448,-12 35 788,4-12-854,2-1-1,-9 45 1,15-60-1230,0 1 0,1-1-1,0 0 1,1 1 0,0-1-1,1 1 1,0-1 0,0 0-1,1 0 1,6 15 0,0-7-58,1 0 1,1 0-1,1-1 1,0-1 0,1 0-1,1-1 1,0 0 0,1-1-1,1 0 1,29 18 0,7 1 40,1-2 0,73 30 0,41 9-582,349 94 0,193-30-4577,-459-106 589,-142-20-3339,-86-6 1115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23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569 304 10481,'-21'-40'4265,"20"39"-4103,1 0 0,0 0-1,-1 0 1,1 0 0,-1 1 0,1-1 0,-1 0-1,0 0 1,1 1 0,-1-1 0,0 0 0,1 1 0,-1-1-1,0 0 1,0 1 0,1-1 0,-1 1 0,0 0-1,0-1 1,0 1 0,0 0 0,0-1 0,0 1-1,0 0 1,0 0 0,0 0 0,0 0 0,1 0-1,-1 0 1,0 0 0,0 0 0,0 0 0,0 0 0,0 0-1,0 1 1,0-1 0,0 0 0,0 1 0,0-1-1,-1 2 1,-2 0 120,-1 1-1,1 0 0,0 0 0,0 0 1,-6 7-1,-20 26 451,1 1 0,2 2 0,-41 75 1,18-27-315,-139 226 346,151-255-659,21-34 21,-16 32 0,31-53-79,6-4-43,0-1 0,0 1-1,-1-1 1,1-1 0,-1 1-1,0 0 1,1-1 0,-1 1-1,0-1 1,4-5 0,-1 2-5,30-30 14,-2-1 1,31-45 0,-12 15-15,161-210-112,92-107-117,-298 375 218,7-9 63,1 2 0,1 0 1,0 1-1,20-14 0,-33 26-3,0 1-1,0-1 0,0 1 1,0 0-1,0 0 0,1 0 1,-1 1-1,1-1 0,-1 1 1,1 0-1,0 1 0,-1-1 1,1 1-1,0-1 0,-1 2 1,1-1-1,0 0 1,0 1-1,-1 0 0,1 0 1,-1 0-1,1 1 0,-1-1 1,0 1-1,1 0 0,3 3 1,-1 1 50,0 0 0,0 1 1,0-1-1,-1 1 0,0 1 1,-1-1-1,1 1 0,-1 0 1,-1 0-1,0 0 0,0 1 1,0 0-1,-1 0 0,2 10 1,3 15 260,-1 1 0,3 50 0,-4 19 100,-5 0 0,-17 149 0,-58 204-467,-12-107-2633,18-86-5253,65-250 6925,-3 15-1480,6-7-3447,2-2-4035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23.9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29 229 13881,'-24'-33'2430,"19"26"3380,7 8-5611,-1 1 0,1-1-1,-1 1 1,1-1-1,0 0 1,0 0-1,-1 0 1,1 0 0,0 0-1,3 1 1,-2-1 16,14 6 104,1-1 0,0-1 0,0-1 0,26 4 0,83 3-169,-74-7-376,580 14-5642,-147-44 417,-406 15 5372,-1-2 1,-1-5-1,0-2 1,79-33-1,-108 31 1835,0-2 0,70-46 0,-108 62-759,-10 6 221,-3 4 102,-11 6-907,0 1 1,1 0-1,1 1 1,0 0-1,0 1 0,1 0 1,0 1-1,-9 14 1,-64 110 614,78-127-928,-44 90-1435,-41 117-1,37-82-5359,37-90 679,5-1-3598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24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8561,'38'0'1297,"1"1"0,-1 2 0,0 2 0,0 1 0,55 17 0,-39-6-532,0 3-1,-1 2 1,51 29-1,-90-43-645,0 0 0,0 1-1,0 1 1,-1 0 0,-1 0 0,13 14 0,-22-21-102,-1 0 0,1 1 0,-1-1 0,1 1 0,-1-1 1,0 1-1,0 0 0,-1 0 0,1 0 0,-1 0 0,0 0 1,0 0-1,0 0 0,0 0 0,-1 0 0,0 1 0,0-1 1,0 0-1,0 0 0,-1 0 0,1 1 0,-1-1 1,0 0-1,-1 0 0,1 0 0,-1 0 0,1 0 0,-5 5 1,-6 10 33,0-1 1,-2 0 0,0-1-1,-1-1 1,-1 0-1,-32 25 1,-120 70-69,84-59-463,48-28-143,-87 60-2248,103-69-293,-31 33 1,19-7-4627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24.4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702 1 14161,'-5'0'395,"0"0"-1,0 1 1,0-1-1,0 1 1,0 1-1,0-1 1,0 1-1,1-1 1,-1 2-1,0-1 1,1 0-1,0 1 1,0 0-1,0 0 1,0 0-1,0 0 1,-5 6-1,-8 9 1053,1 1-1,-17 25 0,32-43-1384,-299 486 5230,279-449-5345,-32 58-2590,-48 121 1,63-110-2010,15-34-1416,12-46-371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24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10 730 4836,'13'-50'378,"-2"6"279,2 1 1,22-52 0,-8 34 1684,64-105 1,-74 141-1822,1 0-1,1 2 1,2 0-1,0 1 1,1 1-1,32-23 0,-36 31-95,0 0 0,1 2 0,0 0-1,1 1 1,25-8 0,-38 15-286,1 1 0,0 0-1,0 0 1,0 1 0,-1 0 0,1 0 0,0 1-1,0 0 1,0 1 0,0-1 0,0 2 0,0-1-1,0 1 1,0 0 0,-1 0 0,1 1 0,11 6 0,-16-7-100,0 0 1,0 0-1,0 0 1,-1 0-1,1 0 1,-1 1-1,1-1 1,-1 1-1,0-1 1,0 1-1,0 0 1,0 0-1,-1 0 1,1 0-1,-1 0 1,1 0 0,-1 0-1,0 1 1,-1-1-1,1 0 1,0 1-1,-1-1 1,0 1-1,0-1 1,0 0-1,0 1 1,-1-1-1,1 1 1,-1-1-1,0 0 1,0 1-1,0-1 1,-2 4 0,-3 8 51,-2 0 0,0 0 0,0-1 0,-2 0 0,-16 20 0,-9 6 79,-1-3-1,-66 54 1,-92 53-172,121-96-632,-24 18-864,83-55-262,1-1 0,1 2 0,0 0 0,-17 22 0,15-11-7284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24.9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740 9 12261,'-66'-8'5470,"62"8"-4197,-1 0-268,-14 3-576,0 1 0,1 0 0,0 1 0,0 2 0,0-1 0,1 2 0,0 0 0,0 2 0,1-1 0,-17 15 0,10-8-108,2 1 0,0 1 1,1 1-1,1 1 0,-26 35 1,36-42-257,0 1 0,1-1 1,1 2-1,0-1 0,1 1 1,1 0-1,0 0 0,1 1 0,0 0 1,2-1-1,-2 18 0,4-11-14,0 1 1,2-1-1,0 1 0,1-1 1,13 43-1,49 100-214,-1-1-573,-61-155 679,0 0 0,-1 0 0,0 1 0,0-1 1,-1 1-1,0 0 0,0-1 0,-1 1 0,-1-1 0,0 1 1,0 0-1,-1-1 0,0 0 0,0 1 0,-1-1 0,0 0 1,-1 0-1,0 0 0,-1-1 0,1 0 0,-2 1 0,1-2 1,-10 12-1,2-6-165,0 0 0,0-1 0,-1-1 0,0 0 0,-29 15 0,-82 33-3339,32-18-5925,76-32 1365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25.1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287 1 11705,'0'0'2305,"-3"1"-238,-5 3-1529,1 0-1,0 1 0,0 0 0,0 0 0,1 0 0,0 1 1,0 0-1,0 0 0,1 0 0,-1 1 0,-4 10 0,-6 10 155,-21 52-1,15-30 52,7-15-773,2 0 0,-16 66 1,-4 75-3560,15-71-1103,11-76 2828,-1 1-3337,4-5-1029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25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7 184 8069,'1'-4'286,"-1"1"1,1 0-1,-1-1 0,0 1 1,0-1-1,0 1 1,0 0-1,-1-1 1,1 1-1,-1 0 1,0-1-1,-2-5 0,2 7-97,1 1-1,0-1 0,-1 0 0,1 0 0,0 0 0,0 0 0,-1 0 0,2 0 0,-1 0 0,0 1 1,0-1-1,0 0 0,1 0 0,-1 0 0,1 0 0,0 1 0,0-1 0,-1 0 0,2-1 1,1-1 70,-1 1 1,1 0-1,0 0 1,-1 1 0,1-1-1,0 0 1,1 1 0,5-4-1,5-1 176,0 1 0,0 0 0,27-6 0,-3 3 214,55-4-1,-57 9-387,-26 2-173,1 1 0,-1 1 0,1-1-1,-1 2 1,1-1 0,-1 2 0,12 1 0,-19-2-70,-1 0 1,1 0-1,0 0 1,0 0 0,-1 1-1,1-1 1,-1 0-1,1 1 1,-1 0-1,0 0 1,0 0-1,1 0 1,-1 0 0,-1 0-1,1 0 1,0 1-1,0-1 1,-1 1-1,1-1 1,-1 1 0,0 0-1,0-1 1,0 1-1,0 0 1,-1 0-1,1 0 1,-1 0-1,1 3 1,0 4 12,0-1-1,0 1 1,1 0 0,1 0 0,-1-1-1,1 1 1,1-1 0,7 13-1,-8-16-21,1-1-1,0 0 0,0 0 0,0-1 0,1 1 0,-1-1 1,1 0-1,0 0 0,0-1 0,1 1 0,-1-1 0,1 0 0,0-1 1,8 3-1,16 4 10,0-2 1,1-1 0,-1-1-1,1-2 1,0-1-1,0-1 1,60-7-1,-82 5 5,0-1 0,0 1 0,0-2 0,-1 1 0,1-1 0,11-6 0,-18 9-20,0-1 1,0 0 0,0 0 0,0 0-1,0-1 1,0 1 0,-1 0 0,1-1-1,0 1 1,-1-1 0,1 1-1,-1-1 1,0 0 0,1 1 0,-1-1-1,0 0 1,0 0 0,0 0 0,0 0-1,-1 0 1,1 0 0,-1 0 0,1 0-1,-1 0 1,1-1 0,-1 1 0,0 0-1,0 0 1,0 0 0,-1-3-1,-1-1 2,1 1-1,-2-1 1,1 1-1,-1-1 0,1 1 1,-1 0-1,-1 0 1,1 1-1,-1-1 0,0 1 1,0-1-1,0 1 1,-8-6-1,-6-2-253,-1 0-1,-27-14 1,16 10-620,-32-13-2622,22 16-2817,21 9-2607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25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0 11933,'1'4'271,"1"4"320,0 0 1,-1 0-1,0 0 0,0 1 0,-1-1 1,0 0-1,-1 15 0,0-8-106,0 1 0,1-1 0,1 0-1,1 0 1,0 0 0,9 30 0,3 26 458,-13-64-869,1 8 71,-1 0 1,0 0 0,-1 16 0,-1-27-113,1 1 1,-1 0 0,0-1-1,-1 1 1,1 0-1,-1-1 1,0 0-1,0 1 1,0-1 0,-1 0-1,0 0 1,1 0-1,-5 3 1,0 2-117,-5 2 1649,11-11-1511,1 0 1,-1 0 0,0 0-1,1 0 1,-1 0 0,0 0-1,1 0 1,-1 0 0,0 0-1,1-1 1,-1 1 0,1 0-1,-1 0 1,0-1 0,1 1-1,-1-1 1,1 1 0,-1 0-1,1-1 1,-1 1 0,1-1-1,-1 0 1,0 0-38,1 0-1,-1 0 1,1 0-1,-1 0 1,1-1 0,-1 1-1,1 0 1,0 0-1,-1 0 1,1-1 0,0 1-1,0 0 1,0 0 0,0-1-1,0 1 1,0 0-1,0-1 1,1 1 0,-1 0-1,0 0 1,1 0-1,-1-1 1,1 1 0,-1 0-1,1 0 1,0 0 0,-1 0-1,1 0 1,0 0-1,1-2 1,31-35-597,133-112-5778,-49 57-2482,-69 60 1891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26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0 7497,'-1'2'165,"0"0"0,0 0-1,0 0 1,0-1 0,1 1 0,-1 0 0,0 0 0,1 0 0,0 0 0,-1 0 0,1 0 0,0 0 0,0 0 0,0 0 0,0 1 0,0-1 0,1 0 0,0 3-1,0-3 62,1 1-1,-1-1 0,1 1 0,0-1 1,-1 0-1,1 0 0,0 0 0,0 0 1,1 0-1,-1 0 0,0-1 0,1 1 1,3 1-1,6 3 304,0 0 0,1-1 0,-1-1 0,1 0 0,0-1-1,23 2 1,81 2 960,-108-7-1378,268-3 1842,-245 1-1637,-1-1 0,1-1 0,-1-2 0,0-1 0,0-2 0,-1-1 0,0-1 0,38-20 1,-66 29-90,-5 2 78,-9-1-190,0 2 0,0-1 0,0 1 0,0 1 0,0 0 0,1 1 0,-1 0 0,1 1 0,-13 5-1,-16 9 131,-43 26-1,58-29-236,-46 34 0,62-42-150,1 1 1,0-1 0,1 1 0,-1 1-1,2-1 1,-1 1 0,1 0 0,-5 11-1,10-17 50,0-1-1,0 0 1,0 1-1,0-1 1,1 1-1,-1 0 1,1-1-1,0 1 1,0-1-1,0 1 1,0 0-1,0-1 1,1 1-1,-1-1 1,1 1-1,0 0 0,-1-1 1,1 0-1,0 1 1,1-1-1,-1 0 1,0 1-1,1-1 1,-1 0-1,1 0 1,0 0-1,-1 0 1,1 0-1,0-1 1,0 1-1,4 2 1,2 2-201,1-1-1,-1 0 1,1-1 0,0 0 0,0 0 0,0-1 0,11 2-1,7 1 84,0-1-1,1-2 1,-1 0-1,1-2 1,-1-2-1,1 0 0,-1-2 1,1 0-1,-1-2 1,0-2-1,39-13 1,-62 18-24,1 0 0,0-1 0,-1 1 0,0-1 0,1 0 0,-1 0 0,0-1 0,5-5 0,10-20-5092,-10 9-1224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27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1 9525,'0'0'7169,"3"0"-6396,3 1-482,-1 0 338,0 0-1,-1 0 1,1 0-1,-1 0 1,0 1 0,6 2-1,-9-3-584,0 0-1,0-1 1,0 1 0,0 0-1,0 0 1,0 0-1,0 0 1,0 0-1,0 0 1,-1 0 0,1 1-1,0-1 1,-1 0-1,1 0 1,-1 0 0,1 1-1,-1-1 1,0 0-1,1 1 1,-1-1 0,0 0-1,0 1 1,0-1-1,0 0 1,0 1 0,0-1-1,-1 2 1,-5 27 263,0-1 1,-2 1-1,-15 34 1,-43 83 445,-2 6-300,44-97-315,16-41-93,1 1 0,1 0 0,0 1 1,0 0-1,2 0 0,0 0 0,-1 24 0,5-39-41,0-1 0,0 1 0,0-1 0,0 1 0,0-1 0,0 1 0,1-1 0,-1 1 0,0-1 0,1 1 0,-1-1 0,1 1 0,0-1 0,0 0 0,-1 1 0,1-1 0,0 0-1,0 0 1,0 0 0,0 0 0,0 0 0,1 0 0,-1 0 0,0 0 0,3 1 0,-1 0 4,0-1-1,1-1 1,-1 1-1,1 0 1,-1-1-1,1 0 1,-1 0 0,1 0-1,-1 0 1,1 0-1,3-1 1,10-3 17,1-1 1,-1 0-1,23-11 1,54-32-52,-70 34-10,0 1 0,1 1 0,0 1 0,45-13 0,-55 23 17,0 0 0,0 0 0,-1 1 1,1 1-1,0 0 0,18 5 0,34 2-51,-27-7 7,1-2 1,-1-1 0,0-3-1,0-1 1,0-2 0,0-1-1,52-21 1,-82 26 51,-1 0 0,1-1 1,-1 0-1,0-1 0,15-11 0,-21 14 11,-1 1-1,1-1 0,0 0 0,-1 0 0,0 0 0,0-1 0,0 1 0,0 0 1,0-1-1,0 0 0,-1 1 0,0-1 0,0 0 0,0 0 0,0 1 1,-1-1-1,1 0 0,-1 0 0,0-5 0,-2 0-10,0-1-1,0 1 1,-1 0-1,0 0 1,0 0 0,-1 0-1,-1 0 1,1 1 0,-2-1-1,1 1 1,-1 1-1,0-1 1,-8-7 0,-66-93-2173,37 34-3114,35 57-432,4-4-3536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27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442 1 11241,'0'62'2592,"-13"4"169,-3-3-93,-9 0-508,3-3-316,-10 6-356,-3 8-304,0 3-292,-3 0-496,3-2-840,3-7-504,-2-2-876,2-3-856,0-12-700,0-2-1961,4-4-4284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27.9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 13209,'19'-20'8373,"-6"28"-17414,6-2-516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28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0 899 12201,'10'0'924,"-1"-1"-1,0 0 0,1-1 1,-1 0-1,0 0 1,0-1-1,0 0 0,0 0 1,0-1-1,8-5 1,-16 8-774,1 0 1,-1 1-1,1-1 0,-1 0 1,1 1-1,-1-1 1,1 1-1,0-1 1,0 1-1,-1 0 0,1 0 1,2 0-1,2 0 210,-1-1 746,8 5-938,-5-2-138,0 1 0,0-1 0,0-1 0,0 0-1,0 0 1,1 0 0,15-2 0,64-11-22,-8 1-2,-61 10-24,0 0-1,21 3 1,-32 0 23,-1-1 0,1 1 1,-1 0-1,0 0 1,0 1-1,0 0 1,0 0-1,7 5 0,-2 0-15,1 0 0,0-1-1,0-1 1,1 0 0,0-1-1,0-1 1,0 0 0,0-1-1,0 0 1,1-1 0,-1-1-1,1 0 1,23-2 0,16-6-170,-1-1 0,0-4 0,0-1 0,-1-3 0,-1-1 0,49-26 0,0-9 80,-96 49 23,-29 29 24,-9-2 39,19-14-137,0 0 1,1 1-1,0 0 0,1 1 1,0 1-1,1 0 0,-14 19 1,26-32 136,0 0 1,0 0-1,0 1 1,0-1 0,0 0-1,-1 0 1,1 0-1,0 0 1,0 1-1,0-1 1,0 0-1,0 0 1,0 0-1,0 1 1,0-1-1,0 0 1,0 0 0,0 0-1,0 1 1,0-1-1,0 0 1,0 0-1,0 0 1,0 1-1,0-1 1,0 0-1,0 0 1,0 0 0,0 0-1,0 1 1,0-1-1,1 0 1,-1 0-1,0 0 1,0 0-1,0 1 1,0-1-1,0 0 1,0 0-1,1 0 1,-1 0 0,0 0-1,0 0 1,0 0-1,0 1 1,1-1-1,-1 0 1,0 0-1,0 0 1,1 0-1,15 0-184,18-6 103,-7-5 51,0-2-1,0 0 1,-1-2-1,-1 0 1,40-34-1,-42 32 86,39-31 131,-2-3 0,96-104 0,-116 109-48,-2-3 1,-3-1 0,-1-1-1,29-61 1,-51 87 64,-2 0 0,0-1 1,-2 0-1,0 0 0,5-39 0,-13 63-137,0 1-1,1-1 1,-1 0 0,0 0 0,0 0 0,0 1-1,0-1 1,-1 0 0,1 0 0,0 0 0,-1 1-1,1-1 1,-1 0 0,0 0 0,1 1 0,-1-1-1,-2-2 1,3 3-18,-1 1 0,0-1 0,0 0 0,0 1-1,0-1 1,0 1 0,0-1 0,0 1 0,0 0 0,0-1-1,0 1 1,0 0 0,0 0 0,0 0 0,0 0 0,0 0-1,-1 0 1,1 0 0,0 0 0,0 0 0,-1 1 0,-4 1 44,0 0 1,0 0-1,0 1 0,0 0 1,1 0-1,-1 1 1,1-1-1,-5 6 1,-6 6-45,1 1 0,0 1 0,1 0 0,1 1 0,1 0 0,1 1 0,0 0 0,1 1 0,2 0 0,-10 29 0,5-3-1023,2 1 1,1 0-1,-4 83 0,12-82-1126,4 49 0,10 0-5611,0-48-545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28.7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34 9869,'16'-26'2319,"-16"25"-2199,1 1 1,-1-1 0,1 1-1,-1-1 1,1 1-1,-1-1 1,1 1 0,0-1-1,-1 1 1,1 0-1,0-1 1,-1 1 0,1 0-1,0-1 1,0 1-1,-1 0 1,1 0 0,0 0-1,-1 0 1,1 0-1,0 0 1,0 0 0,-1 0-1,1 0 1,0 0-1,0 0 1,-1 0 0,2 1-1,1 0 377,-1-1-205,1 0-1,0 0 0,0 1 1,-1-1-1,1 1 0,0 0 1,-1 0-1,1 0 0,0 0 1,-1 0-1,0 1 1,1-1-1,-1 1 0,0 0 1,1-1-1,-1 1 0,0 0 1,-1 0-1,1 0 0,0 1 1,2 3-1,3 6 198,0 1-1,-1 0 1,6 19-1,-9-21-306,1-1 1,0 0-1,1 0 0,0 0 0,8 11 1,-7-16-130,-1 0 1,1 0-1,0 0 0,1-1 1,-1 1-1,1-2 1,0 1-1,0-1 0,0 0 1,0 0-1,1-1 1,-1 0-1,1 0 1,-1-1-1,9 1 0,-13-2 4,11-10-21,-5 1-117,-17 3-136,3 3 157,-21-11-756,-1 2 0,0 2 1,0 0-1,-1 2 0,-33-6 0,23 5-1056,-76-12-6622,62 13 510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29.3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4225 199 5092,'-103'-32'604,"-156"-44"1527,140 48-762,-2 5-1,0 5 0,-157-3 1,124 20-271,-1 7-1,-173 30 1,-298 103 985,18 63-242,430-133-1031,-227 121 0,328-147-488,1 4 0,3 2 0,2 4 0,2 3 0,-70 75 0,107-98-125,3 2 0,1 1 0,1 1 0,2 1 0,2 2 0,-27 62 0,40-75-111,0 0 1,2 0 0,2 0 0,0 1-1,2 0 1,0 0 0,2 0-1,2 1 1,0-1 0,2 0-1,9 47 1,-3-42-15,1 0 0,2-1-1,1 0 1,1-1 0,2-1 0,21 33 0,-9-22 8,2-1 1,2-2-1,61 59 1,-24-37-15,3-3 0,2-3 0,3-4 0,98 50 1,-32-30-7,3-7 1,273 80 0,325 19-104,-419-114-401,2-14 0,376-10 0,-434-35-186,335-57-1,-285 5 234,-203 32 270,-2-5 0,-1-5 1,-2-4-1,119-70 0,-168 80 83,-2-3 0,-1-3 0,-2-2 0,-2-3-1,-2-2 1,-2-2 0,-3-3 0,52-72 0,-74 89-6,-3-1 1,-1-1 0,-1-1-1,-2-1 1,-2 0-1,-2-1 1,-2-1-1,-1 0 1,-3-1 0,-1 0-1,-2 0 1,-2 0-1,-1-1 1,-3 1-1,-2-1 1,-1 1 0,-3 0-1,-1 0 1,-2 1-1,-2 0 1,-18-41-1,13 45-116,-1 0 0,-2 2 0,-2 0 0,-1 1 0,-1 1 0,-2 2 0,-54-53-1,42 51-148,-1 3 0,-1 1 0,-1 1 0,-2 3 0,-1 2 0,-55-23-1,9 12-790,-1 4 0,-154-30 0,-198 3-5274,191 46-78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31.9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557 681 7597,'0'0'14503,"1"-2"-13918,0-1-427,0 0-1,0 0 1,0 0 0,1 0-1,-1 1 1,1-1-1,0 0 1,0 1-1,0 0 1,0-1-1,0 1 1,1 0-1,-1 0 1,1 0-1,4-3 1,21-19 672,-24 18-652,0 0 0,-1-1 1,1 1-1,-1-1 0,3-10 1,11-21 167,28-48 41,47-78-115,-65 118-184,-2-1 0,27-71 0,-40 88 76,-12 28-155,1 1 1,-1 0-1,0-1 1,0 1-1,-1 0 1,1-1-1,0 1 1,0 0-1,-1-1 1,1 1-1,0 0 1,-1 0-1,1 0 1,-1-1-1,0 1 1,1 0 0,-1 0-1,0 0 1,0 0-1,0 0 1,0 0-1,0 0 1,0 0-1,0 0 1,0 1-1,0-1 1,-2-1-1,-3 2 39,0 0-1,0 0 1,0 1-1,0-1 0,0 1 1,1 1-1,-1-1 1,0 1-1,1 0 0,-11 5 1,0 1 108,0 1 0,1 0 0,0 1 0,1 1 0,0 0 0,-18 19 0,-64 81 641,86-99-741,-12 14 65,3 0 1,0 1-1,1 1 0,-27 59 0,40-74-91,-5 7 21,2 1 1,1-1-1,0 1 0,1 1 0,2-1 1,-5 40-1,9-40-26,1 0 0,0 0 0,2 0 0,0-1 0,1 1 0,1-1 0,1 0 0,1 0 0,1-1 0,0 1 0,2-2 0,12 19 0,14 16 5,3-2-1,71 72 1,-27-32-45,-77-85 11,-1 1-1,0-1 0,0 1 0,-1 0 0,7 15 1,-9-18 4,-1-1 0,0 1 0,0 0 0,-1-1 1,1 1-1,-1 0 0,1 0 0,-1 0 0,0-1 0,-1 1 1,1 0-1,-1 0 0,0 0 0,0-1 0,-2 6 0,-1 0 0,-1 0 0,0-1 0,0 1 0,-1-1-1,0 0 1,-1-1 0,0 1 0,0-1 0,0-1-1,-1 1 1,0-1 0,-13 7 0,-6 2-70,0-1 0,-56 21 0,15-12-501,-82 18 0,26-11-690,63-15-140,-37 11-1146,35 1-5987,98-32-6025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32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369 1 11361,'10'13'3064,"-18"-5"375,-1-1-2927,5-3-117,0 1 0,0-1 0,0 1 0,1-1 0,-1 1 0,1 0 0,0 0 0,1 0 1,-3 6-1,-15 56 2572,9-30-1899,-142 423 3969,87-269-7879,61-174 2196,-6 15-2898,-27 57 0,17-52-2218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32.4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0 100 11313,'167'-21'4018,"-136"16"-2217,40-10 1,-43 9-380,49-7-1,-54 12-715,0 0-1,0 2 0,39 5 0,-57-5-640,-1 1 1,0-1-1,0 1 0,0 0 0,-1 0 0,1 0 0,0 0 0,-1 1 0,1 0 1,-1-1-1,0 1 0,0 0 0,0 1 0,0-1 0,-1 0 0,1 1 1,-1-1-1,3 6 0,1 6 27,0-1-1,-1 1 1,5 25 0,-1-9 77,-3-7-71,2 0-1,16 31 0,-20-48-64,0 1 0,1-1 0,0 0 1,0 0-1,1-1 0,0 0 0,0 0 1,0 0-1,1 0 0,13 7 0,-8-5 99,1-1 1,0-1-1,0 0 0,1 0 0,0-2 0,0 0 1,0 0-1,0-1 0,18 1 0,-25-4-78,-1 0-1,1 0 1,-1-1-1,1 0 0,-1 0 1,1 0-1,-1-1 1,0 0-1,0 0 1,0 0-1,0-1 0,0 0 1,0 0-1,-1-1 1,1 0-1,-1 0 0,0 0 1,-1 0-1,1-1 1,0 0-1,-1 0 1,0 0-1,4-7 0,0-2-34,-1-1-1,0 0 0,0 0 0,-2-1 1,0 0-1,-1 1 0,3-25 0,-5 27-404,0 0 0,-2 0 0,0 0-1,0 0 1,-1 1 0,0-1-1,-1 0 1,-1 1 0,0-1 0,-6-13-1,6 21-117,0 0 1,-1 0-1,1 1 0,-1-1 0,0 1 0,0 0 0,-1 0 0,1 0 0,-1 1 1,0-1-1,0 1 0,0 0 0,-1 1 0,1-1 0,0 1 0,-1 0 0,-9-1 1,5-1-565,-17-2-3853,-8 12-2567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32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 7645,'7'-4'426,"-1"0"0,1 0 0,0 0 0,1 1 0,-1 0 0,0 0 0,1 1 0,14-3-1,-17 5-222,-1 0-1,1-1 1,-1 1-1,1 1 0,-1-1 1,1 1-1,-1-1 1,1 1-1,-1 1 0,0-1 1,1 1-1,-1-1 1,0 1-1,0 0 0,0 1 1,-1-1-1,1 1 1,4 3-1,1 4 101,0 1 1,0 0-1,-1 0 0,0 1 0,-1 0 1,-1 0-1,0 1 0,0 0 0,-1 0 1,-1 0-1,5 24 0,0 8 347,-3 0-1,2 60 1,-8-95-550,0 0-1,-1 1 1,0-1 0,-1 0 0,0 0-1,-1 0 1,1 0 0,-2 0 0,0-1-1,0 1 1,0-1 0,-1 0 0,-8 10-1,2-5 434,0 0-1,-1-2 0,0 1 1,-1-2-1,-1 1 0,-29 17 0,6-5 1661,35-58-2071,4 29-279,0 0 0,1 0 1,-1 0-1,1 1 1,0-1-1,0 1 1,0 0-1,1 0 0,6-6 1,40-31-1599,-44 37 1503,59-45-2426,109-79-7412,-101 79 1066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33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0 6389,'-20'17'488,"10"-8"431,0 0 0,1 0 0,0 1 0,0 0 0,-10 16-1,16-21-502,0 1-1,0 0 0,1 0 0,0 1 1,0-1-1,0 0 0,1 1 0,0-1 0,0 1 1,0-1-1,1 1 0,0 0 0,1-1 0,-1 1 1,4 12-1,-3-15-321,1 0 1,-1 0-1,1-1 1,0 1 0,0 0-1,0-1 1,1 0-1,-1 1 1,1-1 0,0 0-1,0-1 1,0 1-1,0 0 1,0-1-1,0 0 1,1 1 0,0-1-1,-1-1 1,1 1-1,0 0 1,0-1-1,-1 0 1,1 0 0,0 0-1,0 0 1,7 0-1,5-1-1,1-1-1,0 0 1,-1-1-1,1-1 0,-1-1 1,0 0-1,0-1 1,0 0-1,-1-1 0,0-1 1,0-1-1,0 0 1,-1-1-1,0 0 0,-1-1 1,22-22-1,-30 26-72,0 1 0,-1-1-1,0 0 1,0 0 0,-1 0 0,0-1-1,0 1 1,3-11 0,-5 15-11,0-1 0,-1 1 0,1-1 0,-1 1 0,1-1 0,-1 0 1,0 1-1,0-1 0,-1 1 0,1-1 0,0 1 0,-1-1 0,1 1 0,-1-1 0,0 1 1,0-1-1,0 1 0,0 0 0,0-1 0,-1 1 0,1 0 0,-1 0 0,1 0 0,-1 0 0,0 0 1,0 0-1,-2-1 0,0 0 44,-1 0 0,1 1 0,-1-1-1,0 1 1,0 0 0,1 1 0,-1-1 0,0 1 0,0 0 0,-1 0 0,1 0 0,-7 1 0,1 0 94,0 1 0,0 0 1,1 1-1,-1 0 0,-16 6 1,-2 3 172,1 1 0,0 2-1,-34 22 1,33-17-159,1 0-1,1 2 1,1 1-1,0 1 1,-34 42-1,50-53-320,1 0 0,0 1-1,0 0 1,2 0 0,-1 1-1,2 0 1,0 1-1,1 0 1,0-1 0,1 2-1,1-1 1,0 0-1,1 1 1,0 22 0,2-32-82,0 0 0,1 1 0,0-1 0,1 0 0,-1 0 0,1 0 1,0 0-1,1-1 0,-1 1 0,1 0 0,0-1 0,0 0 0,1 0 1,4 5-1,-1-3-160,-1 0-1,2-1 1,-1 0 0,1-1 0,0 1 0,0-1 0,0-1-1,13 6 1,6-1-1166,0-1 0,1-1 0,0-1 0,0-2 0,34 2-1,-2-1-3790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33.2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83 6933,'10'-11'868,"6"2"-168,0 4-120,6-10-260,0 7-468,0-1-552,16-5-1780,-6 3-609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33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684 101 5981,'3'-15'1799,"1"1"1,1 0-1,0 1 1,1-1 0,9-16 3743,-23 31-5132,1 1 0,-1 0 0,1 1 0,0 0 0,-1 0 0,1 0 0,0 1 0,1 0 0,-1 1 0,-9 8 0,14-12-316,-21 18 648,1 1 1,0 0-1,-22 30 0,-50 74 838,85-112-1456,-61 93 79,5 2 1,4 3 0,-68 176-1,109-235-1226,3 2 0,2 0 0,2 0-1,-8 78 1,15-15-3245,14-1-3411,3-47-2917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34.3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2043 1 11185,'0'0'3344,"5"2"-2006,33 11-265,0-1 0,51 8 0,89 8-297,-96-17-467,376 46 300,-448-56-598,1973 101 360,-1225-71-700,-751-31 319,39 4-46,0 2-1,68 18 0,-101-20 46,0 0-1,0 2 0,0-1 0,-1 1 1,0 1-1,0 0 0,0 1 1,-1 0-1,0 1 0,-1 0 1,0 1-1,14 17 0,-20-22 14,-1 1 0,0-1 0,0 1 0,0-1 0,-1 1-1,0 0 1,0 0 0,0 0 0,-1 0 0,0 0 0,0 1 0,-1 6 0,0 10 129,-6 47 1,3-49 57,0 36 0,5-20 10,-1 1-1,-2 0 1,-2-1-1,-1 0 1,-2 0 0,-2 0-1,-1 0 1,-1-1-1,-19 41 1,11-41 172,-2 1 0,-49 65 0,-62 56 290,124-151-634,-233 280 513,176-211-524,-25 35 6,33-42-37,37-46 31,1 0 0,-21 34-1,31-45-3,-1-1 0,0 0 0,0 0-1,-1-1 1,0 0 0,-1-1-1,0 0 1,-1-1 0,-16 9 0,15-9-13,-2-1 1,1 0 0,-1-1-1,0-1 1,-1 0 0,1-1 0,-1-1-1,-29 2 1,-12-2-15,-66-5 0,71 0-8,-985-39-1563,-134 30 393,159 5 710,544-10 399,6-29 45,222-3 46,206 38-17,0-1 1,1-2 0,0-1-1,-54-32 1,76 38-59,0 0 0,1 0 0,0-1 0,0 0 0,1 0 0,0-1 0,1-1 0,0 1 0,1-1 0,-11-21 0,17 28-73,0 1 0,0-1 0,1 0 0,0 0 0,0 0 0,0 0-1,0 1 1,0-1 0,1 0 0,0 0 0,-1 0 0,1 1 0,1-1-1,-1 0 1,3-4 0,1-2-791,0 0-1,0 1 1,11-13-1,-1 7-3861,6-3-2893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34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1013 76 6073,'0'-2'27,"-6"-31"1737,6 31-1589,-1 1 0,0-1 0,0 1 0,1 0 0,-1-1 0,0 1 0,0 0-1,0 0 1,-1 0 0,1 0 0,0 0 0,0 0 0,-1 0 0,1 0 0,0 0-1,-1 0 1,1 1 0,-3-2 0,1 1 1564,0-5 2259,-12-6-2349,9 15-1418,0 1 1,1-1-1,-1 1 0,1 0 1,0 1-1,-1-1 0,-4 7 0,3-4 47,-13 13 446,1 1 1,1 1-1,-22 34 1,-38 78 726,52-86-1127,-106 190 159,-180 300-6546,136-269-2170,90-139-344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59.2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 0 14357,'0'0'5884,"-1"3"-4649,-6 19 521,0 0 0,-6 43 0,8-21-609,3 82-1,-18 271 790,-35 0-4231,9-71-5704,34-239 1326,2-10-4349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0:59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0 13877,'-2'1'136,"-14"5"1300,16-5-1399,0-1-1,0 0 1,0 0 0,0 0-1,-1 0 1,1 0 0,0 1-1,0-1 1,0 0 0,0 0 0,0 0-1,0 1 1,0-1 0,0 0-1,-1 0 1,1 0 0,0 1-1,0-1 1,0 0 0,0 0-1,0 0 1,0 1 0,0-1 0,0 0-1,1 0 1,-1 0 0,0 1-1,0-1 1,0 0 0,0 0-1,0 0 1,0 1 0,0-1-1,0 0 1,0 0 0,1 0 0,-1 0-1,0 1 1,0-1 0,0 0-1,0 0 1,0 0 0,1 0-1,-1 0 1,0 0 0,0 1-1,0-1 1,1 0 0,-1 0 0,0 0-1,0 0 1,1 0 0,-19 22 3777,16-20-3710,0-1 0,0 1 1,0 0-1,0 0 0,1 0 0,-1 0 1,1 1-1,-1-1 0,1 0 0,0 1 1,0-1-1,0 1 0,0-1 0,0 1 1,1-1-1,-1 1 0,1-1 0,-1 1 1,1 0-1,0-1 0,0 1 0,1 0 1,-1-1-1,0 1 0,1 0 0,-1-1 1,1 1-1,0-1 0,0 1 0,0-1 0,0 1 1,1-1-1,-1 0 0,1 0 0,-1 0 1,4 4-1,3 4 9,0-1 0,0 0 0,1 0 0,0-1 0,1 0 0,0-1 0,0 0-1,15 8 1,100 41 285,-114-51-373,211 82 313,282 124 115,-426-172-405,-2 3 1,-1 4-1,-2 3 0,78 68 0,-128-96-29,-1 1 0,0 1 1,-2 0-1,0 2 0,-2 0 0,27 51 1,-37-61-17,-1 1 1,-1 0 0,-1 0 0,0 1 0,-1 0 0,0-1 0,-2 2 0,0-1 0,-1 0 0,0 0 0,-1 0 0,-2 1 0,-4 28 0,-2-22 5,0 0 0,-1 0 0,-1-1 0,-2 0 0,0-1-1,-1-1 1,-1 0 0,-1 0 0,-33 33 0,-10 4-10,-93 72-1,125-109-8,-92 72-1574,-244 143 0,199-152-2191,50-38-3922,44-20-2481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00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762 635 12237,'-8'-1'439,"1"1"-1,-1-1 0,0 1 1,0 0-1,0 1 1,1 0-1,-1 0 1,0 1-1,1 0 1,-1 0-1,1 1 1,-12 5-1,-25 13 107,1 2-1,1 1 1,1 2 0,2 3-1,0 0 1,-54 56 0,48-37-494,2 1 0,2 2 0,2 2 1,-42 79-1,68-109-263,2 1 1,1 0-1,-12 43 1,21-65 185,0 0-1,1 1 1,-1-1 0,1 1 0,-1-1-1,1 1 1,0-1 0,0 1 0,0-1-1,0 0 1,1 1 0,-1-1 0,0 1-1,1-1 1,0 1 0,0-1 0,0 0-1,2 5 1,-1-6 11,-1 1 1,1 0-1,0-1 1,0 1-1,0-1 0,-1 0 1,1 0-1,1 0 1,-1 0-1,0 0 0,0 0 1,0 0-1,0 0 1,1-1-1,-1 0 0,3 1 1,8-1 12,0 0 1,-1 0-1,1-1 0,-1-1 1,24-6-1,82-26 202,-55 14 213,80-13 0,-122 30-324,0 0 1,0 2 0,0 0 0,1 1-1,-1 2 1,0 0 0,41 10 0,-29-1 47,58 28 1,-57-23-60,40 13 0,-61-26-121,1 0-1,0-1 0,-1 0 1,1-1-1,0-1 1,0 0-1,0-1 1,0 0-1,0-1 1,-1-1-1,15-4 1,14-7-246,0-1 0,42-23 0,-17 5 192,-2-2 0,-2-4 0,-2-2 0,-1-3 0,106-101 0,-129 106 252,-2-1-1,-1-1 1,-2-2 0,-2-1 0,-2-2 0,-2 0-1,-2-2 1,-2-1 0,16-53 0,-20 40 477,-3-1 0,-2-1-1,-3-1 1,1-112 0,-10 169-546,-1 3 36,0-1-1,0 0 1,0 1 0,0-1-1,-1 1 1,0-1 0,0 0-1,0 1 1,-1 0 0,0-1-1,0 1 1,0 0-1,-5-7 1,7 11-102,-1 1 0,1-1 0,-1 1-1,1-1 1,-1 1 0,1 0 0,-1-1-1,1 1 1,-1 0 0,1-1 0,-1 1 0,1 0-1,-1 0 1,1 0 0,-1-1 0,0 1-1,1 0 1,-1 0 0,1 0 0,-1 0 0,0 0-1,1 0 1,-1 0 0,0 0 0,1 0 0,-1 0-1,1 1 1,-1-1 0,1 0 0,-1 0-1,0 0 1,1 1 0,-1-1 0,1 0 0,-1 1-1,1-1 1,-1 0 0,1 1 0,-1-1-1,1 1 1,0-1 0,-1 1 0,1-1 0,0 1-1,-1-1 1,1 1 0,0-1 0,0 1 0,-1-1-1,1 1 1,0 1 0,-19 38 448,17-34-392,-8 22 201,1 0 0,-9 55 0,-14 85 249,17-74-970,-3 119 0,17-140-2178,17 132 0,-15-196 2371,12 58-1794,-13-64 1914,1 0 0,0 0 0,0 0 0,0 0 0,0-1 0,1 1 0,-1 0 0,1-1-1,-1 1 1,1-1 0,0 0 0,0 1 0,0-1 0,0 0 0,1 0 0,-1 0 0,0 0 0,5 1-1,-6-2 90,1-1 0,0 0 0,0 0 0,-1 0 0,1 0 0,0 0 0,-1 0 0,1-1 0,0 1-1,-1-1 1,1 1 0,0-1 0,-1 1 0,1-1 0,-1 0 0,1 0 0,-1 0 0,0 0-1,1 0 1,-1 0 0,0 0 0,0 0 0,1-1 0,-1 1 0,0 0 0,0-1 0,0 1 0,1-3-1,23-47-363,-23 47 375,6-20 82,-1 0 0,-1-1 0,-1 0 0,-2-1 1,0 1-1,-1-1 0,-2 1 0,-1-1 0,-6-41 1,1 43 200,-1 0 1,-1 1 0,-15-29 0,18 42-162,4 8 70,31-20 261,-12 18-318,0 1 0,35-2 0,15-2 33,788-180 122,-838 181-248,-15 5-2,-6 4-162,-18 13-128,-1 0 0,-1-2 0,-36 18 1,6-4-251,3 0 73,10-7 281,1 1 0,2 3-1,-37 29 1,74-53 227,0-1-1,0 1 1,0 0 0,0-1-1,-1 1 1,1 0 0,0-1 0,0 1-1,0 0 1,1-1 0,-1 1-1,0 0 1,0 0 0,0-1 0,0 1-1,1-1 1,-1 1 0,0 0-1,1-1 1,-1 1 0,0 0 0,1-1-1,-1 1 1,2 0 0,10 14 625,0-9-401,1 0-1,-1-1 1,1 0-1,0-1 1,16 4-1,26 7 425,-6 4-72,49 27-1,-4 8-4197,-49-15-4674,-17-14 133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01.3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537 460 5236,'0'-3'107,"-1"-2"534,0-1 1,0 1-1,0-1 0,-1 1 0,1 0 1,-1-1-1,0 1 0,-5-7 0,6 10 323,-6-5 887,7 6-1715,-1 0 0,1 1 0,0-1 0,0 0-1,-1 1 1,1-1 0,-1 0 0,1 1 0,0-1 0,-1 1 0,1-1 0,-1 1 0,1-1 0,-1 1 0,0-1 0,1 1-1,-1 0 1,1-1 0,-1 1 0,0 0 0,1 0 0,-1-1 0,0 1 0,1 0 0,-1 0 0,0 0 0,1 0-1,-1 0 1,-1 0 0,-7 1 338,0 1 1,0 0-1,0 1 0,1-1 0,-1 2 0,1 0 0,0 0 1,0 0-1,0 1 0,-13 10 0,-3 5 159,1 1 1,2 2-1,0 0 0,1 1 1,1 1-1,1 1 0,-27 53 0,3 12-65,-34 108 0,33-81-183,33-89-375,1 0 1,-7 48 0,15-74-37,3-3 27,0 0-1,-1-1 0,1 1 0,-1-1 0,1 0 1,0 0-1,-1 1 0,0-1 0,1 0 1,-1 0-1,0 0 0,2-2 0,4-3-1,8-5-2,-1 0 0,0-2 0,-1 0 0,-1 0 0,22-31 0,47-88-12,-30 45 26,2 4 4,139-213-88,22 19 71,-189 249 42,0 1-1,2 1 0,1 2 1,1 1-1,39-25 0,-57 42 6,1 0 1,-1 1-1,1 0 0,0 1 0,1 0 0,-1 1 0,0 0 0,16-1 0,-20 4 14,1-1 0,-1 2-1,1-1 1,0 2 0,-1-1-1,0 1 1,1 0-1,-1 1 1,0-1 0,0 2-1,0-1 1,0 1 0,8 6-1,-5-1 33,0-1-1,-1 2 0,0-1 1,-1 1-1,0 1 0,0-1 1,-1 2-1,-1-1 1,0 1-1,-1 0 0,0 0 1,0 1-1,-1 0 0,5 26 1,-1 3-38,-2 0 0,-1 0 1,-1 66-1,-6-36-261,-18 119-1,-28 69-2793,46-258 2962,-36 153-2970,-10 52-4362,41-173 4965,3-14-3122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02.9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1205 9157,'-20'5'694,"6"-1"807,0 0 1,-23 11-1,47-3 321,-8-10-1716,1-1-1,-1 1 0,1 0 0,0-1 0,0 1 1,0-1-1,0 0 0,0 0 0,0 0 0,0 0 1,0-1-1,5 1 0,42 1 336,-32-1-249,29-1 117,-1-2 0,65-10 0,90-26-21,-167 31-254,394-104 72,-71 17 5,-356 94-110,20-5 17,0 1 0,24-2 0,-41 6-16,1-1 1,-1 1-1,1 0 1,-1 1 0,1-1-1,0 1 1,-1 0-1,0 0 1,1 0-1,-1 0 1,0 1 0,1 0-1,-1 0 1,0 0-1,0 0 1,6 6-1,-8-5 1,0 0 0,-1 1 0,1-1 0,-1 1 0,1 0 0,-1-1 0,-1 1 0,1 0 0,0-1 0,-1 1 0,0 0 0,0 0 0,0 0 0,-1 6 0,1-1-24,0-5 11,36 8 126,-28-13-20,0 0 0,-1-1-1,1 0 1,0 0 0,-1-1 0,1 1 0,11-8 0,-8 5 65,0 0 1,0 1-1,16-5 1,-16 8-70,0-1 1,0 1-1,1 1 1,-1 0 0,0 1-1,0 0 1,17 4-1,4 3 111,37 15 0,16 5 25,-50-19-214,0-1 0,1-2 0,0-2 0,0-1 0,0-2 0,0-2-1,0-1 1,0-1 0,66-16 0,-40 3-33,66-26-1,-102 32 6,0-2 0,-1 0-1,0-2 1,-2-1-1,23-18 1,-32 20-69,0 0 1,-1-1-1,-1 0 1,0-1-1,15-25 1,-5-14-281,-22 53 358,0 0 0,0 0 0,0 0 1,0 0-1,0 0 0,0 0 0,-1 0 0,1-1 1,0 1-1,-1 0 0,1 0 0,-1 0 1,1 0-1,-1 1 0,0-1 0,1 0 0,-1 0 1,0 0-1,-1-1 0,1 0-7,0 1 7,1 0 1,-1 0-1,0 0 0,0 0 0,1 0 0,-1 0 1,0 0-1,0 0 0,0 0 0,0 0 0,0 0 0,0 0 1,0 1-1,0-1 0,0 0 0,0 1 0,-1-1 1,1 1-1,0-1 0,0 1 0,-1 0 0,1 0 0,0-1 1,0 1-1,-1 0 0,1 0 0,0 0 0,-1 0 1,-1 1-1,1-1 3,-18 1-45,0 0 0,0 2 0,1 0 0,0 1 0,-25 10 0,-93 41-965,81-30 253,50-23 614,-1 2 0,1-1 1,0 1-1,0 0 0,0 0 0,1 1 1,-1 0-1,-6 7 0,30-7-273,214 12 1242,-203-14-638,1-2 0,-1 0 0,1-2 0,53-8-1,-70 5-133,-1 1 0,1-2 0,-1 1 0,24-14-1,1 0 30,200-102-417,-56 26-802,-153 79 1172,-1-2-1,0 0 0,-2-2 1,0 0-1,-1-2 0,-1-1 0,-1 0 1,-1-2-1,-1-1 0,-1 0 1,-1-1-1,-2-1 0,0-1 0,-2 0 1,19-54-1,38-97 1949,-48 138-1325,-9 20-18,-17 27-455,1 0 0,0 0 1,1 0-1,-1 0 0,1 1 1,0 8-1,-3 13 176,-32 112 1280,8-37-707,-23 174 0,50-265-990,0 1 0,1 0 0,1-1 0,0 1 0,0 0 0,1-1 0,1 1 0,7 20 0,-8-28-10,0 1 1,1-1-1,0 0 1,0 0-1,0 0 0,0 0 1,1 0-1,0-1 1,0 0-1,0 0 1,0 0-1,1 0 1,0 0-1,0-1 1,0 0-1,0 0 0,0 0 1,0-1-1,1 0 1,9 3-1,1-2-25,1 0-1,-1-2 1,1 0-1,0 0 0,0-2 1,-1 0-1,1-1 1,0 0-1,-1-1 0,1-1 1,-1-1-1,16-7 1,22-12-53,-2-1-1,57-39 1,27-13-111,-91 56 172,57-20 0,-82 35 56,1 0 1,0 1-1,1 1 0,-1 2 0,29-1 0,-37 3 221,0 2 0,23 4-1,-6 0 4496,-45 16-4269,-1 8-350,3 1 0,0 1 0,2 0 0,-12 60 0,-12 140 36,34-224-102,-30 320 56,-31 209-13,55-496-58,-2 0 0,-2-1-1,-2 0 1,-1-1-1,-36 68 1,36-83 10,-1 0 0,-1-1 1,-1-1-1,-1-1 0,-1-1 1,-1 0-1,0-1 0,-1-2 1,-40 26-1,54-39 3,-14 9 16,-37 18 1,53-29-16,0 0 1,1 0 0,-1 0 0,0-1-1,0 0 1,0 0 0,1 0-1,-1-1 1,0 1 0,0-1-1,-1 0 1,1-1 0,1 1-1,-11-3 1,14 2-3,0 1 0,0-1 0,0 0 1,-1 0-1,1 0 0,0 0 0,1 0 0,-1 0 0,0 0 1,0 0-1,0 0 0,1 0 0,-1 0 0,0 0 0,1-1 0,-1 1 1,1 0-1,-1-1 0,1 1 0,0 0 0,0-1 0,-1 1 0,1-2 1,2-31-10,2 23-16,0 0-1,1 0 1,0 0 0,1 1 0,0 0 0,1 0-1,0 1 1,14-16 0,-20 23 19,409-414-2381,-220 236 1564,624-653-954,-673 685 1860,-121 127-85,-5 4-1,2-1 1,0 2 0,0 0-1,2 2 1,26-18 0,-40 31 13,1-1 1,-1 1 0,1 0-1,-1 0 1,1 1 0,-1 0-1,1-1 1,-1 2 0,1-1 0,0 1-1,-1 0 1,1 0 0,-1 0-1,0 1 1,1 0 0,4 3 0,-7-4-5,3 1 11,0 1-1,0 0 1,0 1 0,0 0-1,-1-1 1,1 2-1,-1-1 1,0 1 0,-1 0-1,1 0 1,-1 0-1,0 0 1,0 1 0,0 0-1,-1-1 1,0 1-1,0 1 1,-1-1 0,1 0-1,-1 1 1,1 10-1,0-1 7,0 0-1,-2 0 0,0 1 1,-1-1-1,0 0 1,-1 1-1,-6 26 0,-3-6 22,-1 0 0,-2-1 1,-21 44-1,-64 97 46,51-85 357,47-92-441,0 1 1,0-1-1,0 1 0,0-1 1,0 0-1,0 1 1,1-1-1,-1 1 1,0-1-1,0 0 1,0 1-1,1-1 0,-1 0 1,0 1-1,0-1 1,1 0-1,-1 1 1,0-1-1,1 0 1,-1 1-1,0-1 0,1 0 1,-1 0-1,0 0 1,1 1-1,-1-1 1,0 0-1,1 0 1,-1 0-1,1 0 0,-1 0 1,1 0-1,-1 0 1,0 0-1,1 0 1,0 0-1,17 3 54,-5-7-113,0-1 1,0 0-1,-1 0 1,1-1-1,-1-1 1,-1 0 0,15-12-1,0 2-101,163-111-897,322-281 0,-445 346 970,18-17 35,171-126 0,-244 199 116,-1 0-1,2 1 0,-1 0 1,1 1-1,23-7 0,-32 11-22,0 0-1,0 0 1,0 1 0,1-1-1,-1 1 1,0 0 0,0 0-1,1 0 1,-1 1-1,0-1 1,0 1 0,0-1-1,1 1 1,-1 0 0,0 1-1,0-1 1,0 0-1,-1 1 1,1-1 0,0 1-1,0 0 1,-1 0 0,1 0-1,-1 1 1,0-1-1,0 0 1,0 1 0,2 2-1,-1 1 46,0-1-1,0 1 1,-1 0-1,0 0 1,-1 0-1,1 0 0,-1 0 1,0 0-1,0 0 1,-1 0-1,0 1 1,0-1-1,0 0 1,-3 12-1,-3 9 171,0 0 0,-11 27-1,8-29-110,-44 135 493,-62 221-4549,105-345 2446,-5 24-1907,14-55 2237,1 0 1,0 0 0,0 0 0,0 0 0,2 9 0,9 15-8477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03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12469,'15'6'1916,"17"5"-348,3-8-319,10 0-489,5-3-660,11-3-1020,12 0-865,9-2-2675,13 2-3453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03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11453,'10'-14'5189,"15"14"-18847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07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511 0 10553,'0'0'5011,"1"3"-4023,6 15-102,-1 1 1,-1 0 0,5 32 0,-9-37-752,2-1 0,-1 1 0,2 0 0,-1-1 0,2 0-1,0 0 1,1 0 0,0 0 0,0-1 0,12 15 0,-7-15-82,0-1 0,1 0 0,1-1 0,-1 0 0,2-1 1,-1 0-1,2-1 0,-1-1 0,1 0 0,0-1 0,30 9 0,7-3 18,0-2 0,68 4 0,-46-9-16,1-4 1,0-2-1,0-4 1,-1-3 0,130-31-1,-123 15 677,144-64 1,-205 78-368,-1-1 0,0-1 0,-1-1 1,0 0-1,-1-1 0,-1-1 0,0 0 0,-1-1 0,18-26 1,-75 77 672,20-5-682,0 1 0,2 1-1,-30 66 1,9-18 3,-64 116 174,-584 1026 921,637-1139-1428,-333 517 31,281-455-60,-243 259-1,328-386-22,-1 0 0,-36 25 0,54-42 11,-1 0 1,1 1-1,0-1 0,0 0 1,-1 0-1,1-1 1,-1 1-1,1 0 1,-1-1-1,1 1 1,-1-1-1,1 0 0,-1 0 1,1 0-1,-1 0 1,1 0-1,-1-1 1,1 1-1,-1-1 1,1 0-1,-1 1 1,1-1-1,0 0 0,0-1 1,-1 1-1,1 0 1,-3-3-1,2 2-1,-1-1 0,1 0-1,0-1 1,0 1-1,0 0 1,1-1 0,-1 0-1,1 0 1,0 1 0,0-1-1,0-1 1,0 1 0,1 0-1,-2-5 1,1-8-67,0 0 0,1 0 1,1 0-1,1 0 0,0 0 1,5-24-1,2 4-229,24-69 1,-7 44-136,3 0 1,3 2 0,59-86-1,-28 58-310,111-117 0,-49 78 214,5 5 0,251-182 0,-249 216 514,4 5 0,4 6 0,193-78 0,-177 99 178,-127 47-61,0 2 1,1 1-1,44-3 0,-64 9-46,0 0 0,0 0 0,0 1-1,0 0 1,0 0 0,0 1 0,0 0 0,0 1 0,-1 0 0,14 7 0,-17-8-11,-1 1 1,1 0-1,-1 0 1,0 0-1,0 1 1,0 0-1,0 0 1,-1 0-1,0 0 0,1 0 1,-1 1-1,-1-1 1,1 1-1,-1 0 1,0 0-1,0 0 1,0 0-1,2 10 1,-3 0 12,0-1 0,-1 1 1,0 0-1,-1-1 1,0 1-1,-2 0 0,-3 14 1,-34 99 72,-25 21 46,43-103-111,1 1 0,-21 75 1,40-116-42,1 2 0,-1-1 1,1 0-1,1 0 1,-1 0-1,1 0 1,2 13-1,-2-17-6,1 0 0,0-1 0,0 1 0,0-1 0,0 1-1,0-1 1,0 0 0,0 1 0,1-1 0,-1 0 0,1 0 0,0 0 0,0 0 0,0 0-1,0 0 1,0 0 0,0-1 0,0 1 0,0-1 0,1 0 0,-1 1 0,1-1-1,3 1 1,5 0-2,-1 0 0,1-1 0,0 0 0,-1 0 1,1-1-1,0-1 0,-1 0 0,1 0 0,0-1 0,-1-1 0,15-4 0,-7 0-23,-1 1 1,1-2-1,17-11 0,-4 3-59,38-21-408,123-87 0,-132 78-117,-3-2 0,99-108 0,-127 123 429,-2-1 0,-2-2-1,-1-1 1,-1 0 0,-3-2 0,24-59 0,-39 83 119,-1 0 0,0-1 0,-1 1 0,0-1 1,-1 0-1,-1 0 0,-2-30 0,0 37 33,0-1-1,-1 1 1,0 0 0,0 0-1,-1 0 1,0 0 0,-1 1-1,0-1 1,0 1 0,-1 0-1,0 0 1,0 1 0,-1-1-1,-12-11 1,3 6-2,0 1 0,-2 0 0,1 1 1,-1 1-1,-1 0 0,-20-7 0,-116-35-87,64 25 15,45 8 6,43 18 31,27-20-168,-12 15 171,0 0 0,0 1 0,1 1 0,0 0 0,0 0 0,0 2-1,21-3 1,8-1-36,390-64-459,-421 68 549,1 1 1,-1 0-1,1 0 0,-1 2 0,1-1 0,-1 2 0,0 0 0,20 5 0,-27-5 12,0 0 0,1 0 0,-1 0 0,0 1 0,0 0 0,0 0 0,-1 0 0,1 1 0,-1 0 0,1 0-1,-1 0 1,-1 0 0,1 0 0,0 1 0,-1 0 0,0 0 0,0 0 0,-1 0 0,1 0 0,2 8 0,0 7 24,-1 0 1,0 1-1,1 33 1,-3-31-17,0 0 0,2 0 0,0-1 0,12 34 0,21 33 59,-34-83-73,1 0 0,-1-1-1,1 1 1,1-1 0,-1 1 0,1-1-1,-1-1 1,1 1 0,1-1 0,-1 0-1,1 0 1,-1 0 0,1-1 0,0 0-1,1 0 1,7 3 0,0-2 4,1-1 0,-1 0 1,1-1-1,-1-1 0,23 0 1,5-3 51,-1-1 1,1-3-1,-1-1 0,-1-2 1,1-2-1,39-16 1,16-12 689,111-64 1,-140 64 223,-1-3-1,88-73 1,-144 108-660,-7 9 176,-10 19 110,3-14-720,-12 25 166,-2-2 1,-1 0-1,-32 40 0,-12 16-796,-97 143-5850,105-153-135,3 1-4589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08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438 19 12041,'-1'-2'2250,"-3"-2"-2441,-10-8 6628,13 12-6121,-1 0 1,1 0-1,-1 0 0,1 0 0,-1 1 1,1-1-1,-1 0 0,1 1 0,0 0 1,-1-1-1,1 1 0,0 0 0,-1-1 1,1 1-1,-2 2 0,-10 7 60,2 0 0,-1 1 0,1 0 1,0 1-1,1 0 0,-10 18 0,-50 91 894,46-77-954,-24 43 63,3 3-1,-61 179 1,103-259-393,0 0 1,1-1 0,0 1 0,0 0 0,1 0 0,1 0 0,0 0 0,2 20 0,-1-26 10,0-1 0,0 1 1,0-1-1,1 1 0,-1-1 0,1 1 0,0-1 0,0 0 0,0 0 0,0 0 1,0 0-1,1-1 0,-1 1 0,1 0 0,0-1 0,0 0 0,0 0 0,0 0 0,0 0 1,1 0-1,-1 0 0,0-1 0,1 0 0,-1 0 0,1 0 0,0 0 0,4 1 0,9 0 0,0 0-1,-1-1 1,1-1-1,0 0 1,0-2-1,-1 0 1,1 0-1,23-8 1,10-6 17,65-30 1,22-9-16,-118 49-13,0 1 0,1 1 1,0 0-1,-1 1 0,25 1 0,1 4 20,1 2-1,66 16 0,-65-10-17,94 6 0,-92-15 28,0-2-1,0-3 1,91-18-1,-116 16 82,-1 0 0,0-2 0,0 0 0,-1-2 0,0 0 0,-1-2 0,0 0-1,-1-1 1,35-30 0,-48 36-73,0 0 1,-1-1-1,0 0 0,0 0 0,-1 0 0,0-1 1,0 0-1,-1 0 0,0 0 0,0 0 0,-1-1 0,-1 1 1,1-1-1,-1 0 0,-1 0 0,0 0 0,-1 1 1,0-1-1,0 0 0,-1 0 0,0 0 0,-1 0 0,0 0 1,0 1-1,-5-12 0,-46-148-2866,37 113-854,0 0-3435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08.8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 0 10861,'-4'14'4092,"-15"-8"-2535,0 0-277,7 14-340,-17 17-204,10-6-480,-10 4-672,-5-4-1200,2 3-1165,0 4-1527,10 2-3309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09.0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1 127 7829,'60'-69'1248,"-31"43"-532,-7 12-496,-6 8-512,16 1-928,15-1-1244,-5 12-589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09.5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1749 11825,'0'0'2086,"5"-2"-245,0 0-1448,8-2 189,0 0 0,0-1 0,0-1 0,-1 0 0,0-1 0,18-12 0,35-40 288,-3-2-1,83-104 0,-46 49-572,6-9-122,118-184 1,55-157-73,-193 290 38,-56 110 309,51-85 1,-135 250 1252,-75 183 1,111-238-1400,-38 90 459,-141 344 1392,145-331-1431,-44 198 1,89-308-700,1 1-1,-1 43 0,7-70-24,1-1-1,0 1 1,1 0 0,0-1-1,0 1 1,2 0 0,-1-1-1,1 0 1,1 1 0,0-1 0,0-1-1,7 13 1,-7-17 0,1 1 0,0-1 0,0 0 0,0-1 0,0 1 0,1-1 0,-1 0 0,1 0 0,0-1 0,1 0 0,-1 0 0,0 0 0,1-1 0,0 0 0,-1 0 0,1 0 0,0-1 0,0 0 0,0-1 0,0 0 0,9 0 0,7-1 0,0-2 0,-1 0 0,0-1 0,1-1 0,26-11 0,-8 0 5,-1-2 0,-1-1-1,68-46 1,101-91-343,-174 129 158,66-55-437,-5-4-1,148-171 0,-178 177 358,-4-4-1,-3-2 1,86-173-1,-117 196 337,-54 76 203,8 4-197,2 1-1,1 0 1,0 1 0,1 1-1,-13 23 1,7-12-14,-57 85 28,-68 136 0,121-201-1095,1 2 1,3 0-1,2 1 1,3 1-1,-14 84 0,27-118-487,2-1-1,1 40 0,11 7-4396,15 13-5276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10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923 60 12697,'6'-12'582,"-6"9"-409,1 0 0,0 0 1,0 1-1,1-1 0,-1 0 0,0 1 0,1-1 1,-1 1-1,1-1 0,0 1 0,0 0 0,0 0 1,0 0-1,1 0 0,-1 0 0,0 0 0,1 1 0,-1-1 1,8-2 4128,-18 29-1915,-11 34-892,-23 62 279,-13-2-814,-4-2-1,-6-4 0,-145 193 0,-117 86-274,177-216-415,148-174-266,-4 4 16,1 1-1,0 0 1,-7 13-1,11-19-17,0 0-1,1-1 1,-1 1-1,1 0 0,0 0 1,-1 0-1,1 0 0,0 0 1,-1 0-1,1 0 1,0 0-1,0 0 0,0 0 1,0 0-1,0 0 1,0-1-1,0 1 0,0 0 1,0 0-1,0 0 1,0 0-1,1 0 0,-1 0 1,0 0-1,1 0 1,-1 0-1,1 0 0,-1-1 1,1 1-1,-1 0 0,1 0 1,0-1-1,-1 1 1,1 0-1,0-1 0,0 1 1,-1 0-1,1-1 1,0 1-1,0-1 0,0 0 1,0 1-1,1 0 1,8 0-22,-1 0 1,0-1 0,1 0 0,-1 0 0,1-1 0,17-4 0,-8 2-19,140-17-383,195 1 0,114 43 178,-346-8 115,216 56 0,-337-72 127,29 9-43,31 13 0,-53-19 33,0 1 0,-1 0 0,1 0 1,-1 1-1,0 0 0,-1 0 0,1 1 0,9 10 1,-16-15 8,1 1-1,0-1 1,0 0 0,-1 1 0,1-1 0,-1 1-1,1-1 1,-1 1 0,1 0 0,-1-1 0,0 1 0,0-1-1,0 1 1,0 0 0,0-1 0,0 1 0,-1 0 0,1-1-1,0 1 1,-1-1 0,1 1 0,-1-1 0,1 1 0,-1-1-1,0 1 1,0-1 0,0 0 0,0 1 0,0-1-1,0 0 1,0 0 0,-2 2 0,-4 4-5,1-1 1,-1 0 0,0-1-1,-9 6 1,-7 1 2,0-1 0,0-2 0,-1 0 0,0-1-1,0-2 1,-45 7 0,32-6 2,-654 84-2433,527-82-621,110-12-499,3-6-3616,32 4-3258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10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134 154 13933,'21'10'783,"1"0"0,1-2-1,0-1 1,0 0 0,40 5 0,239 11 2615,-256-23-3231,0-1-1,1-3 1,-1-2 0,69-17-1,-107 21-149,0-1 0,1 0 0,-1 0 0,0 0 0,0-1 0,-1 0 0,1-1-1,-1 0 1,13-10 0,-19 13-12,0 0-1,0 0 1,0 1 0,0-1-1,0 0 1,0 0 0,0 0-1,0 0 1,-1 0-1,1-1 1,-1 1 0,1 0-1,-1 0 1,0 0 0,0 0-1,0 0 1,0-1 0,0 1-1,-1 0 1,1 0 0,-1 0-1,1 0 1,-2-3-1,0 1 34,1-1-1,-1 1 0,0 0 1,0 0-1,-1 1 0,1-1 1,-1 0-1,1 1 0,-1-1 1,-5-3-1,-1 1 172,-1-1-1,0 2 1,0-1 0,0 2-1,-1-1 1,0 1 0,0 1-1,0 0 1,0 1-1,-1 0 1,-13-1 0,-1 2 273,0 0-1,1 2 1,-50 8 0,28 1-47,0 3 0,2 1 0,-1 2 0,2 3 0,1 1 0,0 2-1,1 2 1,2 1 0,0 3 0,-35 32 0,57-44-435,1 1 0,0 0 0,1 1 0,1 1 0,1 1 0,1 0 0,0 1 0,2 0 0,-11 26 0,19-38 0,-1 0 0,2 1 0,-1-1 0,1 1 0,1 0 0,0-1 0,0 1 0,1 0 0,0 0 0,0 0 0,1-1 0,1 1 0,0 0 0,0-1 0,1 1 0,0-1 0,0 0 0,1 0 0,1 0 0,-1 0 0,1-1 0,1 1 0,0-1 0,11 12 0,-1-5-218,0 0 0,1-2-1,1 0 1,0 0 0,0-2 0,1 0-1,27 10 1,10 1-1503,84 20 1,-49-21-1370,167 17 0,-19-23-5050,-64-9-2136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12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250 1208 7477,'0'0'90,"1"0"0,-1 0 1,1 1-1,-1-1 0,1 0 0,-1 0 1,0 0-1,1 1 0,-1-1 1,0 0-1,1 1 0,-1-1 0,0 0 1,1 1-1,-1-1 0,0 0 1,1 1-1,-1-1 0,0 1 0,0-1 1,0 0-1,1 1 0,-1-1 1,0 1-1,0-1 0,0 1 0,0-1 1,0 0-1,0 1 0,0-1 1,0 1-1,0-1 0,0 1 0,0-1 1,0 1-1,0-1 0,0 0 1,0 1-1,-1-1 0,1 1 0,0-1 1,0 1-1,-1-1 0,1 0 1,0 1-1,0-1 0,-1 0 0,1 1 1,0-1-1,-1 0 0,1 1 1,0-1-1,-1 0 0,1 0 0,-1 1 1,1-1-1,0 0 0,-1 0 1,1 0-1,-1 0 0,1 1 0,-1-1 1,1 0-1,0 0 0,-1 0 1,1 0-1,-1 0 0,-36 2 4468,33-2-5130,0 0 3632,2-1-2783,0 0 0,-1-1-1,1 1 1,0 0 0,0-1 0,0 0 0,0 1-1,0-1 1,0 0 0,0 0 0,1 0 0,-1 0-1,1-1 1,-1 1 0,1 0 0,0-1 0,0 1-1,0 0 1,-1-5 0,1 2-107,1 1 0,0 0 0,0-1 0,0 1 0,0 0 0,1-1 1,0 1-1,0 0 0,0 0 0,0-1 0,3-3 0,6-12-27,0 2 0,1-1 0,27-32 1,-29 39 187,145-170 262,-8 12-414,-33 29-93,-23 32-62,129-207 0,-210 300-48,0-1 0,6-23 0,-14 40 23,-1-1 0,0 1-1,1-1 1,-1 1 0,0-1 0,0 1 0,0-1 0,1 0 0,-1 1 0,0-1-1,0 1 1,0-1 0,0 1 0,0-1 0,0 0 0,0 1 0,0-1 0,0 1-1,0-1 1,0 0 0,-1 1 0,1-1 0,0 1 0,0-1 0,0 1 0,-1-1 0,1 1-1,0-1 1,-1 1 0,1-1 0,-1 1 0,1-1 0,0 1 0,-1 0 0,1-1-1,-1 1 1,1 0 0,-1-1 0,1 1 0,-1 0 0,1-1 0,-1 1 0,1 0 0,-1 0-1,0 0 1,1 0 0,-1 0 0,1-1 0,-1 1 0,0 0 0,1 0 0,-2 1-1,-2-1 4,0 0-1,0 1 0,-1 0 0,1 0 0,0 0 0,-6 3 0,0 1 15,0 0-1,1 0 1,0 1-1,0 1 1,0-1 0,0 2-1,-7 8 1,-52 64 133,58-67-129,-302 450 363,42 30-329,215-386-238,-48 132-1,89-200 134,2 0 0,2 1 0,1 0 0,2 0 0,2 1-1,2 0 1,2 51 0,2-83 44,-1-1 0,2 0-1,-1 0 1,1 0 0,0 0 0,1 0-1,4 9 1,-7-15 6,1 0-1,0 0 0,1-1 1,-1 1-1,0 0 0,0-1 1,1 1-1,-1-1 0,1 1 1,-1-1-1,1 0 0,0 1 1,-1-1-1,1 0 1,0 0-1,0 0 0,0 0 1,0-1-1,0 1 0,0-1 1,0 1-1,0-1 0,0 1 1,0-1-1,0 0 1,0 0-1,0 0 0,0 0 1,0-1-1,0 1 0,0 0 1,0-1-1,0 1 0,4-3 1,15-6-45,-1-2 0,1-1 0,-2 0 1,0-2-1,27-23 0,28-20-499,-8 15 106,2 3 0,1 3 1,2 3-1,1 3 1,1 4-1,2 2 0,144-25 1,-197 46 421,-16 1-20,1 1 0,0 0-1,0 0 1,-1 0 0,1 1 0,0 1 0,0-1-1,0 1 1,-1 0 0,10 3 0,-13-3 30,-2 1 0,1 0 0,0 0 1,0 1-1,-1-1 0,1 0 0,-1 1 0,1-1 1,-1 0-1,0 1 0,0 0 0,1 3 1,1 9-1,-1-1 1,1 31 0,0 3 35,6 0-7,17 60 0,9 43-438,-20-91 133,-2-19 120,-13-39 159,0 0-1,1-1 0,0 1 1,-1-1-1,1 0 1,0 1-1,-1-1 1,1 1-1,0-1 0,0 0 1,0 0-1,0 1 1,1-1-1,-1 0 1,0 0-1,0 0 0,1 0 1,-1-1-1,0 1 1,1 0-1,-1 0 0,1-1 1,1 1-1,2 0 11,-1 0-1,1 0 1,0-1 0,-1 1-1,1-1 1,0-1-1,9 0 1,3-2 129,-1-1 0,1-1 0,21-9 1,-17 4-113,-1-1 0,-1 0 1,1-2-1,-2 0 0,0-1 0,-1 0 1,0-2-1,-1 0 0,-1-1 1,0-1-1,-1 0 0,-1-1 1,-1 0-1,-1-1 0,-1 0 0,0-1 1,-2 0-1,0 0 0,-1-1 1,-1 0-1,3-31 0,-8 36-288,0 0 0,-1 1 0,-1-1 0,-1 0-1,-1 0 1,0 1 0,-1-1 0,-1 1 0,0 0 0,-14-28-1,16 40 77,0 0 0,0 0 0,0 0 0,-1 1-1,1-1 1,-1 1 0,0 0 0,0 0 0,0 0-1,0 1 1,-1-1 0,1 1 0,-1 0 0,0 1-1,1-1 1,-1 1 0,0 0 0,0 0 0,0 0-1,-8 0 1,3 1-683,0 0 0,0 0 0,0 1 0,1 0 0,-1 1-1,0 0 1,0 1 0,1 0 0,-11 5 0,-11 11-5633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12.3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902 83 9761,'9'-13'769,"1"1"1,15-16-1,-19 23 190,0 0-1,0 0 1,1 1-1,7-5 1,-11 8 409,-2 1-1214,0 0 0,1 1 0,-1-1 0,0 1 0,0-1 0,0 1 0,0 0 0,1 0 0,-1-1 0,0 1-1,0 0 1,-1 0 0,1 0 0,0 0 0,0 0 0,0 0 0,-1 0 0,1 1 0,0-1 0,0 1 0,9 26 932,-9-16-668,0 1-1,-1 0 1,-1 0 0,0-1 0,-4 20 0,1-1 132,-8 38 266,-2 0-1,-4-1 1,-2-1-1,-4-1 0,-50 102 1,-8-18-286,-116 161-1,-31 37-3267,-16 22-6029,192-290 2286,13-7-4107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12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203 1 13993,'-14'8'2087,"12"-7"-1836,0 0 1,0 1-1,0-1 1,-1 1-1,2-1 1,-1 1-1,0 0 1,0 0-1,0 0 1,1 0-1,-1 0 1,1 0-1,0 0 1,0 0-1,-2 3 1,-20 48 2791,-24 72 0,1 58-742,27-61-1725,-4 134 0,23-252-570,-1 2 41,1 1 1,0-1-1,0 1 1,1-1-1,1 11 1,-1-16-38,-1 0 1,0 0-1,1 0 1,-1 0-1,1 0 1,-1 0-1,1-1 1,-1 1 0,1 0-1,-1 0 1,1-1-1,0 1 1,0 0-1,-1 0 1,1-1-1,0 1 1,0-1 0,0 1-1,0-1 1,0 1-1,0-1 1,-1 0-1,1 1 1,0-1 0,0 0-1,0 0 1,0 0-1,0 1 1,0-1-1,0 0 1,0 0-1,0-1 1,0 1 0,0 0-1,0 0 1,0 0-1,0-1 1,0 1-1,0 0 1,0-1-1,0 1 1,0-1 0,1 0-1,16-8 92,-1 0 0,0-1 0,-1 0 0,20-17-1,60-59 167,-3 1-491,2 11-3093,158-94 0,-182 128-2588,112-44 0,-84 50-3624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12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203 1 12749,'-66'83'2152,"44"-52"-335,-1-2-369,7-1-300,1-2-296,8-12-256,-5 9-472,-1-3-712,3 0-1048,1 0-817,2-6-2299,4 4-3721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13.0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 11633,'16'12'1916,"-9"-24"-408,2 1-328,10 14-243,-3 3-357,3 5-480,3 0-484,-3 4-709,16 13-415,-19-19-784,0 11-1376,9 11-2257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13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897 46 9921,'7'-3'1235,"-1"1"0,1-1-1,-1 1 1,1 1 0,0-1 0,9 0 0,6 1-667,0 1 1,24 3 0,-8-1 300,18 5-352,111 28 568,128 24-846,-280-56-242,1-1 1,-1 0-1,1 0 1,0-2 0,0 0-1,-1-1 1,1 0-1,18-5 1,-22 3 4,0-1-1,-1 0 1,0 0 0,0-1 0,0-1 0,-1 0 0,1 0 0,-1-1-1,-1 0 1,0-1 0,0 0 0,9-10 0,-18 16-6,1 1 1,-1-1 0,0 0-1,0 0 1,0 0 0,0 0-1,0 0 1,0 1-1,0-1 1,-1 0 0,1 0-1,-1 0 1,1 0 0,-1 1-1,0-1 1,0 0-1,0 1 1,-2-4 0,0 3-1,-1 0-1,0 0 1,0 1 0,0-1 0,0 1 0,-1 0-1,1 0 1,0 1 0,0-1 0,-9 1 0,-47 2-64,52-2 51,-2 1-10,-10-1-144,0 1 1,0 1-1,0 1 0,0 0 0,0 2 1,1 0-1,-32 14 0,53-17 192,0 1 0,0 0 0,1-1 0,-1 1-1,0-1 1,1 0 0,5 4 0,1-2 90,0 0 0,1-1 0,-1 0 0,1-1 0,0 0 0,10 1 1,-7-2 36,-1 1 0,0 1 0,16 5 1,-25-7-135,-1 1 0,0-1 0,0 1-1,0-1 1,0 1 0,-1 0 0,1-1 0,0 1 0,-1 0 0,1 0 0,-1 0 0,1 0 0,-1 1 0,0-1 0,0 0-1,0 1 1,0-1 0,-1 0 0,1 1 0,-1-1 0,1 1 0,-1-1 0,0 1 0,0-1 0,0 1 0,0-1 0,-1 5-1,-1 7 13,0 0 0,-1 0 0,-6 19-1,9-33-24,-9 27 49,-2-2 0,0 1 0,-2-2 0,-1 1 0,-20 26 0,-90 103 89,118-147-135,-106 121 243,-6-6 1,-5-5-1,-161 118 1,240-203 106,-1-2-1,-1-3 1,-59 26 0,78-41-205,-1-2 0,0-1 1,-1-2-1,0 0 0,0-2 0,0-1 1,-42 0-1,43-5-84,1-1 1,-1-1 0,1-1-1,0-1 1,0-2 0,1 0-1,0-2 1,0-1 0,1-1-1,-31-18 1,52 26-122,0 1 0,0-1 0,0 0 0,0 0 0,0 0 0,1-1 0,-1 1 0,1-1 0,0 0 0,0 0 0,0 0 0,1-1 0,-1 1 0,1 0 0,0-1 0,0 0 0,1 1 0,0-1 1,-1 0-1,1 0 0,1 0 0,-1 0 0,1 0 0,0 0 0,0 1 0,0-1 0,1 0 0,0 0 0,0 0 0,0 0 0,0 0 0,1 1 0,0-1 0,0 0 0,3-5 0,4-4-464,0-1 1,0 1-1,1 1 0,1-1 1,0 2-1,1 0 0,0 0 0,23-16 1,3 1-3685,80-43 1,3 10-5904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13.6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 18 14469,'-10'-9'2085,"0"1"3031,-9 13-4444,4 4-352,5 2-356,-3 4-832,-6-1-700,-12 6-956,2-6-2721,0 3-4192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14.9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826 329 10621,'13'-231'7995,"-13"223"-7336,0 1-1,0-1 1,-1 0 0,0 1 0,0-1 0,-1 1 0,0-1 0,0 1 0,-1 0 0,-6-13-1,9 20-630,-1-3 885,-4 6 26,-3 2-622,0 1 1,0 0-1,0 1 1,1 0 0,0 0-1,0 1 1,-10 14 0,-40 71 1212,42-65-1136,-17 28-230,-248 441 274,32 18-481,169-305 43,71-183 0,1 1 0,1 0 0,2-1 0,1 2 0,0 51 0,4-72 0,-1 0 0,1 0 0,1 0 0,-1 0 0,1 0 0,1 0 0,0-1 0,0 1 0,0-1 0,1 1 0,0-1 0,0-1 0,1 1 0,0 0 0,10 9 0,-6-8 0,0-1 0,0-1 0,1 0 0,0 0 0,0-1 0,0 0 0,1-1 0,-1 0 0,1-1 0,19 4 0,11 0-30,-1-2 0,2-2 0,-1-2 0,0-1 0,58-9 0,-29-1-910,1-4 0,87-29 0,-61 9-1494,-2-3-1,119-67 0,37-51-7444,-136 75 279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15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15 9849,'-38'-14'8977,"61"14"-7941,-4 0-352,19 0-136,25 5-116,-6 1-108,10 3-328,12-4-580,7 7-792,6 2-824,10-3-3049,6 7-4204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15.3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83 188 10877,'-20'8'758,"14"-6"-357,0 0-1,0 0 0,0 0 1,0-1-1,0 1 1,-1-2-1,-12 1 3956,24-1-3546,85-13-470,128-35 0,-93 17-1576,26-5-365,72-16-150,-164 41 1403,106-6 0,-135 18 380,1 2 0,-1 0 0,-1 2 0,58 18 0,-12-4-2216,-15-10-3179,-7-4 734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15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781 21 11501,'0'0'197,"0"-1"0,1 0 1,-1 1-1,0-1 0,0 0 0,0 0 0,0 1 0,0-1 0,0 0 1,-1 0-1,1 1 0,0-1 0,0 0 0,0 0 0,-1 1 1,1-1-1,0 0 0,-1 1 0,1-1 0,-1 1 0,1-1 1,-1 0-1,1 1 0,-1-1 0,1 1 0,-1-1 0,1 1 0,-1-1 1,0 1-1,1 0 0,-1-1 0,-1 1 0,-1 0 168,1 0 0,-1 0 0,0 0 0,0 1 0,1 0 0,-1-1 0,0 1 0,1 0 0,-5 2 0,-26 12 984,0 2 0,0 1 1,-52 40-1,-77 79-825,96-78-1634,20-21-1939,-68 42 1,2-12-5663,57-36 35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16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619 145 11773,'0'-1'179,"0"1"-1,0 0 1,0 0-1,0-1 1,0 1 0,0 0-1,0 0 1,-1-1-1,1 1 1,0 0 0,0 0-1,-1-2 1430,0 2-1430,1-1 1,0 1-1,0 0 1,0 0 0,-1 0-1,1 0 1,0 0-1,0 0 1,-1 0 0,1 0-1,0-1 1,0 1-1,-1 0 1,1 0 0,0 0-1,0 0 1,-1 0-1,1 0 1,0 0 0,-1 1-1,1-1 1,0 0-1,0 0 1,-1 0 0,1 0-1,0 0 1,0 0-1,-1 1 1,-22 10 2759,-32 30-2567,47-35 591,-87 71 871,5 3 0,-149 170 0,224-232-1720,0 1-1,1 1 0,1 0 0,1 1 1,-10 23-1,21-41-117,0-1 0,0 1-1,0 0 1,0 0 0,0 0 0,1 0 0,-1 0 0,1 0 0,0 1 0,0-1 0,0 0-1,0 0 1,1 0 0,-1 0 0,1 0 0,0 0 0,0 0 0,0 0 0,0 0-1,0 0 1,1-1 0,-1 1 0,1 0 0,0-1 0,-1 1 0,1-1 0,4 4-1,-1-2-59,0-1 0,0 1-1,0-1 1,1 0-1,-1-1 1,1 1-1,0-1 1,-1 0-1,1-1 1,0 1-1,0-1 1,0 0-1,8 0 1,22-1-460,1-1 1,-1-2-1,0-1 1,56-15-1,139-53-1037,-150 43 1161,-2-4 0,0-4 0,-3-3 0,-1-3 0,85-66 0,-129 83 199,-1-2-1,-2-1 0,-1-1 1,41-60-1,-65 86 184,0-1-1,0 0 1,-1 1 0,0-2-1,1 1 1,-2 0-1,1 0 1,-1 0-1,0-1 1,0 1-1,0-1 1,-1 1 0,1-1-1,-2 1 1,1-1-1,-1-5 1,-1 7 62,0 0 1,0 0 0,0 0-1,-1 0 1,1 1-1,-5-5 1,3 8-13,0 0 0,0 1 0,0-1 0,0 1 0,0 0 0,0 0 0,0 1 0,0-1 0,1 1 0,-1 0 1,0 0-1,1 0 0,-1 1 0,-4 4 0,-2 2 22,1 1 0,0 0 0,-8 12-1,-3 5 7,16-23-44,1 0 0,-1 0 0,1 1-1,0-1 1,1 1 0,-1 0 0,1 0 0,0 0 0,0 0 0,1 1-1,-1-1 1,1 0 0,0 1 0,0 8 0,1-12-17,1 1 0,-1-1 0,0 0 0,1 0 0,0 1 0,-1-1 1,1 0-1,0 0 0,0 0 0,0 0 0,0 0 0,1 0 0,-1 0 0,0-1 0,1 1 1,-1 0-1,1-1 0,0 1 0,0-1 0,-1 1 0,1-1 0,0 0 0,0 0 0,0 0 1,0 0-1,1 0 0,-1-1 0,0 1 0,0 0 0,0-1 0,1 0 0,-1 1 0,0-1 1,0 0-1,4 0 0,6-1-37,0 0 0,0 0 0,0-1 0,0-1 0,0 0 0,0 0 0,12-7 0,3 1-29,80-33-18,-3-5 0,124-74 1,-207 109 108,202-113 1272,-230 153-386,-2-8-727,0 0 1,-1-1-1,-1 1 0,-25 31 1,18-26-474,-27 51 0,11-2-1589,32-70 1596,1-1 1,0 0-1,0 0 1,1 1-1,-1-1 0,1 1 1,-1-1-1,1 1 1,0-1-1,0 1 0,1-1 1,-1 0-1,1 1 1,-1-1-1,1 1 1,0-1-1,1 0 0,-1 0 1,0 0-1,1 1 1,0-1-1,3 4 1,21 20-5487,15 2-2343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16.6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543 1 10925,'-12'20'2728,"-10"-17"205,-4 8-177,4 3-416,-7-5-228,-15 8-160,15 3-339,-2-6-301,-4 6-232,-7 0-224,1-3-268,0-2-532,6-1-720,3-3-932,0-2-917,1 2-1139,12-8-3077,0 6-6384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17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 0 9409,'0'0'9769,"-2"4"-8078,-72 175 3481,32-73-4084,-5 13-1060,-4 9-2144,-7-1-3569,32-73-548,8 1-3906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18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93 260 8905,'-10'-94'1679,"1"0"3248,-3 36-804,12 58-4072,0-1-1,0 1 0,0-1 0,0 1 0,1-1 0,-1 1 1,0 0-1,0-1 0,0 1 0,1-1 0,-1 1 0,0-1 0,0 1 1,1 0-1,-1-1 0,0 1 0,1 0 0,-1-1 0,0 1 1,1 0-1,-1-1 0,1 1 0,-1 0 0,0 0 0,1 0 0,-1-1 1,1 1-1,-1 0 0,1 0 0,-1 0 0,1 0 0,16-3 411,-11 6-377,0 0-1,0 1 1,0 0 0,-1 0 0,0 0-1,1 1 1,6 7 0,-4-3 1,10 7 25,-1 2 1,-1 0-1,-1 1 1,-1 0-1,0 1 0,-1 1 1,10 23-1,-16-26-89,0 0-1,-1 0 1,-1 1-1,0 0 0,-2 0 1,0 0-1,-1 0 0,-1 1 1,-2 25-1,-2-21 0,0 1 1,-2 0-1,-1-1 0,0 0 0,-2 0 0,-1-1 1,-15 30-1,-12 10-61,-50 69 1,-2 1 54,81-122-29,1 1-1,0 0 0,0 0 0,1 0 0,-4 16 0,8-24 7,0 0-1,0 0 0,1 0 0,0 0 1,0 0-1,0 0 0,0 0 0,0 0 0,1-1 1,0 1-1,0 0 0,0 0 0,0 0 1,1 0-1,-1-1 0,1 1 0,0-1 1,0 1-1,0-1 0,1 0 0,3 5 0,0-2-25,2 0-1,-1 0 0,0-1 0,1 0 0,0 0 1,0-1-1,1 1 0,-1-2 0,1 0 0,0 0 0,15 3 1,12 1-194,60 3-1,-82-9 170,98 3-654,-1-4-1,196-27 1,216-73-664,-421 77 1210,374-97 782,-459 114-413,-30 5-40,3 1-171,-26 1 64,0 3 0,-60 12 0,-72 27-49,163-42-8,-72 23-57,1 3-1,-94 47 0,158-68 22,0 0 0,1 1 1,-20 16-1,31-23 38,-1 1 0,0-1-1,1 0 1,-1 1 0,1-1-1,-1 1 1,1-1 0,0 1-1,-1-1 1,1 1 0,-1-1-1,1 1 1,0 0 0,0-1 0,-1 1-1,1-1 1,0 1 0,0 0-1,0-1 1,-1 1 0,1 0-1,0 1 1,2 1 21,1 0 0,-1 0 0,0-1 0,1 1-1,0 0 1,0-1 0,0 0 0,0 1 0,0-1 0,0 0 0,0-1 0,1 1-1,-1-1 1,8 3 0,10 2 143,1-1 1,0-1-1,1-1 0,-1-1 0,28-1 1,5 1 114,17 4-110,0-3-1,0-3 1,125-17-1,-114 1-598,0-3 1,-1-4-1,-1-3 0,-1-4 0,-2-3 0,-1-4 0,98-63 0,-76 32 1031,72-46 1638,-164 110-2085,1 0-1,-1 0 1,1 1 0,0 0 0,0 0-1,0 1 1,16-3 0,-20 5-115,0-1-1,-1 1 1,1 1-1,0-1 1,0 0-1,-1 1 1,1 0-1,0 0 1,-1 0 0,1 0-1,-1 1 1,1-1-1,-1 1 1,1 0-1,-1 0 1,0 0 0,0 0-1,0 1 1,0-1-1,3 5 1,34 47-624,8 8-2369,-43-57 2439,1 0 0,-1 0 1,1-1-1,-1 1 0,2-1 0,-1-1 0,0 1 0,13 4 0,17 5-5766,-23-8 651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18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93 9025,'-32'-8'2744,"29"8"-192,6-2-1558,3-2-768,0 1 0,1 0-1,-1 0 1,1 1-1,0-1 1,0 2-1,0-1 1,0 1 0,9-1-1,74-1-200,-52 3-329,3-2-644,0-2 0,0-1 0,78-21 1,-101 21 1560,1 1 1,1 0 0,-1 2 0,0 0 0,1 1 0,35 3 0,-25 3-209,0 2 1,39 14 0,-42-12-1090,0-1 0,56 9 1,26-12-2410,-36-12-2103,-32 1-495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18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8997,'0'0'2035,"3"2"-80,0 0-1642,0 0 1,1 0-1,-1 0 1,0 0-1,-1 1 1,1 0-1,0-1 1,-1 1-1,1 0 1,-1 0-1,0 1 1,0-1-1,0 0 1,-1 1-1,1-1 1,-1 1-1,1-1 1,-1 1-1,0 4 1,1 7 200,-1-1 1,0 0-1,-3 29 1,1-29-353,0 0 0,1 1 1,2 20-1,-1-32 318,-1-2-464,0 0 0,0 0 0,0 0 0,0 0 0,0 0 0,1 0 0,-1 0 0,0-1 0,1 1 0,-1 0 0,0 0 0,1 0 0,-1 0 1,1 0-1,0-1 0,-1 1 0,1 0 0,-1 0 0,1-1 0,0 1 0,0 0 0,-1-1 0,1 1 0,0-1 0,0 1 0,0-1 0,0 1 0,0-1 0,0 0 0,0 1 0,-1-1 0,1 0 0,0 0 0,0 0 0,0 0 0,0 0 0,2 0 0,44-6-96,-30 3-64,122-28-3152,-16 4-4206,-33 14-1545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18.9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1 12461,'-35'11'8182,"26"-4"-5914,-2-1-1019,9 0 3564,4 3-4459,0-1 0,0 1 0,-1 0 1,0-1-1,0 1 0,-1 0 0,0 0 1,-1 0-1,-2 14 0,-1-11-318,0 0 0,0 0 0,-1-1 0,-1 1 0,0-1 0,-9 13 0,-172 275-75,179-288 38,4-4-218,0-1 0,1 1 0,-1-1 0,1 1 0,-2 8 0,4-12 76,1-1 0,-1 1 0,1 0 0,0-1 0,0 1-1,0 0 1,1-1 0,-1 1 0,0-1 0,1 1 0,0 0 0,0-1 0,0 1 0,0-1-1,0 0 1,0 1 0,0-1 0,2 3 0,0-4 31,-1 0 0,0 0-1,0 0 1,1 0 0,-1 0 0,1 0-1,-1-1 1,1 1 0,-1-1 0,1 1 0,-1-1-1,4 0 1,-1 0 63,1-1 0,-1 1 0,0-1-1,1 0 1,-1 0 0,0 0 0,0-1 0,1 0-1,-1 0 1,0 0 0,-1 0 0,1-1 0,0 0-1,-1 0 1,0 0 0,1-1 0,-1 1-1,-1-1 1,5-5 0,40-42-224,-28 31-870,-1-1 1,31-42-1,-43 52 598,50-74-8247,-16 39-1437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19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359 7 14741,'0'-1'128,"1"1"0,-1-1 0,0 1 1,1-1-1,0 1 0,-1-1 0,1 1 0,-1-1 0,1 1 0,-1 0 0,1-1 0,0 1 0,-1 0 0,1 0 0,0 0 0,-1-1 0,1 1 0,0 0 0,0 0 0,-1 0 0,1 0 0,0 0 1,-1 0-1,1 0 0,0 0 0,-1 0 0,1 1 0,0-1 0,-1 0 0,2 1 0,1 0 154,-1 1-1,0-1 1,1 1 0,-1 0 0,0 0 0,0 0-1,0 0 1,2 4 0,1 0 342,0 1 1,-1-1-1,0 1 1,-1 1-1,6 13 1,-2 10 616,-2 0-1,-1 0 1,-2 0 0,-2 49 0,-19 124 313,7-137-1546,-34 113 0,-38 60-9,-23 9 1,54-135 0,-49 162 0,95-255 0,2 1 0,0 0 0,1 1 0,1-1 0,2 1 0,0 26 0,1-43 0,1 1 0,0-1 0,0 1 0,1-1 0,-1 0 0,1 0 0,0 0 0,1 0 0,0 0 0,0 0 0,0 0 0,1-1 0,-1 0 0,1 1 0,0-2 0,1 1 0,0 0 0,-1-1 0,1 0 0,0 0 0,1 0 0,-1-1 0,1 1 0,0-1 0,9 3 0,2 0 0,1-2 0,0 0 0,1 0 0,-1-2 0,1 0 0,-1-1 0,1-1 0,-1-1 0,1 0 0,-1-2 0,0 0 0,22-7 0,16-7 0,0-3 0,78-40 0,-29 8 0,-2-6 0,-3-4 0,-2-4 0,-4-4 0,-3-4 0,-3-5 0,107-122 0,-62 48 235,314-355-7203,-285 326 1423,-159 179 5343,1-1 0,-1 1 0,0 0 0,1 0 0,0 1 0,0-1 0,0 1 0,7-4-1,-10 6 182,0 0 0,0-1-1,0 1 1,0 0 0,-1 0-1,1 0 1,0-1 0,0 1-1,0 0 1,0 0 0,0 0-1,0 1 1,0-1 0,0 0-1,0 0 1,-1 0 0,1 1-1,0-1 1,0 0-1,0 1 1,0-1 0,-1 1-1,1-1 1,0 1 0,0-1-1,-1 1 1,1 0 0,0-1-1,-1 1 1,1 0 0,-1-1-1,1 1 1,-1 0 0,1 0-1,-1 0 1,1-1-1,-1 1 1,0 0 0,1 0-1,-1 0 1,0 0 0,0 0-1,0 0 1,0 0 0,0 0-1,0-1 1,0 2 0,1 10-27,-1 0 0,-1 0 0,1 0 0,-2 0 1,0 0-1,0 0 0,-8 19 0,-35 83-193,40-103 228,-25 52-672,-4 0 1,-50 70-1,-94 106-4201,119-162 2322,-15 18-1957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19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 8745,'19'-20'4120,"-16"3"-3820,0 0-680,4 37-5236,-4 20 1431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20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1 548 9709,'114'-26'5900,"-98"21"-5218,-1 0-1,0-2 1,0 1 0,-1-2 0,1 0 0,-2-1-1,18-14 1,86-83 1902,-88 77-1867,57-61 584,23-22-214,-89 95-895,-1 0 0,2 2-1,44-26 1,-58 37-146,0 1 0,1-1 0,0 2 0,0-1 0,0 1 0,0 0 0,0 1 0,0-1-1,1 2 1,-1-1 0,0 1 0,1 1 0,-1-1 0,0 1 0,16 4 0,-19-3-19,1 1 0,0-1 1,-1 1-1,1 0 0,-1 0 0,0 0 1,0 1-1,0 0 0,0 0 0,-1 0 1,1 1-1,-1-1 0,0 1 0,-1 0 1,1 0-1,-1 1 0,0-1 0,0 1 1,-1-1-1,1 1 0,1 10 0,-1-3 19,0 1 0,-2 0-1,1-1 1,-2 1-1,0 0 1,0 0 0,-2 0-1,0 0 1,0-1-1,-1 1 1,-1-1 0,0 0-1,-1 0 1,0 0 0,-1 0-1,0-1 1,-16 23-1,-3-1 101,-2-1 0,-1-1-1,-1-1 1,-53 42 0,-12-1 174,-122 71-1,213-141-313,-126 68 114,76-43-1,-58 39 1,91-46-611,60-29-51,-1-2-1,62-24 0,78-46-902,-82 36 888,472-250-897,-320 159 2058,-249 135-602,12-5 50,0 0-1,0 0 1,1 1-1,-1 0 1,14-2-1,-23 6-41,-1 1-1,0-1 0,1 1 1,-1 0-1,1 0 0,-1 0 1,0 0-1,1 0 0,-1 0 1,0 1-1,1-1 0,-1 1 1,0 0-1,1-1 0,-1 1 1,0 0-1,0 0 1,0 1-1,0-1 0,0 0 1,0 1-1,0-1 0,0 1 1,0-1-1,-1 1 0,1 0 1,-1 0-1,1 0 0,-1 0 1,0 0-1,0 0 0,0 0 1,0 0-1,0 1 0,0-1 1,0 4-1,5 18 36,-2 0 1,-1 1-1,-1 0 0,-2 46 0,-2-50 16,0 1 1,2-1-1,1 1 0,5 34 0,-4-55-61,0 0 0,0 0 0,0 0 0,0 0 0,0 0 0,0-1 0,1 1 0,-1-1 0,0 0 0,0 1 0,1-1 0,-1 0 0,0 0 0,4-1 0,124-28 40,-33 6-60,-65 16-81,58-20 1,-87 26 81,16-2-177,-4-1-90,0 0 1,0-2-1,-1 1 0,1-2 0,-1 0 0,0-1 1,-1 0-1,20-16 0,0-5 12,49-57 1,-24 24 73,-57 61 197,2-3 7,1 0 0,0 0 0,0 1 0,0-1 0,0 1 0,1 0 0,7-4 0,-10 6-3,0 1 1,-1 0-1,1-1 1,0 1-1,0 0 0,-1 0 1,1 0-1,0 0 1,0 1-1,-1-1 0,1 0 1,0 1-1,-1-1 1,1 1-1,0-1 0,-1 1 1,1 0-1,-1 0 1,1 0-1,-1 0 0,1 0 1,-1 0-1,0 0 0,1 0 1,-1 0-1,0 1 1,0-1-1,0 1 0,1 1 1,92 125-874,-92-126 850,1 1 0,0-1 0,0-1-1,-1 1 1,1 0 0,0-1 0,1 1 0,-1-1 0,0 0 0,0 0 0,1 0 0,-1 0 0,0-1 0,1 0-1,-1 1 1,0-1 0,1 0 0,-1-1 0,1 1 0,-1 0 0,0-1 0,1 0 0,-1 0 0,0 0 0,0 0-1,0 0 1,0-1 0,0 0 0,4-2 0,-5 3 22,1 0 0,0 0 1,0 0-1,-1 1 0,1-1 0,0 1 0,0 0 1,0-1-1,0 1 0,-1 0 0,1 1 0,3-1 1,4 1-2,12 1-17,0 0 0,-1 2-1,0 1 1,0 0 0,31 13 0,-25-8-643,1-2 1,35 7-1,-38-13-734,1 0-1,36-2 1,14-6-4425,-11 2-1547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20.6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84 4976,'102'-26'356,"-67"9"-728,3-3-1076,16 0 920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20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1 7305,'16'8'3860,"-22"9"-2384,-1 3 828,-2-5-1536,2 5-228,-8-3-468,-1 0-696,3-3-536,-3 0-796,3-5-1712,1 2-2265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20.9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69 10065,'-18'-13'994,"-12"-11"3774,-5 18 2605,38 4-6686,1-1-665,-1 1 1,1-1 0,0 1-1,-1 0 1,1 0-1,1 0 1,-1 0 0,0 1-1,0 0 1,0 0-1,1 0 1,-1 0 0,1 1-1,-1-1 1,1 1-1,4 0 1,123 1-1013,128-1-6630,-196 1 2655,2 9-2747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21.5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1260 7 4588,'3'-1'241,"-1"0"-1,1 0 0,0 0 0,0 0 0,-1 1 0,1-1 1,0 1-1,0 0 0,0 0 0,0 0 0,3 0 0,-5 0-92,0 1 1,0-1-1,0 1 0,0-1 0,0 1 0,0 0 0,0-1 0,-1 1 0,1 0 0,0-1 1,0 1-1,-1 0 0,1 0 0,0 0 0,-1 0 0,1 0 0,-1 0 0,1 0 1,-1 0-1,1 0 0,-1 0 0,0 0 0,0 0 0,1 0 0,-1 0 0,0 0 0,0 0 1,0 0-1,0 0 0,0 0 0,0 1 0,-1-1 0,1 0 0,0 0 0,-1 1 1,-1 6 444,-1-1 0,0 0 0,0 0 0,-1 0 0,0-1 1,0 1-1,0-1 0,-1 0 0,0 0 0,-11 10 0,-4 7 821,-198 211 7494,173-189-7736,-315 289 845,115-112-2088,201-182 39,-131 131-802,71-50-3881,98-113 3985,0 1 0,0 0 0,1 0 0,1 0 0,-1 0 0,-4 15 1,7-17-212,1 0 0,0 0 0,0 0 0,0 0 0,1 0 0,0 8 0,2-1-3228,0 0 1,9 24-1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22.4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579 266 15549,'-28'37'857,"10"-15"-87,2 0-1,1 0 1,1 1 0,0 1-1,-14 38 1,-89 211 5126,-11-6-4232,-14 35-5855,133-284 3663,-1 3-453,0 0 0,2 1 0,-9 35 0,16-52 719,0 0 0,0 1 1,0-1-1,1 0 0,0 0 0,0 1 0,0-1 1,1 0-1,-1 0 0,1 1 0,1-1 1,-1 0-1,1 0 0,-1 0 0,2 0 1,-1 0-1,0-1 0,1 1 0,0-1 1,0 0-1,6 7 0,-6-9 195,0 1 0,0-1 0,0 0 0,1 0 0,-1 0 1,1-1-1,-1 1 0,1-1 0,0 0 0,0 0 0,0 0 0,-1 0 0,1-1 0,0 0 0,0 0 0,0 0 1,0 0-1,0 0 0,0-1 0,0 1 0,-1-1 0,1 0 0,0-1 0,0 1 0,-1-1 0,5-2 1,3-1 64,0-1 1,0 0 0,-1-1 0,0 0-1,0-1 1,-1 0 0,13-14 0,10-17 294,-1-2 1,46-84-1,36-100 874,-103 205-1080,35-76 366,19-44 631,132-210-1,-61 167-169,-103 145-675,2 1 0,65-53 0,-78 73-133,0 1 1,1 2-1,1 0 1,1 2-1,-1 0 0,38-12 1,-42 18-7,0 2 0,-1 0 0,2 1 0,-1 1 0,0 0 0,0 2 0,1 0 0,-1 1 0,37 8 0,-40-5-26,1 1-1,-1 0 1,0 1 0,0 1-1,-1 1 1,0 0 0,0 1 0,14 12-1,-22-16-31,-1 1 1,0 0-1,0 0 0,0 1 0,-1-1 0,1 1 0,-2 0 0,5 9 0,-7-12-13,0 1-1,0 0 0,0 0 1,-1 0-1,0 0 0,0 0 0,0 0 1,-1 0-1,0 0 0,0 0 1,0 0-1,0 0 0,-1 0 0,-1 7 1,0-5 2,-1-1 1,1 1-1,-1-1 1,-1 0-1,1 0 1,-1 0-1,0-1 1,0 1-1,0-1 1,-1 0-1,0 0 1,-6 4 0,-7 5 38,-1 0 0,-26 13 0,-28 10 57,-140 50-1,137-59-68,-52 15 99,70-25-180,-71 31 0,124-46 10,-1 0-1,1 0 1,-1 1-1,1 0 1,0 0 0,0 0-1,1 0 1,-1 1-1,1 0 1,-7 9-1,10-12 9,0 0-1,0-1 1,0 1 0,0 0-1,0 0 1,1-1 0,-1 1-1,1 0 1,-1 0 0,1 0-1,0 0 1,0 0 0,0 0-1,0-1 1,0 1 0,0 0-1,0 0 1,0 0 0,1 0-1,-1 0 1,1 0 0,0-1-1,-1 1 1,1 0 0,0 0-1,0-1 1,0 1-1,0-1 1,0 1 0,1-1-1,-1 1 1,0-1 0,1 0-1,-1 1 1,1-1 0,1 1-1,10 5-11,0-1-1,0 0 1,0-1-1,1-1 1,-1 0-1,1-1 1,0-1-1,25 2 0,-15-1 5,117 11-29,-73-8 182,108 21 0,-155-22-95,-1 1 1,1 1-1,-2 0 0,1 2 0,-1 0 0,0 1 1,-1 1-1,0 1 0,23 20 0,-34-25-25,0 0-1,-1 1 1,0-1-1,0 1 1,-1 0-1,0 1 1,0-1-1,-1 1 1,-1 0-1,6 18 1,-1 5 35,6 63 1,-4-21-117,-8-63 48,1-1-1,0-1 1,1 1 0,0 0 0,0-1-1,1 0 1,0 0 0,1 0 0,0-1-1,0 0 1,1 0 0,0 0 0,1-1-1,-1 0 1,1 0 0,1-1 0,-1 0-1,1-1 1,0 0 0,0 0 0,1-1-1,13 5 1,-4-3 25,1 0 0,-1-1 0,1-1 0,0-1 0,0-1 1,0-1-1,1 0 0,-1-1 0,0-2 0,33-5 0,6-10 84,-1-1 1,63-30 0,-45 17-66,150-55 219,-195 75-38,50-8 0,-28 7-125,-50 11-66,1 1 15,11-1-34,0 1 0,0 0 1,1 1-1,-1 1 0,0 1 0,0 0 0,0 1 0,-1 0 0,1 1 0,24 13 1,-32-14-15,-1 0 0,1 0 0,0 1-1,-1 0 1,0 0 0,9 11 0,13 9-124,-17-16-299,1-1-1,0 0 1,0-1 0,15 6 0,-20-10 40,0-1 0,0-1 0,0 1 0,1-1 1,-1 0-1,0-1 0,1 0 0,-1 0 0,14-2 0,153-22-1941,281-35 251,-435 57 2026,39-4-437,0-2-1,98-27 0,-150 33 24,-1 0-1,1 0 1,-1-1 0,0 1-1,0-1 1,0-1-1,0 1 1,0-1-1,-1 0 1,1-1-1,-1 1 1,0-1-1,7-10 1,1-1-2033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22.8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77 128 4548,'0'0'11200,"1"-3"-10290,3-4-387,0-1-1,1 1 0,0 0 1,0 1-1,1-1 1,0 1-1,0 0 1,13-9-1,-17 13-432,-1 0 0,1 0 0,0 0 1,-1 0-1,1 0 0,-1 0 0,1 0 0,-1 0 0,0-1 1,0 1-1,1-3 0,1-3 473,-4 6-528,-1 0-1,0 0 0,0 0 1,0 0-1,0 1 0,0-1 0,0 1 1,-1 0-1,1 0 0,0 0 1,-5-2-1,-119 22-812,123-18 726,4 3-62,0 0 118,1 1 0,0-1 0,0 0 0,0 0 0,1 0 0,-1 0 0,1 0 0,0-1 0,0 1 0,1-1 0,4 4 0,5 5 8,1-2-1,0 0 0,0-1 0,1 0 0,18 7 1,1 1-6,658 308-54,-352-180-128,-253-111-275,-84-33-136,-98 7-9586,34-7 1997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23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564 148 12081,'-159'-57'4118,"125"46"-2778,-1 1 0,-1 2 0,1 2 0,-1 1 0,-45-1-1,-15-2 1166,71 6-2184,-2-2 2630,100-3-1188,640-15-774,484 21-1592,1 16-4499,-949-11 3230,142 2-2484,-133 1-2238,-20 2-4662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23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267 1 13797,'-104'86'2885,"62"-29"-173,4 6-476,13 5-380,3-2-372,6 5-292,3 12-264,7 9-223,6-4-505,9 1-933,20 2-351,-4-8-616,10 0-824,-6-14-472,9-7-2657,3 1-4668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24.0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326 27 9745,'17'-19'1943,"-17"18"-1887,0 1-1,0 0 1,0-1-1,0 1 1,0 0-1,0 0 1,0-1-1,0 1 1,0 0-1,0 0 0,0-1 1,0 1-1,0 0 1,0 0-1,-1-1 1,1 1-1,0 0 1,0 0-1,0 0 1,0-1-1,-1 1 1,1 0-1,0 0 1,0 0-1,-1-1 1,1 1-1,0 0 1,0 0-1,-1 0 1,1 0-1,0 0 1,0 0-1,-1 0 0,1 0 1,0 0-1,0 0 1,-1 0-1,1 0 1,0 0-1,-1 0 1,1 0-1,-1 0 1,-8 0 818,-1 1 1,1 0 0,0 1-1,-12 3 1,-6 2-525,1 1 1,0 2-1,1 0 1,0 1-1,0 2 0,1 0 1,1 2-1,-23 18 1,44-31-400,-1 0 0,1 0 1,0 0-1,0 0 1,0 1-1,0-1 0,0 1 1,0-1-1,1 1 0,-1-1 1,1 1-1,0 0 1,0 0-1,0 0 0,0 0 1,0-1-1,1 1 0,-1 0 1,1 0-1,0 1 1,0 2-1,1-4 11,0 1 0,0 0-1,0 0 1,0-1 0,0 1 0,1-1-1,0 1 1,-1-1 0,1 1 0,0-1 0,0 0-1,0 0 1,0 0 0,1 0 0,-1-1 0,0 1-1,1 0 1,-1-1 0,1 0 0,5 3-1,17 5 189,0 0 0,1-2 0,0 0 0,1-2 0,-1-1 0,1-1-1,41-1 1,190-22 377,-246 19-526,342-66 85,-163 26 304,-185 40-239,2-1-1,-1 1 1,0 1 0,0-1 0,0 1 0,0 0 0,0 1 0,14 2 0,-20-2-69,1-1 1,-1 1 0,1 0 0,-1-1 0,1 1 0,-1 0 0,0 0 0,1 0-1,-1 0 1,0 0 0,0 0 0,0 1 0,1-1 0,-1 0 0,-1 0 0,3 4 0,-2-3-11,0 1 1,-1-1 0,1 1-1,-1-1 1,1 1 0,-1 0-1,0-1 1,0 1 0,0 0-1,0 0 1,-1-1 0,1 1-1,-2 3 1,-4 12 294,0 1 0,-2-2 0,0 1 1,-16 24-1,4-7 8,8-13-233,-16 31 353,26-49-484,1-1 0,-1 1 1,1 0-1,0 0 0,0 0 1,1 0-1,-1 0 0,1 0 1,0 0-1,0 0 0,0 5 1,1-8-42,-1 0 1,0 0 0,1 0 0,-1 1 0,1-1-1,-1 0 1,1 0 0,0 0 0,-1 0 0,1-1-1,0 1 1,0 0 0,-1 0 0,1 0 0,0 0-1,0-1 1,0 1 0,0 0 0,0-1-1,0 1 1,0-1 0,0 1 0,2-1 0,27 5-501,-25-5 473,28 0-250,-1-2 0,1-1 0,-1-1 0,0-2 0,37-12 0,-21 6 1,60-8-1,-96 19 280,0 1 1,0 0-1,0 0 0,0 1 0,12 2 1,-19-2 27,0 1 0,0-1 0,0 1 0,-1-1 0,1 1 0,0 1 0,-1-1 0,1 1 0,-1 0 0,0 0 0,0 0 0,0 0 0,5 5 0,-8-6-36,9 50-80,-9-44 118,0-1 1,1 1-1,0-1 1,1 1-1,0-1 1,0 0-1,0 0 1,1 0-1,0 0 1,0-1-1,1 1 1,6 5-1,-4-2-26,-1-1 0,1 1-1,7 18 1,-13-27 9,-1 0 1,1 1-1,-1-1 1,0 1-1,0 0 1,0-1-1,0 1 1,0-1-1,0 1 1,0-1-1,0 1 1,0-1-1,-1 1 1,1-1-1,-1 1 1,1-1 0,-1 1-1,0-1 1,1 0-1,-1 1 1,0-1-1,0 0 1,0 0-1,0 1 1,0-1-1,0 0 1,0 0-1,0 0 1,-1 0-1,1-1 1,0 1-1,-1 0 1,1 0-1,0-1 1,-4 2-1,-4 2-191,0-1 0,-1 0 1,-19 4-1,27-7 163,-14 2-596,0 0 1,0 0-1,0-2 0,-22-2 1,-32-6-4625,18 0 570,6-1-2447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24.5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1575 29 16990,'32'-28'8450,"-33"31"-6383,-5 14-1139,-1-1 0,0 0 0,-1 0 1,-11 16-1,3-9-570,0-2 0,-21 22-1,-130 106-1166,137-124 1164,-91 73-355,-247 151 0,279-198 96,-178 98-1656,85-62-2993,138-69 2991,-110 50-8736,86-32-1608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24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1969 26 17454,'-25'-6'1310,"2"0"128,0 1 0,-1 2 0,1 0 1,-1 1-1,-35 2 0,-11 11-375,1 3-1,0 3 1,1 3 0,-66 29-1,100-35-1052,1 1-1,1 2 1,0 1-1,1 2 0,1 1 1,-34 30-1,50-37-9,1-1 0,0 2-1,1 0 1,0 0-1,1 1 1,1 1 0,1-1-1,0 2 1,1-1 0,1 1-1,0 0 1,2 1-1,-6 28 1,7 5 0,1 0 0,3 0 0,8 67 0,-3-53 0,-4 88 0,-2-132 0,-2-1 0,0 0 0,-1 0 0,-2 0 0,0 0 0,-1-1 0,-1 0 0,-12 23 0,4-18 0,-1 0 0,0-1 0,-2-1 0,-1-1 0,-1-1 0,-1 0 0,-1-2 0,0 0 0,-1-2 0,-31 17 0,-28 10 0,-164 62 0,56-41-277,64-30-5720,123-34 3106,15-3-1691,4-5 1977,4-2-346,53-13-7529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25.4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1103 142 10909,'-19'1'3097,"-36"-2"0,-18 1 925,-101 19 683,137-16-4145,28-3-334,0 1 0,0-1-1,0 2 1,0-1 0,1 1 0,-1 0 0,0 1 0,-10 5 0,18-7-144,-1 0 0,1 0 0,0 1 1,-1-1-1,1 0 0,0 1 0,0-1 1,0 1-1,0 0 0,0-1 0,1 1 1,-1 0-1,0 0 0,1-1 0,-1 1 1,0 3-1,-3 35 1289,3-19-937,0-15-350,-1 1 1,1 0-1,-1 0 0,-1-1 0,1 1 1,-1-1-1,0 0 0,-1 0 0,1 0 1,-1 0-1,0-1 0,-8 9 0,-6 3-73,-2-1 0,-30 21 0,21-16 2,-72 50-13,-114 83 0,124-74 0,84-73 0,0 1 0,0 0 0,1 0 0,0 0 0,1 1 0,-1 0 0,1 0 0,1 0 0,-4 13 0,7-19 0,0 0 0,0 0 0,1 0 0,0 0 0,-1 1 0,1-1 0,0 0 0,1 0 0,-1 0 0,0 1 0,1-1 0,0 0 0,0 0 0,0 0 0,0 0 0,0 0 0,1 0 0,-1 0 0,3 2 0,-1 0 0,1-1 0,0 0 0,0 0 0,0-1 0,1 1 0,-1-1 0,1 0 0,0 0 0,0 0 0,6 2 0,7 1 0,0 0 0,1-1 0,0-1 0,0-1 0,27 2 0,48-2 1,175-18 0,93-41-26,-259 35-79,-2-3 0,172-67 0,-225 71 91,-1-3 0,0-1 0,-2-2 0,-1-2 1,-1-3-1,-1-1 0,52-53 0,-78 69-6,-1-1 1,-2 0-1,1-1 1,-2-1-1,0 0 1,-2-1-1,11-24 1,-18 36 13,0 0 1,-1 0-1,1-1 1,-2 1-1,1-1 1,-1 0 0,0 0-1,-1 1 1,0-1-1,-1 0 1,1 0-1,-2 1 1,1-1-1,-1 1 1,-1-1-1,1 1 1,-1 0-1,-1 0 1,0 0-1,0 0 1,-6-8-1,2 5-9,-1 0-1,-1 0 1,0 1-1,0 0 0,-1 1 1,0 0-1,-1 1 1,0 0-1,-18-9 1,10 8 14,1 2 0,-1 0 1,-1 0-1,1 2 0,-41-5 1,28 8 60,-1 0-1,0 3 1,1 0 0,-1 3 0,1 0 0,0 3 0,-63 19 0,71-17-33,1 1 1,1 1-1,-1 1 0,2 2 1,0 0-1,0 1 1,1 1-1,1 1 1,1 0-1,1 2 1,-18 21-1,28-28-28,0 0 0,0 1 0,1 0 0,1 0 0,-7 21 0,-44 154 0,52-164 0,0 0 0,2 0 0,1 0 0,1 0 0,2 28 0,0-19 0,4 86 0,0-66 0,-4-1 0,-9 105 0,6-140 0,-2-1 0,0 1 0,-1-1 0,0 0 0,-1 0 0,-1 0 0,-1-1 0,0 0 0,-1 0 0,0-1 0,-1 0 0,-1-1 0,-17 17 0,4-9-155,0-1 0,-1 0 0,-1-2 0,-1-2-1,-1 0 1,-45 18 0,-11-3-5177,-3-9-6892,67-19 1083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25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794 185 10833,'42'-37'878,"-24"20"-151,1 1 1,1 1-1,0 1 1,35-19-1,-47 29-509,7-5 833,1 1 0,-1 0 0,1 2 0,22-7-1,-34 12-830,0 0-1,0 0 1,1 0 0,-1 1-1,0 0 1,1 0-1,-1 0 1,1 0-1,-1 1 1,0 0 0,0 0-1,1 0 1,-1 0-1,0 0 1,0 1-1,0 0 1,0 0 0,0 0-1,-1 0 1,1 1-1,-1 0 1,6 4-1,-3 0 5,-1 0-1,1 1 0,-1-1 1,-1 1-1,0 0 0,0 1 1,0-1-1,-1 1 0,0-1 1,-1 1-1,0 0 1,0 0-1,-1 0 0,0 0 1,0 1-1,-1-1 0,-3 18 1,0 2 195,-2 1 0,-1-1 0,-2 0 0,-13 34 0,4-22-324,-3 0-1,-1-1 0,-1-2 1,-3 0-1,-1-2 0,-1 0 1,-2-2-1,-58 52 0,-2-8-116,-4-5-1,-112 67 0,89-70 23,49-31 0,-111 85 0,136-88 0,-49 51 0,88-85 0,1 1 0,0-1 0,0 0 0,0 1 0,0-1 0,0 1 0,0-1 0,1 1 0,-1 0 0,1 0 0,0 0 0,0-1 0,0 1 0,0 1 0,0-1 0,1 0 0,-1 0 0,1 0 0,0 6 0,1-6 0,1 0 0,-1-1 0,1 1 0,-1-1 0,1 1 0,0-1 0,0 0 0,0 1 0,0-1 0,0 0 0,0 0 0,1-1 0,2 3 0,-2-2 0,11 8-142,0-1 0,0 0 1,1-1-1,1-1 0,27 10 0,89 17-2259,-105-28 1833,544 98-11569,-455-86 8076,78 14-5704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25.8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194 117 12369,'3'-31'2008,"-15"40"-144,-1-18-3,0 3 71,-12-2-124,6 5-288,-3-3-304,-4-2 464,13 2-1412,4 0-732,-4-11-8844,1 3 4371,-8 2-3896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26.9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376 84 5412,'-74'0'1408,"43"-1"70,0 2 0,0 1 0,1 1 0,-52 12-1,-10 9 2686,88-23-2369,78 4-942,1-3 0,139-14 1,-65 1-343,537-31-3285,331-15-6089,-629 44 254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27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18 6353,'-4'-7'-1983,"2"-4"11347,10 12-2630,4 4-5833,19 5-396,1-1 1,56 10-1,77 0 66,-121-15-430,108 12 160,627 60-279,2-20-3422,-158-24-5100,-303-15-536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27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1 7337,'-21'5'1520,"0"-1"1,-1 0 0,-38 0 4370,65-3-5100,77 18-157,0-3 1,153 8-1,-129-16-445,337 35 138,608 46-515,525-33-3426,-1187-70-1805,-317 10 2736,25 0-3429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29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1 7057,'-16'1'1710,"1"0"0,-20 5 0,21-3-762,11-3 443,13 17 78,-7-13-1366,1-1 1,0 0 0,0 0-1,0-1 1,0 1 0,1-1-1,-1 0 1,1 0 0,-1 0 0,1-1-1,9 2 1,60 6 420,-54-8-378,529 26 1085,-90-6-755,-96 3-100,1922 188 1129,1 65-454,-1510-179-635,564 73 500,917 110 141,-1-65-179,-1066-177-529,-1128-43-321,72-14 0,-79 9 32,-51 9-68,-23-11-318,11 8-103,-1 0-1,1 0 0,0 1 0,-1 0 0,1 0 1,-1 1-1,-15-1 0,-36 3-4662,28-1-598,16 2-3052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29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41 4120,'-41'-40'-1200,"38"63"336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31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1340 1 10465,'-3'1'1767,"0"1"-1516,-1 0 0,1 0 0,0 0 0,0 0 0,0 1 0,0-1 0,1 1 0,-1 0 0,1 0 0,-1 0 0,1 0 0,0 0 0,-2 4 0,-19 53 1740,12-29-986,-47 138 2479,-52 263 0,37-124-2352,-190 515-544,160-566-2496,-152 271 0,179-388 677,-178 309-7067,212-380 3937,13-10-2379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38.7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1 198 4064,'2'-1'255,"-1"-1"-1,1 1 1,0-1 0,-1 0-1,1 1 1,-1-1-1,0 0 1,0 0-1,0 0 1,0 0-1,0 0 1,0 0-1,0 0 1,0 0 0,0-3-1,-1 2-224,1 0-1,0 1 0,0-1 1,0 0-1,1 0 1,-1 1-1,0-1 0,1 1 1,0 0-1,0-1 1,3-2-1,10-7 186,1 0 0,24-12 0,-23 14-129,-11 7 82,-1 1 0,1-1 0,0 1 1,0 0-1,1 0 0,-1 1 0,0 0 0,7-1 1,-8 2-227,-1-1 548,23-17 147,-17 12-556,0 1 0,0 0 0,1 1 0,-1 0 0,1 1 0,0 0 0,0 1-1,0 0 1,0 1 0,18-1 0,17 3 130,58 7-1,-73-5-162,91 9 65,509 36 627,-559-46-621,724 27 631,-1 39-667,-409-16-16,279 34 28,2-35 62,398-22 92,-295-9-227,1048-17-140,-949-29 153,96-2 440,182 39-356,-550-2-107,221 8-73,443 9-65,578 9 253,-603-8-108,364-17 532,-472-5-341,-305-5-169,-370-5 1,1312-4-241,-1403 9 167,667-12-49,-577 24 44,179-4 104,-202-17-47,10-22-50,-212 11 87,-138 14-34,0 3 0,162 16 0,49 14 80,-232-23-31,624 30 173,-277-50-111,-408 15-132,127-11 268,-131 12-222,19 0 14,46 4 84,89 15 0,-153-19-34,7 0-149,10 1 75,-20 2 3,-8 5-16,0 0 24,0 0 0,1 0 0,-1 1 0,2 0 0,-1 0 0,-3 10 0,-4 4 52,-16 25 222,1 1 0,3 2 0,1 0 0,3 2 0,-19 74 0,-40 267 422,56-262-440,-46 138 0,41-180-231,-4-2 0,-3-1 0,-5-2 0,-3-2 1,-3-2-1,-113 145 0,53-90-75,-44 54 43,93-122-70,-239 301 41,233-274-35,-76 149 0,-197 363 61,65-163 32,43-70-72,-136 162 26,-48 24-23,341-468-1,-174 216 28,25-35-29,-33 92-31,220-301 42,2 2 0,-33 102 1,36-86 0,-46 86 0,57-131-6,8-17 51,-22 36 0,28-51-55,1 0 0,-1 0 1,0 0-1,0 0 0,-1 0 0,1-1 0,-1 0 1,0 0-1,0 0 0,-1-1 0,1 0 0,-1 0 0,0 0 1,0 0-1,0-1 0,0 0 0,0 0 0,0-1 1,0 0-1,-1 0 0,-8 0 0,-94 8 41,-1-5 1,1-4-1,-151-21 0,-298-75-77,106 14 60,-351-7-8,-958-130-603,932 134-257,814 84 822,-796-17-873,312 15 565,-23-23 218,42 1-193,-18-2-75,362 19 392,-187-14-116,-213-12 41,9-16-766,353 20-1917,1-7-3524,101 19-208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6:51:41.5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632 90 3100,'1'-3'150,"-1"1"-1,1-1 0,0 1 1,0 0-1,0 0 0,0 0 1,0-1-1,1 1 0,-1 0 1,1 0-1,-1 1 0,1-1 1,0 0-1,0 0 0,-1 1 1,1-1-1,0 1 0,0 0 0,1-1 1,2 0-1,0-2 62,-2 3 259,-1-3-251,0 0 0,0 1 1,1-1-1,-1 1 0,1 0 0,0-1 0,0 1 0,0 0 0,1 1 0,-1-1 0,8-4 2427,-23 38-1140,5-13-1031,4-9-353,1 0 0,1 0 1,-1 0-1,1 1 0,1-1 1,0 1-1,1 13 0,17 66 769,-13-69-594,-1 0-1,0 1 1,-2-1-1,1 25 1,-9 31 647,-27 135 1,-38 73-259,23-101-493,-28 94 36,71-258-223,-12 37-18,-31 69 0,-56 90 9,-119 267-113,160-301-669,36-96 456,26-81 318,0 1-1,1 0 1,0-1 0,0 1-1,0-1 1,0 1-1,0-1 1,1 1-1,0-1 1,0 1-1,0-1 1,1 0-1,-1 1 1,1-1-1,0 0 1,0 0 0,1 0-1,-1 0 1,1-1-1,4 6 1,30 31 17,-20-20-9,0-1 1,2-1-1,0 0 0,1-1 0,1-2 1,33 20-1,210 82 181,-208-96-164,0-3 0,2-2 0,0-3 0,95 10-1,233-17 28,0-26-68,-162 6 96,687 12 87,-639 25-85,142 13-70,784 112-141,-510-52 215,191 19-185,-584-69 278,-138-19-39,405 76 559,-4 0-387,1135 210-65,-1072-201-202,-34-9 188,-392-53-130,27 5-4,-161-47-22,1-3 1,0-3-1,74-6 0,3 0 128,271 15 48,-311-8-212,102 0-6,214-6-67,-185-6-51,-35 4-317,-129 7 358,446 29 4,-338-9 128,359 54 638,516 101-47,-904-149-623,-87-20-33,-56-7-17,27-12-88,-23-69 14,-6 77 71,7-14-23,-2 0-4,-4 14-35,3-9 76,1 1-17,-4 7-23,7-2 17,13-4 37,2 0-132,1 0-1,0 2 1,47-11-1,79-3-269,-118 19 340,52-8-81,-68 10 138,-1-1 0,1 0 0,-1-2 0,0 0 0,0 0-1,0-1 1,26-14 0,-24 11 19,-1 1-1,1 0 0,1 2 0,-1 0 1,1 1-1,18-3 0,17 7 28,0 1 0,0 3-1,57 12 1,-110-16-63,111 14 48,-63-13-122,-45-1-22,0 1-420,9 1 650,-1 2-2448,-21 1-155,6-4 1747,-5 3 123,0-6-4836,-7-5-1627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42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271 74 12229,'-18'-9'2061,"17"8"-1926,0 1-1,1-1 1,-1 0 0,1 0 0,0 1-1,-1-1 1,1 0 0,0 0 0,-1 1-1,1-1 1,0 0 0,0 0-1,0 0 1,-1 0 0,1 1 0,0-1-1,0 0 1,0 0 0,0 0 0,1 0-1,-1 0 1,0 1 0,1-2 0,-1 0 329,0-1-49,0 1 0,0-1 0,-1 0 0,1 1 1,0 0-1,-1-1 0,0 1 0,0-1 0,0 1 1,0 0-1,0-1 0,0 1 0,0 0 1,-1 0-1,-3-5 4036,-11 24-2403,11-10-1835,2-1 0,-1 1 0,1-1-1,0 1 1,0 0 0,1 0 0,-3 14-1,-7 60 154,7-36-382,-98 473 16,74-385 0,14-61-779,-5 87 1,17-116-701,2 0 1,2 0-1,9 60 1,-8-92 949,0 0 0,1 1 1,0-1-1,1 0 1,1 0-1,7 14 0,-9-19-59,1-1-1,0 1 0,1-1 1,-1 0-1,7 6 0,-7-7-457,1-1 0,0 1 0,0-1-1,0 0 1,0-1 0,10 5 0,27 7-6710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42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187 265 12425,'-162'-68'8759,"141"57"-5567,21 10-3141,-1 1 0,1 0 0,0-1 0,-1 1 0,1 0 0,0-1 0,0 1-1,0 0 1,-1-1 0,1 1 0,0 0 0,0-1 0,0 1 0,0-1 0,-1 1 0,1 0 0,0-1 0,0 1 0,0-1 0,0 1-1,0-1 1,0 1 0,0 0 0,0-1 0,1 1 0,-1-1 0,0 0 0,2-1 48,0-1 0,1 1-1,-1-1 1,0 1 0,1 0 0,0 0 0,0 0 0,0 0 0,3-2-1,21-9 153,1 0 0,0 2-1,1 1 1,0 1-1,53-8 1,-38 7-116,60-13 26,0 5 1,1 4-1,1 5 0,160 6 0,-235 6-137,1 1 0,33 8 0,-51-8-25,0 1 1,1 0-1,-1 0 1,-1 1-1,1 1 1,15 11-1,-24-15-6,-1 0-1,0 1 0,0-1 0,-1 1 0,1-1 0,-1 1 1,0 0-1,0 1 0,0-1 0,0 0 0,-1 1 1,0-1-1,0 1 0,0 0 0,2 8 0,-3-6-4,0 1-1,-1-1 1,0 1-1,0-1 0,-1 1 1,1-1-1,-1 0 1,-1 1-1,-3 11 1,-4 4-25,-1 0 0,-1-1 0,-1-1 0,-1 0 0,-21 26 0,-45 49-173,-154 142-1,46-51 101,155-153 33,-39 56 0,64-81 64,0 2 0,1-1 0,0 1 0,1 0 0,0 0 0,1 0 0,0 1 1,1 0-1,0 0 0,-2 20 0,5-26 11,0 0 1,1 0-1,0 0 1,0-1-1,0 1 1,1 0-1,0-1 1,0 1-1,1-1 1,-1 0-1,1 0 1,0 0-1,0 0 1,1 0-1,-1-1 1,1 1-1,0-1 0,1 0 1,7 6-1,4 1-5,0 0-1,0-1 0,1-1 1,33 13-1,39 9-30,110 22 0,-69-20 38,-75-18 1,4 0-49,-1 2 0,-1 2 0,77 38 1,-125-52 50,-1 0 0,1 0 0,-1 1 1,0 0-1,-1 0 0,1 1 0,-1 0 1,7 10-1,-12-14-1,1 0 0,-2 1 0,1-1 0,0 0 0,-1 1 0,1 0 0,-1-1 0,0 1 0,0-1 0,-1 1 0,1 0 0,-1 0 0,0-1 0,0 1 0,0 0 0,0 0 0,0 0 0,-1-1 0,0 1 0,0 0 0,0-1 0,0 1 0,-1-1 1,-2 5-1,-3 5-6,-1-1 1,-1 0-1,0-1 1,0 0-1,-1 0 1,-1-1-1,1 0 1,-2-1 0,-12 8-1,-18 11 11,-61 28-1,-585 224-754,650-266 523,-10 3-513,-170 54-555,190-64-482,-56 4 0,68-10 72,0-1 1,0-1-1,0 0 0,-26-6 1,22 1-7974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43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4 334 13093,'2'-6'769,"0"-1"-1,-1 1 0,0-1 1,0 0-1,-1-6 0,2-15 2482,-2 25-2920,0 1 0,-1 0 0,1-1 1,-1 1-1,0 0 0,0 0 0,0 0 1,0-1-1,-6-7 5008,9 13-5261,1 1-17,0 0-1,0 1 0,-1-1 0,1 1 0,-1 0 0,-1-1 1,1 1-1,0 0 0,-1 0 0,0 0 0,0 0 0,-1 0 1,1 8-1,-4 108 343,4 109-13,-1-224-384,1 1-1,0 0 1,0 0-1,1 0 1,0-1-1,0 1 1,1-1-1,-1 1 1,2-1-1,-1 0 1,1 0-1,-1-1 1,1 1-1,1-1 1,-1 1-1,1-1 1,0-1-1,0 1 1,1-1-1,-1 0 1,1 0-1,0 0 1,0-1-1,0 0 1,1 0-1,-1-1 1,1 0-1,-1 0 1,1 0-1,0-1 1,0 0-1,8 0 1,1 0 0,1-1 0,-1-1 0,1 0 0,-1-1 0,0-1 0,0 0 0,21-8 0,6-6-138,51-27 1,-56 24 20,1 2 1,43-13-1,-74 29 95,0 0-1,0 1 0,1 0 1,-1 1-1,0 0 0,1 0 0,-1 1 1,0 0-1,0 0 0,1 1 0,7 2 1,12 2-19,0-2 44,0-1 0,1-1 0,-1-1 0,0-2-1,1-1 1,-1-1 0,0-1 0,0-2-1,-1-1 1,48-18 0,-55 17 33,0 0 0,-1-2 1,0 0-1,-1-1 0,0-1 0,-1-1 1,0 0-1,-1-2 0,0 1 0,-2-2 1,1 0-1,-2-1 0,0 0 0,18-35 1,13-44 126,28-56-141,-60 130-36,1 1 0,0 1-1,2 0 1,27-29 0,-40 47 6,0 1 0,0-1 1,0 1-1,0 0 0,0-1 0,0 1 0,0 0 1,1 0-1,-1 0 0,0 1 0,1-1 1,-1 0-1,0 1 0,1 0 0,-1-1 1,1 1-1,-1 0 0,0 0 0,1 1 0,4 0 1,-1 0-1,-1 1 0,1 0 0,0 0 0,-1 0 0,9 5 0,-10-4-3,1 1-1,-1-1 1,0 1 0,0-1-1,0 1 1,-1 0 0,1 1-1,-1-1 1,0 1 0,0-1-1,2 6 1,3 4-15,3 6 25,-1 0 1,-1 0-1,-1 1 0,0 0 0,-2 1 1,-1 0-1,0-1 0,-2 2 0,0-1 1,-1 0-1,-2 0 0,0 1 0,-2-1 1,-4 25-1,-1-6 4,-1 0 0,-3-1 0,-1-1 0,-2 0 0,-2 0 0,-35 62 0,40-85-14,0 0-1,-25 25 0,35-41 6,-1 1 0,1-1 0,-1 1 0,1-1 0,-1 1 0,1-1 0,-1 0 0,1 0 0,-1 0 0,0 0 0,1 0 0,-1 0 0,1 0-1,-1 0 1,0-1 0,1 1 0,-1-1 0,1 1 0,-1-1 0,1 1 0,0-1 0,-1 0 0,1 0 0,-1 0 0,0-1 0,1-2-11,0 0-1,0 0 1,1 0 0,0 0-1,0 0 1,0 0 0,0 0 0,1 0-1,-1 0 1,1 0 0,0 0-1,1 0 1,1-4 0,4-12-63,1 1 0,1 0 0,1 1 1,0 0-1,19-24 0,-4 11-12,53-53 1,-54 60 54,2 2 1,0 0-1,2 2 1,0 1-1,41-21 0,-52 32 22,12-8-13,1 2 0,0 1 0,52-14 0,-69 24 22,0 0-1,0 1 0,0 1 0,1 0 0,-1 1 1,0 0-1,0 1 0,1 0 0,-1 1 0,0 1 0,19 6 1,-26-7 2,0 0 0,0 1 0,0 0 0,-1 0 0,1 0 0,-1 1 0,0 0 0,0 0 0,0 0 1,0 0-1,-1 1 0,0 0 0,0 0 0,0 0 0,0 1 0,-1-1 0,0 1 0,0 0 0,0 0 1,-1 0-1,0 0 0,0 0 0,-1 0 0,1 1 0,-1 7 0,-1 2-4,0-1 0,-1 1 0,-1-1 0,-1 0-1,0 0 1,-1 0 0,-9 22 0,7-19-191,0 1-1,1 0 1,-4 35-1,9-50 159,0-1 0,0 1 1,0 0-1,0 0 0,1 0 0,0 0 0,-1-1 0,1 1 0,1 0 0,-1-1 0,1 1 0,-1-1 0,4 5 0,-4-6 25,1 0-1,-1-1 0,1 1 0,-1 0 0,1-1 0,0 0 0,0 1 1,-1-1-1,1 0 0,0 0 0,0 0 0,1 0 0,-1 0 0,0 0 0,0-1 1,0 1-1,0-1 0,1 0 0,-1 1 0,0-1 0,0 0 0,1 0 1,-1 0-1,3-1 0,7-2-4,-1 0 1,0 0-1,0-1 1,0 0-1,-1-1 0,1-1 1,-1 1-1,0-2 1,-1 1-1,0-1 0,10-9 1,16-17-18,41-51 0,-64 69 9,38-43 142,-17 16 94,2 2 0,2 2 0,75-61 0,-110 97-201,0 0 0,0 1-1,1-1 1,-1 1-1,1-1 1,-1 1-1,1 0 1,-1 0 0,1 0-1,-1 1 1,1-1-1,0 0 1,-1 1 0,1 0-1,0 0 1,0 0-1,-1 0 1,1 0 0,3 1-1,-4 0-3,1 0 0,-1 0 1,0 0-1,0 0 0,0 1 0,0-1 0,0 1 0,0 0 0,-1-1 0,1 1 1,0 0-1,-1 0 0,1 0 0,-1 0 0,0 0 0,2 5 0,1 3 6,-1 0-1,0-1 1,0 2 0,-1-1-1,-1 0 1,0 0-1,0 0 1,-1 17-1,-5 7-47,-1 0 1,-2-1-1,-1 0 0,-21 52 0,-6 17-2112,30-66 575,5-33 727,17-25-3422,16-49-3621,-16 13-1744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43.9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 13089,'-19'8'1864,"3"4"3801,35-18-6125,3 0-668,3 9-640,4-3-833,-7-3-1619,4 3-3237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45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35 449 12789,'0'-3'245,"0"1"-1,-1 0 1,1-1 0,-1 1-1,1 0 1,-1-1 0,0 1-1,0 0 1,0 0 0,0 0-1,0 0 1,0 0 0,-1 0-1,-1-2 1,1 2 1263,2-3-237,3-10-562,0-11 3689,14 34-3051,-15-6-1294,0 0 1,1 0-1,-1 0 1,0 0-1,0 0 1,-1 0-1,1 0 1,0 1-1,-1-1 1,1 1-1,-1-1 1,0 1-1,0-1 1,0 1-1,0 0 1,0 0-1,0-1 1,-1 1-1,1 5 1,0 9 107,0 0 0,-1 19 0,-1-32-122,-5 61 383,-28 123 0,21-128-329,-2 54-147,14-112 57,0 1 0,1-1 0,-1 0-1,1 0 1,0 1 0,0-1 0,0 0-1,0 0 1,0 1 0,0-1 0,1 0-1,-1 0 1,1 0 0,0 1 0,-1-1-1,1 0 1,0 0 0,0 0 0,0 0-1,0 0 1,3 2 0,-3-3-1,1 1 0,0-1 0,1 0 0,-1 0 0,0 0 0,0 0 0,0 0 0,1 0 0,-1 0 0,0-1 0,1 0 0,-1 1 0,1-1 0,-1 0 1,0 0-1,5 0 0,5-2 1,0 0 0,0-1 0,0 0 0,0-1 0,0 0 0,17-9 0,65-36 5,-22 10-54,123-48 0,-182 83 51,0 0 0,0 0 1,0 1-1,0 1 0,1 0 0,-1 1 0,1 1 1,-1 0-1,1 1 0,-1 0 0,0 1 0,0 0 1,1 1-1,16 7 0,-4 2 28,2-2 0,-1 0 1,1-2-1,1-1 0,-1-1 0,1-1 0,0-2 1,0-1-1,1-1 0,47-5 0,-46-1-13,1 0 0,-1-2 0,0-2 0,0-1 0,-1-1 0,-1-1 0,37-21 0,-45 18-42,-1 0-1,-1-1 1,0-1 0,-1-1-1,-1 0 1,-1-1-1,-1-1 1,0-1 0,-1 0-1,-2 0 1,0-2-1,15-39 1,-26 59 3,0-1 0,0 0 0,0 1 1,-1-1-1,1 0 0,-1 0 0,0 0 0,0 0 0,0 1 1,0-1-1,-2-6 0,1 9 14,1-1 0,-1 1 0,1 0 0,-1 0 0,0 0 0,1-1 0,-1 1 1,0 0-1,0 0 0,0 0 0,0 0 0,0 0 0,0 1 0,0-1 0,0 0 0,0 0 0,-1 1 0,1-1 0,0 1 0,0-1 0,-1 1 0,1-1 0,0 1 1,-1 0-1,1 0 0,0-1 0,-1 1 0,1 0 0,0 0 0,-1 1 0,1-1 0,0 0 0,-1 0 0,0 1 0,-10 2-2,1 0 0,0 1 0,0 0 0,1 0 0,-1 1 0,1 1 0,0 0 0,-15 12-1,-74 68-116,79-67 100,-18 16 22,-57 70 0,85-92 11,0 0 0,1 0 1,1 1-1,0 0 0,1 1 0,0 0 1,1 0-1,1 0 0,-6 31 0,11-43-2,-1 0-1,1 0 1,0 0 0,0 1-1,0-1 1,0 0-1,1 0 1,0 0 0,-1 0-1,1 0 1,0 0 0,0 0-1,1 0 1,-1 0-1,0 0 1,1 0 0,3 3-1,-2-2-3,0-1 1,1 0-1,-1 0 0,1 0 1,0 0-1,0-1 0,0 1 1,1-1-1,-1 0 0,8 2 1,5 1 3,0-2 0,0 0 0,1 0 1,-1-2-1,22 0 0,-1-3-3,1-1-1,-1-3 1,0 0 0,0-3-1,-1-1 1,0-1 0,-1-3-1,0 0 1,-1-3 0,-1-1-1,40-27 1,-18 6-95,-2-3 1,-2-2-1,-1-2 0,-3-3 1,63-80-1,-60 62-61,48-84-1,-78 115 106,68-116-154,-63 104 223,-25 47 293,7 39 299,-1-13-447,30 138 655,0-7-407,-30-112-305,2 49-1,-9-77-86,-1 1-1,0 0 1,-1-1-1,0 1 1,-2-1-1,-5 19 1,-3-7-47,0-1 0,-1 0 1,-2-1-1,-34 46 0,22-33-149,10-9-91,17-30 258,0 1 0,0-1 0,0 0 0,0 0 0,0 0 1,0 1-1,0-1 0,0 0 0,0 0 0,0 0 0,0 1 0,0-1 0,1 0 0,-1 0 0,0 0 0,0 1 0,0-1 0,0 0 0,0 0 0,0 0 0,1 0 1,-1 0-1,0 1 0,0-1 0,0 0 0,0 0 0,1 0 0,-1 0 0,0 0 0,0 0 0,0 0 0,1 0 0,-1 0 0,0 0 0,0 0 0,0 1 0,1-1 1,-1 0-1,0 0 0,0 0 0,0-1 0,1 1 0,-1 0 0,0 0 0,0 0 0,0 0 0,1 0 0,-1 0 0,0 0 0,0 0 0,0 0 0,1 0 0,-1-1 1,0 1-1,0 0 0,0 0 0,0 0 0,1-1 0,48-30-519,-36 21 514,34-27-211,-1-3 0,-2-1 0,42-53 0,-34 38 77,248-291-122,-222 253 198,-48 58 72,0-1 130,49-46 0,-78 82-112,0 0 0,0 0 1,1 0-1,-1 0 1,0 0-1,1 0 1,-1 1-1,1-1 1,-1 0-1,1 1 1,-1-1-1,1 1 1,-1 0-1,1-1 1,0 1-1,-1 0 1,1 0-1,0 0 0,-1 0 1,1 0-1,-1 1 1,1-1-1,0 0 1,-1 1-1,1-1 1,-1 1-1,1-1 1,-1 1-1,1 0 1,0 1-1,2 0 37,-1 1 1,1 0-1,-1 0 0,0 0 0,0 0 1,0 1-1,0-1 0,-1 1 0,5 7 1,4 13 118,0 0 0,-1 1 1,-2 0-1,-1 0 1,0 1-1,-2 0 0,-1 0 1,1 44-1,-5-50-114,-1-1-1,-1 0 1,0 1-1,-2-1 1,0 0-1,-1-1 1,-1 1-1,-1-1 1,0 0 0,-2 0-1,0-1 1,-19 27-1,2-10-56,-1-3-1,-2 0 0,-2-2 1,0-1-1,-49 33 1,-51 24-2448,-3-8-4871,114-67 450,2-4-4550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45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367 0 13885,'34'3'2227,"-27"-3"-154,-4 24 1814,-3-22-3743,1 1 0,-1 0 0,1 0 0,-1 0 0,0 0 0,0 0 0,0 0-1,-1 4 1,-32 84 2611,-100 296 859,-7 23-3618,106-293-2462,-29 187 1,59-278 1573,1 1-1,2 0 1,3 44 0,-1-59 205,1 0 1,1 0-1,0-1 1,5 15 0,-4-18-312,-1 0 1,1-1 0,1 1-1,0-1 1,0 0 0,10 11-1,18 9-6836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45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57 11417,'-1'0'12,"-4"-2"439,0 1 0,0-1 0,1-1 0,-1 1 0,-8-6 0,13 8-343,-1 0 0,1-1 0,-1 1 0,1-1 0,-1 1-1,1-1 1,-1 1 0,1-1 0,0 1 0,-1-1 0,1 0 0,0 1 0,0-1 0,-1 1 0,1-1 0,0 0-1,0 1 1,0-1 0,0 0 0,0 1 0,0-2 0,0 0 46,1 1 1,-1 0-1,1 0 1,-1 0-1,1 0 0,0-1 1,-1 1-1,1 0 0,0 0 1,0 0-1,0 1 1,0-1-1,0 0 0,0 0 1,2-1-1,1 0 40,1 1 1,-1 0-1,1 0 1,-1 0-1,1 0 1,-1 0-1,1 1 0,-1 0 1,1 0-1,-1 0 1,1 1-1,-1 0 1,1-1-1,4 3 0,2-1-11,30 5 308,-1 3 0,0 1 0,-1 2 0,64 29 1,-49-14-178,-1 2 0,79 60 0,-117-79-251,-1 1 0,0 0-1,-1 1 1,0 1 0,20 29-1,-28-36-41,0 1 0,-1 0 0,0 0-1,-1 0 1,1 0 0,-2 1 0,1-1-1,-1 1 1,-1 0 0,1 0 0,-2-1-1,1 1 1,-1 0 0,-2 14 0,-1-6 2,-1-1 0,-1 0 0,0 0 0,-1-1 0,-1 1 1,0-1-1,-1-1 0,-13 19 0,-4 1-8,-2-1 0,-33 33 0,-17 7-1141,-165 122-1,166-137-829,-28 19-3704,64-50 338,22-11-2920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46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13597,'11'1'800,"-1"2"-1,0-1 0,0 1 0,0 0 1,-1 1-1,1 1 0,-1-1 0,12 8 1,-7-2-391,-1 1 0,1 0-1,-2 1 1,17 18 0,-2 5-173,0 2-1,39 75 0,-44-69-124,-1 2 1,-3 0-1,-1 2 0,13 61 0,-21-69-62,-3 1 1,-1-1-1,-2 1 1,-2 0-1,-6 69 1,3-95-26,-1 1 1,0-1 0,-1 0 0,0 0 0,-1 0-1,-1 0 1,-11 20 0,13-27-7,-1-1 0,1 1 0,-1-1 0,0 0 0,-1 0 0,0 0 0,0-1 0,0 0 0,0 0 0,-1-1 0,0 1 0,0-1 0,0-1 0,-15 6 0,20-8-7,-1 0 1,1 0-1,-1 0 0,0 0 0,1-1 0,-1 1 0,0-1 0,1 0 0,-1 0 1,0 0-1,0 0 0,1 0 0,-1-1 0,0 1 0,0-1 0,1 0 0,-1 1 1,1-1-1,-1 0 0,1-1 0,-1 1 0,1 0 0,0-1 0,-1 1 0,1-1 1,0 0-1,0 0 0,0 0 0,0 0 0,1 0 0,-1 0 0,0-1 0,1 1 1,0 0-1,-1-1 0,1 1 0,0-1 0,0 1 0,1-1 0,-1 0 0,0-3 1,-1-3-10,1-1 0,0 0 0,0 0 0,1 0 0,1 0 0,-1 0 0,2 1 0,-1-1 0,1 0 0,5-12 0,1 4-2,0 0 0,2 1 0,0 0 0,1 0 1,1 1-1,24-25 0,91-80-154,-79 80 88,2 2-1,84-50 1,-96 68 39,1 1 0,1 2 0,1 2 0,63-16 0,-92 28 21,0 2 0,0 0 0,1 0-1,-1 1 1,1 1 0,-1 0 0,0 1 0,1 0 0,-1 1 0,0 0 0,19 6 0,-24-5 6,0 0 1,0 1-1,0-1 1,-1 2 0,1-1-1,-1 1 1,0 0 0,0 0-1,-1 0 1,0 1 0,1 0-1,-2 0 1,1 0-1,-1 1 1,0-1 0,0 1-1,-1 0 1,0 0 0,3 12-1,0 0 0,-2 0 0,-1 0-1,0 0 1,0 27 0,-6 82 63,0-63-35,3-53-30,-2 29 27,2-1 0,2 1 0,8 47 0,-8-81-6,-1-1 0,1 0 0,0 0 0,1 0 1,-1 0-1,1 0 0,0 0 0,1-1 0,0 1 1,-1-1-1,2 0 0,-1 0 0,1 0 0,9 8 1,-6-8 20,0 0 0,0-1 0,0 0 0,1 0 0,-1-1 0,1 0 0,0 0 0,0-1 0,16 2 0,-7-2 91,0-1 0,-1-1-1,1-1 1,0-1 0,0 0 0,-1-1-1,1-1 1,-1-1 0,0 0 0,25-12-1,-26 9-65,-1-2-1,0 1 0,-1-2 1,0 0-1,-1 0 0,0-1 0,-1-1 1,-1 0-1,0-1 0,0 0 0,-1-1 1,-1 0-1,-1 0 0,0-1 0,-1 0 1,0 0-1,-2-1 0,0 0 0,-1 0 1,0 0-1,2-33 0,-5 28-245,0 0 0,-1 0 0,-2 0 0,0 0 0,-1 0 0,-1 0 0,-1 1 0,-1 0 0,-1 0 0,-1 0 0,0 1 0,-2 0 0,0 0 0,-2 1-1,0 1 1,-29-34 0,26 35-342,0 1-274,0 1 0,-18-14 0,26 23-177,-1 1 1,1 1 0,-1-1-1,-14-5 1,21 10 296,-12-5 90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46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573 86 9309,'37'-55'2282,"-30"44"-130,-25-9 2497,15 20-4528,1 0 1,-1 0-1,0 0 0,1 1 0,-1-1 0,1 1 0,-1-1 0,1 1 0,-1 0 0,1 0 1,0 0-1,-1 0 0,1 0 0,0 1 0,-4 2 0,-32 31 1356,11-3-317,1 2 1,-39 70 0,-28 82 417,45-80-699,-56 187 0,86-228-702,3 2-1,3-1 1,3 1 0,-1 89-1,11-129-123,0-1 0,2 1 0,1-1-1,1 0 1,12 37 0,-11-46-22,1 0 0,1 0 0,0-1 1,1 0-1,0 0 0,2-1 0,-1-1 0,22 22 0,-28-32-19,1 0-1,0 0 0,0 0 1,0-1-1,0 0 1,8 4-1,-6-4-4,-7-3-8,1 0 1,-1 0-1,1 0 0,-1-1 0,0 1 0,1 0 1,-1 0-1,1 0 0,-1 0 0,0-1 1,1 1-1,-1 0 0,1 0 0,-1-1 0,0 1 1,0 0-1,1-1 0,-1 1 0,0 0 1,1-1-1,-1 1 0,0 0 0,0-1 0,0 1 1,1-1-1,-1 1 0,0-1 0,0 1 1,0 0-1,0-1 0,0 0 0,3-16-91,-7 6 5,-1 0-1,0 0 1,-1 0-1,0 1 0,-1 0 1,-13-16-1,6 8-191,-23-28-1265,-49-45 1,34 37-262,48 49 1450,-1 0-1,1 1 1,1-2 0,-1 1-1,1 0 1,0-1 0,0 1-1,0-1 1,-2-7 0,4 9-581,0-1 0,1 0-1,-1 0 1,1 1 0,0-1 0,0 0 0,1-8 0,5-19-9329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47.0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429 1 13125,'-9'3'616,"1"1"0,0 0 0,0 0 0,0 1-1,1 0 1,0 1 0,0-1 0,0 1 0,0 1 0,1-1-1,0 1 1,1 0 0,-7 10 0,-4 10 894,1 2 0,-16 42 0,17-37-761,-37 98 1080,21-49-1165,-30 85 272,32-90-573,-28 91 52,49-142-400,2 1 0,0-1 0,2 1 1,1 27-1,2-47-30,1 0 0,-1 0-1,2 0 1,-1 0 0,1-1 0,0 1 0,1 0 0,-1-1 0,1 0 0,1 0-1,0 0 1,0 0 0,0 0 0,1-1 0,0 0 0,0 0 0,0 0-1,1 0 1,7 5 0,-2-3-38,1-1 0,-1 0 0,1 0 0,1-1 1,-1-1-1,1 0 0,0 0 0,0-2 0,1 1 0,20 1 0,8-1-217,-1-3 1,1-1-1,0-2 0,-1-2 1,0-1-1,0-3 0,46-14 0,-20 1-197,-2-3 0,-1-3 0,90-52 0,-123 61 338,-1-2-1,-1-1 1,0-1-1,-2-2 1,-1 0-1,24-29 1,-47 49 92,0 0 0,-1 1 0,1-1 0,-1 0 1,0 0-1,0 0 0,1-7 0,0 2 14,-3 9 24,0 0-1,0 0 0,0 0 0,0 0 1,1 0-1,-1 0 0,0 0 1,0-1-1,0 1 0,0 0 0,0 0 1,0 0-1,0 0 0,0 0 0,0 0 1,0 0-1,0-1 0,0 1 1,0 0-1,0 0 0,0 0 0,0 0 1,0 0-1,0 0 0,0 0 0,-1 0 1,1-1-1,0 1 0,0 0 1,0 0-1,0 0 0,0 0 0,0 0 1,0 0-1,0 0 0,0 0 0,0 0 1,0 0-1,0 0 0,-1-1 1,1 1-1,0 0 0,0 0 0,0 0 1,0 0-1,0 0 0,0 0 1,0 0-1,-1 0 0,1 0 0,0 0 1,0 0-1,0 0 0,0 0 0,0 0 1,0 0-1,0 0 0,0 0 1,-1 0-1,1 0 0,0 0 0,0 1 1,-6-3-18,3 1-13,0 0-1,0 0 1,0 1-1,0-1 1,-1 1-1,1 0 1,0 0-1,0 0 1,-1 0 0,1 0-1,0 1 1,0-1-1,-1 1 1,1 0-1,0 0 1,0 0-1,0 1 1,-4 2-1,3-2 4,-8 5-167,-1 1 0,1 1 0,0 0 0,-19 20 0,29-27 175,0 0 0,0 0 0,1 0 0,-1-1 0,1 2 0,0-1 0,-1 0 0,1 0 0,0 0 0,0 1 0,0-1 0,1 0 0,-1 1 0,1-1 0,-1 0 0,1 1-1,0-1 1,0 1 0,0-1 0,0 1 0,0-1 0,0 1 0,1-1 0,-1 1 0,1-1 0,0 0 0,-1 1 0,1-1 0,1 0 0,-1 0 0,0 1 0,0-1-1,1 0 1,-1 0 0,1 0 0,-1-1 0,1 1 0,4 3 0,-1-2 2,0 1-1,0-1 1,0 0-1,1 0 1,0-1-1,-1 0 1,1 0-1,9 2 1,52 8-42,-46-8 70,113 9 351,-27-5-208,38 12-101,583 49-696,-443-64 390,-252-1-32,-1 1-1,0 1 1,0 2-1,0 1 1,37 17-1,-37-13-1160,-1-2 0,1-2 0,1 0 0,54 6 0,-43-11-4030,-19-3 555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48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81 9177,'-3'-9'429,"2"6"-182,0-1-1,0 1 1,0-1-1,-1 1 0,1 0 1,-1 0-1,0 0 1,0 0-1,0 0 1,-1 0-1,1 0 0,-6-4 3288,7 5-3257,1 1 0,0-1 0,0 1 0,0-1 0,0 1 0,0-1-1,0 1 1,0-1 0,0 1 0,0 0 0,1-1 0,-1 1-1,1-1 1,-1 1 0,1 0 0,1-3 0,13 21 2193,-4-2-2345,100 140 2660,-20-25-1710,-59-87-834,419 584 2334,-39 30-1134,-131-149-796,225 403-71,21-16-542,474 549-73,-963-1393-997,2-1-1,2-2 0,82 73 0,-114-113 393,1 0 0,-1-1 0,1 0-1,16 7 1,10-4-2780,-33-10 2447,1 0-1,-1 0 1,1 0 0,-1-1-1,0 1 1,9-3 0,23-14-11096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48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4817 132 4372,'20'-37'999,"20"-57"11057,-58 111-10002,4 0-1467,0 1 0,1 0 0,1 1 0,-10 21 0,0 0 93,-99 159 2064,-167 214 1,-607 650-351,-374 302-2036,801-875-646,222-233 21,-374 409-1612,530-564 1412,-264 313-1865,129-121-1438,87-95-5710,90-125-390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49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518 0 14353,'-25'0'3851,"28"20"-87,-1 4-2648,-2 0 1,0 0-1,-5 35 1,-17 73 819,20-125-1817,-103 392 3054,96-366-3020,-116 340 853,1-3-1700,91-255-1293,-22 149 0,47-212 238,-1 71 0,9-102 544,1 0-1,5 24 1,-3-32-276,0 1-1,1-1 1,0 0 0,8 15 0,18 23-9168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50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6 14517,'-24'-2'2181,"19"2"-259,24-4 1000,-12 5-2641,0 1 0,0 0 0,-1 0-1,1 1 1,0-1 0,-1 1 0,8 5 0,-3-2-10,617 341 3346,-473-247-3192,270 226 0,-375-281-364,-1 3 1,-3 1-1,-2 2 0,-2 3 0,44 73 0,-68-95-30,-1 0 0,-2 1 0,-1 1 0,-1 0 0,-3 1 0,0 0 0,-2 1 1,-2 0-1,-1 0 0,-2 0 0,-3 53 0,-5-37 4,-2 0-1,-3-1 1,-2 0 0,-2 0 0,-2-2 0,-3 0-1,-1 0 1,-47 76 0,1-19-410,-5-2 1,-125 138-1,-83 36-4376,170-176 365,43-35-1889,15-7-3785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50.9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0 768 13233,'53'-3'1622,"0"-3"-1,0-1 1,52-16-1,-45 10-1143,688-180 1365,-652 167-1743,228-75 173,-250 73-193,-1-4 0,86-50 0,-140 71-82,0-1 0,-1-1 0,22-20 0,-39 32 2,1 0 0,-1 0 0,0 0 0,0 0 0,0 0 0,0 0 0,0 0 0,0 0 0,0-1 0,-1 1 0,1 0 0,0-1 0,-1 1 0,1 0 0,-1-1 0,1 1 0,-1-1 0,0 1 0,0-1 0,1 1 0,-1-1 0,0 1 0,0-1 0,0 1 0,-1-1-1,1 1 1,0 0 0,0-1 0,-1 1 0,1-1 0,-1 1 0,0 0 0,1-1 0,-1 1 0,0 0 0,0-1 0,1 1 0,-3-2 0,0 1 1,0-1 0,0 1 0,0 0 0,0 0 0,-1 1 0,1-1 0,-1 0 0,1 1 0,-1 0 0,1 0 0,-1 0 0,0 1 0,1-1 0,-6 1 0,-23 0 13,0 2-1,0 2 1,0 1 0,1 1 0,-1 2 0,-31 12 0,-178 83 302,109-34 140,-133 94 0,203-123-286,2 2-1,1 3 1,-98 100-1,45-13 169,106-123-319,-1-1 1,1 1-1,1 0 0,0 1 0,0-1 0,0 1 0,2 0 0,-1 0 0,1 0 1,0 0-1,-1 19 0,4-24-13,0-1-1,0 1 1,1-1 0,0 1 0,0-1 0,0 1-1,0-1 1,1 1 0,0-1 0,0 0-1,0 0 1,0 0 0,1 0 0,-1 0 0,1 0-1,0-1 1,0 0 0,1 1 0,-1-1-1,1 0 1,-1 0 0,1-1 0,0 1 0,7 2-1,7 4-5,0-1 0,1-1 0,0-1 0,1-1 0,-1 0-1,1-2 1,0 0 0,27 0 0,171-11-369,-183 5 295,155-14-177,-2-9 0,288-79 0,-324 60 100,-3-7-1,-1-6 0,205-115 0,-288 136 118,-1-4 0,-2-2 0,-3-2 0,-1-4 0,-2-1 0,53-64-1,-91 92 31,-1-2 0,20-34 0,-30 46 4,-1-1 0,0 1 0,-1-2-1,0 1 1,-2 0 0,5-26-1,-7 36 11,-1 0 0,1 0 0,-1 0 0,0 0 0,0-1 0,-1 1-1,1 0 1,-1 0 0,1 0 0,-1 0 0,0 0 0,0 0 0,0 0-1,0 0 1,-1 0 0,1 1 0,-1-1 0,0 0 0,0 1-1,0 0 1,0-1 0,0 1 0,0 0 0,-1 0 0,1 0 0,-1 0-1,1 0 1,-5-1 0,1 1 40,1 0 0,0 0 1,0 1-1,-1 0 0,1 0 0,-1 0 0,1 1 0,-1 0 0,1 0 1,-1 0-1,1 1 0,0 0 0,-1 0 0,1 0 0,-11 5 1,1 0 124,0 1 1,1 1 0,-1 1 0,1 0 0,1 1 0,0 0 0,-14 14-1,4 0 109,1 1 0,-31 45 0,34-40-101,2 0-1,1 1 0,-22 60 1,33-78-141,1 0 0,0 1 0,0 0 0,1 0 0,1 0 0,1 0 0,0 0 0,0 0 0,1 0-1,1 0 1,1 1 0,5 23 0,-4-29-24,0 0-1,1-1 1,0 1-1,0-1 1,1 0-1,0 0 1,0-1-1,1 1 1,0-1-1,0 0 1,1-1-1,0 0 1,0 0-1,1 0 1,-1-1-1,1 0 1,0 0-1,0-1 1,11 4-1,0-1-6,1-2 0,1 0 1,-1 0-1,0-2 0,1-1 0,0 0 0,31-3 0,7-3 32,83-16 1,-86 7-57,0-2 0,-1-2 1,-1-3-1,-1-2 0,-1-2 1,62-41-1,-21 5-166,-3-5-1,106-98 0,-111 92 408,-82 69 1,-24 17 440,0 3-411,0 1 0,1 1 0,-27 37 0,-45 78 179,79-114-826,0 1 0,2 0 1,1 1-1,0 1 0,-12 47 0,22-67 89,-1-1 0,0 0 0,1 0 0,-1 1 0,1-1 0,0 0 0,0 1 0,0-1-1,0 0 1,1 1 0,0-1 0,-1 0 0,1 0 0,0 0 0,3 6 0,-3-8-2,0 1 1,0-1-1,0 0 1,0 0 0,0 0-1,1 0 1,-1 0-1,0 0 1,1 0-1,-1 0 1,1-1-1,1 2 1,27 2-7032,2-7-1729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51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18 13597,'-25'-17'6053,"28"34"-5345,3 0-336,16-3-436,13 9-736,3-3-852,7 0-701,9 3-2279,6 8-3613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51.5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141 322 14081,'-1'-2'346,"-1"0"-1,1-1 0,0 1 0,-1 0 0,1-1 1,-1 1-1,1 0 0,-1 0 0,0 0 1,0 0-1,0 1 0,0-1 0,0 0 1,-1 1-1,1 0 0,0-1 0,-1 1 1,1 0-1,-1 0 0,1 0 0,-1 1 1,1-1-1,-1 1 0,0-1 0,1 1 1,-5 0-1,6-1-130,0 0-1,-1 0 1,1-1 0,0 1-1,0 0 1,0 0 0,0-1 0,0 1-1,0-1 1,1 1 0,-1-1-1,0 1 1,1-1 0,-1 1 0,1-1-1,0 0 1,-1 1 0,1-4 0,0 2-66,0 0 0,0 0 0,1-1 1,-1 1-1,1 0 0,0 0 1,0 0-1,0-1 0,0 1 0,0 0 1,1 1-1,0-1 0,2-4 1,29-33 447,-28 35-484,8-8 12,0 1-1,1 1 1,0 0-1,1 1 1,0 0-1,1 1 1,30-12-1,-9 6 28,2 3 1,53-11-1,-69 18-122,0 1 0,0 2 0,1 0 0,-1 1 0,1 2 1,-1 0-1,33 7 0,-47-7-19,-1 1 0,1 0 0,-1 1 0,0 0 0,1 0 0,-1 1 0,-1 0 0,1 1 0,-1-1 0,0 1 0,0 1 0,0 0 0,-1-1 1,1 2-1,-1-1 0,-1 1 0,0 0 0,0 0 0,0 1 0,0-1 0,-1 1 0,5 15 0,-7-13 2,0-1 1,0 1-1,-1 0 0,0 0 1,-1 0-1,0 0 0,-1 0 1,0 0-1,0 0 0,-1 0 1,0 0-1,-1-1 0,0 1 1,-1-1-1,0 0 1,-9 16-1,-3 2-13,-1-1 1,-2 0 0,-42 45-1,1-11-39,-115 88 0,-82 34-288,81-73-274,173-108 467,7-5 20,39-35-139,89-61 1,-77 61 122,171-120-561,452-239 0,-646 382 744,1 1 0,1 1 0,0 2 0,43-9 0,-66 19-4,0 0 0,1 1-1,-1 0 1,0 1 0,1 1 0,-1-1 0,19 5 0,-23-3-17,-1 0 0,1 0 0,-1 1 0,1 0 0,-1 0-1,0 1 1,0 0 0,0 0 0,0 0 0,-1 1 0,0-1 0,0 1 0,7 8-1,-8-6-62,-1-1 0,1 1 0,-1 0 0,0 0 0,-1 0 0,0 1 0,0-1 0,0 0 0,-1 1 0,0-1 0,0 1 0,-1 8 0,0 5-544,-2 0-1,0 0 1,-5 23 0,7-42 449,-4 17-1102,-1 0 1,-11 30-1,13-43 88,0 1 0,-1-1 0,0 0 0,0 0 0,0-1 0,-8 8 0,1-1-3929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51.8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1 179 8673,'8'-26'483,"-1"4"613,1 0 0,1 0 1,1 0-1,14-22 0,-22 42-1097,0 1-1,0-1 0,0 0 0,0 0 0,0 1 0,0-1 1,0 1-1,0 0 0,1 0 0,-1 0 0,1 0 1,-1 0-1,1 0 0,-1 0 0,1 1 0,-1 0 1,1-1-1,-1 1 0,1 0 0,0 0 0,-1 0 1,1 0-1,-1 1 0,1-1 0,-1 1 0,1 0 0,-1 0 1,1-1-1,2 3 0,8 2-421,0 1 0,0 0 0,23 16 0,2 4-154,-2 1-1,0 2 1,30 34-1,-49-45 580,0 1 0,-1 0 0,-2 2 0,0 0 0,-1 0-1,-1 1 1,10 25 0,-17-29 320,0 0 0,0 0-1,-2 1 1,0 0 0,-2-1-1,0 1 1,-3 34 0,-26 135 2547,17-127-2120,7-42-542,-2 15 171,0 0 0,3 0-1,0 52 1,3-78-326,1 1-1,0-1 1,0 0-1,0 1 1,1-1-1,1 0 1,-1 0 0,2 0-1,-1 0 1,1-1-1,0 1 1,0-1-1,1 0 1,0 0-1,0-1 1,0 1-1,1-1 1,0 0 0,13 9-1,-3-6 69,0-1-1,0 0 1,1-1-1,0-1 1,1-1-1,-1 0 1,1-1-1,0-1 1,0-1-1,0 0 1,0-2 0,25-1-1,-7-2 392,0-1 0,-1-2 1,0-1-1,0-2 0,42-17 0,-65 21-219,0 0 0,0-1 1,-1 0-1,1-1 0,-1-1 0,-1 1 0,20-19 0,-27 22-218,1 0 0,-1 0 0,0 0 0,0 0 0,0 0 0,0-1 0,-1 1 0,1-1 0,-1 0 0,-1 0 1,1 0-1,-1 0 0,1 0 0,-1 0 0,-1 0 0,1 0 0,-1 0 0,0 0 0,0-1 0,0 1 0,-1 0 0,-1-6 0,-3-3 13,0 0 1,-1 0-1,0 1 0,-1 0 1,0 0-1,-13-15 0,-60-67-394,74 88 234,-18-15-832,-1 1 0,-1 1 0,0 1-1,-2 1 1,-46-23 0,1 1-7440,67 37 3767,-7-2-2513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52.1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1 6477,'9'11'407,"-1"-3"36,-1 0-1,0 1 1,-1-1-1,1 2 1,-2-1-1,1 1 1,-1-1-1,-1 1 1,0 1 0,0-1-1,-1 0 1,0 1-1,1 15 1,-3-5-78,-2 0 1,0 0-1,-1 0 0,-1 0 1,-1 0-1,-1-1 0,-1 1 1,-14 33-1,-9 8 920,-50 81 0,43-89 778,34-51-1394,17-11 658,15-10-123,45-34 1,10-8-425,-29 27-536,1 3 0,2 2 0,1 3 0,69-20 1,-129 45-244,85-26 333,114-21 1,-133 36-211,0 3 1,1 3 0,100 4 0,-126 5-824,0 1 1,56 15 0,-63-10-1049,-1 1 0,0 2 0,40 21 0,-21-6-4519,4 1-3977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52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499 285 4816,'-177'33'5025,"157"-30"-3539,0-1 1,-27 0-1,-14 1 741,-107 8 4916,163-10-5841,27-10 865,97-17-749,220-19 0,-192 29-1080,619-65 532,259-31-1907,-810 79-1905,-157 24-1324,0 0-4317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53.1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74 12169,'-53'-56'2913,"51"55"-2642,1-1 0,-1 1 0,0-1 0,1 1 1,-1 0-1,0-1 0,0 1 0,0 0 0,0 0 0,0 0 0,0 1 0,0-1 0,0 1 0,-8-3 6106,105 87-3811,139 162-1,-183-181-2349,-3 2 0,-3 2 0,-2 2 0,-4 2 0,34 89-1,-57-120-252,-2 1-1,-2 0 0,-2 0 0,-2 1 0,-1 0 0,-3 1 0,-1-1 0,-3 1 0,-1 0 0,-3-1 0,-10 56 1,0-43-397,-2-1 1,-3-1 0,-2-1 0,-2 0 0,-2-2 0,-50 75 0,44-82-1386,-2-2-1,-2-1 1,-2-1-1,-43 35 1,23-26-4392,5-4-3691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53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0 13145,'-12'6'671,"10"-5"-474,-1 0-1,1 0 1,0 0 0,-1 1 0,1-1-1,0 1 1,0-1 0,0 1-1,0 0 1,0-1 0,0 1 0,0 0-1,1 0 1,-1 1 0,1-1-1,-1 0 1,1 0 0,0 1 0,0-1-1,0 1 1,0-1 0,0 4-1,-9 39 3438,-7 75 0,8 50-326,-2 6-1466,-4 107-1580,13 0-5087,2-222 3114,-1-41 553,2 0 0,1 0 0,0-1 0,8 31 0,11 5-7380,-3-23 1366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53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9 521 6781,'-4'-52'694,"2"35"-344,0 0 1,1 0-1,1 0 0,1 0 0,0 0 0,1 0 0,1 0 0,1 0 0,7-23 0,-2 15 692,1 0-1,2 0 0,0 1 1,1 1-1,27-36 0,-33 51-794,-1 0 0,1 0 1,1 1-1,-1 0 0,1 1 0,1 0 0,-1 0 1,1 0-1,0 1 0,0 1 0,1-1 0,-1 2 0,1-1 1,0 1-1,0 1 0,0 0 0,18-2 0,-14 4-50,0 0-1,-1 0 0,1 2 1,0 0-1,-1 0 0,0 1 1,1 1-1,-1 0 0,0 1 1,-1 0-1,24 14 0,-21-9-61,0 1-1,0 1 1,-1 0-1,-1 1 1,0 0-1,0 1 1,-2 1-1,12 17 1,-7-5-32,0 2 0,-2-1 0,-2 2 0,0 0-1,-2 0 1,-1 1 0,-2 0 0,-1 1 0,4 62 0,-10-49-29,-2 0 0,-2-1-1,-2 1 1,-2-1 0,-2-1 0,-1 1 0,-22 51 0,9-39-24,-2-2 0,-2 0 0,-2-2 1,-67 87-1,93-134-188,0-1-1,0 1 1,-1-1 0,1 0-1,-10 5 1,8-4-62,9-31-699,2 10 703,1-1 1,1 1-1,0 0 1,13-18-1,46-65-506,-34 54 393,44-63-324,6 3 0,122-123 0,-128 155 619,3 4-1,2 3 1,131-80 0,-174 123 151,1 1 0,1 3 0,69-24-1,-95 38-78,1 1-1,0 0 1,0 1-1,0 1 1,0 0 0,0 1-1,1 1 1,-1 0-1,0 1 1,0 1-1,0 0 1,0 1-1,0 0 1,18 8-1,-25-7-18,0 0-1,0 0 0,0 1 0,-1 0 1,0 1-1,0 0 0,0 0 0,-1 0 1,1 1-1,-2 0 0,7 8 0,-5-3 8,0 0 0,-1 1-1,0-1 1,-1 1 0,-1 0-1,6 22 1,-4 6 56,-2 0-1,-1 0 1,-5 80 0,-4-48-957,-28 139 0,-16-26-3959,29-103-706,6 0-3285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54.1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669 0 10749,'0'0'1923,"-1"4"-41,-11 25-158,2 0 0,-8 37 0,-3 11-300,-39 83 601,-127 240 0,185-395-2010,-112 206 604,-53 110-29,153-288-641,1 0 0,1 0 0,2 1 0,1 0 0,2 1 0,-3 39 0,9-61-51,1-1 1,0 0-1,0 0 1,1 0-1,1 0 1,0 0-1,0 0 0,1 0 1,1-1-1,0 1 1,1-1-1,0 0 0,1 0 1,0-1-1,0 0 1,1 0-1,0 0 1,1-1-1,0 0 0,1 0 1,12 9-1,-1-4-155,1-1 0,1-1 1,0-1-1,0 0 0,1-2 0,1-1 0,-1-1 0,1-1 1,1 0-1,39 2 0,-4-4-465,0-3 0,0-3-1,75-11 1,276-69-7538,-271 47 1386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56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572 239 12561,'0'-1'332,"-1"1"-1,0-1 1,1 1-1,-1-1 1,0 1-1,0 0 1,0-1-1,1 1 1,-1 0-1,0 0 1,0 0-1,0 0 1,1 0-1,-1 0 1,0 0-1,0 0 1,0 0-1,0 0 1,1 0-1,-1 0 1,0 0-1,0 1 1,0-1 0,1 0-1,-2 1 1,-18 19 3061,11-6-3183,0 1-1,-6 18 1,6-15 951,-52 114 774,32-63-1349,-52 116 656,11-43-1102,-88 131 0,138-240-343,12-18 13,-1-1 0,0-1 0,-1 0-1,-22 24 1,31-36 52,1-5 10,6-26 48,2 0 1,16-44 0,-11 34 69,6-12-19,3 1 1,34-60 0,66-91-52,-109 181 89,119-172 434,175-199 1,-301 384-395,1 0-1,-1 1 1,1 0-1,1 0 1,-1 1-1,1 0 1,9-5-1,-15 10-37,-1 1 1,1-1-1,-1 1 0,1 0 0,-1-1 1,1 1-1,0 0 0,-1 0 0,1 0 1,-1 0-1,1 0 0,0 0 0,-1 1 1,1-1-1,-1 1 0,1-1 0,-1 1 1,1-1-1,-1 1 0,1 0 0,-1-1 1,0 1-1,1 0 0,-1 0 1,0 0-1,0 0 0,0 1 0,0-1 1,0 0-1,0 0 0,1 2 0,4 5 33,-1-1 1,-1 1-1,8 15 0,-12-22-42,7 17 53,-1 0 0,0 1 0,-1-1 0,4 36 0,-1 81 55,-6-83-111,7 223-1127,1 46-3378,25-4-5900,-34-311 10013,1 0-1,-2 0 1,1 0 0,-1 1 0,0-1 0,-1 8 0,1-13 371,0 0 1,-1 0 0,1 0 0,-1 0 0,1 0 0,0 0 0,-1 0 0,1 0-1,-1 0 1,0 0 0,1-1 0,-1 1 0,0 0 0,0 0 0,1 0 0,-1-1-1,0 1 1,0-1 0,0 1 0,0 0 0,0-1 0,0 0 0,0 1 0,0-1-1,0 0 1,0 1 0,0-1 0,0 0 0,0 0 0,0 0 0,0 0 0,0 0 0,0 0-1,0 0 1,-1 0 0,1 0 0,0 0 0,0-1 0,-2 0 0,-11-3 118,0-2 0,0 1 1,0-2-1,1 0 0,-16-11 1,-16-7 356,13 9-169,-72-41 1406,93 50-1456,1 0 1,1 0-1,0-1 1,0-1-1,0 1 1,1-1 0,-11-15-1,19 22-209,-1 1 0,0-1 0,1 0-1,-1 0 1,1 1 0,-1-1 0,1 0 0,0 0 0,0 1-1,-1-1 1,2 0 0,-1 0 0,0 0 0,0 1 0,0-1-1,1 0 1,-1 0 0,1 1 0,-1-1 0,1 0 0,0 1-1,0-1 1,1-2 0,1 0-11,0-1 0,1 0 0,-1 1 0,1-1 0,7-5 0,1 1 36,0 0 0,0 1-1,1 1 1,0 0 0,0 1-1,15-5 1,93-24 144,-61 19-133,166-47-87,152-47 195,-279 76-187,167-82 0,-179 70 211,-3-3 0,-2-3 0,127-107 0,-192 143-126,28-37 0,-24 27 17,-19 24-71,0-1 0,0 0 1,-1 1-1,1-1 0,-1 0 0,0 0 1,0 0-1,0 0 0,0 0 1,0 0-1,0-5 0,0 2-2,0 3 27,-19-24 524,1 9 1566,14 16-1734,-8-2-207,-1-1 672,12 4-842,0 1 1,0 0 0,0-1 0,0 1 0,0 0 0,0-1 0,-1 1 0,1-1 0,0 1-1,0 0 1,0-1 0,0 1 0,0-1 0,0 1 0,1 0 0,-1-1 0,0 1 0,0 0 0,0-1-1,0 1 1,0-1 0,0 1 0,1 0 0,-1-1 0,0 1 0,0 0 0,1 0 0,-1-1 0,0 1-1,0 0 1,1-1 0,0 1 0,22-33 1458,-21 32-998,-4 6-59,-13 31 28,-107 278 1654,22 13-1518,91-293-737,2 1 0,1 0 0,2 0 0,0 42 1,4-68 65,0 0 0,1 0 1,0 0-1,1 0 1,0 0-1,0 0 0,1 0 1,0-1-1,1 1 1,0-1-1,0 0 0,1 0 1,0 0-1,0-1 1,1 0-1,0 0 0,0 0 1,1 0-1,-1-1 1,1 0-1,12 7 0,-3-5 2,1 1-1,-1-2 0,1-1 0,1 0 0,-1-1 1,1-1-1,0 0 0,0-1 0,0-2 0,1 1 1,-1-2-1,0-1 0,1 0 0,22-5 1,5-3-56,-2-1 0,1-3 1,-2-2-1,66-30 1,-40 11-59,-1-2 1,62-46 0,64-46-86,-168 111 208,38-33 0,-59 45 61,-1 0 1,0 0 0,0-1-1,0 1 1,-1-1 0,6-12-1,-8 15 11,0 1 1,-1 0 0,1 0 0,0 0 0,-1 0 0,0 0-1,1 0 1,-1 0 0,0 0 0,0 0 0,0 0 0,0 0 0,0 0-1,-1 0 1,1 0 0,-1 0 0,1 0 0,-1 0 0,0 1-1,1-1 1,-1 0 0,0 0 0,0 0 0,-1 1 0,1-1-1,0 1 1,0-1 0,-1 1 0,-2-3 0,-1-1-3,-1 1 1,0 0-1,1 0 0,-2 0 1,1 0-1,-11-3 1,-9-2-95,0 0-1,0 2 1,-1 2 0,0 0 0,-1 2 0,1 0 0,-1 2 0,1 1-1,-34 5 1,39 0-339,0 0-1,-33 14 0,55-18 424,-1-1 0,1 1-1,-1-1 1,1 1 0,0-1 0,-1 1 0,1-1 0,0 1 0,0 0-1,-1-1 1,1 1 0,0-1 0,0 1 0,0 0 0,0-1 0,0 1-1,0 0 1,0-1 0,0 1 0,0 0 0,0-1 0,0 1 0,0 0-1,0-1 1,0 1 0,1-1 0,-1 1 0,0 0 0,1 0 0,0 0-29,0 3 30,1-1 0,0 0 0,0 1-1,0-1 1,1 0 0,-1 0 0,1 0 0,0-1-1,0 1 1,0-1 0,0 1 0,0-1 0,0 0 0,0 0-1,1-1 1,-1 1 0,1 0 0,0-1 0,-1 0-1,5 1 1,15 4-15,0-2 1,27 3-1,-31-4 42,40 4 574,0 3-1,110 33 1,-159-39-503,-1 0 1,0 1-1,-1-1 1,1 2-1,-1-1 1,0 1-1,0 1 0,0-1 1,-1 1-1,0 1 1,8 10-1,-7-6 2,0 1 1,-1 0-1,-1 0 0,0 0 1,0 1-1,-1 0 0,3 16 0,-3-4-22,-1 1-1,-1-1 1,-1 1-1,-2 0 1,0 0-1,-2-1 1,-1 1-1,-7 28 1,0-16-92,-2-2 0,-2 1 0,-1-2 0,-2 0 1,-2-1-1,0 0 0,-49 60 0,17-33-173,-4-2-1,-115 98 0,115-112 177,-2-2 1,-76 44 0,132-87 29,0-1 0,0 1 1,0 0-1,1-1 0,-1 1 1,0-1-1,0 1 0,0-1 1,0 1-1,0-1 0,0 0 1,0 1-1,0-1 0,-1 0 0,1 0 1,0 0-1,0 0 0,0 0 1,0 0-1,0 0 0,0 0 1,0 0-1,0-1 0,-1 1 1,1-1 0,1 0 0,0 0 1,-1 0-1,1 0 0,0 0 1,0 0-1,0 0 0,0 0 1,0 0-1,0 0 0,0 0 1,0 0-1,0 0 0,0 0 1,0 0-1,1 0 1,-1 0-1,0 0 0,2-1 1,3-11 69,1 1 1,13-20 0,5-1-70,1 2-1,1 1 1,56-48 0,105-69 71,-161 126-43,683-469-299,-400 283 201,-171 121 27,-135 84 57,-4 7-2,-8 16-5,0-1 1,-1 0-1,-1-1 1,-1 0-1,-1 0 1,-14 16-1,10-14-8,0 1 0,2 1 0,-24 49 0,38-70-5,-5 12 8,0 1 0,1 0 0,1 0 0,-5 27 0,9-38-6,-1-1 0,1 0 0,0 1 0,0-1 0,0 1 0,1-1 0,-1 0 0,1 1 0,0-1 0,0 0 0,0 0 0,0 0 0,0 0 0,1 0 0,0 0 0,-1 0 0,1 0 0,0 0 0,0-1 0,1 1 0,-1-1 0,1 1 0,-1-1 0,1 0 0,0 0 0,-1 0 0,7 3 0,4 0 21,0-1-1,1 1 1,0-2-1,-1 0 1,1-1-1,0 0 0,0-1 1,0-1-1,0 0 1,0-1-1,0 0 0,0-1 1,16-5-1,24-6 102,99-42-1,-150 54-121,58-26-95,0-3 0,-2-3-1,-2-2 1,-1-3 0,77-66 0,-123 95 27,0-1-1,-1 0 1,0 0-1,0 0 1,-1-1-1,0-1 0,9-18 1,-16 27 51,1 0 1,-1 0-1,0 0 0,1 0 1,-2-1-1,1 1 0,0 0 1,-1 0-1,1-1 0,-1 1 1,0 0-1,0-1 0,0 1 1,0 0-1,-1-1 0,0 1 1,1 0-1,-1 0 0,0 0 1,0-1-1,-1 1 1,1 0-1,-1 0 0,0 1 1,1-1-1,-1 0 0,0 1 1,-1-1-1,1 1 0,0-1 1,-1 1-1,1 0 0,-1 0 1,0 0-1,-4-2 0,-10-6-112,0 2 0,0 0-1,-1 0 1,0 2-1,-22-5 1,29 8-495,1 2-1,-1-1 1,0 2 0,0-1 0,0 2-1,-13 1 1,10 4-4521,10-3 3439,-9 5-5626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56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442 45 9245,'10'7'2480,"-9"-17"-581,-1 8-1602,0 1-1,0 0 1,0-1-1,0 1 1,1 0-1,-1-1 1,0 1-1,0 0 1,1 0-1,-1-1 1,1 1-1,-1 0 0,2-2 1,-3 2 194,0-1 0,1 0 0,-1 1 0,0-1 1,0 1-1,0-1 0,0 1 0,0 0 0,-1-1 0,1 1 0,0 0 0,-1 0 0,1 0 1,-3-2-1,0 5-368,0 0 1,0-1-1,0 1 1,0 1 0,1-1-1,-1 1 1,0-1-1,1 1 1,0 0 0,0 0-1,0 0 1,0 1-1,0-1 1,1 1-1,-1 0 1,1 0 0,0-1-1,-3 8 1,-48 109 795,-52 104-1191,87-191-84,-2-1 0,-1-1 0,-1 0 1,-41 41-1,-8-3-226,69-66 498,16-25-82,-4 12 109,-1 0-1,1 0 0,0 1 1,1 1-1,0 0 0,18-10 1,28-21-739,-25 13-1105,51-58 0,-18 2-5979,-32 30-1781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58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100 121 9913,'3'-11'1109,"0"0"-1,0 0 1,-1 0 0,1-14 0,-2 12 212,-1 11-924,0 0 1,-1-1-1,1 1 0,-1 0 0,1 0 0,-1-1 0,0 1 0,0 0 1,0 0-1,0 0 0,0 0 0,-2-2 0,-1-4 3624,3 13-2466,-7 142 2837,12 82-3546,0-76-834,-7 82-12,-65 443 0,55-589-280,-1 97 0,14-133-1847,8 75 0,-4-102 256,1 0 1,10 32 0,3-14-7414,-7-29-790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59.0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0 13817,'-79'83'1884,"66"-37"-355,13-3-313,16 0-336,16 5-152,9-5-320,22-3-408,17 6-428,12 0-376,22-6-348,13-3-392,16-6-165,9-5-339,10-9-1672,19-8-2353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59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1654 55 9845,'4'-19'725,"0"1"529,-2 1 6765,-6 19-6167,-171 72 3438,-10 5-3560,-31 15-866,-107 49-2092,-136 64-6628,251-111-1079,114-45 359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59.5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271 129 12181,'7'-81'3006,"-7"78"-2525,0-1 0,0 1 0,0-1 0,0 0 1,-1 1-1,1-1 0,-1 1 0,-2-6 0,1-1 4815,1 13-3599,-58 239 4131,32-118-5411,-14 46-300,-37 167-938,25 4-4226,42-99-756,12-197 924,12 69-1,-2-63-3578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0:59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203 257 8993,'-70'-127'2447,"62"114"-1653,-1 1 1,0 1-1,-1-1 0,0 2 1,-1-1-1,0 2 1,-15-11-1,-13-12 3177,111 82-2364,101 51-1,-111-65-1368,170 100 222,303 236 0,-486-333-430,-2 2 1,-2 2-1,-2 2 1,46 63-1,-71-82-14,-1 0 0,-2 1-1,0 1 1,12 36-1,-20-44-5,-1 0 0,-1 1 0,0-1 0,-2 1 0,0 1 0,-1 41-1,-5-31 23,-2 0-1,0-1 0,-3 0 1,0 0-1,-2 0 0,-1-1 0,-1-1 1,-2 0-1,-1-1 0,-35 51 1,-5-7-143,-2-3 1,-107 100 0,-180 125-2235,105-112-6480,204-156 6356,-25 19-7358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00.3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772 392 14061,'-15'3'888,"0"1"-1,0 1 0,1 0 1,0 1-1,-24 13 0,-61 47 1582,35-22-1730,-11 6-618,1 3 1,3 4 0,3 2-1,-105 118 1,168-172-210,1 0 0,0 1 1,0 0-1,1 0 0,0 0 0,0 0 1,0 0-1,1 1 0,-3 9 0,6-15 69,1-1-1,0 1 0,-1-1 1,1 1-1,0-1 0,-1 0 0,1 0 1,0 0-1,-1 0 0,4 0 1,2-1 37,0 0 0,0-1 1,1 1-1,-2-2 0,1 1 0,0-1 1,0 0-1,-1 0 0,7-5 1,-9 5 94,1 0 1,0 0 0,0 1 0,1-1 0,-1 1 0,0 0-1,1 0 1,-1 1 0,1 0 0,0 0 0,-1 0-1,1 1 1,0-1 0,10 2 0,-14 0-29,-1-1 0,1 1-1,-1 0 1,1 0 0,-1-1 0,1 1 0,-1 0 0,1 1 0,-1-1-1,0 0 1,0 0 0,0 0 0,0 1 0,0-1 0,0 1-1,0-1 1,0 1 0,0 1 0,13 36 1060,-4-7-715,-7-28-380,0 0 0,0 0 0,0 0 0,1-1 0,-1 1 0,1-1 0,-1 0 0,1 0 0,0 0 0,1-1 0,-1 1 0,0-1 0,1 0 0,-1 0 0,1-1 0,0 1 0,-1-1 0,9 1 0,4 1 4,1-2 0,-1 0 0,33-2 1,-19-3-119,0-1 0,0-1 0,48-17 1,90-43-306,-139 53 341,51-23 99,-2-3 1,-2-3-1,-2-4 1,-2-3-1,-2-4 1,-2-2-1,-3-3 1,-2-3-1,-4-3 1,58-77-1,50-105 693,-102 145 41,-64 98-335,-2 9 112,-3 31-180,-1 1 1,-3-1-1,-10 36 1,-3 17-352,6-22-86,4-22-238,1 0 1,3 0-1,-1 58 1,8-92-125,0-1 1,1 1 0,0-1 0,1 0 0,0 0-1,0 0 1,2 0 0,-1-1 0,1 1 0,1-1-1,6 10 1,-6-13-333,-1 0 0,1 0-1,0 0 1,0 0 0,1-1 0,0-1 0,0 1-1,1-1 1,-1 0 0,1 0 0,0-1-1,0 0 1,1-1 0,13 5 0,4-2-4390,2 5-2727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00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135 349 10989,'-15'-3'574,"2"0"111,1 1 1,-24-2 0,29 4 197,1 1 0,-1-1 1,1 1-1,-13 3 0,6 2 1361,34-3-1286,4-2-728,0-1 1,1-2-1,41-7 1,80-24 179,-109 24-303,795-216 505,-717 193-581,28-9 242,-141 40-283,-4 4 4,0 5 12,-1-1-1,0 0 0,0 0 0,-1 0 0,0 0 0,-1-1 0,1 1 1,-7 8-1,-44 51 70,20-26-126,-108 157-184,141-195 232,0 0 0,0 0 0,0 0 0,0-1 0,0 1 0,0 0 0,0 0 0,1 1 0,-1-1 0,1 0 0,0 0 0,-1 0 0,1 0 0,0 3 0,1-4 2,-1 0 0,0 0 1,1 0-1,-1 0 0,1-1 1,-1 1-1,0 0 0,1 0 0,0-1 1,-1 1-1,1 0 0,-1-1 1,1 1-1,0-1 0,-1 1 1,1-1-1,0 1 0,0-1 1,0 1-1,-1-1 0,1 0 1,0 1-1,1-1 0,3 1-5,1 0 0,-1-1 0,1 1 0,-1-1 0,1-1 0,-1 1 0,0-1 0,10-2 0,12-5-327,-1-2 0,1 0-1,32-19 1,9-4-1246,-36 20 668,136-53-8219,-96 46 1770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01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874 3 13513,'-11'-2'1165,"-1"1"-1,1 1 0,0 0 0,0 1 1,0 0-1,0 1 0,0 0 1,-18 5-1,12-1-107,1 1 1,0 1-1,0 0 0,-27 19 1,7 0-198,2 3 0,0 1 0,-39 48 1,58-62-859,0 2 1,2 0-1,0 1 1,1 0-1,1 1 1,1 0-1,1 1 1,1 0-1,0 0 1,2 1-1,1 0 1,1 0-1,1 0 1,0 1-1,2-1 1,1 1-1,1-1 1,6 39-1,13 40-2,47 143 0,8 32 0,-66-234-2,-3 0 1,-1 1-1,-3-1 0,-3 70 0,-5-66-144,-2 1-1,-1-1 1,-3-1-1,-2 0 1,-2-1-1,-2 0 1,-1-1-1,-3-1 1,-1-2-1,-2 0 1,-49 60-1,-137 130-356,142-158-192,69-73 672,1 0 1,-1 0-1,1 0 0,-1 0 0,0 0 0,1 0 1,-1 0-1,1 0 0,-1 0 0,0 0 0,1 0 1,-1 0-1,0 0 0,1 0 0,-1 0 1,0 1-1,1-1 0,-1 0 0,0 0 0,1 1 1,-1-1-1,0 0 0,1 0 0,-1 1 1,0-1-1,0 0 0,1 0 0,-1 1 0,0-1 1,0 0-1,0 1 0,0-1 0,1 1 1,-1-1-1,0 0 0,0 1 0,0-1 0,0 0 1,0 1-1,0-1 0,0 1 0,0-1 1,0 0-1,0 1 0,0-1 0,0 0 0,0 1 1,0-1-1,-1 1 0,1-1 0,0 0 0,0 1 1,0-1-1,0 0 0,-1 1 0,1-1 1,0 0-1,0 0 0,-1 1 0,1-1 0,0 0 1,0 0-1,-1 1 0,1-1 0,0 0 1,-1 0-1,1 0 0,0 1 0,-1-1 0,34-3-969,-12-3 542,0-1 0,0 0 0,38-20-1,61-43-657,-71 40 676,795-511-2201,-547 320 4743,-214 166-622,-82 54-1414,1 0-1,-1 0 1,1 0-1,-1 0 1,1 0 0,0 0-1,0 0 1,-1 1 0,1-1-1,0 1 1,0-1 0,0 1-1,0 0 1,0 0-1,-1 0 1,1 0 0,0 0-1,0 0 1,2 1 0,-2-1-26,-1 1 1,1 0 0,-1 0 0,0 0 0,0 0-1,1 0 1,-1 0 0,0 0 0,0 0 0,0 0-1,0 1 1,0-1 0,-1 0 0,1 1 0,0-1-1,0 0 1,-1 1 0,1 1 0,2 7 80,-1 1 0,0-1 0,-1 1-1,0-1 1,-1 12 0,0-11-62,1-7-51,-1 11-90,1-1-1,0 1 0,2-1 0,5 22 0,-6-32-30,-1 1-1,1-1 0,0 0 1,1 0-1,-1-1 0,1 1 1,-1 0-1,1-1 1,0 0-1,0 1 0,1-1 1,-1 0-1,1-1 0,-1 1 1,1-1-1,0 1 1,0-1-1,8 3 0,5 1-120,1-1-1,-1-1 0,1 0 0,0-1 1,33 1-1,96-9 14,-109 1 623,0 2 0,1 2 0,-1 1 0,39 7 0,-61-5-253,6 0-162,-1 2-1,0 0 1,-1 1-1,1 1 1,31 15-1,-50-20-293,1-1 0,0 1-1,0-1 1,0 0 0,0 0 0,0-1 0,0 1-1,0 0 1,0-1 0,0 0 0,1 0 0,-1 0-1,0 0 1,0 0 0,0-1 0,0 1 0,6-3-1,-4 1-876,1 0 0,-1-1 0,0 0 0,0 0-1,0 0 1,0 0 0,-1-1 0,7-6 0,7-5-6184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01.3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23 340,'35'-23'-120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01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0 109 11433,'0'-26'2092,"0"3"-436,10 6-580,-1 0-783,-5 5-1138,2-2-871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02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564 24 12829,'-28'-8'854,"19"5"-435,-1 0-1,1 0 1,-1 1 0,1 0-1,-1 1 1,0 0-1,0 0 1,0 1 0,0 1-1,0 0 1,-14 2-1,7 3 205,1 0-1,0 1 1,0 0-1,0 1 1,1 1-1,0 1 1,1 0-1,0 0 1,0 2-1,1 0 0,1 0 1,0 1-1,1 1 1,0 0-1,-10 17 1,-2 9-7,1 0 1,2 1-1,2 1 1,-21 74-1,26-71-437,2 1-1,2 0 1,2 1-1,2-1 1,1 63-1,5-84-210,1 0 0,1 0 0,1-1-1,1 1 1,1-1 0,1 0 0,2 0-1,0-1 1,2 0 0,0-1 0,24 36-1,-23-44-78,-1-1-1,2 0 1,-1-1-1,2-1 1,-1 0-1,2-1 1,-1 0-1,2-1 1,-1 0-1,1-2 0,0 0 1,1 0-1,-1-2 1,28 6-1,5-2-111,0-2 0,0-2 0,95-3 0,-52-8 62,-1-3 1,116-28-1,173-63 711,-243 62 30,122-33 895,-254 70-1440,0 0 0,-1 1-1,1-1 1,0 1-1,0 0 1,0 0 0,0 1-1,-1-1 1,1 1 0,0 0-1,0 0 1,-1 1-1,1-1 1,-1 1 0,1 0-1,-1 1 1,0-1 0,0 1-1,0-1 1,0 1 0,0 1-1,4 4 1,0 0-240,0 1-1,-1 0 1,0 1 0,-1 0 0,0 0 0,-1 0 0,8 21 0,-9-23-860,0 0 0,0 0 1,1-1-1,0 0 1,6 7-1,11 16-10230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02.5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10493,'22'6'760,"16"3"-632,-6-1-596,-16 1-1308,6 2-904,16 18-793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02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54 104 14945,'-54'-3'5549,"80"0"-3665,-1 0-360,10-3-516,25-5-1012,-12 2-412,15-5-304,14 0-492,5 2-772,10 1-288,7 2-3189,2 1-4396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20.8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133 929 10969,'-2'-4'156,"-68"-104"9343,67 107-7485,1 8-764,-1 22-322,1 44-304,-1 528 1144,1-511-1726,9 404-444,-5-390-203,-3-61 197,1-40 123,0-7-129,-20-311-787,8 186 982,-9-222-171,27-433 1,16 534 445,-14 198 14,1 0 1,29-85-1,-34 123-5,2 1 0,0 0 0,1 0 0,0 0 1,1 0-1,0 1 0,1 1 0,0 0 0,1 0 0,16-14 0,-21 20 2,1 2 1,-1-1-1,0 1 0,1-1 0,0 1 1,0 1-1,0-1 0,0 1 0,0 0 1,1 1-1,-1-1 0,0 1 1,1 1-1,-1-1 0,1 1 0,-1 0 1,1 0-1,-1 1 0,1 0 0,-1 0 1,1 1-1,-1-1 0,0 2 0,0-1 1,10 5-1,-2 2 72,0-1-1,-1 2 1,0-1-1,0 2 1,-1 0-1,0 0 0,10 15 1,67 97 553,-44-51-349,-4 2 0,44 108 1,39 169 193,3 200-334,-58-216-841,-34-178-5,39 153-1325,-50-224 159,54 125-1,-67-186 980,0-2 0,24 36 0,-30-52 283,0-1-1,1 1 0,0-1 0,13 11 0,-16-14 1,1-1 0,0 0 0,0 1 0,0-1 0,0 0-1,0-1 1,1 1 0,-1-1 0,0 0 0,6 1 0,26-5-7593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21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1596 11493,'-21'5'1765,"20"-7"-1511,0 1 0,0-1 0,0 1 1,0-1-1,0 0 0,0 1 0,0-1 0,0 0 0,1 0 0,-1 0 1,1 1-1,0-1 0,-1 0 0,1-2 0,1 1-166,1 0 0,-1 0-1,1 1 1,-1-1 0,1 1 0,0-1-1,0 1 1,0 0 0,0-1-1,1 1 1,-1 0 0,1 1-1,-1-1 1,5-2 0,-3 1 7,70-43 139,2 2 1,95-38-1,-79 39-416,1028-551-2605,-923 471 2771,201-162 0,-32-23 2972,-356 300-2509,-6 10 135,-6 17 291,0-11-855,-46 175 2275,9-43-1215,-59 382 887,81-385-2137,-1 148-1,22 139-2354,-3-379 2000,8 165-2319,-5-169 898,1-1 0,22 79 1,-11-79-2480,-3-19-2469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21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45 10509,'24'-21'1440,"-19"16"-288,-2 4-146,17-4-583,0 1 0,0 0 0,0 2 0,0 0 0,0 1 0,23 3 0,-9-2-124,266 4 855,471 67 1,-759-69-1143,153 30 131,-146-27-111,-1 1 0,0 0 0,-1 1 0,1 1 1,-1 1-1,25 17 0,-38-23-21,1 1 1,-1 0 0,0 0-1,0 0 1,0 0-1,-1 1 1,0 0 0,1 0-1,-2 0 1,1 0-1,0 0 1,-1 0 0,0 1-1,0-1 1,-1 1-1,0-1 1,0 1 0,0 0-1,0-1 1,-1 1-1,0 0 1,0-1 0,-1 1-1,1 0 1,-1 0 0,-3 8-1,-1 3 4,-2 1-1,1-1 1,-2-1 0,0 0-1,-1 0 1,-1 0-1,-13 16 1,-54 58-55,-118 110 0,146-152-101,-218 196-3865,165-152-2471,64-59-321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21.6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1 11221,'-3'58'6702,"1"-2"-3870,-2 56-320,-6 20-956,-22 334 1322,-29 216-2785,6-85-3741,54-581 3506,-7 165-1399,8-153 933,2 0 0,0 0 1,2 0-1,10 35 0,-13-57 211,1 0-1,0 0 1,1-1-1,-1 1 1,1 0 0,0-1-1,1 0 1,-1 1-1,1-1 1,7 8-1,-10-13 195,-1 1-1,1-1 1,0 1-1,-1-1 1,1 1-1,-1-1 1,1 1-1,0-1 1,-1 0-1,1 1 1,0-1-1,0 0 1,-1 1-1,1-1 1,0 0 0,0 0-1,-1 0 1,1 0-1,0 0 1,0 0-1,-1 0 1,2 0-1,24-13-7184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21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63 386 9513,'-46'-79'1571,"44"75"-1396,-1 0-1,1-1 1,0 1 0,1 0-1,-1-1 1,1 0-1,0 1 1,0-1-1,0 0 1,1 0-1,0 0 1,0 1 0,0-1-1,0 0 1,1 0-1,0 0 1,0 1-1,2-9 1,0 3 117,-1 2-144,1 1 1,0 0 0,0 0-1,0 1 1,1-1-1,0 1 1,0-1 0,1 1-1,-1 1 1,2-1 0,-1 1-1,0-1 1,1 1-1,0 1 1,12-8 0,1 1 103,0 1 1,1 1 0,42-14 0,-18 11-58,1 1 1,1 3-1,-1 1 1,1 3-1,85 2 0,-49 8 6,-2 3 0,115 27 0,-133-21-88,-1 3 0,96 42-1,-129-48-79,-2 2-1,0 1 1,0 1-1,-2 1 1,0 1-1,-1 1 1,36 38-1,-51-47-17,-1 0-1,1 0 0,-2 1 1,1 0-1,-2 0 1,1 0-1,-1 1 1,-1 0-1,0 0 0,-1 0 1,3 19-1,-5-15-1,0-1-1,-1 0 0,-1 1 0,0-1 1,-1 0-1,-1 0 0,0 0 1,-1 0-1,-7 17 0,-6 8-26,-2 0 0,-2-1 0,-1-1 0,-40 51-1,-126 134-664,102-126-22,-115 124-2839,94-104-1586,19-20-2524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22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232 2369 7581,'-79'43'1226,"71"-38"-943,0 0-1,1 1 1,0-1 0,0 2 0,-9 9 0,-12 10 853,-41 22 5096,66-46-5312,4-6-180,2-9-505,1 0-1,1 0 1,0 0 0,0 1 0,1 0 0,10-14-1,7-16 78,92-200 538,-85 170-644,30-110 1,29-194-44,-72 277-140,9-187 0,-25 133-20,-21-172 0,7 230-27,-3 0 1,-58-182-1,38 183 22,31 84-2,0 0 0,-1 0-1,0 0 1,-1 1 0,0 0 0,-11-11 0,18 19 3,-1 1-1,0-1 1,0 0 0,0 0 0,0 1-1,1-1 1,-1 0 0,0 1 0,0-1 0,0 1-1,0 0 1,0-1 0,-1 1 0,1 0-1,0-1 1,0 1 0,0 0 0,0 0-1,0 0 1,0 0 0,0 0 0,0 0 0,-1 0-1,1 0 1,-1 1 0,-22 16-18,16-8 20,0 0-1,1 1 0,1 0 1,-1 0-1,2 0 1,-1 0-1,1 1 1,1 0-1,0 0 1,0 1-1,-1 12 0,-5 25 4,-3 65 0,11-98-3,-5 350 15,31 4 27,-19-307-38,44 343 58,-28-296-41,57 175 0,-64-244-20,2-2 0,1 0 0,3 0 0,1-2 0,28 38 0,-38-59 0,1-1 0,0-1 0,1 0 0,1-1 0,0 0-1,1-1 1,0-1 0,1 0 0,0-1 0,0-1 0,1-1 0,1 0 0,33 10-1,-31-13 3,-1-2-1,1-1 0,0 0 0,0-1 0,1-1 0,-1-1 0,0-1 0,30-7 0,-22 2-5,1-2 0,-2 0 0,1-2 0,-1-2 0,29-17 0,6-11 27,-1-4 0,-2-1-1,88-91 1,-79 67 104,63-60 401,-107 110-465,0 0 0,2 1 1,45-25-1,-69 43-61,0 0 1,0-1 0,0 1 0,1 1-1,-1-1 1,0 0 0,1 0 0,-1 1-1,1-1 1,-1 1 0,0 0 0,1 0-1,-1 0 1,1 0 0,-1 0 0,1 0-1,-1 1 1,1-1 0,-1 1-1,0 0 1,1-1 0,-1 1 0,0 0-1,0 1 1,0-1 0,0 0 0,1 1-1,-2-1 1,1 1 0,0-1 0,0 1-1,2 3 1,0 1-38,0 0-1,0 0 1,-1 1-1,0-1 1,0 1-1,0 0 1,-1 0-1,0 0 1,1 12 0,1 26-1996,-1 0 1,-8 82 0,2-53-4693,2-31-1381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22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4 8545,'-22'-3'1264,"3"3"-400,9 11-2152,4 1-1476,12 5-873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22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314 3 12549,'0'0'2061,"-4"-1"-292,0 1-1569,0-1 0,0 0 0,0 1 1,0 0-1,0 0 0,0 0 0,0 1 0,0-1 0,0 1 1,0 0-1,0 0 0,0 0 0,0 1 0,0 0 1,1-1-1,-1 1 0,1 0 0,-1 1 0,1-1 0,0 0 1,0 1-1,-5 5 0,-7 8 47,0 0 1,2 1-1,-14 22 0,22-31-92,-16 24-33,3 1 0,0 2-1,2-1 1,2 2 0,1 0 0,2 1 0,-11 58 0,19-78-199,0-1 0,1 1 0,1 0-1,0 0 1,1 0 0,4 28 0,-3-40 35,0 1-1,1-1 1,-1 1-1,2-1 1,-1 1-1,0-1 1,1 0 0,0 0-1,0 0 1,0-1-1,1 1 1,0-1 0,0 0-1,0 0 1,0 0-1,0 0 1,1-1-1,0 1 1,0-1 0,0 0-1,0-1 1,0 1-1,8 1 1,4 1-79,0-1 0,1 0 1,0-2-1,0 0 0,-1-1 0,1 0 1,0-2-1,25-3 0,-4-3-31,0 0 1,64-23-1,-55 12 89,-1-1 0,-2-3 0,0-1 0,-1-3 0,-1-1 0,-2-2 0,-1-2 0,58-58 0,-95 86 61,0 0 0,0 1 1,1-1-1,-1 1 0,1-1 0,0 1 0,-1 0 0,1 0 1,0 0-1,0 1 0,0 0 0,0-1 0,0 1 0,1 1 1,-1-1-1,0 1 0,0-1 0,8 2 0,1 0-61,0 2-1,0 0 1,-1 1-1,22 8 1,-19-6-846,1 0 0,24 4-1,-31-8 429,1-1-1,0 0 0,0 0 0,0-1 0,0-1 0,-1 0 0,1 0 0,0-1 0,-1 0 0,13-4 0,17-3-2927,7 7-1252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23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75 7685,'-5'-9'112,"0"2"1040,1 0 0,0-1 0,0 0 0,0 0 0,-5-20 4585,13 31-5190,256 157 1369,532 240-1,-573-312-1843,4-9-1,3-10 1,251 42 0,-155-61-50,3-14 1,1-15-1,0-14 0,384-41 1,-196-36 143,-402 47-862,-2-6 0,161-62 0,-251 83 220,49-23-1252,-64 29 1290,0-1-1,0-1 1,0 1 0,-1-1 0,1 0-1,-1 0 1,0 0 0,0 0-1,6-8 1,-9 10-11,0 0 0,0 0 0,0 1 0,-1-1 0,1 0 0,0 0 0,-1 0 0,1 0 1,-1 0-1,1-3 0,-3-22-7191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23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 11745,'-1'0'165,"0"0"0,0 0 0,-1 0 0,1 0 0,0 0 0,0 0 0,0 0 0,-1 1 0,1-1 0,0 0 0,0 1 1,0-1-1,0 1 0,0-1 0,0 1 0,0 0 0,0-1 0,0 1 0,0 0 0,0 0 0,0-1 0,0 1 0,1 0 0,-1 0 0,-1 2 0,2-1-23,-1 0 0,0 1 0,1-1 0,0 0 0,0 0 0,-1 1 0,1-1 0,0 0-1,1 0 1,-1 1 0,0-1 0,2 4 0,1 6 201,2 0 0,-1-1-1,2 1 1,6 10-1,4 3 119,1 0 0,1-1 0,2 0 0,24 22-1,95 78 817,-95-87-987,12 11 47,281 254 925,-280-245-1086,-3 3 0,-3 3-1,69 107 1,-100-136-124,-2 2 0,-1 0-1,-2 1 1,-1 0 0,-2 1 0,-2 1 0,-2 0-1,5 45 1,-10-51-40,-2 1 1,-1 0-1,-1 0 0,-2 0 1,-2-1-1,-1 1 0,-1-1 1,-2 0-1,-24 58 0,9-42-275,-3-2-1,-1 0 0,-3-2 0,-1-2 1,-2 0-1,-74 68 0,-267 195-5251,333-274 4452,-109 83-6547,91-64 272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24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28 13669,'0'-1'133,"0"0"-1,1 0 1,-1 0-1,0 0 1,0 0-1,0 0 1,0 0-1,0 0 1,0 0-1,0 0 1,0 1-1,0-1 1,0 0-1,-1 0 1,1 0-1,0 0 1,-1 0-1,1 0 1,0 0-1,-1 1 1,1-1-1,-1 0 1,1 0-1,-1 1 1,0-1-1,1 0 1,-1 1-1,0-1 1,1 0-1,-1 1 0,-1-2 1,1 3-29,1-1-1,-1 0 1,1 0 0,0 1-1,-1-1 1,1 0 0,0 1-1,-1-1 1,1 0 0,0 1-1,0-1 1,-1 0 0,1 1-1,0-1 1,0 1 0,-1-1 0,1 1-1,0-1 1,0 0 0,0 1-1,0-1 1,0 1 0,0-1-1,0 1 1,0-1 0,0 1-1,0-1 1,0 1 0,0 0 210,0 8 72,0-1 0,0 0-1,1 0 1,0 0 0,1 0 0,0 0-1,0 0 1,1 0 0,5 12 0,2 6 196,1 6-65,40 115 1363,48 228 0,-82-262-1853,5 195-1,-29 115-3104,7-400 2832,-38 452-8657,26-360 2881,5-39-2745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24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3 549 12349,'0'-18'424,"-1"12"-228,0-1 0,0 1 0,1-1-1,0 1 1,1-1 0,0 1-1,0-1 1,0 1 0,0 0 0,1-1-1,0 1 1,1 0 0,-1 0-1,1 0 1,5-7 0,10-9 274,1 1 0,1 1 1,1 0-1,0 2 1,2 0-1,0 2 0,1 0 1,39-18-1,-1 5-91,1 2-1,93-25 1,-18 14-194,2 7 0,185-19 0,-237 43-875,1 4 0,0 3 1,0 5-1,167 29 0,-195-20-447,-1 3 0,83 34 0,-96-30-1385,68 42-1,3 20-4417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24.7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133 824 12777,'-133'3'9273,"136"-15"-7753,23-19-300,21-6-364,29-9-116,26-9-428,35-10-768,24-10-296,14-7-692,19-16-804,9-10-808,13-1-2533,3 1-4580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25.4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1395 9965,'0'0'8373,"2"-3"-7446,0-1-846,0 1-1,0-1 1,1 1 0,-1 0 0,1 0-1,0 0 1,0 0 0,0 0-1,0 0 1,1 1 0,-1-1-1,1 1 1,-1 0 0,1 0-1,0 1 1,0-1 0,0 1-1,0 0 1,0 0 0,0 0 0,0 0-1,0 1 1,0 0 0,1-1-1,-1 1 1,0 1 0,0-1-1,0 1 1,0 0 0,0 0-1,0 0 1,0 0 0,0 1 0,0-1-1,0 1 1,-1 0 0,1 0-1,-1 1 1,1-1 0,-1 1-1,0-1 1,0 1 0,0 0-1,0 0 1,3 5 0,5 7-53,-1 0 1,-1 1-1,-1 0 1,0 1 0,-1-1-1,0 1 1,-1 1-1,6 33 1,-6-12 0,-1 1 1,-2-1-1,-3 44 0,-2-18 27,-18 117 0,-2-49-104,23-136 47,1 1 1,0 0-1,0-1 1,0 1-1,0 0 1,0 0-1,0 0 1,5-3-1,4-4 2,7-14 1,-1 0 0,-1 0 1,15-31-1,1-2-15,-17 32-13,168-261-358,-136 220 266,2 2 0,71-68 0,-106 117 62,2 0-1,0 1 0,0 1 1,24-13-1,-35 22 32,1 0-1,0 0 0,-1 0 1,1 1-1,1 0 1,-1 0-1,0 0 1,0 1-1,1 0 0,-1 0 1,1 1-1,-1 0 1,0 0-1,1 0 1,-1 1-1,1 0 1,8 3-1,-11-3 1,0 1 0,0 0 0,-1 0 0,1 0 0,-1 1 0,0-1 0,1 1 0,-1 0 0,0 0 0,-1 0 0,1 0 0,4 7-1,-1 0-67,-1 1 0,0-1 0,4 13 0,-8-20 68,-4 31 130,3-31-89,22-15 87,5-3-53,0 2 0,2 1 0,-1 2 0,1 0 0,1 2 0,59-8 1,190 0 334,-205 16-636,0-4 0,0-2-1,75-17 1,-100 11 138,0-2 0,-1-3 0,-1-1 0,62-34 0,-90 42 189,-1-1 0,-1-1 1,1-1-1,-2 0 0,0-1 0,-1-1 0,0-1 0,-1 0 1,-1 0-1,-1-2 0,0 1 0,-1-2 0,11-23 0,-8 3 17,-1 0 0,-2-1-1,-2-1 1,7-63 0,-3-171 254,-10 139 56,-1 74-174,-3 36-70,1 0-1,2 0 1,1 0 0,7-29 0,-10 54-142,0 1-1,0-1 1,0 0-1,0 0 1,0 1-1,1-1 1,-1 0-1,0 0 1,0 1-1,1-1 1,-1 0-1,0 1 1,1-1-1,-1 1 1,1-1-1,-1 0 1,1 1 0,-1-1-1,1 1 1,-1-1-1,1 1 1,-1-1-1,1 1 1,0 0-1,-1-1 1,1 1-1,0 0 1,-1-1-1,1 1 1,0 0-1,0 0 1,-1 0-1,1 0 1,0 0-1,0 0 1,-1 0-1,1 0 1,0 0-1,-1 0 1,1 0-1,0 0 1,0 0-1,-1 0 1,1 1 0,0-1-1,-1 0 1,2 1-1,1 1 68,0 0 1,0 1-1,0-1 0,0 1 0,-1-1 0,1 1 1,-1 0-1,3 4 0,8 16 166,-2 0 0,0 0-1,-2 1 1,0 1 0,5 26 0,0-1 31,12 43 18,-5 2-1,-3 1 0,-5 0 1,2 168-1,-18-135-975,-6 0 0,-5-1 0,-33 135-1,23-168-1181,-4 0-1,-4-1 0,-47 94 1,73-175 998,0 0 0,-1-1 1,-13 17-1,-3-8-4760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26.8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1248 9729,'-1'0'103,"1"-1"-1,0 1 1,0 0 0,0 0-1,0 0 1,-1 0 0,1 0-1,0 0 1,0 0 0,0-1-1,0 1 1,-1 0 0,1 0-1,0 0 1,0 0 0,0-1 0,0 1-1,0 0 1,0 0 0,0 0-1,0-1 1,0 1 0,0 0-1,0 0 1,0 0 0,0-1-1,0 1 1,0 0 0,0 0-1,0 0 1,0-1 0,0 1-1,0 0 1,0 0 0,0 0-1,0-1 1,0 1 0,0 0 0,0 0-1,0 0 1,0-1 0,0 1-1,1 0 1,-1 0 0,0 0-1,0 0 1,0 0 0,0-1-1,1 1 1,-1 0 0,0 0-1,0 0 1,1 0 0,13 6 1557,22 18-939,69 50 676,-50-38-1037,-2 2-1,-2 3 1,70 71 0,-112-102-319,0 0 0,-1 1 1,-1 0-1,0 0 0,0 1 1,-1 0-1,-1 0 1,0 0-1,4 15 0,-8-20-22,1 1 0,-1 0 0,0-1 0,-1 1 0,0 0 0,0 0-1,-1 0 1,0-1 0,0 1 0,-1 0 0,0-1 0,0 1 0,-1-1 0,0 0 0,0 0-1,-7 10 1,-9 11 54,-1-2-1,-34 35 0,46-53-47,6-5-77,3-5-69,11-21-98,0 1 0,29-36 1,-13 18 38,106-152-458,203-312 3,68-111 600,-385 588 51,2 1 0,26-24 0,-46 48-3,0 0 0,0 0-1,0 0 1,1 1-1,-1-1 1,1 1-1,-1-1 1,1 1 0,0 0-1,0 0 1,0 0-1,-1 0 1,1 0-1,0 1 1,0-1 0,0 1-1,0 0 1,0 0-1,0 0 1,0 0-1,0 1 1,0-1 0,0 1-1,0 0 1,-1-1-1,1 1 1,0 1-1,0-1 1,-1 0 0,1 1-1,-1-1 1,1 1-1,-1 0 1,0 0-1,1 0 1,-1 0 0,0 0-1,0 0 1,-1 0-1,1 1 1,0-1-1,-1 1 1,1-1 0,-1 1-1,0 0 1,0 0-1,0-1 1,1 7-1,5 63 235,-5 15 154,-19 160-1,-5-112-124,-15 118 104,29-176-219,3 100 1,5-168-147,0 0 1,1 1-1,1-1 0,0 0 0,0-1 0,0 1 0,1 0 0,1-1 0,5 12 0,-7-16-8,1 0-1,0 0 0,0 0 0,0 0 0,1-1 1,-1 1-1,1-1 0,0 0 0,0 0 0,0 0 0,1 0 1,-1-1-1,0 0 0,1 0 0,0 0 0,-1 0 0,1-1 1,0 1-1,5-1 0,7 1 2,0-1 0,-1-1 1,1-1-1,0 0 0,0-1 0,-1-1 1,1 0-1,-1-1 0,0-1 0,22-10 0,7-6 13,0-1 0,49-35 0,-29 13-116,-3-3 0,-2-3 0,60-63 1,140-187-318,-193 200 248,-97 110 81,15-2 74,0 1 0,1 0 1,-1 1-1,-20 20 1,-50 57-1,64-66 14,-123 145 63,119-133-36,1 1 0,2 1 1,-22 46-1,40-72-22,1-1 1,-1 0 0,1 1 0,1 0 0,-1 0-1,2 0 1,-1 0 0,1 0 0,0 12-1,2-17-8,-1-1-1,1 1 1,0 0-1,0 0 1,0 0-1,1-1 0,-1 1 1,1-1-1,0 1 1,0-1-1,0 0 1,0 0-1,1 0 0,0 0 1,-1 0-1,1 0 1,0-1-1,0 1 1,0-1-1,0 0 0,1 0 1,-1 0-1,5 2 1,2 0 7,0 0 1,1-1 0,-1 0 0,1-1 0,0 0 0,0 0-1,0-1 1,19-1 0,7-2 21,45-8 0,-37 2-102,-1-2 1,1-2-1,-2-2 1,74-34-1,-59 18-97,-2-2-1,93-70 1,-62 31-402,-4-4 0,140-163 1,-217 232 551,-2 0-1,0 1 0,0 0 1,1 0-1,0 0 1,0 1-1,0 0 1,1 0-1,7-4 0,-11 7-40,21 17-134,-20-5 171,0 1 0,-1 0 0,-1-1 0,0 1 0,-1 0 0,-1 22 0,-6 65 74,7-98-50,0-1 0,0 0 0,0 0 0,0 1 0,0-1 1,0 0-1,0 0 0,1 1 0,-1-1 0,0 0 0,0 0 1,0 1-1,0-1 0,0 0 0,0 0 0,1 1 0,-1-1 1,0 0-1,0 0 0,0 0 0,1 0 0,-1 1 0,0-1 0,0 0 1,0 0-1,1 0 0,-1 0 0,0 0 0,0 0 0,1 0 1,-1 1-1,0-1 0,1 0 0,-1 0 0,0 0 0,0 0 1,1 0-1,2 1 13,1 0 0,-1 1-1,1-1 1,-1 0 0,1-1 0,-1 1 0,1-1 0,-1 1 0,1-1 0,0 0 0,-1-1 0,1 1 0,0 0 0,-1-1 0,1 0-1,-1 0 1,1 0 0,-1 0 0,0-1 0,6-3 0,57-27 100,-24 10-101,0 3-1,81-26 0,-66 30-7,1 3-1,1 3 0,0 2 1,63 1-1,-91 6-333,-1 2 0,39 7 0,-65-8 131,0-1 28,33 0-25,-34 0 130,1-1 8,4-2 40,1 1 0,0 0 0,-1 1 1,1 0-1,0 0 0,-1 1 0,1 0 0,0 0 0,0 1 0,-1 1 1,1-1-1,11 5 0,3 2 32,0-1 0,1-1 0,0-1 0,0-1 0,1-1 0,-1-1 0,1-1 0,31-3 0,-12-3-52,0-1-1,-1-3 0,72-23 0,-77 18 27,0-2-1,-1-2 0,-1-1 1,39-27-1,123-109-72,-129 94 65,2 4 1,104-64 0,-125 91 90,1 3 0,2 2-1,1 3 1,58-17 0,-96 34-46,0 0 46,1 1 0,23-3 0,-34 7-69,0 0 0,1 0-1,-1 0 1,0 0 0,1 1-1,-1 0 1,0 1 0,0-1 0,0 1-1,7 3 1,-1 0 53,-9-4-2,-1 0-21,22 9 270,-22-10 394,1-1-339,6-5-104,-1-1 1,1 1-1,-1-2 1,0 1-1,-1-1 1,0 0-1,9-14 1,17-19 115,-5 11-203,1 2 0,1 1 0,1 1 1,58-35-1,-88 61-164,0 0 0,0 0-1,0 0 1,0 0 0,0 0-1,0 0 1,0 0 0,0 0 0,0 1-1,0-1 1,0 1 0,0-1-1,0 0 1,0 1 0,-1-1 0,1 1-1,0 0 1,0-1 0,0 1-1,0 1 1,1-1 7,-1 0-7,1 1 0,0-1 0,-1 1 1,0 0-1,1-1 0,-1 1 0,0 0 1,0 0-1,0 0 0,0 0 0,0 0 1,0 0-1,-1 0 0,1 0 0,-1 0 1,1 0-1,-1 0 0,0 0 0,0 1 1,0-1-1,0 0 0,0 0 0,-1 3 1,-11 67-31,7-46-114,-1 12-1225,2 1 0,1-1 0,2 1 1,5 46-1,-3-78 755,0 1 0,-1 0 0,0 0 0,0-1 1,-1 1-1,0 0 0,0 0 0,-1-1 0,0 1 0,0-1 1,-1 0-1,0 1 0,-4 6 0,-24 28-330,29-40 1026,0 0 0,0-1 1,-1 1-1,1 0 1,0-1-1,-1 0 1,1 0-1,-1 1 0,0-1 1,1-1-1,-1 1 1,0 0-1,1-1 0,-1 1 1,0-1-1,0 0 1,-5 0-1,-51-9 1923,44 5-1548,-12-3 667,2-2 1,-1 0-1,2-2 0,-1 0 0,-32-23 0,45 28-619,9 5-411,1-1 0,-1 0 0,0 1 0,1-1-1,-1 0 1,1 0 0,0-1 0,0 1 0,0 0 0,0-1-1,-3-4 1,5 6-82,-1 0 0,1-1 0,0 1-1,0 0 1,0-1 0,-1 1 0,1 0 0,1-1-1,-1 1 1,0 0 0,0-1 0,0 1 0,1 0-1,-1-1 1,1 1 0,-1 0 0,1 0 0,-1-1-1,1 1 1,0 0 0,0 0 0,-1 0-1,1 0 1,0 0 0,0 0 0,0 0 0,0 0-1,0 0 1,0 1 0,3-2 0,7-5-182,1 1 0,0 0 0,0 1 0,1 1 1,-1 0-1,1 0 0,0 1 0,0 1 0,14-1 0,5-2-394,187-26-3767,-126 19 869,31-3-2740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27.0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43 7241,'-41'-14'7292,"53"-1"-13652,1 1 1171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27.8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13 11549,'-12'-13'7680,"10"21"-2285,0 2-4743,1-2-1832,-33 381 6390,32-325-4914,-4 213 138,8-203-1466,21 130 1,-6-117-3208,57 168 0,-70-245 3150,0-1 0,1 1 0,0-1 0,0 0 0,12 14 0,29 22-8888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28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84 11789,'-1'-2'285,"0"0"0,0 0 0,0 0 0,0 0 0,1-1 0,-1 1-1,0 0 1,1 0 0,0-1 0,0 1 0,-1 0 0,1-1 0,1 1 0,-1 0 0,0 0 0,0-1 0,1 1-1,-1 0 1,1 0 0,0-1 0,0 1 0,0 0 0,0 0 0,0 0 0,0 0 0,1 0 0,-1 0 0,0 1-1,1-1 1,2-2 0,-2 3-176,1-1-1,0 0 0,-1 1 1,1 0-1,0-1 1,0 1-1,0 0 1,1 1-1,4-2 0,15 0 160,-1 2 0,1 0 0,-1 1 0,1 1 0,-1 1 0,0 2 0,0 0 0,0 1 0,-1 1 0,0 1 0,30 15 0,0 4-100,-1 3 0,-2 1 0,60 51-1,-63-43-215,-2 2-1,-2 2 1,-2 1-1,60 89 1,-51-57-255,-4 2-1,51 124 1,-76-153 192,-1 1-1,-3 1 0,12 68 1,-22-88 78,-2-1 1,-1 1-1,-1 0 0,-2 0 1,-1 0-1,-1 0 0,-8 31 1,-8-7-25,5-33 57,14-22 0,0 0 1,0 1-1,-1-1 1,1 0-1,0 0 1,0 0-1,-1 1 1,1-1 0,0 0-1,0 0 1,-1 0-1,1 1 1,0-1-1,-1 0 1,1 0-1,0 0 1,-1 0 0,1 0-1,0 0 1,-1 0-1,1 0 1,0 0-1,-1 0 1,1 0-1,0 0 1,-1 0-1,1 0 1,0 0 0,-1 0-1,1 0 1,0 0-1,0-1 1,-1 1-1,1 0 1,0 0-1,-1 0 1,1-1-1,0 1 1,0 0 0,-1 0-1,1 0 1,0-1-1,0 1 1,0 0-1,-1-1 1,0-2-4,-1 0 0,1 0 0,0 0 0,0 0 0,0-1 0,0 1 0,1 0 0,-1-1 0,1 1 0,0 0 0,0-1 0,0-4 0,9-43-9,-7 40 8,18-70 15,4 0 0,58-130 0,-31 94 10,4 1 0,126-192 0,-143 255 191,2 2-1,82-79 1,-89 100 103,1 1 0,2 2 1,1 2-1,71-38 1,-93 56-179,1 0 1,0 1-1,0 1 1,1 0-1,0 1 0,-1 1 1,1 1-1,0 0 1,1 1-1,17 2 1,-24-1-61,0 2-1,1 0 1,-1 0 0,0 1 0,-1 0 0,1 1 0,0 0-1,-1 1 1,0 0 0,0 1 0,-1 0 0,1 0 0,-1 1-1,-1 0 1,1 1 0,7 9 0,-3 0 2,0 0 1,-1 2-1,-1 0 0,-1 0 1,0 0-1,-2 2 0,0-1 1,-1 1-1,6 36 1,0 19-22,3 106 0,-15-168-79,-9 449-3516,-1-312-1008,15 218 0,-4-354 3615,0 0 1,0-1-1,2 1 0,-1-1 0,2 0 1,0 0-1,11 20 0,17 15-5682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28.5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452 235 8409,'14'-55'847,"14"-51"2860,-1 35 2390,-26 68-4450,-2 7-888,-13 59 435,-3 0-1,-3-1 1,-29 63 0,-3 10-334,-34 100 98,-55 162 32,31 7-306,99-348-534,2 0 1,-2 98-1,10-136-126,2-1 0,0 0-1,0 1 1,2-1 0,0 0 0,2 0-1,-1-1 1,2 1 0,0-1 0,1 0 0,1 0-1,0-1 1,13 18 0,-10-20-11,1 0 1,0-1-1,1 0 1,1-1-1,-1-1 1,2 0 0,-1-1-1,18 9 1,-9-8-125,0-1 1,1-1 0,0 0-1,0-2 1,25 3 0,10-3-655,1-3 1,0-3-1,114-13 0,-80 0-1691,134-36 0,-18-18-5073,-26-7-3964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28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422 13 9625,'-8'-4'705,"6"3"-531,1 0 0,0 0-1,-1 0 1,0 0 0,1 1 0,-1-1 0,1 0 0,-1 1 0,0-1-1,0 1 1,1 0 0,-1-1 0,0 1 0,0 0 0,1 0 0,-1 0 0,0 0-1,0 1 1,1-1 0,-1 0 0,0 1 0,-4 2 4651,-8 7-2410,9-6-2125,0 1 0,0 0 1,1 0-1,-1 0 0,1 1 1,1 0-1,-1-1 0,-4 12 1,-21 57 1221,17-41-1030,-144 411 2511,118-316-2561,-33 201 0,68-305-490,0 1 0,2 0 0,1 0 0,1 0-1,1 0 1,9 46 0,-8-61-60,0 0 1,1 0-1,0 0 1,0 0-1,1 0 1,1-1-1,-1 0 1,8 9-1,-8-13-27,0 1 1,1-1-1,-1 0 0,1 0 0,1 0 0,-1-1 1,0 0-1,1-1 0,0 1 0,0-1 0,0 0 1,10 2-1,0-1-210,0-2 1,0 0-1,1 0 1,-1-2-1,0 0 1,0-1-1,0-1 1,0-1-1,0 0 1,0-1-1,20-8 1,6-4-1104,0-2 0,77-47 0,-79 39-688,-1-2 0,-1-2 0,67-67 0,-37 25-4170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28.9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242 272 8285,'-118'-96'2194,"100"81"-581,1-2 0,-25-31 0,1 3 3712,40 44-5238,0 0 0,1 0 0,-1 0 0,1 0 0,-1 0 0,1 0 0,-1 0 0,1 0 1,0 0-1,0 0 0,-1 0 0,1 0 0,0 0 0,0 0 0,0-1 0,0 1 0,0 0 1,0 0-1,1 0 0,-1 0 0,0 0 0,0 0 0,1 0 0,-1 0 0,1-1 0,-1 1 1,1 1-1,1-3 0,5 0 1,0 0 0,1 0 0,-1 1 0,1 0 0,0 1 0,-1 0 1,1 0-1,9 1 0,-11-1-48,36-1-288,-1 3 0,1 0 1,-1 3-1,42 9 1,157 49-4142,-208-52 2823,-1 1 0,1 2 0,-2 1 1,32 19-1,21 23-5996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29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1 849 8589,'182'-94'3250,"216"-117"-378,-355 186-2842,242-124-16,-274 146-37,-1 0-1,1 1 1,0 1-1,0 0 1,0 0-1,0 1 0,0 0 1,-1 1-1,1 1 1,0-1-1,20 7 1,16 1-415,14 0-211,-1-3 1,1-3 0,94-6 0,-134 1 949,1-1 0,-1-1 0,1-1 0,-1 0 0,-1-2 0,1-1 0,-1 0 0,-1-1 0,0-2 0,0 0 0,-1 0 0,0-2 0,24-22 0,0-7 809,-12 11-1220,1 2-1,2 0 0,51-34 0,-51 42-49,-18 11 329,1 0 0,0 1 0,21-8 1,-36 17-155,-1-1 0,0 1 1,0 0-1,0 0 0,1 0 1,-1 0-1,0 0 0,0 0 1,0 0-1,1 0 0,-1-1 1,0 1-1,0 0 0,1 0 1,-1 0-1,0 0 0,0 0 1,1 0-1,-1 0 0,0 0 1,0 0-1,1 1 0,-1-1 1,0 0-1,0 0 0,1 0 1,-1 0-1,0 0 0,0 0 1,0 0-1,1 1 0,-1-1 1,0 0-1,0 0 0,0 0 1,0 0-1,1 1 0,-1-1 1,0 0-1,0 0 0,0 0 1,0 1-1,0-1 0,1 0 1,-5 16 423,-18 29 78,16-32-329,-121 256 1928,107-220-1900,3 1 0,2 0 0,-14 86 0,9 232-87,19-257-680,-29 210 0,22-283 474,-3-1-1,-1-1 0,-1 0 0,-3-1 1,0 0-1,-2-1 0,-2-1 1,-45 58-1,1-16 44,-3-2 0,-95 80 0,59-65 413,-4-4-1,-4-5 0,-206 111 0,218-145 204,88-41-486,-1-1 0,1 0 0,-1 0 0,0-1 0,0 0 0,-18-1 0,27-1-71,1 0 0,0 0 0,-1 0 0,1 0 1,0-1-1,-1 1 0,1-1 0,0 1 0,0-1 0,0 0 0,-1 0 0,1 0 0,0 0 0,0 0 0,0 0 0,0-1 0,1 1 0,-4-4 0,4 4-2,0-1 0,0 0-1,0 0 1,0 0 0,1 0 0,-1 0 0,1 0 0,-1 0 0,1 0 0,0 0 0,0 0-1,0 0 1,0 0 0,0 0 0,0 0 0,0 0 0,1-2 0,2-8 34,1 1 0,1 0 1,-1 0-1,2 0 0,-1 0 1,9-10-1,40-53-100,3 2-1,3 3 0,128-114 1,-21 41-1617,311-205 0,231-45-4101,-269 178-1105,-340 166 2035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30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423 971 13177,'-15'-26'6085,"13"29"-4652,-4 8-780,0 1 0,1 0 0,1 1 1,0-1-1,0 1 0,-2 23 0,-2 3 99,-58 278 1793,-20 85-1569,56-286-758,-149 683-1571,179-797 1342,-1 0 0,1 0-1,0 0 1,0 0 0,0 0-1,0 0 1,0 0 0,0 0 0,0 0-1,1 3 1,0-5 9,-1 1 0,0-1-1,0 0 1,0 0 0,1 0 0,-1 0 0,0 1-1,0-1 1,1 0 0,-1 0 0,0 0-1,0 0 1,1 0 0,-1 0 0,0 0 0,1 0-1,-1 0 1,0 0 0,0 0 0,1 0 0,-1 0-1,0 0 1,1 0 0,-1 0 0,0 0 0,0 0-1,1 0 1,-1 0 0,0 0 0,0-1 0,1 1-1,-1 0 1,0 0 0,0 0 0,0 0 0,1-1-1,-1 1 1,0 0 0,0 0 0,1-1 0,28-36-56,-14 11 37,-1 0 0,-1-1 0,17-54 0,-12 29-6,394-1193-892,-171 491 562,-238 746 359,33-103 125,68-141 0,-98 239-42,1 0-1,0 1 1,1 0 0,0 0 0,1 0 0,0 1-1,17-15 1,-22 23-50,-1 1 1,1-1-1,0 1 0,0 0 0,-1 0 0,1 0 0,1 0 0,-1 1 1,0 0-1,0 0 0,0 0 0,1 0 0,-1 1 0,1-1 0,-1 1 0,0 0 1,1 1-1,-1-1 0,0 1 0,1 0 0,-1 0 0,0 0 0,0 0 1,0 1-1,0 0 0,0 0 0,0 0 0,5 4 0,5 3 59,-1 1 0,0 0-1,-1 1 1,0 0 0,-1 1-1,0 0 1,11 18-1,60 105 524,-15-6-147,-7 2 0,56 174 0,-63-127-633,41 242 0,43 360-5502,-67-482 1490,-17-152 525,-36-109 148,38 60 1,-9-32-4171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30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222 641 12505,'-165'-37'2300,"124"14"-63,25 9 1295,16-6-2344,16-9-240,35 6-352,28-5-540,26-9-260,22 2-368,19-5-396,16-3-480,19-8-272,19 2-248,13 1-73,-10-7-91,-3 1-1468,-13 0-2125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30.8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536 139 9729,'-13'-43'788,"8"27"485,0 1-1,-9-22 1,13 35-1068,0 1 0,0-1 0,0 0-1,0 1 1,0-1 0,-1 1 0,1-1 0,0 1 0,-1-1 0,1 1 0,-1 0 0,1 0 0,-1-1 0,0 1 0,1 1 0,-1-1 0,0 0 0,0 0 0,0 1 0,0-1 0,-2 0 0,0 1-10,1 0-1,-1 0 1,1 0 0,-1 1 0,1-1 0,-1 1 0,1 0 0,0 0 0,-1 0 0,1 0 0,-4 3 0,-4 2 213,1 0 0,-1 1 0,1 0 0,1 1 0,-17 17 0,-1 8 179,1 1-1,1 0 0,2 2 0,2 1 1,1 1-1,-18 48 0,6 3 78,-36 159 0,47-140-2031,-8 136-1,18-8-4811,12-131-362,12-4-4083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31.0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55 358 10081,'-46'-131'1983,"44"126"-1812,1 0 0,-1 0 0,1 0 0,0 0 1,1 0-1,-1 0 0,1 0 0,0 0 0,0 0 0,1-1 1,-1 1-1,1 0 0,0 0 0,0 0 0,1 0 0,0 0 1,0 1-1,0-1 0,0 0 0,1 1 0,-1-1 0,1 1 1,1 0-1,-1 0 0,0 0 0,1 1 0,0-1 0,7-5 1,3 1 35,0 0 0,0 0 0,0 2 1,1 0-1,0 1 0,0 0 0,17-3 1,28-3-102,0 1 0,1 4 1,0 2-1,61 4 0,245 38-2178,-289-26 826,125 38 0,-163-37 506,-1 2-1,-1 1 1,-1 2 0,69 45 0,-92-53 75,0 1 1,-1 0 0,-1 1-1,17 19 1,-14-10-1659,26 46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31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570 438 9593,'-248'153'2196,"-65"53"5403,304-198-6843,13-4-85,23-3-163,-5-2-421,-1-2 0,0 0 0,0-1 0,25-9 0,84-35-240,-75 26 25,883-333-4448,-307 123-2213,-281 104-339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31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137 151 6741,'-50'-42'2188,"34"22"-264,0 0-452,6 5-256,1 1-184,-1 3-148,4-1 681,-4 4-1577,1-1-364,22 29-2197,6 11 1357,-10-19-336,7 5-1784,9 17-1637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31.8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777 104 8413,'-38'-80'4007,"37"79"-3768,0-1-1,0 0 0,-1 1 0,1-1 0,0 1 0,-1 0 0,0-1 0,1 1 1,-1 0-1,0 0 0,1 0 0,-1 0 0,0 0 0,0 1 0,0-1 1,0 0-1,0 1 0,-2-1 0,-1 0 267,2 0 714,-12 15 910,3-4-1526,-4 8 33,2 0-1,0 1 0,1 0 1,1 1-1,-11 24 0,-44 116 1755,58-136-2084,-10 25 285,-287 814 3733,257-695-4345,8 2 0,7 1 0,-15 217 0,45-343-352,3 0 1,2 1-1,1-1 1,17 86-1,-15-116 63,0 1 1,2-1-1,0 0 1,0-1-1,2 1 0,-1-1 1,15 19-1,-14-25 21,-1 1 1,1-1-1,1 0 0,0 0 1,0-1-1,0 0 0,1-1 1,-1 0-1,2-1 1,-1 1-1,17 4 0,-8-4-250,-1-1-1,1-1 0,0-1 0,0-1 1,0 0-1,0-2 0,0 0 0,0-1 1,1-1-1,21-5 0,-15 1-900,-1-1 1,0-1-1,-1-1 0,25-13 0,52-33-7376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32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372 178 10825,'-171'-52'2144,"101"38"-140,13-6-179,41 11-45,-6-2-388,2 5-292,11-5-232,3 2-164,37-2-140,36-4-76,12 7-540,23 5-232,25-6-508,22 9-544,10 0-524,-3 3-304,-1 6-2925,-6 8-4044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32.2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125 401 9593,'-115'40'2372,"106"-29"5585,28-31-7241,25-11-236,23 2-356,19-5-608,22-6-564,12-9-496,17-5-429,3-12-771,-1-2-1152,1 8-2673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33.3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249 1033 5737,'-25'19'375,"-103"90"3388,117-98-3220,0 0 1,1 0-1,1 1 1,0 1-1,0-1 1,1 2 0,1-1-1,-10 24 1,13-6 1615,4-27-1820,1-3-240,1-1-1,-1 1 1,0-1-1,1 1 1,-1-1-1,0 0 1,1 0 0,-1 1-1,0-1 1,1 0-1,-1 0 1,1 0 0,-1-1-1,3 1 1,-2-1 77,11 0 62,-1-1 0,0 0 0,1-1 0,-1 0 0,-1-1 0,1-1 0,15-7 0,80-51 722,-74 41-756,11-6 7,181-102 420,-199 118-596,0 1-1,1 1 1,0 1 0,1 1-1,0 2 1,57-6 0,-71 12-31,1 1 0,-1 0 0,0 1 0,0 1 0,0 0 0,-1 1 0,1 0 0,-1 1 0,16 8 0,16 11 5,50 35-1,-62-37 3,67 47 14,-52-35-10,88 49 0,-119-74-13,1-1 0,0-1 0,0-1 0,1-1 0,-1 0 1,1-1-1,0-1 0,0-1 0,27 0 0,15-8 6,0-2 0,-1-3-1,1-2 1,110-41-1,-103 27-55,-2-2 0,-1-3 0,-2-3 0,-1-3 0,97-78 0,-85 53-56,-1-4 0,-4-3 0,100-131 0,-142 165 58,-2-1-1,-2-1 0,26-55 0,-49 92 46,1 0-1,0 0 1,-1 0-1,1 0 1,-1 0-1,1-1 1,-1 1-1,0 0 1,1 0-1,-1-1 1,0 1-1,0 0 1,0 0 0,0-1-1,0 1 1,0 0-1,0 0 1,0-1-1,0 1 1,-1 0-1,1 0 1,-1-1-1,1 1 1,-1 0-1,1 0 1,-1 0-1,1 0 1,-1 0 0,0 0-1,0 0 1,0 0-1,1 0 1,-1 0-1,0 0 1,0 0-1,0 1 1,0-1-1,-1 0 1,1 1-1,0-1 1,-2 0 0,-2 0-4,1 0 1,-1 0-1,1 1 1,-1-1-1,1 1 1,-1 0 0,1 1-1,-1-1 1,1 1-1,-8 2 1,-20 7 7,1 2 0,0 1 0,2 1 0,-1 2 0,2 1 1,-45 35-1,0 8 22,-71 76-1,6 18-221,120-132 65,2 1-1,1 1 0,1 1 0,0 0 1,-11 31-1,23-50 105,1-1 0,-1 1 0,1-1 1,0 1-1,0 0 0,0 0 0,1-1 0,0 1 1,0 0-1,1 0 0,1 10 0,-1-13 17,0 0 1,1 0-1,-1 0 0,0 0 0,1 0 1,0 0-1,0-1 0,0 1 0,0 0 1,0-1-1,0 0 0,1 1 1,-1-1-1,1 0 0,0 0 0,0 0 1,-1-1-1,1 1 0,0-1 0,0 1 1,5 0-1,6 2 17,-1-1 0,1-1 0,0 0 0,0 0 0,0-2 0,0 0-1,0 0 1,17-4 0,113-26 474,-110 22-403,53-15 82,-16 4 29,1 2-1,136-13 1,-196 30-159,-1 0 1,1 0-1,-1 1 0,1 0 0,-1 1 1,1 0-1,-1 1 0,0 0 1,0 1-1,0 0 0,-1 1 1,1 0-1,-1 1 0,-1 0 0,1 1 1,-1-1-1,0 2 0,0-1 1,-1 2-1,0-1 0,0 1 0,-1 0 1,0 0-1,-1 1 0,0 0 1,-1 0-1,0 0 0,0 1 0,4 16 1,1 8 4,-1 0 0,-3 1 0,0 0 0,-3 0 0,-1 0 0,-1 0 0,-2 0 0,-2 0 0,-8 44 0,-12 32 38,-59 173-1,-6-42-1,-10-4-1,-225 393 1,130-315-65,-29-18 128,197-269-140,-3-1 0,0-1 1,-2-1-1,-33 22 0,50-40 10,-1-1 0,-1 0 0,1-1 0,-1 0 0,-20 5 0,26-9 4,-1-1 0,1 0 0,-1-1 1,1 0-1,-1-1 0,1 0 0,-1 0 0,1-1 1,-19-4-1,23 4-15,1 0 0,-1-1-1,0 1 1,0-1 0,1-1 0,-1 1 0,1-1 0,0 1 0,0-1-1,0-1 1,0 1 0,0 0 0,0-1 0,1 0 0,-6-8-1,5 5-6,1 0-1,-1 0 1,1-1-1,1 1 0,-1-1 1,1 0-1,1 1 1,-1-1-1,1-11 0,1-13-39,1 0-1,2 0 1,1 1-1,9-34 1,-11 54 41,20-78-102,4 0-1,3 2 0,5 1 1,3 2-1,49-82 0,271-379-471,391-374-227,63 54 366,-719 769 389,335-327-216,-421 418 275,27-21 62,-33 25-60,0 1 0,1 0 0,-1 0 0,0 0 0,1-1 0,-1 1 0,0 0 0,1 0 0,-1 0 0,0 0 0,1 0 0,-1 0 0,0 0 0,1 0 0,-1-1 0,0 1 0,1 0 0,-1 1 0,0-1 0,1 0 0,-1 0 0,0 0 0,1 0 0,-1 0 0,0 0 0,1 0 0,-1 0 0,1 1 0,-2 15-6,-6 8 4,-2 0 0,-1-1 0,-14 24 0,-7 15 33,24-45-55,0-4-100,0 1-1,1 1 1,1-1-1,1 1 1,0 0 0,0 0-1,2 0 1,-2 30-1,4-43 107,0 0 0,0 0 0,0 0 0,1 0 0,-1 0 0,1-1 0,-1 1 0,1 0 0,0 0 0,0-1 0,0 1 0,0 0 0,0-1 0,0 1 0,0-1-1,0 1 1,1-1 0,-1 0 0,0 1 0,1-1 0,-1 0 0,1 0 0,0 0 0,-1 0 0,1 0 0,0-1 0,0 1 0,-1 0 0,1-1 0,0 1 0,0-1 0,2 1 0,4-1-36,0 0 1,-1 0 0,1 0-1,0-1 1,0 0 0,10-3-1,8-4 0,0-1-1,0-1 0,-1-2 0,45-27 0,-41 22 10,217-142-181,-7 4 155,-169 112 9,-38 23 50,1 0 1,0 2-1,41-15 0,-70 31 7,-1 1 1,1 0-1,-1 0 0,1 0 0,0 0 0,-1 1 0,1-1 0,0 1 0,0 0 0,0 0 0,-1 1 1,1-1-1,0 1 0,-1-1 0,1 1 0,5 2 0,-5 0 5,0 0 0,0 0 1,0 0-1,-1 0 0,1 1 0,-1-1 0,0 1 1,0 0-1,0 0 0,-1 0 0,4 8 0,5 6-72,15 35 146,-26-53-75,0 0 0,0 0-1,1 0 1,-1 1 0,0-1-1,0 0 1,0 0 0,0 0-1,0 0 1,0 1 0,0-1-1,0 0 1,0 0 0,1 0 0,-1 0-1,0 0 1,0 1 0,0-1-1,0 0 1,0 0 0,1 0-1,-1 0 1,0 0 0,0 0-1,0 0 1,0 0 0,1 0-1,-1 1 1,0-1 0,0 0-1,0 0 1,1 0 0,-1 0 0,0 0-1,0 0 1,0 0 0,1 0-1,-1 0 1,0-1 0,19 4-7,-12-1 4,0-1 0,0 0-1,-1-1 1,1 0 0,0 0 0,0 0 0,11-2 0,129-29-262,2 7 1,161-6-1,4 35-4023,-175 1-1289,-91-6 1582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33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 31 7177,'0'0'1040,"-19"-11"-204,4 0 724,-8 8-1528,4-3-252,-3 9-436,-22-3-772,-1 3-980,-3 0-541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34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2153 9893,'-40'2'1722,"32"-2"1976,36 0-1345,38-5-1264,112-24 0,-80 11-652,669-118 1348,1136-194 551,222-29-305,529-87-566,215-64-2965,-2838 505 1432,744-167-3830,-595 112 559,-45 1-3544,-88 34-2343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34.5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342 746 6785,'-248'141'3537,"227"-129"-2974,-42 29 3079,62-41-3576,0 0 1,1 1 0,-1-1-1,0 1 1,1-1 0,-1 1 0,1-1-1,-1 1 1,1 0 0,-1-1-1,1 1 1,0 0 0,-1-1 0,1 1-1,0 0 1,-1-1 0,1 1-1,0 0 1,0-1 0,0 1-1,0 0 1,0 0 0,0-1 0,0 1-1,0 0 1,0 1 0,0-1 4,1 0 1,0 0-1,-1 0 1,1 1 0,0-1-1,0-1 1,0 1-1,0 0 1,0 0 0,0 0-1,0 0 1,0-1-1,0 1 1,2 1 0,4 1 109,1 0 1,-1 0 0,1-1-1,0 0 1,9 1 0,34 1 317,-1-2 0,76-7 0,-78 3-318,1326-124 1780,-946 78-1713,5150-508 271,-4382 445-4461,-1 2-3822,-784 72-444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40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11421,'0'0'1606,"3"3"-161,128 132 3678,521 492-1169,-186-177-3683,125 116-3658,-185-203-6246,-284-258 1817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40.8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1433 12649,'-48'-20'1444,"26"-23"-124,9-9-259,1 4-209,12-7-212,6-7-300,10-16-292,3-16-392,16-14-284,3-15-180,19-9-197,7-2-139,6 0-256,-1 2-416,1 15-1496,0 17-1601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40.9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0 721 8913,'13'-112'976,"-16"50"-296,6-10-460,3-8-328,7-3-360,-7-8-868,1-15-1256,12-8-709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41.7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3511 8249,'-33'-1'1641,"-41"4"-1,73-3-1577,0 0-1,0 0 0,0 1 0,0-1 1,0 0-1,0 0 0,1 0 0,-1 1 1,0-1-1,0 0 0,0 1 1,0-1-1,0 1 0,0-1 0,0 1 1,1 0-1,-1-1 0,0 1 0,0 0 1,1-1-1,-1 1 0,1 0 0,-1 0 1,0-1-1,1 1 0,0 0 0,-1 0 1,1 0-1,-1 0 0,1 0 0,0 0 1,0 0-1,-1 0 0,1 0 1,0 0-1,0 0 0,0 0 0,0 0 1,0 0-1,1 0 0,-1 0 0,0 0 1,0 0-1,1 1 0,1 4 122,0 0-1,1 0 1,-1-1 0,8 12-1,-10-17-170,11 15 232,1 0 0,1-1-1,0-1 1,0 0-1,20 14 1,75 49 634,-93-66-775,6 5 3,2-1 1,0-2 0,0 0 0,1-2 0,1 0-1,-1-1 1,50 9 0,-63-16-190,0-1 0,0 0 1,0 0-1,0-1 0,0-1 1,0 0-1,-1 0 0,1-1 1,0-1-1,0 0 0,-1 0 0,0-1 1,0 0-1,0-1 0,0 0 1,-1 0-1,1-1 0,-1-1 1,-1 1-1,13-13 0,-6 2-161,0-1-1,-1 0 0,0-2 0,-2 1 1,0-1-1,13-33 0,38-136-547,-17 46 545,-41 130 295,0 0 0,2 1 0,-1 0 0,2 0 0,-1 0 0,2 1 0,-1 1 0,2-1 0,-1 1 0,1 1 0,1 0 0,0 0 0,0 1 0,0 1 0,1 0 0,1 0 0,-1 1 0,1 1-1,0 0 1,22-6 0,2 2 110,-6 2-126,-1-2-1,1-1 1,40-19-1,-63 25-79,0-1 0,0 0 0,-1 0 1,1 0-1,-1-1 0,-1 0 0,1 0 0,-1-1 0,0 0 0,0 0 0,-1 0 0,0-1 0,-1 0 0,1 0 1,-1 0-1,5-16 0,-5 7 13,0-1 1,-2-1-1,0 1 1,0 0 0,-2-1-1,0 1 1,-2 0-1,0-1 1,0 1-1,-2 0 1,0 0 0,-7-17-1,-11-22 243,-2 1 0,-40-68 0,-14-10 644,-104-135 1,-119-105 221,-7 38 432,302 330-1475,-122-125 587,-25-31 179,143 148-559,25 21-8,52 34 51,103 85 0,-62-44-144,286 209 158,303 218-832,-405-316-747,-278-184 1132,1-1 1,0-1-1,0 0 1,1-1 0,24 5-1,-36-10 105,-1 0 1,1-1-1,0 1 0,-1-1 0,1 0 0,0-1 1,-1 1-1,1 0 0,0-1 0,-1 0 1,1 0-1,-1 0 0,5-2 0,-6 1 13,1 1-1,-1-1 1,0 0-1,0 0 1,0 0-1,0 0 1,0 0 0,-1 0-1,1-1 1,-1 1-1,1 0 1,-1-1-1,0 1 1,0-1-1,0 0 1,0 1-1,0-1 1,-1 0-1,1-5 1,1-6-58,-2 0 1,0 0-1,-1-1 0,0 1 1,-1 0-1,0 0 0,-1 0 1,-8-20-1,-49-110-308,53 128 365,-152-298-132,-228-340 1,213 403 1169,-247-274-1,411 514-943,-13-18 267,-1 2-1,-2 1 0,0 1 1,-54-38-1,68 58 103,9 11-209,12 22 24,-7-23-180,9 19 66,0-1 0,1 0 0,2 0 0,18 23 1,74 81 185,-89-108-274,96 102-13,5-5 1,156 117-1,287 174-4000,-175-133-3404,-194-130-471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42.3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536 177 11165,'-31'-27'573,"4"3"761,-54-35-1,66 49-738,0 1 0,-1 1-1,0 1 1,0 0-1,-1 1 1,0 0 0,-33-5-1,44 10-499,0 0 0,0 1 0,-1 0-1,1 0 1,0 0 0,0 1 0,0 0-1,0 0 1,0 1 0,0 0 0,0 0 0,0 0-1,1 1 1,-1-1 0,1 1 0,-1 1 0,1-1-1,0 1 1,1 0 0,-1 0 0,1 0 0,-1 1-1,1-1 1,0 1 0,-5 10 0,-4 9 26,1 0 1,2 1-1,0 0 1,2 0-1,1 1 1,1 0-1,-5 47 1,0 192 294,11-257-406,15 364 281,-5-281-291,4-1 0,27 96 0,-34-156-25,2 0-1,1-1 1,1 0-1,2-1 1,1 0 0,26 40-1,-35-61 15,14 20-59,42 48-1,-50-65 47,0 1-1,0-1 1,1-1-1,1 0 0,0-1 1,0-1-1,0 1 1,17 5-1,-1-4-35,0-1 1,1-1-1,0-1 0,1-2 0,-1-1 0,33-1 0,188-18-309,-224 13 322,289-36-555,209-15-322,-446 51 772,1 4 1,-1 3-1,0 4 1,122 26-1,-171-26 108,1 2 0,-1 0-1,-1 2 1,0 1-1,-1 2 1,47 31-1,-60-34 36,1 0 0,-2 1 0,0 0 0,0 1 0,-1 1 0,-1 0 0,0 1 0,-2 0 0,1 1 0,-2 0 0,0 1 0,6 18 0,-7-8 2,-1 1 0,-1 0 0,-1 0 0,-2 0 0,-1 0 0,-1 1 0,-2-1 0,0 0 0,-9 42 0,2-31-53,-1 0 1,-2-1-1,-2 0 1,-2-1 0,-1-1-1,-26 43 1,27-56-187,-1 0 0,0-2 1,-2 0-1,-1-1 0,-1-1 0,0 0 1,-24 16-1,28-24-140,-1-1 0,0-1 0,0 0 0,0-1 0,-1-1 0,-1-1 0,1-1 0,-1 0 0,0-1 0,-39 4 0,32-8-1511,-49-4-1,-32-12-3843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42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10877,'172'183'1968,"-90"-100"-196,10 8-164,13 4-307,19-7-253,19 1-272,19 5-180,19 6-432,6 0-316,3-5-208,-9-1-320,-3-6-272,-6-2-248,-23-12-81,-3-8-51,-16-12-384,-16-14-1916,-9-11-2189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43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3601 9841,'1'7'181,"1"-2"80,-1 1 0,1 0 0,-2 0 1,1 0-1,-1 0 0,0 1 1,-1 10-1,5-18 199,8-3-399,-1 0 0,0 0 1,0-1-1,-1 0 0,1-1 1,-1 0-1,0-1 0,-1 0 1,18-17-1,6-10-305,34-45 0,-42 49 159,55-73-606,-4-3 0,80-151-1,96-245-1875,-197 388 2179,-25 46 482,23-43 345,-44 95-183,0 0 0,1 1 0,1 0 0,16-17 0,-25 30-165,0-1 0,1 1 0,-1 0 0,1 0 0,0 0 0,-1 0 0,1 0 0,0 1 1,0-1-1,0 1 0,0 0 0,1 0 0,-1 0 0,0 0 0,0 1 0,1-1 1,-1 1-1,4 0 0,-2 0 15,0 1 0,0 0-1,0 0 1,-1 1 0,1 0 0,-1-1 0,1 1 0,-1 1 0,1-1-1,-1 1 1,5 4 0,10 9 161,-2 2 0,0 0-1,-1 1 1,-1 0 0,21 38 0,-2-7 42,-15-21-163,42 53-99,-55-74-99,0-2 0,0 1-1,1-1 1,0 1-1,0-2 1,0 1 0,16 7-1,-21-12 37,0 0-1,0 0 0,0-1 1,0 1-1,0-1 1,1 0-1,-1 0 0,0 0 1,0 0-1,0 0 0,1 0 1,-1 0-1,0-1 1,0 1-1,0-1 0,1 0 1,-1 0-1,0 1 0,0-1 1,0 0-1,-1-1 1,1 1-1,0 0 0,0-1 1,0 1-1,-1-1 0,1 1 1,-1-1-1,1 0 1,-1 1-1,0-1 0,0 0 1,0 0-1,1-2 1,4-6-4,-1 0 1,-1 0-1,0-1 1,0 0 0,2-11-1,27-181-119,-26 136 162,31-117 1,-1 73-39,5 1 0,74-137-1,-110 236 10,-1-1 0,-1 0 0,1 0 0,-2 0 0,0 0 0,-1 0 0,0-1 0,0 1 0,-1-22 0,-3 15 194,0 1 0,-1 0 0,-1 1 1,0-1-1,-12-27 0,16 42-162,0 1 0,0-1 0,0 1 0,0-1 0,1 1 0,-1-1 0,1 1 0,0 0 0,0-1 0,0 1 0,0 0 0,0 0 0,0-1 0,0 1 0,1 0 0,-1 0 0,1 0-1,0 1 1,-1-1 0,1 0 0,2-1 0,26-19-20,37-21 0,13-9-524,-51 31 280,-2-2 0,0 0 0,-2-2 0,0-1 1,-2-1-1,-1-1 0,-1-1 0,-1-1 0,-2-1 0,-1 0 1,-2-1-1,21-61 0,-31 77 319,-2 0 1,0-1-1,-1 1 1,0 0-1,-2-1 1,0 1-1,0-1 0,-5-22 1,0 13 360,-2-1 1,0 1-1,-2 0 1,-15-30-1,7 9 544,-10-19 625,25 61-1434,0 0 0,-1 0 0,0 1 0,0-1 0,0 1 0,0 0 0,-1 0 1,0 0-1,-6-5 0,8 8 259,2 0-398,1 0-1,-1 0 1,1 0-1,0 1 0,-1-1 1,1 0-1,0 1 1,-1-1-1,1 0 0,0 1 1,0-1-1,-1 1 1,1-1-1,0 1 0,0 0 1,0-1-1,0 1 1,0 0-1,0-1 0,0 1 1,-1 0-1,1 0 1,0 0-1,0 0 0,0 0 1,0 0-1,0 0 1,2 1-1,26 8 192,50 26-153,-15-5-1422,113 35 0,-170-64 1089,1 0 1,-1-1 0,0 0 0,1 0 0,-1 0-1,0-1 1,1 0 0,-1 0 0,0-1-1,14-5 1,-8 3-109,6-3-169,-1 0 0,0-1 0,0-1 0,-1-1 0,0-1 0,-1 0 0,18-16 0,-14 11 299,0 1 0,1 1 0,33-16 0,-40 24 422,0 1-1,1 0 0,-1 1 1,1 1-1,0 0 0,0 1 1,0 1-1,0 0 0,0 1 1,0 1-1,0 0 0,0 1 1,0 1-1,0 0 0,-1 1 1,1 0-1,-1 2 0,0-1 1,24 15-1,125 70-1289,-148-84-1014,-10-4-701,9 3-1225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43.8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2407 18 5124,'-2'-2'174,"-1"0"0,1 1-1,0-1 1,-1 1 0,0-1-1,1 1 1,-1 0 0,0 0-1,0 0 1,0 0 0,0 0 0,0 1-1,0-1 1,1 1 0,-1 0-1,0 0 1,-6 0 0,-56 9 1293,62-8-1368,-51 11 994,1 3 1,-79 33-1,-99 59 435,121-51-1133,2 5-1,4 5 1,2 4-1,3 5 1,3 4-1,5 4 1,-91 105-1,83-68-179,6 4 1,4 4 0,7 4-1,5 4 1,7 2-1,5 4 1,-51 166-1,57-112-95,9 1 0,8 3 0,9 2 0,8 1 0,3 213 0,25-193-48,9-1 0,10-1 1,9 0-1,88 316 0,-63-355-57,7-3-1,8-4 1,8-2-1,7-4 1,8-4 0,157 211-1,-131-222-174,6-5 0,7-6 0,6-5-1,5-7 1,6-7 0,191 122-1,-152-130-220,4-8-1,4-8 0,353 123 0,-371-166 61,3-7-1,1-9 1,2-8-1,316 17 1,-352-49 21,0-6 0,0-7 0,-1-6 0,-1-7 0,-1-6 0,-2-6 1,-1-7-1,-3-6 0,-2-6 0,184-102 0,-168 68-222,-4-6-1,-4-6 1,241-222 0,-271 209-874,-5-5 1,117-164 0,-29-13-2479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44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1682 5444,'-22'-46'1668,"-30"-88"-1,46 111-1389,0 0 0,2-1 0,0 0 1,2 0-1,0 0 0,3-28 0,3 14-119,1 1 1,2-1-1,1 1 0,2 1 1,2 0-1,1 0 1,2 1-1,1 1 1,2 1-1,1 0 1,1 1-1,2 1 0,28-30 1,-13 21-13,2 2 1,2 1 0,1 2-1,1 3 1,2 1 0,1 2-1,2 2 1,80-34 0,-4 15 102,203-48 1,138 2-70,1618-123-2978,-1508 202 1952,-1 46 81,-465-19 569,-1 6 0,188 58 1,-212-48 53,-1 4 0,-1 4 0,142 88 0,-144-71 30,-2 4 0,-4 3 0,-2 3 0,-2 3 0,-4 3 0,60 84 0,-64-66-99,-3 3-1,-4 2 1,-4 2-1,-5 3 1,40 122-1,-41-76-1233,39 229-1,-43-108-57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47.1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304 872 4008,'-34'-17'359,"12"6"55,0-1 1,0-2 0,-27-21-1,37 25-145,1-1-1,0 0 0,0-1 1,1 0-1,1-1 1,0 0-1,1-1 1,0 0-1,-9-23 0,6 8 75,2 0 0,1-1 0,-9-60 0,15 73-245,1 0 0,0-1 0,2 1-1,0 0 1,1 0 0,0 0 0,2 0 0,0 0 0,0 0 0,2 1 0,0 0 0,1 0-1,1 0 1,0 1 0,1 0 0,0 1 0,1 0 0,1 0 0,1 1 0,-1 1-1,2 0 1,0 0 0,0 1 0,1 1 0,0 1 0,1 0 0,0 0 0,1 1 0,0 1-1,0 1 1,27-7 0,-12 6-24,1 2 0,0 1 0,0 1 0,1 2 0,-1 1 0,0 2 1,0 1-1,0 1 0,0 2 0,0 1 0,-1 2 0,0 1 0,-1 1 0,0 2 0,31 18 0,-31-15-42,0 2 0,-1 1 1,-1 2-1,-1 0 0,-1 2 1,0 1-1,-2 1 0,-1 1 1,-2 1-1,0 1 0,-2 1 0,-1 1 1,28 62-1,-27-38-16,-3 1-1,-2 1 1,-2 0-1,5 73 1,-4 234 11,-61 342 25,3-138-2,44-505-133,2-1 1,11 76-1,-8-110 14,1 0-1,1-1 0,2 1 1,0-2-1,2 1 1,1-1-1,21 36 1,-24-50 3,0 0 1,0 0-1,1-1 1,0 0-1,1 0 0,0-1 1,1 0-1,0-1 1,0-1-1,1 1 1,0-2-1,0 0 1,0 0-1,1-1 1,0-1-1,0 0 1,0 0-1,1-1 1,-1-1-1,28 1 0,-2-4-110,1-1-1,-1-3 1,1 0-1,-1-3 1,74-24-1,-65 15 97,-1-1 1,-1-3-1,-1-1 0,-1-2 0,-1-3 0,-1-1 1,44-39-1,-57 42 109,0-2 1,-3 0 0,0-2 0,-2-1-1,-1-2 1,-1 0 0,-2-1-1,-1 0 1,27-70 0,-42 91 38,14-49 70,-17 56-58,0 0 1,-1 0-1,0 0 0,0 0 0,0 0 0,0 0 0,-1 0 0,0 0 1,0 0-1,-3-9 0,4 14-65,0 0 0,0-1 0,0 1 0,0 0 0,0-1 0,-1 1 1,1-1-1,0 1 0,0 0 0,0-1 0,-1 1 0,1 0 0,0 0 0,-1-1 0,1 1 1,0 0-1,0 0 0,-1-1 0,1 1 0,0 0 0,-1 0 0,1 0 0,-1-1 0,1 1 0,0 0 1,-1 0-1,1 0 0,0 0 0,-1 0 0,1 0 0,-1 0 0,1 0 0,0 0 0,-1 0 1,1 0-1,-1 0 0,1 0 0,0 0 0,-1 0 0,1 0 0,0 1 0,-1-1 0,0 0 0,-17 19 420,11-9-271,1 0 0,0 0 0,-6 17 0,4-1 20,2 0 0,0 1 0,2 0 1,1 0-1,1 1 0,3 51 0,29 166 300,-28-235-465,109 454 396,-89-383-375,316 947 798,-285-878-680,301 818 558,-343-939-706,279 694 155,-139-356-55,168 400-161,-166-402 119,-28-71-14,96 207-35,-30-94-29,-160-345 9,124 244 3,180 407 124,-310-647-80,-3 1 0,-3 1 0,20 133 0,-35-167-22,-2 0-1,-1 0 1,-2-1-1,-1 1 1,-2 0 0,-1-1-1,-1 0 1,-2 0 0,-2 0-1,-16 38 1,8-36-33,-2 0 1,-1-1 0,-1-1-1,-2-2 1,-1 0 0,-2-1-1,-1-2 1,-1-1-1,-44 32 1,-2-6-168,-1-3-1,-165 76 1,-387 128-392,-21-36 62,464-158 276,-423 138-2028,202-68-2705,72-23-2129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56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55 4828,'0'0'6110,"-4"-1"-5757,-30-3 338,31 4 2036,0-3-2310,-1 1 1,1 0-1,0 0 1,-1 0-1,1 0 1,-1 0-1,-4-1 1,15-28 2202,4 52-2578,-2 1 0,-1 1 1,-1-1-1,6 33 1,53 245-49,-18-94 102,0 1-56,27 152 4,-59-232-44,-1 131 0,-18 131 236,0-266-159,24 661 394,4-536-357,63 280 1,-28-233-112,26 110 51,76 443 150,-48 6 224,23 144 16,-24-418-390,-36-209-28,79 515-7,-27 122 56,-84-632 21,-42-353-100,32 213-44,-20-160 76,-4 0 0,2 87 0,-7 28-85,-11-86 48,-34 186-1,13-122 2,3-56 17,2-16 37,-40 152-24,27-124 77,21-82-122,-6 31-70,0 12 72,19-83 106,-3-5-108,-3-3 9,5 5 15,0-1 0,1 1-1,-1-1 1,0 0 0,0 1 0,1-1-1,-1 1 1,0-1 0,1 0 0,-1 0 0,0 1-1,1-1 1,-1 0 0,1 0 0,0 0 0,-1 0-1,1 1 1,0-1 0,-1 0 0,1 0 0,0 0-1,0 0 1,0 0 0,0 0 0,0 0 0,0 0-1,0 0 1,0 0 0,0 0 0,0 0 0,0 0-1,1-1 1,6-23-1,-6 18-6,1 0 0,0 0 0,1 0 0,4-9 0,-6 14 26,-2 1-69,1 0 49,0 0-1,-1-1 1,1 1 0,0 0-1,0 0 1,0-1 0,0 1-1,0 0 1,0 0 0,0-1-1,1 1 1,-1 0-1,0 0 1,1-1 0,-1 1-1,1 0 1,-1 0 0,1 0-1,-1 0 1,1 0 0,1-2-1,1 2-1,-1 0 0,1 1 0,-1-1-1,1 0 1,-1 1 0,1 0 0,0-1 0,-1 1 0,1 0-1,3 1 1,-1-1 2,1149-67 4,1144-218 74,-1577 190-102,3826-440 118,-3707 452-178,1877-178 84,505 15-152,-2626 221 147,287-19-273,-866 42 51,-1 0-1,1 0 0,-1-2 1,1 0-1,-1-1 1,27-12-1,-41 16-230,3-7-2638,-3 7 2748,-1-1 1,0 1-1,0 0 1,0-1-1,0 1 1,0-1-1,0 1 1,0-1-1,0 1 1,-1-1-1,2-3 1,-8-9-3868,0-3-2343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58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29 696 6365,'0'0'2807,"-2"-2"-1646,-25-11 6672,56 34-7413,-5-1-321,-8-6-82,0-1 0,21 11 0,-16-12-132,1-2 0,0 0 0,0-1 0,1-2 0,0 0 0,0-2 0,1 0 0,0-1 0,-1-2 0,1 0 0,0-2 0,0-1 0,27-4 0,-15 0-11,-1-3-1,0 0 0,0-3 1,-1-1-1,-1-1 0,0-2 1,-1-1-1,36-24 0,-54 31 107,1-2 1,22-21-1,62-73 14,-88 93 25,-1-1 0,-1 0 1,0-1-1,0 0 0,-2 0 1,10-24-1,-10 12 47,0 1-1,4-38 1,-10 60-62,3-29 121,-1 0 0,-2-52 0,-2 65-29,0 0 0,-2 0 1,0 0-1,-2 0 0,-10-31 1,14 48-89,0 0 1,0 0 0,1 0 0,-1 0 0,0 0 0,-1 0 0,1 1 0,0-1 0,0 0-1,-1 1 1,1-1 0,-4-2 0,5 4 0,-1 0 1,1 0-1,-1 0 1,1 0-1,-1 0 0,1-1 1,-1 1-1,1 0 0,-1 1 1,1-1-1,0 0 0,-1 0 1,1 0-1,-1 0 1,1 0-1,-1 0 0,1 1 1,-1-1-1,1 0 0,0 0 1,-1 1-1,1-1 0,0 0 1,-1 0-1,1 1 0,0-1 1,-1 0-1,1 1 1,0-1-1,-1 1 0,1-1 1,0 0-1,-1 2 0,-2 5 102,0 0-1,0 0 1,1 1-1,-3 15 1,-4 28 339,3 0 0,-1 89 0,18 105 474,-10-228-865,53 758 1016,19 297-669,3-172-540,-16-238-109,-57-625 240,8 179-18,-11-178 27,-2 0 0,-1 0 0,-13 58 0,14-87-2,-1 1 0,0-1 0,-1 0 0,1 0 0,-2 0 0,1 0 0,-8 9 0,10-16-3,1-1 0,-1 0-1,0 1 1,0-1 0,0 0 0,0 0-1,0 0 1,0 0 0,0 0-1,0-1 1,0 1 0,0-1-1,-1 1 1,1-1 0,0 0 0,0 0-1,0 0 1,-1 0 0,1 0-1,0-1 1,0 1 0,0 0-1,-5-2 1,-2-1-2,0 0 1,0 0-1,-14-7 0,14 4-1,0 0 0,0 0-1,0-1 1,1 0 0,0 0 0,-12-15-1,-37-57-7,50 69 8,-33-54-56,2-1 0,4-2 0,3-1-1,2-1 1,-22-88 0,25 57-294,5 0 0,4-2 0,-5-130 0,19 147-218,4-1-1,4 1 1,4 0 0,32-143 0,-26 170-473,3 1 0,2 1 0,3 0 0,2 2 1,2 1-1,2 1 0,58-76 0,21 5-4673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59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7 7065,'-1'-1'159,"0"1"0,1-1 0,-1 1 0,0-1 1,1 1-1,-1-1 0,0 1 0,0-1 0,1 1 0,-1 0 1,0-1-1,0 1 0,0 0 0,0 0 0,1-1 1,-1 1-1,0 0 0,0 0 0,0 0 0,0 0 0,0 0 1,0 0-1,1 1 0,-1-1 0,0 0 0,0 0 1,0 1-1,0-1 0,1 0 0,-1 1 0,0-1 0,0 1 1,1-1-1,-1 1 0,0-1 0,1 1 0,-1-1 1,0 1-1,1 0 0,-1-1 0,1 1 0,-1 1 0,0-2-195,0 2 954,0 3-22,-1 28-229,1 1 0,2 0 1,2 0-1,10 54 0,42 137 264,-48-200-807,39 140-108,8-3 1,136 284-1,-145-361-940,3-2 1,104 134-1,-125-184 185,2-1 0,1-1 0,1-2 0,2-1 1,0-1-1,2-2 0,1-1 0,61 29 0,-33-30-2484,0-7-1276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1:59.6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2516 1 5889,'-1'0'8,"-16"0"471,0 0-1,0 1 0,-26 5 0,36-4-240,0 1 0,0-1 1,0 1-1,1 0 0,-1 0 0,1 1 0,0 0 0,0 0 0,0 1 0,1-1 1,-9 10-1,-37 46 2194,-75 116 0,64-84-1532,-159 212 529,-338 361 0,-230 119-5670,435-466-755,288-261 2930,-42 38-2937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02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0 6677,'-16'26'1318,"11"-17"-881,-1-1-1,2 1 0,-1-1 0,1 1 1,1 0-1,-5 15 0,-1 38 1038,2 0-1,2 73 1,1-23-663,-1 63 17,29 288 1,-20-425-805,3-1-1,0 1 1,2-1 0,2-1 0,2 0 0,17 35 0,-30-69-19,1-1 0,0 1 0,0 0 0,-1 0 0,2-1 0,-1 1 0,0 0 0,0-1 0,0 1 0,1-1 0,-1 0 0,1 1 1,-1-1-1,1 0 0,-1 0 0,1 0 0,0 0 0,-1 0 0,1 0 0,0 0 0,0-1 0,0 1 0,0-1 0,0 1 0,0-1 0,0 0 0,0 0 0,0 0 0,0 0 0,-1 0 0,1 0 0,0 0 0,0-1 0,0 1 0,0-1 0,0 1 1,0-1-1,0 0 0,-1 0 0,1 0 0,0 0 0,-1 0 0,1 0 0,0 0 0,-1 0 0,2-2 0,7-6-34,0-1-1,-1 1 1,0-1 0,-1-1 0,11-17-1,27-52 16,17-28-29,-55 96 27,0 1 0,1 1 0,1-1 0,-1 1 0,2 1-1,19-15 1,-26 21 2,1 1 0,-1-1-1,1 1 1,0 0-1,0 0 1,0 1 0,0-1-1,0 1 1,0 0 0,0 1-1,0-1 1,0 1 0,6 0-1,3 2-179,-1 0-1,1 1 1,17 6 0,-22-6 10,-2-2 99,-1 1 0,1-1 0,0-1-1,-1 0 1,1 0 0,0 0 0,-1 0 0,10-3-1,-9 1 6,-1 0 0,0 0-1,0-1 1,0 0-1,-1 0 1,1 0-1,-1-1 1,1 0-1,-1 0 1,-1 0 0,8-8-1,5-6-154,23-33 1,95-137 168,-134 187 67,-1 0 1,1 0 0,0 1 0,0-1 0,0 1-1,0-1 1,-1 0 0,1 1 0,0 0-1,0-1 1,0 1 0,0 0 0,0-1 0,0 1-1,0 0 1,0 0 0,0 0 0,0 0-1,0 0 1,0 0 0,0 0 0,0 0 0,0 0-1,1 1 1,21 7 12,-16-5-25,0 0-1,0 0 0,0-1 0,0 0 0,1 0 0,-1-1 1,0 1-1,1-2 0,-1 1 0,1-1 0,0 0 0,-1-1 1,1 1-1,-1-2 0,0 1 0,1-1 0,-1 0 0,10-4 1,122-48-75,-119 48 73,0 1-1,0 1 0,1 1 0,-1 1 1,1 1-1,34 1 0,-29 0-8,14 1-23,-9 1-190,0-3 1,39-4 0,24-11-406,120-36-1,-198 46 600,-5 2 34,1 0 0,0 1 1,-1 0-1,1 1 1,0 0-1,0 1 0,0 0 1,18 1-1,24 11-1836,-54-11 1694,1 0 0,0 0 0,-1 0 0,1 0-1,-1 0 1,1 0 0,0 0 0,-1 0 0,1 0-1,0 0 1,-1 0 0,1 0 0,-1 0 0,1-1 0,-1 1-1,1 0 1,0 0 0,-1-1 0,1 1 0,0-1 0,2 0-699,12-3-2412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04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1248 6129,'-16'12'7212,"16"-15"-6769,5-39 528,-3 20-244,1 1 0,9-32 0,-6 27-384,-1 0 1,-1 0-1,-2 0 1,-1-45-1,4-37-70,2 62-246,1 0 0,3 0 1,1 1-1,3 1 0,1 0 1,29-55-1,-17 50-56,1 1 1,3 1-1,1 2 0,75-78 1,-78 93-11,63-60-1056,-89 87 1042,0-1-1,0 1 1,0 0-1,0 0 0,0 1 1,0-1-1,1 1 1,-1 0-1,1 0 0,0 1 1,-1-1-1,1 1 1,0 0-1,0 0 0,0 1 1,0-1-1,0 1 1,0 0-1,0 1 0,8 1 1,11 0-101,-13-2 71,-1 1 0,0 1 0,18 4 0,28 11 43,-49-15 29,0 0-1,-1 0 0,1 1 1,-1 0-1,1 0 0,11 7 0,20 14 45,-8-6-4,-1 1 0,0 1 1,42 39-1,-36-21 129,-1 0-1,56 85 1,-72-94 41,-1 1-1,-2 1 0,-1 1 1,-2 0-1,13 49 0,-11-18 81,-2 0 1,4 74-1,-9 80-66,-22 246 0,-6-245-187,-8 170 252,29-384-240,2-6-137,7-5-264,0-1-1,0 0 1,-1 0 0,0-1-1,-1 0 1,0 0 0,0-1-1,7-15 1,-7 11-1608,0 0 0,-2 0 0,7-21 0,-6 10-3318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06.8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9068 3308,'14'3'2806,"-33"-3"467,8-1-3772,8 1 1357,3-14-480,-1 7-206,1 1-1,0 0 1,1-1 0,-1 1 0,1-1 0,3-8-1,-3 12 552,-1-1-603,0 0-1,-1 1 0,1-1 1,-1 0-1,0 0 0,0 1 1,0-1-1,-3-5 1,-2-7 264,5 14 207,-1 0-477,-16-17 72,16 17 846,2-1-859,8-41 1082,-4 15-1064,2 1 0,0 0 0,14-35 0,2 4-176,-3-2-1,-3 0 1,-2-1 0,9-107-1,-9-256 31,-23 38-80,3 91 156,2-115 81,-5 0-365,-4 168 168,10 140-15,-12-438 169,1-67 100,9 433-291,1-242-149,66-617 87,-45 531 113,-18 392-43,-16-457 111,12 272-64,6 188-25,8-408-171,-4 445 175,-3 46-73,-2-48-1,0 16-114,0 53 209,-3-30-93,-6 3 91,8 27-31,0 1 1,0-1-1,-1 1 1,1-1-1,-1 1 1,-3-6-1,4 7 2,-1 0 1,1 0-1,0 0 0,0 0 0,0 0 1,1 0-1,-1 0 0,0 0 0,1 0 0,-1-1 1,1-1-1,-1 2 2,1 1 1,-1 0-1,1 0 1,-1 0-1,0 0 1,0 0-1,0 0 1,1 0 0,-1 0-1,0 1 1,0-1-1,0 0 1,0 0-1,0 1 1,-1-1-1,1 0 1,-1 0-1,-22-9-80,23 9 120,-2 0-32,25-11-335,9-2 316,1 1 1,0 2-1,1 2 1,60-10 0,-62 13 11,874-205 2,-87-38-232,-480 140 231,-234 72-108,30-8 174,-56 27-12,-20-5-12,-55 22 122,9 21-593,-11-19 437,0 1-1,1-1 0,-1 1 0,0-1 1,0 1-1,0 0 0,0-1 1,0 1-1,-1 0 0,1 0 1,-1-1-1,1 1 0,0 3 1,3 52 43,1 8 45,15 76-1,71 400 758,13 337-300,-20-154-268,12 619 893,-37-497-413,-48-736-620,60 334 250,35-8-72,86 185 2,-22-82-104,-126-372-150,30 214-1,68 354-90,-115-646 54,-17-63-26,-2-1-1,-1 1 1,-1 0 0,-1 1-1,1 32 1,-6-50-11,-1-1 0,-1 1 0,0-1 1,0 0-1,-5 14 0,-7 26-179,-1 9-537,15-54 527,9-26-3572,8-70-3309,-5 37 268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07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1 4896,'-4'2'886,"0"1"0,-1-1 0,1 1 0,0 0 0,0 0 0,-6 7 0,-19 29 1576,22-27-2104,1-1 1,0 1-1,1 0 0,1 0 1,-5 18-1,8-16-110,0-1 0,1 0 0,0 1 0,1-1 0,1 1 0,0-1-1,6 19 1,-2-3 123,25 176 979,-8 1 0,-5 294-1,-28-164-1124,9-284-251,0-21-237,1-1-1,5 32 0,-5-59-284,16-14-1029,-12 6 1241,6-6-667,0 0 1,-1-1 0,-1 0-1,0-1 1,-1 1-1,0-2 1,8-24 0,-9 25-479,15-32-5095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09.1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0 793 5104,'0'0'1072,"3"-1"-185,26-4 528,-28 5-1367,0-1 0,0 1 1,0-1-1,0 0 0,0 1 0,0-1 0,0 0 1,0 0-1,-1 0 0,1 1 0,0-1 0,0 0 0,-1 0 1,1 0-1,-1 0 0,1 0 0,-1 0 0,1-2 1,0 1 74,27-51 1581,-25 46-1499,0-1 0,0 1 0,1-1 0,0 1 1,1 0-1,0 1 0,0-1 0,0 1 0,1 0 0,-1 0 1,1 0-1,13-8 0,24-8 205,1 2 1,53-17-1,-27 11-206,586-199-52,-474 166-502,499-165-4366,-663 218 2328,-42 12-8,-28 11-245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09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192 498 5697,'-140'38'3794,"133"-35"-3109,-29 10 1174,28-15-1097,17-11-228,23-13-366,0 2 0,2 1 1,0 2-1,52-24 0,-25 13-206,237-120-1272,22-13-4599,-235 117 1978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10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141 126 4252,'-9'0'450,"0"0"0,1 1 1,-1 0-1,-10 2 0,15-2 1758,4-3-2107,0 1 1,-1-1-1,1 1 0,-1-1 1,0 0-1,1 1 0,-1 0 1,0-1-1,0 1 1,0-1-1,0 1 0,0 0 1,0 0-1,0-1 0,-1 1 1,1 0-1,0 0 1,-1 0-1,1 1 0,-1-1 1,1 0-1,-1 0 0,1 1 1,-1-1-1,1 1 1,-1-1-1,0 1 0,-2 0 1,-2-2-37,3 1 982,-1 1-723,-27 2 205,28-1-257,15 5 304,-3-2-494,0 0-1,1-1 1,-1 0 0,1 0 0,0-1-1,0 0 1,0-1 0,0 0-1,13 0 1,3 0-20,69 5 97,0-5 1,157-18-1,70-47-306,-121 18 33,-167 36 141,-32 9-37,1 2-55,29 8 307,-31-8-221,0 0 0,0-1-1,-1 1 1,1 0 0,0 0-1,0 0 1,-1 0 0,1 0-1,-1 0 1,1 0 0,-1 0 0,0 0-1,1 0 1,-1 1 0,0-1-1,1 0 1,-1 0 0,0 2 0,0-1 47,2 8 40,0-1 1,-1 1-1,0 0 0,-1 0 0,0-1 1,0 1-1,-1 0 0,-4 16 0,1 7 166,-50 668 1792,50-625-2375,0-13-1330,3-22-2305,4-58-1793,0-3 820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22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1793 4724,'-5'-2'666,"-9"-4"-424,7 6 5256,7 20-4524,4 118 1006,33 220-1,66 486-162,-9-65-1306,-89-743-503,92 514 84,-75-458-34,5-1 0,3-1 1,78 159-1,-107-246-58,21 40 49,2-2 1,48 66-1,-70-104-69,0 0 0,1 0 0,-1-1 0,1 1 0,0 0 1,-1-1-1,1 1 0,1-1 0,-1 0 0,0 0 0,0-1 1,1 1-1,-1-1 0,1 1 0,-1-1 0,1 0 0,0 0 0,0-1 1,-1 1-1,1-1 0,0 0 0,0 0 0,-1 0 0,1 0 1,5-2-1,-4 1-26,0-2 1,0 1 0,-1 0 0,1-1-1,-1 0 1,0 0 0,0-1 0,0 1-1,0-1 1,-1 0 0,1 1 0,-1-2-1,0 1 1,0 0 0,0-1-1,-1 1 1,3-7 0,-1 2 10,-1 0 0,-1 0 0,1 0 0,-1 0 0,-1-1 0,0 1 1,0 0-1,-1-1 0,0-12 0,-1 4 5,1-1 1,6-31-1,-2 29 20,0 1 1,2 0-1,1 0 1,0 1-1,1 0 1,13-21-1,38-49-190,3 3-1,5 3 1,107-105 0,267-189-457,-278 260 489,325-175 1,214-22-232,-611 279 213,368-145-1351,-455 178 1521,33-12-275,1-3-1,-2-1 1,53-35-1,-80 47 236,-1 0 1,0 0-1,0-1 0,-1 0 1,0-1-1,0 0 1,0 0-1,-1 0 0,0-1 1,-1 0-1,0 0 0,-1 0 1,0-1-1,0 1 0,0-1 1,-2 0-1,1 0 1,-1 0-1,1-16 0,-4 10 47,0 0 0,-1 0 0,-1 0-1,0 0 1,-1 1 0,-1-1 0,0 1-1,-1 0 1,-1 0 0,0 1 0,-1 0-1,-1 0 1,-13-17 0,-17-16 175,-1 2 0,-54-47 1,84 83-133,-298-297 998,215 202-564,-89-128-1,-119-241 112,24-16-359,43 72-140,168 296-211,-37-58-757,100 173 839,0 1-33,-1-1 0,1 1 0,-1 0 1,0 0-1,0 1 0,-1-1 1,-4-3-1,8 8 39,0-1-1,0 1 1,0 0 0,0 0 0,0 0 0,0 1 0,0-1 0,0 0-1,1 0 1,-1 0 0,0 1 0,0-1 0,0 0 0,0 1-1,0-1 1,1 1 0,-1-1 0,0 1 0,0-1 0,1 1 0,-1 0-1,0-1 1,1 1 0,-2 1 0,1-1-88,-2 2-117,0 0 1,1 0-1,-1 1 0,1-1 1,0 1-1,-1-1 1,2 1-1,-1 0 1,0-1-1,1 1 1,0 0-1,0 0 1,0 0-1,0 0 0,0 0 1,1 8-1,1 37-3703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22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6729,'59'29'5697,"23"26"-3731,-30-18-929,106 62 422,316 146 0,195 22-1118,450 80-1458,-802-275 313,521 48 0,-205-87-471,-3-58-1237,-557 17 146,112-29 0,-89 9-2094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23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7441,'11'40'359,"61"263"2972,-41-131-1184,157 740 1873,-134-731-5083,-47-160 374,2-1 1,0 1-1,1-2 0,2 1 0,0-2 0,19 24 0,-25-41-2741,12-5-1569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23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75 5865,'-26'-55'1542,"24"53"-1365,0 1 0,1-1-1,-1 0 1,0 1 0,0 0 0,0-1 0,0 1 0,0 0 0,-1 0 0,1 0 0,0 0 0,0 1 0,-1-1 0,1 1 0,0-1 0,-1 1 0,1 0 0,-4 0-1,-3-2 2818,94 4-2608,0 3 0,0 4 0,-1 3-1,87 25 1,-123-24-508,-1 2 0,-1 2 0,0 3 1,-2 1-1,0 2 0,-1 2 0,-2 2 0,52 43 0,-75-55 14,-1 2 0,-1 0-1,0 1 1,-1 0 0,-2 1 0,0 1-1,21 41 1,-28-46 58,0 1-1,-1-1 1,-1 1 0,0 0-1,-1 0 1,-1 1-1,0-1 1,-2 0 0,0 1-1,0-1 1,-2 1 0,-3 17-1,-23 70-188,18-75 239,2 0 0,1 0 0,-3 36 0,10-53 28,0 0 1,1 0 0,0 0-1,1 0 1,1-1 0,0 1-1,0-1 1,1 1 0,1-1-1,0 0 1,9 15-1,10 11 148,50 61 0,-49-67-135,-6-6-33,56 70 258,65 108-1,-120-167-173,0 0 0,-3 1-1,-1 1 1,-1 0 0,-3 1 0,-1 1 0,6 42 0,-13-42-17,-1-1 0,-2 1 1,-2 0-1,-2 0 0,-1-1 0,-2 1 1,-12 40-1,-11 17-223,-64 146 1,61-155-903,31-86 964,0-1 1,1 1 0,-1-1 0,0 1-1,1-1 1,-1 1 0,1 0 0,0-1-1,0 1 1,-1-1 0,1 1 0,0 0 0,0-1-1,1 1 1,-1 0 0,0-1 0,0 1-1,1-1 1,-1 1 0,1-1 0,0 3-1,0-4 40,1 0 0,-1 0 0,0 0 0,0 0 0,0 0 0,0 0 0,0 0-1,0 0 1,0 0 0,1 0 0,-1-1 0,0 1 0,0 0 0,0-1-1,0 1 1,0-1 0,0 1 0,0-1 0,0 1 0,0-1 0,-1 0 0,1 0-1,0 1 1,0-1 0,0 0 0,-1 0 0,1 0 0,0-1 0,14-16-690,-1 0 0,-1-1 1,0 0-1,14-31 0,-9 16-553,25-42-1647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24.2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2579 5737,'82'-35'1341,"-76"33"-1132,-1 0 0,1 0-1,0 1 1,0-1 0,0 1 0,0 1 0,0-1-1,0 1 1,0 0 0,0 0 0,0 1 0,0-1-1,0 2 1,-1-1 0,1 0 0,0 1 0,0 0-1,-1 1 1,1-1 0,-1 1 0,8 5-1,6 2 317,-6-3-400,-1 1 0,0 0 0,0 1 0,-1 0 0,0 1 0,0 0 0,-1 0 0,-1 1 0,0 1 0,0 0 0,-1 0 0,-1 0 0,0 1 0,0 0 0,-2 1 0,9 26 0,-2 8-272,-2 0-1,-1 1 1,2 82-1,-9-108-31,-1-18 17,3-7-95,9-6 250,0-1-1,-1 0 0,0 0 1,-1-1-1,0-1 1,19-22-1,17-16 252,-30 33-115,0 2 1,2 0-1,0 1 1,0 1-1,31-15 1,-16 13 61,1 1 0,60-14 1,206-25 290,-44 10-1132,-228 36 508,285-72-1991,-277 66 1891,0-2-1,-1-2 1,-1-1-1,0-1 1,-1-3-1,36-28 1,-37 21 299,-1-1 0,-1-2 0,-2-1 0,-2-1-1,-1-2 1,-1 0 0,-2-2 0,-1 0 0,-3-2 0,-1 0 0,-1-1 0,-3-1 0,-1 0-1,11-63 1,-24 104-55,6-61 375,-6 58-324,0-1-1,0 0 1,-1 1-1,1-1 1,-1 0 0,0 1-1,0-1 1,0 1-1,-1-1 1,1 1-1,-1 0 1,0 0 0,-3-5-1,4 7-22,0 0-1,-1 1 1,1-1-1,-1 0 1,1 0-1,0 1 1,-1-1-1,1 1 1,-1-1-1,0 1 1,1 0-1,-1 0 1,1 0-1,-1-1 1,0 1-1,1 1 1,-1-1-1,1 0 1,-1 0-1,1 1 1,-1-1-1,1 1 1,-1-1-1,1 1 1,-1-1-1,1 1 1,-2 1-1,-38 21 309,40-22-316,-39 30 373,2 1 0,-57 62-1,73-71-325,-269 302 410,290-324-555,1-3-48,0 0 106,1 0 0,-1-1 0,1 1 0,0 0 0,-1 0 0,1 0 0,0 0 0,0 0 0,3-4 0,2-4-23,17-31-76,38-50 0,4-5 56,1-20-52,-5-3 0,-5-2-1,78-253 1,-91 214 436,-7-2-1,27-297 1,-62 436-233,8-188 867,-9 186-779,-2-1-1,-1 1 1,0 1 0,-2-1 0,-1 0 0,-10-25 0,-10 0 304,25 49-455,0-1 0,0 1 1,0-1-1,-1 1 0,1-1 1,0 1-1,-1 0 1,1 0-1,-1 0 0,1 0 1,-1 0-1,0 0 0,1 0 1,-1 1-1,0-1 0,0 0 1,0 1-1,1 0 0,-1-1 1,0 1-1,0 0 1,0 0-1,0 0 0,0 0 1,0 0-1,1 0 0,-1 1 1,0-1-1,-3 2 0,-1 0 9,1 0-1,0 0 0,0 1 0,0-1 1,1 1-1,-1 0 0,1 1 0,-6 4 1,1 4 6,1-1-1,0 2 1,0-1 0,1 1 0,1 0 0,0 1 0,1 0 0,-6 25-1,-4 25-72,2 1 0,-7 126 0,17-149-74,-4 58-1021,9 125 0,22-8-5257,-3-88-1308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24.3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0 12781,'-48'0'1364,"32"0"-532,0 9-3012,1-3-1544,21 11-2365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24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8 6865,'-15'-3'406,"11"2"-139,-1 0 0,0 0 0,1 0 0,-1 1-1,0 0 1,-7 0 0,11 0-185,0 0-1,-1 1 1,1-1-1,0 1 1,0-1-1,0 1 1,0-1 0,-1 1-1,1 0 1,0-1-1,0 1 1,0 0-1,0 0 1,0 0-1,1 0 1,-1 0 0,0 0-1,0 0 1,1 0-1,-1 0 1,0 0-1,1 1 1,-1-1-1,1 0 1,0 0 0,-1 1-1,1-1 1,0 0-1,-1 2 1,-1 16 522,1-1 1,0 1 0,1-1-1,5 32 1,19 81 991,-15-87-1161,248 950 2985,-186-776-3112,318 1041-1079,-316-1008-237,66 262-3704,-117-398-1063,-16-96 657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26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4094 5865,'-19'-35'459,"10"19"-92,0 0 0,1 0 0,1-1-1,1 0 1,-8-31 0,11 31-115,1 0 1,0 0-1,2 0 1,0 0-1,0 0 1,2 0-1,0 0 1,1 0-1,1 1 1,1-1-1,0 1 1,1 0 0,0 0-1,1 1 1,10-16-1,11-12-8,1 1 0,2 1 0,65-65 0,23-10 9,5 5 1,5 5-1,177-109 1,458-224-82,1104-480-477,46 91 135,-352 259-533,-1523 555 619,-1-1 0,65-38 1,-100 52 74,-3-1 12,0 1 1,-1 0-1,1 0 1,-1 0 0,1 0-1,-1 0 1,0 0-1,1 0 1,-1 0 0,0 0-1,0 0 1,1 0-1,-1 0 1,0 1 0,0-1-1,0 0 1,0 0-1,0 1 1,0-1 0,-2 0-1,-20-8 221,21 8-216,1 1 1,-1 0-1,1 0 1,0 0-1,-1 0 1,1 0-1,-1 0 1,1 1-1,0-1 1,-1 0-1,1 1 1,0-1-1,-1 1 1,1-1-1,0 1 1,-1 0-1,1-1 1,0 1-1,0 0 1,0 0-1,0 0 1,0 0-1,0 0 1,0 0-1,0 0 1,0 0-1,1 0 1,-1 1-1,0-1 1,1 0-1,-1 0 1,1 1-1,-1 1 1,-2 6 76,0 0 0,0 0 0,1 0 0,-1 12 1,-1 44 387,2 0 1,10 96 0,-3-83-271,55 546 786,27 0-1152,-63-461-79,125 659-1620,76-18 423,-65-288 930,-144-455 615,-3 0 1,9 107-1,-20-127-14,-2-1 0,-2 0 0,-1 1-1,-3-1 1,-12 48 0,-12 51 0,-16 169 0,-11 267 705,7-74 2585,33-343-2632,18-104-564,18-55-253,32-11-191,-48 11 291,-24 4 93,-96 27 79,2 5 0,-181 82 0,-203 136-239,101-47 70,-1947 977 34,1387-703-526,645-340-65,-370 110-1,156-119 162,434-116 226,-1-4 1,0-3-1,-160-10 1,190-3-145,1-4 0,-102-26 0,132 25-72,1-1 1,0-2-1,0-1 0,1-1 0,1-2 0,-41-29 0,57 34-301,1 0-1,0-1 1,1 0-1,0-1 1,1-1-1,1 1 0,0-2 1,-11-23-1,-3-15-4215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18.8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1912 8817,'-21'0'1251,"-1"-1"0,0-1 0,1-2 1,-32-8-1,52 12-1192,0 0-1,0-1 1,0 1 0,0 0 0,0-1 0,0 1 0,0-1 0,1 0 0,-1 1-1,0-1 1,0 0 0,1 1 0,-1-1 0,0 0 0,1 0 0,-1 1-1,1-1 1,-1 0 0,1 0 0,-1 0 0,1 0 0,0 0 0,-1 0 0,1 0-1,0 0 1,0 0 0,0 0 0,0 0 0,0 0 0,0 0 0,0 0-1,0-1 1,1-2-2,0 0 0,-1 0 0,2 0 0,-1 1-1,0-1 1,4-5 0,6-9 58,0 0 0,1 2 0,2-1-1,26-26 1,76-58-3,-78 69-57,275-204 185,19 17-178,-216 144-110,655-404-128,-363 229-2020,-7-4-4469,-286 178 278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19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10105,'7'188'1584,"5"-116"-256,7-1-148,-3 1-228,3-1-184,13 9-187,3 3-185,9 6-556,1-4-609,6 4-515,-1-9-720,-2-6-1688,0-2-2309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19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1154 7653,'20'148'2199,"-16"-124"-1858,2 0 1,0-1 0,1 1 0,2-1 0,0-1 0,23 40 0,-24-48-441,1-1 0,1 1 0,0-2 1,0 1-1,2-2 0,-1 1 0,1-1 1,1-1-1,0 0 0,0-1 0,16 8 1,-27-15 68,1-1-1,-1 0 1,1 1 0,-1-1 0,1 0 0,0 0-1,0-1 1,-1 1 0,1 0 0,0-1 0,0 0 0,0 0-1,-1 0 1,1 0 0,0 0 0,0 0 0,0-1 0,0 1-1,-1-1 1,1 0 0,0 0 0,-1 0 0,1 0 0,0 0-1,-1-1 1,0 1 0,1-1 0,-1 1 0,4-5-1,-1-1 39,0 0-1,0 0 1,-1 0-1,0-1 1,0 1-1,-1-1 1,0 0-1,2-11 1,-2 6 14,-1 0 1,0-1 0,-1 1-1,-1 0 1,0-1 0,0 1-1,-2 0 1,1-1 0,-2 1-1,0 0 1,0 0 0,-7-14 0,-5-10 33,-1 1 0,-37-61 1,31 65 176,-2 0 0,0 1 0,-2 1 0,-2 2 0,-59-50 0,77 71-183,-22-21 119,31 26-159,-1 0-1,1 1 1,0-1-1,0 0 1,0 0 0,0 0-1,0 0 1,0-1-1,1 1 1,-1 0-1,1 0 1,-1 0 0,1-1-1,0 1 1,0 0-1,0-4 1,1-2-17,1 1 0,0-1 0,1 1 0,-1 0 0,1 0 0,0 0 0,1 0 0,0 0 0,0 1 0,1-1 0,6-7 0,10-9-216,37-30 0,-37 34 139,52-47-122,350-327-650,-385 355 866,2-3 204,2 1 1,1 2-1,54-36 1,-91 70-113,-1 1 0,1 0 1,0 0-1,0 1 1,1 0-1,-1 0 0,0 0 1,1 0-1,-1 1 0,1 0 1,-1 1-1,1 0 0,-1 0 1,11 1-1,-8 1 43,0 0 1,0 0-1,0 1 0,0 1 0,-1-1 1,0 2-1,1-1 0,-1 1 0,9 7 1,5 7 194,0 1 1,-1 1 0,-1 1 0,-2 0 0,24 36 0,17 35 269,-4 2 1,66 160 0,55 217-542,-131-346-275,26 79-659,71 192-2503,-64-171-2221,-54-130 9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19.6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201 225 5268,'-46'-45'2121,"-70"-53"0,92 75-71,24 22-1932,-1 0 1,1 1 0,-1-1-1,0 0 1,1 0-1,-1 1 1,0-1 0,1 0-1,-1 1 1,0-1-1,0 0 1,0 1 0,0-1-1,0 1 1,1 0-1,-3-1 1,26-11 698,-2 6-683,1 0-1,0 2 1,1 0 0,-1 2-1,1 1 1,23 1-1,16-2 2,282-9 274,-275 14-530,1 2 0,130 28 0,-187-30 74,1 0 0,-1 1 1,0 1-1,-1 0 0,1 1 1,-1 1-1,-1-1 0,19 15 1,-26-17 13,0-1 1,0 1-1,-1 0 1,0 0 0,0 0-1,0 0 1,0 0-1,-1 1 1,1 0 0,-1-1-1,0 1 1,-1 0-1,1 0 1,-1 0 0,0 0-1,0 0 1,-1 0-1,1 0 1,-1 0 0,0 0-1,0 0 1,-1 0 0,0 1-1,0-1 1,0 0-1,-2 5 1,-5 11-155,-1 0 0,-1 0 0,0-1 0,-2 0 0,0-1 1,-1-1-1,-1 0 0,-1-1 0,-30 28 0,-17 9-1027,-88 60 0,149-114 1199,-135 94-2919,-11 6-1050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29.5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66 427 10701,'-9'-18'928,"4"7"65,0 1 0,-1-1 0,0 2 1,-10-13-1,4 10 371,6 12 200,6 25-895,9 33-406,2-1 1,31 93-1,-35-128-192,221 649 885,-80-324-804,-113-278-110,4 0 0,86 113 0,-73-117-30,4-2 0,2-3 0,75 60 0,-102-94-5,3-2 1,0-1 0,1-2-1,0-1 1,2-2 0,1-2 0,0-1-1,58 15 1,-77-26-15,0-1 0,0-1-1,1 0 1,-1-1 0,0-1 0,1-1 0,-1-1-1,23-5 1,-30 4 9,1-1 1,-1 0-1,0-1 0,0 0 0,0-1 1,-1 0-1,0-1 0,0 0 0,0-1 0,-1 0 1,0 0-1,16-20 0,-7 4-5,-2-1-1,-1-1 0,-1 0 1,-1-1-1,-1-1 1,-2 0-1,-1-1 1,-1 0-1,-1 0 1,5-40-1,-5 1-69,-2-1-1,-3 1 0,-10-104 1,-9 26-258,-6 2 0,-6 1 0,-7 1 0,-6 1 0,-6 3 0,-69-140 0,67 176-628,-6 2 1,-94-132-1,134 213 47,0 0-1,-1 2 0,-22-20 1,19 24-3119,6 23-2113,13-10 6111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31.0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1824 10513,'1'-3'211,"1"0"-1,-1 1 1,1-1 0,0 0-1,0 1 1,0-1 0,0 1-1,1 0 1,-1 0 0,0 0-1,1 0 1,0 0 0,-1 0-1,1 1 1,0-1 0,0 1-1,0 0 1,0 0-1,0 0 1,0 0 0,0 0-1,0 1 1,0 0 0,5-1-1,1 2-72,1 0-1,-1 1 1,0 0 0,0 0-1,0 1 1,-1 0-1,1 1 1,-1 0-1,0 0 1,0 1-1,0 0 1,0 0-1,-1 1 1,0 0-1,0 0 1,10 12-1,8 12 37,0 2 0,30 50 0,-50-74-153,25 45 168,28 65 0,6 14 77,-31-89-145,-31-41-98,1-2-29,-1 0-1,0-1 1,0 1 0,0-1 0,0 0 0,0 0 0,1 0 0,-1 0-1,-1 0 1,1 0 0,0-1 0,0 1 0,0-1 0,-1 1 0,1-1-1,-1 1 1,1-1 0,-1 0 0,1 0 0,-1 0 0,2-4-1,18-45-3,-19 45 23,27-98 28,-22 73-50,2 1-1,0-1 1,26-53 0,-30 76 23,0-1 0,0 1 0,1 0 0,0 1 1,0-1-1,1 1 0,0 0 0,0 1 0,1 0 0,0 0 0,0 0 0,0 1 1,1 1-1,0-1 0,0 1 0,17-5 0,-9 5 38,0 1 1,0 1-1,0 0 0,0 1 1,0 1-1,30 4 0,106 23 164,-113-18-185,62 16 37,-52-12-14,67 10 1,-111-22-51,0-1 0,0 1 0,1-1 0,-1-1 0,0 1 0,1-1 0,-1 0 0,0 0 0,0-1 0,0 0 0,0 0 0,0 0 0,0-1 0,-1 0-1,1 0 1,-1 0 0,0-1 0,0 0 0,0 0 0,0 0 0,-1 0 0,1-1 0,-1 0 0,0 0 0,-1 0 0,1 0 0,2-7 0,4-6 5,-1-2 1,-1 1 0,-1-1-1,0-1 1,4-28-1,-2-2 1,1-52 0,-6-44-31,-6 0 0,-40-273-1,38 401 104,4 16 252,3 6-94,61 97 317,39 53-199,122 92-77,1-1-293,-208-220-19,-1 0-1,-1 1 0,-1 0 0,-1 2 1,15 37-1,-25-53 19,0 1 0,-1 0 1,0 0-1,-1 0 0,0 0 0,-1 1 0,0-1 1,-1 0-1,-1 1 0,0-1 0,0 0 0,-1 0 0,-1 0 1,0 0-1,-7 18 0,-1-9-10,-1 0-1,0-1 1,-2 0-1,0-1 1,-1 0-1,-1-2 1,-1 0-1,-30 25 1,46-41-1,-1 1 0,1-1 0,-1 0 0,1 1 1,-1-1-1,1 0 0,-1 0 0,0 0 0,1 0 1,-1 0-1,0-1 0,0 1 0,0 0 0,1-1 1,-1 1-1,0-1 0,0 0 0,0 0 0,0 0 1,0 0-1,0 0 0,0 0 0,0 0 0,0-1 1,0 1-1,0-1 0,1 1 0,-1-1 0,-2-1 1,1 0-23,1 0 0,0-1 0,0 1 1,0-1-1,0 0 0,0 1 1,1-1-1,-1 0 0,1 0 0,0 0 1,0 0-1,0 0 0,0-1 0,1 1 1,-1 0-1,1-6 0,-6-57-362,3-1 0,9-105-1,-1 125 468,2 1 0,2 0 1,2 0-1,27-71 0,-30 101-38,0 0 0,1 1 0,0 0 0,1 0 0,1 1 0,1 0 0,0 1 0,0 0 0,1 1 0,1 1 0,0 0 0,0 0 0,1 2 0,1 0 1,0 0-1,0 2 0,0 0 0,1 1 0,0 0 0,0 2 0,0 0 0,1 0 0,0 2 0,-1 0 0,1 2 0,0-1 0,0 2 0,-1 1 0,1 0 0,0 1 0,-1 1 0,0 0 0,0 1 0,24 12 1,51 36-240,-30-16 165,-60-36 7,21-6-82,-21 4 132,1 0-1,-1 0 0,0 0 0,1 0 0,-1 0 0,0 0 0,1 0 0,-1-1 0,0 0 0,0 1 0,0-1 0,-1 0 0,1 0 0,0 0 1,2-3-1,20-41-139,-8 14 44,-12 26 121,0-1-1,1 1 1,0 1-1,-1-1 1,2 1-1,-1 0 0,1 0 1,0 0-1,0 1 1,0-1-1,0 2 1,1-1-1,-1 1 0,1 0 1,0 0-1,10-2 1,8 0 32,0 1 0,0 1 1,40 0-1,-38 3-216,0-2-1,-1 0 1,30-8-1,-46 8 28,1-2-1,-1 1 1,0-1 0,0-1-1,-1 0 1,0 0-1,1-1 1,-2 0 0,1 0-1,12-13 1,0-5-94,-1-1 0,-1 0 0,24-44 1,33-86-52,-45 87 143,-26 58 118,0-1 0,0 0 0,1 1 0,1 0-1,0 1 1,0 0 0,11-11 0,-13 17 21,-1 0-1,2 0 1,-1 0-1,0 1 1,0 0-1,1 0 1,-1 0-1,1 0 1,0 1 0,6-1-1,29-9 0,-26 3-11,0 0 1,-1-1 0,0 0 0,-1-2 0,0 1 0,0-2-1,-1 1 1,-1-2 0,13-17 0,10-17-342,36-70 1,-53 87 153,136-294-1149,-152 324 1334,2-9-85,-17 22 97,11-9-16,-47 64-7,-64 110 0,105-163 16,-10 15-4,2 1-1,0 1 1,2 0 0,2 2 0,-17 59 0,30-91 3,-1 0-1,1 0 1,-1 1 0,1-1 0,0 0-1,0 1 1,0-1 0,0 0 0,0 1-1,0-1 1,1 0 0,-1 1-1,1-1 1,0 0 0,-1 0 0,1 0-1,0 1 1,0-1 0,2 2 0,-1-2-1,-1-1 1,1 0 0,-1 0 0,1 0-1,0 0 1,-1-1 0,1 1 0,0 0-1,0-1 1,-1 1 0,1-1 0,0 1-1,0-1 1,0 0 0,0 0 0,0 0-1,-1 0 1,5-1 0,4-1 7,1 0 1,0-1 0,-1-1-1,0 0 1,0 0 0,17-10-1,34-24 118,-29 18 35,0 1 0,44-19-1,-69 36-91,0 1-1,0 0 0,1 0 1,-1 1-1,0 0 0,0 1 1,0-1-1,0 1 0,0 1 1,0-1-1,0 1 0,0 0 1,0 1-1,11 5 0,-9-2 20,0-1-1,1 1 0,-2 0 1,1 1-1,-1 0 1,0 1-1,-1 0 1,1 0-1,-2 0 0,1 1 1,5 10-1,5 11 97,-1-1-1,14 41 0,54 181 308,-60-172-433,4 16-298,-5 1 1,-3 1-1,-5 1 1,-4 0-1,-5 1 1,-4 0-1,-4-1 1,-4 1-1,-32 159 1,22-189-63,-3-2 1,-2 0 0,-4-1 0,-3-2-1,-2-1 1,-42 64 0,40-79 281,-2-2 1,-1-1-1,-3-1 1,-2-3-1,-1-1 1,-3-2-1,0-2 1,-51 31 0,57-43 218,-2-2 0,0-1 1,-1-2-1,-1-2 1,-1-1-1,0-3 1,-47 9-1,68-19-60,1-1 0,-1 0 0,1-2 0,-1 0 0,1-2 1,-1 0-1,-26-7 0,33 5-57,0 0 1,0-2 0,1 0-1,-1-1 1,2 0 0,-1-1-1,1 0 1,0-1 0,1-1 0,0 0-1,-11-12 1,5 2 14,2-2 0,0 1 0,1-2 1,1 0-1,1-1 0,1-1 0,1 0 0,1 0 0,2-1 0,-10-45 1,8 12 16,2 0 1,3 0 0,5-109-1,8 54-397,5 1 1,5 0-1,35-119 0,-8 83-2284,111-247-1,-82 250-1207,7 17-1718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34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1 12093,'-7'25'495,"2"-10"-45,0 0 0,2 0 0,0 1 0,1-1 0,0 1 0,1 26-1,5 18 280,2 1 0,3-1 0,2-1 0,3 0 0,2 0 0,29 64 0,101 190 131,84 214-2881,-113-191-2323,-43-111-3030,-51-160 2397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35.0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0 869 10089,'0'0'2707,"11"-9"-969,2 2-1478,0 0 1,0 0 0,20-6-1,29-14-513,-9-3-267,-2-2 0,-1-3 0,-1-2-1,-3-2 1,-1-2 0,-1-2-1,43-56 1,-61 65 534,-1-2 1,-2-1-1,-1-1 1,-2 0-1,16-46 1,-19 37 564,-6 16 378,1 2 0,21-40 0,-31 70-787,-1 0 0,1 0 1,-1 0-1,1 0 0,-1 0 0,0 0 0,0 0 1,1 1-1,-1-1 0,0 0 0,0 1 0,0-1 1,1 4-1,3 5 78,0 0 0,-1 1 0,0 0 0,-1-1-1,0 1 1,1 15 0,6 77 743,-4-27-463,13 53-270,60 219 1,31-42-6409,-76-222 1534,-7-1-2486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35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56 128 8905,'17'-15'1814,"24"-27"0,-3 3-603,-37 38-1188,0 0 0,0-1 0,0 1 0,-1 0 0,1-1 0,-1 1 0,1-1 1,-1 1-1,1-1 0,-1 1 0,0-1 0,0 1 0,0-4 0,2-4 421,-5 11-327,-1-1 0,1 1 0,0 0 0,-1 0 0,1 0-1,0 1 1,0-1 0,1 1 0,-1-1 0,0 1 0,1 0-1,-4 6 1,-22 46 820,16-29-513,0 2-26,1 1 1,1-1-1,-8 45 1,-7 91 444,24-143-908,0 0 0,1 0 0,1-1 0,1 1 0,1 0 0,1-1 1,1 1-1,13 34 0,-12-40-294,0 0 1,1-1 0,1 0-1,0 0 1,1-1-1,0 0 1,1 0-1,1-1 1,0-1 0,0 0-1,26 19 1,-20-18-833,1 0 0,0-2 0,1 0 0,0-1 0,22 6 0,8-5-3622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35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20 482 7093,'-2'0'152,"1"1"0,0-1 0,-1 1 0,1-1-1,0 1 1,-1 0 0,1 0 0,0-1 0,0 1 0,0 0 0,0 0 0,0 0 0,0 0 0,-2 3 0,3-3-76,0 1-1,0-1 1,1 1 0,-1-1 0,0 0-1,0 1 1,1-1 0,-1 1-1,1-1 1,-1 1 0,1-1-1,0 0 1,0 1 0,-1-1-1,3 2 1,19 32 693,2-1 1,55 61-1,71 54-205,-75-77-302,-41-39-209,-1 1 1,-1 1 0,46 69-1,-71-93-47,-1 0-1,0 0 0,-1 0 1,0 1-1,0-1 0,-1 1 1,-1 0-1,0 0 0,-1 1 1,0-1-1,-1 1 0,0-1 1,-1 1-1,-1-1 0,0 1 1,0-1-1,-1 0 0,-1 1 1,-5 15-1,-7 7 38,13-32-13,-1-4-90,1 0 50,0 0-15,0 0 0,-1 1 1,1-1-1,0 0 0,0-1 0,0 1 0,0 0 0,0-1 0,0 1 1,1-1-1,-1 1 0,0-1 0,1 0 0,-1 1 0,1-1 0,0 0 1,-1 0-1,1 0 0,0-1 0,0 1 0,0 0 0,1 0 0,-1 0 1,0-1-1,1 1 0,0 0 0,-1-4 0,-3-26-365,1 0-1,2 0 1,3-45 0,19-101-932,-14 122 1090,3-15 244,2 0 1,4 1-1,2 1 1,32-77-1,-46 136 93,1 1-1,-1-1 1,2 1-1,-1 0 1,1 1-1,1-1 1,-1 1-1,1 0 1,14-11-1,-18 17-56,0 0-1,1 1 1,-1 0-1,1-1 1,-1 1-1,1 1 1,-1-1-1,1 0 1,-1 1-1,1 0 1,-1 0-1,1 0 1,0 0-1,-1 0 1,1 1-1,5 1 1,3 0 40,-1 2 0,1-1 0,16 9-1,-10-3 21,-1 1 0,0 1 0,0 0 0,25 24 0,51 60 81,-3-4-92,-88-89-42,16-12-51,-15 8-2,-1 1-1,0-1 0,0 1 1,0-1-1,0 0 0,0 0 1,0 0-1,0 0 0,-1 0 1,1-1-1,-1 1 0,0 0 1,0-1-1,1 1 0,0-6 1,10-45 27,-8 30-28,7-36-91,-2-1 0,-3 0 1,-2-1-1,-7-79 0,0 109-136,-2 1 0,-1 0 0,-16-43 0,22 72 189,0-1 0,-1 1 0,0-1 0,1 1 0,-1-1 0,0 1 0,0 0 0,1-1 0,-1 1 0,0 0 0,0 0 0,-1 0 0,1-1 0,0 1 0,0 0 0,0 1 0,-1-1 0,1 0 0,-1 0 0,1 0 0,0 1 0,-1-1 0,1 1 0,-1-1 0,1 1 0,-1 0 0,0 0 0,1-1 0,-1 1 0,1 0 0,-1 0 0,0 1 0,-1-1 0,-4 2-163,1 0-1,0 0 0,0 0 0,0 1 1,0 0-1,-6 4 0,8-5 54,-2 1-253,0 1 0,0-1-1,1 1 1,-1 1 0,1-1 0,0 1-1,0 0 1,-5 7 0,-13 21-2284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36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8 346 6237,'-1'4'156,"-1"-1"0,1 1 1,0 0-1,0 0 1,1 0-1,-1-1 0,1 1 1,0 0-1,0 0 0,0 0 1,1 0-1,-1 0 1,1 0-1,0-1 0,0 1 1,0 0-1,0 0 1,1-1-1,0 1 0,-1-1 1,1 0-1,1 1 1,-1-1-1,0 0 0,1 0 1,-1 0-1,1-1 1,0 1-1,5 3 0,5 2-282,0 0 0,1-1-1,-1-1 1,1 0 0,1-1-1,-1 0 1,26 4 0,-39-9 124,0 0 1,0-1-1,0 1 1,0 0-1,1 0 1,-1 0-1,0 0 1,0-1-1,0 1 1,-1-1-1,1 1 1,0-1-1,0 1 1,0-1 0,0 1-1,0-1 1,0 0-1,-1 1 1,1-1-1,0 0 1,-1 0-1,1 1 1,0-1-1,-1 0 1,1 0-1,-1 0 1,1 0-1,-1 0 1,0 0-1,1 0 1,-1-1-1,7-30 541,-7 19-379,-1 0 0,0 0-1,0 1 1,-2-1 0,-5-21 0,4 21-99,1-1 1,0 1-1,1-1 1,1 1-1,0-16 0,1 19-86,1 1 0,0-1 0,0 1 0,1-1 0,0 1-1,0 0 1,1 0 0,1 0 0,0 0 0,0 1 0,0-1-1,1 1 1,0 0 0,1 0 0,6-6 0,41-44 67,-51 56-56,-3-1-68,0-2 83,0 0 0,-1 1 0,0-1 0,0 0 0,0 1 0,0-1-1,-1 1 1,1-1 0,-6-5 0,-5 22 102,10-8-88,1 0 1,-1 0 0,0 0-1,1 0 1,0 0-1,0 0 1,0 1 0,0-1-1,1 1 1,0-1-1,-1 1 1,1 7 0,-1 60-96,2-50-137,1-21 160,1 1 1,0-1 0,-1 0-1,1 0 1,0 0-1,-1 0 1,1 0 0,0 0-1,0 0 1,0-1 0,0 1-1,0-1 1,0 1-1,0-1 1,3 0 0,3-1 17,0-1 1,-1 0 0,1-1-1,-1 1 1,0-1 0,1-1-1,-1 0 1,-1 0 0,1 0-1,-1-1 1,12-10 0,-10 7 110,0 1 0,1-1 0,0 2 1,0-1-1,1 1 0,0 0 0,0 1 1,0 1-1,0-1 0,1 1 1,0 1-1,0 0 0,0 1 0,0 0 1,0 0-1,0 1 0,1 1 0,20 1 1,6 3 75,-1 1 0,1 2 0,-2 2 1,50 18-1,-73-23-198,-1 1 0,1 1 0,-1 0-1,0 1 1,-1 0 0,1 0 0,14 15 0,-23-20-5,-1 1 0,0 0-1,0 0 1,0-1 0,-1 1-1,1 1 1,-1-1 0,1 0 0,-1 0-1,0 0 1,0 1 0,-1-1 0,1 0-1,-1 1 1,1-1 0,-1 1 0,0-1-1,0 0 1,-1 1 0,1-1 0,-1 1-1,0-1 1,0 0 0,0 0-1,-2 6 1,0-1-183,-1-1 0,0 0 0,0 0 0,0 0-1,-1 0 1,0-1 0,-1 1 0,1-1 0,-8 5 0,-23 22-1974,3 8-423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37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 7617,'-9'4'466,"-11"3"1623,28 9-10,4 4-1656,2-1 0,0 0 0,0-1 0,2-1 0,0 0-1,1-2 1,1 0 0,23 16 0,27 13 63,73 34 0,-117-65-317,203 101-144,4-10 1,4-10 0,480 121 0,-554-180-1039,1-8 0,1-6 0,1-8 0,0-7 0,0-7 0,178-24 0,-148-3-2088,-11-3-1024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37.6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3268 1 11669,'-58'6'652,"35"-4"-250,0 0 0,1 2 0,-1 0-1,1 2 1,0 0 0,-22 11-1,17-5 206,2 2 0,-1 1 0,2 0 0,0 2-1,-34 32 1,-98 113 873,131-134-1347,-409 530 980,236-288-1442,-267 336-953,-349 470-2631,245-311-769,431-592 219,91-106 616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37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12169,'-3'45'1876,"3"7"-192,0 8-303,3 0-301,1 11-212,5 9-180,4 3-140,0 6-112,2 2-80,8-2-240,-1-3-380,6-4-380,-5 1-624,5 0-520,-6-17-553,-9-9-1963,3-14-3305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38.1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337 0 6633,'-54'78'1440,"38"-44"-308,1 0-196,-1 0-264,6 1-132,-9 2-96,0 6-100,-3 0-228,6 2-208,-44 98-1316,44-91 632,-10-4-332,1-8-1484,3-8-705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38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1723 5436,'155'-80'1266,"-101"51"-921,-2-2 0,-2-3 0,62-52 0,-69 45-68,-1-2 0,-3-2 0,42-60 0,-69 88-13,1 1 0,1 0 1,0 1-1,1 1 0,23-18 1,-35 31-235,0-1 0,-1 1 1,1 0-1,0 0 0,0 1 1,0-1-1,-1 1 0,1-1 0,4 1 1,7-2 47,10-6-80,0 0 0,-1-2 0,0-1-1,-1 0 1,29-20 0,94-82-53,-88 66 375,-44 37-150,2 0-1,-1 1 1,2 1-1,-1 0 1,1 1 0,0 1-1,0 0 1,1 1-1,26-4 1,12 1 253,93 1 0,-89 6-680,61-10-1,-72 4-362,68-20 0,-100 22 540,0-1-1,0 0 1,-1-2 0,0 1-1,0-2 1,-1 0-1,25-20 1,-22 13 443,1 1-1,34-21 1,-41 30-258,-1 0 0,1 2 0,0-1 0,1 1 0,-1 1 0,1 0 0,17-2 0,-21 4-60,72-8-817,-1-4 1,153-45-1,-217 52 630,0-1 0,0-1-1,-1 0 1,0-1 0,16-13 0,62-61 285,-9 8 163,-35 38-357,1 1-1,2 4 1,2 1-1,74-31 1,-91 45-462,27-10-3490,-37 19 953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39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69 7361,'-86'-47'3893,"85"46"-3528,-1 0 1,0-1 0,0 1 0,0-1 0,1 1-1,-1-1 1,1 0 0,-1 1 0,-1-4-1,-1 1 974,4 24-433,9 57 49,3 0 1,30 108 0,-4-29-648,13 54-998,12 59-4872,-49-188 1183,4-1-2337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40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1669 5821,'-45'-24'1792,"36"19"1092,11 7-2670,1-1-1,-1 1 1,0 0-1,0-1 1,1 1-1,-1 0 1,-1 0 0,1 1-1,0-1 1,1 3-1,2 1 102,20 24 266,0 2-1,-3 0 1,34 64 0,-26-34-254,29 87 1,21 139 71,-67-238-359,6 7-84,-18-54-164,23-14-383,-16 6 504,0-1 1,0 1-1,-1-2 0,0 1 1,0-1-1,0 0 0,6-9 1,39-63-660,-18 27 257,34-50-349,75-100-338,-128 184 1211,1 1 0,0 0-1,2 2 1,0-1 0,0 2-1,2 1 1,-1 0-1,26-12 1,-39 23 21,0 0 1,0-1-1,0 2 0,1-1 1,-1 1-1,1 0 0,-1 0 1,0 1-1,1 0 0,-1 0 1,1 0-1,10 3 0,0 1-25,-2 1 0,1 1-1,21 10 1,23 9-898,-57-24 805,0 0 0,0 0 0,0-1 0,0 1 1,1-1-1,-1 0 0,0 0 0,0 0 0,0 0 0,1 0 0,-1-1 0,0 0 0,0 1 0,0-1 1,0 0-1,0-1 0,0 1 0,0 0 0,0-1 0,0 0 0,-1 1 0,1-1 0,-1 0 0,1 0 0,-1-1 1,3-2-1,3-6 38,0 1 1,-1-1 0,0-1 0,10-23 0,-15 31 22,1-4-28,0 1-1,1-1 0,0 1 0,0 0 1,0 0-1,1 0 0,0 1 0,1-1 1,-1 1-1,1 1 0,8-8 0,22-12-323,-5 3-368,-1 0 0,-1-2 0,48-51 0,-74 71 733,1 0-1,-1 1 1,1 0-1,0 0 1,0 0-1,0 0 1,7-3-1,-11 6 1,1 0 1,0-1-1,0 1 0,0 0 0,0 0 0,0 0 1,0 0-1,-1 0 0,1 0 0,0 0 0,0 0 1,0 0-1,0 0 0,0 0 0,-1 1 0,1-1 1,0 0-1,0 1 0,0-1 0,-1 1 0,1-1 1,0 1-1,0-1 0,0 1 0,1 1 37,7 3-11,-1 0 1,-1 1-1,1 0 0,-1 0 0,0 1 0,-1 0 0,1 0 0,7 12 1,-2-4-96,-8-10-59,-1-1 0,1 0 0,0 0-1,1 0 1,-1 0 0,1-1 0,-1 0 0,9 5 0,-11-9 78,-1 0 1,1 1-1,-1-1 1,1 0-1,-1 0 1,0 0-1,1 0 1,-1 0-1,0 0 1,0-1-1,0 1 1,2-2-1,1-2-42,5-3 87,1 0 0,-2-1 0,1 0 0,-1-1 0,-1 0 0,1 0 0,6-15 0,2-6-160,-2 0 0,-1-1 0,-1 0 0,9-43 0,-8-16-732,5-21 152,-14 90 624,-1 0-1,1-29 0,-4 29 317,2 0 0,7-33 0,3-5 607,-11 57 492,-1 6-1172,4 26 20,-2-14-220,0 0 0,8 28 1,-9-40-47,-1 1 164,1 0 0,0-1 0,0 1 0,0 0 0,0-1 0,1 1 0,-1-1 0,1 0 0,0 1 0,0-1 0,0 0 0,0 0 1,1 0-1,-1 0 0,1-1 0,3 4 0,-1-1 74,0 0 1,0 1-1,0 0 1,-1 0-1,4 8 1,18 42 163,-4 2 1,17 65-1,18 129-69,-50-212-284,-2 1 1,-1-1 0,-3 1-1,-1 0 1,-2 0-1,-2 0 1,-9 42-1,9-67 133,-2 0 1,0 0-1,-13 24 0,11-23-8,7-14 7,-12-3-25,12 0-46,0 0 1,0 0-1,0 1 1,0-1 0,1 0-1,-1 0 1,0 0 0,0 0-1,0 0 1,0 0-1,0-1 1,0 1 0,0 0-1,1 0 1,-1 0 0,0-1-1,0 1 1,0-1-1,0 1 1,1 0 0,-1-1-1,0 0 1,1 1 0,-1-1-1,0 1 1,1-1 0,-1 0-1,0 1 1,1-1-1,-1 0 1,1 0 0,0 1-1,-1-1 1,1 0 0,-1 0-1,1 0 1,0 0-1,0 1 1,0-1 0,-1 0-1,1 0 1,0 0 0,0 0-1,0 0 1,1-1-1,1-30 15,2 0-1,1 1 0,2 0 0,12-37 1,6-25-107,23-118-62,72-369-442,-104 479 503,-4 41 69,-3-1 1,1-111-1,-10 165 24,-1 1 0,0 0 0,0-1 1,0 1-1,-1 0 0,0 0 0,0 0 0,-6-10 1,7 14 1,1 1 0,-1-1 1,0 1-1,0-1 1,0 1-1,-1-1 0,1 1 1,0 0-1,0 0 1,-1-1-1,1 1 0,-1 0 1,1 0-1,-1 0 1,1 1-1,-1-1 0,0 0 1,1 0-1,-1 1 1,0-1-1,0 1 0,1 0 1,-1-1-1,0 1 1,0 0-1,0 0 0,1 0 1,-1 0-1,0 1 1,0-1-1,-2 1 0,0 0-3,1 0 6,0 0 0,0 0 1,0 0-1,0 1 0,0-1 0,1 1 0,-6 3 1,4-1-2,0 1 0,0 0 1,0 0-1,0 1 1,-5 9-1,0 14-88,8-26 55,3-1-1,-1-1 27,0 0 0,0 1 0,0-1-1,0 0 1,0 0 0,0 1 0,0-1 0,1 0-1,-1 0 1,0 0 0,1-1 0,-1 1-1,1 0 1,-1-1 0,1 1 0,-1 0 0,1-1-1,0 0 1,-1 1 0,1-1 0,-1 0-1,1 0 1,0 0 0,-1 0 0,1 0-1,0 0 1,-1-1 0,1 1 0,0 0 0,-1-1-1,1 1 1,-1-1 0,1 0 0,-1 1-1,1-1 1,-1 0 0,0 0 0,1 0 0,-1 0-1,0 0 1,0 0 0,2-2 0,6-8 155,-1 0-1,0-1 1,0 0 0,-1 0 0,-1 0 0,6-15 0,22-39 17,-28 55-124,1 1 0,0 0 1,1 0-1,0 1 0,0 0 1,1 1-1,0 0 0,0 0 1,1 1-1,0 0 0,1 0 1,0 1-1,16-6 0,-24 11 104,-3 0-135,0 1 0,1-1 0,-1 0 0,1 1 1,-1-1-1,1 1 0,0 0 0,-1-1 0,1 1 1,-1-1-1,1 1 0,0 0 0,-1-1 0,1 1 1,0 0-1,0 0 0,-1 0 0,1-1 0,0 1 1,1 0-1,-1 0 10,1 0 1,-1-1 0,1 1-1,0-1 1,-1 0-1,1 1 1,-1-1 0,1 0-1,-1 0 1,1 0-1,1-1 1,40-54-538,-19 27-1115,-1-1 0,20-36 0,-29 38 298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40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5 4320,'1'0'16,"-1"0"-1,1-1 1,-1 1-1,1-1 1,-1 1-1,1 0 0,0-1 1,-1 1-1,1 0 1,-1-1-1,1 1 1,-1 0-1,1 0 1,0 0-1,-1 0 0,1 0 1,0-1-1,-1 1 1,1 0-1,0 1 1,-1-1-1,1 0 1,0 0-1,-1 0 0,1 0 1,-1 0-1,1 1 1,0-1-1,-1 0 1,1 0-1,-1 1 1,1-1-1,-1 0 0,1 1 1,-1-1-1,1 1 1,-1-1-1,1 1 1,-1-1-1,1 1 1,-1-1-1,1 2 0,-2 0 39,1 0-1,-1 0 1,0 0-1,0 0 1,0 1-1,0-1 1,0-1-1,0 1 1,0 0-1,-1 0 1,1 0-1,-3 2 1,2-2 39,-42 45 522,36-41-562,1 1 0,0 1 1,0 0-1,0 0 0,1 0 0,-9 15 1,14-20 18,2-1 42,13 28 429,-3 1 1,15 55-1,7 50 73,13 72-439,-5 10-4109,-32-178 1478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41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1 578 3508,'13'-103'924,"-13"57"-136,-7-2-155,4 2-181,6 0-60,4 3-88,-1 0-116,0 1-188,4 2-260,-7-6-632,0 6-901,3 6 533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41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5056,'0'0'4397,"16"6"-4049,-3-1 388,-4 13-772,1 2-276,3-18-516,-1 7-1928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41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28 5400,'-8'-2'235,"5"1"-64,-1 0 0,0 0 0,1 0 0,-1 0 0,1-1 0,0 1 0,-1-1 0,1 0 0,0 0 0,0 0 0,-4-4 0,5 4 628,-12 1-16,14 1-753,-2 0 0,1 0 0,0-1-1,0 1 1,0 0 0,0 0 0,0 0-1,0 0 1,0 0 0,0 0 0,0 0-1,0 1 1,0-1 0,0 0 0,0 1-1,0-1 1,0 0 0,0 1 0,0-1-1,0 1 1,1 0 0,-1-1 0,0 1 0,0 0-1,0-1 1,1 1 0,-1 0 0,0 0-1,1 0 1,-1-1 0,1 1 0,-1 0-1,1 0 1,-1 0 0,1 0 0,0 0-1,-1 0 1,1 0 0,0 0 0,0 0-1,0 0 1,0 2 0,-15 80 1105,5-1 0,-1 151 0,10-169-824,23 799 1212,-11-719-2331,35 164-1,24-12-5785,-52-235 2001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42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3671 7397,'-1'-7'187,"0"0"1,0 0-1,1 0 1,0 1-1,0-1 0,0 0 1,1 0-1,0 0 1,0 0-1,1 0 1,0 1-1,0-1 1,1 1-1,-1-1 1,1 1-1,1 0 1,-1 0-1,1 1 0,9-11 1,7-7 8,1 1 0,1 1 0,29-22 0,-50 42-188,802-585 542,-184 145-1352,14-86 78,-36-38 336,-112 44 179,-122 125 167,-65 74-2,-238 261 359,-107 87-267,1 12-10,1 2 0,3 2 0,-61 76 0,87-96-25,0 1 1,1 0-1,2 2 1,0-1-1,2 2 1,-17 52-1,18-37 72,1 0 0,3 0-1,-3 82 1,31 694 734,98 241-398,-34-339-764,-81-657 331,-2 0 1,-3 1 0,-3-1-1,-3 0 1,-2 0 0,-20 76-1,28-138-22,-1 0-1,1 1 0,0-1 1,0 1-1,-1-1 0,1 0 0,0 1 1,0-1-1,0 1 0,0-1 1,0 1-1,0-1 0,0 1 0,0-1 1,0 0-1,0 1 0,0-1 0,0 1 1,0-1-1,0 1 0,0-1 1,1 0-1,-1 1 0,0-1 0,0 1 1,0-1-1,1 0 0,-1 1 1,0-1-1,0 1 0,1-1 0,-1 0 1,0 1-1,1-1 0,-1 0 0,1 1 1,16-3-1726,-9 1 2065,-5 0-548,-22 2-180,7 0 434,0 1 0,0 1 0,0 0 0,0 1 0,1 0 0,-1 1 0,1 0 0,1 1 0,-1 0 0,1 1 0,0 0 0,0 0 0,1 1 0,0 0 0,-10 12 0,19-19-9,-1 0-1,1 0 0,0 0 0,0 0 0,0 0 0,0 0 0,0 0 0,0 0 0,0-1 1,0 1-1,0 0 0,0 0 0,0 0 0,1 0 0,-1 0 0,0 0 0,1 0 0,-1 0 0,1-1 1,-1 1-1,1 1 0,1 1 1,0 2-15,0 0-1,1 0 1,0-1 0,0 1-1,0-1 1,1 1 0,-1-1-1,1 0 1,0 0 0,0 0-1,9 5 1,6 3-231,35 17 0,-39-23 141,-1 2 1,0 0-1,0 0 0,12 12 1,-18-12 91,0 0 0,-1 1 0,0 0 0,-1 0 0,0 1 0,0 0 0,-1 0 1,0 0-1,-1 0 0,0 1 0,-1 0 0,0 0 0,-1 0 0,0 0 0,0 0 0,-1 0 0,-1 1 1,0-1-1,-1 0 0,0 1 0,0-1 0,-1 0 0,-1 0 0,0 0 0,0 0 0,-1-1 0,-1 1 1,-9 16-1,5-12 139,4-4-80,-1-1 1,0 0-1,-1-1 1,0 0-1,0 0 0,-1 0 1,0-1-1,0 0 1,-1-1-1,-14 11 0,17-16-304,1 1 0,-1 0 0,0-1-1,0 0 1,-1-1 0,1 1 0,-11 0-1,-4 1-1096,-5 2-285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43.1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1727 10445,'8'-13'467,"1"0"1,0 1-1,0 0 1,1 1-1,1 0 1,0 0 0,21-15-1,9-2 65,46-23-1,-41 25-236,540-331-615,373-208-2627,-218 213 261,-318 147-1914,-367 172 2594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44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1 8149,'-4'5'278,"0"0"1,1 0 0,-1 0 0,1 1-1,0-1 1,1 1 0,-1 0 0,1-1-1,1 1 1,-1 0 0,1 1 0,-1 7 0,-2 4 235,-12 67 1431,-7 151 0,13-99-1131,-39 716 1244,40 3-3895,16-466-1052,-2-177 250,0-44-962,9-15-1498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44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2069 6877,'0'117'1507,"1"-109"-1311,0 0-1,1-1 0,0 1 1,0 0-1,0-1 1,1 1-1,0-1 1,1 0-1,-1 0 1,2 0-1,-1 0 0,1-1 1,0 1-1,0-1 1,0-1-1,1 1 1,10 7-1,-2-3 47,0 0 0,1-2-1,0 0 1,1 0 0,0-1 0,22 6 0,-2-4-147,0-2-1,0-1 1,0-2 0,0-1 0,1-2 0,-1-1 0,1-2 0,48-9 0,-10-4-414,-2-3 0,0-2 0,72-33 0,8-13-673,153-91 0,130-106-57,77-82 1742,-490 330-462,-1-2 0,0 0 0,22-25-1,-44 41-219,-1 1-1,1-1 0,-1 0 0,1 0 0,-1 0 1,0 0-1,1 1 0,-1-1 0,0 0 0,1 1 0,-1-1 1,0 0-1,0 1 0,0-1 0,1 1 0,-1-1 1,-2 0-1,-5-2 1,0 0 0,-1 0 0,1 1 0,-1 0 0,0 1 0,1 0 0,-1 0 0,0 0 0,0 1 0,-9 2 0,-34-3 18,18-2-50,1-2 0,-1 0-1,1-3 1,-48-17-1,67 20 10,1-1 0,0 0 0,0-1 0,1-1 0,0 0 0,0-1 0,1 0-1,0 0 1,1-1 0,0-1 0,0 0 0,1 0 0,-9-16 0,5 3 11,1-1 0,2 0 0,0-1 0,2 0 0,0-1 0,2 1 0,1-1 0,-2-50 0,4-18 9,12-111 0,-8 198-9,9-110-648,6-1 0,35-131 0,-35 174-3378,-15 72 1165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45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13 669 7101,'0'-1'77,"0"1"1,0-1-1,0 1 1,0-1-1,0 0 1,0 1-1,0-1 1,0 1-1,0-1 1,0 1-1,0-1 1,0 0-1,-1 1 1,1-1-1,0 1 1,0-1-1,-1 1 1,1-1-1,0 1 1,-1-1-1,1 1 1,0-1-1,-1 1 1,1-1-1,-1 1 1,1 0-1,-1-1 1,0 0-1,0 4 179,0 0 0,0 0 0,0 0 0,1 0 0,-1 0 0,1 0-1,0 0 1,0 0 0,0 1 0,0 2 0,11 222 4767,-3-156-4290,4 0 0,39 136 0,-24-129-454,3-1 0,50 94-1,-63-141-302,1-1-1,2-1 0,0-1 1,2-1-1,1-1 1,1-1-1,2-1 0,33 26 1,-45-40-42,0-1 1,1 0-1,1-1 0,-1 0 1,1-2-1,0 0 1,1 0-1,-1-1 1,1-2-1,34 5 0,-37-8 19,1 0 0,0-1 0,0 0-1,0-2 1,-1 1 0,1-2 0,-1 0-1,0 0 1,0-2 0,0 0 0,-1 0 0,0-1-1,13-9 1,-2-2-30,0-2 0,-1 0-1,-1-1 1,-1-1 0,-1-1 0,-1-1 0,28-46-1,91-200-113,-117 224 210,249-622-1866,-46 105-5626,-169 441 1950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45.6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1 4248,'-19'17'928,"19"3"-279,-6-3-529,3 3-629,-4-9-1103,4 7 772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48.1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47 349 4664,'-7'-9'604,"1"1"-1,1-1 1,-1-1-1,1 1 0,1 0 1,-5-16-1,7 19-469,1 0 0,0 1 0,1-1 0,-1 0 0,1 0 0,0 0 0,1 0 0,-1 0 0,1 0 0,0 1 0,1-1 0,3-9 0,-1 3-40,2 1 1,-1 0 0,2 0-1,-1 0 1,1 1 0,1 0-1,0 1 1,1 0-1,-1 0 1,2 0 0,-1 1-1,1 1 1,0-1 0,1 2-1,-1-1 1,2 2 0,-1-1-1,0 2 1,1-1 0,0 2-1,19-5 1,-21 6-37,1 1 0,-1 0 0,1 0 0,0 1 0,-1 0 0,1 1 0,0 0 0,-1 1 0,1 0 0,-1 1 0,0 0 0,0 0 0,0 1 0,0 1 0,-1-1 0,1 2 0,-1-1 0,-1 1 0,1 1 0,-1-1 0,0 1 0,0 1 0,-1 0 0,0 0 0,8 12 0,-8-9-21,0 0 1,-1 1-1,0 0 0,-1 0 1,0 0-1,-1 1 0,-1-1 1,0 1-1,0 0 0,-1 0 1,0 18-1,-3-7-5,-1 0 0,-1 0 0,-1 0 0,-1 0-1,-10 30 1,-40 102 70,18-58-76,37-96-27,-1 0 0,0 0 0,1 1 0,-1-1 0,1 0 1,0 1-1,0-1 0,0 0 0,0 1 0,0-1 0,0 0 0,1 0 1,-1 1-1,1-1 0,0 0 0,-1 0 0,3 3 0,-1-1 4,1 0-1,0 0 1,-1-1-1,2 1 1,-1-1 0,0 0-1,1 0 1,-1 0-1,1-1 1,5 4-1,74 37 37,3-3-1,92 28 0,-92-36 6,7 3-80,193 80 155,-232-89-127,-1 2 1,-1 2-1,54 42 1,-97-65 1,1 1 1,-1 0-1,0 1 1,0-1 0,-1 2-1,0-1 1,-1 1-1,0 1 1,9 17-1,-14-23 2,-1 0-1,1 0 0,-1 0 0,0 1 0,0-1 0,0 1 0,-1-1 0,0 0 0,0 1 0,0-1 0,-1 1 0,1-1 0,-1 0 0,-1 1 0,1-1 0,-1 0 0,0 0 0,0 0 0,0 0 0,-1 0 1,0-1-1,0 1 0,0-1 0,-5 6 0,-6 6-16,-1-1 0,-1 0 0,0-2 0,-1 0 0,0 0 0,-1-2 0,-28 14 0,5-6-226,0-2 0,-67 18 0,79-27-112,0-1-1,-47 4 1,67-10-80,-1-1 0,1 0 0,0 0 0,-1-1 0,1 0-1,0-1 1,0 0 0,0-1 0,0 0 0,0 0 0,0-1 0,-10-6 0,-8-9-3915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48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613 1 10461,'-3'24'323,"-3"22"1020,-16 67 1,13-70-704,1 1 0,3 0 0,2 1 0,2-1 0,1 0 0,10 64 0,62 261 338,-68-351-931,-1-5-42,36 130-213,-33-126 135,1 0-1,0-1 1,2 0-1,-1 0 1,2-1-1,13 16 0,-20-27 60,0 0 0,1 0 0,-1 0 0,1-1-1,0 1 1,0-1 0,1 0 0,-1 0 0,0-1-1,1 1 1,0-1 0,0 0 0,-1-1 0,1 1-1,0-1 1,1 0 0,-1 0 0,0 0 0,0-1-1,0 1 1,0-1 0,1-1 0,7 0 0,0-3 1,0 0 0,0 0 0,0-1 1,-1-1-1,0 0 0,0-1 0,-1 0 1,0-1-1,0 0 0,15-14 1,-12 7 10,0-1 0,-1 0 0,0 0 0,-2-1 0,0-1 0,13-28 0,-12 19-3,-2 0 1,0-1-1,-2 0 1,-1-1-1,-2 0 1,0 0-1,-2 0 0,-2 0 1,0 0-1,-4-32 1,-1 30 17,-2 0 0,-1 1 0,-2 0 0,0 0 0,-2 1 0,-1 0 0,-2 1 0,0 0 0,-2 2 0,-1-1-1,-1 2 1,-2 1 0,-25-27 0,26 32-11,-1 1-1,0 2 0,-1 0 0,-1 0 0,0 2 0,-1 1 0,-1 1 1,0 1-1,-1 1 0,1 1 0,-2 1 0,1 2 0,-1 0 0,0 2 0,-49-3 1,45 7-74,-1 1 0,1 1 0,0 2 0,0 1 0,-31 10 1,38-8-334,1 1 0,1 1 1,0 1-1,0 1 1,1 1-1,1 1 1,-33 27-1,-38 47-4479,38-19-1494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49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2745 508 6981,'-43'-37'399,"-72"-63"1120,25 14 67,-130-114-67,205 190-1509,0 0-1,-1 0 1,0 2-1,-1 0 1,0 0-1,0 2 1,-1 0-1,1 1 1,-1 1-1,0 1 1,-1 0-1,1 1 1,-1 1-1,1 1 1,-35 4-1,7 2-34,0 3 0,1 2 1,0 1-1,1 3 0,-51 23 0,5 4 60,2 4 0,2 4 0,3 3 1,2 4-1,-80 73 0,76-51 192,3 3 0,5 4 0,3 4 0,-67 105 0,54-57 216,7 3 0,5 4 0,-93 260-1,122-266-150,7 2 0,6 1 0,6 2 0,-11 195 0,34-264-210,4 0 0,3 0 1,4-1-1,2 1 0,4-1 1,35 112-1,-32-138-40,3 0-1,1-2 0,3 0 0,1-1 1,3-2-1,1 0 0,2-2 0,2-1 1,2-2-1,57 51 0,-50-55-53,2-2-1,1-2 1,1-1-1,2-3 1,1-2-1,71 26 1,-58-30-17,0-3 1,1-3-1,1-2 1,125 7 0,-102-18-42,-1-4 1,0-4-1,-1-4 1,1-3 0,-2-4-1,0-3 1,-2-4 0,120-55-1,-74 17-78,-3-5 0,-3-6-1,-4-4 1,-3-6 0,-3-5-1,117-122 1,-136 112-36,-3-3 1,-5-4-1,90-151 0,-81 98-34,133-321 0,-185 376 163,-4-1-1,-6-2 1,35-211 0,-59 255 51,-3-1 0,-3 0 0,-8-72 0,1 88 40,-1 1 0,-3 1 0,-2-1 0,-33-81 0,31 96 17,-1 1 0,-2 0 1,-2 2-1,0 0 0,-2 1 0,-1 1 0,-1 1 0,-1 1 1,-2 1-1,0 1 0,-1 2 0,-2 0 0,0 2 0,-1 1 1,0 2-1,-2 0 0,0 2 0,0 2 0,-47-12 0,22 12 44,-1 2 0,0 3 0,0 2 0,0 2 0,-1 3 0,-101 14-1,72 0-33,1 4-1,1 4 1,-145 57-1,135-36-290,2 4 0,-120 81 0,164-96-443,2 2-1,2 2 1,1 2-1,2 2 1,-45 53-1,23-12-2892,20-3-1660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49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1038 29 5813,'8'-29'2718,"-14"37"730,-16 46-1244,12-18-1527,-6 47 1,-3 11 55,-17 32 109,-103 236 0,-92 107-620,84-179-1024,-86 217-2488,88-166-2937,103-242 1353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50.2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1 7585,'-17'71'539,"-26"122"1441,18 90 489,18-155-1823,1-48-282,4 0 0,10 112 0,-7-181-307,1 0 1,1 0 0,3 12-1,-5-20-26,1 0 1,-1 1-1,1-1 0,0 0 0,0 0 0,0 0 0,0 0 0,0 0 0,1-1 0,-1 1 0,1-1 0,4 4 0,-6-5-12,1 0-1,-1-1 0,1 1 0,0 0 0,-1 0 0,1-1 1,0 1-1,-1-1 0,1 0 0,0 1 0,0-1 1,-1 0-1,1 0 0,0 0 0,0 0 0,-1 0 1,1-1-1,0 1 0,0-1 0,-1 1 0,1-1 1,0 1-1,-1-1 0,1 0 0,-1 0 0,3-1 0,2-1 29,11-5 29,-1-1-1,1-1 0,-2 0 0,1-2 1,-2 1-1,21-22 0,-16 15-31,382-389-1274,-109 103-5023,-160 180 666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2:50.4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 6453,'-23'14'-1905,"4"-20"341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3:01.2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7771 4196,'-5'-1'189,"0"0"0,1 0 0,-1 0 1,1-1-1,0 1 0,-1-1 0,1 0 0,0-1 0,0 1 0,0-1 0,0 1 0,1-1 0,-1 0 0,1-1 0,-1 1 0,1 0 0,0-1 0,-2-4 0,0 3 138,0 0-1,0 0 1,-1 0-1,-9-5 1,13 9 108,-12-26 1395,21 34-1773,0 0-1,1 0 0,0-1 0,0 0 1,1 0-1,0-1 0,0 0 1,0 0-1,0-1 0,1 0 0,14 3 1,17 3 66,64 7 1,-47-9 16,178 10 228,-200-17-306,79-5 66,105-19 64,-152 13-154,-1-4-1,0-2 1,-1-4-1,116-50 1,-160 61-32,831-410 119,-740 359-132,894-566 56,-54-81-132,-572 417-11,654-519-163,-19-22 164,-32 65 39,27 35-185,-576 419 44,-222 156 140,157-111-41,1122-699-126,-982 655 154,-206 126 84,-282 171 146,38-31 1,-15 2 89,-43 41-256,11-24 36,-12 23 146,4-23-874,1 0-4670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3:02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45 344 2648,'-18'-29'1072,"15"25"-898,0 0 0,0 0 0,1 0 0,-1-1 0,1 1 0,0-1 0,0 1 0,1-1 0,-1 0 0,1 1-1,0-1 1,1 0 0,-1 0 0,1-6 0,0-12 334,1 0-1,7-36 0,-7 50-390,2 0-1,-1 0 0,1 0 1,0 1-1,1-1 0,0 1 1,1 0-1,-1 0 0,8-9 1,-8 13-72,-1 1 0,1 0 1,0 0-1,0 0 0,0 1 1,1-1-1,-1 1 0,0 0 0,1 0 1,-1 1-1,1 0 0,8-2 1,57-5 176,-65 8-194,68-2 190,-1 4 0,1 3 0,-1 3 0,78 19 0,-9 8 72,142 55 0,-100-18-26,177 98 0,161 123 13,1193 720 139,-1575-931-359,503 304 173,-21 36-17,442 400 183,-622-477-217,491 423 235,-119-95-95,-3 4 105,-21 24-35,-43-13 14,-191-140-111,1208 1210 401,-242-376-621,-118-144 294,-611-469 21,-230-217-125,-229-246-226,22-31 87,-290-233-68,138 67 1,-156-89 87,1-2 0,1-1 0,97 17 1,-128-31 16,1-1 1,0-1-1,0-1 0,33-4 1,-49 3-145,-1 0 0,0 0 0,1-1 1,-1 1-1,0-1 0,0 1 0,0-1 1,0 0-1,0 1 0,0-1 0,0 0 1,2-4-1,-1 3 17,-2 1-27,-1 1 0,1-1-1,-1 0 1,1 1-1,-1-1 1,0 0-1,0 1 1,1-1 0,-1 0-1,0 0 1,-1 1-1,1-1 1,0 0-1,0 0 1,-1 1-1,1-1 1,-1 0 0,-1-1-1,2 0-9,-8-21 30,-1 0 0,0 1 0,-2 0 0,-1 0 0,0 1 0,-2 0 0,-1 2 0,0-1 0,-1 2 0,-22-21 0,35 38 12,3 2-17,-2 0-18,1-1 1,0 1-1,-1-1 0,1 0 0,0 0 0,-1 0 1,1 0-1,0 0 0,0 0 0,0 0 1,0 0-1,0 0 0,0-1 0,0 1 0,0 0 1,0-3-1,-15-15 63,14 17-65,0 1 3,-19-18 4,19 17 44,1-1-96,-1-3 48,0-1 0,-1 1 0,1 0 0,-1 0 0,-1 0 0,1 0 0,-1 1 1,0-1-1,-5-4 0,-50-48-60,28 29 74,-94-80-42,37 35 10,18 20 15,64 48-107,4 3-41,-1 1 0,1-1 0,0 1-1,-1 0 1,1 0 0,-1 0 0,0 1 0,1-1 0,-1 0 0,-4 0-1,-9-26-4189,6 6 16,-5-14-2597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6:56.3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626 1782 7041,'-8'9'2681,"-10"12"15567,14-15-16594,1-1-5020,1-3 4012,0 0-399,-14 6 615,16-8-823,0 0 0,0 0-1,0 0 1,0 0 0,0 0-1,-1 0 1,1 0-1,0 0 1,0 0 0,0 0-1,0 0 1,0 0-1,-1 0 1,1 0 0,0 0-1,0 0 1,0 0 0,0 0-1,0 0 1,0 0-1,-1 0 1,1 0 0,0 0-1,0 0 1,0 0 0,0 0-1,0 0 1,0-1-1,0 1 1,0 0 0,-1 0-1,1 0 1,0 0 0,0 0-1,0 0 1,0 0-1,0-1 1,0 1 0,0 0-1,0 0 1,0 0-1,0 0 1,0 0 0,0 0-1,0-1 1,0 1 0,0 0-1,0 0 1,0 0-1,0 0 1,13-34 1095,172-402-617,-27-12-457,-56 154-114,55-163-48,-154 447 90,7-18-55,-1 0-1,6-36 1,-15 63 64,1 0 0,-1-1 0,0 1 0,0 0 0,0-1 0,1 1 0,-1-1 0,0 1 0,-1-1 0,1 1 0,0 0 0,0-1 0,-1 1 0,1-1 0,-1 1 0,1 0 0,-1 0 0,1-1 0,-1 1 0,-1-2 0,1 3 1,1-1 1,-1 1-1,0 0 1,0-1 0,0 1-1,0 0 1,0 0-1,0 0 1,0-1 0,0 1-1,0 0 1,0 0-1,0 0 1,0 1-1,1-1 1,-1 0 0,0 0-1,0 0 1,0 1-1,0-1 1,0 0 0,-1 1-1,-7 4-3,0 0-1,0 1 0,0-1 1,-9 10-1,-7 7-9,0 2 0,2 0 0,-34 46 0,-52 94 53,-203 420 215,266-485-233,-46 142 0,79-199-18,2 0 0,2 1 1,2 0-1,1 0 0,3 0 0,2 61 0,3-82-4,1 1 1,1-1 0,1 0 0,1-1-1,1 1 1,0-1 0,2 0 0,0-1 0,2 0-1,23 34 1,-13-27 10,2 0 1,0-2-1,1-1 0,2-1 0,0-1 1,44 27-1,24 6-5,193 82 1,-173-88 11,110 66 1,-213-109 1,0 1 0,0 0 0,-1 1 0,-1 0 0,1 1 0,-1 0 0,15 19 0,-21-23-16,0 0-1,0 0 0,-1 0 0,0 0 0,0 0 1,0 1-1,-1-1 0,1 1 0,-1-1 1,0 1-1,-1-1 0,1 1 0,-1-1 0,-1 1 1,1 0-1,-1-1 0,0 1 0,0-1 0,0 1 1,-3 5-1,-3 6-4,-1 0-1,0 0 1,-1-1 0,-1 0 0,-1-1 0,0 0-1,-1 0 1,-27 24 0,-5 0-12,-78 52 0,-332 177-329,-24-42-3235,448-212 2348,0 0 1,0-3 0,-1 0 0,-1-2-1,-62 9 1,88-17 291,0-1 0,-1 0 0,1 0 0,0-1 0,0 0 1,-6-1-1,9 1-415,-1-1 1,1 1-1,-1-1 0,1 0 1,0 0-1,0 0 1,-4-3-1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6:57.1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96 138 11165,'4'-4'708,"7"-8"-75,-4 8 3573,-7-16-1490,0 17-2366,-1 0 0,1 0 1,0 0-1,1 0 0,-1 0 1,1 0-1,-1 0 0,1 0 1,0 0-1,0 0 1,0 0-1,3-5 0,-3 6 92,10 34 900,-10-12-1094,-2 0 0,0 0 1,-1 0-1,-7 33 0,-30 79 339,0 9-214,19-65-256,13-53-50,1 0-1,0 1 1,2-1 0,-1 30 0,5-52-67,0-1 0,0 0 0,0 0-1,0 0 1,0 0 0,0 1 0,0-1 0,0 0 0,0 0 0,0 0-1,0 0 1,0 0 0,0 1 0,0-1 0,0 0 0,0 0 0,1 0-1,-1 0 1,0 0 0,0 0 0,0 1 0,0-1 0,0 0 0,0 0-1,0 0 1,0 0 0,1 0 0,-1 0 0,0 0 0,0 0 0,0 0-1,0 0 1,0 0 0,1 0 0,-1 0 0,0 1 0,0-1 0,0 0 0,0 0-1,1 0 1,-1 0 0,0 0 0,0-1 0,0 1 0,0 0 0,0 0-1,1 0 1,6 2 11,-2-1-3,-1 0-1,0 0 1,0 0-1,1-1 1,-1 0-1,1 0 1,-1 0-1,0 0 1,1-1 0,-1 1-1,0-1 1,1 0-1,-1 0 1,5-3-1,25-15 3,0 0-1,-2-3 1,-1-1-1,35-31 1,-39 29-39,2 1 0,1 2 0,1 1 0,59-30 1,-84 49 21,0-1 1,0 2 0,0-1 0,0 1 0,1 0 0,-1 0 0,0 0 0,1 1-1,-1 0 1,0 1 0,1-1 0,5 2 0,5 3-2,-1 0 1,0 0-1,16 9 0,33 11 65,-47-19-50,0-2 1,0 0 0,0 0 0,1-2 0,-1-1-1,24 0 1,15-8-2,0-2-1,87-27 1,-19 5-111,-118 29 92,1 0 1,-1 0 0,0 1-1,1 0 1,-1 1-1,1-1 1,-1 2 0,1-1-1,-1 1 1,1 0 0,-1 0-1,1 1 1,-1 0 0,0 0-1,0 1 1,13 7 0,1 6 31,-15-11-24,-1 0 0,1-1 0,0 0 0,0 0 0,0 0 0,0-1 0,1 0 0,-1 0 0,1 0 0,0-1 0,0 0 0,0-1 0,0 1 0,13 0 0,5-3 6,-1-1 0,0 0 0,0-2 0,0-1 0,43-15 0,-21 0 29,108-51-67,-148 68 6,1 0 0,0 0 0,0 1 0,1 0 0,10-2 0,-16 5 29,0-1 0,0 1 1,0 0-1,0 0 0,0 1 1,0-1-1,0 0 0,0 1 1,-1-1-1,1 1 0,0-1 0,-1 1 1,0 0-1,1-1 0,-1 1 1,0 0-1,2 3 0,13 47 28,-15-46-3,0 0-1,1 1 0,-1-1 0,1 0 0,0 0 1,1-1-1,-1 1 0,1 0 0,0-1 0,1 0 1,-1 0-1,1 0 0,0 0 0,0 0 0,8 5 1,0-3-2,1 0 1,0-1 0,1-1 0,-1 0 0,1-1-1,0-1 1,0 0 0,0 0 0,1-2 0,-1 0-1,22-1 1,21-3 11,90-18 0,-89 11-4,-55 10-28,73-12 16,130-37 1,-187 43-20,1-1 0,-1 0 0,-1-2 0,1 0 1,-2-1-1,1-1 0,-1 0 0,-1-1 1,0-1-1,-1-1 0,27-30 0,-38 39-7,0 0 1,-1 0-1,0 0 0,0-1 0,0 0 0,0 1 0,-1-1 1,0 0-1,0 0 0,-1 0 0,0 0 0,0 0 0,0 0 1,0-1-1,-1 1 0,0 0 0,-2-9 0,0 8-13,0 0 0,0 0 0,-1 0-1,0 1 1,-1-1 0,0 1 0,0-1-1,0 1 1,0 1 0,-1-1 0,0 0-1,0 1 1,-1 0 0,-9-7 0,-3 0-193,0 1 0,-1 0-1,-1 2 1,0 0 0,0 1 0,-25-7 0,37 13 130,-16-6-610,0 1-1,-1 1 0,0 1 1,0 1-1,-1 1 0,1 2 1,0 0-1,-44 5 0,67-3 438,-40 8-3193,41-9 3020,-1 1-1,1-1 1,0 1-1,-1-1 1,1 1 0,0 0-1,-1 0 1,1-1-1,0 1 1,0 0 0,0 0-1,-2 2 1,2 13-7543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6:57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340 186 11565,'35'-111'3163,"-3"36"6134,-56 126-7938,-26 79-1,26-67-1124,-3-3 0,-49 82 0,-14 29-550,-18 103-1358,106-269 1637,1-1 0,0 1 0,-1 0 1,2 0-1,-1 0 0,0 0 1,1 0-1,0 0 0,0 0 0,1-1 1,-1 1-1,1 0 0,0 0 0,2 6 1,-1-8 9,-1-1 1,1 1 0,0-1 0,0 1 0,0-1 0,0 0-1,0 0 1,0 0 0,0 0 0,1 0 0,-1 0 0,1-1-1,-1 1 1,1-1 0,0 1 0,0-1 0,-1 0 0,1 0-1,0 0 1,0-1 0,0 1 0,0-1 0,0 0 0,0 0-1,4 0 1,10 0-23,-1-1-1,1-1 0,-1 0 1,1-2-1,-1 0 0,0 0 1,-1-2-1,24-10 1,122-75-391,-94 51 371,-54 33 55,13-11-36,-24 17 66,-3 2-8,1 1-1,-1-1 0,0 1 1,1-1-1,-1 1 0,0-1 1,0 0-1,0 1 0,0-1 1,-1 0-1,0 2 0,-1 0 6,-46 45 60,38-39-19,1 1 1,0 0-1,0 1 1,1 0-1,0 0 1,1 1-1,-10 19 1,17-29-37,0 1 0,0-1 0,1 0 0,-1 0 0,1 1 0,-1-1 0,1 0 0,0 0 0,0 1 0,0-1 0,0 0 0,0 1 0,1-1 0,-1 0 0,1 0 0,-1 1 0,1-1 0,0 0 0,0 0 0,0 0 0,0 0 0,0 0 0,0 0 0,1 0 0,-1 0 0,1 0 0,-1-1 0,1 1 0,0-1 0,3 3 0,2 1-3,1 0-1,0 0 0,0-1 0,0 0 0,1 0 1,13 3-1,27 5-1476,0-3 0,0-2 0,1-2-1,97-2 1,-60-6-3317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6:57.9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51 169 11749,'-3'2'590,"1"1"0,0-1-1,-1 0 1,1 0 0,-1 0-1,0 0 1,1-1 0,-1 1 0,0-1-1,0 1 1,0-1 0,0 0-1,0 0 1,-1-1 0,-5 2 0,85-7 770,143-26 0,-64 6-1122,-72 14-80,0-4 1,141-45-1,-217 58-146,0-1-1,0 0 1,-1-1 0,1 1-1,-1-1 1,1 0-1,8-9 1,-15 13-12,0 0 1,1 0-1,-1 0 1,0 0-1,0 0 1,1 0-1,-1 0 1,0 0-1,0-1 1,0 1-1,0 0 1,1 0-1,-1 0 1,0 0-1,0-1 0,0 1 1,0 0-1,1 0 1,-1 0-1,0 0 1,0-1-1,0 1 1,0 0-1,0 0 1,0-1-1,0 1 1,0 0-1,0 0 1,0 0-1,0-1 1,0 1-1,0 0 0,0 0 1,0-1-1,0 1 1,0 0-1,0 0 1,0 0-1,0-1 1,0 1-1,0 0 1,0 0-1,0-1 1,0 1-1,-1 0 1,1 0-1,0 0 1,0 0-1,0-1 0,0 1 1,-1 0-1,1 0 1,0 0-1,-19-2 151,-33 9 337,9 3-106,0 1 0,0 3-1,1 1 1,1 2 0,0 2 0,2 2 0,0 1-1,-62 48 1,93-64-309,0 1-1,1 0 1,0 0-1,1 1 1,-8 11-1,12-17-51,0 1-1,1 0 1,-1 0-1,1 0 1,0 0-1,0 0 0,0 0 1,0 1-1,0-1 1,1 0-1,0 0 1,-1 1-1,1-1 0,1 0 1,-1 1-1,0-1 1,1 0-1,-1 0 1,1 1-1,2 3 0,-1-2-28,0 0 0,1-1-1,0 1 1,0 0 0,0-1-1,1 0 1,-1 0 0,1 0-1,0 0 1,0-1 0,0 1-1,1-1 1,-1 0 0,1 0-1,7 3 1,8 2-255,1 0-1,39 8 1,88 16-2644,216 18 0,159-19-5568,-393-26 5455,133 8-5439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04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661 0 9073,'-25'0'2989,"26"23"-463,-6-6-2011,0 1 1,0-1-1,-2 0 1,0-1-1,-1 0 0,-19 30 1,1-1 110,-40 77 532,-42 79 252,-96 245 1,84-61-790,104-311-503,3 2 1,3 0-1,1 97 1,9-114-74,2-1 1,4 1-1,1-1 1,4 0-1,2-1 1,25 72-1,-27-101-28,1-1-1,0 0 0,3 0 1,0-2-1,1 0 1,2 0-1,0-2 0,2 0 1,0-1-1,2-1 1,0-1-1,1-2 0,1 0 1,29 17-1,-25-21-27,1 0 0,0-2 0,1-2 0,0 0 0,0-2 0,1-2-1,0 0 1,0-2 0,0-2 0,1 0 0,-1-2 0,0-2 0,1-1 0,-1-1-1,33-9 1,-39 7-19,0-2-1,-1-1 0,-1-1 1,1 0-1,-2-2 1,1-1-1,-2-1 0,26-20 1,-31 20-15,0-1 1,-2-1 0,1 0 0,-2 0 0,0-2-1,-1 1 1,-1-2 0,-1 0 0,0 0-1,11-32 1,-15 31 14,0 0-1,-2 0 1,0 0 0,-1 0-1,-1-1 1,-1 0 0,-1 1-1,-1-1 1,-1 1 0,0-1-1,-2 1 1,0 0 0,-1 0-1,-1 0 1,-1 1 0,-1 0-1,-1 0 1,0 1-1,-1 0 1,-20-25 0,-80-83-109,46 58 52,64 67 89,-1 1 1,0-1-1,0 0 1,1 1 0,-1-1-1,0 0 1,1 0-1,-1 1 1,1-1-1,-1 0 1,1 0 0,0 0-1,-1 0 1,1 0-1,0 0 1,-1 1-1,1-1 1,0 0 0,0 0-1,0 0 1,0 0-1,0 0 1,0 0-1,0 0 1,0 0 0,0 0-1,1 0 1,-1 0-1,0 0 1,0 0-1,1 0 1,-1 0-1,1 1 1,-1-1 0,1 0-1,-1 0 1,1 0-1,0 1 1,-1-1-1,1 0 1,0 1 0,-1-1-1,1 0 1,0 1-1,0-1 1,0 1-1,0-1 1,-1 1 0,1 0-1,0-1 1,0 1-1,0 0 1,2-1-1,9 0 37,1 0 0,0 1 0,-1 0 0,1 0-1,-1 2 1,23 4 0,-21-3-9,51 9 233,-1 3 0,0 3 0,-1 2 0,-1 4 0,-1 2 0,-1 2 0,-2 4 0,-1 1 0,79 63 0,-113-78-202,-1 1 1,-1 1-1,-1 1 0,-1 1 0,-1 0 1,0 1-1,-2 1 0,-1 1 0,-1 1 1,-1 0-1,-2 0 0,0 1 0,-2 0 1,0 1-1,-2 0 0,5 47 0,-8-21-561,-2 1-1,-7 79 0,1-99-789,-2 0 0,-16 54-1,-12 36-7463,21-67-903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05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1246 11413,'0'0'4392,"4"1"-3217,7 2-802,0-1 1,0-1-1,1 1 1,-1-2-1,1 0 1,-1 0-1,22-4 1,83-23 106,-90 21-230,50-15 45,0-3 1,76-37-1,-122 48-214,0-2-1,-2-2 0,0 0 1,-1-2-1,-1-1 0,-1-1 0,40-43 1,-58 56-67,-1 0 1,0 0 0,-1-1 0,0 0 0,0 0-1,0 0 1,4-17 0,-8 22-12,1 0 0,-2 0 0,1 0 0,0 0 0,-1 0 0,0-1 0,0 1 1,0 0-1,0 0 0,-1 0 0,0 0 0,1-1 0,-2 1 0,1 0 0,0 0 0,-1 0 0,0 1 0,0-1 0,0 0 0,-3-4 0,3 6 0,-1-1-1,0 1 0,1 0 1,-1 0-1,0 0 0,0 0 1,0 0-1,0 1 0,0-1 1,-1 1-1,1 0 1,0 0-1,-1 0 0,1 0 1,-1 1-1,1-1 0,-1 1 1,-3 0-1,-5 0 10,0 1 1,-1 0 0,-18 5-1,16-3 8,1 1 1,0 1-1,0 0 1,0 0-1,1 1 0,0 1 1,0 1-1,-17 12 0,-12 10 127,1 3 0,2 0 0,1 3 0,1 1 0,-36 50 0,41-41 87,3 1 0,-30 64 1,44-78-139,1 1 0,2 0 0,2 1 1,-9 52-1,17-72-58,0-1-1,1 1 1,1-1 0,0 1-1,2-1 1,-1 1 0,2-1-1,-1 0 1,2 1 0,0-1-1,1-1 1,0 1 0,10 16 0,-9-20-18,0-1 0,1 0 0,-1 0 0,2-1 0,-1 0 0,1 0 0,1-1 0,-1 0 0,1 0 0,1-1 0,-1 0 0,1-1 0,0 0 0,0 0 0,0-1 0,1-1 0,20 5 0,0-3 6,0-1 1,1-2-1,0-1 1,-1-1-1,1-2 1,52-10-1,-47 4-18,-1-1 0,0-1 0,-1-3-1,0-1 1,44-24 0,-49 20-40,-1-2 1,0 0-1,46-45 0,64-84-285,-60 61 52,-73 80 188,-4 6 35,0 0 1,-1-1-1,1 1 1,0 0-1,0 0 1,0 0-1,0 1 1,0-1-1,0 0 1,1 1-1,-1 0 0,4-2 1,-3 4-1,0 1 0,0 0 0,0-1 0,-1 1 0,1 0-1,-1 1 1,1-1 0,-1 0 0,3 5 0,3 22-117,-9-27 152,1 0 1,1-1 0,-1 1 0,0 0-1,0 0 1,1 0 0,-1 0-1,1 0 1,0-1 0,-1 1 0,1 0-1,0 0 1,0-1 0,0 1 0,0-1-1,0 1 1,0-1 0,1 1 0,-1-1-1,1 0 1,-1 1 0,1-1 0,-1 0-1,4 2 1,0-1 44,0 0-1,0-1 1,0 1 0,0-1-1,0 0 1,0 0-1,0-1 1,1 1-1,-1-1 1,0-1 0,0 1-1,0-1 1,1 1-1,-1-1 1,0-1 0,8-2-1,7-4 494,-1-1 0,34-21-1,-8 5 297,-42 24-786,28-16 676,62-21 0,-80 34-612,-1 1-1,1 0 0,-1 1 0,1 1 0,0 0 0,0 0 0,0 2 1,21 2-1,-9 2-2,-1 1 0,1 1 0,-1 2 0,-1 0 0,0 1 0,0 2 0,-1 0 0,-1 1 0,26 21 0,-7-2-3,-2 3 1,-1 0-1,51 65 1,-41-35-169,-31-40-128,1-1 0,39 41 0,-50-59 159,0-1 0,1 1-1,-1-1 1,1-1 0,0 1-1,0-1 1,1-1 0,-1 1-1,1-1 1,-1 0 0,1-1-1,0 0 1,0 0 0,0-1-1,9 1 1,1-3 11,-1 0 0,0-1 0,1-1 0,-1-1 1,-1 0-1,1-1 0,-1-1 0,0 0 0,0-2 0,0 1 0,-1-2 0,0 0 1,22-19-1,3-5 10,0-3 1,-2-1 0,37-49 0,12-27-42,119-206 0,-202 313 48,16-28-51,21-47 0,-37 72 57,0-1-1,-1 1 1,0-1-1,-1 0 0,0 1 1,0-1-1,-1 0 0,0 0 1,-1 0-1,-1-15 1,1 22 0,-1 0 0,1 0 0,-1 0 1,0 0-1,0 0 0,0 0 0,0 0 1,0 1-1,-1-1 0,1 0 0,-1 1 1,0-1-1,1 1 0,-1-1 0,0 1 0,-1 0 1,1 0-1,0 0 0,-1 0 0,-3-2 1,2 2-1,0 1 0,0 0 0,0 0 0,0 0 1,0 0-1,0 1 0,0-1 0,-1 1 0,1 0 1,0 0-1,0 1 0,0-1 0,-5 2 0,-7 3 6,0 0 0,0 1-1,1 0 1,0 2-1,1-1 1,-20 15-1,-5 7-4,1 3 0,2 1-1,1 1 1,2 2 0,2 2-1,1 1 1,-29 48 0,53-76-5,-1 0 0,1 0 1,1 1-1,0 0 0,1 0 1,0 1-1,1-1 0,-3 17 0,6-26-27,0 1-1,0 0 1,0 0-1,0 0 1,0-1-1,1 1 1,-1 0-1,1 0 1,0-1-1,0 1 0,1-1 1,-1 1-1,1-1 1,0 1-1,-1-1 1,2 0-1,-1 0 1,0 0-1,1 0 0,-1 0 1,1-1-1,0 1 1,0-1-1,0 1 1,0-1-1,0 0 1,0 0-1,1-1 0,-1 1 1,0-1-1,7 2 1,3 1-71,1-1 0,-1-1 1,1-1-1,0 0 0,-1 0 1,1-1-1,0-1 0,0-1 0,-1 0 1,1 0-1,-1-1 0,0-1 1,0 0-1,23-12 0,-11 4 15,0-1 0,0-1 0,-2-2 0,0 0 0,-1-1 0,27-27 0,-20 12 36,-1-1 0,-1-2 0,29-50 0,52-121-64,-55 72 141,44-166 1,-54 157 314,-15 54 113,43-130 1066,-66 245-667,-2 0-679,-2 0 0,0 1-1,-2-1 1,-6 40 0,-28 111 256,21-109-303,-7 32 71,-106 631-4159,124-703 3212,1-1 0,1 1 0,2-1 0,7 55 0,-6-74 322,1 1 0,-1 0 0,1-1 0,1 1 0,0-1 0,0 0 0,0 0 0,8 10 0,-7-13-101,-1-1 0,0 1-1,1-1 1,0 0 0,0 0-1,1 0 1,-1-1 0,1 1-1,-1-1 1,1-1 0,0 1-1,0-1 1,7 2 0,42 4-6982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05.2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819 148 9161,'2'-35'2219,"-2"34"-2102,0 0-1,0 0 0,0 0 0,0 0 0,0 0 0,-1 0 1,1 1-1,0-1 0,-1 0 0,1 0 0,-1 0 0,1 0 1,-1 1-1,1-1 0,-1 0 0,0 1 0,1-1 1,-1 0-1,0 1 0,1-1 0,-1 1 0,0-1 0,0 1 1,0-1-1,1 1 0,-1 0 0,0-1 0,-1 1 0,0-1 330,-18-12 194,-1 1 1,-1 1 0,1 1 0,-2 1-1,1 0 1,-1 2 0,0 1-1,-1 1 1,0 1 0,1 0-1,-1 2 1,-42 2 0,47 1-467,-1 1 1,1 1 0,0 1-1,1 0 1,-1 1-1,1 2 1,0-1 0,0 2-1,1 0 1,0 2-1,0 0 1,1 0-1,1 1 1,0 1 0,0 1-1,-15 17 1,12-8-12,1 0 0,1 1-1,1 1 1,1 1 0,1 0 0,1 0 0,1 1 0,2 1 0,-10 45 0,14-54-147,2 1 1,1 0-1,0 0 0,1 0 1,2 0-1,-1 0 1,2 0-1,1 0 0,0 0 1,1 0-1,1-1 1,1 0-1,1 0 0,0 0 1,11 17-1,-8-20-268,0-1 0,2-1 0,-1 0-1,2 0 1,0-1 0,0 0 0,1-1-1,1-1 1,0-1 0,0 0 0,0 0-1,1-2 1,1 0 0,33 9 0,-9-5-909,1-2 1,0-2 0,1-2-1,-1-1 1,45-3 0,74-12-6491,-76 2 648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05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38 8101,'-4'-2'461,"-1"1"-1,1-1 1,-1 0 0,1 0 0,0 0 0,0-1-1,0 1 1,0-1 0,0 0 0,0-1 0,-7-7 3861,12 12-3377,2 3-795,-1 0 0,1 0 1,0-1-1,0 1 0,1-1 0,-1 0 0,1 0 1,-1 0-1,1-1 0,4 3 0,47 21 383,-26-13-226,1 3-179,-1 1 0,0 1 0,-1 2 0,-1 1 0,-2 1 0,0 1 0,-1 1 0,-1 2 1,-1 0-1,-2 1 0,0 1 0,-2 1 0,24 53 0,-35-63-109,0 1 0,-2 0 0,0 0-1,-2 0 1,0 1 0,-1 0 0,-1-1 0,-1 1 0,-1 0-1,0-1 1,-2 1 0,-1-1 0,0 0 0,-1 0 0,-1 0 0,-1 0-1,-1-1 1,-1 0 0,0-1 0,-2 0 0,0-1 0,0 0-1,-2 0 1,0-1 0,-1-1 0,-21 18 0,21-22 29,0-1 1,-1 0-1,0-1 1,0 0-1,-23 7 0,37-15-34,-1 0-1,0 0 0,0 0 0,1-1 0,-1 1 0,0-1 0,0 1 0,0-1 0,0 0 0,0 0 1,1 0-1,-1 0 0,0 0 0,0 0 0,0 0 0,0-1 0,0 1 0,-1-1 0,2 0-3,0 0 0,0 1 0,0-1 0,0 0 0,0 0 0,0 0 0,1 0 0,-1 0 1,0 0-1,1 0 0,-1 0 0,1 0 0,-1 0 0,1 0 0,0 0 0,-1 0 0,1 0 0,0-1 0,0 1 0,0 0 0,0-1 0,0-5 12,0 0-1,1 0 1,0 0 0,0 0 0,1 0 0,0 0 0,5-12 0,5-5-27,2 0 0,1 1 0,1 1 0,24-27 0,-11 12-80,240-272-1932,26 22-3972,-177 191 897,7 16-2882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06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94 4560,'2'12'5102,"10"-40"2727,-5 11-7153,-6 15 186,1-1-709,-1-1-1,1 1 1,0-1 0,-1 1-1,2 0 1,-1 0 0,0 0-1,1 0 1,-1 0-1,1 0 1,0 1 0,0-1-1,0 1 1,0 0 0,0 0-1,1 0 1,-1 0-1,1 1 1,-1-1 0,1 1-1,-1 0 1,1 0 0,0 0-1,0 1 1,-1-1 0,8 1-1,6 0 83,-1 1-1,0 1 1,0 0 0,0 1 0,0 1-1,17 6 1,92 42 863,-101-42-967,0 2 0,-1 1 0,-1 1-1,-1 1 1,25 21 0,-39-30-115,-1 1 0,0-1 1,-1 1-1,1 0 0,-1 1 0,-1-1 0,1 1 0,3 11 1,-6-13-48,0 0 0,0 0 1,-1 0-1,0 0 0,-1 0 1,1 0-1,-1 0 0,0 0 1,0 0-1,-1 0 0,0 0 1,0 0-1,-3 9 0,-2-2-156,1 0 0,-2 0 0,0 0 0,0-1-1,-1 1 1,-1-2 0,0 0 0,0 0 0,-2 0-1,1-1 1,-1-1 0,0 0 0,-1 0 0,0-1-1,-13 7 1,-16 6-1402,-1-1-1,-1-3 1,-64 18 0,-16 1-3894,-11-1-3090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6:59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354 0 10973,'19'6'6539,"-21"-5"-5427,1 0-1074,-2 0 110,1 0 0,-1 0 1,1 1-1,-1-1 0,1 1 0,-1-1 0,1 1 1,0 0-1,0 0 0,0 0 0,0 1 1,0-1-1,0 0 0,1 1 0,-1-1 0,1 1 1,0-1-1,0 1 0,0 0 0,0-1 0,-1 6 1,-127 383 5575,3 114-4836,58 8-9338,64-461 4040,4 79 1,10-52-3873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6:59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0 12965,'-9'29'575,"6"-22"-305,0-1 1,1 1 0,0 0 0,1 0 0,0 0 0,0-1 0,0 1-1,1 0 1,0 14 0,3-13-80,-1-1 0,1 0 0,0 0 0,0 0 0,1-1 0,0 1-1,0-1 1,0 0 0,1 0 0,0 0 0,0-1 0,1 1 0,0-1 0,10 7 0,157 114 1290,-150-112-1531,0 0 1,1-2-1,1 0 0,0-2 0,35 10 0,-13-5-218,52 18-718,2-5 0,0-4 1,121 12-1,-29-20-163,0-8-1,1-8 1,320-43 0,46-50 5108,-556 92-3682,0 0-1,1 1 0,-1-1 0,0 1 0,1 0 0,-1 0 0,0 0 0,7 2 0,-11-2-251,0 0-1,0 0 1,1 0-1,-1 0 1,0 0-1,0 0 1,0 0-1,0 0 1,1 0 0,-1 0-1,0 0 1,0 0-1,0 1 1,0-1-1,1 0 1,-1 0-1,0 0 1,0 0-1,0 0 1,0 0-1,0 1 1,0-1-1,0 0 1,0 0 0,0 0-1,1 0 1,-1 1-1,0-1 1,0 0-1,0 0 1,0 0-1,0 0 1,0 1-1,0-1 1,0 0-1,0 0 1,0 0 0,0 0-1,0 1 1,0-1-1,0 0 1,-1 0-1,1 0 1,0 1-1,0-1 1,0 0-1,0 0 1,0 0-1,0 0 1,0 0-1,-1 1 1,-19 11 509,-407 180 1933,147-48-7618,202-96-223,9 3-3324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00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14 149 11229,'-3'-9'500,"0"-1"0,1 1 1,0-1-1,0 0 0,1 0 0,0 0 0,1 0 1,1-13-1,0 6-447,-2-5 4660,1 14 2196,9 30-4057,88 233-302,173 336-2591,-246-543-134,3-1-1,1-2 1,3 0 0,1-3-1,69 71 1,-78-92-586,1-1 0,1-1 1,0-2-1,45 25 0,-46-31-337,0-1-1,0-1 0,1-1 0,0-1 0,1-1 1,29 3-1,34-4-5464,5-11-4110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00.7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1416 1 12777,'-5'-1'356,"0"1"1,0 0-1,0 0 0,0 1 0,0-1 1,0 1-1,0 0 0,0 1 0,0-1 1,0 1-1,0 0 0,0 0 0,1 0 1,-1 1-1,1-1 0,0 1 0,0 0 1,0 1-1,0-1 0,-5 6 0,-6 9 1121,1 0 0,1 0-1,-16 31 1,2-5 243,-133 181 2863,-101 102-4476,146-187 85,88-107-268,-308 391-332,125-130-5681,203-285 5662,-15 25-1950,-23 44 0,39-65 442,1 0-1,0 0 0,-6 28 1,5 17-8352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01.4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127 644 13745,'-101'66'5275,"99"-64"-5001,-1 1 0,1-1 0,0 1 0,0-1 1,0 1-1,0 0 0,1 0 0,-1 0 0,1 0 0,-1 0 0,1 0 1,0 0-1,0 0 0,1 1 0,-2 5 0,2-7-172,0 0 0,0 0 0,0-1 0,0 1 0,0 0 0,1 0 0,-1 0 0,1-1 0,-1 1 0,1 0 0,-1-1 0,1 1 0,0-1 0,0 1 0,0 0 0,-1-1 0,2 0 0,-1 1 0,0-1 0,0 0 0,0 1 0,1-1 0,-1 0 0,0 0 0,1 0 0,-1 0 0,1 0 0,0-1 0,-1 1 0,1 0 0,3 0 0,5 1 14,1-1-1,-1-1 1,0 0-1,1 0 1,-1-1-1,16-3 1,-11 2-30,67-13 202,0-3 0,-1-4 0,125-51 0,-145 48-191,89-52 0,-125 63-126,-2-2 0,0 0-1,0-2 1,-2 0 0,0-1 0,21-27 0,-35 37-45,0-1 1,0-1-1,-1 1 1,0-1-1,-1 0 1,0-1-1,5-20 1,-9 29 52,0-1 0,0 1 0,0-1 0,-1 0 0,1 1 0,-1-1 0,0 0 0,-1 0 0,1 1 0,0-1 0,-1 0 0,0 1 0,0-1 0,0 0 0,0 1 0,-1-1 0,1 1 1,-1 0-1,0 0 0,0-1 0,0 1 0,0 0 0,-1 1 0,1-1 0,-1 0 0,0 1 0,0-1 0,0 1 0,-3-2 0,-2 0-6,0 0 0,-1 1-1,1 0 1,-1 1 0,1 0 0,-1 0 0,0 0 0,0 2 0,1-1 0,-1 1 0,0 0-1,0 1 1,0 0 0,0 0 0,-13 4 0,-3 3-19,0 0 0,1 1 0,0 1 0,-26 16 0,9-1 56,1 2-1,2 2 1,1 1-1,1 2 1,1 2-1,2 1 1,2 1-1,1 2 1,1 1-1,-35 65 0,53-82 4,1-1-1,0 1 1,1 1-1,2 0 1,0 0-1,2 1 1,0-1-1,-2 48 1,7-56-7,1 0 0,0 0 0,1 1 0,0-1 0,2-1 0,0 1 0,0 0 0,1-1 0,1 0 0,1 0 0,0 0 0,0-1 0,2 0 0,-1-1 0,14 15 0,-9-13-38,1-1 0,1 0 0,0-1 0,1-1 0,0-1 0,0 0 0,1-1 0,1-1 0,-1 0 0,1-1 0,1-1 0,-1-1 0,30 5 0,3-4-204,1-1 0,-1-3 0,97-8-1,-71-3 152,1-3 0,-2-3-1,0-4 1,-1-3 0,-2-4-1,0-2 1,-2-4 0,-1-3-1,-1-3 1,106-78 0,-133 83 98,-2-2 0,-1-1 1,-2-2-1,-1-2 0,40-59 1,-33 35 9,-3-1-1,-4-2 1,32-78 0,85-178 1401,-150 317-1354,13-19 422,-15 25-473,-1 0 1,1-1-1,-1 1 1,1 0-1,-1 0 0,1-1 1,-1 1-1,1 0 1,-1 0-1,1 0 1,-1-1-1,1 1 1,-1 0-1,1 0 0,0 0 1,-1 0-1,1 0 1,-1 0-1,1 0 1,-1 0-1,1 1 1,0-1-1,-1 0 0,1 0 1,-1 0-1,1 1 1,-1-1-1,1 0 1,-1 0-1,1 1 1,-1-1-1,1 0 1,-1 1-1,0-1 0,1 1 1,-1-1-1,0 1 1,1-1-1,-1 0 1,0 1-1,1-1 1,-1 1-1,0 0 0,1 0 1,4 10 147,1-1-1,-1 2 1,-1-1 0,0 0-1,-1 1 1,0 0 0,0 0 0,1 22-1,-2 9 342,-3 50 0,-3-42-329,-3 0 0,-2-1 0,-2 0 0,-2 0 0,-2-1 0,-3-1 0,-1 0 0,-3-2 0,-1 0 0,-38 52 0,16-33-756,-2-2 0,-4-3 0,-2-2-1,-2-2 1,-3-3 0,-67 48 0,79-69-789,-1-2 1,-52 24-1,-106 38-7918,65-30-2636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01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542 43 11873,'-5'-15'1122,"1"1"286,0 0 4997,3 17-5813,0-1 0,0 0-1,-1 1 1,1-1 0,-1 0 0,1 1 0,-1-1 0,-3 3-1,-7 10 503,2 4 138,1 0 0,-10 31 0,-2 5-80,-282 551-461,279-559-1003,3 0 1,-25 82-1,5 27-5556,35-110 1467,12-17-2347,11-5-5083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02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53 14757,'-14'7'683,"8"-4"-323,0 0 0,1 1 0,-1-1 1,-8 8-1,12-9-198,1-1 0,0 1 0,-1 0 0,1-1 0,0 1 0,0 0 1,0 0-1,0 0 0,0 0 0,0 0 0,0 0 0,1 0 0,-1 0 0,1 1 0,0-1 0,0 0 0,-1 0 0,2 4 1,0 12 707,1-1 0,1 1 1,0 0-1,2-1 1,0 1-1,0-1 1,2-1-1,15 29 1,-9-23-414,1-1 1,1-1 0,1 0 0,1 0 0,29 24 0,3-5-450,1-1 1,2-4 0,1-1 0,70 30 0,-46-27-715,3-3 1,0-4 0,2-4-1,1-3 1,1-3 0,0-5-1,1-3 1,0-4 0,1-3 0,0-4-1,96-14 1,-141 9 457,0-3 1,-1-1-1,0-3 0,-1-1 1,0-1-1,-1-2 0,0-2 1,37-25-1,-47 25 201,-2-2 1,0 0-1,-1-2 0,-1 0 1,-1-2-1,-1-1 0,-2 0 1,0-2-1,-2 0 0,26-50 1,-24 35 486,-1-2 1,-3 0 0,-1-1-1,-2-1 1,9-65-1,-21 106-266,-1-1 1,1 1-1,-1 0 0,0 0 0,0 0 0,-1 0 0,0-1 0,0 1 0,-2-6 0,3 10-124,0 0 0,-1 0 1,1 0-1,-1 1 0,1-1 0,-1 0 0,0 1 0,1-1 0,-1 0 0,1 1 0,-1-1 0,0 0 0,0 1 0,1-1 0,-1 1 0,0 0 0,0-1 0,0 1 0,0 0 0,-1-1 0,1 1 1,-1 0 0,0 0 0,0 0 0,0 0 0,0 0 0,0 1 0,1-1-1,-1 1 1,0-1 0,0 1 0,1-1 0,-1 1 0,-2 1 0,-9 7 168,0-1-1,1 2 1,0-1 0,0 2 0,1 0-1,1 0 1,-19 25 0,-57 101 609,71-112-709,-121 248-576,78-132-2557,3 1-4922,43-112 5371,-17 46-9064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02.5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324 49 13817,'-18'15'514,"7"-7"-34,1 0 0,0 1-1,0 0 1,1 0 0,1 1 0,0 1 0,-13 19 0,-53 87 4261,42-70-2919,-41 80 1,66-113-1669,1 0 1,0 1 0,1-1 0,1 1 0,0 0 0,1 1-1,1-1 1,1 0 0,0 1 0,1 23 0,1-33-115,0-1 0,0 1 0,0 0 0,1-1 1,-1 0-1,2 1 0,-1-1 0,0 0 0,1 0 1,0 0-1,0 0 0,0-1 0,1 1 1,7 6-1,-5-5-10,1-1 0,0 0 0,0 0 0,0-1 0,1 0 0,-1-1 0,1 1 0,0-1 0,9 2 0,8 0 2,0-1-1,0-1 0,1-1 1,-1-1-1,43-4 1,-31-1 6,-1-1 1,1-2 0,-1-2 0,0-1 0,-1-2-1,43-21 1,-53 22-31,-1-2-1,-1-1 0,0-1 1,0-1-1,-2-1 0,0 0 1,-1-2-1,-1-1 1,20-26-1,-31 35-43,-1 0 0,0-1 0,0 0-1,-1 0 1,-1-1 0,0 1 0,-1-1 0,-1 0 0,4-23-1,-6 27-77,0 0 1,-1 0-1,0 1 0,-1-1 0,0 0 0,0 0 0,-1 0 0,0 1 1,0-1-1,-1 1 0,0-1 0,-1 1 0,1 0 0,-2 0 0,-8-11 1,0 3-296,0 1 1,-2 0-1,0 1 1,0 1 0,-2 0-1,1 1 1,-1 1 0,-26-12-1,14 9-1646,-1 1 0,-1 2 0,0 1-1,-49-10 1,-21 5-8522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16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1788 424 4692,'-63'-42'1016,"61"40"-947,0 1 0,0-1 0,1 1 0,-1-1 0,1 0 0,-1 1 0,1-1 0,0 0 0,-1 0 0,1 0 0,0 0 0,0 0 0,1 0 0,-1 0-1,0-1 1,1 1 0,-1 0 0,1 0 0,0-1 0,-1 1 0,1 0 0,0 0 0,1-1 0,-1 1 0,0 0 0,1 0 0,-1-1 0,1 1 0,1-3 0,2-6 88,0 0-1,1 1 1,0-1-1,8-10 1,-10 15-34,10-14 191,2 0 0,0 1 0,0 0 0,2 1 0,0 1 0,1 1 0,32-23 0,-34 29-92,-1 0 0,1 1 0,0 0 0,1 2 0,0 0 0,0 0 0,1 2 0,0 0 0,0 1 0,27-2 0,-36 5-119,0 1 0,0 0 1,-1 1-1,1 0 1,0 1-1,0 0 0,-1 0 1,1 0-1,-1 1 1,0 1-1,0-1 0,0 1 1,0 1-1,-1-1 0,0 1 1,0 1-1,0-1 1,0 1-1,-1 0 0,0 1 1,0 0-1,-1 0 1,0 0-1,7 12 0,-3-1 46,-1 1 0,0 0 0,-1 1 0,-1-1 1,-1 2-1,-1-1 0,0 0 0,-2 1 0,0 29 0,-3 14 90,-4-1 0,-2 1 0,-3-2 1,-27 93-1,-100 238 287,8-92-215,-53 145-64,157-373-225,4 1-1,3 1 0,4 1 1,-7 92-1,19-137-24,2 0 1,1 0-1,2 0 0,0-1 0,3 1 0,12 44 1,-12-59 7,0 0 0,0 0 0,2 0 1,0-1-1,1 0 0,0-1 0,1 0 1,1 0-1,0-1 0,0 0 0,2-1 1,26 20-1,-20-20-1,0 0 1,1-2-1,1 0 1,0-1-1,27 7 1,112 21-58,2 1 62,-153-35 7,0 0 0,-1 0 0,1 1-1,-1 0 1,0 1 0,0 0 0,0 0 0,-1 0-1,0 1 1,0 0 0,0 1 0,7 9-1,-7-6 48,0 1-1,-1 0 0,0 0 0,-1 1 0,0-1 0,-1 1 0,0 0 0,2 19 0,4 26 197,-3 1 0,-2 0 0,-5 77 0,-27 174 299,-111 474 93,92-598-551,-8-2 1,-92 208-1,75-241-45,-147 233 0,-139 111-22,14-98-456,-22-21-1486,337-347 1676,-320 306-3905,96-96-1910,63-51-1801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10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203 1 15601,'0'0'5470,"1"3"-3113,12 149 4703,-16 3-4753,-29 156-2500,28-283 358,-77 497 372,21-151-3522,27-124-6497,29-184 2630,14-7-4149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10.9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92 14209,'-25'-22'2209,"41"4"-441,3 4-452,13 3-280,25-7-224,0 16 20,16-4-440,13 9-304,12-6-312,4 3-588,12 6-716,16 2-640,-6-5-593,0 8-1631,3 7-3401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11.0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 89 9829,'-80'34'2284,"49"-16"-216,15-10-280,0-5-295,-3 3 1987,32-23-3148,28-6-552,25-3-880,17-3-944,19 1-3285,18-6-4268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12.1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1293 13545,'0'0'5973,"3"-1"-4311,42-20 627,77-26 1,8-2-1639,15-14-387,103-48-245,-181 78-81,98-68 1,-156 96 41,-1-1 1,0 0 0,0 0 0,-1-1-1,0 0 1,0 0 0,-1 0 0,0-1-1,0 0 1,0 0 0,-1-1-1,4-10 1,-9 19 13,1-1 1,-1 0-1,0 0 0,0 1 1,1-1-1,-1 0 0,0 0 1,0 1-1,0-1 0,0 0 1,0 0-1,0 0 0,0 1 1,-1-1-1,1 0 0,0 0 0,0 0 1,0 1-1,-1-1 0,1 0 1,0 1-1,-1-1 0,1 0 1,-1 1-1,1-1 0,-1 0 1,1 1-1,-1-1 0,1 1 1,-1-1-1,0 1 0,1-1 1,-1 1-1,0-1 0,1 1 1,-1 0-1,0-1 0,0 1 0,1 0 1,-1 0-1,0-1 0,0 1 1,0 0-1,1 0 0,-1 0 1,0 0-1,0 0 0,0 0 1,0 1-1,-51 2-107,27 2 99,0 1 0,0 1 0,0 1 1,1 2-1,-29 14 0,-111 72 284,145-84-239,-37 23 127,-54 45-1,93-66-132,1 1 0,0 0-1,2 1 1,-1 0 0,2 1-1,1 1 1,-15 24-1,25-38-11,0 0-1,0 0 1,1 0-1,-1 0 0,1 0 1,-1 1-1,2-1 1,-1 0-1,0 0 0,1 1 1,-1-1-1,1 1 1,1-1-1,-1 0 1,0 1-1,1-1 0,0 0 1,0 1-1,3 5 1,-1-5-27,0-1 1,0 1 0,1 0-1,-1-1 1,1 0-1,0 0 1,1 0 0,-1 0-1,1-1 1,-1 1 0,1-1-1,0 0 1,0-1 0,10 4-1,8 3-153,1-2-1,0 0 1,1-2-1,-1 0 0,38 1 1,130-5-763,-188-1 915,114-5-769,177-30 1,-210 18 474,0-3 0,145-57 1,-200 65 245,-2-1-1,1-2 1,-2 0 0,40-31 0,-55 37 53,-1-1 0,1-1-1,-2 0 1,0-1 0,0 0 0,-1 0 0,0-1-1,-1 0 1,-1 0 0,0-1 0,6-18 0,-5 3 117,-1 0 1,-2 0-1,-1-1 1,1-29-1,-1-1 324,-4 60-420,0-1 0,0 1 0,0-1 0,0 1 0,0-1 0,0 1 0,0-1 0,0 1 0,0-1 0,0 1 0,1 0 0,-1-1-1,0 1 1,0-1 0,0 1 0,1-1 0,-1 1 0,0-1 0,0 1 0,1 0 0,-1-1 0,0 1 0,1 0 0,-1-1 0,0 1 0,1 0 0,-1-1-1,1 1 1,-1 0 0,0 0 0,1-1 0,-1 1 0,1 0 0,-1 0 0,1 0 0,-1 0 0,1 0 0,-1-1 0,2 1 0,0 1 8,-1 0 1,1-1-1,0 1 0,0 0 1,0 0-1,-1 0 1,1 1-1,-1-1 1,1 0-1,1 2 1,32 37 66,5 20-5,-20-29-35,26 31-1,-40-54-33,1-1 0,1 1 0,-1-2 0,1 1 0,0-1 0,1 0 0,-1 0 0,17 6 1,-17-8-20,1-2 1,0 1 0,0-1 0,1-1 0,-1 0 0,0 0 0,0-1 0,1 0-1,10-1 1,13-4 32,40-10 1,-36 7-86,279-45 117,-25-29 21,-266 73-92,29-12 12,-38 14 15,1 0 1,0 1 0,32-6 0,-45 11 3,-1 1 1,1 0 0,-1 1 0,1-1 0,-1 1 0,1-1 0,-1 1 0,1 0 0,-1 0 0,0 1-1,0-1 1,0 1 0,0-1 0,0 1 0,4 3 0,42 40 482,-20-17-418,-16-19-53,1 0 0,1 0 1,-1-1-1,1-1 0,1 0 0,-1-1 0,1-1 0,0-1 0,0 0 0,0-1 0,23 2 0,-5-3-57,1-2-1,-1-1 0,0-1 1,48-10-1,-18-2 10,0-4-1,-1-2 1,68-31 0,172-99-368,-261 128 239,44-18-636,-84 39 621,-5 3-2,-54 38-1067,-69 64-1,119-99 981,0 1 1,1 0-1,0 0 0,0 1 0,0-1 0,1 1 0,0 0 1,1 1-1,-8 14 0,31-16 370,52 1 609,-52-6-323,1 1 1,29 7 0,-25-5-332,0 0 0,0-1 0,1-2 1,-1 0-1,0-2 0,46-6 1,-37 0-335,-1-2 1,-1-1 0,0-1 0,0-2-1,30-17 1,-43 20 293,-1 0-1,-1-1 1,0-1 0,-1-1 0,0 0-1,-1-1 1,0-1 0,-1 0-1,-1 0 1,14-23 0,5-16 683,46-113 1,-17 32-298,-29 67-187,-19 37-60,2 1 0,19-28 0,4-4 149,-32 58-274,-4 8-12,-8 20-5,-15 33-175,-15 17-1286,-8 21-2109,37-77 1817,1 0 0,1 1 0,-4 21 1,2 18-6081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12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364 54 11805,'0'-4'371,"-1"0"-1,0 0 0,-1 0 1,1 0-1,-1 0 1,1 0-1,-1 0 1,0 0-1,-3-3 1,4 6-118,0 0 1,0 0-1,0 0 1,0 0-1,-1 1 1,1-1-1,0 0 1,0 1-1,-1-1 1,1 1-1,0-1 1,-1 1-1,1-1 1,0 1-1,-1 0 1,1 0-1,-1 0 1,1 0-1,0 0 1,-1 0-1,1 0 1,-1 0 0,1 1-1,0-1 1,-1 0-1,1 1 1,0-1-1,-1 1 1,1 0-1,0-1 1,0 1-1,0 0 1,-1 0-1,1-1 1,-1 3-1,-3 1 95,1-1 1,0 1-1,1 0 0,-1 0 0,1 1 0,0-1 1,0 1-1,0 0 0,0-1 0,1 1 0,-3 8 0,-18 66 1976,15-47-1556,-53 175 166,-33 128-1007,39-60-1214,39-88-7184,16-167 4668,4 36 0,12 17-8616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13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0 588 12869,'20'6'1457,"-1"0"0,1-2 0,35 4 0,-26-7-650,-1 0 0,32-5 0,14-7-279,83-23 1,-139 30-371,67-18 49,-1-3-1,98-45 0,-123 43-102,-2-3 0,-1-2 0,90-69-1,-133 90-19,1 0 0,-2-1 0,1-1 0,-2 1 0,0-2 0,0 0 0,-1 0 0,-1-1 0,-1 0 0,13-30 0,-20 42-34,0 1 0,0-1 0,0 1 0,-1-1 0,1 1 0,-1-1 0,0 1 1,1-1-1,-1 1 0,0-1 0,-1 0 0,1 1 0,0-1 0,-1 1 0,1-1 0,-1 1 0,0-1 0,-2-3 0,2 4 14,-1 0 0,1 0-1,-1 1 1,0-1 0,0 0-1,1 1 1,-1 0 0,0-1-1,0 1 1,-1 0 0,1 0-1,0 0 1,0 0 0,-1 0-1,1 1 1,-4-2 0,-5 1 162,0 0 0,0 1 0,0 0 1,0 1-1,0 0 0,0 0 0,-19 6 1,-20 9 437,2 1 0,0 3 1,1 2-1,1 2 0,-49 35 1,-7 12-342,-93 85 0,-22 47-323,191-175 0,2 1 0,0 1 0,2 1 0,2 1 0,-29 61 0,45-85 2,1 0 0,0 0-1,0 0 1,1 1 0,0-1 0,0 1 0,1 0 0,1 0-1,-1-1 1,2 12 0,0-15-18,0 1 0,0 0 0,1-1 1,0 1-1,0-1 0,1 0 0,-1 0 0,1 0 0,0 0 0,1 0 0,-1 0 0,1-1 1,0 1-1,0-1 0,0 0 0,7 5 0,4 1-450,1 0 1,0 0-1,1-1 0,-1-1 0,2-1 1,31 9-1,115 17-3895,-81-22-1113,119-1 1,-48-9-5492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13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 9 13777,'-73'-8'1768,"63"16"-351,-2 1-285,-7-3-436,0 2-576,6 4-2504,-3-1-2473,10 0-3828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15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2493 160 7029,'-34'-5'2037,"40"1"1397,28-19-1467,1 6-695,0 2 0,68-19 0,81-9 518,-151 36-1592,-16 3-67,1 1 0,0 1 0,-1 0 0,29 2 0,-41 0-104,0 0 1,0 1-1,0 0 1,0 0 0,0 0-1,0 1 1,0-1-1,0 1 1,-1 1-1,1-1 1,-1 0 0,1 1-1,-1 0 1,0 0-1,0 1 1,0-1-1,-1 1 1,1-1 0,-1 1-1,4 6 1,-1 2 17,0 0 1,-1 1 0,-1-1 0,0 1 0,0 0-1,-2 0 1,0 1 0,0-1 0,-1 0-1,-1 23 1,-3 14 68,-13 73-1,11-94-83,-24 140 117,-9 223 0,35-277-116,18 164 0,-10-240-22,1 0 0,2-1 1,2 0-1,1-1 0,2 0 1,2-1-1,1 0 0,22 36 1,-32-62-9,1 0-1,0-1 1,1 1 0,0-1 0,0-1 0,1 0 0,0 0 0,17 11 0,-19-15 1,1 0 0,-1-1 0,1 1 0,0-2 0,0 1 0,0-1 0,1-1 0,-1 1 1,0-1-1,1-1 0,-1 0 0,0 0 0,16-2 0,-5-1 11,-1-2 0,0 1 0,0-2 0,-1-1 0,1 0 0,-1-1 0,-1-1 0,22-14 0,-6 0 167,0-2 1,54-55 0,-71 64-24,34-31 594,-340 295 2004,248-209-2473,-240 228 918,21 22-501,161-157-489,5 5 0,6 3 0,-129 277-1,165-293-135,7 2 1,5 2-1,5 2 0,7 1 0,-18 162 0,33-136-63,1 1-81,-38 169 0,40-276-27,-3 0-1,-1-1 1,-3-1-1,-1 0 1,-3-2-1,-2 0 1,-40 56-1,23-50-209,-3-1 0,-2-2-1,-2-2 1,-3-2 0,-1-3-1,-2-2 1,-78 45 0,-11-8-1940,-296 115 1,-88-21-7282,247-93-629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07.4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12 9593,'-28'-12'4764,"31"35"-5428,10 11-116,-7-19-332,-3 5-624,4 14-1256,5 0-1097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07.6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126 300 7153,'-2'-1'403,"1"-1"0,-1 0 1,1 1-1,-1-1 0,1 0 1,0 0-1,0 0 0,0 0 1,0 0-1,0 0 0,0 0 0,0 0 1,1 0-1,-1 0 0,1-1 1,-1 1-1,1 0 0,0 0 1,0-1-1,0 1 0,0 0 1,1 0-1,-1-1 0,1-2 1,-1 1-52,0 0 0,-1 0 0,1 0 0,-1 0 0,0 0 1,-2-5-1,0 0 150,2 1 225,-1 1 0,0-1-1,-1 1 1,0 0 0,-4-8 0,0 0-25,6 13-525,0-1 1,-1 1 0,0-1 0,1 1 0,-1 0 0,0 0 0,0-1-1,0 1 1,0 1 0,-4-4 0,-7-5 495,11 7-527,0 0 0,0 0-1,0 0 1,0-1 0,0 1 0,1 0-1,-1-1 1,1 1 0,-1-5 0,-10-2 404,3 3-1401,8 1-2749,9-25-2185,15 22-10898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08.0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287 186 11845,'3'-3'323,"0"-1"-1,0 0 0,-1 0 1,1 0-1,-1 0 1,0-1-1,0 1 1,0-1-1,-1 1 0,1-1 1,-1 1-1,0-1 1,0-7-1,2-68 4850,-3 64-3486,-2-7 736,-4 31-1334,-5 36-139,0 40 635,-2 111 0,8-90-872,-86 677 654,20-238-4127,59-423 1359,-31 278-3692,4-134-5771,26-186 1049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08.2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13493,'60'48'1948,"-18"-19"-363,8 2-305,1 7-340,6-4-204,10 0-260,9-2-520,13 2-512,3-3-572,13 1-452,6-4-149,0-2-311,0-6-156,-6-6-1112,3 3-1585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08.4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1051 242 7505,'-5'-10'286,"-1"-1"243,1 0 0,-1 0 1,2-1-1,0 0 0,0 0 0,-4-22 1,7 28-209,0 0 0,-1 1 1,0-1-1,0 1 0,-1 0 1,0-1-1,0 1 1,0 0-1,0 1 0,-1-1 1,0 1-1,0-1 0,0 1 1,0 0-1,-1 1 0,1-1 1,-1 1-1,0 0 0,0 0 1,0 0-1,-1 1 0,1-1 1,-7-1-1,-7-2 297,0 1-1,1 0 0,-2 2 0,1 0 1,-33-1-1,19 4-284,1 2 0,-1 0-1,1 3 1,-1 0 0,2 2 0,-1 2 0,1 1-1,0 1 1,1 1 0,-39 23 0,37-15-681,0 0 1,1 3 0,2 0 0,0 2 0,-28 33 0,29-27-1834,-33 49 0,13 0-4749,15-16-3284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08.7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455 17 14157,'0'-1'132,"1"1"-1,0-1 0,-1 1 1,1-1-1,-1 0 0,1 1 1,-1-1-1,1 0 0,-1 0 1,0 1-1,1-1 0,-1 0 0,0 0 1,1 0-1,-1 1 0,0-1 1,0 0-1,0 0 0,0-1 1,-11 5 2064,8-2-1838,0 1-1,1-1 1,-1 1-1,1 0 0,-1 0 1,1 0-1,0 0 0,0 0 1,0 1-1,0-1 0,0 1 1,-1 3-1,-29 148 5985,10-38-4106,-100 329-1673,63-261-500,-25 82-1620,38-88-2730,27-100 1503,-2 6-1677,11-28-1575,6-5-4685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09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72 326 11093,'-16'-10'671,"12"9"-499,1-1 0,0 1 0,0-1 1,-1 0-1,1 0 0,1 0 1,-1 0-1,0-1 0,0 1 0,1-1 1,-1 1-1,1-1 0,0 0 1,0 0-1,0 0 0,0 0 0,1-1 1,-1 1-1,1 0 0,0-1 1,0 1-1,-1-6 0,1 3 410,1-1 0,0 1 0,0-1-1,0 1 1,1 0 0,0-1 0,0 1-1,0-1 1,1 1 0,4-9 0,-4 11-357,0 0 0,1 0 0,0 0 0,-1 0 0,2 1 0,-1-1 0,0 1 0,1 0 0,-1 0 0,1 0 0,0 1 0,0-1 0,0 1 0,0 0 0,8-3 0,-2 2-71,0 1-1,0-1 1,0 2-1,1-1 1,-1 1-1,1 1 1,-1 0-1,1 1 0,-1 0 1,18 3-1,-3 2 20,-1 1 0,-1 0 0,33 16-1,-25-8-97,-1 2 1,-1 1-1,0 1 0,-1 2 0,-2 1 0,0 1 1,-1 1-1,-1 1 0,21 29 0,-19-18-54,-1 1-1,-2 1 1,-2 1 0,-1 1-1,-3 1 1,21 68-1,-18-39-234,15 104 0,-31-147 63,-2 0 0,-1 0 0,-1 0 0,-1 0 0,-1-1 1,-2 1-1,-8 31 0,-4-22 8,15-36 142,0 0-1,1 0 0,-1 0 1,0-1-1,1 1 1,-1 0-1,0 0 0,1 0 1,-1-1-1,1 1 1,-1 0-1,0-1 0,1 1 1,-1-1-1,1 1 1,-1-1-1,1 1 0,-1-1 1,1 1-1,-1-1 0,1 1 1,-1-2-1,1 2 1,-2-2-8,1-1-1,-1 1 0,1-1 1,-1 0-1,1 0 1,0 0-1,0 0 1,0 0-1,1 0 1,-1 0-1,1 0 0,-1 0 1,1-5-1,5-40-59,-4 42 71,10-46-96,2 0 0,2 2 0,3 0 0,30-63 0,-9 32-135,3 3-1,3 1 1,96-124-1,-102 154 238,3 1-1,1 2 1,2 2 0,2 2-1,1 2 1,72-43 0,-104 72 106,0 0 0,1 1-1,1 0 1,-1 2 0,1 0 0,24-5 0,-34 10-51,-1 0-1,0 0 1,1 1-1,0 0 0,-1 1 1,1-1-1,-1 1 1,0 1-1,1 0 1,-1 0-1,0 0 1,0 1-1,0-1 1,0 2-1,0-1 0,-1 1 1,0 0-1,9 8 1,-6-4 3,-1 0 0,-1 1 1,0 1-1,0-1 0,0 1 0,-2 0 0,1 0 1,-1 1-1,0 0 0,-1 0 0,-1 0 1,4 17-1,0 10 100,-1 0 1,0 59 0,-8-9-112,-4 0 1,-30 148 0,12-91-1014,7-47 46,-12 96-1658,27-171 1847,1 1 0,1-1-1,1 1 1,2-1 0,0 0-1,7 25 1,-8-40 210,0 0-1,1 0 1,0 0-1,0 0 1,1-1-1,0 1 0,1-1 1,-1 0-1,1 0 1,1-1-1,-1 1 1,1-1-1,0-1 1,0 1-1,1-1 1,0 0-1,0 0 1,12 5-1,39 7-6404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09.4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916 154 9929,'-2'-29'1184,"2"16"96,-1 1 0,-1-1-1,-5-22 1,6 32-1086,-1 0-1,1 0 1,-1 0 0,0 1-1,0-1 1,-1 0-1,1 1 1,0 0-1,-1-1 1,1 1 0,-1 0-1,0 0 1,0 0-1,0 1 1,0-1 0,0 1-1,0-1 1,0 1-1,0 0 1,-5 0 0,-2-2 47,0 1 0,0 1 0,-1 0 0,1 0 0,-15 1 0,-1 3 23,0 1 0,0 1 0,0 2-1,1 0 1,-38 16 0,13 0 99,-77 48 0,84-42-412,2 3 1,1 1-1,2 2 1,1 1-1,2 2 1,1 2-1,-40 62 1,65-88-155,0 1 1,0 1-1,2-1 1,0 1-1,-9 30 0,15-43 173,1-1 0,-1 1-1,1-1 1,0 1 0,0-1-1,0 1 1,0-1 0,0 1-1,1-1 1,-1 1-1,1-1 1,-1 1 0,1-1-1,0 0 1,0 1 0,0-1-1,0 0 1,1 0 0,-1 0-1,1 0 1,-1 0 0,1 0-1,0 0 1,-1 0-1,1-1 1,0 1 0,0-1-1,0 1 1,0-1 0,3 1-1,6 3-19,-1 0 0,1-1-1,0 0 1,22 3 0,-33-7 48,27 6-53,8 1 132,1 2 0,40 15 0,-65-19-61,0 0 1,-1 0-1,0 1 0,0 0 0,0 1 1,-1 0-1,0 0 0,0 1 1,-1 1-1,0-1 0,7 11 1,-3-1-869,0 1 0,-2 1 1,0 0-1,11 33 0,-19-48-139,-1-1-1,2 0 1,-1 0 0,0 0-1,1 0 1,5 6-1,5 5-6452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09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1 13741,'-3'0'236,"0"1"1,0 0-1,0 0 0,1 1 0,-1-1 0,1 1 0,-1-1 1,1 1-1,-1 0 0,1 0 0,0 0 0,0 0 0,0 0 1,0 0-1,0 1 0,1-1 0,-1 1 0,0-1 0,-1 5 1,1 2 425,0 0 0,0 0 1,1 0-1,0 0 0,1 13 0,0-19-522,-12 198 6664,-8 0-3966,2-10-2291,12-130-682,-6 66-706,8 214 0,24-171-5630,-14-142 1238,18 53 1,-1-24-5798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10.0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0 202 11657,'35'16'745,"-11"-5"689,0-2-1,45 13 1,-21-10-643,0-2 0,1-2 0,1-3 0,-1-1 0,54-4 0,-44-5-522,91-19 1,-126 18-208,-1-1-1,1-1 1,-2-1 0,1 0-1,-1-2 1,32-21-1,-46 26-24,-1 0 0,0 0 0,0-1-1,0 0 1,-1 0 0,0 0-1,9-14 1,-12 16-1,-1 0 0,1 0 0,-1 0 0,0 0 0,0 0 0,-1-1 0,1 1 0,-1 0 0,-1-1 0,1 1 0,-1-1 0,0 1 0,0-1 0,-1-7 0,1 11-12,-1 1 0,1-1 0,0 1 0,-1-1 0,0 1-1,1-1 1,-1 1 0,0-1 0,0 1 0,1 0-1,-1 0 1,0-1 0,0 1 0,-1 0 0,1 0-1,0 0 1,0 0 0,0 0 0,-1 0 0,1 1 0,-1-1-1,-1-1 1,0 1 42,-1 0-1,0 0 1,0 1-1,0-1 0,0 1 1,0-1-1,1 1 1,-1 1-1,-4-1 1,-5 2 160,0 1 1,0 0-1,1 1 0,-1 0 1,-12 6-1,-11 9 379,1 2-1,2 1 0,0 1 1,1 2-1,-55 54 0,39-27 370,2 2-1,-60 92 1,97-133-925,0 2 0,1-1 1,0 1-1,2 1 0,0-1 0,0 1 0,1 0 1,-4 28-1,9-37-58,-1 0 0,1-1 0,0 1 1,1 0-1,-1-1 0,1 1 0,1-1 1,-1 1-1,1-1 0,0 1 0,1-1 0,-1 0 1,1 0-1,0 0 0,1-1 0,0 1 1,-1-1-1,2 0 0,-1 0 0,1 0 0,-1 0 1,1-1-1,1 0 0,8 6 0,12 4-477,-1-1 0,2-2 0,0-1 0,0 0 0,56 9 0,228 31-5310,-98-30-2255,-6-2-4786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18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1353 86 8989,'-22'-1'6311,"-4"-13"-3378,22 10-2688,-1 1-1,0 1 1,0-1 0,0 0-1,-6-1 1,-43-11 645,-1 3-1,0 2 1,-109-4-1,-171 22-597,72 17-2363,134-4-976,2 11-3410,39-4-2535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20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1966 12 7813,'-153'-11'2863,"119"11"-2083,0 2 0,0 1 1,0 2-1,1 1 0,-61 19 1,-155 77 1081,162-60-1210,-140 91 1,186-104-580,1 2 0,1 1 0,1 2 0,2 1 1,-34 44-1,58-62-31,0-1 1,0 1 0,2 1 0,0 0-1,1 1 1,-10 29 0,16-40-35,1 0-1,1 0 1,-1 1 0,1-1-1,1 1 1,-1-1 0,1 0-1,1 1 1,0-1-1,0 0 1,1 1 0,-1-1-1,2 0 1,-1 0 0,1 0-1,1 0 1,-1-1 0,8 12-1,0-4 5,2-1 0,-1 0 0,2 0 1,0-2-1,0 0 0,1 0 0,1-1 0,0-1 0,18 9 0,21 8 45,84 29-1,30 2-33,-56-22 9,-2 5 0,129 69-1,-217-98-29,-1 2-1,-1 0 0,0 2 0,-1 0 0,0 1 1,22 27-1,-33-33 1,0 0 0,-1 1 1,-1 0-1,0 0 0,0 1 0,-1 0 1,-1 0-1,0 1 0,-1 0 0,0-1 1,-1 1-1,-1 1 0,2 14 0,-4-5-1,-1 0-1,-1 0 0,-1 0 0,-1-1 0,-1 1 1,-1-1-1,-15 37 0,-2-6-88,-3-2 1,-32 50-1,0-10-145,-4-4 0,-76 83-1,101-127 137,-283 298-783,227-249 638,-396 411-812,482-497 1046,-9 7-10,1 1-1,0 1 1,1 1-1,1 0 0,1 0 1,-17 32-1,28-45 6,-1 0-1,1 0 0,0 0 1,1 0-1,-1 1 0,1-1 1,0 0-1,0 0 0,0 1 1,0-1-1,1 0 0,-1 0 1,3 7-1,2 3 13,0 0-1,12 20 1,-9-18 22,12 25 58,-1 1 0,-3 1-1,-1 0 1,-2 1 0,-2 1 0,10 90 0,-18-38 200,-4 1 0,-4 0 0,-22 117 0,-79 286 183,81-399-437,-156 540-872,29-227-3108,93-285-1541,36-79 369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26.3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81 4932,'8'-25'3140,"-8"23"-2956,-1 1-1,1 0 0,-1 0 0,1 0 1,-1 0-1,1 0 0,-1 0 0,0 0 0,1 0 1,-1 0-1,0 0 0,0 0 0,0 0 1,0 1-1,0-1 0,0 0 0,0 1 0,-4-3 2406,8-20-753,-3 17-192,-6 23-687,-19 71 166,4 2 0,-17 159 0,20-25-641,18-191-430,1 1 0,2-1-1,1 0 1,15 56 0,-15-77-37,0-1 0,1 0-1,0 0 1,1 0 0,13 19 0,99 122 129,-113-145-139,1 0 1,0-1-1,0 0 0,1 0 1,-1-1-1,1 0 0,0 0 1,1 0-1,-1-1 1,1 0-1,0-1 0,0 0 1,0 0-1,14 3 1,-1-1-2,9 3 4,0-2 0,0-2-1,1-1 1,-1-1 0,1-1-1,-1-2 1,1-1 0,-1-1 0,0-2-1,55-16 1,-57 13-2,0-2 0,-1-1 0,0-1 0,-1-2 1,-1 0-1,0-2 0,-1 0 0,0-2 0,-2-1 0,0-1 0,28-32 0,-36 34-18,-1 0 1,-1-1-1,-1 0 0,-1-1 1,15-39-1,-19 43 8,-2 0 0,1 0 0,-2-1 0,0 1 0,-2-1 0,1 1 0,-2-1 0,-2-26 0,-3 13-19,-1 0 0,-2 1 0,-1-1 1,-1 2-1,-1-1 0,-2 2 0,-1-1 0,-32-46 0,19 37-8,-2 2 0,-1 1-1,-2 1 1,-1 2 0,-48-36 0,58 51-101,0 0 0,-1 2 0,-1 1-1,0 1 1,0 1 0,-2 1 0,1 1 0,-1 1 0,-44-6 0,56 12-264,0 0-1,0 1 1,0 1 0,0 1-1,0 0 1,0 0-1,0 2 1,1 0 0,-1 0-1,1 1 1,0 1 0,0 1-1,0 0 1,0 1-1,1 0 1,0 1 0,1 0-1,0 1 1,-14 13 0,-14 26-3725,5 3-2009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27.4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378 0 6297,'-18'2'2264,"-1"6"5930,5 11-2310,7 1-7726,-13 58 3287,4 0 0,-10 124 0,9-50-778,-5 11-444,-61 333-4050,-2-176-5321,34-149-915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29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67 120 3528,'-17'9'1454,"10"-9"1687,-28-39-1766,33 37-197,2 0-943,-2-4-1027,2 3 1317,-1 0 0,0 0 0,1 1 1,-1-1-1,1 0 0,0 0 0,0 0 0,0 0 0,0 1 1,1-1-1,0-3 0,0 4-471,0-1 1,1 1 0,-1 0-1,1-1 1,0 1-1,0 0 1,0 0-1,0 0 1,0 0 0,0 0-1,0 1 1,1-1-1,-1 1 1,0-1-1,1 1 1,0 0 0,-1 0-1,1 0 1,-1 0-1,5 0 1,9-5 152,-7 6 41,19 4-11,-7-2-97,-2 2 0,32 9 0,255 60 1413,-221-56-1304,347 52 440,-224-39-497,397 47 243,-421-56-323,241 17-16,-353-28-248,-57-7 66,-1-1 0,1 0-1,0-1 1,-1 0 0,1-1 0,26-4-1,-37 3-23,0 0-1,-1 1 1,1-1 0,0 1-1,0 0 1,-1 0-1,5 1 1,-1-1-3645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29.9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2195 1 4588,'-3'3'11604,"-10"10"-8975,-21 13-2062,-305 97 2051,11-5-2210,175-51-318,-542 225 45,215-118-211,471-170-4,-1-1 1,0 0-1,0-1 0,-1 0 1,1 0-1,0-1 1,-13-1-1,18 0-468,-1-1 0,0 1 1,1-1-1,-1-1 0,1 1 0,-1-1 0,1 0 0,-8-4 1,17-15-13465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31.1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3572,'0'0'4190,"2"2"-3681,6 5-293,0 0-1,0 0 0,1-1 0,0 0 0,0 0 1,1-1-1,-1-1 0,1 1 0,0-1 1,0-1-1,20 4 0,16 2 336,67 3 0,-94-11-347,381 5 1217,1-34-703,-6 1-477,1 31-246,-28 32 43,-205-31 34,277-26 0,-250 7-143,-189 13 64,-1 1 0,1 0 0,-1 0 0,1 0 0,-1 0 0,1 0 0,-1 0 0,1 0 0,-1 0 1,1 0-1,-1 0 0,1 0 0,-1 0 0,1 0 0,-1 0 0,1 1 0,-1-1 0,1 0 0,-1 0 0,0 0 0,1 1 0,-1-1 0,1 0 0,-1 1 0,0-1 0,1 0 0,-1 1 0,0-1 1,1 0-1,-1 1 0,0-1 0,1 1 0,-1-1 0,0 1 0,0-1 0,0 1 0,1-1 0,-1 1 0,0-1 0,0 0 0,0 1 0,0-1 0,0 1 0,0 0 0,0 1-11,-1-1-1,1 1 0,-1 0 0,1-1 1,-1 1-1,0-1 0,0 1 0,0-1 0,0 1 1,0-1-1,0 0 0,0 1 0,-3 1 1,1-1-19,0 0 1,0 0-1,-1 0 1,1-1-1,-1 0 1,1 1-1,-7 0 1,-16 8-146,23-9 174,1 0 1,0 0-1,-1 0 0,1 0 0,-1 0 1,1 0-1,-1-1 0,0 0 0,1 1 0,-1-1 1,1 0-1,-1 0 0,0 0 0,1 0 1,-1-1-1,1 1 0,-1-1 0,1 0 0,-3 0 1,-3-1-19,6 1-213,0-19-6048,1 0 2381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32.2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1791 429 4936,'0'1'95,"-1"-1"0,1 1-1,0 0 1,-1-1 0,1 1-1,-1-1 1,1 1 0,-1-1-1,1 1 1,-1-1-1,1 0 1,-1 1 0,0-1-1,1 1 1,-1-1 0,1 0-1,-1 0 1,0 1 0,1-1-1,-1 0 1,0 0-1,1 0 1,-1 0 0,0 0-1,1 0 1,-1 0 0,0 0-1,0 0 1,1 0 0,-1 0-1,0 0 1,1 0-1,-1-1 1,0 1 0,1 0-1,-1 0 1,1-1 0,-1 1-1,0-1 1,1 1 0,-1 0-1,1-1 1,-1 1 0,1-1-1,-1 1 1,1-1-1,0 1 1,-1-1 0,1 0-1,-1 0 1,-3-3 156,2 3-151,1 1-1,0-1 0,-1 1 0,1-1 1,0 1-1,-1 0 0,1 0 0,-1-1 1,1 1-1,-1 0 0,1 0 1,-1 0-1,1 1 0,0-1 0,-3 1 1,-2-1 172,-205-17 3601,114 6-2997,-135-5 70,98 8-776,-219-40 0,319 39-96,0-2 0,1-1 1,-39-21-1,65 29-78,0 0 1,0-1-1,1 0 1,-1 0-1,1 0 0,-10-13 1,-11-9-58,-20-15-24,38 33 65,0 0 0,-1 0 1,0 1-1,0 0 0,-1 1 0,0 1 0,-16-9 1,-16 1-2,-1 1 0,-63-10 0,97 21 36,-53-6-59,61 8 44,0 0 1,0-1-1,0 1 0,0-1 1,0 1-1,0-1 1,0 0-1,1 1 1,-1-1-1,-2-2 1,-3 0-42,4 3 123,13 11-8514,-1 0 2016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33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1323 24 4168,'-9'-18'2356,"1"13"1346,1 4-3539,0 1 1,0 0 0,0 1 0,0-1 0,0 2-1,0-1 1,0 1 0,0 0 0,0 0 0,1 0-1,-1 1 1,1 1 0,-1-1 0,1 1-1,0 0 1,1 0 0,-9 7 0,2 3 143,-1 0 0,2 1 1,0 0-1,1 1 0,0 0 0,1 0 0,1 1 1,1 1-1,-9 27 0,-1 22 513,-12 88-1,18-91-513,-453 2266 2771,117-705-3308,222-880-1162,71-409-1355,48-298 1890,-9 60-844,11-30-4583,7-46 1218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34.4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1814 993 5260,'2'1'325,"0"0"0,0 0 0,0 0 0,1 0 0,-1 0 0,0-1 0,1 1 0,-1-1 0,1 1 0,-1-1 0,1 0 0,-1 0 0,1 0 0,-1 0 0,0 0 0,4-2 0,45-13-87,-22 5 417,1327-452 1744,-724 205-2260,-244 98-122,-317 129-31,-24 9-38,62-18 0,-102 37 44,-1 1-1,1 0 1,0 0 0,0 1-1,10 0 1,-7 0 1,-9 1 7,-1-1-1,1 0 1,0 0 0,-1 1 0,1-1-1,-1 1 1,1-1 0,-1 0-1,1 1 1,-1-1 0,1 1 0,-1-1-1,0 1 1,1 0 0,-1-1 0,0 1-1,1-1 1,-1 1 0,0 0-1,0-1 1,0 1 0,0-1 0,1 1-1,-1 1 1,2 16 2,-2-18-2,0 13-3,-1-1 0,-1 1 0,0-1 0,0 1 0,-2-1 0,1 0 1,-2 0-1,-9 19 0,-9 31 55,12-19-8,-9 88 0,9-46 160,-147 622 1930,-130 439-943,77 18-594,88 232 631,106-1151-1052,-18 141 119,14-171-115,3-68-71,-6-1 1,-49 163-1,50-241-91,-3-1 1,-39 72-1,-4 12-4,5-25-32,51-103 64,10-19-58,0 1-1,0 0 0,1 0 1,0 0-1,0 1 1,-2 5-1,4-10 16,-1 0-1,1-1 0,-1 1 1,0 0-1,1 0 1,-1 0-1,0 0 0,1-1 1,-1 1-1,0 0 0,0-1 1,0 1-1,0-1 1,0 1-1,0-1 0,-1 1 1,-3 2 4,-16 20-8,18-19-3,0 0 1,-1 0 0,1 0 0,-1 0 0,0-1 0,0 1 0,-6 2 0,-11 5 7,-1-1 1,0-1-1,0-1 1,-1-1-1,-44 8 1,-126 5 34,120-14-19,-1058 122 194,18 100-2589,1112-228 2370,-361 106-7345,220-54-767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35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 40 3508,'0'0'1162,"-3"-1"-142,-2-1-598,1 1-76,1 0 0,-1 0 0,1 0-1,-1 0 1,0 1 0,1 0 0,-8-1 0,9 2-200,1 0-1,-1 0 1,0 0 0,1 0 0,0 0-1,-1 0 1,1 0 0,0 1 0,-1-1-1,1 0 1,0 1 0,0-1 0,0 1-1,0-1 1,-1 3 0,-12 29 1242,3 13-213,2 0-1,2 0 1,-2 64-1,8-95-1022,-5 70 768,3 1-1,13 137 1,-5-192-799,1 1 0,1-2-1,2 1 1,14 34 0,-14-46-66,0 1 1,2-1 0,0-1-1,1 0 1,1-1 0,0 0 0,18 16-1,-14-16-29,1 0-1,1-2 1,1 0 0,0-1-1,1-1 1,1-1-1,0-1 1,0-1-1,1-1 1,0-1-1,1 0 1,-1-2 0,1-1-1,1-1 1,-1-1-1,1-1 1,32-2-1,-13-2-7,1-1-1,-1-3 1,1-1-1,-2-3 0,1-1 1,-2-2-1,1-2 0,-2-2 1,0-2-1,44-27 1,-71 37-20,-1-1 0,0 0 1,-1 0-1,0-2 1,-1 1-1,0-2 0,-1 1 1,0-1-1,10-19 1,-14 21 0,-1 0 1,0 0-1,-1 0 0,0-1 1,-1 1-1,0-1 1,-1 0-1,-1 0 1,0 0-1,0 0 0,-1 0 1,0 0-1,-4-17 1,-2 0-9,-1 1 0,-2-1 0,-1 1 0,-2 1 0,0 0 0,-2 1 0,0 0 0,-2 1 0,-25-31 0,-4 3-5,-2 1 0,-99-84 0,96 95-22,-3 2 0,-64-36 0,85 57-82,0 2 1,0 1-1,-2 2 0,0 1 1,-52-11-1,76 21 22,-1 0 0,1 1 0,0 0 0,0 1 0,-1 0-1,1 1 1,0 0 0,0 0 0,0 1 0,0 1 0,0 0 0,0 0 0,1 1-1,-1 0 1,1 0 0,0 1 0,0 0 0,1 1 0,-1 0 0,1 1-1,1-1 1,-1 1 0,1 1 0,0-1 0,1 1 0,0 1 0,0-1 0,1 1-1,0 0 1,0 0 0,-6 20 0,2-1-896,2 0 0,1 1 0,1 0 0,1 0 0,2 1 0,1-1 0,3 32 1,3 45-5953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35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1 12365,'-44'48'2212,"31"-16"-247,-6 5 59,6 9-152,1 8-232,-1 12-296,7 14-208,3 14-208,3 9-188,6 14-156,7 6-216,6 8-712,6 15-404,4 0-652,2 5-728,4 6-548,0 3-3233,10-2-5080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36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2218 123 5184,'-28'-23'421,"18"13"-188,0 1 1,-2 1 0,1 0 0,-1 0-1,0 1 1,0 1 0,-15-6 0,5 5 107,0 0 0,0 1 0,-1 2-1,1 0 1,-1 2 0,0 0 0,-32 2 0,24 3-107,0 1 0,0 1 0,1 2 0,-56 19 0,31-3-17,0 3-1,2 2 0,1 2 1,2 2-1,-59 49 0,37-18 117,2 3 0,3 2 0,3 4 0,3 2 0,-94 151 0,52-45 379,-132 317-1,136-236-139,11 3-1,-75 390 1,119-424-42,-16 302 0,52-352-294,9 1 0,29 226 0,3-196 7,10-2-1,124 366 0,231 370 238,-94-356-385,-198-410-130,152 194 1,-199-299 0,3-3-1,98 88 1,-111-118 4,1-2-1,1-2 1,3-2-1,86 42 1,-111-65 7,0 0 1,2-2-1,-1-1 0,1-2 1,51 6-1,58 3-110,143-4 0,-254-12 120,-1-2 1,1 0-1,-1-2 0,0-1 1,0-1-1,44-15 0,-13-4-9,-1-2 0,-1-3 0,-2-2-1,-1-3 1,-1-2 0,88-80 0,-55 33-18,-3-4 1,123-171-1,-111 118 26,120-238 1,30-175-35,-168 351 16,-8-3 1,-10-4 0,59-401-1,-100 449-23,-8-1-1,-6 0 1,-8 0-1,-7 0 1,-57-290-1,33 305 38,-7 1 1,-7 2-1,-5 3 0,-108-201 1,99 234-20,-4 3 0,-4 2 0,-5 4 0,-4 3 0,-170-157 0,146 164-68,-5 4-1,-197-119 1,230 162-217,-2 4 0,-2 3 0,-2 3-1,0 4 1,-113-25 0,143 44-113,0 3 0,0 1 0,-92 3 0,108 5 111,0 2 0,1 1 0,-1 2 0,1 2 0,1 1 0,-45 19 0,42-13-325,2 3 0,0 0 0,1 2 1,0 2-1,2 1 0,1 1 0,1 2 0,-27 32 1,-20 42-3215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38.0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984 307 2908,'-2'-36'1162,"1"30"-845,0 0 0,0-1 0,1 1 0,0 0-1,0-1 1,0 1 0,1 0 0,0-1 0,1 1 0,-1 0-1,1 0 1,0 0 0,0 0 0,5-7 0,-4 6-93,1 0 1,-2 0-1,1 0 0,-1 0 1,0-1-1,0 1 1,-1-1-1,0 1 0,0-1 1,-1 0-1,0 1 1,0-1-1,-1 0 0,0 1 1,0-1-1,-1 1 1,0 0-1,-5-13 1,5 18-212,0 1 0,0-1 0,0 1 0,0-1 0,0 1 0,0 0 0,0 0 0,-1 0 0,1 0 0,0 1 0,-1-1 0,1 0 0,-4 1 0,4-1 9,-5 0-10,0 1 0,0-1 0,0 1 0,0 1 0,0 0 0,0-1 0,0 2 0,0-1 0,0 1 0,0 0 0,1 1 0,-1 0 0,1 0 0,-7 4 0,7-5-14,-17 12 20,1 0 0,0 1 0,0 1-1,-29 29 1,20-17-9,-169 178 105,102-98-55,-82 96-37,141-152-8,2 1 0,-36 68 0,64-104-13,1 0 1,1 1-1,0 0 0,1 0 0,1 0 1,1 1-1,-4 31 0,8-45 0,0 0-1,0 0 0,0 0 1,0 0-1,1 0 0,-1 0 1,1 0-1,1 0 1,-1-1-1,1 1 0,-1 0 1,2-1-1,-1 1 0,0-1 1,1 0-1,0 0 0,-1 0 1,2 0-1,-1 0 1,0-1-1,1 1 0,0-1 1,0 0-1,0 0 0,0 0 1,0-1-1,0 1 0,1-1 1,-1 0-1,1 0 1,0-1-1,0 1 0,8 0 1,19 2 9,0-2 1,0 0 0,0-3-1,0-1 1,53-9 0,-60 8-7,7-2 15,10-1-4,0 1 0,0 2-1,81 5 1,-112-1-14,0 0-1,0 1 1,-1 1-1,1 0 0,0 0 1,-1 1-1,0 0 1,0 1-1,0 0 1,0 1-1,-1 0 1,0 1-1,0-1 1,-1 2-1,1-1 1,-2 1-1,1 0 1,-1 1-1,12 18 1,-10-8-3,-1 0 1,0 0-1,-1 0 1,-1 1-1,-1 0 1,-1 0-1,0 1 1,-2-1-1,0 1 1,-3 36-1,-2-11-1,-2 0 0,-2-1 0,-23 79-1,7-52-53,-4 0 0,-3-2-1,-3-1 1,-2-1 0,-4-2-1,-3-2 1,-92 109 0,122-159 82,-3 4-41,-1 0 0,-22 18 1,33-32 5,1 0 1,-1-1 0,-1 0-1,1 1 1,0-1 0,-1-1 0,1 1-1,-1-1 1,0 0 0,0-1-1,0 1 1,0-1 0,-11 1 0,14-2 4,0-1 0,-1 0 1,1 0-1,0 0 1,0 0-1,-1 0 1,1 0-1,0-1 1,0 0-1,0 1 0,1-1 1,-1 0-1,0 0 1,1-1-1,-1 1 1,1-1-1,0 1 1,0-1-1,0 0 0,0 1 1,0-1-1,0 0 1,1 0-1,0-1 1,-2-4-1,0 0-1,0 0 1,1 0-1,-1-1 0,2 1 1,-1-1-1,1 0 1,1 1-1,0-18 0,1 20 1,0 0-1,1 1 0,0-1 1,-1 0-1,2 0 0,-1 1 1,1-1-1,0 1 1,0 0-1,0 0 0,1 0 1,5-6-1,-7 9 5,0 0 1,0 0-1,0 0 0,0 1 1,0-1-1,1 0 0,-1 1 1,1 0-1,-1-1 0,1 1 0,0 0 1,-1 1-1,1-1 0,0 0 1,0 1-1,0-1 0,-1 1 1,1 0-1,0 0 0,0 0 0,0 0 1,-1 1-1,1-1 0,0 1 1,0-1-1,0 1 0,-1 0 1,4 2-1,3 2 7,-1 0 0,0 0 0,0 1 0,-1 0 0,1 1 0,-1-1 0,-1 1 0,1 1 0,-1-1 0,-1 1 1,1 0-1,-1 1 0,-1-1 0,1 1 0,3 13 0,5 15 58,-3 0 0,10 60 0,-16-80-51,46 456 340,-14-91-205,-23-295-118,4-1-1,3 0 1,4-1-1,4-2 1,4-1-1,2-1 1,5-2-1,92 141 1,-3-51-13,8-6 1,6-5 0,281 239 0,-295-297-370,-124-98 225,0 1-1,-1-1 1,1 0 0,0 0 0,0 0 0,0 0-1,1-1 1,-1 1 0,0-1 0,1 0-1,-1-1 1,0 1 0,1-1 0,8 0 0,-10 0-238,0-1 0,1 1 1,-1-1-1,0 0 1,0 0-1,0-1 0,0 1 1,0 0-1,0-1 1,-1 0-1,1 0 1,4-3-1,9-18-3871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38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24 250 4600,'-5'-11'569,"1"1"0,1-1 0,0 0 0,0 0-1,1 0 1,1 0 0,-1-22 0,2 12 367,-1 16-758,1 1-1,0-1 1,0 0 0,1 0 0,-1 0 0,2-6-1,-1 9-137,1-1-1,-1 1 1,0 0-1,0 0 1,1-1-1,0 1 1,-1 0-1,1 0 1,0 1-1,0-1 1,0 0-1,0 1 1,0-1-1,0 1 1,3-2-1,10-5 52,0 1-1,1 1 1,0 0-1,0 1 1,0 1 0,0 0-1,1 1 1,0 1-1,-1 0 1,1 1-1,0 1 1,0 1 0,0 1-1,-1 0 1,1 1-1,31 10 1,-28-7-64,-1 1 0,0 1 0,-1 1 1,0 0-1,0 2 0,-1 0 0,-1 1 1,1 0-1,-2 2 0,0 0 0,-1 0 0,0 1 1,21 32-1,-22-25-51,-1 0 0,-2 1 0,0 1 0,-1 0 0,-2 0 0,0 0 0,-2 1 0,4 36 1,-5-33-19,4 30-61,-4 1 0,-2 0-1,-2 0 1,-3 0 0,-12 62-1,-12 41-85,-65 212-1,8-46 38,82-318 153,-27 124-21,-11 142 0,36-236 14,2 0-1,2 0 0,2 0 0,1 0 1,2 0-1,2 0 0,2-1 1,16 46-1,-18-68 12,0 0 0,1-1 0,1 0 0,1 0 0,0-1 0,1 0 0,1-1 0,0 0 0,1-1 0,20 17 0,-20-21-5,-1 0 0,1-1 0,0-1 0,1 0 0,0 0 0,0-2 0,0 0 0,1 0-1,0-2 1,0 1 0,0-2 0,29 1 0,-17-3-1,1-2 0,-1-1 0,0-1 0,0-1-1,-1-2 1,0 0 0,0-2 0,0-1 0,38-21 0,-35 15 6,0-2-1,-2-1 1,0-1 0,-1-1 0,-1-2 0,-1 0 0,31-40-1,-45 50-11,-1 0-1,-1-1 0,0 0 0,0 0 0,6-20 0,-11 25 0,0 0-1,-1 0 0,0 0 0,0-1 0,-1 1 0,0 0 0,-1-1 0,0 1 0,0 0 0,-3-13 0,3 20 8,0 1 1,-1-1-1,1 0 0,-1 1 1,0-1-1,1 1 0,-1-1 1,0 1-1,0 0 0,0-1 1,0 1-1,0 0 0,0 0 1,-1-1-1,1 1 0,0 0 1,0 0-1,-1 0 0,1 1 1,-1-1-1,1 0 0,-1 0 1,1 1-1,-1-1 0,1 1 1,-1 0-1,0-1 0,1 1 1,-1 0-1,-2 0 0,2 0 0,-1 0 0,1 0-1,-1 0 1,1 0-1,0 1 1,-1-1-1,1 1 1,-1 0 0,1 0-1,0 0 1,0 0-1,0 0 1,-1 0-1,1 1 1,0-1 0,0 1-1,1-1 1,-1 1-1,-2 2 1,0 3 6,0-1-1,0 1 1,0 1 0,1-1 0,0 0 0,1 1-1,0 0 1,-3 13 0,-1 69 85,5-76-76,1 39 13,3 0 0,2 1-1,19 87 1,57 157 83,-77-284-102,61 188 113,68 169-23,-18-83-74,-80-204-1,-28-66-10,154 388 121,-122-291-125,39 187-1,-69-253 0,-2 1 0,-3 0 0,-1 0 0,-3 1-1,-2-1 1,-2 0 0,-2 0 0,-3 0 0,-1-1 0,-3 0 0,-2-1 0,-2-1 0,-2 0 0,-37 64 0,11-36-151,-3-3 0,-3-2 0,-100 105 1,-207 160-5754,267-257 2162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39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234 1475 5284,'-7'4'435,"0"-1"0,0 0-1,-1 0 1,0-1-1,1 0 1,-1 0 0,0 0-1,0-1 1,0-1-1,-11 1 1,-79-13 5131,95 12-5315,0 0-1,0 0 0,0 0 1,0-1-1,0 1 0,0-1 0,0 0 1,0 0-1,-4-2 0,6 3-217,1-1-1,-1 1 1,1-1-1,-1 1 1,1-1-1,0 1 0,-1-1 1,1 1-1,-1-1 1,1 1-1,0-1 1,0 0-1,-1 1 0,1-1 1,0 0-1,0 1 1,0-1-1,-1 0 1,1 1-1,0-1 1,0 0-1,0 1 0,0-1 1,0 0-1,1 1 1,-1-1-1,0 0 1,0 1-1,0-1 0,1 0 1,-1 1-1,0-1 1,0 1-1,1-1 1,-1 0-1,1 1 1,-1-1-1,0 1 0,1-1 1,-1 1-1,1-1 1,-1 1-1,1 0 1,-1-1-1,2 0 0,11-10 129,0 0 0,0 1 0,1 0-1,0 1 1,1 1 0,0 0-1,17-6 1,7-5 10,593-241 745,-410 176-760,1906-710-1239,-1971 736 580,-83 31-1,213-83-5335,-265 100 1457,-4 1-2478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40.0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 1935 8329,'-27'19'1267,"26"-18"-1192,1-1 0,-1 1 0,0-1 0,0 1-1,0-1 1,0 0 0,0 0 0,0 1 0,0-1 0,0 0 0,1 0-1,-1 0 1,0 0 0,0 0 0,0 0 0,0 0 0,0 0 0,0-1-1,0 1 1,0 0 0,0 0 0,0-1 0,1 1 0,-1-1 0,-1 0-1,-1 0 216,0 0-149,-1 0 0,1 0 0,0 0 0,-1-1 0,1 0 0,0 1 0,0-1-1,0 0 1,0 0 0,1-1 0,-1 1 0,1-1 0,-1 1 0,1-1 0,0 0-1,0 0 1,0 0 0,0 0 0,0 0 0,1 0 0,-1 0 0,1-1 0,0 1-1,0 0 1,-1-7 0,-1-8 42,1 1 0,1-1 0,2-34 0,-1 39-26,6-57 600,30-136 0,-14 93-216,5-72 85,-8-1 0,-8-1 0,-8 0 0,-25-214 0,17 350-440,-6-128 544,11 184-632,0-1-1,1 1 0,-1-1 0,1 1 1,3 8-1,4 16 137,57 339 1948,-17-85-1057,74 546 609,-37 8-898,2-56-366,59-14-351,-53-444-286,-79-284 33,2-1 0,1-1-1,2 0 1,2-1 0,1-1 0,27 32 0,-38-54-83,0-1 0,1 0 0,0-1 0,1 0 0,27 17 0,-36-27 143,1 1 0,-1-1 1,0 1-1,1-1 1,-1-1-1,1 1 1,-1-1-1,1 1 1,0-1-1,-1-1 1,1 1-1,-1 0 0,1-1 1,-1 0-1,1 0 1,-1-1-1,0 1 1,0-1-1,1 0 1,-1 0-1,0 0 1,-1-1-1,1 1 0,0-1 1,-1 0-1,1 0 1,-1 0-1,0 0 1,0-1-1,0 0 1,-1 1-1,1-1 1,-1 0-1,0 0 0,3-7 1,-1-4-97,-1 0-1,0-1 1,-1 1 0,-1 0 0,0-1-1,-2 0 1,1 1 0,-2-1 0,0 1-1,-4-16 1,-4-9-368,-1 1-1,-29-63 1,10 39 95,-4 2 1,-2 1-1,-2 2 0,-62-71 1,-206-198-495,231 250 876,25 26 108,-14-12 172,3-2-1,-89-125 0,133 164-150,2 0 0,1-2 0,1 0 0,-15-49 0,22 56-48,1 0 0,1-1 0,1 1 0,1-1 0,1 0 0,1 0 0,4-33 0,0 30-28,1-1 0,1 1 0,2 0 0,0 1-1,2 0 1,13-27 0,-4 18-201,2 0 1,0 2-1,40-45 1,14 0-1039,2 3 0,89-62 0,-146 118 920,234-174-5790,-121 94 961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41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1881 9741,'0'1'148,"0"-1"-1,0 1 1,-1 0 0,1 0 0,0-1 0,0 1-1,0 0 1,0 0 0,0-1 0,1 1-1,-1 0 1,0-1 0,0 1 0,0 0-1,1 0 1,-1-1 0,0 1 0,1-1 0,-1 1-1,0 0 1,1-1 0,-1 1 0,1-1-1,-1 1 1,1-1 0,0 2 0,19-8 4040,-9 1-4403,41-19 828,-1-2 0,-2-3 0,0-1 0,-2-3 0,-1-2 0,48-47 0,-41 29-525,-2-2 0,-2-3 0,-3-1 0,47-82 0,-89 135-89,9-15-65,-1 0 0,-1-1 0,14-39 0,-24 55 37,1 0 0,-1 0 0,0 0 1,0-1-1,-1 1 0,1 0 0,-1-1 0,-2-8 1,2 12 8,-1-1 1,0 0-1,0 1 1,-1 0 0,1-1-1,-1 1 1,0 0 0,0 0-1,0 0 1,0 0-1,0 0 1,0 0 0,-1 0-1,0 1 1,-4-4 0,4 4 2,1 1 1,-1 0 0,0 0-1,0 0 1,1 0 0,-1 0-1,0 0 1,0 1 0,0 0-1,0-1 1,0 1 0,0 0-1,0 0 1,0 1-1,0-1 1,0 1 0,0-1-1,-4 2 1,-44 19-155,34-12 152,2 1 0,-1 1-1,2 1 1,-1 0 0,2 0-1,0 2 1,0-1 0,-12 19-1,-10 17-29,-32 63-1,42-69-65,3 2 1,-27 76-1,43-101 59,0 1 0,1-1-1,1 1 1,1 0 0,1 0 0,1 0-1,0 1 1,6 38 0,-4-51 31,1 0 1,0 0-1,1 0 1,0 0-1,0-1 1,1 1-1,0-1 1,1 0-1,0 0 1,0 0-1,0-1 1,1 0-1,0 0 1,1 0-1,0-1 1,0 1 0,0-2-1,0 1 1,9 4-1,-4-4-26,0-1 0,1 0-1,-1-1 1,1 0 0,0-1 0,-1 0-1,1-1 1,1 0 0,-1-2-1,0 1 1,0-1 0,25-4 0,5-4-87,-1-1 0,0-3 1,0-1-1,-2-2 1,0-2-1,66-37 0,-51 20 0,-1-2 0,-2-3 0,88-84 0,-134 116 118,-2 3-12,0 1 0,-1-1 0,0 0 0,0 0 0,0 0 0,3-5 0,-5 7-12,-5 3 35,0 1 8,0-1 0,1 1 0,-1 0 0,1 0 0,-1 0 0,1 1 0,0-1 0,0 1-1,-4 3 1,3-3-13,-5 5-48,1 0 1,-1 1-1,1 0 1,1 0-1,0 1 1,0 0-1,1 0 1,0 0-1,1 1 1,0 0-1,1 0 1,0 0-1,-4 20 1,7-29 31,1 0 0,0 1 1,-1-1-1,1 0 0,0 0 1,0 0-1,0 0 0,1 0 0,-1 0 1,0 0-1,1 0 0,-1 0 1,1 0-1,0 0 0,0 0 0,0 0 1,0 0-1,0 0 0,0-1 1,0 1-1,3 2 0,-2-3 7,1 1 0,0-1 0,-1 0-1,1-1 1,-1 1 0,1 0 0,0-1 0,0 0-1,-1 1 1,1-1 0,0 0 0,0 0-1,-1-1 1,1 1 0,0-1 0,0 1 0,3-2-1,22-6-51,1-1-1,-2-1 0,41-20 0,79-53 64,-85 47 46,14-8-1002,-1-3-1,-2-3 1,-3-4 0,98-95-1,-158 138 889,0 0 0,-1-1-1,0 0 1,-1 0-1,-1-1 1,0-1 0,0 1-1,-2-1 1,1 0 0,-2 0-1,0 0 1,3-19-1,-6 16 393,1 0 0,-2 0 0,0 0 0,-1 0 0,-1 0 0,0 0 0,-2 0 0,0 1 0,0-1 0,-10-21 0,0 5 1423,2-1 0,-13-53 0,25 84-652,18 23-686,0 4-553,0 0 0,14 29 0,-18-28-606,2-1-1,0 0 1,21 22 0,-4-12-307,-5-6-276,-1 2 0,-1 1 0,23 36-1,-47-63 1338,0 0-1,-1 0 0,1 0 0,-1 0 0,0 1 0,0-1 0,1 8 0,-1-3 199,-1-7-97,0 1 0,-1-1 0,0 1 0,0-1 0,0 1 0,0-1-1,0 0 1,0 0 0,0 1 0,-1-1 0,1 0 0,-3 2 0,2-2 144,-3 1 402,-4-3-377,7 1-214,0-1-1,1 0 1,-1 0 0,0 0-1,0 0 1,0 0-1,0 0 1,0 0-1,0 0 1,0-1 0,0 1-1,1-1 1,-1 0-1,0 1 1,0-1 0,1 0-1,-1 0 1,0 0-1,1 0 1,-1 0-1,1-1 1,-1 1 0,1 0-1,0-1 1,-1 1-1,1-1 1,-1-1 0,-1-3 2,1 0 1,0-1 0,0 1 0,1 0 0,-1-1 0,1 1 0,1-1 0,-1 1 0,1-1 0,0 0 0,1 1 0,-1-1 0,1 1 0,1-1 0,-1 1 0,1-1 0,0 1 0,1 0 0,-1 0 0,6-9 0,4-5 39,0 0 1,1 1-1,1 0 0,28-28 1,13-5 506,92-67 0,-123 102-397,97-65 956,-105 73-990,5-7 35,-19 14-176,0 0 0,1 0-1,-1 0 1,1 1 0,-1-1 0,1 0-1,0 1 1,-1 0 0,1-1-1,0 1 1,0 0 0,0 1-1,0-1 1,0 0 0,0 1-1,0 0 1,0 0 0,0 0 0,0 0-1,0 0 1,4 1 0,-5 0-52,1 0 1,-1 0-1,0 0 0,0 0 1,1 1-1,-1-1 1,0 1-1,0 0 1,0-1-1,-1 1 0,1 0 1,0 0-1,-1 0 1,1 0-1,-1 0 1,1 0-1,1 5 1,-2-4-129,1 0 0,0 1 0,0-1 1,0 0-1,1-1 0,-1 1 0,1 0 1,0-1-1,-1 1 0,7 3 0,0-3-160,-1 0 0,1-1 0,0 0 0,0 0 0,0-1 0,14 1 0,-2-1 12,-17 0 149,-4-2 88,0 0 51,0 0 1,0 0-1,1 0 0,-1 1 1,0-1-1,0 0 0,1 0 1,-1 0-1,1 1 0,-1-1 1,0 0-1,1 0 0,-1 1 1,1-1-1,0 0 0,0 0 1,0 0 6,-1 1 1,1 0-1,-1-1 0,0 1 1,1-1-1,-1 1 1,0-1-1,1 1 1,-1-1-1,0 1 1,1-1-1,-1 1 0,0-1 1,0 1-1,0-1 1,0 1-1,1-1 1,-1 1-1,0-1 1,0 0-1,0 1 1,0-1-1,0 1 0,0-1 1,0 1-1,-1-1 1,1 0-1,0 1 1,0-1-1,0 1 1,-1-1-1,1 1 0,0-1 1,0 1-1,-1-2 1,-3-4-184,1-2 0,1 1 0,-1 0 0,1-1 0,1 1 0,-1-1 0,1 1 0,1-1 0,-1 0 0,1 1 0,2-14 0,2-10-449,14-48 0,-7 36 869,8-39 6357,-13 99-5404,2 1-849,-1 0 1,-1 0-1,-1 0 0,4 27 1,-6-27-235,0 0 1,2-1-1,0 1 0,1-1 0,10 21 1,4 4-32,-15-31-42,-1-1-1,1 0 1,1 0 0,0 0-1,0 0 1,13 14 0,-17-22-133,1-5 109,-1 0 0,0 1-1,1-1 1,-1-1 0,0 1 0,0 0 0,-1 0-1,3-6 1,10-59-97,-11 49-178,0 0 0,9-26 0,2 11-595,2 0 0,1 1-1,36-53 1,76-83-2918,-51 80 425,10-2-1368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07:41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95 4480,'3'-20'1305,"4"3"-393,-1 3 416,0 2-1624,1-2-712,-7-3-2729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49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442 1 13709,'-12'10'524,"8"-5"-199,-1 0 0,-1-1 0,1 0 0,-1 0 0,1 0 0,-1 0 0,0-1 0,-1 0 0,1-1 0,-8 3 0,-3 2 253,0 0 1,0 1 0,0 1-1,1 1 1,1 0-1,0 1 1,0 0 0,-14 16-1,-14 16-583,-40 55 0,75-87-162,-4 2-488,2 2-1,0-1 1,-11 21 0,19-30 224,-1 0 0,1 0 1,0 0-1,1 0 1,-1 0-1,1 1 0,0-1 1,1 0-1,-1 1 0,1-1 1,0 1-1,0-1 1,1 1-1,2 9 0,-2-8-265,1 3-133,3-2-3384,3 2-822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49.6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 7285,'16'-4'304,"1"-2"976,0 2 1,1 0 0,24-2-1,-35 6-896,0 0 0,0 0-1,0 0 1,0 1 0,-1 1-1,1-1 1,0 1 0,0 0-1,-1 0 1,1 1 0,-1 0-1,11 7 1,-13-8-286,6 4 197,0 1 0,-1 0 0,0 0 0,10 11 0,-16-14-232,0-1 0,-1 0 0,1 1 0,-1-1 0,0 1 0,0 0 0,0 0-1,0 0 1,-1 0 0,0 0 0,0 0 0,0 0 0,0 0 0,0 0 0,-1 1 0,0-1 0,0 6 0,-1-2-58,-1 0 0,0 0 0,0 0 0,0 0 1,-1 0-1,0 0 0,-1-1 0,0 0 0,0 0 1,0 0-1,-1 0 0,0-1 0,-1 1 0,1-1 1,-10 8-1,-71 89-2277,84-101 2220,0 1-1,0-1 1,0 0 0,0 1-1,0-1 1,1 1-1,-1 0 1,1 0-1,0-1 1,0 1 0,0 0-1,0 0 1,0 0-1,0 0 1,1 0-1,0 0 1,0 0 0,0 0-1,0 0 1,0 0-1,0 0 1,1 0-1,-1 0 1,1 0 0,0 0-1,0 0 1,0 0-1,0 0 1,1-1-1,-1 1 1,1 0 0,-1-1-1,1 1 1,0-1-1,0 0 1,0 1-1,1-1 1,-1 0 0,3 1-1,9 9-41,1-2 0,1 0 0,0 0 0,33 13 0,5 0-27,2-2 0,107 25 0,-121-38 160,0-1 1,0-3-1,1-1 0,73-5 0,-17-8 729,-96 10-901,-21 6-1847,15-5 1680,-1 1 1,1-1-1,-1 0 1,0 0-1,1 0 1,-1-1 0,0 1-1,-6-1 1,-3 1-440,-37 4-2299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23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1514 294 9697,'-9'-9'250,"3"4"245,0 0-1,1 0 0,-1-1 1,-7-11-1,11 14-283,1 0 0,-1 0 0,1 0 1,0 0-1,0 0 0,1 0 0,-1 0 0,0 0 0,1 0 0,0-1 1,0 1-1,0 0 0,0 0 0,1-6 0,0 1 31,0 0 0,1 0-1,0 0 1,0 0 0,1 0 0,-1 0-1,2 1 1,-1-1 0,1 1 0,0 0-1,1 0 1,0 0 0,0 0 0,0 1 0,1 0-1,0 0 1,0 1 0,0 0 0,1 0-1,0 0 1,0 1 0,9-5 0,-5 3-128,0 1-1,0 0 1,0 0 0,1 2 0,-1-1 0,1 1 0,0 1 0,0 0 0,13 0 0,-22 2-96,0 0-1,1 0 1,-1 0 0,0 0 0,0 1 0,1-1-1,-1 1 1,0 0 0,0 0 0,1 0 0,-1 0 0,0 1-1,0-1 1,-1 1 0,1 0 0,0-1 0,0 2-1,-1-1 1,1 0 0,-1 0 0,0 1 0,0-1 0,0 1-1,0 0 1,0-1 0,0 1 0,-1 0 0,1 0-1,-1 0 1,0 1 0,0-1 0,0 0 0,0 0 0,-1 0-1,1 1 1,-1-1 0,0 5 0,0 8 9,-1 0 0,-1 0 0,0 0 1,-1 0-1,0 0 0,-2 0 0,0-1 1,-1 0-1,-13 26 0,-8 8 33,-50 70 0,8-28 21,-5-3 0,-158 147 0,-200 126-45,421-351-34,-244 184 96,-39 32-58,249-190-39,2 2-1,2 3 1,-53 65-1,88-97 19,-1-1 0,2 1 0,-1 0-1,-6 15 1,12-22-25,-1-1 0,0 1 0,1 0 0,-1-1 0,1 1 0,-1 0 0,1 0-1,0-1 1,0 1 0,0 0 0,0 0 0,0-1 0,0 1 0,0 0 0,0 0 0,1 0 0,-1-1-1,1 1 1,-1 0 0,1-1 0,0 1 0,0-1 0,0 1 0,0 0 0,0-1 0,0 0 0,0 1-1,0-1 1,0 0 0,1 1 0,-1-1 0,0 0 0,1 0 0,2 1 0,3 1-48,-1 0 0,1-1 0,-1 0 1,1 0-1,0-1 0,0 0 0,0 0 0,0-1 1,13 0-1,69-11-547,-54 5 320,112-18-1429,0-7 0,-2-7 0,-2-5 0,200-92 0,-275 104 673,-2-2-1,107-75 0,-144 86 821,-1 0 1,0-2-1,-2-2 0,-1 0 0,-1-1 0,-1-2 0,30-49 0,-42 57 293,0-1 0,-2 0 1,-1-1-1,0 0 0,-2 0 1,0 0-1,-2-1 0,-1 0 0,1-37 1,-4 39 253,-1 0 1,0 0 0,-2 1-1,-1-1 1,-1 1 0,0 0 0,-2 0-1,0 0 1,-1 1 0,-20-33-1,18 34 219,-2 1 0,-1 1-1,0 0 1,-1 1 0,-1 1-1,-28-24 1,38 35-359,0 0-1,0 1 1,0-1 0,-1 1 0,0 1 0,0-1-1,0 1 1,0 0 0,0 0 0,0 0-1,0 1 1,-1 0 0,1 0 0,0 1-1,-1 0 1,1 0 0,0 0 0,-1 1-1,1 0 1,0 0 0,-1 1 0,1 0-1,0 0 1,0 0 0,0 1 0,-10 5-1,7-1 110,-1 0 1,1 1-1,0 0 0,0 0 0,1 1 0,0 0 0,1 1 0,0 0 0,1 0 1,0 0-1,-8 18 0,-3 13 717,-20 76 0,36-114-991,-87 347 2477,6-23-1753,-102 376-5780,76-347-1470,54-187 159,8-10-3901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23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1449 775 8553,'1'-3'97,"3"-11"490,1 1 0,0 0 0,1 1 1,1-1-1,14-19 0,10-11 2202,47-88 0,-42 58-967,48-139 0,-34 60 374,-39 121-1653,-11 30-518,0 0 1,1 0 0,-1 0 0,0 1 0,0-1 0,0 0 0,0 0 0,0 0 0,0 0 0,0 0 0,0 0 0,0 0 0,0 0-1,0 0 1,0 1 0,-1-1 0,1 0 0,0 0 0,-1 0 0,1 0 0,0 0 0,-1 1 0,1-1 0,-1 0 0,0 0 0,1 1 0,-1-1-1,0 0 1,1 1 0,-1-1 0,0 1 0,0-1 0,1 1 0,-1-1 0,-2 0 0,1 0 19,-1 1 0,0-1 1,0 1-1,1-1 0,-1 1 0,0 0 0,0 0 1,0 0-1,0 0 0,-3 1 0,-7 3 106,1-1 0,-1 2-1,1-1 1,0 2 0,-20 11-1,-57 44 554,67-45-540,-68 54 260,4 4-1,2 4 0,4 3 1,4 4-1,-127 183 0,151-189-308,3 3 0,3 1-1,4 2 1,-52 155 0,79-192-83,2 1 0,3 1 0,1 0-1,3 0 1,2 0 0,2 1 0,3-1 0,1 1-1,3-1 1,17 76 0,12-9 54,62 138-1,-46-129-60,-42-104-20,0 1 0,-2-1 0,0 1 0,4 41 0,-10-51-9,1 1 1,-2-1 0,0 0 0,0 1 0,-1-1 0,-1 0-1,0 0 1,-1 0 0,-10 23 0,0-9 1,-2-1 1,0-1 0,-2 0-1,-1-2 1,-1 0 0,0-1-1,-44 35 1,-180 117-746,224-162 614,-31 22-681,-110 66-1549,132-85-1054,-57 20 0,70-30-3095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24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1251 560 14361,'-16'4'833,"1"0"0,-1 1 0,1 1 0,0 0 0,1 1 0,-1 0 0,2 2 0,-1-1 0,1 2 0,0 0 0,-18 19 0,-11 14 1242,-63 86-1,94-115-1853,-327 525 3570,336-535-3775,-20 35 62,-132 254 92,137-255-173,2 1 1,1 0-1,2 1 1,2 1-1,-8 75 1,16-99 2,2 1 0,0 0 0,1-1 0,0 1 0,2-1 0,0 0 0,7 24 0,-7-34 0,0 0 0,0 0 0,1 0 0,-1 0 0,1 0 0,1-1 0,0 1 0,-1-1 0,2-1 0,-1 1 0,1-1 0,0 0 0,0 0 0,0 0 0,1-1 0,-1 0 0,1 0 0,14 5 0,-2-4 1,-1 0 0,1-1 1,1-1-1,-1-1 0,0-1 0,0 0 0,1-2 1,-1 0-1,0-1 0,0-1 0,0 0 0,0-2 0,0 0 1,18-9-1,4-3-44,0-1 0,-1-3 0,-2-1 0,0-2 1,36-30-1,-15 5-168,-3-3 0,-1-2 0,-4-2 0,82-116 0,-60 60-19,112-230-1,-147 258 161,-4-1 0,-3-1 0,25-116 0,-47 158 46,-1-1 1,-3 0-1,-1 0 0,-3 0 1,-2 0-1,-1-1 1,-3 1-1,-16-74 0,15 96 16,-2 1 0,0 0-1,-1 0 1,-1 1 0,-1 0-1,-1 1 1,-1 0 0,-1 1-1,0 1 1,-24-24 0,24 29 3,0 1 1,-1 0 0,0 1 0,-1 1-1,-1 0 1,1 1 0,-1 1 0,-1 1-1,1 0 1,-1 1 0,-1 1 0,1 1-1,-26-3 1,15 6 7,0 0 0,-1 2 0,1 1 0,0 2 0,0 0 0,1 2 0,-1 1 0,1 2 0,1 0 0,-48 25 0,39-16 4,0 3 0,2 1 0,1 1 0,1 2 0,1 1-1,1 1 1,-34 40 0,41-37 11,1 2 0,1 0 0,2 1 0,1 1 0,2 1-1,1 0 1,1 1 0,3 0 0,1 1 0,1 1 0,2-1 0,-2 59 0,6-22 18,4 0 1,2 0-1,4-1 1,4 0 0,30 112-1,40 100 187,36 143 525,-97-333-465,-3 0 0,5 152 0,-22-205-278,-1-1 0,-3 1-1,-1-1 1,-2 1 0,-2-2-1,-2 1 1,-1-1 0,-20 41-1,9-33-4,-1-2-1,-3 0 1,-1-2-1,-3-2 1,-1 0-1,-38 37 1,40-50-108,-1-1 0,-1-1 0,-52 34 0,61-47-552,-1 0 0,0-2 0,-1 0 0,-1-2 0,1-1 0,-36 8 0,54-15 215,-1-1-1,1 0 1,-1 0-1,1-1 1,-1 0-1,0-1 1,-11-1-1,15 1-25,1 0 0,0 0 1,0 0-1,0 0 0,0-1 0,0 1 0,1-1 0,-1 0 0,0 0 0,1 0 0,-1 0 0,1 0 0,0 0 0,0 0 0,0-1 1,0 0-1,0 1 0,0-1 0,0 0 0,0-3 0,-8-32-10807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24.8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1258 484 6609,'16'-30'494,"11"-19"1298,45-62 1,-60 96-852,-1-2 1,-1 1 0,-1-1 0,-1-1-1,9-23 1,-13 29-200,-1-1 1,-1 1-1,1-1 1,-2 0-1,0 0 0,0 1 1,-2-1-1,-2-23 0,3 34-659,-1 1-1,0-1 0,1 0 1,-1 0-1,0 0 0,0 1 0,0-1 1,-1 1-1,1-1 0,0 1 1,0-1-1,-1 1 0,1 0 0,-1-1 1,1 1-1,-1 0 0,0 0 1,1 0-1,-1 0 0,0 1 1,0-1-1,0 0 0,1 1 0,-1-1 1,0 1-1,0 0 0,0-1 1,0 1-1,-3 0 0,-3 0 87,0 0 1,1 0-1,-1 1 0,0 0 0,1 0 0,-1 1 1,-8 2-1,-13 8 216,0 1 0,1 1 0,1 1 0,1 2-1,-41 32 1,30-18-24,2 2-1,-62 74 1,60-57-224,3 2 0,3 1 1,1 1-1,3 1 1,3 2-1,2 0 0,-16 67 1,2 24-2,-28 257 0,29-60-74,-4-26 43,33-269-97,-2-1 0,-3 0 1,-31 88-1,40-132-8,-18 46-48,-2-1 0,-2-1 0,-2-1 0,-3-1 0,-1-2-1,-3-1 1,-1-1 0,-42 40 0,32-41-3096,-89 67-1,130-134-3089,4 21 5471,1-1 1,-1 1-1,1-1 0,0 1 0,0 0 0,0 0 0,4-6 0,37-38-8998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25.7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474 469 11441,'-10'10'812,"6"-8"-341,1 1-1,0 0 1,0-1 0,0 1 0,0 1 0,1-1 0,-1 0 0,1 1 0,0-1-1,0 1 1,0 0 0,1-1 0,-1 1 0,-1 7 0,3-11-415,0 1 1,1 0 0,-1 0 0,0 0-1,0-1 1,0 1 0,1 0-1,-1-1 1,1 1 0,-1 0 0,0-1-1,1 1 1,-1 0 0,1-1-1,0 1 1,-1-1 0,1 1 0,-1-1-1,1 1 1,0-1 0,-1 1-1,1-1 1,0 0 0,0 1 0,-1-1-1,1 0 1,0 1 0,0-1-1,-1 0 1,1 0 0,0 0 0,1 0-1,27 0 427,-7-6-190,-1 0 0,1-2 0,-1 0 0,27-16 0,-1 2 425,-31 14-334,0-2-1,0 1 1,-1-2-1,0 0 1,-1-1 0,13-13-1,-25 23-325,0 0-1,-1 0 0,1 0 0,0 0 1,-1 0-1,0-1 0,1 1 0,-1 0 1,0-1-1,0 1 0,0-1 0,0 1 1,0-4-1,-1 5-43,0 0-1,0-1 1,0 1 0,0 0 0,0 0 0,-1 0 0,1 0 0,0 0 0,0 0-1,-1 0 1,1 0 0,-1 0 0,1 0 0,-1 0 0,1 0 0,-1 0-1,0 1 1,1-1 0,-1 0 0,0 0 0,0 1 0,0-1 0,1 0 0,-1 1-1,0-1 1,0 1 0,0-1 0,0 1 0,0-1 0,0 1 0,0 0-1,0-1 1,-2 1 0,-6-1 25,0 0 0,0 0 0,0 1 0,-1 0 0,1 1 0,0 0 0,0 0 0,0 1 0,0 0 0,0 1 0,1 0 0,-1 0 0,-13 8 0,-16 9 75,-55 39 1,82-52-92,-56 40 82,3 2-1,-58 58 1,88-74-76,2 2-1,1 1 1,2 1 0,-45 77 0,69-104-18,-1 1 0,2-1 0,-1 1 0,2 0 0,-1 0 0,1 1 0,1-1 0,0 0 0,0 21 0,2-25-12,1-1-1,-1 1 1,1-1-1,1 1 1,-1-1-1,1 0 0,1 1 1,-1-1-1,1 0 1,0 0-1,0-1 1,0 1-1,1-1 1,0 0-1,0 0 1,1 0-1,-1 0 1,10 7-1,0-3-9,0 0-1,0-1 1,0 0 0,1-2-1,0 0 1,1 0 0,-1-1 0,1-1-1,0-1 1,0 0 0,24 1-1,3-3-31,-1-1 0,1-2 1,50-8-1,-51 3 30,0-2 1,0-1-1,-2-3 0,1-1 1,-2-1-1,0-3 1,42-25-1,-55 26-100,0-1 0,-1-1 0,-1-1 0,-1-1 0,0-1 0,-2-1 0,-1-1 0,-1 0 0,0-2 0,20-39 0,-23 32-85,0 0 0,-2-1 0,-2 0-1,14-64 1,-23 81 128,0 0-1,-2 0 1,0 0-1,-1 0 1,-3-22 0,1 29 28,0-1 1,0 1 0,-1 0 0,-1 0 0,1 0-1,-2 1 1,1-1 0,-1 1 0,-9-13 0,8 15 21,0 0-1,0 1 1,-1 0 0,0 0 0,-8-6 0,11 9-4,0 0 1,0 1-1,0 0 1,-1-1-1,1 1 1,-1 1-1,1-1 1,-1 1-1,0 0 1,0 0-1,-6-1 1,21 15-2,8-2 23,0 0 1,0-1-1,2-1 1,-1-1 0,1-1-1,34 8 1,16 8 23,-26-6-45,-1 1 0,61 37-1,-87-44 21,1 0-1,-2 1 0,0 1 1,0 1-1,-1 0 0,-1 1 1,0 1-1,13 20 1,-21-27 4,0 1 1,-2 0-1,1 1 1,-1-1 0,-1 1-1,1 0 1,-2 0-1,0 0 1,0 0 0,-1 0-1,0 0 1,-1 1-1,0-1 1,-4 19 0,-3 6 8,-2-1 0,-1 0 0,-18 40 0,4-10 43,14-40-72,4-14 28,2 0 0,0 0 0,0 1 1,-3 15-1,7-26-7,-1 1 1,1 0-1,0 0 0,0-1 1,0 1-1,0 0 0,0 0 1,0-1-1,0 1 0,1 0 1,-1 0-1,0-1 0,1 1 1,0 0-1,-1-1 0,1 1 1,0-1-1,0 1 0,0-1 1,0 1-1,0-1 0,0 1 1,0-1-1,0 0 1,1 0-1,-1 0 0,1 1 1,-1-1-1,0-1 0,1 1 1,0 0-1,-1 0 0,1 0 1,-1-1-1,3 1 0,9 2 0,0-1 0,0-1 0,0 0-1,0-1 1,0 0 0,1-1 0,-1 0-1,16-4 1,108-33 12,-126 34-13,58-20-180,-1-3 1,-1-4 0,-2-2-1,-1-3 1,-2-2-1,-1-4 1,-3-2-1,-1-2 1,98-107-1,-7-15-150,132-199 1,-262 341 290,1 0 0,44-44 0,-60 68 45,-1 26 56,-5 1-21,0 1 0,-2 0 0,-1-1 1,-1 0-1,-1 0 0,-15 32 0,8-19 128,-16 60 0,22-57-159,-4 15 82,-11 100 1,23-139-82,0 0 0,1-1 0,1 1 1,1-1-1,0 1 0,1-1 1,1 1-1,0-1 0,2-1 1,11 27-1,-10-31 22,0 0 1,1 0 0,0-1-1,0-1 1,13 12 0,-6-7 70,-12-11-96,0 0 1,0 0 0,0-1 0,1 1 0,-1-1 0,1 0-1,0 0 1,-1 0 0,1 0 0,0-1 0,0 0 0,0 0-1,1 0 1,-1 0 0,0 0 0,0-1 0,0 0 0,0 0-1,1 0 1,-1 0 0,0-1 0,0 0 0,7-1 0,-4-1-10,0 1 0,-1-1 1,0 0-1,1-1 0,-1 1 1,-1-1-1,1-1 1,0 1-1,-1-1 0,0 0 1,0 0-1,0 0 1,6-10-1,54-73-825,95-99-1,-134 157 333,10-10-1400,59-48-1,-76 72 360,0 2 0,2 0 0,-1 1 0,2 1 0,32-14 0,-4 11-4796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26.2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589 466 8157,'-1'-2'267,"0"-1"0,0 1 1,0 0-1,1 0 0,-1-1 0,1 1 1,-1 0-1,1-1 0,0 1 1,0 0-1,0-1 0,0 1 0,1-5 1,1-11 3024,-11-50 1012,15 15-3021,20-83 1,-20 111-1057,0 4-13,5-34 246,-10 53-446,-1 0-1,0 0 0,0 0 1,0 0-1,0 0 0,0-1 1,-1 1-1,1 0 0,-1 0 1,1 0-1,-1 0 0,0 0 1,0 0-1,0 0 0,0 0 1,0 0-1,0 0 0,0 1 1,-1-1-1,-1-2 0,1 3-2,0 0 1,-1 0-1,1 0 0,0 0 0,0 0 0,0 1 0,-1-1 0,1 1 0,0-1 0,-1 1 0,1 0 0,0 0 0,-1 0 0,1 0 0,0 0 0,-1 1 0,1-1 0,0 1 0,0 0 0,-4 1 0,-43 21 35,45-21-38,-22 14 21,0 1-1,1 1 0,-40 39 0,-59 74 111,110-115-134,-14 18-80,1 0 0,-30 55-1,40-62 17,-4 6-203,1 0-1,-24 59 0,40-80-73,0 0-1,1 0 1,0 1-1,1 0 0,0 0 1,1 0-1,0-1 1,1 1-1,1 0 1,2 18-1,-2-28 210,-1 0 1,1 0-1,-1 0 0,1 0 0,0-1 1,0 1-1,0 0 0,1 0 1,-1-1-1,0 1 0,1-1 0,0 1 1,0-1-1,0 0 0,0 1 0,0-1 1,0 0-1,0 0 0,1-1 1,-1 1-1,1 0 0,-1-1 0,1 0 1,0 1-1,0-1 0,-1 0 0,4 0 1,-2 0 42,0-1 0,0 0 1,0 0-1,1 0 0,-1-1 1,0 1-1,0-1 0,0 0 1,0 0-1,-1-1 0,1 1 0,0-1 1,0 0-1,-1 0 0,1 0 1,-1 0-1,0 0 0,0-1 1,0 0-1,5-4 0,13-19-11,0 0 0,-2-2 0,0 0 0,19-43 0,-22 40 347,1 1 1,1 0 0,2 2 0,31-37-1,-41 56-72,0-1 0,0 1-1,1 0 1,0 1 0,0 1 0,1 0-1,0 0 1,21-7 0,-28 12-82,1 0 0,-1 1 0,1-1 0,0 1 0,-1 1 1,1-1-1,0 1 0,0 0 0,-1 0 0,1 1 0,0-1 0,0 1 0,-1 1 1,1-1-1,-1 1 0,1 0 0,-1 0 0,0 1 0,0-1 0,0 1 0,0 0 1,8 7-1,-5-3 75,0 2 0,0-1 1,-1 1-1,0 0 0,-1 0 1,0 1-1,5 10 0,30 77 1005,-6-13-103,-28-71-935,-4-10-40,-1 0-1,0 1 1,0-1-1,0 0 1,-1 1-1,1 0 1,-1-1-1,1 6 1,3-10 46,5 0-159,-1-1 0,1 0-1,0-1 1,-1 0 0,0-1-1,0 0 1,13-7 0,59-45-1264,-77 53 1206,55-42-1480,144-105-8065,-122 98 2032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21.0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1240 1478 5609,'0'0'9179,"1"2"-8436,1 3-380,0 0 0,-1 0 0,0-1-1,0 1 1,-1 0 0,1 0-1,-1 0 1,0 0 0,0 0-1,-2 7 1,2-9 21,-7 14 322,-12 23 2355,1-34-2098,17-6-906,1 1 1,-1-1 0,0 0-1,0 1 1,1-1 0,-1 0-1,0 1 1,0-1-1,0 0 1,1 0 0,-1 1-1,0-1 1,0 0 0,0 0-1,0 0 1,1 0-1,-1 0 1,0-1 0,0 1-1,0 0 1,1 0 0,-1 0-1,0-1 1,0 1 0,0 0-1,1-1 1,-2 0-1,0 0 22,-1 0 0,1-1 0,0 1-1,-1-1 1,1 0 0,0 1 0,0-1-1,0 0 1,0 0 0,1-1 0,-1 1-1,1 0 1,-1 0 0,1-1 0,0 1-1,-1-1 1,1 1 0,1-1 0,-2-5-1,1 1-5,1-1 0,0 0 1,1 1-1,0-1 0,3-13 0,1-12 32,55-249 270,-23 129-322,8-40-6,-7 35 195,22-204 0,-39 229 125,-14 95-233,-5 21-36,0 0 0,-1 0 0,-1 1 0,-1-1 0,0 0 0,-6-29 0,7 46-97,0 0-1,0 0 0,0 0 0,-1-1 0,1 1 1,0 0-1,0 0 0,0 0 0,0 0 1,0 0-1,0 0 0,0 0 0,0-1 0,0 1 1,0 0-1,-1 0 0,1 0 0,0 0 0,0 0 1,0 0-1,0 0 0,0 0 0,0 0 0,0 0 1,-1 0-1,1 0 0,0 0 0,0 0 0,0 0 1,0 0-1,0 0 0,-1 0 0,1 0 1,0 0-1,0 0 0,0 0 0,0 0 0,0 0 1,0 0-1,-1 0 0,1 0 0,0 0 0,0 0 1,0 0-1,0 0 0,0 0 0,0 0 0,-1 0 1,1 0-1,0 1 0,0-1 0,0 0 0,0 0 1,0 0-1,-22 8 100,1 0 1,0 2-1,1 0 1,0 1 0,0 1-1,1 1 1,1 1-1,-19 17 1,-15 18 332,-61 74 1,56-53-356,4 1 1,3 4-1,3 1 0,3 2 1,-46 116-1,73-149-78,2 0 0,2 1 0,2 1 0,3 0 0,1 0 0,2 1 0,3 0 0,1 0 0,3 0 0,1-1 0,3 1 0,2-1 0,2 0 0,27 79 0,-2-35 0,69 125 0,66 79 0,-121-214 0,5 9 0,277 502 0,-311-549 0,-1 0 0,-3 1 0,-1 1 0,-2 0 0,-2 1 0,8 85 0,-17-109 0,-1 0 0,-2-1 0,0 1 0,-1 0 0,-1-1 0,-1 0 0,-1 0 0,-1 0 0,-1 0 0,-1-1 0,0 0 0,-2-1 0,0 0 0,-1 0 0,-1-1 0,-27 32 0,10-22 0,-1 0 0,-2-2 0,0-1 0,-2-2 0,-67 35 0,-194 69 0,127-67-1142,-268 58 0,411-113 519,0-1 0,0-1 0,-32 0 0,50-3 297,-1 0 0,1-1-1,0 0 1,0 0-1,0 0 1,0-1-1,0 0 1,0 0-1,0-1 1,1 0-1,-1 0 1,1-1-1,0 0 1,0 0 0,-9-8-1,12 9-88,1 0 0,0 0 1,0 0-1,0 0 0,0 0 0,1-1 0,-1 1 0,1-1 0,0 1 1,0-1-1,0 1 0,0-1 0,1 0 0,0 1 0,0-1 0,0 0 1,0 0-1,0 1 0,0-1 0,1 0 0,0 1 0,2-7 1,18-48-9829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21.6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813 981 7401,'0'-38'743,"0"27"-351,0-1 0,0 1 0,1 0 0,1 0 0,0-1-1,0 1 1,5-12 0,-4 14 376,-1 0-1,-1 1 1,0-1 0,0 0-1,-1 0 1,0 0 0,-2-16-1,-1 4 1292,-12-39 1,14 56-1796,-1-1 1,0 1 0,0-1 0,0 1 0,-1-1-1,-3-3 1,6 6-201,-1 1 0,0 0 0,0 0 0,0 0 0,0 0 0,0 0 0,0 0 0,0 0 0,-1 0 0,1 1 0,0-1 0,0 0 0,-1 1-1,1-1 1,0 0 0,-1 1 0,1 0 0,-1-1 0,1 1 0,-1 0 0,1 0 0,0 0 0,-1 0 0,-2 0 0,-2 3 120,-1 1 0,1-1 0,0 1 0,0 1 0,0-1 1,0 1-1,1 0 0,-9 10 0,14-14-177,-13 14 232,1 1-1,1 1 1,0 0-1,1 0 1,1 1-1,1 1 1,-9 29-1,5-18-8,-203 537 1662,-18 74-1077,190-497-624,7 1 0,-27 234 1,57-317-157,3 0 1,9 114 0,-3-149-24,1-1 0,1 0 0,1 0 0,2 0 0,0-1 0,1 0 0,2 0-1,1-1 1,16 26 0,-20-40-23,-1 0 0,1 0 0,1 0 1,0-1-1,0-1 0,0 1 0,1-1 0,1-1 0,-1 0 0,1-1 0,0 0 0,1 0 0,23 7 0,-20-9-16,0-1-1,0-1 0,0 0 1,1-1-1,-1-1 1,1 0-1,-1-1 1,1-1-1,-1 0 0,0-1 1,17-6-1,-6 0-34,-1-1 0,1-2 0,-2 0 0,1-2 0,-2 0 0,0-2 0,-1 0 0,37-37 0,2-10-228,78-103 0,-59 57-25,-5-3 0,-5-3-1,89-199 1,-94 158 75,-7-3-1,55-245 1,-89 290 110,10-135-1,-29 181 67,-4 0 1,-2 1-1,-15-97 1,6 100 37,-4 0 1,-3 1 0,-2 1 0,-3 1-1,-2 0 1,-56-97 0,59 124 46,-1 0 1,-1 2-1,-2 1 1,-1 0-1,-2 2 0,0 2 1,-2 0-1,-1 2 1,-1 1-1,-1 2 1,-1 1-1,-42-19 1,56 32 23,-1 0-1,0 1 1,0 2 0,-1 0 0,0 1 0,0 1 0,0 1 0,0 1 0,0 1 0,0 0 0,0 2 0,0 1 0,-35 9 0,41-8 13,2 1 0,-1 1 0,1 0 0,0 1-1,0 0 1,1 1 0,0 1 0,0 0 0,1 1 0,0 0 0,1 1 0,0 0 0,0 1 0,1 0 0,1 0 0,0 1-1,1 1 1,1-1 0,0 1 0,-6 15 0,5 0 84,0 1-1,2-1 1,1 1 0,1 0-1,2 0 1,1 0 0,1 0-1,2 0 1,8 46 0,9 19 338,50 149 0,70 113-235,28-12-205,3 9-78,-28 11 53,-121-297-15,-4 0 0,-3 2 0,-2 0 0,-4 0 0,-3 1 0,-5 96 0,-3-122 0,-2 1 0,-2 0 0,-2-1 0,-2-1 0,-2 0 0,-2 0 0,-2-1 0,-1-1 0,-3-1 0,-46 70 0,32-65-59,-3-1 1,-1-2-1,-79 66 0,-151 91-2196,228-172 301,-1-2 0,-76 34 0,116-59 1629,0 0 0,0 0 0,0-1 0,0 1 0,0 0 0,0-1 0,-1 0 1,1 1-1,0-1 0,-4 0 0,4 0-44,1-1 1,0 1 0,0-1 0,0 1-1,0-1 1,0 0 0,0 1 0,0-1-1,0 0 1,0 0 0,0 0 0,0 1-1,1-1 1,-1 0 0,0 0 0,1 0-1,-2-2 1,-12-29-10860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22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505 132 12033,'13'-24'1997,"-13"23"-1888,0 1 0,0-1 0,1 0 0,-1 0 0,0 1 0,0-1 0,0 0 0,0 0 0,0 0 0,0 1 1,0-1-1,-1 0 0,1 0 0,0 1 0,0-1 0,0 0 0,-1 0 0,1 1 0,0-1 0,-1 0 0,1 1 0,-1-1 0,1 1 0,-1-1 0,1 0 0,-1 1 0,0-1 0,-1-1 298,-8-15 1368,6 10-521,-1-1 0,1 1 0,-2 0-1,-9-10 1826,3-6 600,18 29-3609,-1 0-1,1 0 1,-1 0 0,0 1-1,-1 0 1,0 0 0,0 0-1,0 0 1,5 15 0,-5-6-22,0 0 0,-1 0 0,0 0 0,0 22 0,-3 24 111,-2 0 0,-3 0-1,-3-1 1,-26 105 0,-95 235-161,73-247 2,-93 269 0,36 7 0,103-379 0,3 0 0,2 0 0,2 0 0,2 0 0,10 88 0,-6-118 0,2 1 0,0-2 0,1 1 0,2 0 0,0-1 0,20 35 0,-19-41 0,0-1 0,0-1 0,2 1 0,-1-2 0,2 1 0,-1-2 0,2 1 0,-1-2 0,1 1 0,20 9 0,-8-8-15,0 0-1,1-2 1,1-1-1,-1-1 1,1-1-1,1-1 1,-1-1-1,1-2 1,39-2-1,3-3-929,-1-4-1,107-23 0,-46-5-3157,205-84 0,-132 42-3288,-31 17-3803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27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422 1 10077,'0'0'8902,"-2"2"-7692,-8 14-420,1 1 0,1 0 0,0 1 0,1 0 0,-4 19 1,-20 101 1030,11-43-788,-150 510 1264,126-448-5381,-34 237 0,57-186-1718,19-69-2223,7-43-2077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27.6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22 152 14253,'-7'9'528,"6"-8"-421,0 0-1,0 1 1,-1-1 0,1 0 0,0 1-1,0-1 1,0 1 0,1-1 0,-1 1-1,0-1 1,0 1 0,1 0 0,-1-1-1,1 1 1,0 0 0,-1-1-1,1 1 1,0 0 0,0 0 0,0-1-1,0 1 1,0 0 0,1 0 0,-1-1-1,0 1 1,1 0 0,-1-1 0,2 3-1,5 8 311,1-1 0,0 0-1,0 0 1,1-1 0,1 0-1,0-1 1,0 0 0,1 0-1,0-1 1,24 13 0,10 3 158,77 26 1,-116-47-520,101 34-182,1-5 1,120 20-1,231 8-2199,-240-49 706,1-10 1,-1-9 0,279-47 0,-113-19 378,-290 49 1098,179-73 1,-228 77 432,0-3 1,72-49 0,-99 59 204,0-1 0,-1 0 0,0-1 0,-2-1 0,0-1 0,0-1 0,22-37 0,-37 55-413,0 0 0,-1 0-1,1 0 1,0 0 0,-1-1-1,1 1 1,-1 0-1,0 0 1,1-1 0,-1 1-1,0 0 1,0-1 0,0 1-1,0 0 1,0-1 0,0 1-1,0 0 1,-1-1 0,1 1-1,0 0 1,-1 0-1,1-1 1,-1 1 0,1 0-1,-1 0 1,1 0 0,-3-3-1,2 3 28,-1-1 0,0 1 1,0 0-1,0-1 0,0 1 0,0 0 0,0 0 0,0 0 0,0 0 0,0 0 0,0 1 0,-1-1 0,1 1 0,0 0 0,-4-1 0,-4 1 171,0 1 0,0 0 0,0 0 0,0 1 0,0 0 0,1 1 1,-18 7-1,-69 37 968,80-39-1069,-93 54-156,3 4 1,-191 158-1,143-84-4190,12 8-3896,54-45-2364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29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370 1095 12765,'7'-22'430,"-1"7"44,0-1 0,-2 1 0,0-1 0,-1 0 0,0 0 0,0-26 0,6-101 6971,-9 133-6605,-3 10 307,-8 19 373,7-11-1684,-17 38 769,3 1 0,2 0 0,-14 68 0,10-41-203,-206 837 1610,167-577-2060,55-293 22,2-1 0,1 1 0,3 0 1,1 0-1,1-1 0,14 52 0,-15-80 1,1 1 0,0-1 0,1 0 0,1 0 0,0 0 0,1-1 0,0 0 0,0 0 0,1-1 0,1 0 0,-1 0 0,2-1 0,-1 0 0,1 0 0,1-1 0,0-1 0,0 0 0,0 0 0,1-1 0,-1-1 0,2 0 0,-1 0 0,0-1 1,20 3-1,2-2-83,0-3 0,0 0 1,0-3-1,0 0 1,0-3-1,0 0 1,59-17-1,-16-2-151,-1-3 0,87-44 0,-32 6-396,209-141-1,-245 138 304,-3-5 0,135-136 0,-186 163 169,-1-1-1,48-74 0,-83 111 157,0 1 0,0-1 0,0 0 0,-1-1 0,-1 1 0,1-1 0,1-11 0,-5 19 21,0 1-1,0-1 0,0 1 1,0-1-1,0 0 0,-1 1 0,1-1 1,-1 1-1,1-1 0,-1 1 0,1-1 1,-1 1-1,0-1 0,0 1 1,0 0-1,1 0 0,-1-1 0,-1 1 1,1 0-1,0 0 0,0 0 0,0 0 1,-1 0-1,1 0 0,0 0 0,-1 0 1,1 1-1,-1-1 0,1 1 1,-1-1-1,1 1 0,-1-1 0,1 1 1,-1 0-1,1 0 0,-3-1 1,-4 0-7,0 0 0,0 1 1,0 0-1,0 0 0,0 0 1,-12 3-1,-1 3-115,0 1 0,0 1-1,1 1 1,0 0 0,0 2 0,-21 15-1,-4 6-849,-54 50-1,89-72 673,0 0 0,0 0 0,2 1-1,-1 0 1,1 1 0,1 0 0,-11 21 0,18-31 307,-1-1 0,0 1 0,1-1 0,-1 1 0,1-1 0,-1 1 0,1 0 0,0-1 0,0 1 0,0-1 0,0 1 0,0 0 1,0-1-1,0 1 0,0-1 0,0 1 0,1 0 0,-1-1 0,1 1 0,-1-1 0,1 1 0,0-1 0,0 0 0,-1 1 0,1-1 1,0 0-1,0 1 0,0-1 0,0 0 0,1 0 0,-1 0 0,0 0 0,0 0 0,1 0 0,-1 0 0,1 0 0,-1-1 0,0 1 0,3 1 1,6 1 184,0 0 0,0 0 0,0-1 0,19 2 0,-22-3-151,15 1 234,-1-1 1,1-2-1,41-4 0,66-19 461,-98 17-607,-4 0-97,0-2 0,-1-1 0,0-1-1,0-1 1,-1-1 0,31-22 0,-44 26-80,-1-1 0,0 0-1,0-1 1,-1 0 0,0 0-1,-1-1 1,8-15 0,-6 11 4,1 0 0,0 0 1,19-17-1,-16 19 30,0 2 0,1-1 0,0 2 0,31-17 0,-41 25 16,0 0 1,1 1 0,-1 0-1,1 0 1,0 0-1,-1 1 1,1 0 0,0 0-1,0 1 1,0 0-1,0 0 1,-1 0 0,1 1-1,0 0 1,0 1-1,-1-1 1,13 6-1,0 1 5,-7-2 2,0-1-1,0 0 1,1-1 0,-1 0-1,1-1 1,0-1 0,18 2-1,-13-5 1,-1 0-1,0-1 0,-1-1 0,1-1 0,0 0 0,16-8 0,94-45 17,-66 27-13,538-269 322,-550 272-166,44-23-253,-91 50 130,-7 1-180,-70 30-684,72-29 599,11-3-63,0-1 270,0 0 1,0 0 0,-1 0-1,1-1 1,-1 0 0,1-1-1,8-5 1,14-6 58,-19 10 24,1-1 1,17-14-1,-3 3 151,-25 16 144,-2 2-295,-1-1 1,0 1-1,0-1 0,0 1 0,1 0 0,-1 0 1,0-1-1,0 1 0,1 0 0,-1 1 0,1-1 1,-1 0-1,1 0 0,-3 3 0,-16 22 389,18-24-352,-11 17 217,1 0 1,1 1-1,1 0 1,1 1-1,1 0 0,1 0 1,0 1-1,2 0 1,0 0-1,-2 36 1,4 19 260,11 136 0,-1-79-312,-12 328 246,-5-336-415,-45 206-1,27-211-292,-6-1 1,-5-2-1,-71 151 0,81-212-67,-3 0 1,-3-3-1,-46 58 1,52-78 115,-2 0 1,-2-2 0,0-1-1,-2-2 1,-46 30-1,67-50 117,1-2-1,-1 1 1,0-2 0,-1 0-1,1-1 1,-27 7-1,35-11 33,1 0-1,-1 0 1,0-1-1,1 1 0,-1-1 1,1 0-1,-1-1 1,0 0-1,1 1 0,-1-2 1,1 1-1,0-1 1,-1 0-1,1 0 1,0 0-1,0 0 0,0-1 1,0 0-1,1 0 1,-1-1-1,-7-6 0,7 4 6,1-1-1,-1 1 0,1-1 0,0 0 1,0 0-1,1 0 0,0-1 0,1 1 1,-1-1-1,1 0 0,1 1 0,-1-1 0,1-9 1,0-9 8,1 1 1,6-50 0,6 9-35,2 1 0,3 1-1,3 1 1,43-96 0,138-231-443,-94 213 54,7 5 0,163-189 0,307-287-319,-59 70 821,-445 490 171,-44 50-144,-1-2 0,-2-1 0,40-64 0,-88 108-10,11 0-136,-1 1-1,1-1 1,-1 1 0,1 0 0,0 0 0,1 0-1,-1 1 1,1-1 0,-1 1 0,2 0 0,-1 0 0,0 0-1,1 0 1,0 0 0,0 1 0,-2 9 0,-2 11-199,1 1 1,-2 32-1,6-46 161,0-1 1,1 1 0,1 0-1,0-1 1,0 1-1,2 0 1,-1-1-1,1 0 1,1 0-1,0 0 1,1 0-1,1 0 1,7 11-1,-8-15 45,0 0-1,1-1 0,0 0 0,1-1 0,-1 1 0,1-1 0,1 0 0,-1-1 1,1 0-1,0 0 0,0 0 0,0-1 0,1 0 0,-1-1 0,1 0 0,0 0 1,0-1-1,13 1 0,1-1 3,-1-1 1,0 0 0,1-2-1,-1-1 1,0-1 0,0-1-1,0-1 1,-1 0 0,1-2-1,25-12 1,-10 2 10,-2-1 0,0-3 0,-1 0-1,57-49 1,-69 52-3,1 0 0,0 2 0,38-20-1,-49 36-2,74 20 2,-57-11 50,2-2 1,-1-2 0,53 4-1,-19-10-20,0-2 0,77-15 0,-107 11 24,0-1 0,-1-1 1,0-3-1,0 0 0,52-29 0,-64 27-105,-1 0-1,-1-1 1,-1-1-1,0-1 1,21-25-1,-39 42 50,1-1-1,0 1 0,0-1 1,-1 0-1,1 1 0,0-1 0,-1 0 1,1 1-1,-1-1 0,1 0 1,-1 0-1,1 1 0,-1-1 0,0 0 1,1 0-1,-1 0 0,0 0 1,0 0-1,1 1 0,-1-1 0,0 0 1,0 0-1,0 0 0,0 0 1,0 0-1,0 0 0,0 0 0,-1 0 1,1 0-1,0 1 0,0-1 1,-1 0-1,0-1 0,0-1 16,1 1-12,-1 1 0,0-1 0,1 1 0,-1-1 0,0 0 0,0 1 0,0-1 0,-1 1 0,1 0 0,0-1-1,0 1 1,-1 0 0,1 0 0,-1 0 0,1 0 0,-1 0 0,-2-1 0,-1 0-5,1 1-1,-1-1 1,0 1 0,1 0-1,-1 0 1,-8 1-1,-7 0-76,0 1 0,-29 6 1,38-5 9,-8 2 136,-2-1-1375,21-5 703,11-6 437,-4 5 124,0-1 1,0 1-1,0 0 0,0 1 0,0 0 0,0 0 0,1 0 1,12 0-1,-17 2 44,-1 0 0,1 0 0,-1 0 0,1 0 0,-1 1 0,1-1 0,-1 1 0,0 0 0,1 0 1,-1 0-1,0 0 0,0 0 0,0 0 0,1 0 0,-1 1 0,0-1 0,-1 1 0,1 0 0,0-1 0,0 1 0,-1 0 0,1 0 0,-1 0 1,0 0-1,1 1 0,-1-1 0,0 0 0,0 0 0,0 1 0,-1-1 0,2 5 0,3 27-74,-3-22 87,0 0 1,1 1-1,5 17 1,-7-27-13,1 0 0,-1 0 1,0 0-1,1 0 0,0-1 0,-1 1 1,1 0-1,0-1 0,1 0 1,-1 1-1,0-1 0,1 0 0,-1 0 1,1 0-1,0 0 0,-1-1 1,1 1-1,0-1 0,3 1 0,1 0 59,1 0-1,-1-1 0,0 0 0,1-1 0,-1 1 1,1-1-1,-1-1 0,0 1 0,1-2 0,-1 1 0,10-3 1,3-3 107,1-1 0,32-17 0,-32 13 4,-1 0 1,0-2-1,0-1 1,-1 0-1,19-22 0,76-95 472,-29 31-291,-84 100-329,-1 0-1,2-1 1,-1 1 0,0 0 0,0 0 0,0-1 0,0 1-1,1 0 1,-1 0 0,0 0 0,1 1 0,-1-1 0,1 0 0,-1 1-1,1-1 1,0 0 0,-1 1 0,1 0 0,-1-1 0,1 1-1,0 0 1,-1 0 0,1 0 0,0 0 0,-1 0 0,1 0-1,0 1 1,-1-1 0,1 0 0,-1 1 0,1 0 0,0-1 0,-1 1-1,1 0 1,-1-1 0,0 1 0,1 0 0,-1 0 0,0 0-1,1 1 1,-1-1 0,0 0 0,0 0 0,0 0 0,1 2 0,4 6 57,-1-1 0,0 1 1,0 0-1,-1 0 0,0 0 1,4 14-1,1 10 268,-2 1-1,-1 0 1,-2 0-1,1 42 1,-6-13 277,-11 90 0,1-72-436,-4 0-1,-4-1 1,-3-1-1,-4 0 1,-2-2-1,-5-2 1,-2-1-1,-62 96 1,12-46-151,-6-4 0,-5-4 0,-5-4 0,-156 134 0,-26-16 54,281-228-78,-1 0 1,0 0-1,0 0 0,0 0 0,0-1 0,0 0 1,0 1-1,-6 0 0,8-2-3,0 0 1,0 1-1,0-1 1,1 0-1,-1 0 1,0 0-1,0 0 1,0-1-1,0 1 1,0 0-1,1 0 1,-1 0-1,0-1 1,0 1-1,1 0 1,-1-1-1,0 1 1,0-1-1,1 1 1,-1-1-1,0 1 1,0-2-1,0 0 1,0 0-1,0 0 1,0 0-1,1-1 1,-1 1-1,1 0 1,0 0-1,0-1 0,0 1 1,0 0-1,0 0 1,0-1-1,0 1 1,1 0-1,-1 0 1,1-1-1,0 1 0,-1 0 1,1 0-1,0 0 1,0 0-1,2-3 1,80-147-165,152-210 1,138-119-661,646-626-1323,-337 455 1914,-646 619 349,-25 27 44,-11 9 1,-15 18 181,-208 238 1374,23-29-996,148-164-469,-70 116 1,109-161-289,1 2 0,1-1 0,1 1 0,1 1 0,2 0 1,-11 48-1,17-63-75,0 0 1,1-1-1,-1 1 1,2 0 0,-1 0-1,1 0 1,1-1-1,0 1 1,0 0-1,0-1 1,1 0-1,0 1 1,1-1 0,0 0-1,0-1 1,1 1-1,0-1 1,0 0-1,1 0 1,0 0-1,0-1 1,0 0-1,10 7 1,4 0-390,0 0 0,2-2-1,-1 0 1,1-1 0,1-1 0,-1-2 0,2 0 0,-1-1-1,1-1 1,26 1 0,13-1-1302,1-2 0,105-10 0,-35-9-735,2-6-872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30.0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395 161 13041,'-26'-23'1896,"-2"14"73,-4 1 39,-3-1 52,-25-2-168,21 5-276,1 0-304,0 1-328,19 2-151,-9 0-353,-1 0-616,16-8-949,4 2-1255,9-11-1636,3 3-2121,22 0-5376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31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1026 319 9505,'0'-4'1364,"0"0"-1183,1 0 0,-1-1-1,1 1 1,0-1 0,0 1 0,0 0-1,1 0 1,-1 0 0,1 0 0,0 0 0,0 0-1,1 0 1,-1 1 0,1-1 0,0 1 0,0-1-1,0 1 1,0 0 0,7-5 0,14-12 242,2 1 0,0 1 0,1 1 0,0 1 0,53-22 0,-14 14 268,105-26-1,-127 41-372,1 0 0,0 3-1,81 0 1,-95 7-165,0 1 0,-1 1-1,1 2 1,-1 1 0,0 1 0,44 18 0,-58-18-94,-1 1 1,-1 0 0,1 1 0,-1 1 0,-1 0 0,0 1 0,0 0 0,-1 1 0,0 0 0,-1 1 0,-1 1 0,0 0 0,-1 0 0,0 0 0,-1 1 0,-1 1-1,0-1 1,8 30 0,-5-5 19,-2 1 0,-1-1-1,-2 1 1,-2 1-1,-1-1 1,-8 69-1,-5-14 24,-4-1 0,-53 176 0,-93 179 71,59-174-107,69-183-45,-58 176 15,75-213-3,3 1-1,-11 102 1,23-145-17,0 1 1,1-1-1,1 1 0,0 0 1,1-1-1,0 1 1,8 23-1,-8-33-9,0-1 0,0 1-1,0-1 1,0 0 0,1 0 0,0 0-1,0 0 1,0 0 0,0 0-1,0-1 1,1 0 0,0 1 0,0-1-1,0-1 1,0 1 0,0 0 0,0-1-1,0 0 1,1 0 0,-1 0 0,1-1-1,0 0 1,0 0 0,-1 0 0,1 0-1,7 0 1,-1-1-1,0-1-1,0 0 1,0-1-1,0 0 1,0-1-1,0 0 1,-1-1-1,1 0 1,-1 0-1,0-1 1,11-8-1,10-7 13,-1-1 0,29-28 0,-23 15-8,-2-2 1,37-50-1,-69 82-1,1 0-1,-1 0 0,0 0 0,0 0 0,0 0 0,-1-1 0,2-4 0,-4-1 40,-11 17-26,-4 14-3,0 0 1,2 1-1,0 1 1,2 0-1,-16 43 1,16-39 5,-33 81 63,-36 140-1,-12 121-2,80-313-34,-51 227-29,-46 186 209,109-467-228,-57 219 1034,-92 227 1,47-216-544,-9-4 0,-11-6 0,-9-5 0,-190 238 0,47-139-258,213-255-299,-3-3-1,-128 88 1,174-133-140,-40 23-401,54-33 388,-1-1-1,1 0 0,0 0 1,0-1-1,-1 1 0,1-1 1,-1 0-1,0-1 0,-9 1 0,14-1 125,1 0 0,-1 0 0,0 0 0,0 0 0,1 0 0,-1 0 0,0-1 0,0 1 0,1 0 0,-1 0 0,0-1 0,1 1 0,-1 0 0,0-1 0,1 1 0,-1-1 0,0 1 0,1-1 0,-1 1 0,1-1 0,-1 1 0,1-1 0,-1 1 0,1-1 0,0 0 0,-1 1 0,1-1 0,0 0 0,-1 1 0,1-2 0,1-25-2013,0 21 1431,0-2-647,0-1 1,1 0-1,1 1 0,4-13 0,27-35-9518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32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266 169 7221,'-31'8'616,"17"-4"58,0-1 0,0 0 1,0-1-1,-1 0 0,-20-1 0,15-1 801,1 2-1,0 0 0,-27 7 0,25-1-420,21-7-1021,0-1-1,-1 0 0,1 0 1,0 0-1,0 1 0,-1-1 1,1 0-1,0 0 1,0 1-1,-1-1 0,1 0 1,0 1-1,0-1 0,0 0 1,0 1-1,-1-1 0,1 0 1,0 1-1,0-1 1,0 0-1,0 1 0,0-1 1,0 1-1,0-1 0,0 0 1,0 1-1,0-1 1,0 0-1,0 1 0,1-1 1,0 2 41,1 0-1,-1 0 1,1-1 0,0 1 0,0-1 0,0 0 0,0 1 0,0-1 0,0 0-1,0 0 1,0 0 0,1-1 0,-1 1 0,0 0 0,4 0 0,33 6 211,-1-2 1,1-1-1,0-2 1,47-3-1,-42 0-121,1036-36 1464,-464 10-784,235 2 244,-265 11-310,416-17 605,-467 13-587,-288 10-425,466-21 755,-384 11-550,251-18 211,-550 35-854,-25 1-213,-12-1-1577,-27-5-191,0 2 0,-53 0-1,-22 9-6620,21 8-3316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32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454 217 6325,'4'-18'7942,"8"-3"-5027,1 0-1117,-2 0-344,-7 14-913,-1 1-1,0 0 0,0-1 0,0 1 0,2-12 1,-4 13-275,0 0 0,1 0 0,-1 0 0,1 0 0,0 0 0,1 0 1,-1 0-1,1 1 0,0-1 0,0 1 0,1 0 0,-1 0 1,1 0-1,0 0 0,0 1 0,0 0 0,0-1 0,7-2 1,-10 7-186,1 0 0,-1 0 0,0 0 0,0 0 1,0 1-1,0-1 0,0 0 0,0 1 0,0-1 1,0 0-1,0 1 0,0-1 0,0 3 0,0-1 87,4 7 40,-2-1 1,1 1-1,-1-1 1,-1 1-1,0 0 1,0 0-1,-1 1 1,0-1-1,-2 16 1,-1 15 135,-9 44 0,9-73-387,-14 72 41,-4 0-1,-48 132 1,-88 155 41,-14 37-526,68-89-5430,53-102-5049,31-101-1479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33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366 29 14453,'-20'-29'13326,"20"49"-12573,-2-1 1,-1 1-1,0-1 0,-2 0 0,0 0 1,-11 27-1,-58 108-1359,40-86 927,-18 33-479,-35 78 376,72-143-1230,1 0-1,2 1 0,-7 40 1,17-69 637,1-1 0,0 0 0,0 1 0,1-1 1,0 1-1,0-1 0,1 0 0,0 1 0,1-1 1,-1 0-1,1 0 0,0 0 0,1 0 0,0 0 0,0 0 1,1 0-1,-1-1 0,1 0 0,1 0 0,9 11 1,-9-12-396,1 0 0,1 0 0,-1-1 0,1 1 1,0-1-1,0-1 0,0 1 0,0-1 0,1 0 1,-1-1-1,1 0 0,11 2 0,17-1-7144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33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9 11641,'-88'-8'5137,"84"7"-2735,19 13 2166,-12-11-3958,150 74 3237,-36-21-2644,297 178 1035,-351-191-2042,-2 3 0,-2 3 0,-3 2 0,68 74 0,-106-102-178,-1 1 1,0 1-1,-2 0 1,0 1-1,-2 1 1,-1 0 0,12 35-1,-19-46-18,-1 1-1,-1 0 1,0 1-1,-1-1 1,-1 0-1,0 1 1,-1-1-1,-1 0 1,0 1-1,-1-1 1,-1 0-1,0 0 1,-1 0-1,-11 26 1,0-10-86,-1-1 0,-2-1 1,-1-1-1,-1 0 0,-2-1 0,0-1 0,-2-2 1,-42 35-1,9-14-1190,-2-3 0,-129 69 0,71-58-3395,-145 48 0,156-64-1254,11-1-3991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34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687 132 11653,'0'-1'100,"-5"-5"1066,1 0-1,-1 0 0,0 0 1,0 0-1,-1 1 1,-6-6-1,7 9-985,1 0 0,0 0 0,-1 1 1,1-1-1,-1 1 0,0 0 0,1 0 0,-1 0 0,0 1 0,0-1 0,1 1 0,-8 1 0,-18 1 178,0 2 1,-1 1-1,2 1 0,-1 2 1,1 1-1,0 1 0,0 1 1,2 2-1,-1 0 1,-46 33-1,55-32-332,-1 1 0,2 1 0,0 1 0,1 1 0,1 0 0,-16 23 0,22-26-184,1 0 0,1 0 0,0 1 0,1 0 0,0 1 0,2 0 0,0 0 0,0 0 0,-1 18 0,6-32 125,-1 0-1,1 0 0,0 0 0,0 0 1,0 0-1,0 0 0,0 0 0,1 0 1,0 0-1,-1 0 0,1 0 0,0 0 1,0 0-1,1 0 0,-1-1 0,1 1 1,-1 0-1,1-1 0,2 4 1,-1-4 7,0 1 0,1-1 1,-1 0-1,0 0 1,1 0-1,-1 0 0,1 0 1,0-1-1,0 1 1,0-1-1,0 0 1,7 0-1,7 1-14,0-2 0,0 0 0,0-1 0,0-1 0,23-5 0,194-54 76,-151 36 813,139-22-1,-166 42-171,83 5-1,-95 2-565,-1-2-1,1-2 1,49-9-1,-43 1-161,0-3 0,-1-2 0,74-33 0,-95 34 324,-1-1 0,-1-1-1,0-2 1,-1 0 0,-1-2 0,-1-1 0,24-26-1,-46 45-207,-1 0-1,1 0 1,0 0-1,0 0 0,0 1 1,0-1-1,0 1 0,1-1 1,-1 1-1,0 0 1,5-2-1,-5 5-31,-1 0-1,0 0 1,1 0-1,-1 1 1,0-1 0,0 0-1,-1 1 1,1-1-1,0 4 1,-3 21 52,1-23-92,0 0 1,1 0-1,-1-1 0,1 1 1,0 0-1,0 0 1,1 4-1,0-3-92,0-1 1,0 1-1,1-1 0,-1 1 0,1-1 0,0 0 1,1 1-1,-1-1 0,0 0 0,1-1 0,0 1 1,0 0-1,0-1 0,1 0 0,-1 1 0,1-1 1,4 2-1,-2-1-99,1-1 0,-1 0 1,1-1-1,0 1 0,-1-1 1,1-1-1,1 1 0,-1-1 1,0 0-1,8-1 0,13-1-539,0-2 0,0 0-1,0-2 1,39-12 0,-57 14 551,0 0 0,0-1 1,0 0-1,0 0 0,-1-1 1,0 0-1,0-1 1,0 0-1,-1-1 0,8-7 1,-16 13 221,-1-1 1,0 1 0,0 0 0,1 0 0,-1 0 0,0 0 0,0 0-1,0 0 1,0 0 0,-1 0 0,1 0 0,0 0 0,0 0 0,0 1-1,-1-1 1,1 0 0,0 1 0,-1 0 0,1-1 0,-2 0 0,-34 6 433,33-4 176,23-14-386,-16 11-226,53-25 128,64-22-1,18-8-43,-64 17 86,-52 26 40,2 2-1,-1 0 1,32-10 0,-52 21-19,0 24 294,2 22-89,-5-33-411,1 0 0,1 0 1,0 1-1,4 14 0,-5-24-99,0-1 0,0 1-1,0 0 1,1 0 0,-1-1 0,1 1-1,0-1 1,0 1 0,-1-1 0,1 0 0,1 0-1,-1 0 1,0 0 0,0 0 0,1 0 0,-1-1-1,1 1 1,0-1 0,-1 0 0,1 1 0,0-1-1,4 1 1,5 0-503,1 0 0,-1-1 1,0-1-1,1 0 0,-1 0 0,0-1 0,20-4 0,87-28-6488,-98 27 5285,44-14-5444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35.2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0 130 13029,'0'-7'617,"0"0"0,1 1 0,-1-1 0,1 0 0,0 0 0,5-12 0,-2 4 997,14-30 4998,-17 42-5557,12-2 485,-11 4-1498,-1 1 0,1 0 0,-1 0 0,1 0 0,0 0 0,-1 0 0,1 0 0,-1 0 0,1 0-1,-1 1 1,1-1 0,-1 0 0,1 1 0,-1 0 0,1-1 0,-1 1 0,0 0 0,1 0 0,-1-1 0,0 1 0,0 0-1,0 0 1,1 0 0,-1 1 0,0-1 0,0 0 0,-1 0 0,3 3 0,2 4 106,0 0 1,0 0-1,5 16 1,-5-10-67,-1 0 0,-1-1 0,0 1 1,-1 1-1,0-1 0,-1 0 0,-1 0 0,-1 1 1,-2 20-1,-5 14-177,-19 64 0,19-84-37,7-25 119,0 1-1,0-1 1,0 0 0,1 1-1,-1-1 1,1 1 0,0-1 0,0 1-1,1-1 1,0 1 0,-1-1-1,1 0 1,1 0 0,-1 1 0,1-1-1,0 0 1,-1 0 0,2 0-1,-1 0 1,0-1 0,1 1 0,0-1-1,0 1 1,0-1 0,0 0-1,0 0 1,1 0 0,-1 0 0,6 2-1,10 6 3,1-2-1,0 0 1,0-1 0,41 10-1,-5-1-20,-8 2-16,-1 1 0,52 32 0,-94-49-3,1 1 0,-1 0 0,1 0 0,-1 0 0,0 1 0,0-1 0,-1 1 0,0 0 0,1 1 0,-2-1 0,1 1 0,-1 0-1,0-1 1,0 1 0,0 1 0,-1-1 0,0 0 0,0 1 0,-1-1 0,1 1 0,-2-1 0,1 1 0,-1 0 0,0-1 0,0 1 0,-2 9-1,-1-3-148,0 0 0,-1-1 0,0 0 0,-1 0 0,-1 0 0,0 0 0,0-1 0,-1 0-1,-1-1 1,0 1 0,-18 17 0,-70 62-1080,93-88 1158,8-2-75,24-6 161,-1 0 1,-1-2 0,1 0 0,50-26-1,-19 9-1,10-5 32,-1-4 1,86-57-1,-137 80-12,9-5 17,1-1 1,-2-1-1,-1-2 0,34-33 0,-7 6-120,-49 45 70,3 0-17,1 0 54,0 1 0,-1-1-1,1 1 1,0 0 0,0 1 0,0-1 0,8 2 0,28-4 77,83-28-107,6 0 148,-113 28-111,-2-1 115,0 2 0,1 0 0,-1 1 0,1 0 0,22 3 0,-35-1-47,1 0 0,-1 0 0,1 0 0,-1 0 0,0 1 1,0 0-1,0 0 0,0 0 0,0 0 0,0 1 0,-1-1 0,1 1 0,-1 0 0,1 0 0,-1 0 0,0 1 0,0-1 0,-1 1 0,1 0 0,-1-1 0,0 1 0,0 0 1,0 0-1,0 1 0,1 5 0,1 8 60,-1 1 1,0 0-1,-2-1 1,0 1 0,-1 0-1,-5 34 1,2-7 7,2-41-120,1 0 0,-1-1 0,1 1 0,0 0 0,1-1 0,-1 1 0,1 0 0,0-1 0,0 1 0,1-1 0,-1 1 0,1-1-1,0 0 1,0 0 0,0 0 0,1 0 0,-1 0 0,1 0 0,0 0 0,0-1 0,0 0 0,1 1 0,-1-1 0,6 3 0,114 47 18,-122-52-28,0 0 0,0 0 0,0 0 0,0 0 0,0 0 0,0 0 0,-1 1 1,1-1-1,0 0 0,-1 0 0,1 1 0,-1-1 0,1 0 0,-1 1 1,0-1-1,0 0 0,1 1 0,-1-1 0,0 1 0,0-1 0,0 0 0,0 1 1,-1-1-1,1 0 0,0 1 0,-1-1 0,1 0 0,0 1 0,-1-1 1,0 0-1,1 1 0,-1-1 0,0 0 0,1 0 0,-2 1 0,-6 11-155,0-1 0,-15 17 0,12-15-293,5-6 365,-3 6-880,9-13 942,0-1 1,1 1-1,-1 0 0,0-1 1,1 1-1,-1-1 0,0 1 1,1-1-1,-1 1 0,1-1 1,-1 0-1,0 1 0,1-1 1,-1 1-1,1-1 0,0 0 1,-1 0-1,1 1 0,-1-1 1,1 0-1,-1 0 0,1 0 1,0 1-1,-1-1 1,1 0-1,0 0 0,-1 0 1,1 0-1,-1 0 0,2 0 1,11 1-21,0 0 0,1-1 0,-1-1 0,0 0 0,17-3 0,72-21-71,-21 5 48,580-117-514,-590 116-643,-41 11-1508,2 1-4436,-7 4-2676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36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0 177 6141,'35'12'15728,"-46"-2"-15310,11-10-394,0 0 0,0 0 0,-1 0 0,1 0 0,0 0 0,0 0-1,-1 0 1,1 0 0,0 1 0,0-1 0,-1 0 0,1 0-1,0 0 1,0 0 0,0 1 0,-1-1 0,1 0 0,0 0-1,0 0 1,0 1 0,0-1 0,0 0 0,-1 0 0,1 1 0,0-1-1,0 0 1,0 0 0,0 1 0,0-1 0,0 0 0,0 0-1,0 1 1,0-1 0,0 0 0,0 1 0,0-1 0,0 0 0,0 0-1,0 1 1,0-1 0,0 0 0,0 0 0,1 1 0,-1-1-1,0 0 1,0 1 0,369-24 74,-254 13-260,528-68-2432,-216 10-5546,-380 60 6542,82-14-6430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36.5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33 386 11405,'-32'20'7617,"64"-26"-6853,28-5-144,13-4-136,32-10-120,12-4-252,23-8-468,22-6-568,16-14-708,9 0-629,10-6-2483,9 0-3721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37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106 658 5881,'-2'14'1013,"-3"-12"803,-12-15 1670,4 2-3194,-37-37 4184,48 47-4388,1 0 0,-1 0 0,1-1 0,0 1 0,0-1-1,-1 1 1,1-1 0,0 1 0,0-1 0,0 0 0,1 1 0,-1-1-1,0 0 1,1 0 0,-1 1 0,1-1 0,-1 0 0,1 0 0,0 0 0,0 0-1,0 0 1,0-3 0,1 2-25,0 0-1,0 0 0,0 1 1,1-1-1,-1 0 1,1 0-1,0 1 1,-1-1-1,1 1 0,0-1 1,0 1-1,4-3 1,6-5 72,0 1 0,1 1 0,0 0 0,17-7 1,64-28 179,1 5 0,123-33 0,209-31-141,857-95 417,-935 174-93,602 37 0,-370 59 76,-489-55-454,-2 5 1,-1 3-1,0 5 0,102 51 1,-162-68-118,-2 2-1,0 1 1,-1 2 0,-1 0-1,-1 2 1,0 0-1,-2 2 1,0 0 0,-2 1-1,18 28 1,-25-30-536,0 1 1,-1 0-1,-1 1 0,8 28 1,-18-48-732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37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58 6633,'-133'-45'7496,"126"42"-7209,0 1 0,0 0 0,0 0 0,0 1 1,-1 0-1,1 0 0,0 1 0,-1 0 0,1 0 1,-8 1-1,12 0-216,1-1 0,-1 1 1,0 0-1,1 0 0,-1 0 0,0 0 0,1 0 1,-1 0-1,1 1 0,0 0 0,-1-1 1,1 1-1,0 0 0,0 0 0,0 0 1,0 0-1,0 0 0,1 1 0,-1-1 0,1 1 1,-1-1-1,1 1 0,0-1 0,0 1 1,0 0-1,-1 4 0,2-2-1,0-1 0,-1 1 0,2-1 0,-1 1 0,0-1-1,1 1 1,0-1 0,0 1 0,0-1 0,1 0 0,0 0 0,-1 1 0,4 4 0,34 51 473,-24-42-441,0-1 0,2 0 0,0-1 0,0-1 0,1 0 0,40 23-1,4-5 90,67 28 0,219 65 209,9-26-64,171 56 157,-350-85-300,-147-55-145,0 0 0,-1 2 1,38 30-1,-58-40-43,-1 0 0,0 1 0,0 0 0,-1 0 0,0 1 0,-1 0 0,0 0 0,0 1 0,-1 0 0,-1 0 0,0 0 0,0 1 0,-1 0 0,-1 0 0,0 0 0,0 0 0,-1 0 0,-1 1 1,0-1-1,-1 1 0,0-1 0,-1 1 0,0-1 0,-1 0 0,0 0 0,-7 20 0,-3-4-13,-1-1 1,-1-1 0,-1 0-1,-1 0 1,-2-2 0,0 0-1,-2-1 1,0-1 0,-30 25-1,-26 16-509,-124 80 0,13-27-1889,-5-8 0,-248 100 0,374-182-53,0-3 0,-83 18 1,86-26-2435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37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66 10453,'-15'-3'8353,"8"-11"-7557,4 0-116,-7-3-4605,7 0-875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38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72 7641,'-35'8'1332,"54"7"-208,13 2-284,15-14-120,14-1-384,28-4-352,31-10-316,39-2-332,31-12-648,30-2-1548,24-7-965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40.4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1846 5937,'26'-8'2760,"-20"-10"-712,1-2-1329,2-1-1,0 1 1,2 1 0,0 0-1,1 0 1,24-28 0,-19 26-134,-1-1 0,-1-1 0,21-43 0,83-195 2419,-15 36-1838,-91 195-1086,174-437 557,-159 383-525,-4 0-1,-4-2 1,16-149-1,-35 229-105,-1 2 1,1 1-1,-1-1 0,0 1 1,0 0-1,0-1 1,0 1-1,-1-1 0,-1-3 1,2 6-4,-1 0 1,1 1 0,-1-1-1,0 0 1,1 1-1,-1-1 1,0 1-1,0-1 1,1 1-1,-1-1 1,0 1 0,0 0-1,0-1 1,0 1-1,1 0 1,-1-1-1,0 1 1,0 0-1,0 0 1,0 0 0,0 0-1,0 0 1,0 0-1,0 0 1,0 0-1,0 1 1,1-1-1,-1 0 1,0 0 0,0 1-1,0-1 1,0 0-1,0 1 1,1-1-1,-2 2 1,-9 3 75,0 0-1,0 1 1,1 0 0,-1 1-1,1 1 1,1-1 0,0 2-1,0-1 1,0 1 0,1 0-1,-9 14 1,-11 19 403,-33 64 1,48-82-397,-24 48 266,4 2 1,-43 142 0,-14 165 138,75-287-409,4 2 0,4-1 0,4 1 0,4 0 0,5-1 0,4 1 0,28 119 0,-27-161-19,24 128-4,-30-150-39,-2 0-1,-2 0 0,-3 52 1,-2-64-3,0 0 0,-1 0 0,-1 0 0,-1-1 0,-1 0 0,0 0 0,-1-1 0,-1 0 0,-14 18 0,-19 22-172,-62 63 0,88-102 45,-18 22-382,20-22-159,-2 0 1,0-1-1,-1 0 0,-20 14 1,35-30-751,5-9 676,-1 0 1,1 1-1,0-1 1,1 1 0,-1 0-1,1 0 1,1 0-1,-1 0 1,1 0-1,0 1 1,0-1-1,0 1 1,1 0 0,0 0-1,10-7 1,40-36-7346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40.9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1025 236 10393,'-27'17'1016,"11"-8"-114,1 2-1,0 0 1,0 0 0,1 1-1,-24 28 1,-129 179 5358,106-129-4577,-94 188-1,138-236-1508,1 0 0,2 1 1,2 1-1,2 0 0,1 0 0,3 1 1,-1 71-1,7-104-141,0-1 0,1 1 1,0 0-1,1-1 0,0 0 0,1 1 1,0-1-1,1 0 0,0-1 0,1 1 0,0-1 1,9 14-1,-9-17-32,1-1 1,-1 0-1,1-1 1,0 1-1,0-1 1,1 0-1,-1-1 0,1 0 1,0 0-1,1 0 1,-1-1-1,1 0 1,-1 0-1,1-1 1,0 0-1,0 0 0,0-1 1,13 1-1,-3-2-32,1-1 0,0 0-1,0-1 1,0-1-1,-1-1 1,0-1 0,0-1-1,0 0 1,0-1 0,-1-1-1,0 0 1,-1-2-1,19-12 1,3-6-54,-2-1 0,0-2-1,-3-1 1,38-45 0,-20 11 42,-3-3 0,-2-2 0,-4-2 1,52-124-1,-68 134-16,-2-2 1,23-105-1,-38 124 28,-2-1 1,-2 0-1,-1 0 0,-6-75 0,1 108 20,-1-1 1,-1 1 0,0 0-1,-1 0 1,0 0-1,-1 0 1,-1 0 0,0 1-1,-16-24 1,19 33 10,0-1 0,0 1 0,-1 0 0,0 0 0,1 0 0,-2 0 0,1 1 0,0 0-1,-1-1 1,1 2 0,-1-1 0,0 0 0,0 1 0,0 0 0,0 0 0,0 1 0,-1-1 0,1 1 0,-1 0 0,1 1 0,0-1 0,-1 1 0,1 0 0,-1 0 0,1 1 0,-1 0 0,1 0 0,-11 3-1,2 1 44,0 1 1,1 1-1,0 0 0,0 1 0,1 0 0,0 1 0,0 0 0,1 1 0,0 0 0,1 1 0,-11 15 0,-1 2 83,2 1 0,1 2 0,-24 52 0,18-25 5,3 2 1,-21 86 0,27-90-58,-68 271 237,-18 57-158,56-243-82,-5-2 0,-7-2 0,-140 241 1,-58 9-1404,212-324 295,40-57 877,-6 9-822,0-1-1,-1 0 1,-20 20-1,24-48-6493,7 12 7078,0 0 0,0 0 0,0 0 0,0 0 0,1 0 0,-1 1 1,1-1-1,-1 0 0,1 0 0,0 0 0,1-2 0,22-27-6929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41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332 1 11417,'-11'3'745,"0"0"403,1-1 5005,7 15-3830,-11 59 104,-39 187 475,-27 53-1490,-25 106-359,90-360-877,4 2 1,2 0-1,3 0 1,2 0-1,8 92 1,0-123-106,1-1 1,2 1-1,1-2 1,1 1-1,16 33 1,-14-42-39,0 0 0,2-2 0,0 1-1,2-2 1,0 0 0,1 0 0,27 24 0,-24-28-360,0 0 0,1-1 0,0-1-1,2-2 1,-1 0 0,1-1 0,1-1 0,0-1 0,1-1 0,-1-1 0,1-1-1,1-1 1,-1-1 0,49 1 0,-47-5-955,0-2 0,1 0 0,32-8 0,-33 3-875,0-1-1,0 0 1,30-16 0,10-12-7526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41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975 0 11525,'-41'40'2428,"6"-11"-16,7 2 169,-4 9-405,-12 0-296,2 0-316,-12 6-316,-3 5-288,-6 4-191,-4 5-169,-3 0-396,3 8-764,1 4-453,2-4-655,7 1-1020,-6-6-660,-4 5-2333,10 7-4724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42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86 5601,'-2'2'1148,"-74"54"4429,42-33-3666,33-22-1760,-1 0 0,1 0 0,0 0 0,-1 0 0,1 0 0,0 0 0,0 1 0,-1-1 1,1 0-1,0 0 0,0 1 0,1-1 0,-1 1 0,0-1 0,0 1 0,1 0 0,-1-1 1,1 1-1,-1-1 0,0 4 0,2-4-77,-1 0 0,0 1 1,1-1-1,-1 1 0,1-1 0,-1 0 1,1 0-1,0 1 0,0-1 0,-1 0 1,1 0-1,0 0 0,0 0 0,0 0 1,0 0-1,0 0 0,0 0 0,3 1 1,3 3 77,0-1 0,0-1 0,1 0 0,-1 0 0,1 0 0,13 2-1,38 2 251,1-2-1,-1-3 0,80-7 0,-96 3-294,960-69 802,-260-35-3574,-713 100 966,47-18-1,-8-5-4419,-30 12-1219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42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6 9053,'-34'-4'1856,"27"3"2750,8 5-3200,0 6-985,2 0 0,-1 0 0,1 0 0,1 0-1,0 0 1,0-1 0,10 15 0,49 63 1078,-10-16-777,-30-35-417,-2 0-1,-1 1 1,26 71 0,-37-81-237,-2 1 1,0 1 0,-2-1 0,-1 1-1,-2 0 1,-1 42 0,-4-27-111,-2-1-1,-2 1 1,-2-1-1,-2 0 1,-1-1 0,-35 75-1,-141 227-4249,160-296 3074,-58 90-6425,55-77-132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42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41 13017,'-32'-11'2424,"51"2"-75,4 3 1691,-49-8 912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44.1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303 12 6069,'0'0'3255,"3"-2"-1651,26-8 6762,-32 13-7401,-7 13-310,1-1 0,0 1 1,2 1-1,-7 16 0,-11 25 552,-121 289 1498,69-110-5324,67-200 895,2 1 0,-6 48 0,12-56-2248,1 47-1,9-24-4754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45.0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 11117,'5'-3'450,"1"0"1,0 0-1,0 1 0,0 0 0,0 0 1,0 0-1,0 1 0,0 0 0,0 0 1,1 0-1,7 1 0,18-4 1452,-21 3-1425,0-1 0,0 2 0,0-1 0,17 3 0,-7 2-269,1 1 0,-1 1 0,0 1 1,-1 0-1,1 2 0,-2 1 0,1 0 1,-1 1-1,-1 1 0,0 1 0,-1 1 1,0 0-1,-1 1 0,26 31 0,-27-27-232,-2 1 1,0 0-1,0 0 0,-2 1 0,-1 1 0,-1 0 0,0 0 0,-2 1 0,-1 0 0,0 0 0,-2 0 0,-1 1 0,1 37 0,-6-18-234,-3 0 0,-1 0 1,-12 42-1,-5 34-636,22-97 800,1-22 91,1 1 1,-1-1 0,0 0 0,0 0 0,0 0-1,0 0 1,0 1 0,0-1 0,1 0 0,-1 0 0,0 0-1,0 0 1,0 0 0,0 1 0,1-1 0,-1 0-1,0 0 1,0 0 0,0 0 0,0 0 0,1 0 0,-1 0-1,0 0 1,0 0 0,0 0 0,1 0 0,-1 0-1,0 0 1,0 0 0,1 0 0,-1 0 0,0 0 0,0 0-1,0 0 1,1 0 0,-1 0 0,0 0 0,0 0-1,0-1 1,0 1 0,1 0 0,-1 0 0,0 0 0,0 0-1,0-1 1,30-31-94,101-162-895,-109 164 893,57-69-230,-70 89 298,1 1 1,-1 1-1,1 0 1,1 0-1,0 1 0,0 0 1,18-8-1,-20 13 20,-1 0 0,1 0 0,0 1 0,-1 0 0,1 0 0,0 1 0,0 0 0,0 1 0,-1 0 0,1 1 0,0-1 1,10 5-1,-10-4 7,53 15-289,0 3 1,66 30-1,-108-41 48,79 31 468,-96-39 1080,10-5-943,-6-1-336,-1 0 0,0 0 0,0-1 0,-1 0 0,0 0 0,0 0-1,0-1 1,-1 0 0,4-7 0,11-14-74,12-11-22,3 2 0,1 1 0,1 1 0,77-55 0,-111 88 80,1 0-1,-1 1 1,0-1 0,1 1 0,0-1-1,-1 1 1,1 0 0,0 0-1,0 0 1,-1 0 0,1 0 0,0 1-1,0-1 1,0 1 0,0 0 0,0 0-1,0 0 1,0 0 0,0 1-1,0-1 1,-1 1 0,1-1 0,0 1-1,0 0 1,4 2 0,-3 0 3,-1 0 1,0 0 0,0 0-1,-1 0 1,1 1 0,-1-1-1,1 1 1,-1-1-1,0 1 1,0 0 0,-1 0-1,1 0 1,-1 0-1,0 0 1,0 0 0,0 0-1,0 6 1,8 57 98,-3 1 1,-4 90-1,-5-110-89,-2 0-1,-1-1 1,-3 0-1,-18 55 1,-4-17 8,-4-2 0,-4-1-1,-3-2 1,-4-1 0,-106 137 0,13-50-2,-209 194 1,284-302 172,-93 64 0,156-123-197,0 0 1,1 0-1,-1 0 1,0 0-1,1 0 1,-1 0-1,1 0 1,-1 0-1,1 0 1,0 0-1,0-1 1,-1 1-1,1 0 1,0 0-1,0 0 1,0 0-1,0-2 1,0-3-4,1 0 0,0 0 1,0 0-1,1 1 0,-1-1 0,1 0 1,0 1-1,1 0 0,-1-1 1,6-7-1,40-51-122,-27 39 21,434-491-4187,-161 195 1943,-241 263 2041,142-169-656,114-154 1975,-197 245-156,-110 134 99,-2 4-894,-1 1 0,0-1-1,0 0 1,0 1 0,0-1 0,0 0-1,-1 0 1,1 0 0,-4 3 0,-5 11 237,-2 16 18,2 1 1,2-1-1,1 1 1,1 1 0,-2 44-1,-5 33 193,7-78-396,-2 1-1,-1-1 1,-14 35 0,14-47-51,-1-1 0,0-1 1,-2 1-1,0-2 0,-27 31 1,11-20-174,-1-1 1,-2-1-1,0-1 1,-42 25-1,-69 28-3224,137-77 2402,0 0 0,0 0 0,0 0 0,-1 0 0,-8 1 0,9-3-268,-18 4-5993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46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787 238 4936,'1'-1'355,"1"1"-1,0-1 1,0 1-1,0-1 1,0 0-1,0 0 1,-1 0-1,1 0 1,0 0-1,-1 0 0,1 0 1,-1-1-1,1 1 1,-1-1-1,0 1 1,0-1-1,1 1 1,0-4-1,15-35 3228,-8 18-15,-21 13-3441,9 9-103,1-1 0,-1 0 0,1 0 0,-1 1 0,1-1 0,-1 1 0,0 0-1,1 0 1,-1 0 0,1 0 0,-1 0 0,0 1 0,1-1 0,-1 1 0,1-1 0,-1 1 0,-2 1 0,-53 22 142,41-17-135,0-1-24,-7 3-13,0 0 0,-45 26 0,4-1 158,62-32-137,1 0 1,-1-1-1,0 1 0,1 0 1,-1 0-1,1 1 0,0-1 1,0 1-1,0-1 0,0 1 1,0-1-1,0 1 0,1 0 1,-1 0-1,1 0 0,0 0 1,-1 5-1,-2 6 164,2-1-1,-3 25 1,4-23-118,-1 0 28,1-1 0,1 0 0,0 1 0,1-1 0,1 0 0,0 0 0,1 0 0,7 22 0,-2-16 30,1 0 0,1-1 0,0 0 0,26 34 0,17 28 32,-54-80-162,1 1 1,-1 0 0,0-1 0,0 1-1,0-1 1,0 1 0,0-1-1,0 0 1,0 1 0,0-1-1,-1 0 1,1 0 0,0 0 0,-1 0-1,1 0 1,-2 1 0,-31 6-913,33-7 908,1-1 1,-1 0 0,1 0-1,-1 0 1,1 1-1,-1-1 1,1 0 0,-1 0-1,1 0 1,-1 0 0,1 0-1,-1 0 1,1 0-1,-1 0 1,1 0 0,-1 0-1,1 0 1,-1-1-1,1 1 1,-1 0 0,1 0-1,-1 0 1,1-1 0,0 1-1,-1 0 1,1-1-1,-1 1 1,1 0 0,0-1-1,-1 1 1,1 0 0,0-1-1,-1 1 1,1-1-1,0 1 1,0 0 0,-1-1-1,1 1 1,0-1 0,0 1-1,0-1 1,0 1-1,-1-1 1,1 1 0,0-1-1,0 1 1,0-1 0,0 1-1,0-1 1,0 1-1,0-1 1,1 1 0,-1-1-1,0 1 1,0-1-1,0 1 1,0-1 0,1 1-1,-1-1 1,0 1 0,0-1-1,1 1 1,0-1-1,67-105-2022,-42 68 921,32-61-1,-50 82 932,5-8-71,-2 1 0,0-2 0,-2 1 0,12-52-1,2-78 941,-19 133-529,0 1 0,2-1 0,14-34 1,-16 46-30,13-36 673,-16 44-404,-19 17 642,-57 55 454,-70 81 0,81-81-1053,-190 224 566,208-233-894,3 3-1,2 1 1,-33 74-1,59-107-75,2 1-1,1 0 1,1 0-1,2 2 1,-4 34-1,11-54-22,1 0 0,1 0 0,0 0 0,1 0 0,0 0 0,5 17 0,-4-23-4,1 0 0,0 0-1,1 0 1,0 0 0,0-1 0,0 0-1,1 0 1,1 0 0,-1-1-1,13 13 1,-9-12-5,1 0 0,0-1 0,1 0 0,0 0 0,0-2 0,0 1 0,1-1 0,-1-1 1,1 0-1,0-1 0,0 0 0,1-1 0,-1 0 0,0-1 0,25 0 0,-10-2-3,-1-1 0,1-2 0,-1 0-1,0-1 1,0-2 0,36-15 0,-32 9 2,-1-1-1,-1-2 0,0-1 1,-2-1-1,0-2 0,-1 0 1,-1-2-1,0 0 1,-2-2-1,-1 0 0,34-52 1,-18 15-12,-4 0 1,-2-2-1,-2-2 1,27-95-1,-45 125 9,-3 0-1,0-1 0,-3 0 1,2-39-1,-6 49-3,-1 0 0,-2 0 0,0 1 0,-2-1 0,-1 1 0,-12-39-1,16 60 12,-1 0-1,1 0 0,-1 1 0,0-1 0,0 0 1,0 1-1,0-1 0,-1 1 0,0-1 0,1 1 1,-1 0-1,0 0 0,-1 1 0,1-1 0,0 1 1,-1-1-1,1 1 0,-1 0 0,0 0 0,0 1 1,0-1-1,1 1 0,-2 0 0,1 0 0,-5-1 1,4 2 8,1 0 1,-1 0 0,0 1 0,0 0 0,1 0 0,-1 0 0,0 0 0,1 1 0,-1-1-1,1 1 1,0 0 0,-1 1 0,1-1 0,0 1 0,1 0 0,-1 0 0,0 0 0,1 0-1,-1 0 1,1 1 0,-5 7 0,-1 3 31,0 1 0,2 0 0,0 0 1,0 1-1,1-1 0,1 1 0,1 1 0,0-1 0,-1 18 0,0 25 77,2 74 0,2-65-56,-19 295 197,13-319-237,-1 0 0,-2-1 0,-2 0 0,-2 0 0,-2-2 1,-24 46-1,18-46-178,-2-2 1,-44 57 0,56-81-283,-1 0 1,-1-1-1,0-1 0,-1 0 0,-1-1 1,0 0-1,0-1 0,-26 12 1,38-21-181,-1 0 1,1-1-1,-1 0 1,0 0 0,1 0-1,-1 0 1,0-1 0,1 0-1,-1 0 1,-6-1 0,-1 1-2554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46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872 1 9949,'-157'193'8893,"8"6"-4321,121-162-4010,-231 333 2984,200-276-3039,5 2 0,-45 111 0,84-172-374,2 1 1,2 0-1,-11 64 0,19-84-128,2 0 1,0-1-1,0 1 1,2 0-1,0 0 1,1-1-1,0 1 1,1-1-1,1 1 0,0-1 1,11 23-1,-11-30-132,1-1-1,0 1 1,0-1-1,0 0 1,1 0-1,0-1 1,1 0-1,-1 0 0,1 0 1,0-1-1,1 0 1,-1-1-1,1 1 1,0-1-1,0-1 1,0 0-1,0 0 1,11 2-1,-2-1-305,1-1 0,-1-1-1,1 0 1,-1-1 0,1-1 0,-1-1 0,1-1 0,20-4-1,-11 0-294,-1-2 0,0-1-1,-1-1 1,0-1 0,-1-1-1,0-1 1,0-1 0,-2-1-1,22-19 1,-19 14-310,13-12-1352,-15 5-2120,-13 14-604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47.1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73 329 4952,'0'-1'83,"1"-1"0,-1 1-1,0 0 1,0-1-1,-1 1 1,1 0-1,0-1 1,0 1-1,0 0 1,-1 0-1,1-1 1,-1 1 0,1 0-1,-1 0 1,0-1-1,1 1 1,-1 0-1,0 0 1,0 0-1,0 0 1,-1-1 0,-1 1 189,1 0 1,-1 0 0,0 0-1,1 0 1,-1 0 0,0 1 0,0 0-1,-4-1 1,-14-1 1432,9-3 3987,30 0 47,-10 3-7173,44-9 2939,99-6 0,-56 8-696,1460-110 3378,-903 91-3187,-248 13-140,219-8 266,-611 23-1126,0 0 1,0 1-1,0 0 1,16 4-1,-72 4-641,-39 1-952,59-8 447,0 0-1,0 2 1,-34 10-1,55-13 1010,1-1-1,-1 1 1,1-1-1,-1 1 1,1-1-1,-1 0 1,1 0 0,-1-1-1,1 1 1,-1 0-1,1-1 1,-1 1 0,1-1-1,-1 0 1,1 0-1,0 0 1,-1 0 0,1 0-1,0-1 1,0 1-1,0-1 1,0 1-1,0-1 1,0 0 0,0 0-1,-2-3 1,-2-4-2060,-1 0 1,1 0-1,1 0 1,-9-21-1,9 12-5225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47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333 6 9781,'2'-6'6577,"-2"6"-6453,-2 0 50,1 0 0,0 0 0,0 0-1,0 1 1,0-1 0,0 0 0,0 0 0,0 1 0,0-1-1,0 0 1,0 1 0,0-1 0,0 1 0,0 0 0,0-1-1,1 1 1,-1 0 0,0-1 0,0 1 0,1 0 0,-2 1 0,-10 10 730,1 1 0,1 0 0,0 0 1,1 1-1,-15 29 0,-31 82 1807,37-82-2208,-92 233-1031,66-122-3560,40-137 3226,2 1 0,0-1 0,1 1 0,0 0-1,1-1 1,6 36 0,-1-29-327,1 4-1454,3 40 1,-8-59 1352,-1 0 0,-1 0 0,1 1 0,-5 16 0,7-29 1311,9-9-129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50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65 8421,'0'0'6246,"2"0"-5526,25-10 468,-25 9-680,0-1-63,0-2-365,0 0 0,1 0 0,0 1-1,0-1 1,0 1 0,0 0 0,0 0 0,1 0 0,-1 0 0,1 0 0,0 1 0,0 0 0,0 0 0,0 0 0,0 0 0,0 0 0,7-1 0,-9 4-164,-1-1 0,1 0 0,-1 1-1,1 0 1,-1-1 0,0 1 0,1 0 0,-1 0-1,0-1 1,1 1 0,-1 0 0,0 1 0,2 1 0,2 0-429,0 0-326,0-1-1,1 0 1,-1 0 0,1 0-1,-1-1 1,1 1-1,0-2 1,9 2 0,-14-2 659,50 5-6378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51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32 7241,'-9'5'760,"-4"0"156,3-3 5907,3-12-4440,7 9-2291,-1 0 0,1 0 0,0 0 0,-1 0 0,1 0 0,-1 1 0,1-1-1,-1 0 1,1 0 0,-1 0 0,0 1 0,1-1 0,-1 0 0,0 1 0,1-1 0,-1 0 0,0 1 0,0-1-1,0 1 1,0 0 0,-1-1 0,-8-1 295,2 1 334,-1 0 1,1 0-1,0-1 1,-10-4 0,13 5-378,1 0 1,-1 0 0,1 0-1,-1 1 1,0 0 0,-9 0-1,-6 0 542,13-1-555,0 1 1,0 0-1,0 1 0,-14 1 1,19-1-128,-7 11 11,4-5-501,24-13-1584,-15 4 1861,15 3-1010,-3 1 1004,-13-2-7,7 9-2995,-2-4 1956,-23-19-10628,14 13 11224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58.8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598 455 13645,'0'0'2011,"-4"0"-258,-3-2-823,-1 2 0,0-1-1,1 1 1,-1 0 0,1 0 0,-15 3 0,19-2-718,-1 0 0,1 1 0,0-1 0,0 1 0,0 0 0,0 0 0,0 0 0,0 0 0,0 0 0,1 0 0,-1 1-1,1-1 1,-1 1 0,1 0 0,0 0 0,0 0 0,0 0 0,1 0 0,-3 5 0,-178 508 4443,118-313-4700,-104 368 45,119-332 0,45-200 0,0 1 0,3-1 0,1 1 0,7 45 0,-4-64 0,1 1 0,2-1 0,0 0 0,1-1 0,1 1 0,1-1 0,0-1 0,16 23 0,-17-30 0,2 1 0,-1-1 0,2 0 0,0-1 0,0-1 0,1 0 0,0 0 0,0-1 0,1 0 0,1-1 0,-1-1 0,20 8 0,-7-7 0,1 0 0,0-2 0,1-1 0,-1-1 0,1-2 0,0 0 0,0-2 0,-1-1 0,42-7 0,-14-2 0,1-2 0,-2-3 0,89-36 0,-87 26-32,-1-3 1,-2-2-1,-1-2 0,-1-2 0,-2-3 1,-2-2-1,-1-2 0,-2-1 1,-2-3-1,-2-1 0,-2-2 0,49-83 1,-52 71-117,-3-2 0,-3-1 0,-2-2 0,-3 0 0,-4-2 0,-2 0 1,-3-1-1,-3-1 0,-3 0 0,0-129 0,-12 131 76,-2 0-1,-4 0 1,-3 1-1,-2 0 1,-25-70-1,26 101 31,-2 0 0,-1 1-1,-23-37 1,-136-190-381,158 238 301,-1 0-1,-1 1 0,-34-30 1,36 40-59,1 1 1,-1 1-1,-28-13 1,27 14-21,-2 2 0,1 0 1,-1 1-1,0 1 0,0 0 0,0 2 1,0 0-1,-1 2 0,0 0 1,1 1-1,-1 1 0,1 1 1,-1 1-1,1 1 0,0 0 0,-38 15 1,34-9-316,-1 1 1,1 1-1,1 1 1,0 1-1,1 2 1,1 0-1,0 1 1,1 1 0,1 1-1,1 0 1,1 2-1,-24 35 1,21-24-1461,1 1 0,2 1 0,-18 50 0,4 18-5512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59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0 298 12469,'32'-4'519,"-18"2"-162,1 0 1,-1 1 0,1 1 0,-1 0-1,0 1 1,1 1 0,20 4-1,1 5 289,0 1-1,-2 1 0,0 2 1,0 2-1,-1 0 0,-2 3 0,0 0 1,44 38-1,-39-25-484,-2 1 1,-1 1-1,-2 2 1,-1 1-1,-2 2 1,25 46-1,-40-60-132,0 1 0,-2 0 0,-1 0 0,-1 2 0,-2-1 0,-1 1 0,-1 0-1,-1 0 1,-1 0 0,-2 1 0,-1-1 0,-2 1 0,0-1 0,-2 0 0,-2 0-1,0 0 1,-2-1 0,-15 39 0,12-43-13,-1 0 0,-1-1-1,-1 0 1,-1-1 0,-32 37-1,35-46 8,-1-1-1,0 1 1,-1-2-1,0 0 1,-1-1-1,0 0 1,-1-2-1,0 1 1,-26 8-1,36-14 23,0-1 0,-1-1 0,1 1 0,0-1-1,0 0 1,-1-1 0,1 1 0,-1-1 0,1 0-1,0-1 1,-1 0 0,1 0 0,0 0-1,0-1 1,0 1 0,-8-5 0,9 4 10,1-1-1,0 0 1,-1-1 0,2 1 0,-1-1-1,0 0 1,1 0 0,-1 0-1,1 0 1,0 0 0,1-1 0,-1 0-1,1 1 1,0-1 0,0 0 0,0 0-1,1 0 1,0 0 0,0 0 0,-1-9-1,0-7 25,2 0 0,0 0 0,1 0 0,1 0 0,1 1 0,1-1 1,7-21-1,54-144 146,-60 174-209,26-59-102,3 2 0,3 1 1,3 2-1,2 2 0,4 2 1,2 1-1,3 3 0,92-82 1,-71 78-809,3 4 0,2 3 0,3 3 0,2 4 0,1 3 0,147-55-1,-160 76-902,96-20-1,-127 36 369,0 2 0,1 2 1,-1 1-1,43 4 0,1 10-4258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0:59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617 270 11189,'8'-12'638,"-4"7"-23,0-1 0,0 1 0,0-1 0,8-7-1,-9 6 1011,-3-7-801,1 7-475,-1 0 0,0 0 1,-1 0-1,1 0 0,-1-1 1,-1 1-1,-3-12 1,-1 5 98,-1-1 0,-1 1 0,0 1 0,0-1 0,-2 1 0,-10-11 0,17 21-394,0 1 0,1 0-1,-1 0 1,0 0 0,-1 0-1,1 0 1,0 1-1,0-1 1,-1 1 0,1 0-1,-1 0 1,-6-1-1,-41-1 174,42 4-168,-5-1 10,1 2 0,-1 0 1,1 0-1,0 2 0,0-1 0,0 2 0,0 0 0,-20 11 0,6-2 1,1 3 0,-39 31 0,41-29-57,1 2 0,1 1 0,1 0 0,-35 51 0,47-59-92,0 1-1,1 0 1,1 0 0,0 0 0,1 1 0,1 1-1,0-1 1,1 0 0,1 1 0,-2 24 0,4-38 66,1 0 1,0 1 0,0-1 0,0 0 0,0 1-1,1-1 1,-1 1 0,1-1 0,-1 0 0,1 0-1,1 1 1,-1-1 0,0 0 0,1 0-1,-1 0 1,1 0 0,0 0 0,0-1 0,0 1-1,0 0 1,1-1 0,-1 0 0,1 1 0,-1-1-1,1 0 1,0 0 0,0-1 0,0 1 0,0-1-1,0 1 1,0-1 0,0 0 0,1 0 0,-1 0-1,7 0 1,2 2 26,1-1 0,-1-1-1,1 0 1,-1-1 0,1-1 0,19-2-1,77-22 633,-72 16 22,44-7 1,-74 15-597,0 0 1,-1 0-1,1 1 1,0 0-1,-1 1 1,14 1-1,-18-1-62,0 0 0,0 0 0,0 0 0,0 0 1,0 0-1,0 0 0,0 1 0,0-1 0,0 1 0,-1-1 0,1 1 0,-1 0 0,1-1 1,-1 1-1,0 0 0,1 0 0,-1 0 0,0 0 0,0 0 0,-1 0 0,1 0 0,0 1 1,-1-1-1,1 0 0,-1 0 0,1 3 0,0 11-503,0 1 1,-3 32-1,0-32-347,2 1 1,0 0-1,3 19 0,-2-30 524,0-1 0,1 1 0,0-1 0,0 1 1,1-1-1,-1 0 0,1 0 0,1 0 0,-1-1 0,1 1 0,0-1 0,0 0 0,1 0 0,0 0 1,-1-1-1,2 1 0,-1-1 0,0 0 0,1-1 0,0 1 0,0-1 0,0 0 0,0-1 0,7 3 1,14 2-795,0-1 0,0-2-1,1 0 1,0-2 0,0-1 0,43-4 0,-40 2 482,25-3-844,1-9 352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00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325 1138 6737,'4'-26'243,"30"-137"1877,8-23 1808,-35 150-2675,-3 0-1,0 0 0,-3-44 1,-1 76-1080,0-3 109,-1 0 1,1 0-1,-1 0 1,-1 0-1,-2-9 0,3 14-241,1 1 0,-1-1 0,0 1 0,0 0 0,0-1 0,0 1 0,0 0-1,0-1 1,0 1 0,-1 0 0,1 0 0,0 0 0,-1 0 0,1 0-1,-1 0 1,1 1 0,-1-1 0,1 0 0,-1 1 0,0-1 0,1 1-1,-1-1 1,1 1 0,-1 0 0,-2 0 0,-4 0 62,1 1 0,0 0 0,-1 0 0,1 1 0,0 0 0,0 0 0,0 1 0,0 0 0,1 0-1,-1 0 1,1 1 0,0 0 0,0 0 0,0 1 0,0 0 0,-8 9 0,-7 8 146,1 1-1,-29 42 0,23-26-92,2 1 0,2 1-1,1 0 1,2 2-1,-24 84 1,40-114-152,0 0-1,1 0 1,1 1 0,0-1 0,1 0 0,0 1-1,1-1 1,1 0 0,0 0 0,5 15-1,-5-20-3,1 0 0,0 0 0,1 0 0,0-1 0,0 1-1,1-1 1,-1 0 0,2 0 0,-1-1 0,1 0 0,0 0-1,0 0 1,0 0 0,1-1 0,0 0 0,14 7 0,-1-3-34,0-2 1,0 0 0,1-1-1,0-1 1,0-1 0,0-1-1,24 1 1,12-2-137,83-9 0,-99 3 137,-1-1 0,1-3 0,-1-1 1,-1-2-1,0-1 0,0-3 0,-1-1 0,-1-1 1,-1-2-1,0-2 0,-2-1 0,0-2 0,-2-1 1,-1-2-1,0-1 0,-3-1 0,0-1 0,-2-2 1,38-59-1,-29 27 32,-3-1 1,-3-1 0,36-120-1,31-214 34,-95 398-32,13-80 113,-14 79-61,-4 5 59,-2 4-77,-1 1 0,1-1 0,1 1 0,-1 1 0,1-1 0,0 1 0,0-1 0,1 1 0,1 0 0,-5 11 0,-25 98 202,22-75-145,-215 799 190,183-701-705,15-51-1597,-32 175 0,59-255 1073,0 0 0,1 0 0,1 15 0,7 2-4460,6-15-2431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00.4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82 214 10505,'-38'54'4336,"29"-44"-3165,1 1-1,0 0 1,-10 21-1,18-30-1071,0 0 0,0 0 0,0 0 0,1 0 0,-1 1 0,1-1 0,-1 0-1,1 0 1,0-1 0,0 1 0,0 0 0,0 0 0,0 0 0,0 0 0,1-1 0,1 3 0,1-2-35,1 1 1,-1-1-1,0 0 1,1 0-1,0 0 1,0-1-1,-1 1 0,1-1 1,0 0-1,0-1 1,8 1-1,57-5 465,-24-5-446,-1-1-1,-1-3 0,0-1 0,-1-2 0,0-2 0,-1-2 0,-2-2 1,56-39-1,-89 56-78,-1 1 1,0-1-1,0 0 0,0-1 1,-1 1-1,1-1 1,-2 0-1,1 0 0,0-1 1,-1 1-1,-1-1 1,1 0-1,-1 0 0,0-1 1,0 1-1,-1-1 1,0 1-1,-1-1 1,0 1-1,0-1 0,0 0 1,-1-10-1,0 16-4,0 0 1,-1 1-1,1-1 1,0 0-1,-1 1 0,1-1 1,-1 1-1,0-1 0,1 1 1,-1-1-1,0 1 0,0-1 1,0 1-1,0 0 0,0 0 1,0-1-1,0 1 0,-1 0 1,1 0-1,0 0 0,-1 0 1,1 0-1,-1 0 0,-1 0 1,0 0 6,-1 0 1,1 1 0,-1-1-1,1 1 1,-1-1-1,1 1 1,-1 0-1,1 1 1,-1-1 0,0 1-1,-3 0 1,-4 2 44,0 1 0,0 0-1,0 0 1,0 1 0,1 1 0,-14 8 0,-89 79 919,45-34-327,59-52-573,-146 126 1177,128-107-974,1 1 1,1 1 0,-29 43-1,49-63-219,1 0 0,-1 0 0,1 0 0,0 1 0,1-1 0,0 1 0,1 0 0,-2 11 0,3-16-49,1-1-1,0 0 0,0 0 1,0 1-1,0-1 1,0 0-1,1 0 1,-1 1-1,1-1 0,0 0 1,0 0-1,0 0 1,1 0-1,-1 0 1,1 0-1,-1 0 0,1 0 1,0-1-1,0 1 1,0-1-1,1 1 0,-1-1 1,1 0-1,-1 0 1,1 0-1,3 2 1,1 0-74,1 0 0,0-1 1,0 0-1,0 0 0,0 0 1,10 1-1,76 8-826,-93-12 882,484 16-5148,-117-28 245,-120-8-1853,-114 4-510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02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868 1322 6925,'0'1'78,"0"-1"0,1 1 1,-1-1-1,0 1 0,1-1 1,-1 1-1,1-1 0,-1 1 1,1-1-1,-1 0 0,1 1 0,-1-1 1,1 0-1,0 0 0,-1 1 1,1-1-1,-1 0 0,1 0 1,0 0-1,-1 0 0,1 1 1,0-1-1,-1 0 0,1 0 1,-1 0-1,1 0 0,0-1 1,-1 1-1,1 0 0,0 0 1,-1 0-1,2-1 0,0 0 154,0 0 1,0-1-1,0 1 0,0-1 1,0 0-1,-1 1 1,1-1-1,0 0 0,1-3 1,2-2 516,-1-1 1,0 1 0,0-1 0,0 0 0,3-12 0,-5 11-149,4-11 788,-2 0 1,4-32-1,-8 46-1196,0 0 1,0-1-1,-1 1 1,1 0-1,-1 0 0,-1-1 1,1 1-1,-1 0 0,0 0 1,0 1-1,-1-1 0,-5-8 1,6 10-84,-1 1 1,0 0 0,0 0-1,0 0 1,0 1 0,0-1-1,0 1 1,-1-1-1,1 1 1,-1 0 0,0 1-1,0-1 1,1 1-1,-1-1 1,0 1 0,0 0-1,0 1 1,-8-2 0,0 2 53,1-1 1,-1 2 0,1-1 0,-1 2-1,-15 3 1,-11 5 94,1 2 0,0 2-1,1 2 1,0 1 0,-64 41 0,33-11 18,-111 100 1,57-27-94,100-97-206,2 1-1,0 0 0,-21 41 1,36-59-5,0 1-1,1 0 1,0 0 0,1 0 0,0 1 0,0-1 0,0 1 0,1-1 0,0 1 0,0 9-1,1-13-12,1 0-1,-1-1 0,1 1 0,0 0 1,0 0-1,0-1 0,0 1 0,1-1 0,0 1 1,0-1-1,0 0 0,0 1 0,0-1 0,0 0 1,1 0-1,0-1 0,-1 1 0,1 0 1,0-1-1,0 0 0,6 4 0,3-1-95,-1 0 0,1 0-1,-1-1 1,1 0 0,1-2 0,-1 1-1,0-1 1,1-1 0,-1 0 0,1-1-1,23-2 1,6-3-187,-1-2 0,48-14 0,-25 3 97,-1-3 0,-1-3 0,-1-3 0,110-65 0,-125 62 172,-2-1 0,-1-3 0,-2-2 0,-1-1-1,-3-2 1,50-64 0,-47 44 30,-2-2-1,-3-1 0,-2-2 1,-4-1-1,34-108 0,-28 51 255,-6-1-1,17-161 1,-44 261-137,9-96 133,-10 107-129,-1 0 1,-1 0-1,0 0 0,-1 1 0,0-1 0,0 0 0,-6-13 1,8 24-78,0 0-1,0 1 1,-1-1 0,1 1 0,0-1 0,0 1 0,0-1 0,-1 1 0,1-1 0,0 1 0,-1-1 0,1 1 0,0 0-1,-1-1 1,1 1 0,-1 0 0,1-1 0,-1 1 0,1 0 0,-1-1 0,1 1 0,-1 0 0,1 0 0,-1-1-1,1 1 1,-1 0 0,1 0 0,-1 0 0,0 0 0,1 0 0,-1 0 0,1 0 0,-1 0 0,1 0 0,-1 0 0,1 0-1,-1 0 1,0 1 0,-20 13 417,18-12-382,-7 9 84,0 0 0,0 0 0,1 1 1,1 0-1,-1 0 0,2 1 0,0 0 0,-7 19 0,-38 124 491,41-118-514,-133 522 263,68-182-2974,51-192 491,24-163 1617,1 0-1,0 0 1,2 0-1,1 0 1,10 44-1,-11-60 279,1 1-1,0-1 0,0 0 0,1-1 1,0 1-1,0-1 0,0 1 0,1-1 1,0-1-1,0 1 0,0-1 0,1 1 1,0-2-1,0 1 0,0-1 1,1 1-1,-1-2 0,1 1 0,0-1 1,0 0-1,0 0 0,1-1 0,12 2 1,-1-1-636,0-1 1,0 0 0,0-2 0,0 0 0,0-2 0,0 0-1,-1 0 1,29-9 0,41-16-4798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02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630 59 8125,'1'-7'395,"-1"4"-108,1-1 0,-1 0 0,0 0 0,0 0 0,0 1 0,0-1 0,-1 0 0,0 0 0,1 1 0,-1-1 0,-3-5 0,2 8 503,-8 8 315,-5 7-307,1 0 0,1 0 0,0 1-1,1 1 1,1 0 0,-17 32 0,-113 323 1796,78-187-1952,-28 59-201,-71 201 152,122-292-481,35-133-90,4-16-18,0-1 0,1 1 0,-1 0 0,0-1 0,1 1 0,0 0 0,0-1 0,0 1 0,0 0 0,0-1 0,0 1 0,0 0 0,1-1 0,0 1 0,-1 0 0,1-1 0,0 1 0,0-1 0,1 0 0,-1 1 0,0-1 0,1 0 0,-1 0 0,1 1 0,0-1 0,0 0 0,0-1 0,0 1 0,0 0 0,0-1 0,0 1 0,0-1 0,1 1 0,-1-1 0,1 0 0,2 1 0,8 1-3,0 0 1,0-1-1,0-1 1,0 0-1,26-1 1,-22 0 7,16 0-5,155-1 369,259 33 0,-390-24-199,-13-3-62,0 1 1,-1 3-1,1 2 0,44 17 1,-83-26-86,0 0 1,-1 0 0,0 0 0,0 0-1,1 1 1,6 6 0,-10-8-21,0 0-1,-1 0 1,1 0 0,0 1 0,0-1 0,-1 0 0,1 0-1,-1 1 1,1-1 0,-1 0 0,0 1 0,0-1 0,1 0 0,-1 1-1,0-1 1,0 0 0,0 1 0,0-1 0,-1 0 0,1 1-1,0-1 1,0 0 0,-1 1 0,1-1 0,-1 0 0,1 0 0,-1 1-1,0-1 1,0 1 0,-6 8-29,1-1 1,-2-1-1,1 1 0,-1-1 0,0-1 1,0 1-1,-1-2 0,0 1 1,-1-1-1,1 0 0,-1-1 0,-17 7 1,-15 5-464,-79 19 1,-161 25-2741,96-29-6916,161-27 1843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02.5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752 0 13593,'29'37'2284,"-32"-11"-99,-13 11-5,-13-11-192,1 0-280,-13 5-316,-7 0-244,-9 1-311,-10-1-217,-6 9-276,6-5-572,7 2-737,-7-9-683,-6-13-1004,10 5-152,15 5-3129,7 1-5132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05.2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858 371 7361,'-27'-4'5138,"39"13"-4592,-12-9-403,0 0 1,0 0-1,1 0 1,-1 0-1,0 0 0,0 0 1,0 0-1,1 1 0,-1-1 1,0 0-1,0 0 1,0 0-1,1 0 0,-1 1 1,0-1-1,0 0 1,0 0-1,0 0 0,0 1 1,0-1-1,0 0 0,1 0 1,-1 1-1,0-1 1,0 0-1,0 0 0,0 1 1,0-1-1,0 0 1,0 0-1,0 1 0,0-1 1,0 0-1,0 0 0,0 1 1,-1-1-1,1 0 1,0 0-1,0 1 0,-11 5 123,1 2 0,0-1-1,1 1 1,0 0 0,0 1-1,0 0 1,1 1 0,-11 17-1,-52 98 604,38-63-626,-299 477 299,151-252-792,102-157 94,25-21 48,53-106 102,23-22 30,-16 15-21,-2-1-1,1 1 1,0-1 0,-1 0 0,5-6 0,255-397 298,-201 305-257,130-215 92,256-396 558,-438 698-667,1-1 0,1 2-1,0 0 1,1 0-1,1 1 1,21-16 0,-34 29-19,-1 0 0,1-1 1,-1 1-1,1 0 0,0 0 1,-1 0-1,1 0 0,0 1 1,0-1-1,0 0 1,-1 1-1,1-1 0,0 1 1,0 0-1,0-1 0,0 1 1,0 0-1,0 0 1,0 1-1,0-1 0,0 0 1,0 0-1,0 1 0,0 0 1,0-1-1,-1 1 1,1 0-1,0 0 0,0 0 1,-1 0-1,1 0 0,-1 0 1,1 0-1,-1 0 0,1 1 1,-1-1-1,0 1 1,1-1-1,-1 1 0,0 0 1,0-1-1,0 1 0,0 0 1,0 0-1,0 2 1,3 7 50,0 0 0,-1 0 0,-1 0 0,0 1 0,1 19 0,-1 25 64,-3 1 1,-2-1-1,-12 64 1,-44 168 139,37-194-173,-42 173-436,-26 123-809,32 2-2450,58-391 3580,-2 21-554,1 0 0,2 22 0,0-37 275,0-1 0,0 1 1,0-1-1,1 1 0,0-1 0,0 0 0,1 0 0,0 0 1,0 0-1,0 0 0,5 5 0,3 5-588,-11-16 872,0 0 0,0 1 1,0-1-1,0 0 0,0 0 0,0 0 1,0 0-1,1 1 0,-1-1 0,0 0 1,0 0-1,0 0 0,0 0 1,0 0-1,1 0 0,-1 1 0,0-1 1,0 0-1,0 0 0,0 0 0,1 0 1,-1 0-1,0 0 0,0 0 0,0 0 1,1 0-1,-1 0 0,0 0 0,0 0 1,0 0-1,1 0 0,-1 0 0,0 0 1,0 0-1,0 0 0,1 0 0,-1 0 1,0 0-1,6-1-86,1-1 0,-1 0 0,0 0 0,0 0 0,-1-1 0,1 1 0,0-2 0,-1 1 0,0 0 0,1-1 0,-2 0 0,1 0 0,0-1 0,5-6 0,8-11-129,31-48 0,-33 47 249,37-68 731,-4-3 0,55-143-1,-2 4 1425,-86 199-1791,10-24 590,3 1-1,3 2 1,45-62-1,-72 112-857,-1-1 1,1 1-1,1 0 0,-1 1 1,1-1-1,-1 1 0,1 0 1,10-4-1,-14 7-76,0 1 0,0-1 1,0 1-1,0-1 0,1 1 0,-1 0 1,0 0-1,0 0 0,1 0 1,-1 0-1,0 1 0,0-1 0,0 1 1,0-1-1,1 1 0,-1 0 0,0 0 1,0 0-1,0 0 0,-1 0 0,4 2 1,29 28 216,-23-17-191,-1 0-1,0 1 1,-1 0-1,-1 1 0,0 0 1,-1 0-1,-1 1 1,0 0-1,-2 0 0,4 20 1,1 24 62,3 92 0,-12-142-110,3 42 0,1 26 56,-9 123 0,3-183-63,-7 105 15,9-110-18,1 1 0,0-1 1,0 1-1,2-1 0,0 1 0,5 15 0,-7-27-1,0 0-1,0 0 0,0 0 0,1 0 0,-1 0 0,1-1 1,0 1-1,-1 0 0,1-1 0,1 1 0,-1-1 0,0 0 1,0 0-1,1 1 0,-1-2 0,1 1 0,0 0 0,0 0 0,-1-1 1,1 0-1,0 1 0,3 0 0,0-2 0,0 1 0,0-1 0,0 0-1,0-1 1,0 0 0,0 0 0,0 0 0,0 0-1,-1-1 1,1 0 0,-1 0 0,8-4 0,24-15 3,0-1 1,-2-1-1,-1-2 1,-1-2 0,39-39-1,235-284-183,-23-21 27,-222 289 127,-9 10-36,171-209-146,-223 281 206,-1 0 1,0 0 0,0 0 0,0 0 0,0-1-1,0 1 1,0 0 0,0 0 0,0 0-1,0 0 1,0 0 0,0 0 0,1 0-1,-1 0 1,0-1 0,0 1 0,0 0 0,0 0-1,0 0 1,0 0 0,0 0 0,1 0-1,-1 0 1,0 0 0,0 0 0,0 0 0,0 0-1,0 0 1,1 0 0,-1 0 0,0 0-1,0 0 1,0 0 0,0 0 0,0 0-1,0 0 1,1 0 0,-1 0 0,0 0 0,0 0-1,0 0 1,0 1 0,0-1 0,0 0-1,0 0 1,1 0 0,-1 0 0,0 0-1,0 0 1,0 0 0,0 0 0,0 0 0,0 1-1,0-1 1,0 0 0,0 0 0,3 4-2,0 0 1,0 0-1,-1 0 0,0 0 1,0 0-1,0 1 1,0-1-1,0 1 0,-1-1 1,0 1-1,0 0 1,-1-1-1,1 1 0,-1 0 1,0 0-1,0 0 1,0-1-1,-1 1 0,-1 6 1,-3 18-1,-17 53 0,21-78 3,-19 55-15,-46 93 0,-43 50-50,88-164 43,-116 199-217,-97 186-350,174-298 194,-41 85-1547,29-77-3876,59-104 1776,11-5-1917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06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1235 287 3204,'41'20'9557,"-63"-17"-8354,19-2-1091,0 0 0,1 0 0,-1 0 0,0 0 0,1 1 0,-1-1 0,1 1 0,-1-1 0,1 1 0,0 0 0,0 0 0,0 0 0,0 1 0,0-1 0,-3 4 0,-21 45 742,15-28-385,-94 170 994,-9-4-1,-151 190 1,150-227-1239,-160 206 276,199-264-397,-119 154 48,189-241-178,2 1 0,-1-1-1,1 1 1,0 0 0,-3 10-1,8-17 19,0-1 0,0 0 0,0-1 0,0 1 0,0 0 0,0 0 0,0 0 0,0-1 0,0 1 0,0 0 0,0-1 0,0 1 0,0-1 0,2 0 0,18-12-30,-1-1-1,0 0 1,-1-1 0,-1-2 0,-1 0-1,20-23 1,88-127-35,-99 129 72,187-305-64,-24-16 35,-94 175 29,37-82 4,102-182 548,-222 428-490,0 1-1,1 1 1,25-28-1,-33 42-26,0-1 0,0 1-1,1 0 1,-1 0 0,1 0 0,0 1 0,8-4 0,-11 6-4,0 0 0,0 0 0,0 0 0,1 1 0,-1-1 0,0 1 0,0 0 0,1 0 0,-1 0 1,0 0-1,0 0 0,0 1 0,1 0 0,-1-1 0,6 3 0,-2 1 53,1 1 0,-1-1-1,0 1 1,0 0 0,-1 1 0,1-1-1,-1 1 1,-1 1 0,1-1-1,-1 1 1,0 0 0,5 10 0,4 8 189,-1 1 1,12 38-1,-1 17 163,-4 0-1,-4 1 1,7 96 0,-2 266 523,-21-419-911,-26 445 364,19-405-406,-74 499-1664,36-288-661,31-195 1160,5-34-562,2 1-1,-1 48 0,12-59-1936,2-23-1703,6-18-560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07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57 641 10869,'-10'-3'515,"7"2"-268,0 1 0,0-1 0,-1 0 0,1 1 0,0-1 0,0 1 1,-1 0-1,1 0 0,0 1 0,0-1 0,-9 3 3988,14-5-4115,-1 1-1,1-1 1,-1 0 0,1 1-1,0 0 1,0-1 0,0 1-1,0 0 1,0 0 0,3-1-1,-1 0 58,43-20 292,1 3 0,99-26 0,-77 25-286,767-199-782,8 37-3432,-435 89-4123,-291 74 2502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07.5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1240 2 12153,'-33'0'2397,"30"0"-2141,0-1 1,0 1 0,0 0 0,0 0-1,0 0 1,-1 0 0,1 1 0,0-1 0,0 1-1,0 0 1,-3 1 0,-81 31 3653,59-23-3057,1 1 0,-1 1 1,-29 18-1,4 5 311,-74 65 0,-41 56-12,133-123-956,5-4-62,-238 239 737,226-221-771,2 2-1,3 2 0,-61 109 1,91-147-119,0 1 0,2 0 0,-1 1 1,2 0-1,0 0 0,-4 27 0,7-34-45,1-1 0,0 0-1,1 1 1,-1-1 0,1 0 0,1 0-1,-1 0 1,1 0 0,1 0-1,-1 0 1,1 0 0,0-1 0,1 1-1,-1-1 1,1 0 0,7 9 0,0-5-134,-1 0 0,1-1 1,1-1-1,-1 1 0,1-2 0,1 0 1,0 0-1,0-1 0,0-1 1,0 0-1,1 0 0,25 3 0,10 1-609,0-3-1,65 1 1,-31-8-503,0-3 1,0-4 0,0-4 0,-2-3 0,1-3 0,-2-4 0,151-64 0,-166 56 576,-1-2-1,-2-4 0,-1-2 1,-2-2-1,-2-3 0,89-88 1,-91 73 872,-2-2-1,-3-2 1,-3-2 0,-3-2 0,65-131 0,-98 174 610,13-46 1,-17 22 1103,-7 45-1668,1 0 0,-2 0 0,1 0-1,0 0 1,0 0 0,-1 0-1,1 0 1,-1 0 0,1 0 0,-1 0-1,0 0 1,0 1 0,0-1-1,0 0 1,-1-1 0,0 2-107,1 1 1,0 0 0,0-1 0,-1 1-1,1 0 1,0 0 0,-1 0 0,1 0-1,0 0 1,0 0 0,-1 0 0,1 1-1,0-1 1,0 0 0,-1 1-1,1-1 1,0 1 0,0 0 0,0-1-1,0 1 1,0 0 0,0-1 0,0 1-1,0 0 1,0 0 0,-1 2-1,-31 26 882,-4 11 41,2 2 1,2 1-1,-45 77 1,-63 153 958,53-72-1079,74-165-734,3 2-1,0 0 1,-7 59-1,17-89-134,0 0-1,1 0 1,0-1-1,0 1 1,1 0-1,0 0 1,0-1-1,1 1 1,0-1-1,0 1 1,1-1-1,3 8 1,-3-10-67,1 1 1,-1-1-1,1 0 1,0 0-1,1-1 0,-1 1 1,1-1-1,0 0 1,0 0-1,0-1 1,0 1-1,1-1 0,-1 0 1,1-1-1,8 4 1,5-1-256,1 0 1,-1-2 0,1 0-1,-1-1 1,1-1 0,0 0-1,29-4 1,9-4-1468,68-17-1,88-34-6140,-95 20-294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08.3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578 376 5469,'-67'-15'8248,"47"-17"-5102,17 30-2953,-1-1 0,1 1 0,-1 0 0,0 0 0,0 1 0,0-1 0,1 1 0,-1 0-1,0 0 1,-1 0 0,1 0 0,0 1 0,-7 0 0,2 0 17,1 0 0,-1 1 0,1 0 0,-1 1 0,-14 4 0,2 2 6,-1 2 1,2 0-1,0 2 1,0 0-1,-34 28 0,23-13-31,1 2 0,-39 47 0,59-64-150,1 1 0,0 0 0,1 0 0,1 1 0,0 0 0,1 0 0,-8 25-1,13-34-27,-1 0-1,1 0 0,0 0 1,1 0-1,-1 1 0,1-1 1,0 0-1,0 0 0,1 1 1,-1-1-1,1 0 0,0 0 1,1 0-1,-1 0 0,1 0 1,0 0-1,0 0 0,1-1 1,-1 1-1,1-1 0,0 1 1,0-1-1,1 0 0,-1 0 1,1-1-1,5 5 0,2-1-3,0-1 0,0 0 0,0 0 0,1-1 0,0-1-1,0 0 1,0 0 0,1-1 0,-1-1 0,1 0-1,12 0 1,15-1-53,0-1-1,50-7 0,-56 2 18,1-2-1,-1-2 1,-1-1-1,0-1 1,46-23-1,-36 13 17,-1-3-1,-1-1 0,42-34 0,-69 47 16,0 0-1,0-1 0,-1-1 0,0 0 0,-2-1 1,0-1-1,0 1 0,-1-2 0,-1 1 0,-1-1 1,9-26-1,-9 14-4,-1 1 0,-2-1 0,0 0-1,-2 0 1,-2 0 0,-1-38 0,-1 55 1,0-1 0,-1 1 0,0-1 1,-6-17-1,7 27 3,0 0-1,0 0 1,-1 0 0,1 0 0,-1 1 0,1-1 0,-1 1 0,0-1 0,0 1-1,-4-4 1,5 5 2,-1 0 0,1 0-1,0 1 1,-1-1-1,1 0 1,0 1 0,-1-1-1,1 1 1,-1 0-1,1-1 1,-1 1 0,1 0-1,-1 0 1,1 0-1,-1 0 1,1 0 0,0 0-1,-1 1 1,1-1-1,-1 0 1,1 1 0,-1-1-1,-1 2 1,-5 2 0,1 0 0,0 0 0,-1 1 0,2 0 0,-1 1 1,1 0-1,0 0 0,0 0 0,0 0 0,1 1 0,-6 9 0,2-1 2,1 0 0,0 0 0,1 1 0,-8 28 0,13-37 0,0-1-1,1 1 1,0 0-1,1-1 1,-1 1-1,1 0 1,1-1-1,-1 1 0,1 0 1,0-1-1,1 1 1,-1-1-1,1 1 1,1-1-1,-1 0 1,1 0-1,0 0 1,1 0-1,-1 0 0,1-1 1,0 1-1,0-1 1,1 0-1,0-1 1,0 1-1,0-1 1,6 5-1,8 4-5,1-1 0,0 0 0,1-2 0,0 0 0,0-1 0,34 8 0,4-2 20,86 8-1,-87-15-29,93 24 0,-144-30 14,0 0 0,0 1 0,0 0 1,-1 0-1,1 0 0,-1 1 0,1 0 0,-1 0 0,0 1 0,-1 0 0,1 0 0,-1 0 1,0 1-1,0 0 0,-1-1 0,0 2 0,0-1 0,0 0 0,-1 1 0,0 0 1,0 0-1,0 0 0,-1 0 0,0 0 0,-1 0 0,1 1 0,-2-1 0,1 1 0,-1-1 1,0 0-1,0 1 0,-1-1 0,-3 14 0,-5 11 10,-1 1 1,-2-2-1,-1 0 0,-2-1 1,-24 39-1,16-29 9,4-4 49,17-33-68,3-1-16,0-1 18,-1 0 1,1 1-1,0-1 1,-1 0-1,1 0 1,0 0-1,0-1 0,0 1 1,0 0-1,0 0 1,0 0-1,0-1 1,0 1-1,0 0 1,0-1-1,1 1 1,-1-1-1,0 1 1,0-1-1,0 0 1,1 0-1,-1 1 0,0-1 1,1 0-1,-1 0 1,0 0-1,0 0 1,1 0-1,-1-1 1,0 1-1,0 0 1,1-1-1,-1 1 1,0-1-1,0 1 0,2-1 1,8-4-7,0-1 1,0 0-1,12-8 0,2-2 6,73-40 8,-3-4-1,161-134 1,138-185 109,-84 30 294,-298 335-403,-11 12 3,0 0-1,1 0 1,-1 0 0,0 1-1,1-1 1,-1 0 0,1 1-1,-1-1 1,1 1 0,0-1-1,-1 1 1,1 0 0,0 0-1,0 0 1,0 0 0,0 0-1,0 0 1,0 0 0,0 1-1,1-1 1,-1 1 0,0 0-1,0-1 1,0 1 0,1 0-1,-1 0 1,3 1 0,-1 0 17,1 1 0,0 0 0,0 1 0,-1-1 0,1 1 0,-1 0 0,0 0 0,0 0 0,0 0-1,0 1 1,-1 0 0,1 0 0,-1 0 0,0 0 0,0 0 0,-1 0 0,1 1 0,-1 0 0,0-1 0,0 1 0,0 0 0,1 7 0,3 12 212,-1 0 0,-1-1-1,2 38 1,-5-35-90,-1 1-1,-1-1 0,-2 0 1,0 0-1,-2-1 1,-1 1-1,-1-1 0,-12 32 1,3-22 5,-1-1 1,-2 0 0,-1-1-1,-48 60 1,6-25-37,-2-3 1,-4-3-1,-143 102 1,178-141-251,-313 233-4447,341-251 4115,-1 0 1,1 0-1,0 0 0,0 1 1,-6 8-1,10-14 333,1 1 0,-1 0 0,1 0 0,-1 0 0,1 0 0,-1 0 0,1 0 0,0 0 0,0 0 0,-1 0 0,1 0 0,0 0 0,0 0 0,0 0 0,0 0 0,0 0 0,0 0 0,1 0 0,-1 2 0,1-2-35,0 0-1,-1 0 1,1 0-1,0 0 1,0-1-1,0 1 1,0 0-1,0 0 1,0 0 0,0-1-1,0 1 1,0-1-1,1 1 1,-1-1-1,0 1 1,0-1-1,0 0 1,1 1 0,-1-1-1,2 0 1,46-1-4286,36-9-2403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08.5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747 1 12325,'-19'40'2120,"3"-23"-236,-13 12-147,-2-4-273,-1-2-136,-6 3-396,-10 8-204,1 0-140,-7 6-284,0 0-328,-7-2-300,-2-4-680,-4-3-1084,4-5 80,-1 8-3337,4-5-4288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09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1306 0 11801,'0'0'5505,"-2"2"-4244,-2 1-986,1 0-1,0-1 1,1 1 0,-1 0-1,0 1 1,1-1 0,0 0-1,0 1 1,0-1 0,0 1-1,0 0 1,1-1-1,-1 1 1,0 5 0,-115 325 4560,67-217-4220,-6-2 0,-82 126 0,-269 338-1111,5-7-5071,314-417-466,83-145 5111,-1 7-4259,13-5-3003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10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11497,'42'36'10077,"-18"-16"-9775,-2 1 0,28 32 0,-32-31-216,-1 2 1,-2 0-1,0 0 0,-1 2 0,-2 0 0,-1 0 1,-1 1-1,9 35 0,-10-17-26,-1 1-1,-2 0 1,-3 0-1,-2 66 0,-4-39-18,-3 1 0,-3-1 0,-3 0-1,-35 113 1,-100 214-333,142-390 110,7-24 131,8-26 30,31-65-33,4 1 1,4 2-1,5 3 0,5 1 1,3 4-1,134-154 0,-156 204 114,73-58-1,-96 88 38,1 1 0,0 1 0,1 0 0,0 2 0,1 0 0,0 1 0,31-9 0,-44 16-5,1 0 1,0 1 0,0 0 0,-1 0 0,1 1-1,0 0 1,0 0 0,0 0 0,0 1 0,0 1 0,0-1-1,-1 1 1,1 0 0,-1 1 0,1 0 0,-1 0 0,0 1-1,0 0 1,0 0 0,-1 0 0,11 10 0,-8-4 34,0 0 0,0 0 0,-1 1 0,-1 0 0,1 1 0,-2 0 0,0 0 0,0 0 0,-1 1 0,-1-1 0,0 1 0,2 14 0,1 12 56,-3 1-1,-1 0 0,-1 0 1,-3 0-1,-1 0 0,-13 69 1,-72 235-263,78-311-61,-139 508-5939,143-522 5421,1 1 0,2 1 1,-1-1-1,2 0 0,2 26 0,-1-39 223,1-1 0,-1 0 0,1 1 0,1-1 0,-1 1 0,1-1 0,0 0 0,1 0 1,0 0-1,-1 0 0,2 0 0,-1-1 0,1 0 0,0 1 0,0-1 0,0 0 0,1-1 0,-1 1 0,12 7 1,26 5-6309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10.4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1372 1 10801,'-7'5'359,"1"1"0,-1 0 0,1 0 1,0 1-1,1 0 0,0 0 0,0 0 0,0 1 0,1 0 0,0 0 1,1 0-1,-4 12 0,5-13-237,1 0 0,0 1 0,0-1 1,1 0-1,0 0 0,0 0 0,0 0 1,1 0-1,0 0 0,1 0 0,0 0 0,0 0 1,0 0-1,1 0 0,0-1 0,5 9 1,-4-8-75,1 0-1,0 0 1,1 0 0,-1-1 0,1 0 0,1 0 0,-1 0 0,1-1 0,0 0 0,13 7 0,-6-5-1,-1-1 0,1-1 1,0 0-1,1-1 0,23 4 0,5-3 6,-1-3 1,1-1-1,59-6 0,-84 3 62,1 0 0,-1-2 0,1 0 0,-1-1 0,0-1 0,31-14 0,-37 14-21,0-1 0,-1 0 0,0-1-1,0 0 1,-1 0 0,0-1 0,-1-1 0,0 1 0,0-1 0,10-16 0,-10 12 76,0 0 0,-1-1 0,-1 0 0,0-1 0,-1 1 0,-1-1 0,0-1 1,-1 1-1,-1 0 0,1-21 241,-8 38-50,-1 2-280,1 0-1,-1 1 0,1-1 1,-1 1-1,1-1 1,0 1-1,0 0 1,1 1-1,-1-1 1,1 1-1,0 0 1,0-1-1,-2 7 1,-7 15 412,-11 38 1,11-30-188,-67 242 1175,14-38-788,-103 190-170,-26-12-486,181-390-67,-179 363-925,-21-15-367,180-322 1100,-2-2 1,-2-1-1,-3-2 1,-1-1-1,-51 42 1,75-73 168,-26 23-90,-1-2 0,-1-2 0,-61 35 1,59-44-17,-85 35 0,110-52 239,1-1 0,-1-1 1,-1-1-1,1-1 0,-1-1 0,-37 0 0,54-4 16,-1 1 0,0-1 0,1 1 0,-1-2 0,1 1-1,0-1 1,-1 0 0,1 0 0,0-1 0,0 0 0,0 0 0,1 0 0,-1-1 0,1 0 0,-1 0 0,1 0 0,-6-7 0,7 5-17,-1 0-1,2 0 1,-1 0 0,1 0 0,0-1 0,0 1 0,1-1 0,0 0 0,0 0-1,0 0 1,1 0 0,0 0 0,0 0 0,1 0 0,0 0 0,2-10-1,1-8 26,2 0-1,0 1 0,2 0 0,1 0 0,1 1 0,20-40 0,-4 18-104,2 1-1,46-55 1,-16 31-544,72-66 1,79-53-1181,-191 173 1557,323-266-4467,-103 100-2245,-14 16-3443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10.7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1556 175 8509,'-2'-8'477,"0"0"0,1 0 1,0 0-1,1 0 0,0 0 0,0 0 1,1-1-1,0 1 0,0 0 0,5-14 1,-6 19-74,0 0 1,0 0 0,0 0 0,-1 0-1,1-1 1,-1 1 0,1 0 0,-1 0-1,0 0 1,0 0 0,-1 0 0,1 0-1,-1 1 1,1-1 0,-1 0 0,-2-3-1,-6-11 703,8 17-1037,0 0-1,0 1 1,1-1-1,-1 1 1,0-1 0,1 1-1,-1 0 1,1 0-1,-1 0 1,1 0 0,-3 2-1,2-2 27,-38 29 798,1 2 1,-52 54-1,36-32-262,5-5-352,3 2 0,2 2 0,2 1 0,2 3 1,3 1-1,3 2 0,2 2 0,3 0 0,-42 131 0,33-49-48,-24 169-1,3 150 52,55-419-254,-6 43 30,-3 0 0,-5-1 0,-3-1 0,-40 99 0,39-130-154,-2-2 0,-2 0-1,-2-2 1,-2-1 0,-3-2-1,-2-1 1,-55 56 0,61-72-793,-39 29 0,59-51 202,0-1-1,-1 0 1,0-1-1,-1 0 1,1 0-1,-1-2 1,0 1-1,-13 2 1,0-5-6131,5-11-4529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11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858 81 10093,'6'-6'1259,"-3"2"311,-5 6-372,-35 36 2370,13-19-2456,12-10-504,0 1-1,1 0 1,-15 17-1,-227 322 4976,-71 212-3534,288-489-1850,-55 152 1,82-194-173,1 0 0,1 1 0,1 0 0,2 0 0,1 0 0,2 0 0,1 1 0,4 37 0,-2-55-18,1-1 0,0 1 0,1-1 1,0 0-1,1 0 0,1-1 0,0 1 0,0-1 0,2-1 0,-1 1 0,1-1 0,1 0 1,10 10-1,-8-11-24,1-1 1,0 0-1,0 0 0,0-1 1,1-1-1,1 0 1,-1-1-1,1 0 0,0-1 1,0-1-1,28 5 1,-16-5-55,0-1-1,0-2 1,0 0 0,0-2 0,0-1 0,0-1-1,-1-1 1,1-2 0,-1 0 0,0-1 0,47-22 0,-36 11-147,-2-1 0,0-2 0,-1-2 0,-1 0 0,-1-2 0,-1-2 0,32-37 0,-3-5-145,-3-3 1,-3-2-1,-4-2 0,-3-3 0,50-114 1,-44 65 81,-6-3 1,54-248 0,-88 327 225,-3 0-1,-2 0 0,-3-1 1,-1 0-1,-7-68 0,3 112 45,0 0 0,-1 0 1,0 0-1,0 1 0,-1-1 0,0 1 0,-1-1 0,-8-12 1,11 18 6,-1 0 0,0 1 0,-1-1 0,1 1 0,0 0 0,-1-1 0,1 1 0,-1 0 0,0 0 0,0 1 1,0-1-1,0 1 0,0-1 0,0 1 0,0 0 0,0 0 0,0 0 0,-1 1 0,1-1 0,0 1 0,0-1 0,-1 1 0,1 0 1,0 1-1,-1-1 0,-3 1 0,-4 2 35,0 0 0,0 1 0,0 0 0,0 1 0,1 0 0,0 1 0,0 0 0,0 0 0,1 1 0,0 1 0,-9 9 0,-9 10 231,2 1-1,-26 37 0,-4 14 311,3 3 0,-53 113 0,-52 192 394,129-304-785,4 1 0,4 1-1,-11 92 1,26-128-122,2-1 1,3 1-1,1 0 1,3 0-1,1-1 1,3 0-1,15 50 1,40 70 93,-5-18-133,-51-127-76,-1 0 1,0 1-1,-2 0 0,1 35 0,-4-47-61,-2-1 0,1 0 0,-2 0 0,1 0 0,-2 0 0,1 0 0,-1 0 0,-1-1 1,0 1-1,-1-1 0,0 0 0,-8 13 0,4-11-91,-1 0-1,0 0 1,-1-1 0,0 0 0,-1 0 0,0-2-1,-1 0 1,-13 8 0,-14 4-759,-2-2 0,0-1 0,0-3-1,-2-1 1,-49 9 0,-104 8-7074,109-21-251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11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951 6 8493,'15'-5'369,"-4"5"4571,-11 1-4537,1 1 1,-1 0 0,0 0 0,0 0 0,0 0 0,0-1 0,-1 1 0,1 0 0,0 0-1,-1 0 1,1-1 0,-1 1 0,1 0 0,-2 1 0,-5 29 336,2-1-1,1 1 1,0 51 0,1-9 105,-5 29 182,-5 1-1,-39 153 1,34-193-816,-2-2-1,-4 0 1,-2-2 0,-3 0 0,-42 63 0,-239 293 656,31-46-139,261-345-646,1 2-1,2 0 1,-22 53-1,34-72-73,0 1 0,1-1 0,0 1 0,1-1 0,0 1 0,0 0 0,1-1 0,1 12 0,0-15-22,-1 0-1,2 0 0,-1 0 1,0-1-1,1 1 0,0 0 1,0-1-1,1 1 1,-1-1-1,1 1 0,0-1 1,0 0-1,0 0 0,1-1 1,5 5-1,3 1-162,0-1-1,1-1 1,1 0 0,-1-1 0,1 0-1,0-1 1,0-1 0,1 0 0,14 1-1,29 6-1074,0-2 0,103 1 0,120-19-4681,-126 2 294,18 3-4044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14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937 762 8693,'-19'12'15260,"19"-16"-15146,2-5-60,1 1 0,0-1 0,0 1 0,0-1 0,1 1 0,1 0 0,-1 1 0,1-1 0,10-10 0,4-9 141,-15 21-90,0-1 1,0 0 0,0 0 0,-1 0 0,-1 0 0,1-1 0,-1 1-1,0-1 1,0-8 0,0 0 277,-2-1 1,0 1-1,-3-21 1,6-46 1627,-3 80-1721,0 0-287,-1 0 0,1 0 0,-1 0 1,0 0-1,0 0 0,0 0 0,0 0 0,-2-4 1,-1-2 5,-13-28-8,-1 1 0,-32-47 0,6 9-20,-23-37 195,66 110-166,1-1 0,-1 1 0,0 0 0,0 0 0,1 0 0,-1 0 0,0 0 0,0 0 0,0 0 0,0 0 0,0 0 0,-1 1-1,1-1 1,0 0 0,0 1 0,0-1 0,-1 1 0,1-1 0,-2 0 0,1 2 18,0 0-1,0-1 1,1 1 0,-1 0 0,0 0-1,1 0 1,-1 0 0,0 0 0,1 1-1,-1-1 1,1 0 0,0 1 0,0-1-1,-1 1 1,1-1 0,0 1 0,-1 3-1,-37 61 708,2 2 0,-35 97 0,15-35-764,-247 478 29,155-314 0,129-245 0,1 0 0,3 0 0,2 2 0,-10 65 0,21-96 0,1 0 0,2 1 0,0-1 0,1 0 0,0 1 0,2-1 0,8 31 0,-6-36 0,0 0 0,1-1 0,1 0 0,0 0 0,1 0 0,0-1 0,1 0 0,1-1 0,0 0 0,16 16 0,4-2 0,1-2 0,2 0 0,0-2 0,56 27 0,157 57 0,-88-41 0,-152-62-1,30 11 2,-2 3 1,1 1-1,-2 1 0,40 31 1,-65-43-3,0 0 0,0 1-1,-1 0 1,0 0 0,0 1 0,-1-1 0,0 2 0,7 15 0,-10-18-4,0 1 1,-1-1 0,0 1 0,0 0-1,-1 0 1,0 0 0,-1 0 0,1 0-1,-1-1 1,-1 1 0,0 0 0,0 0-1,-3 9 1,-2 3-87,-1-1 1,-1 0-1,-1-1 1,0 0-1,-1 0 1,-1-1-1,-1 0 1,-1 0-1,0-2 1,-17 17-1,-18 12-548,-98 72 0,66-60-892,-100 53-1,130-84-519,0-2 1,-2-2-1,-78 21 0,78-31-4079,14-12-3919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15.2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638 471 14061,'-11'41'1625,"-1"0"1,-30 62-1,-49 76 2611,43-89-2798,-59 127 1259,-95 281 0,168-396-2274,5 1 0,-27 175 1,54-256-371,0-1 1,1 1-1,1 0 1,1 0-1,7 39 1,-7-54-41,0-1 0,1 0 0,0 0 1,0 0-1,0 0 0,1 0 0,0 0 0,0 0 0,0-1 1,1 0-1,0 1 0,0-2 0,0 1 0,1 0 0,-1-1 0,1 0 1,0 0-1,1 0 0,-1 0 0,1-1 0,-1 0 0,1 0 1,0-1-1,7 3 0,2-2-38,1-1 0,-1 0 0,1-1 0,0-1 0,-1 0 0,1-1 0,0-1 0,-1 0 0,1-1 0,-1-1 0,22-8 0,13-8-224,93-51 0,-86 38 73,-1-3 1,-3-3-1,0-1 1,-3-3-1,-2-2 1,72-86-1,-54 46 5,-3-4-1,-4-2 0,62-128 0,-90 153 95,26-77 1,57-223-148,-104 327 200,-1 0 0,-3 0 0,3-49 1,-7 47-3,-1-1 1,-2 0-1,-3 0 1,-1 0-1,-2 1 1,-16-56 0,17 77 40,-1 1 0,-1 0 0,-1 0 1,-1 1-1,0 1 0,-1-1 1,-1 1-1,-1 1 0,0 0 1,-1 1-1,-1 1 0,0 0 0,-1 1 1,-32-21-1,31 25 12,1 1 1,-1 0-1,0 1 1,-1 1-1,0 0 0,0 2 1,0 0-1,0 1 0,0 1 1,-28 0-1,33 2 3,-1 1 0,1 0 0,0 1 0,-1 0 0,1 2 0,0-1-1,0 1 1,1 1 0,-1 1 0,1 0 0,0 0 0,1 1 0,-1 0 0,1 1-1,-11 11 1,6-2 31,1 1 0,0 0 0,2 1 0,0 1 0,1 0 0,1 1 0,0 0 0,2 1 0,1 0 0,0 0 0,2 1 0,-4 25 0,-1 21 100,3 1 1,2 125-1,66 712 483,-57-866-622,35 313 121,26 506 411,-66-761-452,-4 1 0,-27 145-1,20-183-155,-3 0 0,-3-1-1,-2-1 1,-56 111-1,56-132-278,-3-2 0,-41 52-1,56-77-30,0-1 0,-1-1 0,0 0-1,-1 0 1,0-1 0,-1-1-1,0 0 1,0 0 0,-1-1 0,1-1-1,-21 8 1,32-14 200,0 1-1,-1-1 1,1 0-1,0 0 1,-1 0 0,1 0-1,0 0 1,-1 0-1,1 0 1,0 0 0,-1 0-1,1 0 1,0-1-1,-1 1 1,1-1-1,0 1 1,0-1 0,-1 1-1,1-1 1,0 0-1,0 1 1,0-1 0,0 0-1,0 0 1,0 0-1,0 0 1,0 0-1,0 0 1,1 0 0,-1 0-1,0-1 1,1 1-1,-1-1 1,-1-2-624,0 0 1,1-1 0,0 1-1,0 0 1,0 0-1,1-1 1,-1 1-1,1-7 1,1 1-2015,1 1-1,0-1 1,4-13-1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15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414 20 12521,'-35'-20'7725,"32"25"-6344,-9 10-848,1 1 1,0 1 0,2 0-1,0 0 1,1 1 0,0 0-1,2 1 1,-7 26-1,-24 166 1565,27-138-1436,-126 702 2859,113-666-3481,-36 203-20,48-236-21,3 1 0,4 81 0,4-131 1,2 0 0,2 0 0,0 0 0,1-1 0,11 31 0,-11-43 0,1-1 0,0 0 0,0 0 0,2 0 0,-1-1 0,2 0 0,0 0 0,0-1 0,1 0 0,0-1 0,14 11 0,-3-6-18,1-2 0,0 0 1,1-1-1,1-1 0,0-1 0,0-2 0,1 0 1,0-2-1,47 7 0,-1-6-836,0-3 1,94-6-1,-30-8-2313,171-35-1,-16-19-5786,-79 10-2801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16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989 232 11289,'25'-98'1760,"-23"92"-1338,-1 0 0,0-1 0,0 1 0,0 0 0,-1-1 0,1 1 0,-2 0 0,1-1 1,-3-11-1,2 15-270,0 0 1,0 0 0,0 0-1,0 0 1,-1 0 0,1 1-1,-1-1 1,0 0 0,0 1-1,0 0 1,0-1 0,0 1 0,-1 0-1,1 0 1,-4-2 0,1 1-30,-1 1 0,0 0 0,0 0 0,0 0 0,0 0 0,0 1 0,0 0 0,0 1-1,0-1 1,0 1 0,0 0 0,-1 1 0,1 0 0,0 0 0,0 0 0,-10 4 0,-5 2 195,0 2 0,1 0-1,1 1 1,-1 2 0,2 0-1,0 0 1,0 2 0,-18 18-1,17-15 84,0 2-1,-29 37 0,9-4 214,2 1-1,3 2 1,-53 114 0,55-88-290,4 1 0,4 1-1,3 1 1,4 2 0,-11 159 0,25-166-215,3 0 1,4 0 0,3-1-1,4 1 1,3-2 0,41 127-1,-3-70-5,94 171 1,-47-108-77,-94-185-29,12 22 1,-1 0 0,-3 2 0,11 39-1,-21-64 2,-1-1 0,-1 1 0,1-1 0,-2 1 1,0 0-1,0 0 0,0-1 0,-2 1 0,1 0 0,-1-1 0,-1 1 0,0-1 0,0 0 0,-1 0 0,-9 16 0,2-9-11,-1-1 0,0-1 0,-1 0 0,-1-1 0,-1 0 0,0-2 0,0 1 0,-1-2 0,-1 0 0,0-1 0,0 0 0,-22 7 0,-8 2-2,-1-2-1,-1-2 0,-78 13 1,105-24 9,1-1 0,-43 0 0,60-3-12,-1 0-1,1 0 1,-1-1 0,1 1-1,0-1 1,-1 0 0,1 0-1,0 0 1,0-1 0,-1 0-1,1 0 1,0 0 0,0 0-1,1 0 1,-1-1 0,0 1-1,1-1 1,0 0 0,0 0-1,-5-6 1,7 6-1,0 1 0,0-1 1,0 0-1,0 1 0,0-1 0,1 0 1,-1 0-1,1 1 0,0-1 0,0 0 1,0 0-1,0 1 0,0-1 0,1 0 1,-1 0-1,1 1 0,0-1 1,0 0-1,0 1 0,0-1 0,0 1 1,0-1-1,1 1 0,-1 0 0,1-1 1,0 1-1,3-4 0,7-6-60,0 1-1,0 0 1,22-15 0,-22 18 24,49-34-213,2 3 1,1 3 0,71-29-1,217-71-837,-205 81 762,22-7-79,295-119-312,-352 131 612,-3-5 0,106-71 0,-60 10 62,-130 94 62,-1-1-1,-1-2 1,34-45 0,-54 66-2,-1 1 1,1-1-1,-1 1 0,0-1 1,-1 0-1,1 0 1,-1 0-1,1 0 1,-1 0-1,0-5 1,-1 9 2,0-1 1,0 0 0,0 0 0,0 1 0,0-1 0,0 0 0,0 1 0,0-1 0,-1 0 0,1 0 0,0 1 0,-1-1 0,1 1 0,0-1 0,-1 0 0,1 1-1,-1-1 1,1 1 0,0-1 0,-1 1 0,0-2 0,-1 2 7,1-1 0,0 1 1,-1-1-1,1 1 0,-1-1 0,1 1 0,-1 0 0,1 0 1,-1-1-1,1 1 0,-1 0 0,1 0 0,0 1 0,-3-1 0,-11 3 70,1 0 0,-1 1 0,0 1 0,1 1 0,0 0 0,0 0-1,1 2 1,-16 10 0,-3 4 118,2 1 1,-33 32-1,43-36-110,1 1 1,0 1 0,2 1-1,-16 24 1,29-40-73,0 0 0,0 1 0,1-1 0,0 1 0,0-1 0,1 1 0,0 0 0,0 0 0,0 0 0,1 0 0,0 1 0,1-1 0,-1 0 1,1 0-1,1 0 0,-1 1 0,1-1 0,1 0 0,-1 0 0,5 11 0,-2-12-7,0 1 0,0-1 0,1 0 0,0 0 0,0 0 0,0-1 0,1 0 0,0 0 0,0-1 0,0 1 0,1-1 0,-1 0 0,1-1 0,0 0 0,0 0 0,14 4 0,3-1 8,-1 0-1,0-2 1,1-1-1,28 1 1,34-5-74,1-4 1,-1-4-1,128-30 0,-152 24 44,65-23-1,-96 26-47,1-1 0,-2-2 0,51-31-1,-73 41-29,0-1 1,0-1-1,0 1 0,-1-1 0,0-1 0,-1 1 0,1-1 0,-2 0 0,1 0 1,-1-1-1,7-14 0,-10 17 2,0 0 0,0-1 0,-1 1 1,0-1-1,0 1 0,0-1 0,-1 0 1,0 1-1,-1-1 0,1 0 0,-1 1 1,0-1-1,-1 1 0,1-1 0,-1 1 1,-1 0-1,1 0 0,-4-7 0,-1 1-20,-1-1-1,0 1 1,-1 1 0,0-1-1,0 2 1,-1-1-1,-1 1 1,-12-9-1,-10-4-153,-55-30 0,30 20 66,45 25 129,11 7 26,6 2 19,81 26 65,-30-11-52,-1 3 0,91 44-1,-114-46 102,0 2 0,-1 1 0,-1 1 1,44 42-1,-65-55-13,0 1 1,-1-1-1,0 1 1,0 1-1,-1-1 1,0 1 0,-1 0-1,0 0 1,0 1-1,-1 0 1,-1 0-1,0 0 1,0 0 0,-1 0-1,-1 0 1,1 1-1,-2-1 1,-1 21-1,-5 1 323,-1 0-1,-2-1 1,-23 57-1,-3 11 322,34-98-708,0 1 0,0-1 0,1 0-1,-1 1 1,1-1 0,0 1 0,-1-1 0,1 1 0,0-1 0,0 1-1,1-1 1,-1 1 0,1-1 0,-1 1 0,1-1 0,0 1 0,0-1-1,0 0 1,0 1 0,0-1 0,0 0 0,1 0 0,-1 0 0,1 0 0,-1 0-1,1 0 1,0 0 0,0-1 0,0 1 0,0 0 0,0-1 0,0 0-1,0 1 1,0-1 0,4 1 0,6 2-30,1 0 0,0-1 0,0 0 0,0-1 0,19 1 0,-23-2-28,94 6-1338,118-8 0,106-24-2704,-147 10 956,19-1-2972,15-8-3807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16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 18 13537,'34'-15'2126,"-27"12"1305,-25 20-701,11-4-2196,2-1-1,-1 1 1,2 0 0,0 1-1,-4 25 1,-10 88 1114,12-76-1216,-68 366 1738,31-197-1341,40-205-783,-3 17 336,1 1 0,1-1 0,1 55 0,4-77-281,0-1 0,0 0 0,1 0 1,0 0-1,1 0 0,0-1 0,7 15 0,-8-18-81,1-1 0,1 1 0,-1 0 0,1-1 0,0 0 0,0 1 0,0-2 0,0 1-1,1 0 1,-1-1 0,1 0 0,0 0 0,7 3 0,2-1-20,0 0 0,1-1 0,0-1 0,-1 0 0,1-2 0,0 1 0,0-2 0,0 0 0,0 0 0,0-2 0,0 0 0,0 0 0,26-9 0,-2-2 0,0-1 0,-1-2 0,65-38 0,-33 10-1752,115-93 0,48-73-5802,-110 100 458,6 4-4533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17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31 323 10033,'-24'54'2189,"23"-52"-2020,0-1-1,0 1 0,1-1 0,-1 0 0,0 1 0,1 0 0,-1-1 0,1 1 0,0-1 0,-1 1 1,1 0-1,0-1 0,0 1 0,0-1 0,0 1 0,0 0 0,1-1 0,-1 1 0,0 0 1,1-1-1,-1 1 0,1-1 0,0 1 0,-1-1 0,1 1 0,0-1 0,0 0 0,0 1 0,0-1 1,0 0-1,0 0 0,0 0 0,0 1 0,1-1 0,-1 0 0,0-1 0,1 1 0,-1 0 0,1 0 1,2 0-1,4 2 213,0-1 1,0-1 0,0 0 0,0 0 0,0 0-1,9-1 1,-15 0-361,47-2 550,0-2-1,0-3 1,0-1-1,-1-3 1,58-20-1,-12-3-89,141-73 0,-202 89-434,-1-1 0,37-29 0,-52 35-29,-1-1 1,-1 0-1,-1-1 0,0-1 0,17-24 0,-30 39-21,0 1 1,-1-1-1,1 0 1,-1 0-1,1 0 0,-1 0 1,1 1-1,-1-1 0,0 0 1,0 0-1,1 0 1,-1 0-1,0 0 0,0 0 1,0 0-1,0 0 0,0 0 1,0 0-1,0 0 1,0 0-1,0 0 0,-1 1 1,1-1-1,0 0 1,0 0-1,-1 0 0,1 0 1,-1 0-1,1 0 0,-1 1 1,1-1-1,-1 0 1,-1-1-1,0 1-1,1 0 0,-1 0 0,0-1 1,0 2-1,0-1 0,0 0 0,0 0 0,0 1 0,0-1 1,0 1-1,0-1 0,0 1 0,-1 0 0,-2 0 0,-5 2 9,0 0-1,1 1 1,-1 0-1,1 1 1,0 0-1,0 0 1,0 1-1,-13 10 1,17-13-6,-43 30-16,1 3 0,2 1 0,-62 63-1,44-32 37,-80 113 1,117-144-4,2 2 0,1 1 0,-18 46 0,33-66-7,0 0-1,2 0 1,0 1-1,2 0 1,0 0 0,1 0-1,1 0 1,1 1 0,1 22-1,1-34 4,0 0-1,1 0 0,0 0 0,1-1 1,-1 1-1,1-1 0,1 1 0,0-1 1,0 0-1,1 0 0,0-1 0,10 13 1,-7-11-4,1-1 1,0 0-1,0-1 0,1 0 1,0 0-1,0-1 1,0-1-1,20 9 1,-1-5-26,0-1 0,1-1 0,0-1 0,0-2 0,0 0 0,53-3 0,-40-2 4,0-2 1,0-2-1,-1-2 0,0-1 1,0-2-1,-1-3 1,53-22-1,-73 26-17,-1-1 0,0-1 0,0-1 0,-2-1 0,1-1 0,-1 0 0,-1-1 0,-1-1 0,0-1 0,-1 0 0,-1-1 0,-1 0-1,0-1 1,-1-1 0,13-29 0,-5-8-84,-2 0 0,-2-1 0,-3 0 0,-2-1-1,-3-1 1,-3 1 0,-2-73 0,-4 114 53,-1-1-1,-1 1 1,0-1 0,-1 1-1,-9-22 1,12 38 62,1-1 0,-1 1 1,0 0-1,0 0 0,0 0 0,0 0 0,0 0 1,-1 0-1,1 0 0,0 0 0,-1 0 0,0 1 1,1-1-1,-1 0 0,0 1 0,0 0 0,0-1 1,-2 0-1,3 2 1,0-1-1,-1 1 1,1 0 0,0 0 0,-1 0 0,1 0 0,0 0-1,-1 1 1,1-1 0,0 0 0,-1 0 0,1 1 0,0-1-1,0 1 1,-1 0 0,1-1 0,0 1 0,0 0 0,0-1-1,0 1 1,0 0 0,-1 1 0,-3 3 16,1-1 1,1 1-1,-1 0 1,1 0 0,0 0-1,0 0 1,0 1-1,1-1 1,-1 1-1,2 0 1,-3 9-1,3-3 25,1 0 0,0-1 0,1 1 0,0-1 0,1 0 0,0 1-1,1-1 1,0 0 0,1 0 0,0 0 0,0-1 0,2 1 0,-1-1 0,11 15-1,2 0 91,1-1-1,1 0 0,1-2 1,33 27-1,9 0 201,134 77-1,-99-67-212,-83-50-94,0 1-1,0 0 0,-1 1 1,-1 1-1,16 16 0,-27-25-22,1 0-1,-1 0 1,1 0-1,-1 1 1,0-1 0,0 0-1,-1 1 1,1 0-1,-1-1 1,1 1-1,-1 0 1,0 0 0,-1 0-1,1-1 1,-1 1-1,0 0 1,1 0-1,-2 0 1,1 0 0,0 0-1,-1 0 1,0 0-1,0 0 1,0-1-1,0 1 1,-1 0-1,1-1 1,-1 1 0,-4 5-1,-11 13 23,-1-1 0,-1 0 1,-1-2-1,0 0 0,-28 19 0,-49 46-337,88-75 177,0 0 0,1 1 0,1 0 1,0 1-1,0 0 0,1 0 0,-8 19 0,13-29 98,1 1 1,0-1-1,-1 1 0,1-1 0,0 1 0,0-1 1,0 1-1,0-1 0,1 1 0,-1-1 1,0 1-1,1-1 0,-1 0 0,0 1 1,1-1-1,0 1 0,-1-1 0,1 0 1,0 1-1,0-1 0,0 0 0,0 0 0,0 0 1,0 0-1,0 0 0,0 0 0,0 0 1,0 0-1,1 0 0,-1 0 0,0-1 1,2 2-1,4 1-86,0 0 0,0 0-1,0 0 1,13 3 0,3-3-194,1 0-1,-1-1 0,36-3 1,-18 0-5,308-5-3888,688-105 1,-950 93 936,120-40 0,-130 34-1420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17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0 11857,'-54'0'4052,"35"0"-3255,0 0-593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18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98 7313,'-94'39'1674,"90"-37"-1451,0 1 1,0-1 0,0 1-1,0-1 1,1 1 0,-1 0-1,1 1 1,0-1 0,-1 1-1,1-1 1,1 1 0,-1 0-1,1 0 1,-4 7 0,-4 6 695,9-16-833,0 1 0,0-1 0,0 0 0,0 1 0,1-1 0,-1 1 0,0-1 0,1 1 0,-1-1 0,1 1 0,-1 0 0,1-1 0,0 1 0,-1 0 0,1-1 0,0 1 0,0 0-1,0-1 1,1 1 0,-1 0 0,0-1 0,1 1 0,-1 0 0,1-1 0,-1 1 0,1-1 0,0 1 0,-1-1 0,1 1 0,0-1 0,0 0 0,0 1 0,0-1 0,0 0 0,1 0 0,-1 0 0,0 1 0,1-2 0,-1 1 0,2 1 0,4 2 75,-1 0 1,0-1 0,1 0 0,0 0 0,-1-1 0,1 0 0,0 0 0,8 0 0,37 3 225,1-3 0,67-6 0,-58 1-205,139-10 174,740-67 405,70 4-1564,26-2-5185,-698 52 1622,3 5-2196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18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6745,'0'0'10343,"2"1"-9398,2 1-836,1 1-1,-1-1 1,0-1 0,1 1 0,-1-1-1,1 0 1,0 0 0,0 0-1,-1 0 1,1-1 0,0 0 0,0 0-1,-1 0 1,1-1 0,5-1-1,908-5-599,-781 9 162,662 9-1713,2653 55-3280,-2143-25 247,-912-24 1546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19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1 7085,'-21'4'318,"1"0"2567,-37 2 1,54-6-301,7 1-1342,265 20 2400,139-11-2753,-188-6-610,122 1-958,76 2-2843,-141 6-3377,-129-2-836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20.3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531 0 12997,'-16'15'2196,"-73"79"3941,54-54-4709,0 9-212,-3 5-224,-7 6-212,4 6-188,3 5-492,3 1-724,0-1-692,0-2-1008,3 5 28,4 0-3609,-1 0-5084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22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346 33 11225,'-8'-12'2256,"7"9"-228,-1 1-288,-6-12 184,8 14-1890,0 0 0,0 0 0,0-1 0,0 1 0,0 0 0,0 0 0,-1 0 0,1 0 0,0 0 0,0 0 0,0 0 0,0 0 0,0 0 0,0 0 0,0 0 1,0 0-1,-1 0 0,1 0 0,0 0 0,0 0 0,0 0 0,0 0 0,0 0 0,0 0 0,0 0 0,-1 0 0,1 0 0,0 0 0,0 0 0,0 0 0,0 0 0,0 0 0,0 0 0,0 1 0,0-1 0,0 0 0,0 0 0,-1 0 1,1 0-1,0 0 0,0 0 0,0 0 0,0 0 0,0 0 0,0 0 0,0 1 0,0-1 0,0 0 0,0 0 0,0 0 0,0 0 0,0 0 0,0 0 0,0 0 0,0 1 0,0-1 0,-2 32 2858,2-10-2493,-8 89 1415,-5 0 0,-4-1 0,-33 111 0,2-59-1148,-36 130-290,84-291-375,-32 103 31,-26 166 0,54-244-31,1 1-1,0-1 1,3 1 0,0 0 0,5 31-1,-4-50 0,1 0-1,0 0 0,0-1 0,1 1 1,0-1-1,0 0 0,1 0 0,0 0 1,7 9-1,-8-11-2,1-1 0,0 0-1,0-1 1,1 1 0,-1-1 0,1 0 0,-1 0 0,1 0-1,0-1 1,0 1 0,1-1 0,-1 0 0,0-1 0,11 3-1,-2-3-78,-1 0-1,1-1 1,0 0-1,-1-1 1,1-1-1,0 0 1,-1 0-1,0-2 0,1 1 1,-2-2-1,1 0 1,0 0-1,23-15 1,6-7-182,-1-3 1,53-47 0,212-228-2159,-117 110 1115,-176 181 1251,1 2 0,0 0 0,1 1-1,0 0 1,1 1 0,0 1 0,23-10-1,-34 17 96,0 1 0,0 0 0,0 0 0,0 1 0,-1-1 0,2 1 0,-1 0 0,0 0 0,0 1 0,-1-1 0,1 1 0,0 1-1,0-1 1,0 0 0,0 1 0,8 4 0,3 3 110,-1 1-1,0 0 1,16 15-1,-21-17-53,38 28 122,1-2 0,1-3 1,2-1-1,1-3 1,1-2-1,1-3 1,75 21-1,-59-26-139,-1-3-1,2-3 0,0-3 1,0-3-1,120-7 1,-154-1 15,0-1 1,65-17-1,-90 18-69,1-1-1,-1-1 0,-1 0 0,1-1 1,-1 0-1,0-1 0,0 0 1,-1-1-1,0-1 0,19-18 0,-25 21-20,0 0 0,-1-1-1,0 1 1,0-1-1,-1 0 1,1 0-1,-2-1 1,1 1 0,-1-1-1,0 1 1,0-1-1,-1 1 1,0-1 0,-1 0-1,1 0 1,-2 0-1,1 0 1,-1 1-1,-2-13 1,-4-6-97,-1 0 0,0 0 0,-2 0 0,-16-28 0,-2 0-920,-64-89 0,-50-42-2693,2 4-8602,124 159 3072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23.3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694 0 9881,'-63'32'1877,"2"3"1,2 2-1,-56 45 0,-63 61-446,148-115-1380,1 1 0,1 2-1,-36 51 1,50-60-204,1 2 1,1 0 0,-10 28-1,21-51 151,1 0-1,-1 0 0,0 0 0,1 0 0,0 0 1,-1 0-1,1 1 0,-1-1 0,1 0 0,0 0 1,0 1-1,0-1 0,0 0 0,0 0 0,0 1 0,0-1 1,0 0-1,0 0 0,1 1 0,-1-1 0,0 0 1,1 0-1,-1 0 0,1 1 0,0-1 0,-1 0 1,1 0-1,0 0 0,-1 0 0,1 0 0,0 0 1,0 0-1,0-1 0,0 1 0,0 0 0,2 1 1,2 0 130,1-1 1,0 0-1,-1 0 1,1 0 0,0 0-1,10-1 1,22 4 1096,-37-4-1190,5 2 203,0 0 1,-1 0-1,1 1 0,-1 0 1,6 3-1,-8-3-177,-1-1-1,0 0 1,0 1-1,0 0 0,0-1 1,0 1-1,0 0 1,-1 0-1,1 0 1,1 6-1,1 2-15,1 0 0,0 0 0,1 0-1,0-1 1,0 0 0,1 0 0,9 10 0,-10-15-111,-1 0 0,1 0 0,0-1 0,0 0 0,1 0 1,-1 0-1,1-1 0,0 0 0,0 0 0,0-1 0,0 1 0,0-2 1,8 2-1,20 1-615,0-1 0,0-2 0,58-5 0,104-22-1147,-119 12 1593,-1-4 1,0-3-1,104-43 0,-122 38 717,-1-3-1,-1-2 1,-2-3-1,84-66 1,31-47 2223,-168 145-2138,-4 6-352,-11 17-180,1 0-1,1 2 0,-13 38 0,20-49-574,1 1 1,0-1-1,0 0 1,2 1-1,-1 0 1,1-1-1,1 1 0,1 0 1,1 13-1,-1-19-677,1 0-1,0-1 1,1 1-1,-1-1 1,5 9 0,14 20-5643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23.7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1193 6857,'83'-26'1428,"-1"-4"1,-2-3 0,-1-3-1,136-87 1,269-227-143,-484 350-1286,364-293 2238,-92 72 886,-269 219-3075,20-16 601,40-40 0,-62 56 557,-12 12-273,-10 9-761,2 0 0,0 1 1,2 1-1,0 0 1,1 2-1,2-1 1,0 2-1,1 0 0,1 1 1,2 0-1,0 0 1,2 1-1,1 1 1,1-1-1,1 1 0,1 0 1,2 0-1,0 1 1,2-1-1,1 0 1,1 0-1,2 0 0,8 34 1,-1-22-123,2-1 1,2 0-1,28 52 0,71 100 26,-103-172-61,5 6 10,-2 0 0,-1 1 0,20 53 1,-30-70-26,-1 0 0,0 0 0,0 0 0,-1 1 0,0-1 0,0 1 0,-1-1 0,0 1 1,0-1-1,-1 1 0,-1-1 0,1 1 0,-1-1 0,-1 0 0,1 0 0,-1 0 1,-7 12-1,-1-3 5,0-2-1,-2 1 1,1-1 0,-2-1 0,0 0 0,-1-1 0,0-1 0,-19 12 0,-145 77-108,142-81 27,-12 5-103,-292 137-4025,314-150 3176,7-3-2162,10-6-4249,29-9-2142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24.2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441 143 8933,'42'-69'1635,"-40"67"-1426,0-1 0,0 0 0,0 0 0,0 0 0,-1 0-1,1 0 1,-1 0 0,0-1 0,0 1 0,0 0 0,0-1-1,-1 1 1,1 0 0,-1-1 0,0 1 0,0-5 0,-1-4 544,1 8 1741,-2 5-2333,0-1-1,1 1 0,-1-1 1,0 1-1,0-1 1,0 1-1,0 0 0,1 0 1,-1 0-1,0 0 0,1 0 1,-3 2-1,-2 1 193,-2 2-70,1 0 0,-1 1 0,1 0-1,0 0 1,1 1 0,0-1 0,-7 13-1,-35 68 1493,37-65-1370,-46 99 1253,5 3 0,-47 176 0,-22 275-36,121-572-1620,-9 51-459,-1 103 0,10-143 241,0 0 0,2 0-1,0 0 1,1 0 0,0 0-1,1-1 1,0 1 0,2-1-1,-1 0 1,2 0 0,14 23-1,-15-30 95,1 0 0,0 0-1,0 0 1,0-1 0,1 0-1,0 0 1,0-1-1,1 0 1,-1-1 0,1 0-1,0 0 1,0-1 0,12 3-1,-19-5 89,14 4-146,0-2-1,0 0 1,0 0-1,0-1 1,0-1-1,0-1 1,31-3-1,-2-4-395,59-17 0,-100 23 538,83-26-1180,145-66-1,-132 49 311,-44 18 442,-1-2-1,93-65 1,88-90 2003,-221 170-1366,-1-1 1,-1 0 0,0-1-1,0-1 1,-2 0 0,14-25-1,-24 39-675,15-6-11592,-3 2 6733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20.8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277 1 15881,'-54'71'2933,"32"-22"-497,6 2-352,10 4-236,-7 2-392,-9 11-287,3 15-217,3 6-200,-10 8-108,-2 6-644,9 0-680,3-3-560,3-3-361,7-8-687,9-4-528,6-8-3553,4-11-5808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21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1 490 15321,'5'-18'487,"-3"8"-153,1 0 1,0 0-1,0 0 0,1 0 0,0 1 0,1-1 0,0 1 0,1 0 0,0 1 1,0-1-1,12-11 0,4 2 252,0 0-1,2 2 1,0 0 0,1 2 0,0 1 0,30-11-1,169-51 1239,-222 74-1815,142-37 420,220-29 0,154 22-2386,-178 43-1032,-253 7 789,160 30 0,-218-28 1173,0 0 0,-1 2 1,0 0-1,-1 3 0,0 0 0,33 20 1,-34-13-2520,26 23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21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601 895 9705,'-225'134'2519,"-1"-24"2730,76-41 1662,179-69-4313,12-7-2147,-1-1 0,1-2 0,63-25 0,-54 17-313,121-41-378,547-195-2959,-12-40-2297,56-101-1874,-534 268 3840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21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1185 1 10961,'-30'14'401,"8"-4"123,0 2 1,0 0 0,1 0 0,-24 22 0,-42 41 2201,-110 125 1,-53 106-934,-12 81-1958,112-116-3282,131-231 1584,2 2 1,-19 64-1,32-83-1797,11-10-1728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21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1233 4824,'6'-60'255,"0"4"249,-2-1-1,-6-95 1,1 138-369,-38-336 3863,30 302-3364,-21-125 1906,27 149-2100,2 0 1,0 1-1,2-1 1,1 0-1,5-29 1,-5 46-336,0 0 0,0-1 0,1 1 0,0 0 0,0 0 0,1 0 0,0 1 1,0-1-1,0 1 0,1 0 0,0 0 0,0 1 0,1-1 0,-1 1 0,1 0 0,0 1 1,1-1-1,-1 1 0,1 0 0,0 1 0,0 0 0,0 0 0,0 0 0,13-2 1,5 0 95,1 1 0,0 1 1,0 1-1,0 1 0,51 6 1,-17 2 131,0 2 0,107 33-1,-124-28-227,-1 2-1,-1 2 0,0 1 1,55 36-1,-84-46-79,1 0-1,-2 1 1,1 0-1,-1 1 1,-1 0-1,0 1 1,0 0-1,-1 0 1,-1 1 0,0 0-1,7 17 1,-8-12-11,0 1 1,-2-1 0,0 1-1,-1 1 1,-1-1 0,-1 1-1,0-1 1,-2 25 0,-1-33 5,0 36-86,6 73 1,-3-103-44,1 0 0,1-1 0,1 1 0,0-1 0,1 0 0,0 0 1,17 28-1,-1-12-156,2-1-1,28 29 1,2 2-115,-18-18 69,68 93-460,-93-121 666,-1 0 0,-1 1 0,-1 1 1,0-1-1,-1 1 0,7 31 1,-12-38 60,-1-1 0,0 0 0,0 1 1,-1-1-1,-1 1 0,0-1 0,0 1 1,-1-1-1,0 0 0,-6 16 0,2-10 12,-2-1 0,1 1 0,-2-2 0,0 1 0,-20 24 0,-8 0 61,-1-1 0,-2-2-1,-48 33 1,79-62-17,-293 192-913,227-161-875,12-7-4151,47-21-288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22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509 464 14309,'-5'44'652,"-12"117"2523,13-128-2577,0 0 1,-3-1-1,0 0 0,-2 0 0,-2 0 0,-21 45 0,-45 98 302,-39 79-1565,-97 163-7764,207-405 7380,17-33-1348,56-127 2442,67-228 0,-124 346 82,120-444 1941,-3 8 927,-120 446-2806,0 0-1,2 0 0,0 1 1,1 0-1,23-33 0,-29 47-116,0 0-1,1 1 1,-1-1-1,1 1 1,-1 0 0,1 1-1,1-1 1,-1 1-1,0 0 1,11-5 0,-12 7-26,1 0 1,-1 0 0,0 1-1,0-1 1,0 1 0,1 0 0,-1 0-1,0 0 1,0 1 0,0-1 0,1 1-1,-1 0 1,0 0 0,0 1 0,0-1-1,0 1 1,5 3 0,-2-1-6,-1 1 0,-1-1 0,1 1 0,-1 0 0,1 1 0,-1-1 0,-1 1 0,1 0 0,-1 0 0,0 0 1,0 1-1,2 6 0,5 13 144,14 47 1,-25-72-184,6 23 57,0 1 0,-2 0 0,-1 0 1,0 1-1,-2-1 0,-3 30 0,-3-7 40,-2 0-1,-17 61 1,-1 20 793,24-126-685,20-17 90,3-9-255,0-1 1,-2-1-1,0-1 1,-2-1-1,19-36 1,4-5-8,-2 10-28,2 0 0,54-56 0,-62 81 6,0 1 0,3 1 0,0 2 0,50-30 0,-53 39 55,2 1-1,0 1 1,1 2-1,0 2 1,2 1-1,47-9 0,-68 19 25,1 0 0,0 2-1,0 0 1,0 1-1,-1 1 1,35 6 0,-40-5 5,0 2 1,0 0 0,0 0-1,0 1 1,-1 1 0,1 0-1,-1 0 1,-1 1 0,1 1-1,15 13 1,-15-10 28,-1 1 0,0 0 1,-1 0-1,0 1 0,0 0 0,-1 0 1,-1 1-1,10 26 0,-10-17 35,0 1 0,-2 0 0,0 0 0,1 47 0,-6 0 159,-4 0-1,-25 131 1,-15 45-621,-40 245-3954,65-329 481,18-54-1800,13 15-4737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25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760 83 10365,'-5'-8'196,"1"2"432,1 0 0,-1 1 0,0-1 0,-1 1 0,1 0 0,-1 0 0,0 0 0,-1 1 0,1 0 0,-1 0 0,-8-5 0,11 7-427,-1 1 0,0-1 0,0 1 1,-1 0-1,1 0 0,0 0 0,0 1 0,-1-1 0,1 1 1,0 0-1,-1 0 0,1 0 0,0 1 0,0 0 0,-5 1 1,2 0 48,-1 1 0,1 0 0,0 1 1,0-1-1,0 2 0,0-1 0,-9 9 1,-2 3 236,1 1 0,1 1 1,0 1-1,-19 30 0,12-10 218,0 1-1,-27 72 0,-23 95 902,56-152-1244,-151 544 1971,133-430-2034,-20 275 1,50-376-300,4 0 0,2 0 0,4-1 0,2 1 0,18 68 0,-17-105 0,2 0 0,1-1 0,1-1 0,1 0 0,23 35 0,-23-44 0,2 0 0,0-1 0,1 0 0,1-2 0,0 0 0,2-1 0,35 24 0,-22-20-56,2-2 0,0-2 0,1 0 0,0-3 0,1-1 0,1-2 0,-1-1 0,2-2 0,-1-1 0,1-2 0,0-2 0,45-3 0,-39-2-57,0-1-1,0-3 1,0-1-1,-1-3 0,0-1 1,-1-2-1,0-2 0,-1-2 1,-1-1-1,41-28 0,-61 34 0,0-2-1,-1 0 0,-1-1 0,0-1 0,-2-1 0,0 0 0,0-1 1,-2-1-1,-1 0 0,0-1 0,13-30 0,-19 34-2,-1 1 1,-1-1-1,0 0 1,-1 0-1,-1 0 0,0-1 1,-2 1-1,0-1 0,-1 0 1,0 1-1,-2-1 1,0 1-1,-1-1 0,-1 1 1,0 0-1,-10-22 1,-60-117-307,73 153 414,-1-1-1,1 1 1,0-1-1,0 0 0,0 0 1,1 0-1,-1 1 1,1-1-1,0 0 0,0 0 1,0 0-1,1 0 1,-1 0-1,1 0 1,0 1-1,0-1 0,3-6 1,-2 6 11,1-1 0,0 1 0,0 0 1,0 1-1,1-1 0,-1 0 0,1 1 1,0 0-1,0 0 0,0 0 0,0 0 0,6-2 1,2-1 46,1 1 0,1 0 0,-1 1 0,0 1 1,1 0-1,0 0 0,0 2 0,24-1 0,-16 4 89,0 0 0,0 1 1,0 2-1,-1 0 0,1 1 0,-1 1 0,-1 2 0,1-1 0,-1 2 0,-1 1 0,22 15 1,-17-9 30,-2 1 1,0 1-1,-1 1 1,-1 0-1,0 2 1,-2 0-1,-1 1 1,17 29-1,-17-20-23,-2 0 1,-1 1-1,-2 0 0,-1 1 0,9 51 0,-16-67-92,7 35 50,-3 0 1,3 99 0,-19 88-1040,4-186 426,-4 51-1155,-4 91-3267,13-165 1661,1 0 0,8 37 0,5-7-7630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25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1043 89 10229,'1'-4'285,"0"0"1,-1 1-1,1-1 0,-1 0 0,0 0 1,0 1-1,-1-5 0,0 6-14,0 0 0,0 0 0,0 1 0,0-1 0,0 0-1,0 1 1,0-1 0,-1 1 0,1-1 0,0 1 0,-1 0 0,1-1-1,-1 1 1,-3-2 0,4 2 135,-1-1 0,0 0 0,1 1 0,-1-1-1,1 0 1,0 0 0,-1 0 0,1 0 0,0 0 0,0 0-1,0 0 1,1-1 0,-2-2 0,-17 14 1904,14-6-2091,0 1 1,0 0-1,0 0 1,0 0-1,1 1 1,-1 0-1,1-1 1,-6 10-1,-25 50 1111,21-37-886,-193 358 3670,-79 153-3710,28 11-470,251-535 66,-92 251 0,91-237 0,1 0 0,1 1 0,1 0 0,2 0 0,1 1 0,1-1 0,5 43 0,-3-61 0,2 1 1,-1-1-1,1 0 1,1 0-1,0 0 1,1 0-1,0 0 1,0-1-1,1 0 0,1 0 1,0-1-1,0 0 1,0 0-1,1 0 1,14 10-1,-7-8-163,0 0-1,0-2 1,1 0-1,1 0 1,0-2-1,0 0 1,0-1-1,1-1 1,20 4 0,-5-3-603,0-2 0,63 1 0,5-6-1410,0-4-1,178-32 1,-139 4-1536,-1-7 1,158-66-1,-107 25-4482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26.1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1006 83 12457,'-6'-12'472,"4"8"-137,0 0 0,0 0 0,0 0 0,0 0 0,0 1 0,-1-1 0,0 1 0,1 0 0,-1 0 0,0 0 0,-1 0 0,1 0 0,-1 0 0,1 1 0,-1 0 0,0 0 0,1 0 0,-1 0 0,-5-1 0,1 1-47,4 0 57,0 1-1,0 0 0,0-1 0,0 2 0,-1-1 0,1 0 0,0 1 1,-1 0-1,1 0 0,-1 0 0,1 1 0,0 0 0,-1-1 0,1 1 0,0 1 1,-5 1-1,0 2 104,0 0 1,1 0 0,-1 1-1,1 0 1,1 0 0,-1 1 0,1 0-1,0 0 1,-10 16 0,-3 7 736,-23 47 1,5-8-1045,-235 408-141,-44 150 0,312-615-173,-11 22-285,1 0 1,-11 45 0,24-68-448,-1 1 0,2 0 1,-1 0-1,1 18 1,2-24-145,-1 0 1,1 0 0,0 0-1,0 0 1,1 0 0,0-1-1,0 1 1,0 0 0,6 9-1,16 13-12182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26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337 29 10933,'-12'-28'7509,"25"51"-5292,8 2-1185,1-2 0,45 39 1,-1-1 39,261 253 1847,-167-153-2051,-133-130-698,-1 1 0,-2 1 0,30 54 0,-46-71-136,-1 1 1,0 0 0,-1 0-1,-1 0 1,-1 1 0,0 0-1,-1 0 1,-1 0-1,-1 0 1,0 0 0,-1 0-1,-2 0 1,1 0 0,-2 0-1,0 0 1,-2 0 0,0-1-1,0 1 1,-2-1 0,0-1-1,-1 1 1,-18 26-1,1-7 6,-1-1 0,-2-1 0,-2-2 0,-60 52 0,-153 95-943,170-132-664,-102 50 1,32-31-3772,-131 53-12595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27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99 748 13101,'-70'3'2442,"41"-3"3397,614-24-594,0-29-4844,-290 25 170,2753-223 3446,-390 36-2866,-1281 70-1151,-1297 137-19,10-1-100,-33-3-3591,-76 10-1143,2-1 3057,-29 3-5455,8 4-4784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28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170 226 5553,'-42'-12'3147,"29"7"-1576,0 1 1,0 1 0,0 0-1,-20-2 1,-9 5 1443,62 3-96,80 6-1081,447-3 713,-390-9-2136,1981-81 2217,-2004 77-2521,1423-104 981,-1526 108-1239,-3 0-549,-26 4-19,-12 1-334,-52 10-1936,-3 1-1547,22-1-3496,22-4-1967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28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1597 29 9361,'-21'-7'1027,"-1"1"1,0 1-1,0 1 0,-31-2 1,42 6-566,1 0 1,0 0-1,-1 1 1,1 0-1,0 1 1,0 0 0,0 1-1,0 0 1,0 1-1,1 0 1,-1 0 0,-12 8-1,14-6-232,1-1-1,-1 1 0,1 1 1,1-1-1,-1 1 1,1 0-1,0 1 0,1 0 1,-1 0-1,2 0 1,-1 0-1,1 1 0,0-1 1,1 1-1,0 0 1,1 0-1,-1 1 0,2-1 1,-1 0-1,1 1 1,1-1-1,1 18 0,1-3 25,2 0-1,0-1 0,2 0 0,1 0 1,0 0-1,2-1 0,0 0 0,14 22 1,107 159 877,-86-139-835,-2 1 0,40 86 1,-69-121-253,-2 0 0,0 1 0,-2 0 0,-1 0 1,-2 1-1,-1 0 0,-2 1 0,-1-1 0,-1 1 0,-2-1 1,-1 1-1,-1-1 0,-2 0 0,-2 0 0,0-1 0,-22 55 0,6-36-92,-2 0-1,-3-2 1,-1-1-1,-3-1 1,-1-1-1,-77 77 0,20-37-729,-4-4 0,-107 71 0,-186 84-3121,186-134 76,-2-3-3470,58-30-2871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29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1150 11029,'-35'23'6771,"26"-33"-4410,-6-6 2088,14 11-4293,0 0 1,1 1 0,-1-1 0,1 0 0,0 0 0,1 0-1,-1 0 1,1 0 0,0 1 0,0-1 0,0 0 0,1 0-1,-1 1 1,1-1 0,0 1 0,1 0 0,2-6 0,10-13 111,32-40 0,-35 47-59,361-383 1061,-300 327-1165,-8 5-60,-3-3-1,-4-2 1,-3-3 0,59-104 0,-114 179-47,1-1 0,-1 1 1,0-1-1,0 1 0,0-1 0,1 1 1,-1-1-1,0 1 0,0-1 1,0 0-1,0 1 0,0-1 0,0 1 1,0-1-1,0 1 0,0-1 1,0 1-1,0-1 0,0 0 0,0 1 1,0-1-1,-1 1 0,1-1 1,0 1-1,0-1 0,-1 1 0,1-1 1,0 1-1,0-1 0,-1 1 1,1 0-1,-1-1 0,1 1 0,0 0 1,-1-1-1,1 1 0,-1 0 0,1-1 1,-1 1-1,1 0 0,-1 0 1,1-1-1,-1 1 0,1 0 0,-1 0 1,0 0-1,1 0 0,-1 0 1,1 0-1,-1 0 0,1 0 0,-1 0 1,1 0-1,-1 0 0,0 0 1,0 0-1,-32 4 6,20 2 9,1 0 1,0 2-1,0-1 0,0 1 0,1 1 0,1 0 0,-18 19 0,15-16 14,-117 123 358,-224 300 0,173-164-241,157-230-131,3 1 0,1 1 0,2 1 1,-22 85-1,35-107-12,1 0 1,2 0 0,0 1-1,1-1 1,1 1 0,1-1-1,2 0 1,0 0 0,1 1-1,7 20 1,-3-19-2,2 0 1,0 0 0,2-1-1,0-1 1,1 0-1,2-1 1,0 0 0,27 28-1,4-4-7,87 69 1,62 25-2,-2-2-10,-183-129 13,0 0-1,0 0 0,-1 1 0,0 0 0,-1 1 0,0 0 0,10 16 0,-16-23-1,0 1-1,-1 0 1,1-1-1,-1 1 1,0 0-1,0 0 1,0 0-1,-1 0 1,1 0-1,-1 0 1,0 0-1,0 0 1,0 0-1,-1 0 1,1 0-1,-1 0 1,0 0-1,0 0 1,-1 0-1,1 0 1,-1-1-1,0 1 1,1-1-1,-2 1 1,1-1-1,0 0 1,-4 5-1,-9 6-142,1-1 0,-2 0 0,1-1-1,-2 0 1,1-1 0,-31 13 0,20-9-203,-39 17-964,0-3 0,-97 28-1,108-38 301,-85 20-2373,47-16-1667,63-16 2323,-48 10-7250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30.3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792 486 11529,'0'-1'24,"7"-17"2068,-1-1-1,-1 1 1,-1-1-1,3-29 1,-7 47-2016,0 0 1,0-1 0,0 1-1,0 0 1,0-1 0,0 1 0,-1 0-1,1-1 1,0 1 0,-1 0-1,1 0 1,-1 0 0,1-1 0,-1 1-1,0-2 1,0 3-47,1 0 1,-1 0-1,1 0 1,-1-1-1,1 1 1,0 0-1,-1 0 1,1 0-1,-1 0 1,1 0-1,-1 0 1,1 0-1,-1 0 1,1 0-1,-1 0 1,1 0-1,0 0 1,-1 0-1,1 0 1,-1 0-1,1 1 1,-1-1-1,1 0 1,0 0-1,-1 0 1,1 1-1,-1-1 0,1 1 1,-32 32 1005,25-25-854,-214 279 3508,22 14-1926,146-219-1368,-125 218 427,157-259-732,3 0-1,1 1 0,2 1 0,2 1 1,-12 72-1,23-102-77,1 0 0,1-1 0,0 1 0,0 0 0,2-1 0,-1 1-1,2-1 1,0 1 0,0-1 0,1 0 0,1 0 0,0 0 0,10 15 0,-9-18-11,1 0 0,1 0 0,-1-1 0,1 0 0,1-1 0,0 1 0,0-2-1,1 1 1,0-1 0,0-1 0,0 0 0,1 0 0,0-1 0,0 0 0,14 3 0,6 0-3,0-1 1,1-2-1,0-1 0,0-1 1,0-2-1,0-1 0,0-2 1,33-6-1,-22 1-85,0-3 0,-1-1 0,0-2-1,-1-2 1,56-28 0,-51 17-17,-1-2 0,-1-1-1,-2-3 1,-1-1-1,-2-3 1,-1 0 0,-2-3-1,-1-1 1,-3-1-1,51-85 1,-48 64 29,-4-1 1,-2-1-1,-3-2 0,-3 0 0,-3-2 0,-3 0 1,14-117-1,-26 131 28,-2 0 0,-3-1 1,-1 1-1,-14-79 1,9 102 28,-1 0 0,-1 1 0,-1 1 0,-2-1 0,-1 2 0,-1-1 1,-2 2-1,0 0 0,-23-30 0,27 44 9,-1 0 0,0 0 1,0 1-1,-1 1 0,-1 0 0,0 1 0,0 1 1,-1 0-1,0 0 0,-1 2 0,1 0 0,-26-7 1,30 11 19,0 0 1,0 1-1,-1 1 1,1 0-1,-1 0 1,1 1-1,0 1 1,-1 0-1,1 0 1,0 1-1,-1 1 1,1 0-1,0 0 1,1 1-1,-1 0 1,1 1-1,0 0 1,0 1-1,-16 11 1,12-4 47,0 1-1,1 0 1,0 1 0,1 0 0,0 1 0,2 1 0,0-1-1,0 2 1,2-1 0,0 1 0,1 0 0,-8 37 0,1 9 172,3 1 1,-5 98 0,9 242 465,-4 63-363,4-396-337,-3 0-1,-3-1 1,-3 0 0,-36 99 0,29-111-74,-3-1 0,-1-1-1,-4-2 1,-2-1 0,-2-1 0,-2-2 0,-45 47 0,39-52-630,-51 52-1347,29-36-3800,71-71-646,3-5 2883,25-21-6831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30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1278 0 11585,'0'0'2074,"-1"3"-256,-7 18-576,-1-2-1,-1 1 0,-1-1 0,-20 26 1,10-14-430,-585 799 6557,604-829-7363,-252 313 1581,26 16-308,224-323-1274,-9 13-2,1 1 0,1 0 0,0 1 1,2 0-1,1 0 0,0 1 0,-5 31 0,12-50-3,-2 14 0,1 0 0,0 0 0,2 29 0,1-40 0,0 1 0,0-1 0,0 0 0,1 1 0,0-1 0,1 0 0,0 0 0,0 0 0,0 0 0,1-1 0,0 1 0,0-1 0,9 10 0,1-4 0,0 0 0,0 0 0,1-2 0,1 1 0,0-2 0,0 0 0,1-1 0,0-1 0,1-1 0,28 8 0,22 1 0,102 10 0,-38-13-967,1-7 0,0-5-1,170-22 1,391-106-13552,-477 74 3124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30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44 16073,'-51'-20'10885,"42"8"-9952,-1 1-125,13 31-6381,-3-3 2257,10-3-2573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31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9282 450 5869,'32'-26'2344,"-32"25"-2280,0 1 0,1-1 0,-1 1 0,0-1-1,0 1 1,0-1 0,0 1 0,1-1-1,-1 1 1,0 0 0,0-1 0,0 1 0,0-1-1,0 1 1,0-1 0,-1 1 0,1-1 0,0 1-1,0-1 1,0 1 0,0-1 0,0 1-1,-1-1 1,1 1 0,0 0 0,0-1 0,-1 1-1,1-1 1,-1 0 0,-10-13 539,-6 2-239,-1 0-1,0 1 0,-1 1 1,0 0-1,-26-8 0,-111-30 813,97 32-810,-218-57 695,-2 12 1,-546-47-1,482 92-706,-1 16 0,-373 48 0,302 8-138,-555 148 1,-358 235 1077,919-263-854,8 17 1,9 18 0,-464 330-1,632-379-240,-241 224-1,368-294-95,5 3 1,3 5-1,5 4 0,-110 177 0,171-241-81,1 0 1,2 2-1,2 0 0,2 1 1,2 0-1,-13 68 0,23-90-17,2 0-1,0 0 0,2 0 1,0 0-1,1 0 0,1 0 1,1 0-1,1 0 0,1-1 1,0 0-1,2 0 0,0 0 1,1 0-1,2-1 0,-1-1 1,16 22-1,-8-18 9,1-1 0,1 0-1,1-2 1,1 0 0,0-1 0,1-1 0,1-2-1,1 0 1,31 15 0,5-3 9,1-3 0,122 32 0,-32-21-32,221 20 1,169-21-1,1159-73 92,-1-134-171,1604-369 22,-2231 287 56,-31-90 130,-522 105-46,-400 173-52,-2-5 0,114-94 0,-192 135-19,-1-1 0,-2-2 0,-1-2 0,-2-1-1,-2-1 1,50-81 0,-70 100-4,-1-1 0,0 0 0,-2-1 0,-1 0 0,0-1 0,-1 1 0,-2-1 0,0 0 0,-1-1 0,-2 1-1,0 0 1,-1-1 0,-1 1 0,-1 0 0,-2-1 0,0 1 0,-9-28 0,4 24-5,-1 0 0,-2 1 0,0 1 0,-2 0 0,-1 0 0,0 1 1,-21-22-1,9 15-10,-2 1 1,-1 2 0,-1 0 0,-43-26 0,-5 5-61,-3 3-1,-1 5 0,-137-47 1,9 19-366,-1 9 0,-4 9 0,-225-21 0,-671 8-2856,-532 164-5883,1087-32 3004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35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782 415 7397,'2'-2'1465,"4"-8"-465,95-151 7966,-29 12-5920,-71 147-3026,1 1-1,-1-1 1,0 0 0,0 0-1,0 0 1,0 0-1,-1 0 1,1 0 0,0-1-1,-1 1 1,1 0 0,-1 0-1,0 0 1,0-1 0,0 1-1,0 0 1,0 0 0,0 0-1,-1-1 1,1 1-1,-1 0 1,1 0 0,-1 0-1,0 0 1,0 0 0,0 0-1,0 0 1,0 0 0,-1 0-1,1 1 1,0-1 0,-1 0-1,1 1 1,-1-1-1,0 1 1,-3-3 0,-1 1-3,1 0 1,-1 1-1,0 0 1,0 0 0,0 1-1,0-1 1,0 1-1,0 0 1,0 1-1,0-1 1,0 1 0,0 1-1,-7 0 1,-27 6 39,0 2 1,1 1-1,0 3 0,-73 33 1,-140 93 77,209-112-115,1 2 0,1 1 1,2 2-1,1 2 0,-47 54 1,79-81-18,1 0 1,0 0 0,0 1-1,1-1 1,0 1 0,0 0-1,1 0 1,0 0 0,0 0-1,1 1 1,0-1 0,1 1-1,0 0 1,0 15 0,1-18-3,1 0 1,0-1 0,0 1 0,0-1-1,1 0 1,0 1 0,0-1 0,0 0 0,1 0-1,-1 0 1,1 0 0,0-1 0,1 1-1,-1-1 1,1 0 0,0 0 0,0 0 0,0 0-1,1-1 1,-1 1 0,1-1 0,0 0 0,0-1-1,6 4 1,12 2 2,0 0-1,0-1 1,1-2 0,0 0-1,0-1 1,0-2-1,0 0 1,0-2 0,39-4-1,-3-3 13,0-3 0,97-30 0,-121 27 27,0-2 0,-2-1-1,0-1 1,-1-2 0,0-1 0,-2-2-1,-1-1 1,0-1 0,39-43 0,-17 16 626,-50 49-445,6 17 607,-8-10-781,0 0 0,0 0 1,-1 1-1,0-1 0,0 0 1,0 0-1,-1 0 0,0 0 1,1 0-1,-2 0 0,1-1 1,-1 1-1,1-1 0,-5 5 1,-7 17 123,-7 21-95,1 2-1,3 1 1,-20 96-1,-2 160-4624,5-90-5101,31-202 8439,-13 68-7376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36.3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910 227 7369,'0'0'1745,"2"-2"-199,3-3-1260,-2 4 53,-1-1 0,0 1 0,-1-1 0,1 0 0,0 0 0,0 0 0,-1 0 0,1 0 0,-1 0 0,0 0 0,1-1 0,-1 1 0,0 0 0,0-4 0,5-15 1393,-5 18-1620,0 0-1,-1 0 1,1 0-1,0 0 0,-1 0 1,0 0-1,0 0 1,0-1-1,0 1 0,0 0 1,-1 0-1,1 0 1,-1 0-1,-1-5 0,-1 0 45,0 0 0,-1 0-1,1 1 1,-1-1-1,-1 1 1,0 0-1,0 0 1,-10-11 0,11 14-128,-1 1 0,1-1 1,-1 1-1,0 0 0,0 0 0,-1 0 1,1 1-1,0-1 0,-1 1 1,1 1-1,-1-1 0,0 1 1,0 0-1,-9-1 0,-13 2 21,1 1 0,-1 1 0,0 1 0,1 2 0,-1 1 0,1 1 0,0 1 0,-29 13 0,0 4 15,1 2-1,-85 58 0,98-57-56,2 2 1,-44 42-1,70-59-27,1 1 0,1 0 0,0 1 0,1 0 0,0 1 1,2 0-1,0 1 0,-13 33 0,21-46 10,0 0 0,0 0 0,0 0 1,0 1-1,1-1 0,0 0 0,0 0 1,0 0-1,0 0 0,1 1 1,-1-1-1,1 0 0,0 0 0,1 0 1,-1 0-1,1 0 0,-1 0 0,1-1 1,0 1-1,1 0 0,3 4 0,-1-2-4,-1-1 0,1-1 0,0 1-1,1-1 1,-1 0 0,1 0 0,0 0-1,0-1 1,0 0 0,0 0 0,1 0 0,7 1-1,4 1 25,0-2 0,0 0 0,0-1 0,1-1-1,-1-1 1,1 0 0,-1-2 0,0 0 0,0-1-1,0 0 1,0-2 0,0 0 0,-1-1 0,0-1 0,0 0-1,0-1 1,-1-1 0,0-1 0,-1 0 0,0-1-1,-1-1 1,0 0 0,-1-1 0,18-22 0,79-123 959,-84 119-365,-20 66 548,-6-7-806,-1 1-1,-1-1 1,-1 0-1,-6 24 1,-29 85 578,17-64-600,-4 17-10,-31 123-800,5 20-2995,7-76-2064,26-87-255,7-4-3498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36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72 11785,'-15'-8'4204,"8"-7"-2575,-2 4 1227,9-9-3244,0 3-880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37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379 1 5713,'0'0'11911,"-3"1"-11295,-8 2-363,1 1-1,0 0 0,0 1 1,1 0-1,-1 1 1,1 0-1,0 0 0,1 1 1,0 0-1,-9 10 1,5-4 21,1 1 1,1 0 0,0 1-1,1 0 1,-13 30 0,10-14-16,2 0 1,1 1-1,1 1 0,2-1 1,1 1-1,-1 45 1,6-51-192,1 0 0,2 0 0,1-1 0,1 1 0,1-1 0,1 0-1,1 0 1,1-1 0,14 25 0,7 6 28,2-2 0,67 86 0,-96-136-99,15 18 2,-2 1 0,0 1-1,18 38 1,-30-56-10,-2 1 0,1-1 0,-1 1 0,0 0 0,0 0 0,-1 0 0,0 0 0,0 0 0,-1 1 0,0-1 0,0 0-1,0 0 1,-1 0 0,0 0 0,-1 0 0,0 0 0,0 0 0,0 0 0,-4 6 0,-1 0-126,-1-1-1,0-1 1,-1 1 0,-1-1-1,0-1 1,0 0 0,-1 0-1,0-1 1,0-1 0,-1 0-1,0 0 1,-1-1 0,-20 8-1,4-3-1006,0-2 0,0-1 0,-1-1 0,0-2 0,-41 4 0,30-9-4014,15-4-3132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37.6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0 135 10253,'153'-15'1832,"-83"7"-268,-4 5-120,4-6-204,6 1-203,4-1-165,6 3-324,2-2-20,4-4-312,7 4-492,-4-4-716,-6 4-684,-16-4-789,-16 1-1603,-9 5-3005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38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4454 283 5328,'-2'-3'1519,"-5"-7"-747,0 0 1,-1 0-1,0 1 1,-1 0-1,0 0 1,-1 1 0,-20-14-1,-16-3-13,-2 1 0,0 2 0,-2 3 0,-92-24-1,51 24-257,-176-15-1,123 27-410,-1 7 0,-153 20 1,-284 76 214,349-40 31,3 9 0,2 11 1,4 10-1,5 9 0,3 9 1,-226 150-1,346-192-68,3 4 1,-110 102-1,169-136-193,1 1-1,1 3 0,2 0 1,2 2-1,1 1 1,2 1-1,2 1 0,-23 56 1,37-73-57,1 2 1,2-1-1,0 1 1,1 0-1,2 0 1,1 0-1,0 1 1,2-1-1,2 1 1,0-1-1,1 0 1,2 0-1,1 0 1,1-1-1,1 1 1,1-2-1,1 1 1,1-1-1,1-1 1,2 0-1,0-1 1,21 25-1,1-4 5,2-2-1,2-1 1,1-2-1,3-2 1,85 55 0,-32-34-12,201 87 0,-125-79-82,4-7 0,1-7 0,273 39 0,563-1-1245,-114-92-1412,-689-12-408,-1-10 1,256-62-1,-291 41-2955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38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74 4232,'-4'0'-124,"-26"-2"2260,30 2-2102,0 0 0,0 0-1,0 0 1,-1 0 0,1 0 0,0 0 0,0 0-1,0 0 1,0 0 0,0 0 0,0 0-1,0 0 1,-1 0 0,1 0 0,0 0 0,0 0-1,0-1 1,0 1 0,0 0 0,0 0-1,0 0 1,0 0 0,0 0 0,0 0-1,-1 0 1,1 0 0,0 0 0,0 0 0,0-1-1,0 1 1,0 0 0,0 0 0,0 0-1,0 0 1,0 0 0,0 0 0,0 0 0,0 0-1,0-1 1,0 1 0,0 0 0,0 0-1,0 0 1,0 0 0,0 0 0,0 0-1,0 0 1,0 0 0,0-1 0,0 1 0,0 0-1,0 0 1,0 0 0,0 0 0,1 0-1,-1 0 1,0 0 0,0 0 0,0 0-1,0 0 1,0-1 0,0 1 0,0 0 0,19-9 1871,22-2-1271,0 1 0,1 3 0,53-4 0,-49 6-308,17-2-24,1 2-1,1 4 1,-1 2 0,0 3-1,-1 3 1,1 3-1,67 19 1,-61-7-101,-2 3-1,-1 3 1,-1 3-1,-2 2 1,-1 4-1,-1 2 1,93 79-1,-63-36 89,-3 4 0,-4 4-1,124 172 1,-180-223-234,-3 1 0,-1 1 0,-2 1 0,-1 2-1,16 50 1,-31-72-42,0 0 0,-2 0-1,-1 1 1,-1 0 0,-1 0-1,0 0 1,-2 0 0,-1 0-1,-1 0 1,-1-1 0,0 1-1,-14 40 1,6-32-137,-2-1 0,-2 0 0,0-1 0,-2-1 0,-34 43 0,-118 118-1076,-303 247-2111,127-125 1933,342-308 1368,-290 253-772,251-229 459,-1-2-1,-1-1 0,-1-3 0,-53 18 1,65-29-273,-1-2-1,-1-1 1,1-1 0,-50 0 0,29-1-608,-58 6-1423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39.2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26 3524,'-3'-25'-1044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40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23 12085,'27'-19'1501,"-22"15"814,-7 6-2078,1 1 1,0-1-1,-1 0 0,0 0 1,0 0-1,0 0 0,0 0 1,0 0-1,0-1 1,0 1-1,-3 1 0,-4 4 176,-43 44 6711,48-51-6604,-69 1 543,53-2-5990,0 1-6425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40.4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330 116 11949,'-2'-1'146,"1"1"-1,0-1 1,0 1 0,-1-1-1,1 1 1,0-1 0,0 0-1,0 0 1,0 1 0,0-1-1,0 0 1,0 0 0,0 0-1,0 0 1,0 0 0,0 0-1,1-1 1,-1 1 0,0 0-1,1 0 1,-1 0 0,1-1-1,0 1 1,-1 0 0,1-1-1,0 1 1,-1 0 0,1-1-1,0 1 1,0-2 0,-4-23 2670,2 22-1956,-1-1 1,0 1-1,0 0 0,0 0 0,-1 0 0,-4-5 1,-3-2 876,10 10-1657,0 0 0,0 0-1,0 0 1,0 0 0,0 0 0,0 1 0,0-1 0,0 0 0,-1 1-1,1-1 1,0 1 0,0-1 0,-1 1 0,1 0 0,0-1 0,0 1 0,-1 0-1,1 0 1,0 0 0,-1 0 0,1 0 0,0 0 0,-1 0 0,1 1-1,0-1 1,0 0 0,-1 1 0,1-1 0,0 1 0,0-1 0,0 1-1,-2 1 1,0 0 10,0-1 0,0 2 0,0-1 0,0 0 0,1 1 0,-1-1 0,1 1-1,0 0 1,0 0 0,-3 4 0,-1 5 46,2 0 1,-1 0-1,2 0 0,0 1 0,0-1 1,1 1-1,0-1 0,1 1 0,1 19 1,3 9 143,14 66 0,2 16-153,-18-108-118,0 1 0,-1 0-1,-1 0 1,0 0 0,-7 25 0,0-13-118,-1 0 0,-2-2-1,-1 1 1,0-1 0,-2-1 0,-1 0 0,-2-1-1,-28 34 1,39-51-315,0 2 0,0-1 0,1 1-1,-6 12 1,-5 19-4178,16-39 4423,0-1 0,-1 0 1,1 1-1,0-1 0,0 1 0,0-1 1,0 1-1,-1-1 0,1 1 0,0-1 1,0 0-1,0 1 0,0-1 0,0 1 0,0-1 1,0 1-1,0-1 0,0 1 0,0-1 1,1 1-1,-1-1 0,0 0 0,0 1 1,0-1-1,0 1 0,1-1 0,-1 0 0,0 1 1,1-1-1,-1 1 0,1-1 0,19-2-5898,19-10-4202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40.5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66 11909,'102'-31'2220,"-51"22"-360,0-2-335,-4 5-221,1-2-428,0 8-184,6 0-140,-7 0-288,1 0-520,3 0-720,-4 2-748,-25-2-609,13 9-2315,16 8-3633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40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2851 327 8425,'-14'-40'767,"8"19"38,-1 1-1,-19-37 1,19 46-487,1-1 1,-2 1 0,0 1-1,0 0 1,-1 0-1,0 0 1,0 1 0,-1 1-1,-1-1 1,1 2-1,-22-12 1,12 9-19,0 1-1,-1 1 1,-1 2-1,1 0 1,-1 1-1,-27-3 1,-5 2 57,0 3 0,1 2 0,-1 2 0,0 3 0,1 2 0,-67 16 0,49-3 10,1 2 1,1 4-1,1 3 0,-66 37 1,32-6 415,-172 129 0,-62 99 905,197-152-796,-133 166-1,190-197-470,4 3 0,-96 177 0,140-221-258,3 1 0,3 1 0,3 2-1,-27 116 1,46-154-106,2 0 0,1 1 0,2 0-1,1 0 1,6 52 0,-2-61-32,0 0 0,1-1 1,2 0-1,0 0 0,1 0 0,0-1 1,2 0-1,0-1 0,15 19 0,-10-19-3,1 0-1,0-1 0,2-1 0,0 0 0,0-1 1,1-1-1,1-1 0,1-1 0,0-1 0,0 0 1,1-2-1,0 0 0,39 8 0,1-3-21,1-3 0,1-3-1,118 1 1,-62-12-16,-1-5 0,1-5 0,-2-5 0,166-47 1,-139 20-20,-1-7 0,-3-5 0,143-81 0,-192 87 32,-1-4 0,-3-5 1,137-118-1,-188 143-106,-1-1 0,-1-2 0,-3-1 0,-1-1 0,-2-2 0,-1-1 1,-3-2-1,-1 0 0,30-86 0,-45 103-89,-2 0 1,0-1-1,-3 1 1,0-1-1,-1 0 0,-2-33 1,-2 43 42,-1 0 0,-1 1 1,0-1-1,-1 1 0,-2 0 0,1 0 0,-2 1 1,0 0-1,-1 0 0,-17-26 0,11 24-121,-1 0-1,0 0 0,-2 2 0,0 0 1,-1 1-1,0 1 0,-1 0 0,-1 1 1,-1 2-1,0 0 0,-28-11 0,24 12-603,-1 2 0,0 1 0,-50-8 0,49 13-868,-1 1 0,0 0 0,-49 6 0,-19 10-6895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42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468 327 11581,'-19'-20'7504,"4"41"-4973,4-1-1858,-155 308 4385,24 3-3313,110-242-1318,-35 167 1,61-227-373,2 0 0,1 1 0,1 0 0,1 0 0,2-1 0,7 52 0,-6-70-51,0-1-1,1 0 1,0 0-1,1 0 1,0 0-1,0-1 1,1 0 0,0 1-1,1-2 1,-1 1-1,2-1 1,0 1-1,0-2 1,0 1 0,1-1-1,0 0 1,0-1-1,0 0 1,1 0-1,0-1 1,1 0 0,11 5-1,-5-5-31,1-1 1,-1 0-1,1-1 1,0 0-1,0-2 0,0 0 1,1-1-1,-1 0 1,0-2-1,0 0 0,0-1 1,-1 0-1,1-2 0,30-11 1,-30 9-161,1-2-1,-1 1 1,0-2 0,-1 0 0,0-2-1,-1 1 1,0-2 0,-1 0 0,-1 0-1,0-1 1,0-1 0,-2 0 0,12-19 0,-17 22-8,0 0 1,-1-1 0,0 1 0,-1-1-1,0 0 1,2-20 0,3-81-719,-9 87 764,1 0 1,2-1-1,1 1 0,8-32 0,-9 51 161,0 1-1,1 0 1,0 0-1,0 0 1,0 1 0,1-1-1,0 1 1,0 0 0,1 0-1,-1 1 1,1-1 0,0 1-1,1 1 1,0-1 0,-1 1-1,1 0 1,0 1-1,1 0 1,9-3 0,-9 3 82,1 0 1,1 0 0,-1 1-1,0 1 1,0 0-1,1 0 1,-1 1 0,1 0-1,-1 0 1,0 1 0,1 1-1,-1-1 1,0 2-1,0-1 1,17 8 0,-21-8-8,1 1 0,-1 1 0,1-1 0,-1 1 0,0 0 0,-1 0 0,1 1 0,-1-1 0,0 1 0,0 0 0,0 0 0,-1 0 0,1 0 0,-1 1 0,3 7 0,-3-4 10,-1 0 1,0 1 0,0-1 0,0 0 0,-2 1-1,1-1 1,-1 1 0,0 0 0,-2 10-1,-4 13 99,-2 1-1,-2-1 0,0-1 0,-23 47 1,-15 22 56,-22 51-960,63-133 347,1 1 0,1-1 0,0 1 0,2 0 0,0 0 1,0 23-1,3-40 293,-1-1 0,1 1 0,0 0 1,0-1-1,0 1 0,1-1 0,-1 1 0,0-1 1,1 1-1,0-1 0,0 1 0,0-1 0,0 1 1,0-1-1,0 0 0,0 0 0,1 1 1,-1-1-1,1 0 0,0 0 0,-1-1 0,1 1 1,0 0-1,0 0 0,0-1 0,0 1 0,1-1 1,-1 0-1,0 0 0,1 0 0,-1 0 0,0 0 1,1 0-1,-1-1 0,1 1 0,0-1 0,-1 1 1,1-1-1,-1 0 0,4 0 0,5-1-110,1-1-1,-1 0 0,0-1 0,1 0 0,-1 0 0,0-1 1,18-10-1,13-9-204,-2-1 1,63-51 0,67-72 118,-98 83 274,429-415 2257,-488 466-2032,0 0 0,1 0 0,1 1 0,0 1-1,26-15 1,-37 24-167,0 0-1,0 0 1,0 0-1,0 1 1,1-1 0,-1 1-1,0 0 1,1 1-1,-1-1 1,1 1 0,-1 0-1,1 0 1,-1 0-1,1 0 1,-1 1 0,0 0-1,1 0 1,-1 0-1,0 1 1,0-1-1,1 1 1,-1 0 0,0 0-1,-1 0 1,1 1-1,0-1 1,-1 1 0,1 0-1,3 4 1,10 11 109,-12-12-146,0 0 0,0 0 0,1-1 0,0 1 0,0-1 0,0-1 0,1 1 0,-1-1 0,1 0 0,0-1 0,0 0 0,1 0 0,-1 0 0,15 3 0,-13-5-54,0 0-1,0 0 1,0 0-1,0-1 0,0-1 1,1 0-1,-1 0 0,0 0 1,0-1-1,0-1 1,-1 0-1,1 0 0,-1 0 1,1-1-1,10-7 0,-16 8 26,-1 0-1,1-1 0,-1 1 0,0-1 0,0 1 0,0-1 0,-1 0 0,1 0 0,-1 0 1,0 0-1,0 0 0,0 0 0,0-4 0,0 3-8,4-19-89,0 1 0,1 1 0,2-1 0,0 1 1,18-32-1,-21 45 79,0 1-1,1 1 1,0-1 0,0 1 0,1 0 0,0 0 0,0 1 0,1-1 0,-1 2 0,1-1 0,1 1 0,-1 1-1,1-1 1,0 1 0,0 1 0,13-4 0,-17 5 38,1 1-1,-1 0 0,0 0 1,1 0-1,-1 1 1,0-1-1,1 1 1,-1 1-1,0-1 1,1 1-1,-1 0 1,0 0-1,10 4 1,-12-3 30,1 0-1,-1 0 1,0 1-1,1-1 1,-1 1 0,0 0-1,0 0 1,-1 0-1,1 0 1,-1 0 0,1 1-1,-1-1 1,0 1-1,-1 0 1,1 0 0,0-1-1,-1 1 1,2 7-1,-1 0 63,0 1 0,-1-1 0,0 0-1,-1 1 1,0-1 0,-1 0-1,0 1 1,-1-1 0,0 0-1,-1 0 1,-6 18 0,-8 11 247,-36 67 1,22-49-90,18-32-188,2-7 42,2 1 0,-9 27 0,17-46-117,1 0 0,-1 1-1,1-1 1,0 0 0,-1 1 0,1-1 0,0 0-1,0 1 1,0-1 0,0 0 0,0 1-1,0-1 1,1 0 0,-1 1 0,0-1 0,1 0-1,-1 0 1,1 1 0,-1-1 0,1 0 0,-1 0-1,1 0 1,0 1 0,0-1 0,0 0 0,0 0-1,-1 0 1,1-1 0,1 1 0,-1 0-1,0 0 1,0 0 0,0-1 0,0 1 0,0 0-1,1-1 1,-1 0 0,0 1 0,0-1 0,1 1-1,-1-1 1,3 0 0,4 1 10,0 0 0,0-1 0,0 0 0,0 0 1,16-3-1,-8-1-39,-1 0 0,1-1 0,-1-1 1,1 0-1,-2-1 0,1-1 0,-1 0 0,21-16 1,-10 4-274,-1-1 1,0-2 0,27-32 0,-37 37 36,0 0 0,0-1 0,-2-1 0,-1 0 0,0 0 0,-1-1 0,-2-1 0,0 1 0,-1-2 0,-1 1 0,-1-1 0,-1 1 0,-1-1 0,-1 0 0,-1 0 0,-2-1 0,0 1 0,-1 0 0,-1 0-1,-12-43 1,14 62 240,-2-3-31,1-1 0,0 1 0,1-1 0,-1-10 0,1 16 43,1-1 0,0 1 0,1 0 0,-1-1 0,0 1 0,1 0 0,-1 0 0,1 0 0,0-1 1,0 1-1,-1 0 0,2 0 0,-1 0 0,0 0 0,0 0 0,0 0 0,1 1 0,-1-1 0,1 0 0,3-2 0,7-4-14,1 0-1,0 1 0,1 0 0,-1 1 0,1 1 0,21-6 0,97-17-74,-76 18 52,434-104-333,-471 108 115,-30 5-178,-32 8 169,-107 29 25,147-35 341,26-15 164,-11 5-133,2 3 33,-1 1 0,1 0 0,21-4 0,-34 11-116,1 0-1,-1 0 0,0 0 0,1 1 0,-1-1 0,0 0 1,-1 1-1,1-1 0,0 1 0,-1-1 0,1 5 0,-3 2-4,0-1-1,0 0 1,-1 1-1,0-1 1,-5 9-1,2-5 7,-39 83 403,23-51-187,-18 48 0,28-50-88,2 1-1,2 0 1,-5 65 0,10-70-114,-1 0 1,-2-1 0,-1 1-1,-3-1 1,-20 54 0,4-39-175,-2-1 1,-3-1-1,-1-1 1,-3-2 0,-74 78-1,-229 180-1286,294-268 1227,43-36 181,-15 9-244,11-12 33,9-14 89,2 2 86,2-1 1,0 1 0,1 0 0,0 0 0,13-14-1,70-75-3,-62 71 16,93-101-41,136-153-34,-20-17 55,-46 21-53,186-259 573,-377 539-479,19-28 101,2 1 0,1 1 0,34-30 0,-58 57-100,1 0 0,-1 1 0,1-1-1,-1 1 1,1-1 0,-1 1 0,1-1 0,-1 1 0,1 0 0,0-1 0,-1 1 0,1 0 0,0-1 0,0 1 0,-1 0 0,1 0 0,0 0 0,-1 0 0,1-1 0,0 1-1,0 0 1,-1 0 0,1 0 0,0 1 0,0-1 0,-1 0 0,1 0 0,0 0 0,-1 0 0,1 1 0,0-1 0,0 0 0,-1 1 0,1-1 0,-1 1 0,1-1 0,0 0-1,-1 1 1,1 0 0,-1-1 0,1 1 0,-1-1 0,1 1 0,-1-1 0,0 1 0,1 0 0,-1-1 0,0 1 0,1 0 0,-1-1 0,0 1 0,0 1 0,2 4 23,0-1 1,-1 1-1,0-1 1,-1 1-1,1 8 1,-3 6 48,0 1 0,-2-1 0,-1 0 0,0 0 1,-11 27-1,-1 1 9,-39 117 170,26-84-34,-32 141 0,60-210-207,0 0 1,1-1-1,0 1 1,1 0 0,0 0-1,1 0 1,0-1-1,1 1 1,1 0-1,6 20 1,-6-25-7,1 1 0,0-1 0,0 1-1,1-1 1,-1-1 0,2 1 0,-1 0 0,1-1 0,0 0 0,0-1-1,0 1 1,1-1 0,0-1 0,0 1 0,1-1 0,8 4 0,2-1-1,0-1 1,0 0-1,0-2 1,0 0 0,1-1-1,-1-1 1,28 0 0,-9-3-170,1-1 1,63-14 0,-93 15 18,0 0-1,1 1 1,-1 0 0,1 0 0,12 2-1,-18-2-314,-1 2 30,0 0 0,0 0 0,-1-1 0,1 1 0,0-1 0,1 1-1,-1-1 1,0 0 0,0 0 0,0 0 0,4 2 0,-2-3 41,-1 1 1,1 0 0,-1-1 0,0 1 0,1-1 0,-1 0-1,1 0 1,-1-1 0,1 1 0,-1-1 0,6-1 0,5-1 151,-11 3 1170,-41-3-51,35 3-1089,-1-1-507,-36-3-4620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1:43.4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15 355 13133,'-2'1'185,"1"1"-1,-1-1 0,1 1 1,0 0-1,0 0 0,0-1 1,0 1-1,0 0 0,0 0 1,0 0-1,1 0 0,-1 0 1,1 0-1,-1 4 1,2-4-46,-1 0 1,1-1 0,0 1-1,0-1 1,-1 1 0,1-1-1,0 1 1,1-1 0,-1 1 0,0-1-1,0 0 1,0 0 0,1 0-1,-1 0 1,1 0 0,-1 0 0,1 0-1,-1 0 1,1 0 0,2 0-1,11 5 296,1 0-1,0-1 1,0-1-1,1-1 1,-1 0-1,1-1 1,27 0-1,-11 0-69,142 5 676,213-19 0,178-45-273,-252 22-525,1310-184-124,-1422 186-793,77-15-1473,-95 5-9206,-162 37 2626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2:18.0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106 270 4668,'4'-22'465,"1"-22"2863,-5 37-2713,-1 1-1,0-1 1,-1 1 0,1-1-1,-1 1 1,-3-7-1,2 7-172,1-1 0,0 1 1,0-1-1,0 0 0,1 0 0,0-7 0,0 5 175,0 1 0,0 0 0,-1-1 0,0 1 0,-6-15 0,7 20 728,15-27-925,-8 44-363,0-1 0,-1 1 0,0 0 0,-1 0 0,0 0 0,2 28 0,0 96 404,-5-88-293,3 115 136,1-22-152,-6 146 106,-25 72-631,16-275 29,-33 243-2295,9-111-2569,16-101-534,11-65-35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2:18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7 9417,'-26'7'1773,"21"-6"2514,14-4-2871,0 0-1037,1 0 0,-1 1 0,1 1-1,0-1 1,0 1 0,0 1 0,19 1 0,-6 2 26,-1 1 1,44 13-1,-13 1 23,101 53-1,-100-42-314,-2 3 1,-1 2-1,-2 2 0,-1 2 0,55 58 0,-68-59-68,-1 2 0,-3 1 0,-1 2 1,-2 1-1,-1 1 0,33 79 0,-54-107-34,0 0 0,-1 0 0,-1 0 0,-1 1 0,2 26-1,-1 25 42,-5 80-1,0-134-46,0 1-1,-1 0 1,0-1 0,-1 1-1,-1-1 1,0 0 0,-1 0-1,-1 0 1,0-1 0,-1 1-1,-14 19 1,14-20-4,-20 27-3,-2-2 0,-1 0 0,-1-2-1,-2-1 1,-58 46 0,24-29-679,-2-4 0,-95 51 0,148-89 265,8-5 42,0 0 0,0-1 0,-1 0 0,1 0-1,-1-1 1,0 0 0,0 0 0,0-1 0,-14 2 0,21-4 210,1 0-1,-1 1 1,0-1-1,1 0 1,-1 0-1,1-1 1,-1 1-1,0 0 1,1-1-1,-1 1 1,1 0-1,-1-1 1,1 0 0,-1 1-1,1-1 1,0 0-1,-1 0 1,1 0-1,0 0 1,-1 0-1,1 0 1,0 0-1,0 0 1,0 0-1,0-1 1,0 1-1,0 0 1,1-1-1,-1 1 1,0-1-1,1 1 1,-1-1-1,1 1 1,-1-1 0,1 1-1,0-1 1,-1 0-1,1 1 1,0-1-1,0 1 1,0-1-1,0 0 1,1 1-1,-1-1 1,0 1-1,1-1 1,-1 1-1,2-3 1,17-34-5795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2:18.7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223 157 9161,'-58'64'1787,"45"-50"-1013,2 1 0,0 1 0,1 0 0,0 0 0,2 1 0,0 0 0,-8 24 0,10-24-370,-8 17 229,2-7-275,2 0-1,1 0 1,1 0-1,-8 51 0,14-49-310,1 0 1,2 0-1,0 1 0,2-1 0,1 0 0,2 0 0,0-1 0,2 0 0,19 44 0,-19-56-121,1 0 1,0 0 0,2 0-1,0-1 1,0-1 0,2 0 0,-1-1-1,2 0 1,20 15 0,-27-22 46,1-1 1,0 0 0,0-1-1,0 0 1,0 0 0,1 0-1,-1-1 1,1-1 0,0 0 0,0 0-1,0 0 1,0-1 0,0-1-1,0 1 1,1-1 0,-1-1-1,0 0 1,0 0 0,0-1-1,15-5 1,-13 3 25,-1 0-1,1-1 1,-1-1-1,0 0 1,-1 0-1,1-1 1,-1 0-1,0-1 1,-1 0 0,0 0-1,11-15 1,-9 9-4,-1 0 0,-1-1-1,0-1 1,-1 1 0,-1-1 0,0 0 0,4-20 0,-3 2-4,-2 0 0,-1-1-1,-2 1 1,-1-1 0,-2 1 0,-2-1-1,-7-40 1,6 52-8,-1-8-5,-1 1 1,-1-1-1,-2 1 1,-1 0-1,-1 1 1,-27-49-1,-55-75-165,86 141 78,-1 1 0,0 0 0,-1 0 1,0 1-1,-1 0 0,0 1 0,0 0 0,-1 1 0,-22-14 0,11 8-284,16 10 107,0 0 0,-1 1 0,1 0 0,-1 0 0,-8-2 0,14 5 191,0-1 1,0 1-1,0 0 0,1 0 0,-1 0 1,0 0-1,0 0 0,0 0 0,0 0 1,0 0-1,0 0 0,0 0 0,0 0 1,0 1-1,0-1 0,1 0 0,-1 1 1,0-1-1,0 1 0,-1 0 0,2 0-21,-1 0 0,1 0 0,-1 0 0,1 0 0,-1 0 0,1 0 0,0 0-1,0 0 1,-1 1 0,1-1 0,0 0 0,0 0 0,0 0 0,0 0 0,0 1-1,1-1 1,-1 0 0,0 0 0,0 0 0,1 0 0,0 2 0,12 29-3188,7 2-1328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2:19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530 180 9365,'4'-19'1117,"3"-37"1,-8 53-881,0-1 1,0 1-1,0-1 0,0 1 1,-1 0-1,1-1 1,-1 1-1,0 0 1,0 0-1,0 0 0,0 0 1,0 1-1,-1-1 1,1 1-1,-1-1 0,1 1 1,-1 0-1,0 0 1,-4-2-1,-11-11 1718,15 12-1820,0 0 0,1 0 0,-1 1 0,0 0-1,-1-1 1,1 1 0,0 0 0,-1 1 0,1-1 0,-1 0 0,1 1 0,-1 0 0,0 0-1,0 0 1,1 0 0,-1 1 0,0-1 0,0 1 0,0 0 0,0 0 0,0 1 0,1-1-1,-1 1 1,0 0 0,0-1 0,1 2 0,-1-1 0,0 0 0,1 1 0,-1 0-1,1 0 1,0 0 0,0 0 0,-1 0 0,-2 4 0,-9 7 69,2 0 1,-1 1 0,2 0-1,0 1 1,-20 33-1,-12 23 221,4 2 0,3 1-1,-48 135 1,74-174-482,1 1 1,2 1-1,1 0 0,2 0 1,2 0-1,1 0 0,2 1 1,1-1-1,3 0 0,12 63 1,-4-59-161,2-1 1,1 0 0,2 0-1,2-2 1,2 0 0,1-2-1,1 0 1,32 36 0,33 26-944,127 113 0,-73-76-153,-131-125 1175,-1 1-1,-1 0 0,0 0 0,-1 1 1,0 0-1,12 24 0,-18-33 96,-1 0-1,0 1 1,0-1 0,0 0-1,0 0 1,0 0-1,-1 1 1,1-1 0,-1 0-1,0 1 1,0-1-1,0 0 1,-1 1-1,1-1 1,-1 0 0,1 1-1,-1-1 1,0 0-1,-1 0 1,1 0 0,0 0-1,-1 0 1,0 0-1,0 0 1,0 0-1,0-1 1,0 1 0,0-1-1,-1 0 1,1 1-1,-1-1 1,1 0 0,-1 0-1,0-1 1,0 1-1,-3 1 1,-6 2-192,0 0 1,-1-1-1,0 0 0,1-1 1,-1 0-1,0-1 1,0-1-1,-1 0 0,1-1 1,0 0-1,-17-3 0,-2-1-816,0-2-1,1-1 0,-45-16 0,9-3-2075,6-2-1044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2:19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366 2 11585,'-5'0'280,"1"-1"1,-1 1-1,1 0 0,-1 0 0,1 0 1,-1 1-1,1-1 0,-1 1 1,1 0-1,-1 1 0,1-1 0,0 1 1,0-1-1,0 1 0,0 1 0,0-1 1,0 1-1,0-1 0,1 1 1,-1 0-1,1 0 0,0 0 0,0 1 1,0-1-1,0 1 0,-3 6 0,-4 16 1089,1-1-1,-9 42 0,-1 7-126,-15 44 101,-25 166 0,6 126-1761,41-304-195,-11 366-4846,14-360 1916,1-36-2604,7-24-1874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2:19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29 617 12781,'-29'0'2260,"48"-8"-127,-3-4-433,19-8-356,9 0-280,20-8-216,34-4-376,29-10-408,26-13-460,21-5-756,23-14-728,22-15-644,13 1-2397,9-1-3888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2:20.1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 49 9793,'2'-30'1977,"-2"29"-1872,-1 0-1,1 0 0,0 1 1,0-1-1,0 0 0,-1 1 1,1-1-1,0 0 0,-1 1 1,1-1-1,-1 0 0,1 1 1,-1-1-1,1 1 0,-1-1 0,1 1 1,-1-1-1,1 1 0,-1-1 1,0 1-1,1-1 0,-1 1 1,0 0-1,1-1 0,-1 1 1,0 0-1,0 0 0,-21-3 1450,18 3-925,3 0-527,0 1 1,0-1 0,0 1 0,0 0 0,0-1 0,0 1 0,0 0-1,0 0 1,1 0 0,-1 0 0,0 0 0,0 0 0,1 0 0,-1 0 0,1 0-1,-1 0 1,1 0 0,-1 0 0,1 2 0,-2 0 189,-6 14 104,0 0-1,1 0 0,1 1 1,1 0-1,-4 24 1,-8 100 617,5-32-440,-21 100-32,2 90-548,27-266-32,-5 50-444,2 0 0,7 106 0,2-164 293,1 0-1,1-1 1,1 1-1,1-1 1,2 0-1,0 0 1,2-1-1,0 0 1,2 0-1,1-2 1,26 37 0,-30-47 90,1 0 0,0-1 1,1 0-1,21 16 1,-29-25 83,-1 0 1,0 0-1,1-1 0,0 1 1,-1-1-1,1 1 1,0-1-1,0 0 1,-1 0-1,1 0 0,0-1 1,0 1-1,0 0 1,0-1-1,0 0 1,0 0-1,0 0 0,0 0 1,0 0-1,0-1 1,0 1-1,0-1 1,0 0-1,0 0 0,0 0 1,0 0-1,-1-1 1,1 1-1,0-1 1,-1 1-1,3-3 0,-2 1 4,-1 0 0,1 0 0,-1 0 0,0-1 0,0 1 0,-1-1 0,1 1 0,-1-1 0,1 1 0,-1-1 0,0 0 0,0 0-1,-1 0 1,1-6 0,-2-62-192,0 61 197,-10-110 171,-2-49 369,13 141-423,0 0 0,3 0 0,9-53-1,-10 75-46,0 0 0,0 0 0,1 1 0,-1-1 0,2 0 0,-1 1 0,1 0 0,-1 0 0,2 0 0,-1 0 0,1 1 0,0-1 0,0 1 0,0 0 0,11-7 0,-9 8 5,1 0-1,0 0 1,0 0-1,0 1 1,1 1-1,-1-1 1,1 1-1,0 1 1,-1-1-1,1 1 1,0 1-1,12 0 1,9 3 25,-1 1 0,0 1 0,0 2 0,-1 1 0,0 1 0,0 1 0,-1 1 0,0 2 0,-1 0 0,-1 2 0,0 1 0,-1 1 0,-1 1 0,33 33 0,-27-22-77,-1 1 1,-2 2-1,-1 1 1,-2 1 0,-1 1-1,-2 0 1,-1 2-1,-2 0 1,24 76-1,-32-79-364,-2-1 0,-1 1 0,-2 0 0,-1 1 0,-1-1 0,-3 1-1,-6 55 1,2-58-1084,-2 0 1,-1 0-1,-2-1 0,-23 51 0,15-42-2661,7-3-2022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2:20.8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286 768 6949,'-5'-1'-482,"-9"2"4879,6 16-4,-7 56-1657,-9 113 0,10-64-1921,-1 9-272,-18 80 44,15-122-459,-86 333-309,75-333-931,28-86 691,-1-22-137,0 0 421,1 0-1,1-1 1,1 1-1,0 0 1,2 0-1,0 0 1,6-19-1,2-16 2,127-594-424,35 7 782,-145 538-169,93-277 440,-116 367-424,0 1 0,1 0-1,0 0 1,1 0 0,10-12-1,-17 23-55,1 1 0,-1-1-1,1 1 1,-1-1 0,1 1-1,-1-1 1,1 1 0,-1-1-1,1 1 1,-1-1 0,1 1-1,0 0 1,-1-1 0,1 1-1,0 0 1,-1-1 0,1 1-1,0 0 1,-1 0-1,1 0 1,0 0 0,-1 0-1,1 0 1,0 0 0,0 0-1,-1 0 1,1 0 0,0 0-1,-1 0 1,1 0 0,0 1-1,-1-1 1,1 0 0,0 0-1,-1 1 1,1-1-1,0 1 1,-1-1 0,1 0-1,-1 1 1,1-1 0,-1 1-1,1-1 1,-1 1 0,1 1-1,15 29 267,-11-14-198,-1 1 0,-1 0 0,0 0 0,-2-1 0,0 1 0,-3 36 0,-21 109 86,-16 16 46,-22 53-90,50-180-158,2 0 1,-5 92-1,14-119 43,0-1-1,2 1 0,1-1 1,1 0-1,1 0 0,1 0 1,1 0-1,12 26 0,10 8 67,3-1-1,2-1 1,3-2-1,2-2 1,79 83-1,-97-114-396,0-1 0,1 0 1,1-2-1,1-1 0,37 20 0,-43-28-513,0-1 0,1-1-1,25 7 1,-25-10-912,0 0 1,0-1-1,34 0 1,-3-3-5245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2:21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0 6397,'-76'133'3290,"65"-109"-2485,0 0 1,2 0-1,2 1 1,-10 49-1,-5 15 680,-17 29-149,6 3 0,-36 246 0,67-344-1540,1 0-1,1 0 0,1 0 1,1 0-1,7 36 1,-7-52-18,-1 0 1,1 0-1,1 0 1,-1 0 0,1-1-1,0 1 1,1-1-1,-1 0 1,1 0-1,1 0 1,-1 0 0,1-1-1,0 1 1,0-1-1,1 0 1,-1-1 0,1 1-1,0-1 1,0-1-1,1 1 1,8 3 0,-8-5-463,1 1 0,-1-1 0,1-1 0,0 0 0,0 0 0,-1 0 0,13-1 0,20-7-3969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2:21.1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78 12357,'-10'20'7901,"23"-28"-7129,0-4-172,22 6-248,25-5-240,-6 2-428,16-2-544,12 0-644,11-1-524,-1 4-573,3-1-1663,0 15-3273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2:21.3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7 349 11785,'-6'3'6717,"40"-9"-5797,20-8-244,-3-9-392,16-8-572,19-9-728,6-9-716,9-11-605,14-3-2003,8-2-3345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2:21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1395 109 7473,'-1'-2'244,"0"0"1,0 1 0,0-1 0,1 0-1,-1 0 1,1 0 0,0 0-1,-1 0 1,1 1 0,0-1 0,0 0-1,0 0 1,0 0 0,0 0 0,1-2-1,0 2 104,-1-1-1,0 1 1,0 0-1,0-1 1,0 1-1,0 0 1,0 0-1,0-1 1,-1 1-1,1 0 1,-1 0-1,0-1 1,0 1-1,1 0 1,-3-3-1,1 2-199,1 1 0,0 0 1,0-1-1,-1 1 0,1 0 0,-1 0 0,0 0 0,1 0 0,-1 1 0,0-1 0,0 0 0,0 1 0,-1-1 1,1 1-1,0 0 0,-1-1 0,1 1 0,0 0 0,-1 1 0,1-1 0,-1 0 0,1 1 0,-1-1 1,0 1-1,1 0 0,-1 0 0,1 0 0,-1 0 0,0 0 0,1 1 0,-1-1 0,-2 2 0,-5 1 49,-1 1-1,1 0 0,1 1 0,-1 0 0,1 0 1,-1 1-1,-13 12 0,-55 59 739,36-35-643,-38 38 8,4 3 0,3 4 0,-86 133 0,144-196-343,2 0 0,0 1-1,2 0 1,1 1 0,1 0 0,1 0-1,1 1 1,1 1 0,2-1-1,1 0 1,1 1 0,1 0-1,1 0 1,2-1 0,1 1 0,1-1-1,1 1 1,10 29 0,42 89-213,-39-108 181,-2 0 0,-2 0 1,14 62-1,-26-88 57,-1-1 0,1 1-1,-2 0 1,0-1 0,0 1 0,-1-1 0,0 1 0,-1 0 0,-1-1 0,1 0 0,-2 0 0,0 0 0,0 0 0,-1 0 0,0-1 0,-13 19 0,5-13-65,-1 0 1,-1-1 0,0 0-1,-1-1 1,-1-1 0,0-1-1,-1 0 1,0-1 0,0-1-1,-33 12 1,-4-1-1035,-1-3 0,-92 17-1,121-30 90,0-1 0,-1-1-1,-31-1 1,39-3-1185,0-1 1,-30-6 0,27 3-3944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2:22.2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683 234 10969,'-4'2'294,"0"-1"0,0 1 0,0 0 0,1 1 0,-1-1 0,0 1 0,1 0 0,0 0 0,-1 0 0,1 0 0,0 0 0,1 1 0,-1-1-1,0 1 1,1 0 0,0-1 0,0 1 0,0 0 0,1 1 0,-2 3 0,-97 230 4141,-22 50-3345,-43 90-996,130-285-302,5 0-1,-22 115 1,47-185 172,2-1-1,0 0 1,1 1 0,2-1 0,2 24-1,-2-40 29,1 0-1,1 0 0,-1 0 0,1 0 0,0 0 1,0-1-1,1 1 0,0-1 0,0 1 0,5 6 1,-6-9 2,1 0 0,0 0 0,1 0 0,-1-1 0,0 1 0,1-1 0,0 1 0,-1-1 0,1 0 0,0-1 0,0 1 0,0-1 0,0 1 0,1-1 0,-1-1 0,6 2 0,4-1-26,1-1-1,-1-1 1,1 0-1,-1-1 1,1 0-1,-1-1 1,0-1 0,0 0-1,-1-1 1,18-8-1,8-7-92,0-1 0,38-29 0,-13 3 22,-3-3 0,-2-2 0,-3-2 0,-1-3 0,-4-2 0,-2-3 0,-2-1 0,69-128 0,-90 138 115,-1-1 0,-3-1 0,-3-1 0,22-100 0,-34 115 46,-1 0 1,-2 0-1,-2-1 0,-1 1 0,-3-1 1,-1 1-1,-13-63 0,11 83 4,-1 0-1,-1 0 1,-1 1-1,-1-1 1,-1 2-1,0-1 1,-2 1-1,-26-33 1,28 41-14,0 0 1,0 1 0,-1 0-1,0 1 1,-1 0-1,0 1 1,-1 0 0,1 1-1,-1 1 1,-1 0 0,1 1-1,-1 0 1,0 1-1,-19-4 1,15 6 4,1 0 0,-1 1 0,0 1 0,0 0 0,1 1 1,-1 2-1,0-1 0,1 2 0,0 0 0,-1 1 0,2 1 0,-19 9 0,15-5 6,1 2-1,0 0 1,0 1-1,2 1 1,-1 0 0,2 2-1,0 0 1,-26 33-1,24-23-16,1 1 0,1 0-1,1 1 1,1 0 0,2 2 0,1-1-1,1 2 1,1-1 0,2 1 0,1 0-1,2 1 1,1-1 0,2 60 0,6-50-14,1 0 1,2-1 0,3 0 0,0 0 0,3-1 0,29 60 0,138 216 7,-92-171 72,-49-78-170,-3 2 1,-2 1 0,28 85 0,-55-129 35,-2 1-1,0 0 1,-2 1-1,-1-1 1,1 35 0,-5-42 15,0 0 1,-2 0 0,0-1 0,-1 1-1,0-1 1,-2 0 0,0 0-1,-13 25 1,5-18-109,-2 0-1,0 0 0,-2-2 1,-1 0-1,0-1 0,-2-1 1,-1-1-1,-35 26 0,19-19-439,-2-1 0,-1-2 0,0-2-1,-70 25 1,80-35-244,-1-2-1,-1-1 1,-46 5-1,67-12 192,-1-1-1,1 0 0,0-1 1,-1 0-1,1-1 1,0-1-1,-1 0 1,1 0-1,0-1 1,1-1-1,-1 0 1,-17-9-1,-11-17-4875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2:22.5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284 121 7801,'3'-64'1787,"-2"60"-1492,-1 1 0,0 0 0,1 0 1,0 0-1,0 0 0,0 0 0,0 0 1,0 0-1,1 0 0,-1 1 1,1-1-1,2-2 0,2-4 687,-6 8-950,0 1-1,1-1 1,-1 1-1,0 0 1,0-1 0,0 1-1,1 0 1,-1 0 0,0-1-1,1 1 1,-1 0-1,0-1 1,0 1 0,1 0-1,-1 0 1,1 0 0,-1-1-1,0 1 1,1 0-1,-1 0 1,0 0 0,1 0-1,-1 0 1,1 0 0,-1 0-1,0 0 1,1 0-1,-1 0 1,1 0 0,-1 0-1,0 0 1,1 0-1,-1 0 1,1 0 0,-1 0-1,0 0 1,1 1 0,0 0 25,0-1 1,0 1-1,0 0 1,-1 0 0,1 0-1,0 0 1,-1-1 0,1 1-1,-1 0 1,1 0 0,-1 0-1,0 0 1,1 1-1,-1-1 1,0 0 0,1 0-1,-1 0 1,0 0 0,0 2-1,0 13 230,-1-1-1,0 1 0,-1 0 1,-1-1-1,-6 22 1,-31 81 687,31-93-769,-179 528 2012,164-463-1982,-15 98-1,32-134-156,1 0 1,3 0-1,6 68 0,-2-100-124,2 0 0,1 0 0,1 0-1,0 0 1,2-1 0,17 39 0,-17-47-122,1 0 1,0-1 0,0 0 0,1 0 0,1-1-1,0-1 1,0 1 0,1-1 0,0-1 0,1 0-1,19 11 1,-1-5-411,1-1 1,0-1-1,1-2 0,0-1 0,1-1 1,0-2-1,0-2 0,66 3 0,-24-7-550,0-4 1,142-24-1,-158 14 1229,-1-2 0,0-2 0,-1-3 0,-1-2 1,-1-3-1,-2-2 0,61-41 0,-100 59 351,-1 0 0,0-1 1,-1 0-1,21-24 0,-30 31-355,0-1 1,0 0-1,0 0 0,-1 0 1,0 0-1,0-1 0,0 1 1,0 0-1,0-1 0,-1 0 1,0 1-1,0-1 0,-1 0 1,1 1-1,-1-1 0,0 0 1,0 0-1,0 0 1,-2-6-1,1 8-369,-1 1 1,1-1-1,0 1 0,-1-1 0,0 1 1,1 0-1,-1 0 0,0 0 1,0 0-1,0 0 0,-1 0 1,-4-3-1,4 3-404,-9-6-3162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7:12:23.5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197 152 9089,'-149'-28'6118,"105"28"-1659,40 0-1730,6-2-2519,-1 1-1,1-1 1,-1 1 0,1 0 0,0 0 0,-1 0 0,1 0-1,0 0 1,0 0 0,3-1 0,-3 1-25,17-5 128,1 1-1,0 0 0,0 2 1,0 0-1,0 1 1,31 1-1,-14 0-84,222-8 95,319-18-5276,-90-1-4612,-228 10-559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8D571-B31F-D402-E3DC-E79D79978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EA19FF-EC80-2CE2-EAF7-A23D0E1DD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41D7B-19F4-9894-D369-C2AD3F07C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92359-70B4-4849-B8DF-478EE9A7D1F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2A4D1-A0D7-EC21-FF23-3C976490D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D9B40-9DA6-5BC9-A4EA-6FBED383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AE4D-F953-454B-A36A-D858EFC24E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715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C255F-736D-DD7D-5367-FDBA3F65C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A3CE2-D80E-E3ED-8513-F8AF34918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5A73A-31CC-3940-9F34-60155F995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92359-70B4-4849-B8DF-478EE9A7D1F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DF5B0-E2A6-3BB7-8222-3FD7073AD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F711E-748B-AC87-348A-D7FCA0A78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AE4D-F953-454B-A36A-D858EFC24E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48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4BE2-6DB4-7B59-53CD-0D06EE549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2D41C-893F-D1D5-859F-BE66654DF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F081D-31CB-18FD-3240-D821DFABF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92359-70B4-4849-B8DF-478EE9A7D1F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CCF7D-6D07-AB9B-BBDC-A6518A38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096D6-E937-B403-11A4-2C47BE4BC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AE4D-F953-454B-A36A-D858EFC24E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80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A9D66-3AC4-6838-85F5-DA7AB329C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5A7C4-F18F-C2D4-FF29-F383752F2F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3FC6F-6111-D3F3-9E43-3FCA6FF355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8B65D-CD2F-9070-51AE-555E3602B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92359-70B4-4849-B8DF-478EE9A7D1F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C5019-E6ED-A969-58AE-9915A817E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E8BB5-657D-5AF1-9685-C4F3E706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AE4D-F953-454B-A36A-D858EFC24E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644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A28B3-1299-F97F-F65E-D94021AF5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F9AD1-61B7-DD73-13F6-EF986DB7E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E91942-F6D5-A0BB-7D78-37F7083C70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51F1FF-195C-5D1D-63ED-62A92A893D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55F124-2024-1BF1-EE98-BCB3530D9A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ADCFD2-5891-D1D5-CDF6-668A0EA4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92359-70B4-4849-B8DF-478EE9A7D1F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5E6EED-C74D-1E51-7E8D-F1A936D7A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53B091-4270-81F2-74D5-D0E7103D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AE4D-F953-454B-A36A-D858EFC24E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682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585CF-4DA0-F50C-C59B-EE8993AAD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CF67DB-5C66-9C3D-57EC-C134C7655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92359-70B4-4849-B8DF-478EE9A7D1F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86F3AF-1F66-3B79-5921-BE1416BA5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DF9344-C799-FF4C-675A-77C0E86FB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AE4D-F953-454B-A36A-D858EFC24E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097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3FB384-3B00-D258-E3BD-9D0D8F53F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92359-70B4-4849-B8DF-478EE9A7D1F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BD2A3-4B76-FBBD-4BC0-8C7B6089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B3EB9-1AD9-0847-C0D6-B1EB8A6A9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AE4D-F953-454B-A36A-D858EFC24E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282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DAA88-7748-EBEA-322D-94511B782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73324-D4A5-DEA1-7E02-3792853EA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C46BEA-CA1D-FD38-6E44-235BB7E4B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9864E-7DA9-9972-29F9-AC4BC60FC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92359-70B4-4849-B8DF-478EE9A7D1F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874AD-5720-DBF9-3BD6-5B571E960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F3378D-BCFE-CE42-22F9-26DF79B3F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AE4D-F953-454B-A36A-D858EFC24E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891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4EA80-D952-5DFD-09A2-E64DFA428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FD0953-BABD-F691-CA47-7415D6FC12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FD781-EE38-AC0C-01EE-809EF64B2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18FEE-FF29-18A5-D6F2-26FFF0444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92359-70B4-4849-B8DF-478EE9A7D1F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97E76-5377-AA8C-6DB2-29A9F7DF8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16734-1D40-5286-E74C-CBED76440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AE4D-F953-454B-A36A-D858EFC24E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810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2237-637C-54C2-AA3C-3EFC8873F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230E17-9E92-0971-DB60-029F3FD2A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10537-2141-1670-3203-5F3700D75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92359-70B4-4849-B8DF-478EE9A7D1F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C8C36-C41A-6A3A-7A01-57F754216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C33A6-241F-6B43-7AB2-F1F8D377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AE4D-F953-454B-A36A-D858EFC24E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768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FFFDC2-5E52-758B-1AD0-8C4734C164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FD993-5474-78EE-3AB8-372557D8C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2BCFC-83CD-B195-4B59-EDEBF9989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92359-70B4-4849-B8DF-478EE9A7D1F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FCE98-95F9-6A5B-6D01-F348509E8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1EAD7-83FB-9C47-FDDF-9342E1DAA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AE4D-F953-454B-A36A-D858EFC24E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783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47FFE7-5394-AF67-CF30-A6970E672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9C364-8337-9ACF-9507-52F77BD2D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6B124-29B0-EC9C-7CD6-2C2A7BC045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092359-70B4-4849-B8DF-478EE9A7D1FA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9B0EB-8A31-4659-4B47-EE0ECC2BBB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8EC8C-64E9-166D-D16D-5EEE943DE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CAE4D-F953-454B-A36A-D858EFC24E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61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124" Type="http://schemas.openxmlformats.org/officeDocument/2006/relationships/customXml" Target="../ink/ink62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45" Type="http://schemas.openxmlformats.org/officeDocument/2006/relationships/image" Target="../media/image72.png"/><Relationship Id="rId161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7.png"/><Relationship Id="rId151" Type="http://schemas.openxmlformats.org/officeDocument/2006/relationships/image" Target="../media/image75.png"/><Relationship Id="rId156" Type="http://schemas.openxmlformats.org/officeDocument/2006/relationships/customXml" Target="../ink/ink78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141" Type="http://schemas.openxmlformats.org/officeDocument/2006/relationships/image" Target="../media/image70.png"/><Relationship Id="rId146" Type="http://schemas.openxmlformats.org/officeDocument/2006/relationships/customXml" Target="../ink/ink73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162" Type="http://schemas.openxmlformats.org/officeDocument/2006/relationships/customXml" Target="../ink/ink81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4.xml"/><Relationship Id="rId117" Type="http://schemas.openxmlformats.org/officeDocument/2006/relationships/image" Target="../media/image139.png"/><Relationship Id="rId21" Type="http://schemas.openxmlformats.org/officeDocument/2006/relationships/image" Target="../media/image91.png"/><Relationship Id="rId42" Type="http://schemas.openxmlformats.org/officeDocument/2006/relationships/customXml" Target="../ink/ink102.xml"/><Relationship Id="rId47" Type="http://schemas.openxmlformats.org/officeDocument/2006/relationships/image" Target="../media/image104.png"/><Relationship Id="rId63" Type="http://schemas.openxmlformats.org/officeDocument/2006/relationships/image" Target="../media/image112.png"/><Relationship Id="rId68" Type="http://schemas.openxmlformats.org/officeDocument/2006/relationships/customXml" Target="../ink/ink115.xml"/><Relationship Id="rId84" Type="http://schemas.openxmlformats.org/officeDocument/2006/relationships/customXml" Target="../ink/ink123.xml"/><Relationship Id="rId89" Type="http://schemas.openxmlformats.org/officeDocument/2006/relationships/image" Target="../media/image125.png"/><Relationship Id="rId112" Type="http://schemas.openxmlformats.org/officeDocument/2006/relationships/customXml" Target="../ink/ink137.xml"/><Relationship Id="rId16" Type="http://schemas.openxmlformats.org/officeDocument/2006/relationships/customXml" Target="../ink/ink89.xml"/><Relationship Id="rId107" Type="http://schemas.openxmlformats.org/officeDocument/2006/relationships/image" Target="../media/image134.png"/><Relationship Id="rId11" Type="http://schemas.openxmlformats.org/officeDocument/2006/relationships/image" Target="../media/image86.png"/><Relationship Id="rId32" Type="http://schemas.openxmlformats.org/officeDocument/2006/relationships/customXml" Target="../ink/ink97.xml"/><Relationship Id="rId37" Type="http://schemas.openxmlformats.org/officeDocument/2006/relationships/image" Target="../media/image99.png"/><Relationship Id="rId53" Type="http://schemas.openxmlformats.org/officeDocument/2006/relationships/image" Target="../media/image107.png"/><Relationship Id="rId58" Type="http://schemas.openxmlformats.org/officeDocument/2006/relationships/customXml" Target="../ink/ink110.xml"/><Relationship Id="rId74" Type="http://schemas.openxmlformats.org/officeDocument/2006/relationships/customXml" Target="../ink/ink118.xml"/><Relationship Id="rId79" Type="http://schemas.openxmlformats.org/officeDocument/2006/relationships/image" Target="../media/image120.png"/><Relationship Id="rId102" Type="http://schemas.openxmlformats.org/officeDocument/2006/relationships/customXml" Target="../ink/ink132.xml"/><Relationship Id="rId123" Type="http://schemas.openxmlformats.org/officeDocument/2006/relationships/image" Target="../media/image142.png"/><Relationship Id="rId5" Type="http://schemas.openxmlformats.org/officeDocument/2006/relationships/image" Target="../media/image83.png"/><Relationship Id="rId90" Type="http://schemas.openxmlformats.org/officeDocument/2006/relationships/customXml" Target="../ink/ink126.xml"/><Relationship Id="rId95" Type="http://schemas.openxmlformats.org/officeDocument/2006/relationships/image" Target="../media/image128.png"/><Relationship Id="rId22" Type="http://schemas.openxmlformats.org/officeDocument/2006/relationships/customXml" Target="../ink/ink92.xml"/><Relationship Id="rId27" Type="http://schemas.openxmlformats.org/officeDocument/2006/relationships/image" Target="../media/image94.png"/><Relationship Id="rId43" Type="http://schemas.openxmlformats.org/officeDocument/2006/relationships/image" Target="../media/image102.png"/><Relationship Id="rId48" Type="http://schemas.openxmlformats.org/officeDocument/2006/relationships/customXml" Target="../ink/ink105.xml"/><Relationship Id="rId64" Type="http://schemas.openxmlformats.org/officeDocument/2006/relationships/customXml" Target="../ink/ink113.xml"/><Relationship Id="rId69" Type="http://schemas.openxmlformats.org/officeDocument/2006/relationships/image" Target="../media/image115.png"/><Relationship Id="rId113" Type="http://schemas.openxmlformats.org/officeDocument/2006/relationships/image" Target="../media/image137.png"/><Relationship Id="rId118" Type="http://schemas.openxmlformats.org/officeDocument/2006/relationships/customXml" Target="../ink/ink140.xml"/><Relationship Id="rId80" Type="http://schemas.openxmlformats.org/officeDocument/2006/relationships/customXml" Target="../ink/ink121.xml"/><Relationship Id="rId85" Type="http://schemas.openxmlformats.org/officeDocument/2006/relationships/image" Target="../media/image123.png"/><Relationship Id="rId12" Type="http://schemas.openxmlformats.org/officeDocument/2006/relationships/customXml" Target="../ink/ink87.xml"/><Relationship Id="rId17" Type="http://schemas.openxmlformats.org/officeDocument/2006/relationships/image" Target="../media/image89.png"/><Relationship Id="rId33" Type="http://schemas.openxmlformats.org/officeDocument/2006/relationships/image" Target="../media/image97.png"/><Relationship Id="rId38" Type="http://schemas.openxmlformats.org/officeDocument/2006/relationships/customXml" Target="../ink/ink100.xml"/><Relationship Id="rId59" Type="http://schemas.openxmlformats.org/officeDocument/2006/relationships/image" Target="../media/image110.png"/><Relationship Id="rId103" Type="http://schemas.openxmlformats.org/officeDocument/2006/relationships/image" Target="../media/image132.png"/><Relationship Id="rId108" Type="http://schemas.openxmlformats.org/officeDocument/2006/relationships/customXml" Target="../ink/ink135.xml"/><Relationship Id="rId54" Type="http://schemas.openxmlformats.org/officeDocument/2006/relationships/customXml" Target="../ink/ink108.xml"/><Relationship Id="rId70" Type="http://schemas.openxmlformats.org/officeDocument/2006/relationships/customXml" Target="../ink/ink116.xml"/><Relationship Id="rId75" Type="http://schemas.openxmlformats.org/officeDocument/2006/relationships/image" Target="../media/image118.png"/><Relationship Id="rId91" Type="http://schemas.openxmlformats.org/officeDocument/2006/relationships/image" Target="../media/image126.png"/><Relationship Id="rId96" Type="http://schemas.openxmlformats.org/officeDocument/2006/relationships/customXml" Target="../ink/ink12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4.xml"/><Relationship Id="rId23" Type="http://schemas.openxmlformats.org/officeDocument/2006/relationships/image" Target="../media/image92.png"/><Relationship Id="rId28" Type="http://schemas.openxmlformats.org/officeDocument/2006/relationships/customXml" Target="../ink/ink95.xml"/><Relationship Id="rId49" Type="http://schemas.openxmlformats.org/officeDocument/2006/relationships/image" Target="../media/image105.png"/><Relationship Id="rId114" Type="http://schemas.openxmlformats.org/officeDocument/2006/relationships/customXml" Target="../ink/ink138.xml"/><Relationship Id="rId119" Type="http://schemas.openxmlformats.org/officeDocument/2006/relationships/image" Target="../media/image140.png"/><Relationship Id="rId44" Type="http://schemas.openxmlformats.org/officeDocument/2006/relationships/customXml" Target="../ink/ink103.xml"/><Relationship Id="rId60" Type="http://schemas.openxmlformats.org/officeDocument/2006/relationships/customXml" Target="../ink/ink111.xml"/><Relationship Id="rId65" Type="http://schemas.openxmlformats.org/officeDocument/2006/relationships/image" Target="../media/image113.png"/><Relationship Id="rId81" Type="http://schemas.openxmlformats.org/officeDocument/2006/relationships/image" Target="../media/image121.png"/><Relationship Id="rId86" Type="http://schemas.openxmlformats.org/officeDocument/2006/relationships/customXml" Target="../ink/ink124.xml"/><Relationship Id="rId4" Type="http://schemas.openxmlformats.org/officeDocument/2006/relationships/customXml" Target="../ink/ink83.xml"/><Relationship Id="rId9" Type="http://schemas.openxmlformats.org/officeDocument/2006/relationships/image" Target="../media/image85.png"/><Relationship Id="rId13" Type="http://schemas.openxmlformats.org/officeDocument/2006/relationships/image" Target="../media/image87.png"/><Relationship Id="rId18" Type="http://schemas.openxmlformats.org/officeDocument/2006/relationships/customXml" Target="../ink/ink90.xml"/><Relationship Id="rId39" Type="http://schemas.openxmlformats.org/officeDocument/2006/relationships/image" Target="../media/image100.png"/><Relationship Id="rId109" Type="http://schemas.openxmlformats.org/officeDocument/2006/relationships/image" Target="../media/image135.png"/><Relationship Id="rId34" Type="http://schemas.openxmlformats.org/officeDocument/2006/relationships/customXml" Target="../ink/ink98.xml"/><Relationship Id="rId50" Type="http://schemas.openxmlformats.org/officeDocument/2006/relationships/customXml" Target="../ink/ink106.xml"/><Relationship Id="rId55" Type="http://schemas.openxmlformats.org/officeDocument/2006/relationships/image" Target="../media/image108.png"/><Relationship Id="rId76" Type="http://schemas.openxmlformats.org/officeDocument/2006/relationships/customXml" Target="../ink/ink119.xml"/><Relationship Id="rId97" Type="http://schemas.openxmlformats.org/officeDocument/2006/relationships/image" Target="../media/image129.png"/><Relationship Id="rId104" Type="http://schemas.openxmlformats.org/officeDocument/2006/relationships/customXml" Target="../ink/ink133.xml"/><Relationship Id="rId120" Type="http://schemas.openxmlformats.org/officeDocument/2006/relationships/customXml" Target="../ink/ink141.xml"/><Relationship Id="rId7" Type="http://schemas.openxmlformats.org/officeDocument/2006/relationships/image" Target="../media/image84.png"/><Relationship Id="rId71" Type="http://schemas.openxmlformats.org/officeDocument/2006/relationships/image" Target="../media/image116.png"/><Relationship Id="rId92" Type="http://schemas.openxmlformats.org/officeDocument/2006/relationships/customXml" Target="../ink/ink127.xml"/><Relationship Id="rId2" Type="http://schemas.openxmlformats.org/officeDocument/2006/relationships/customXml" Target="../ink/ink82.xml"/><Relationship Id="rId29" Type="http://schemas.openxmlformats.org/officeDocument/2006/relationships/image" Target="../media/image95.png"/><Relationship Id="rId24" Type="http://schemas.openxmlformats.org/officeDocument/2006/relationships/customXml" Target="../ink/ink93.xml"/><Relationship Id="rId40" Type="http://schemas.openxmlformats.org/officeDocument/2006/relationships/customXml" Target="../ink/ink101.xml"/><Relationship Id="rId45" Type="http://schemas.openxmlformats.org/officeDocument/2006/relationships/image" Target="../media/image103.png"/><Relationship Id="rId66" Type="http://schemas.openxmlformats.org/officeDocument/2006/relationships/customXml" Target="../ink/ink114.xml"/><Relationship Id="rId87" Type="http://schemas.openxmlformats.org/officeDocument/2006/relationships/image" Target="../media/image124.png"/><Relationship Id="rId110" Type="http://schemas.openxmlformats.org/officeDocument/2006/relationships/customXml" Target="../ink/ink136.xml"/><Relationship Id="rId115" Type="http://schemas.openxmlformats.org/officeDocument/2006/relationships/image" Target="../media/image138.png"/><Relationship Id="rId61" Type="http://schemas.openxmlformats.org/officeDocument/2006/relationships/image" Target="../media/image111.png"/><Relationship Id="rId82" Type="http://schemas.openxmlformats.org/officeDocument/2006/relationships/customXml" Target="../ink/ink122.xml"/><Relationship Id="rId19" Type="http://schemas.openxmlformats.org/officeDocument/2006/relationships/image" Target="../media/image90.png"/><Relationship Id="rId14" Type="http://schemas.openxmlformats.org/officeDocument/2006/relationships/customXml" Target="../ink/ink88.xml"/><Relationship Id="rId30" Type="http://schemas.openxmlformats.org/officeDocument/2006/relationships/customXml" Target="../ink/ink96.xml"/><Relationship Id="rId35" Type="http://schemas.openxmlformats.org/officeDocument/2006/relationships/image" Target="../media/image98.png"/><Relationship Id="rId56" Type="http://schemas.openxmlformats.org/officeDocument/2006/relationships/customXml" Target="../ink/ink109.xml"/><Relationship Id="rId77" Type="http://schemas.openxmlformats.org/officeDocument/2006/relationships/image" Target="../media/image119.png"/><Relationship Id="rId100" Type="http://schemas.openxmlformats.org/officeDocument/2006/relationships/customXml" Target="../ink/ink131.xml"/><Relationship Id="rId105" Type="http://schemas.openxmlformats.org/officeDocument/2006/relationships/image" Target="../media/image133.png"/><Relationship Id="rId8" Type="http://schemas.openxmlformats.org/officeDocument/2006/relationships/customXml" Target="../ink/ink85.xml"/><Relationship Id="rId51" Type="http://schemas.openxmlformats.org/officeDocument/2006/relationships/image" Target="../media/image106.png"/><Relationship Id="rId72" Type="http://schemas.openxmlformats.org/officeDocument/2006/relationships/customXml" Target="../ink/ink117.xml"/><Relationship Id="rId93" Type="http://schemas.openxmlformats.org/officeDocument/2006/relationships/image" Target="../media/image127.png"/><Relationship Id="rId98" Type="http://schemas.openxmlformats.org/officeDocument/2006/relationships/customXml" Target="../ink/ink130.xml"/><Relationship Id="rId121" Type="http://schemas.openxmlformats.org/officeDocument/2006/relationships/image" Target="../media/image141.png"/><Relationship Id="rId3" Type="http://schemas.openxmlformats.org/officeDocument/2006/relationships/image" Target="../media/image82.png"/><Relationship Id="rId25" Type="http://schemas.openxmlformats.org/officeDocument/2006/relationships/image" Target="../media/image93.png"/><Relationship Id="rId46" Type="http://schemas.openxmlformats.org/officeDocument/2006/relationships/customXml" Target="../ink/ink104.xml"/><Relationship Id="rId67" Type="http://schemas.openxmlformats.org/officeDocument/2006/relationships/image" Target="../media/image114.png"/><Relationship Id="rId116" Type="http://schemas.openxmlformats.org/officeDocument/2006/relationships/customXml" Target="../ink/ink139.xml"/><Relationship Id="rId20" Type="http://schemas.openxmlformats.org/officeDocument/2006/relationships/customXml" Target="../ink/ink91.xml"/><Relationship Id="rId41" Type="http://schemas.openxmlformats.org/officeDocument/2006/relationships/image" Target="../media/image101.png"/><Relationship Id="rId62" Type="http://schemas.openxmlformats.org/officeDocument/2006/relationships/customXml" Target="../ink/ink112.xml"/><Relationship Id="rId83" Type="http://schemas.openxmlformats.org/officeDocument/2006/relationships/image" Target="../media/image122.png"/><Relationship Id="rId88" Type="http://schemas.openxmlformats.org/officeDocument/2006/relationships/customXml" Target="../ink/ink125.xml"/><Relationship Id="rId111" Type="http://schemas.openxmlformats.org/officeDocument/2006/relationships/image" Target="../media/image136.png"/><Relationship Id="rId15" Type="http://schemas.openxmlformats.org/officeDocument/2006/relationships/image" Target="../media/image88.png"/><Relationship Id="rId36" Type="http://schemas.openxmlformats.org/officeDocument/2006/relationships/customXml" Target="../ink/ink99.xml"/><Relationship Id="rId57" Type="http://schemas.openxmlformats.org/officeDocument/2006/relationships/image" Target="../media/image109.png"/><Relationship Id="rId106" Type="http://schemas.openxmlformats.org/officeDocument/2006/relationships/customXml" Target="../ink/ink134.xml"/><Relationship Id="rId10" Type="http://schemas.openxmlformats.org/officeDocument/2006/relationships/customXml" Target="../ink/ink86.xml"/><Relationship Id="rId31" Type="http://schemas.openxmlformats.org/officeDocument/2006/relationships/image" Target="../media/image96.png"/><Relationship Id="rId52" Type="http://schemas.openxmlformats.org/officeDocument/2006/relationships/customXml" Target="../ink/ink107.xml"/><Relationship Id="rId73" Type="http://schemas.openxmlformats.org/officeDocument/2006/relationships/image" Target="../media/image117.png"/><Relationship Id="rId78" Type="http://schemas.openxmlformats.org/officeDocument/2006/relationships/customXml" Target="../ink/ink120.xml"/><Relationship Id="rId94" Type="http://schemas.openxmlformats.org/officeDocument/2006/relationships/customXml" Target="../ink/ink128.xml"/><Relationship Id="rId99" Type="http://schemas.openxmlformats.org/officeDocument/2006/relationships/image" Target="../media/image130.png"/><Relationship Id="rId101" Type="http://schemas.openxmlformats.org/officeDocument/2006/relationships/image" Target="../media/image131.png"/><Relationship Id="rId122" Type="http://schemas.openxmlformats.org/officeDocument/2006/relationships/customXml" Target="../ink/ink142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01.xml"/><Relationship Id="rId21" Type="http://schemas.openxmlformats.org/officeDocument/2006/relationships/customXml" Target="../ink/ink153.xml"/><Relationship Id="rId42" Type="http://schemas.openxmlformats.org/officeDocument/2006/relationships/image" Target="../media/image162.png"/><Relationship Id="rId63" Type="http://schemas.openxmlformats.org/officeDocument/2006/relationships/customXml" Target="../ink/ink174.xml"/><Relationship Id="rId84" Type="http://schemas.openxmlformats.org/officeDocument/2006/relationships/image" Target="../media/image183.png"/><Relationship Id="rId138" Type="http://schemas.openxmlformats.org/officeDocument/2006/relationships/image" Target="../media/image210.png"/><Relationship Id="rId107" Type="http://schemas.openxmlformats.org/officeDocument/2006/relationships/customXml" Target="../ink/ink196.xml"/><Relationship Id="rId11" Type="http://schemas.openxmlformats.org/officeDocument/2006/relationships/customXml" Target="../ink/ink148.xml"/><Relationship Id="rId32" Type="http://schemas.openxmlformats.org/officeDocument/2006/relationships/image" Target="../media/image157.png"/><Relationship Id="rId53" Type="http://schemas.openxmlformats.org/officeDocument/2006/relationships/customXml" Target="../ink/ink169.xml"/><Relationship Id="rId74" Type="http://schemas.openxmlformats.org/officeDocument/2006/relationships/image" Target="../media/image178.png"/><Relationship Id="rId128" Type="http://schemas.openxmlformats.org/officeDocument/2006/relationships/image" Target="../media/image205.png"/><Relationship Id="rId149" Type="http://schemas.openxmlformats.org/officeDocument/2006/relationships/customXml" Target="../ink/ink217.xml"/><Relationship Id="rId5" Type="http://schemas.openxmlformats.org/officeDocument/2006/relationships/image" Target="../media/image144.png"/><Relationship Id="rId95" Type="http://schemas.openxmlformats.org/officeDocument/2006/relationships/customXml" Target="../ink/ink190.xml"/><Relationship Id="rId22" Type="http://schemas.openxmlformats.org/officeDocument/2006/relationships/image" Target="../media/image152.png"/><Relationship Id="rId27" Type="http://schemas.openxmlformats.org/officeDocument/2006/relationships/customXml" Target="../ink/ink156.xml"/><Relationship Id="rId43" Type="http://schemas.openxmlformats.org/officeDocument/2006/relationships/customXml" Target="../ink/ink164.xml"/><Relationship Id="rId48" Type="http://schemas.openxmlformats.org/officeDocument/2006/relationships/image" Target="../media/image165.png"/><Relationship Id="rId64" Type="http://schemas.openxmlformats.org/officeDocument/2006/relationships/image" Target="../media/image173.png"/><Relationship Id="rId69" Type="http://schemas.openxmlformats.org/officeDocument/2006/relationships/customXml" Target="../ink/ink177.xml"/><Relationship Id="rId113" Type="http://schemas.openxmlformats.org/officeDocument/2006/relationships/customXml" Target="../ink/ink199.xml"/><Relationship Id="rId118" Type="http://schemas.openxmlformats.org/officeDocument/2006/relationships/image" Target="../media/image200.png"/><Relationship Id="rId134" Type="http://schemas.openxmlformats.org/officeDocument/2006/relationships/image" Target="../media/image208.png"/><Relationship Id="rId139" Type="http://schemas.openxmlformats.org/officeDocument/2006/relationships/customXml" Target="../ink/ink212.xml"/><Relationship Id="rId80" Type="http://schemas.openxmlformats.org/officeDocument/2006/relationships/image" Target="../media/image181.png"/><Relationship Id="rId85" Type="http://schemas.openxmlformats.org/officeDocument/2006/relationships/customXml" Target="../ink/ink185.xml"/><Relationship Id="rId150" Type="http://schemas.openxmlformats.org/officeDocument/2006/relationships/image" Target="../media/image216.png"/><Relationship Id="rId12" Type="http://schemas.openxmlformats.org/officeDocument/2006/relationships/image" Target="../media/image147.png"/><Relationship Id="rId17" Type="http://schemas.openxmlformats.org/officeDocument/2006/relationships/customXml" Target="../ink/ink151.xml"/><Relationship Id="rId33" Type="http://schemas.openxmlformats.org/officeDocument/2006/relationships/customXml" Target="../ink/ink159.xml"/><Relationship Id="rId38" Type="http://schemas.openxmlformats.org/officeDocument/2006/relationships/image" Target="../media/image160.png"/><Relationship Id="rId59" Type="http://schemas.openxmlformats.org/officeDocument/2006/relationships/customXml" Target="../ink/ink172.xml"/><Relationship Id="rId103" Type="http://schemas.openxmlformats.org/officeDocument/2006/relationships/customXml" Target="../ink/ink194.xml"/><Relationship Id="rId108" Type="http://schemas.openxmlformats.org/officeDocument/2006/relationships/image" Target="../media/image195.png"/><Relationship Id="rId124" Type="http://schemas.openxmlformats.org/officeDocument/2006/relationships/image" Target="../media/image203.png"/><Relationship Id="rId129" Type="http://schemas.openxmlformats.org/officeDocument/2006/relationships/customXml" Target="../ink/ink207.xml"/><Relationship Id="rId54" Type="http://schemas.openxmlformats.org/officeDocument/2006/relationships/image" Target="../media/image168.png"/><Relationship Id="rId70" Type="http://schemas.openxmlformats.org/officeDocument/2006/relationships/image" Target="../media/image176.png"/><Relationship Id="rId75" Type="http://schemas.openxmlformats.org/officeDocument/2006/relationships/customXml" Target="../ink/ink180.xml"/><Relationship Id="rId91" Type="http://schemas.openxmlformats.org/officeDocument/2006/relationships/customXml" Target="../ink/ink188.xml"/><Relationship Id="rId96" Type="http://schemas.openxmlformats.org/officeDocument/2006/relationships/image" Target="../media/image189.png"/><Relationship Id="rId140" Type="http://schemas.openxmlformats.org/officeDocument/2006/relationships/image" Target="../media/image211.png"/><Relationship Id="rId145" Type="http://schemas.openxmlformats.org/officeDocument/2006/relationships/customXml" Target="../ink/ink21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5.xml"/><Relationship Id="rId23" Type="http://schemas.openxmlformats.org/officeDocument/2006/relationships/customXml" Target="../ink/ink154.xml"/><Relationship Id="rId28" Type="http://schemas.openxmlformats.org/officeDocument/2006/relationships/image" Target="../media/image155.png"/><Relationship Id="rId49" Type="http://schemas.openxmlformats.org/officeDocument/2006/relationships/customXml" Target="../ink/ink167.xml"/><Relationship Id="rId114" Type="http://schemas.openxmlformats.org/officeDocument/2006/relationships/image" Target="../media/image198.png"/><Relationship Id="rId119" Type="http://schemas.openxmlformats.org/officeDocument/2006/relationships/customXml" Target="../ink/ink202.xml"/><Relationship Id="rId44" Type="http://schemas.openxmlformats.org/officeDocument/2006/relationships/image" Target="../media/image163.png"/><Relationship Id="rId60" Type="http://schemas.openxmlformats.org/officeDocument/2006/relationships/image" Target="../media/image171.png"/><Relationship Id="rId65" Type="http://schemas.openxmlformats.org/officeDocument/2006/relationships/customXml" Target="../ink/ink175.xml"/><Relationship Id="rId81" Type="http://schemas.openxmlformats.org/officeDocument/2006/relationships/customXml" Target="../ink/ink183.xml"/><Relationship Id="rId86" Type="http://schemas.openxmlformats.org/officeDocument/2006/relationships/image" Target="../media/image184.png"/><Relationship Id="rId130" Type="http://schemas.openxmlformats.org/officeDocument/2006/relationships/image" Target="../media/image206.png"/><Relationship Id="rId135" Type="http://schemas.openxmlformats.org/officeDocument/2006/relationships/customXml" Target="../ink/ink210.xml"/><Relationship Id="rId151" Type="http://schemas.openxmlformats.org/officeDocument/2006/relationships/customXml" Target="../ink/ink218.xml"/><Relationship Id="rId13" Type="http://schemas.openxmlformats.org/officeDocument/2006/relationships/customXml" Target="../ink/ink149.xml"/><Relationship Id="rId18" Type="http://schemas.openxmlformats.org/officeDocument/2006/relationships/image" Target="../media/image150.png"/><Relationship Id="rId39" Type="http://schemas.openxmlformats.org/officeDocument/2006/relationships/customXml" Target="../ink/ink162.xml"/><Relationship Id="rId109" Type="http://schemas.openxmlformats.org/officeDocument/2006/relationships/customXml" Target="../ink/ink197.xml"/><Relationship Id="rId34" Type="http://schemas.openxmlformats.org/officeDocument/2006/relationships/image" Target="../media/image158.png"/><Relationship Id="rId50" Type="http://schemas.openxmlformats.org/officeDocument/2006/relationships/image" Target="../media/image166.png"/><Relationship Id="rId55" Type="http://schemas.openxmlformats.org/officeDocument/2006/relationships/customXml" Target="../ink/ink170.xml"/><Relationship Id="rId76" Type="http://schemas.openxmlformats.org/officeDocument/2006/relationships/image" Target="../media/image179.png"/><Relationship Id="rId97" Type="http://schemas.openxmlformats.org/officeDocument/2006/relationships/customXml" Target="../ink/ink191.xml"/><Relationship Id="rId104" Type="http://schemas.openxmlformats.org/officeDocument/2006/relationships/image" Target="../media/image193.png"/><Relationship Id="rId120" Type="http://schemas.openxmlformats.org/officeDocument/2006/relationships/image" Target="../media/image201.png"/><Relationship Id="rId125" Type="http://schemas.openxmlformats.org/officeDocument/2006/relationships/customXml" Target="../ink/ink205.xml"/><Relationship Id="rId141" Type="http://schemas.openxmlformats.org/officeDocument/2006/relationships/customXml" Target="../ink/ink213.xml"/><Relationship Id="rId146" Type="http://schemas.openxmlformats.org/officeDocument/2006/relationships/image" Target="../media/image214.png"/><Relationship Id="rId7" Type="http://schemas.openxmlformats.org/officeDocument/2006/relationships/customXml" Target="../ink/ink146.xml"/><Relationship Id="rId71" Type="http://schemas.openxmlformats.org/officeDocument/2006/relationships/customXml" Target="../ink/ink178.xml"/><Relationship Id="rId92" Type="http://schemas.openxmlformats.org/officeDocument/2006/relationships/image" Target="../media/image187.png"/><Relationship Id="rId2" Type="http://schemas.openxmlformats.org/officeDocument/2006/relationships/customXml" Target="../ink/ink143.xml"/><Relationship Id="rId29" Type="http://schemas.openxmlformats.org/officeDocument/2006/relationships/customXml" Target="../ink/ink157.xml"/><Relationship Id="rId24" Type="http://schemas.openxmlformats.org/officeDocument/2006/relationships/image" Target="../media/image153.png"/><Relationship Id="rId40" Type="http://schemas.openxmlformats.org/officeDocument/2006/relationships/image" Target="../media/image161.png"/><Relationship Id="rId45" Type="http://schemas.openxmlformats.org/officeDocument/2006/relationships/customXml" Target="../ink/ink165.xml"/><Relationship Id="rId66" Type="http://schemas.openxmlformats.org/officeDocument/2006/relationships/image" Target="../media/image174.png"/><Relationship Id="rId87" Type="http://schemas.openxmlformats.org/officeDocument/2006/relationships/customXml" Target="../ink/ink186.xml"/><Relationship Id="rId110" Type="http://schemas.openxmlformats.org/officeDocument/2006/relationships/image" Target="../media/image196.png"/><Relationship Id="rId115" Type="http://schemas.openxmlformats.org/officeDocument/2006/relationships/customXml" Target="../ink/ink200.xml"/><Relationship Id="rId131" Type="http://schemas.openxmlformats.org/officeDocument/2006/relationships/customXml" Target="../ink/ink208.xml"/><Relationship Id="rId136" Type="http://schemas.openxmlformats.org/officeDocument/2006/relationships/image" Target="../media/image209.png"/><Relationship Id="rId61" Type="http://schemas.openxmlformats.org/officeDocument/2006/relationships/customXml" Target="../ink/ink173.xml"/><Relationship Id="rId82" Type="http://schemas.openxmlformats.org/officeDocument/2006/relationships/image" Target="../media/image182.png"/><Relationship Id="rId152" Type="http://schemas.openxmlformats.org/officeDocument/2006/relationships/image" Target="../media/image217.png"/><Relationship Id="rId19" Type="http://schemas.openxmlformats.org/officeDocument/2006/relationships/customXml" Target="../ink/ink152.xml"/><Relationship Id="rId14" Type="http://schemas.openxmlformats.org/officeDocument/2006/relationships/image" Target="../media/image148.png"/><Relationship Id="rId30" Type="http://schemas.openxmlformats.org/officeDocument/2006/relationships/image" Target="../media/image156.png"/><Relationship Id="rId35" Type="http://schemas.openxmlformats.org/officeDocument/2006/relationships/customXml" Target="../ink/ink160.xml"/><Relationship Id="rId56" Type="http://schemas.openxmlformats.org/officeDocument/2006/relationships/image" Target="../media/image169.png"/><Relationship Id="rId77" Type="http://schemas.openxmlformats.org/officeDocument/2006/relationships/customXml" Target="../ink/ink181.xml"/><Relationship Id="rId100" Type="http://schemas.openxmlformats.org/officeDocument/2006/relationships/image" Target="../media/image191.png"/><Relationship Id="rId105" Type="http://schemas.openxmlformats.org/officeDocument/2006/relationships/customXml" Target="../ink/ink195.xml"/><Relationship Id="rId126" Type="http://schemas.openxmlformats.org/officeDocument/2006/relationships/image" Target="../media/image204.png"/><Relationship Id="rId147" Type="http://schemas.openxmlformats.org/officeDocument/2006/relationships/customXml" Target="../ink/ink216.xml"/><Relationship Id="rId8" Type="http://schemas.openxmlformats.org/officeDocument/2006/relationships/image" Target="../media/image145.png"/><Relationship Id="rId51" Type="http://schemas.openxmlformats.org/officeDocument/2006/relationships/customXml" Target="../ink/ink168.xml"/><Relationship Id="rId72" Type="http://schemas.openxmlformats.org/officeDocument/2006/relationships/image" Target="../media/image177.png"/><Relationship Id="rId93" Type="http://schemas.openxmlformats.org/officeDocument/2006/relationships/customXml" Target="../ink/ink189.xml"/><Relationship Id="rId98" Type="http://schemas.openxmlformats.org/officeDocument/2006/relationships/image" Target="../media/image190.png"/><Relationship Id="rId121" Type="http://schemas.openxmlformats.org/officeDocument/2006/relationships/customXml" Target="../ink/ink203.xml"/><Relationship Id="rId142" Type="http://schemas.openxmlformats.org/officeDocument/2006/relationships/image" Target="../media/image212.png"/><Relationship Id="rId3" Type="http://schemas.openxmlformats.org/officeDocument/2006/relationships/image" Target="../media/image143.png"/><Relationship Id="rId25" Type="http://schemas.openxmlformats.org/officeDocument/2006/relationships/customXml" Target="../ink/ink155.xml"/><Relationship Id="rId46" Type="http://schemas.openxmlformats.org/officeDocument/2006/relationships/image" Target="../media/image164.png"/><Relationship Id="rId67" Type="http://schemas.openxmlformats.org/officeDocument/2006/relationships/customXml" Target="../ink/ink176.xml"/><Relationship Id="rId116" Type="http://schemas.openxmlformats.org/officeDocument/2006/relationships/image" Target="../media/image199.png"/><Relationship Id="rId137" Type="http://schemas.openxmlformats.org/officeDocument/2006/relationships/customXml" Target="../ink/ink211.xml"/><Relationship Id="rId20" Type="http://schemas.openxmlformats.org/officeDocument/2006/relationships/image" Target="../media/image151.png"/><Relationship Id="rId41" Type="http://schemas.openxmlformats.org/officeDocument/2006/relationships/customXml" Target="../ink/ink163.xml"/><Relationship Id="rId62" Type="http://schemas.openxmlformats.org/officeDocument/2006/relationships/image" Target="../media/image172.png"/><Relationship Id="rId83" Type="http://schemas.openxmlformats.org/officeDocument/2006/relationships/customXml" Target="../ink/ink184.xml"/><Relationship Id="rId88" Type="http://schemas.openxmlformats.org/officeDocument/2006/relationships/image" Target="../media/image185.png"/><Relationship Id="rId111" Type="http://schemas.openxmlformats.org/officeDocument/2006/relationships/customXml" Target="../ink/ink198.xml"/><Relationship Id="rId132" Type="http://schemas.openxmlformats.org/officeDocument/2006/relationships/image" Target="../media/image207.png"/><Relationship Id="rId15" Type="http://schemas.openxmlformats.org/officeDocument/2006/relationships/customXml" Target="../ink/ink150.xml"/><Relationship Id="rId36" Type="http://schemas.openxmlformats.org/officeDocument/2006/relationships/image" Target="../media/image159.png"/><Relationship Id="rId57" Type="http://schemas.openxmlformats.org/officeDocument/2006/relationships/customXml" Target="../ink/ink171.xml"/><Relationship Id="rId106" Type="http://schemas.openxmlformats.org/officeDocument/2006/relationships/image" Target="../media/image194.png"/><Relationship Id="rId127" Type="http://schemas.openxmlformats.org/officeDocument/2006/relationships/customXml" Target="../ink/ink206.xml"/><Relationship Id="rId10" Type="http://schemas.openxmlformats.org/officeDocument/2006/relationships/image" Target="../media/image146.png"/><Relationship Id="rId31" Type="http://schemas.openxmlformats.org/officeDocument/2006/relationships/customXml" Target="../ink/ink158.xml"/><Relationship Id="rId52" Type="http://schemas.openxmlformats.org/officeDocument/2006/relationships/image" Target="../media/image167.png"/><Relationship Id="rId73" Type="http://schemas.openxmlformats.org/officeDocument/2006/relationships/customXml" Target="../ink/ink179.xml"/><Relationship Id="rId78" Type="http://schemas.openxmlformats.org/officeDocument/2006/relationships/image" Target="../media/image180.png"/><Relationship Id="rId94" Type="http://schemas.openxmlformats.org/officeDocument/2006/relationships/image" Target="../media/image188.png"/><Relationship Id="rId99" Type="http://schemas.openxmlformats.org/officeDocument/2006/relationships/customXml" Target="../ink/ink192.xml"/><Relationship Id="rId101" Type="http://schemas.openxmlformats.org/officeDocument/2006/relationships/customXml" Target="../ink/ink193.xml"/><Relationship Id="rId122" Type="http://schemas.openxmlformats.org/officeDocument/2006/relationships/image" Target="../media/image202.png"/><Relationship Id="rId143" Type="http://schemas.openxmlformats.org/officeDocument/2006/relationships/customXml" Target="../ink/ink214.xml"/><Relationship Id="rId148" Type="http://schemas.openxmlformats.org/officeDocument/2006/relationships/image" Target="../media/image215.png"/><Relationship Id="rId4" Type="http://schemas.openxmlformats.org/officeDocument/2006/relationships/customXml" Target="../ink/ink144.xml"/><Relationship Id="rId9" Type="http://schemas.openxmlformats.org/officeDocument/2006/relationships/customXml" Target="../ink/ink147.xml"/><Relationship Id="rId26" Type="http://schemas.openxmlformats.org/officeDocument/2006/relationships/image" Target="../media/image154.png"/><Relationship Id="rId47" Type="http://schemas.openxmlformats.org/officeDocument/2006/relationships/customXml" Target="../ink/ink166.xml"/><Relationship Id="rId68" Type="http://schemas.openxmlformats.org/officeDocument/2006/relationships/image" Target="../media/image175.png"/><Relationship Id="rId89" Type="http://schemas.openxmlformats.org/officeDocument/2006/relationships/customXml" Target="../ink/ink187.xml"/><Relationship Id="rId112" Type="http://schemas.openxmlformats.org/officeDocument/2006/relationships/image" Target="../media/image197.png"/><Relationship Id="rId133" Type="http://schemas.openxmlformats.org/officeDocument/2006/relationships/customXml" Target="../ink/ink209.xml"/><Relationship Id="rId16" Type="http://schemas.openxmlformats.org/officeDocument/2006/relationships/image" Target="../media/image149.png"/><Relationship Id="rId37" Type="http://schemas.openxmlformats.org/officeDocument/2006/relationships/customXml" Target="../ink/ink161.xml"/><Relationship Id="rId58" Type="http://schemas.openxmlformats.org/officeDocument/2006/relationships/image" Target="../media/image170.png"/><Relationship Id="rId79" Type="http://schemas.openxmlformats.org/officeDocument/2006/relationships/customXml" Target="../ink/ink182.xml"/><Relationship Id="rId102" Type="http://schemas.openxmlformats.org/officeDocument/2006/relationships/image" Target="../media/image192.png"/><Relationship Id="rId123" Type="http://schemas.openxmlformats.org/officeDocument/2006/relationships/customXml" Target="../ink/ink204.xml"/><Relationship Id="rId144" Type="http://schemas.openxmlformats.org/officeDocument/2006/relationships/image" Target="../media/image213.png"/><Relationship Id="rId90" Type="http://schemas.openxmlformats.org/officeDocument/2006/relationships/image" Target="../media/image186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5.png"/><Relationship Id="rId21" Type="http://schemas.openxmlformats.org/officeDocument/2006/relationships/image" Target="../media/image227.png"/><Relationship Id="rId42" Type="http://schemas.openxmlformats.org/officeDocument/2006/relationships/customXml" Target="../ink/ink239.xml"/><Relationship Id="rId63" Type="http://schemas.openxmlformats.org/officeDocument/2006/relationships/image" Target="../media/image248.png"/><Relationship Id="rId84" Type="http://schemas.openxmlformats.org/officeDocument/2006/relationships/customXml" Target="../ink/ink260.xml"/><Relationship Id="rId138" Type="http://schemas.openxmlformats.org/officeDocument/2006/relationships/customXml" Target="../ink/ink287.xml"/><Relationship Id="rId159" Type="http://schemas.openxmlformats.org/officeDocument/2006/relationships/image" Target="../media/image296.png"/><Relationship Id="rId170" Type="http://schemas.openxmlformats.org/officeDocument/2006/relationships/customXml" Target="../ink/ink303.xml"/><Relationship Id="rId191" Type="http://schemas.openxmlformats.org/officeDocument/2006/relationships/image" Target="../media/image312.png"/><Relationship Id="rId205" Type="http://schemas.openxmlformats.org/officeDocument/2006/relationships/image" Target="../media/image319.png"/><Relationship Id="rId107" Type="http://schemas.openxmlformats.org/officeDocument/2006/relationships/image" Target="../media/image270.png"/><Relationship Id="rId11" Type="http://schemas.openxmlformats.org/officeDocument/2006/relationships/image" Target="../media/image222.png"/><Relationship Id="rId32" Type="http://schemas.openxmlformats.org/officeDocument/2006/relationships/customXml" Target="../ink/ink234.xml"/><Relationship Id="rId53" Type="http://schemas.openxmlformats.org/officeDocument/2006/relationships/image" Target="../media/image243.png"/><Relationship Id="rId74" Type="http://schemas.openxmlformats.org/officeDocument/2006/relationships/customXml" Target="../ink/ink255.xml"/><Relationship Id="rId128" Type="http://schemas.openxmlformats.org/officeDocument/2006/relationships/customXml" Target="../ink/ink282.xml"/><Relationship Id="rId149" Type="http://schemas.openxmlformats.org/officeDocument/2006/relationships/image" Target="../media/image291.png"/><Relationship Id="rId5" Type="http://schemas.openxmlformats.org/officeDocument/2006/relationships/image" Target="../media/image219.png"/><Relationship Id="rId95" Type="http://schemas.openxmlformats.org/officeDocument/2006/relationships/image" Target="../media/image264.png"/><Relationship Id="rId160" Type="http://schemas.openxmlformats.org/officeDocument/2006/relationships/customXml" Target="../ink/ink298.xml"/><Relationship Id="rId181" Type="http://schemas.openxmlformats.org/officeDocument/2006/relationships/image" Target="../media/image307.png"/><Relationship Id="rId22" Type="http://schemas.openxmlformats.org/officeDocument/2006/relationships/customXml" Target="../ink/ink229.xml"/><Relationship Id="rId43" Type="http://schemas.openxmlformats.org/officeDocument/2006/relationships/image" Target="../media/image238.png"/><Relationship Id="rId64" Type="http://schemas.openxmlformats.org/officeDocument/2006/relationships/customXml" Target="../ink/ink250.xml"/><Relationship Id="rId118" Type="http://schemas.openxmlformats.org/officeDocument/2006/relationships/customXml" Target="../ink/ink277.xml"/><Relationship Id="rId139" Type="http://schemas.openxmlformats.org/officeDocument/2006/relationships/image" Target="../media/image286.png"/><Relationship Id="rId85" Type="http://schemas.openxmlformats.org/officeDocument/2006/relationships/image" Target="../media/image259.png"/><Relationship Id="rId150" Type="http://schemas.openxmlformats.org/officeDocument/2006/relationships/customXml" Target="../ink/ink293.xml"/><Relationship Id="rId171" Type="http://schemas.openxmlformats.org/officeDocument/2006/relationships/image" Target="../media/image302.png"/><Relationship Id="rId192" Type="http://schemas.openxmlformats.org/officeDocument/2006/relationships/customXml" Target="../ink/ink314.xml"/><Relationship Id="rId206" Type="http://schemas.openxmlformats.org/officeDocument/2006/relationships/customXml" Target="../ink/ink321.xml"/><Relationship Id="rId12" Type="http://schemas.openxmlformats.org/officeDocument/2006/relationships/customXml" Target="../ink/ink224.xml"/><Relationship Id="rId33" Type="http://schemas.openxmlformats.org/officeDocument/2006/relationships/image" Target="../media/image233.png"/><Relationship Id="rId108" Type="http://schemas.openxmlformats.org/officeDocument/2006/relationships/customXml" Target="../ink/ink272.xml"/><Relationship Id="rId129" Type="http://schemas.openxmlformats.org/officeDocument/2006/relationships/image" Target="../media/image281.png"/><Relationship Id="rId54" Type="http://schemas.openxmlformats.org/officeDocument/2006/relationships/customXml" Target="../ink/ink245.xml"/><Relationship Id="rId75" Type="http://schemas.openxmlformats.org/officeDocument/2006/relationships/image" Target="../media/image254.png"/><Relationship Id="rId96" Type="http://schemas.openxmlformats.org/officeDocument/2006/relationships/customXml" Target="../ink/ink266.xml"/><Relationship Id="rId140" Type="http://schemas.openxmlformats.org/officeDocument/2006/relationships/customXml" Target="../ink/ink288.xml"/><Relationship Id="rId161" Type="http://schemas.openxmlformats.org/officeDocument/2006/relationships/image" Target="../media/image297.png"/><Relationship Id="rId182" Type="http://schemas.openxmlformats.org/officeDocument/2006/relationships/customXml" Target="../ink/ink309.xml"/><Relationship Id="rId6" Type="http://schemas.openxmlformats.org/officeDocument/2006/relationships/customXml" Target="../ink/ink221.xml"/><Relationship Id="rId23" Type="http://schemas.openxmlformats.org/officeDocument/2006/relationships/image" Target="../media/image228.png"/><Relationship Id="rId119" Type="http://schemas.openxmlformats.org/officeDocument/2006/relationships/image" Target="../media/image276.png"/><Relationship Id="rId44" Type="http://schemas.openxmlformats.org/officeDocument/2006/relationships/customXml" Target="../ink/ink240.xml"/><Relationship Id="rId65" Type="http://schemas.openxmlformats.org/officeDocument/2006/relationships/image" Target="../media/image249.png"/><Relationship Id="rId86" Type="http://schemas.openxmlformats.org/officeDocument/2006/relationships/customXml" Target="../ink/ink261.xml"/><Relationship Id="rId130" Type="http://schemas.openxmlformats.org/officeDocument/2006/relationships/customXml" Target="../ink/ink283.xml"/><Relationship Id="rId151" Type="http://schemas.openxmlformats.org/officeDocument/2006/relationships/image" Target="../media/image292.png"/><Relationship Id="rId172" Type="http://schemas.openxmlformats.org/officeDocument/2006/relationships/customXml" Target="../ink/ink304.xml"/><Relationship Id="rId193" Type="http://schemas.openxmlformats.org/officeDocument/2006/relationships/image" Target="../media/image313.png"/><Relationship Id="rId207" Type="http://schemas.openxmlformats.org/officeDocument/2006/relationships/image" Target="../media/image320.png"/><Relationship Id="rId13" Type="http://schemas.openxmlformats.org/officeDocument/2006/relationships/image" Target="../media/image223.png"/><Relationship Id="rId109" Type="http://schemas.openxmlformats.org/officeDocument/2006/relationships/image" Target="../media/image271.png"/><Relationship Id="rId34" Type="http://schemas.openxmlformats.org/officeDocument/2006/relationships/customXml" Target="../ink/ink235.xml"/><Relationship Id="rId55" Type="http://schemas.openxmlformats.org/officeDocument/2006/relationships/image" Target="../media/image244.png"/><Relationship Id="rId76" Type="http://schemas.openxmlformats.org/officeDocument/2006/relationships/customXml" Target="../ink/ink256.xml"/><Relationship Id="rId97" Type="http://schemas.openxmlformats.org/officeDocument/2006/relationships/image" Target="../media/image265.png"/><Relationship Id="rId120" Type="http://schemas.openxmlformats.org/officeDocument/2006/relationships/customXml" Target="../ink/ink278.xml"/><Relationship Id="rId141" Type="http://schemas.openxmlformats.org/officeDocument/2006/relationships/image" Target="../media/image287.png"/><Relationship Id="rId7" Type="http://schemas.openxmlformats.org/officeDocument/2006/relationships/image" Target="../media/image220.png"/><Relationship Id="rId162" Type="http://schemas.openxmlformats.org/officeDocument/2006/relationships/customXml" Target="../ink/ink299.xml"/><Relationship Id="rId183" Type="http://schemas.openxmlformats.org/officeDocument/2006/relationships/image" Target="../media/image308.png"/><Relationship Id="rId24" Type="http://schemas.openxmlformats.org/officeDocument/2006/relationships/customXml" Target="../ink/ink230.xml"/><Relationship Id="rId45" Type="http://schemas.openxmlformats.org/officeDocument/2006/relationships/image" Target="../media/image239.png"/><Relationship Id="rId66" Type="http://schemas.openxmlformats.org/officeDocument/2006/relationships/customXml" Target="../ink/ink251.xml"/><Relationship Id="rId87" Type="http://schemas.openxmlformats.org/officeDocument/2006/relationships/image" Target="../media/image260.png"/><Relationship Id="rId110" Type="http://schemas.openxmlformats.org/officeDocument/2006/relationships/customXml" Target="../ink/ink273.xml"/><Relationship Id="rId131" Type="http://schemas.openxmlformats.org/officeDocument/2006/relationships/image" Target="../media/image282.png"/><Relationship Id="rId61" Type="http://schemas.openxmlformats.org/officeDocument/2006/relationships/image" Target="../media/image247.png"/><Relationship Id="rId82" Type="http://schemas.openxmlformats.org/officeDocument/2006/relationships/customXml" Target="../ink/ink259.xml"/><Relationship Id="rId152" Type="http://schemas.openxmlformats.org/officeDocument/2006/relationships/customXml" Target="../ink/ink294.xml"/><Relationship Id="rId173" Type="http://schemas.openxmlformats.org/officeDocument/2006/relationships/image" Target="../media/image303.png"/><Relationship Id="rId194" Type="http://schemas.openxmlformats.org/officeDocument/2006/relationships/customXml" Target="../ink/ink315.xml"/><Relationship Id="rId199" Type="http://schemas.openxmlformats.org/officeDocument/2006/relationships/image" Target="../media/image316.png"/><Relationship Id="rId203" Type="http://schemas.openxmlformats.org/officeDocument/2006/relationships/image" Target="../media/image318.png"/><Relationship Id="rId208" Type="http://schemas.openxmlformats.org/officeDocument/2006/relationships/customXml" Target="../ink/ink322.xml"/><Relationship Id="rId19" Type="http://schemas.openxmlformats.org/officeDocument/2006/relationships/image" Target="../media/image226.png"/><Relationship Id="rId14" Type="http://schemas.openxmlformats.org/officeDocument/2006/relationships/customXml" Target="../ink/ink225.xml"/><Relationship Id="rId30" Type="http://schemas.openxmlformats.org/officeDocument/2006/relationships/customXml" Target="../ink/ink233.xml"/><Relationship Id="rId35" Type="http://schemas.openxmlformats.org/officeDocument/2006/relationships/image" Target="../media/image234.png"/><Relationship Id="rId56" Type="http://schemas.openxmlformats.org/officeDocument/2006/relationships/customXml" Target="../ink/ink246.xml"/><Relationship Id="rId77" Type="http://schemas.openxmlformats.org/officeDocument/2006/relationships/image" Target="../media/image255.png"/><Relationship Id="rId100" Type="http://schemas.openxmlformats.org/officeDocument/2006/relationships/customXml" Target="../ink/ink268.xml"/><Relationship Id="rId105" Type="http://schemas.openxmlformats.org/officeDocument/2006/relationships/image" Target="../media/image269.png"/><Relationship Id="rId126" Type="http://schemas.openxmlformats.org/officeDocument/2006/relationships/customXml" Target="../ink/ink281.xml"/><Relationship Id="rId147" Type="http://schemas.openxmlformats.org/officeDocument/2006/relationships/image" Target="../media/image290.png"/><Relationship Id="rId168" Type="http://schemas.openxmlformats.org/officeDocument/2006/relationships/customXml" Target="../ink/ink302.xml"/><Relationship Id="rId8" Type="http://schemas.openxmlformats.org/officeDocument/2006/relationships/customXml" Target="../ink/ink222.xml"/><Relationship Id="rId51" Type="http://schemas.openxmlformats.org/officeDocument/2006/relationships/image" Target="../media/image242.png"/><Relationship Id="rId72" Type="http://schemas.openxmlformats.org/officeDocument/2006/relationships/customXml" Target="../ink/ink254.xml"/><Relationship Id="rId93" Type="http://schemas.openxmlformats.org/officeDocument/2006/relationships/image" Target="../media/image263.png"/><Relationship Id="rId98" Type="http://schemas.openxmlformats.org/officeDocument/2006/relationships/customXml" Target="../ink/ink267.xml"/><Relationship Id="rId121" Type="http://schemas.openxmlformats.org/officeDocument/2006/relationships/image" Target="../media/image277.png"/><Relationship Id="rId142" Type="http://schemas.openxmlformats.org/officeDocument/2006/relationships/customXml" Target="../ink/ink289.xml"/><Relationship Id="rId163" Type="http://schemas.openxmlformats.org/officeDocument/2006/relationships/image" Target="../media/image298.png"/><Relationship Id="rId184" Type="http://schemas.openxmlformats.org/officeDocument/2006/relationships/customXml" Target="../ink/ink310.xml"/><Relationship Id="rId189" Type="http://schemas.openxmlformats.org/officeDocument/2006/relationships/image" Target="../media/image311.png"/><Relationship Id="rId3" Type="http://schemas.openxmlformats.org/officeDocument/2006/relationships/image" Target="../media/image218.png"/><Relationship Id="rId25" Type="http://schemas.openxmlformats.org/officeDocument/2006/relationships/image" Target="../media/image229.png"/><Relationship Id="rId46" Type="http://schemas.openxmlformats.org/officeDocument/2006/relationships/customXml" Target="../ink/ink241.xml"/><Relationship Id="rId67" Type="http://schemas.openxmlformats.org/officeDocument/2006/relationships/image" Target="../media/image250.png"/><Relationship Id="rId116" Type="http://schemas.openxmlformats.org/officeDocument/2006/relationships/customXml" Target="../ink/ink276.xml"/><Relationship Id="rId137" Type="http://schemas.openxmlformats.org/officeDocument/2006/relationships/image" Target="../media/image285.png"/><Relationship Id="rId158" Type="http://schemas.openxmlformats.org/officeDocument/2006/relationships/customXml" Target="../ink/ink297.xml"/><Relationship Id="rId20" Type="http://schemas.openxmlformats.org/officeDocument/2006/relationships/customXml" Target="../ink/ink228.xml"/><Relationship Id="rId41" Type="http://schemas.openxmlformats.org/officeDocument/2006/relationships/image" Target="../media/image237.png"/><Relationship Id="rId62" Type="http://schemas.openxmlformats.org/officeDocument/2006/relationships/customXml" Target="../ink/ink249.xml"/><Relationship Id="rId83" Type="http://schemas.openxmlformats.org/officeDocument/2006/relationships/image" Target="../media/image258.png"/><Relationship Id="rId88" Type="http://schemas.openxmlformats.org/officeDocument/2006/relationships/customXml" Target="../ink/ink262.xml"/><Relationship Id="rId111" Type="http://schemas.openxmlformats.org/officeDocument/2006/relationships/image" Target="../media/image272.png"/><Relationship Id="rId132" Type="http://schemas.openxmlformats.org/officeDocument/2006/relationships/customXml" Target="../ink/ink284.xml"/><Relationship Id="rId153" Type="http://schemas.openxmlformats.org/officeDocument/2006/relationships/image" Target="../media/image293.png"/><Relationship Id="rId174" Type="http://schemas.openxmlformats.org/officeDocument/2006/relationships/customXml" Target="../ink/ink305.xml"/><Relationship Id="rId179" Type="http://schemas.openxmlformats.org/officeDocument/2006/relationships/image" Target="../media/image306.png"/><Relationship Id="rId195" Type="http://schemas.openxmlformats.org/officeDocument/2006/relationships/image" Target="../media/image314.png"/><Relationship Id="rId209" Type="http://schemas.openxmlformats.org/officeDocument/2006/relationships/image" Target="../media/image321.png"/><Relationship Id="rId190" Type="http://schemas.openxmlformats.org/officeDocument/2006/relationships/customXml" Target="../ink/ink313.xml"/><Relationship Id="rId204" Type="http://schemas.openxmlformats.org/officeDocument/2006/relationships/customXml" Target="../ink/ink320.xml"/><Relationship Id="rId15" Type="http://schemas.openxmlformats.org/officeDocument/2006/relationships/image" Target="../media/image224.png"/><Relationship Id="rId36" Type="http://schemas.openxmlformats.org/officeDocument/2006/relationships/customXml" Target="../ink/ink236.xml"/><Relationship Id="rId57" Type="http://schemas.openxmlformats.org/officeDocument/2006/relationships/image" Target="../media/image245.png"/><Relationship Id="rId106" Type="http://schemas.openxmlformats.org/officeDocument/2006/relationships/customXml" Target="../ink/ink271.xml"/><Relationship Id="rId127" Type="http://schemas.openxmlformats.org/officeDocument/2006/relationships/image" Target="../media/image280.png"/><Relationship Id="rId10" Type="http://schemas.openxmlformats.org/officeDocument/2006/relationships/customXml" Target="../ink/ink223.xml"/><Relationship Id="rId31" Type="http://schemas.openxmlformats.org/officeDocument/2006/relationships/image" Target="../media/image232.png"/><Relationship Id="rId52" Type="http://schemas.openxmlformats.org/officeDocument/2006/relationships/customXml" Target="../ink/ink244.xml"/><Relationship Id="rId73" Type="http://schemas.openxmlformats.org/officeDocument/2006/relationships/image" Target="../media/image253.png"/><Relationship Id="rId78" Type="http://schemas.openxmlformats.org/officeDocument/2006/relationships/customXml" Target="../ink/ink257.xml"/><Relationship Id="rId94" Type="http://schemas.openxmlformats.org/officeDocument/2006/relationships/customXml" Target="../ink/ink265.xml"/><Relationship Id="rId99" Type="http://schemas.openxmlformats.org/officeDocument/2006/relationships/image" Target="../media/image266.png"/><Relationship Id="rId101" Type="http://schemas.openxmlformats.org/officeDocument/2006/relationships/image" Target="../media/image267.png"/><Relationship Id="rId122" Type="http://schemas.openxmlformats.org/officeDocument/2006/relationships/customXml" Target="../ink/ink279.xml"/><Relationship Id="rId143" Type="http://schemas.openxmlformats.org/officeDocument/2006/relationships/image" Target="../media/image288.png"/><Relationship Id="rId148" Type="http://schemas.openxmlformats.org/officeDocument/2006/relationships/customXml" Target="../ink/ink292.xml"/><Relationship Id="rId164" Type="http://schemas.openxmlformats.org/officeDocument/2006/relationships/customXml" Target="../ink/ink300.xml"/><Relationship Id="rId169" Type="http://schemas.openxmlformats.org/officeDocument/2006/relationships/image" Target="../media/image301.png"/><Relationship Id="rId185" Type="http://schemas.openxmlformats.org/officeDocument/2006/relationships/image" Target="../media/image309.png"/><Relationship Id="rId4" Type="http://schemas.openxmlformats.org/officeDocument/2006/relationships/customXml" Target="../ink/ink220.xml"/><Relationship Id="rId9" Type="http://schemas.openxmlformats.org/officeDocument/2006/relationships/image" Target="../media/image221.png"/><Relationship Id="rId180" Type="http://schemas.openxmlformats.org/officeDocument/2006/relationships/customXml" Target="../ink/ink308.xml"/><Relationship Id="rId210" Type="http://schemas.openxmlformats.org/officeDocument/2006/relationships/customXml" Target="../ink/ink323.xml"/><Relationship Id="rId26" Type="http://schemas.openxmlformats.org/officeDocument/2006/relationships/customXml" Target="../ink/ink231.xml"/><Relationship Id="rId47" Type="http://schemas.openxmlformats.org/officeDocument/2006/relationships/image" Target="../media/image240.png"/><Relationship Id="rId68" Type="http://schemas.openxmlformats.org/officeDocument/2006/relationships/customXml" Target="../ink/ink252.xml"/><Relationship Id="rId89" Type="http://schemas.openxmlformats.org/officeDocument/2006/relationships/image" Target="../media/image261.png"/><Relationship Id="rId112" Type="http://schemas.openxmlformats.org/officeDocument/2006/relationships/customXml" Target="../ink/ink274.xml"/><Relationship Id="rId133" Type="http://schemas.openxmlformats.org/officeDocument/2006/relationships/image" Target="../media/image283.png"/><Relationship Id="rId154" Type="http://schemas.openxmlformats.org/officeDocument/2006/relationships/customXml" Target="../ink/ink295.xml"/><Relationship Id="rId175" Type="http://schemas.openxmlformats.org/officeDocument/2006/relationships/image" Target="../media/image304.png"/><Relationship Id="rId196" Type="http://schemas.openxmlformats.org/officeDocument/2006/relationships/customXml" Target="../ink/ink316.xml"/><Relationship Id="rId200" Type="http://schemas.openxmlformats.org/officeDocument/2006/relationships/customXml" Target="../ink/ink318.xml"/><Relationship Id="rId16" Type="http://schemas.openxmlformats.org/officeDocument/2006/relationships/customXml" Target="../ink/ink226.xml"/><Relationship Id="rId37" Type="http://schemas.openxmlformats.org/officeDocument/2006/relationships/image" Target="../media/image235.png"/><Relationship Id="rId58" Type="http://schemas.openxmlformats.org/officeDocument/2006/relationships/customXml" Target="../ink/ink247.xml"/><Relationship Id="rId79" Type="http://schemas.openxmlformats.org/officeDocument/2006/relationships/image" Target="../media/image256.png"/><Relationship Id="rId102" Type="http://schemas.openxmlformats.org/officeDocument/2006/relationships/customXml" Target="../ink/ink269.xml"/><Relationship Id="rId123" Type="http://schemas.openxmlformats.org/officeDocument/2006/relationships/image" Target="../media/image278.png"/><Relationship Id="rId144" Type="http://schemas.openxmlformats.org/officeDocument/2006/relationships/customXml" Target="../ink/ink290.xml"/><Relationship Id="rId90" Type="http://schemas.openxmlformats.org/officeDocument/2006/relationships/customXml" Target="../ink/ink263.xml"/><Relationship Id="rId165" Type="http://schemas.openxmlformats.org/officeDocument/2006/relationships/image" Target="../media/image299.png"/><Relationship Id="rId186" Type="http://schemas.openxmlformats.org/officeDocument/2006/relationships/customXml" Target="../ink/ink311.xml"/><Relationship Id="rId211" Type="http://schemas.openxmlformats.org/officeDocument/2006/relationships/image" Target="../media/image322.png"/><Relationship Id="rId27" Type="http://schemas.openxmlformats.org/officeDocument/2006/relationships/image" Target="../media/image230.png"/><Relationship Id="rId48" Type="http://schemas.openxmlformats.org/officeDocument/2006/relationships/customXml" Target="../ink/ink242.xml"/><Relationship Id="rId69" Type="http://schemas.openxmlformats.org/officeDocument/2006/relationships/image" Target="../media/image251.png"/><Relationship Id="rId113" Type="http://schemas.openxmlformats.org/officeDocument/2006/relationships/image" Target="../media/image273.png"/><Relationship Id="rId134" Type="http://schemas.openxmlformats.org/officeDocument/2006/relationships/customXml" Target="../ink/ink285.xml"/><Relationship Id="rId80" Type="http://schemas.openxmlformats.org/officeDocument/2006/relationships/customXml" Target="../ink/ink258.xml"/><Relationship Id="rId155" Type="http://schemas.openxmlformats.org/officeDocument/2006/relationships/image" Target="../media/image294.png"/><Relationship Id="rId176" Type="http://schemas.openxmlformats.org/officeDocument/2006/relationships/customXml" Target="../ink/ink306.xml"/><Relationship Id="rId197" Type="http://schemas.openxmlformats.org/officeDocument/2006/relationships/image" Target="../media/image315.png"/><Relationship Id="rId201" Type="http://schemas.openxmlformats.org/officeDocument/2006/relationships/image" Target="../media/image317.png"/><Relationship Id="rId17" Type="http://schemas.openxmlformats.org/officeDocument/2006/relationships/image" Target="../media/image225.png"/><Relationship Id="rId38" Type="http://schemas.openxmlformats.org/officeDocument/2006/relationships/customXml" Target="../ink/ink237.xml"/><Relationship Id="rId59" Type="http://schemas.openxmlformats.org/officeDocument/2006/relationships/image" Target="../media/image246.png"/><Relationship Id="rId103" Type="http://schemas.openxmlformats.org/officeDocument/2006/relationships/image" Target="../media/image268.png"/><Relationship Id="rId124" Type="http://schemas.openxmlformats.org/officeDocument/2006/relationships/customXml" Target="../ink/ink280.xml"/><Relationship Id="rId70" Type="http://schemas.openxmlformats.org/officeDocument/2006/relationships/customXml" Target="../ink/ink253.xml"/><Relationship Id="rId91" Type="http://schemas.openxmlformats.org/officeDocument/2006/relationships/image" Target="../media/image262.png"/><Relationship Id="rId145" Type="http://schemas.openxmlformats.org/officeDocument/2006/relationships/image" Target="../media/image289.png"/><Relationship Id="rId166" Type="http://schemas.openxmlformats.org/officeDocument/2006/relationships/customXml" Target="../ink/ink301.xml"/><Relationship Id="rId187" Type="http://schemas.openxmlformats.org/officeDocument/2006/relationships/image" Target="../media/image310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232.xml"/><Relationship Id="rId49" Type="http://schemas.openxmlformats.org/officeDocument/2006/relationships/image" Target="../media/image241.png"/><Relationship Id="rId114" Type="http://schemas.openxmlformats.org/officeDocument/2006/relationships/customXml" Target="../ink/ink275.xml"/><Relationship Id="rId60" Type="http://schemas.openxmlformats.org/officeDocument/2006/relationships/customXml" Target="../ink/ink248.xml"/><Relationship Id="rId81" Type="http://schemas.openxmlformats.org/officeDocument/2006/relationships/image" Target="../media/image257.png"/><Relationship Id="rId135" Type="http://schemas.openxmlformats.org/officeDocument/2006/relationships/image" Target="../media/image284.png"/><Relationship Id="rId156" Type="http://schemas.openxmlformats.org/officeDocument/2006/relationships/customXml" Target="../ink/ink296.xml"/><Relationship Id="rId177" Type="http://schemas.openxmlformats.org/officeDocument/2006/relationships/image" Target="../media/image305.png"/><Relationship Id="rId198" Type="http://schemas.openxmlformats.org/officeDocument/2006/relationships/customXml" Target="../ink/ink317.xml"/><Relationship Id="rId202" Type="http://schemas.openxmlformats.org/officeDocument/2006/relationships/customXml" Target="../ink/ink319.xml"/><Relationship Id="rId18" Type="http://schemas.openxmlformats.org/officeDocument/2006/relationships/customXml" Target="../ink/ink227.xml"/><Relationship Id="rId39" Type="http://schemas.openxmlformats.org/officeDocument/2006/relationships/image" Target="../media/image236.png"/><Relationship Id="rId50" Type="http://schemas.openxmlformats.org/officeDocument/2006/relationships/customXml" Target="../ink/ink243.xml"/><Relationship Id="rId104" Type="http://schemas.openxmlformats.org/officeDocument/2006/relationships/customXml" Target="../ink/ink270.xml"/><Relationship Id="rId125" Type="http://schemas.openxmlformats.org/officeDocument/2006/relationships/image" Target="../media/image279.png"/><Relationship Id="rId146" Type="http://schemas.openxmlformats.org/officeDocument/2006/relationships/customXml" Target="../ink/ink291.xml"/><Relationship Id="rId167" Type="http://schemas.openxmlformats.org/officeDocument/2006/relationships/image" Target="../media/image300.png"/><Relationship Id="rId188" Type="http://schemas.openxmlformats.org/officeDocument/2006/relationships/customXml" Target="../ink/ink312.xml"/><Relationship Id="rId71" Type="http://schemas.openxmlformats.org/officeDocument/2006/relationships/image" Target="../media/image252.png"/><Relationship Id="rId92" Type="http://schemas.openxmlformats.org/officeDocument/2006/relationships/customXml" Target="../ink/ink264.xml"/><Relationship Id="rId2" Type="http://schemas.openxmlformats.org/officeDocument/2006/relationships/customXml" Target="../ink/ink219.xml"/><Relationship Id="rId29" Type="http://schemas.openxmlformats.org/officeDocument/2006/relationships/image" Target="../media/image231.png"/><Relationship Id="rId40" Type="http://schemas.openxmlformats.org/officeDocument/2006/relationships/customXml" Target="../ink/ink238.xml"/><Relationship Id="rId115" Type="http://schemas.openxmlformats.org/officeDocument/2006/relationships/image" Target="../media/image274.png"/><Relationship Id="rId136" Type="http://schemas.openxmlformats.org/officeDocument/2006/relationships/customXml" Target="../ink/ink286.xml"/><Relationship Id="rId157" Type="http://schemas.openxmlformats.org/officeDocument/2006/relationships/image" Target="../media/image295.png"/><Relationship Id="rId178" Type="http://schemas.openxmlformats.org/officeDocument/2006/relationships/customXml" Target="../ink/ink307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80.png"/><Relationship Id="rId21" Type="http://schemas.openxmlformats.org/officeDocument/2006/relationships/image" Target="../media/image332.png"/><Relationship Id="rId42" Type="http://schemas.openxmlformats.org/officeDocument/2006/relationships/customXml" Target="../ink/ink344.xml"/><Relationship Id="rId63" Type="http://schemas.openxmlformats.org/officeDocument/2006/relationships/image" Target="../media/image353.png"/><Relationship Id="rId84" Type="http://schemas.openxmlformats.org/officeDocument/2006/relationships/customXml" Target="../ink/ink365.xml"/><Relationship Id="rId138" Type="http://schemas.openxmlformats.org/officeDocument/2006/relationships/customXml" Target="../ink/ink392.xml"/><Relationship Id="rId159" Type="http://schemas.openxmlformats.org/officeDocument/2006/relationships/image" Target="../media/image401.png"/><Relationship Id="rId107" Type="http://schemas.openxmlformats.org/officeDocument/2006/relationships/image" Target="../media/image375.png"/><Relationship Id="rId11" Type="http://schemas.openxmlformats.org/officeDocument/2006/relationships/image" Target="../media/image327.png"/><Relationship Id="rId32" Type="http://schemas.openxmlformats.org/officeDocument/2006/relationships/customXml" Target="../ink/ink339.xml"/><Relationship Id="rId53" Type="http://schemas.openxmlformats.org/officeDocument/2006/relationships/image" Target="../media/image348.png"/><Relationship Id="rId74" Type="http://schemas.openxmlformats.org/officeDocument/2006/relationships/customXml" Target="../ink/ink360.xml"/><Relationship Id="rId128" Type="http://schemas.openxmlformats.org/officeDocument/2006/relationships/customXml" Target="../ink/ink387.xml"/><Relationship Id="rId149" Type="http://schemas.openxmlformats.org/officeDocument/2006/relationships/image" Target="../media/image396.png"/><Relationship Id="rId5" Type="http://schemas.openxmlformats.org/officeDocument/2006/relationships/image" Target="../media/image324.png"/><Relationship Id="rId95" Type="http://schemas.openxmlformats.org/officeDocument/2006/relationships/image" Target="../media/image369.png"/><Relationship Id="rId160" Type="http://schemas.openxmlformats.org/officeDocument/2006/relationships/customXml" Target="../ink/ink403.xml"/><Relationship Id="rId22" Type="http://schemas.openxmlformats.org/officeDocument/2006/relationships/customXml" Target="../ink/ink334.xml"/><Relationship Id="rId43" Type="http://schemas.openxmlformats.org/officeDocument/2006/relationships/image" Target="../media/image343.png"/><Relationship Id="rId64" Type="http://schemas.openxmlformats.org/officeDocument/2006/relationships/customXml" Target="../ink/ink355.xml"/><Relationship Id="rId118" Type="http://schemas.openxmlformats.org/officeDocument/2006/relationships/customXml" Target="../ink/ink382.xml"/><Relationship Id="rId139" Type="http://schemas.openxmlformats.org/officeDocument/2006/relationships/image" Target="../media/image391.png"/><Relationship Id="rId85" Type="http://schemas.openxmlformats.org/officeDocument/2006/relationships/image" Target="../media/image364.png"/><Relationship Id="rId150" Type="http://schemas.openxmlformats.org/officeDocument/2006/relationships/customXml" Target="../ink/ink398.xml"/><Relationship Id="rId12" Type="http://schemas.openxmlformats.org/officeDocument/2006/relationships/customXml" Target="../ink/ink329.xml"/><Relationship Id="rId33" Type="http://schemas.openxmlformats.org/officeDocument/2006/relationships/image" Target="../media/image338.png"/><Relationship Id="rId108" Type="http://schemas.openxmlformats.org/officeDocument/2006/relationships/customXml" Target="../ink/ink377.xml"/><Relationship Id="rId129" Type="http://schemas.openxmlformats.org/officeDocument/2006/relationships/image" Target="../media/image386.png"/><Relationship Id="rId54" Type="http://schemas.openxmlformats.org/officeDocument/2006/relationships/customXml" Target="../ink/ink350.xml"/><Relationship Id="rId70" Type="http://schemas.openxmlformats.org/officeDocument/2006/relationships/customXml" Target="../ink/ink358.xml"/><Relationship Id="rId75" Type="http://schemas.openxmlformats.org/officeDocument/2006/relationships/image" Target="../media/image359.png"/><Relationship Id="rId91" Type="http://schemas.openxmlformats.org/officeDocument/2006/relationships/image" Target="../media/image367.png"/><Relationship Id="rId96" Type="http://schemas.openxmlformats.org/officeDocument/2006/relationships/customXml" Target="../ink/ink371.xml"/><Relationship Id="rId140" Type="http://schemas.openxmlformats.org/officeDocument/2006/relationships/customXml" Target="../ink/ink393.xml"/><Relationship Id="rId145" Type="http://schemas.openxmlformats.org/officeDocument/2006/relationships/image" Target="../media/image394.png"/><Relationship Id="rId161" Type="http://schemas.openxmlformats.org/officeDocument/2006/relationships/image" Target="../media/image402.png"/><Relationship Id="rId166" Type="http://schemas.openxmlformats.org/officeDocument/2006/relationships/customXml" Target="../ink/ink40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26.xml"/><Relationship Id="rId23" Type="http://schemas.openxmlformats.org/officeDocument/2006/relationships/image" Target="../media/image333.png"/><Relationship Id="rId28" Type="http://schemas.openxmlformats.org/officeDocument/2006/relationships/customXml" Target="../ink/ink337.xml"/><Relationship Id="rId49" Type="http://schemas.openxmlformats.org/officeDocument/2006/relationships/image" Target="../media/image346.png"/><Relationship Id="rId114" Type="http://schemas.openxmlformats.org/officeDocument/2006/relationships/customXml" Target="../ink/ink380.xml"/><Relationship Id="rId119" Type="http://schemas.openxmlformats.org/officeDocument/2006/relationships/image" Target="../media/image381.png"/><Relationship Id="rId44" Type="http://schemas.openxmlformats.org/officeDocument/2006/relationships/customXml" Target="../ink/ink345.xml"/><Relationship Id="rId60" Type="http://schemas.openxmlformats.org/officeDocument/2006/relationships/customXml" Target="../ink/ink353.xml"/><Relationship Id="rId65" Type="http://schemas.openxmlformats.org/officeDocument/2006/relationships/image" Target="../media/image354.png"/><Relationship Id="rId81" Type="http://schemas.openxmlformats.org/officeDocument/2006/relationships/image" Target="../media/image362.png"/><Relationship Id="rId86" Type="http://schemas.openxmlformats.org/officeDocument/2006/relationships/customXml" Target="../ink/ink366.xml"/><Relationship Id="rId130" Type="http://schemas.openxmlformats.org/officeDocument/2006/relationships/customXml" Target="../ink/ink388.xml"/><Relationship Id="rId135" Type="http://schemas.openxmlformats.org/officeDocument/2006/relationships/image" Target="../media/image389.png"/><Relationship Id="rId151" Type="http://schemas.openxmlformats.org/officeDocument/2006/relationships/image" Target="../media/image397.png"/><Relationship Id="rId156" Type="http://schemas.openxmlformats.org/officeDocument/2006/relationships/customXml" Target="../ink/ink401.xml"/><Relationship Id="rId13" Type="http://schemas.openxmlformats.org/officeDocument/2006/relationships/image" Target="../media/image328.png"/><Relationship Id="rId18" Type="http://schemas.openxmlformats.org/officeDocument/2006/relationships/customXml" Target="../ink/ink332.xml"/><Relationship Id="rId39" Type="http://schemas.openxmlformats.org/officeDocument/2006/relationships/image" Target="../media/image341.png"/><Relationship Id="rId109" Type="http://schemas.openxmlformats.org/officeDocument/2006/relationships/image" Target="../media/image376.png"/><Relationship Id="rId34" Type="http://schemas.openxmlformats.org/officeDocument/2006/relationships/customXml" Target="../ink/ink340.xml"/><Relationship Id="rId50" Type="http://schemas.openxmlformats.org/officeDocument/2006/relationships/customXml" Target="../ink/ink348.xml"/><Relationship Id="rId55" Type="http://schemas.openxmlformats.org/officeDocument/2006/relationships/image" Target="../media/image349.png"/><Relationship Id="rId76" Type="http://schemas.openxmlformats.org/officeDocument/2006/relationships/customXml" Target="../ink/ink361.xml"/><Relationship Id="rId97" Type="http://schemas.openxmlformats.org/officeDocument/2006/relationships/image" Target="../media/image370.png"/><Relationship Id="rId104" Type="http://schemas.openxmlformats.org/officeDocument/2006/relationships/customXml" Target="../ink/ink375.xml"/><Relationship Id="rId120" Type="http://schemas.openxmlformats.org/officeDocument/2006/relationships/customXml" Target="../ink/ink383.xml"/><Relationship Id="rId125" Type="http://schemas.openxmlformats.org/officeDocument/2006/relationships/image" Target="../media/image384.png"/><Relationship Id="rId141" Type="http://schemas.openxmlformats.org/officeDocument/2006/relationships/image" Target="../media/image392.png"/><Relationship Id="rId146" Type="http://schemas.openxmlformats.org/officeDocument/2006/relationships/customXml" Target="../ink/ink396.xml"/><Relationship Id="rId167" Type="http://schemas.openxmlformats.org/officeDocument/2006/relationships/image" Target="../media/image405.png"/><Relationship Id="rId7" Type="http://schemas.openxmlformats.org/officeDocument/2006/relationships/image" Target="../media/image325.png"/><Relationship Id="rId71" Type="http://schemas.openxmlformats.org/officeDocument/2006/relationships/image" Target="../media/image357.png"/><Relationship Id="rId92" Type="http://schemas.openxmlformats.org/officeDocument/2006/relationships/customXml" Target="../ink/ink369.xml"/><Relationship Id="rId162" Type="http://schemas.openxmlformats.org/officeDocument/2006/relationships/customXml" Target="../ink/ink404.xml"/><Relationship Id="rId2" Type="http://schemas.openxmlformats.org/officeDocument/2006/relationships/customXml" Target="../ink/ink324.xml"/><Relationship Id="rId29" Type="http://schemas.openxmlformats.org/officeDocument/2006/relationships/image" Target="../media/image336.png"/><Relationship Id="rId24" Type="http://schemas.openxmlformats.org/officeDocument/2006/relationships/customXml" Target="../ink/ink335.xml"/><Relationship Id="rId40" Type="http://schemas.openxmlformats.org/officeDocument/2006/relationships/customXml" Target="../ink/ink343.xml"/><Relationship Id="rId45" Type="http://schemas.openxmlformats.org/officeDocument/2006/relationships/image" Target="../media/image344.png"/><Relationship Id="rId66" Type="http://schemas.openxmlformats.org/officeDocument/2006/relationships/customXml" Target="../ink/ink356.xml"/><Relationship Id="rId87" Type="http://schemas.openxmlformats.org/officeDocument/2006/relationships/image" Target="../media/image365.png"/><Relationship Id="rId110" Type="http://schemas.openxmlformats.org/officeDocument/2006/relationships/customXml" Target="../ink/ink378.xml"/><Relationship Id="rId115" Type="http://schemas.openxmlformats.org/officeDocument/2006/relationships/image" Target="../media/image379.png"/><Relationship Id="rId131" Type="http://schemas.openxmlformats.org/officeDocument/2006/relationships/image" Target="../media/image387.png"/><Relationship Id="rId136" Type="http://schemas.openxmlformats.org/officeDocument/2006/relationships/customXml" Target="../ink/ink391.xml"/><Relationship Id="rId157" Type="http://schemas.openxmlformats.org/officeDocument/2006/relationships/image" Target="../media/image400.png"/><Relationship Id="rId61" Type="http://schemas.openxmlformats.org/officeDocument/2006/relationships/image" Target="../media/image352.png"/><Relationship Id="rId82" Type="http://schemas.openxmlformats.org/officeDocument/2006/relationships/customXml" Target="../ink/ink364.xml"/><Relationship Id="rId152" Type="http://schemas.openxmlformats.org/officeDocument/2006/relationships/customXml" Target="../ink/ink399.xml"/><Relationship Id="rId19" Type="http://schemas.openxmlformats.org/officeDocument/2006/relationships/image" Target="../media/image331.png"/><Relationship Id="rId14" Type="http://schemas.openxmlformats.org/officeDocument/2006/relationships/customXml" Target="../ink/ink330.xml"/><Relationship Id="rId30" Type="http://schemas.openxmlformats.org/officeDocument/2006/relationships/customXml" Target="../ink/ink338.xml"/><Relationship Id="rId35" Type="http://schemas.openxmlformats.org/officeDocument/2006/relationships/image" Target="../media/image339.png"/><Relationship Id="rId56" Type="http://schemas.openxmlformats.org/officeDocument/2006/relationships/customXml" Target="../ink/ink351.xml"/><Relationship Id="rId77" Type="http://schemas.openxmlformats.org/officeDocument/2006/relationships/image" Target="../media/image360.png"/><Relationship Id="rId100" Type="http://schemas.openxmlformats.org/officeDocument/2006/relationships/customXml" Target="../ink/ink373.xml"/><Relationship Id="rId105" Type="http://schemas.openxmlformats.org/officeDocument/2006/relationships/image" Target="../media/image374.png"/><Relationship Id="rId126" Type="http://schemas.openxmlformats.org/officeDocument/2006/relationships/customXml" Target="../ink/ink386.xml"/><Relationship Id="rId147" Type="http://schemas.openxmlformats.org/officeDocument/2006/relationships/image" Target="../media/image395.png"/><Relationship Id="rId168" Type="http://schemas.openxmlformats.org/officeDocument/2006/relationships/customXml" Target="../ink/ink407.xml"/><Relationship Id="rId8" Type="http://schemas.openxmlformats.org/officeDocument/2006/relationships/customXml" Target="../ink/ink327.xml"/><Relationship Id="rId51" Type="http://schemas.openxmlformats.org/officeDocument/2006/relationships/image" Target="../media/image347.png"/><Relationship Id="rId72" Type="http://schemas.openxmlformats.org/officeDocument/2006/relationships/customXml" Target="../ink/ink359.xml"/><Relationship Id="rId93" Type="http://schemas.openxmlformats.org/officeDocument/2006/relationships/image" Target="../media/image368.png"/><Relationship Id="rId98" Type="http://schemas.openxmlformats.org/officeDocument/2006/relationships/customXml" Target="../ink/ink372.xml"/><Relationship Id="rId121" Type="http://schemas.openxmlformats.org/officeDocument/2006/relationships/image" Target="../media/image382.png"/><Relationship Id="rId142" Type="http://schemas.openxmlformats.org/officeDocument/2006/relationships/customXml" Target="../ink/ink394.xml"/><Relationship Id="rId163" Type="http://schemas.openxmlformats.org/officeDocument/2006/relationships/image" Target="../media/image403.png"/><Relationship Id="rId3" Type="http://schemas.openxmlformats.org/officeDocument/2006/relationships/image" Target="../media/image323.png"/><Relationship Id="rId25" Type="http://schemas.openxmlformats.org/officeDocument/2006/relationships/image" Target="../media/image334.png"/><Relationship Id="rId46" Type="http://schemas.openxmlformats.org/officeDocument/2006/relationships/customXml" Target="../ink/ink346.xml"/><Relationship Id="rId67" Type="http://schemas.openxmlformats.org/officeDocument/2006/relationships/image" Target="../media/image355.png"/><Relationship Id="rId116" Type="http://schemas.openxmlformats.org/officeDocument/2006/relationships/customXml" Target="../ink/ink381.xml"/><Relationship Id="rId137" Type="http://schemas.openxmlformats.org/officeDocument/2006/relationships/image" Target="../media/image390.png"/><Relationship Id="rId158" Type="http://schemas.openxmlformats.org/officeDocument/2006/relationships/customXml" Target="../ink/ink402.xml"/><Relationship Id="rId20" Type="http://schemas.openxmlformats.org/officeDocument/2006/relationships/customXml" Target="../ink/ink333.xml"/><Relationship Id="rId41" Type="http://schemas.openxmlformats.org/officeDocument/2006/relationships/image" Target="../media/image342.png"/><Relationship Id="rId62" Type="http://schemas.openxmlformats.org/officeDocument/2006/relationships/customXml" Target="../ink/ink354.xml"/><Relationship Id="rId83" Type="http://schemas.openxmlformats.org/officeDocument/2006/relationships/image" Target="../media/image363.png"/><Relationship Id="rId88" Type="http://schemas.openxmlformats.org/officeDocument/2006/relationships/customXml" Target="../ink/ink367.xml"/><Relationship Id="rId111" Type="http://schemas.openxmlformats.org/officeDocument/2006/relationships/image" Target="../media/image377.png"/><Relationship Id="rId132" Type="http://schemas.openxmlformats.org/officeDocument/2006/relationships/customXml" Target="../ink/ink389.xml"/><Relationship Id="rId153" Type="http://schemas.openxmlformats.org/officeDocument/2006/relationships/image" Target="../media/image398.png"/><Relationship Id="rId15" Type="http://schemas.openxmlformats.org/officeDocument/2006/relationships/image" Target="../media/image329.png"/><Relationship Id="rId36" Type="http://schemas.openxmlformats.org/officeDocument/2006/relationships/customXml" Target="../ink/ink341.xml"/><Relationship Id="rId57" Type="http://schemas.openxmlformats.org/officeDocument/2006/relationships/image" Target="../media/image350.png"/><Relationship Id="rId106" Type="http://schemas.openxmlformats.org/officeDocument/2006/relationships/customXml" Target="../ink/ink376.xml"/><Relationship Id="rId127" Type="http://schemas.openxmlformats.org/officeDocument/2006/relationships/image" Target="../media/image385.png"/><Relationship Id="rId10" Type="http://schemas.openxmlformats.org/officeDocument/2006/relationships/customXml" Target="../ink/ink328.xml"/><Relationship Id="rId31" Type="http://schemas.openxmlformats.org/officeDocument/2006/relationships/image" Target="../media/image337.png"/><Relationship Id="rId52" Type="http://schemas.openxmlformats.org/officeDocument/2006/relationships/customXml" Target="../ink/ink349.xml"/><Relationship Id="rId73" Type="http://schemas.openxmlformats.org/officeDocument/2006/relationships/image" Target="../media/image358.png"/><Relationship Id="rId78" Type="http://schemas.openxmlformats.org/officeDocument/2006/relationships/customXml" Target="../ink/ink362.xml"/><Relationship Id="rId94" Type="http://schemas.openxmlformats.org/officeDocument/2006/relationships/customXml" Target="../ink/ink370.xml"/><Relationship Id="rId99" Type="http://schemas.openxmlformats.org/officeDocument/2006/relationships/image" Target="../media/image371.png"/><Relationship Id="rId101" Type="http://schemas.openxmlformats.org/officeDocument/2006/relationships/image" Target="../media/image372.png"/><Relationship Id="rId122" Type="http://schemas.openxmlformats.org/officeDocument/2006/relationships/customXml" Target="../ink/ink384.xml"/><Relationship Id="rId143" Type="http://schemas.openxmlformats.org/officeDocument/2006/relationships/image" Target="../media/image393.png"/><Relationship Id="rId148" Type="http://schemas.openxmlformats.org/officeDocument/2006/relationships/customXml" Target="../ink/ink397.xml"/><Relationship Id="rId164" Type="http://schemas.openxmlformats.org/officeDocument/2006/relationships/customXml" Target="../ink/ink405.xml"/><Relationship Id="rId169" Type="http://schemas.openxmlformats.org/officeDocument/2006/relationships/image" Target="../media/image406.png"/><Relationship Id="rId4" Type="http://schemas.openxmlformats.org/officeDocument/2006/relationships/customXml" Target="../ink/ink325.xml"/><Relationship Id="rId9" Type="http://schemas.openxmlformats.org/officeDocument/2006/relationships/image" Target="../media/image326.png"/><Relationship Id="rId26" Type="http://schemas.openxmlformats.org/officeDocument/2006/relationships/customXml" Target="../ink/ink336.xml"/><Relationship Id="rId47" Type="http://schemas.openxmlformats.org/officeDocument/2006/relationships/image" Target="../media/image345.png"/><Relationship Id="rId68" Type="http://schemas.openxmlformats.org/officeDocument/2006/relationships/customXml" Target="../ink/ink357.xml"/><Relationship Id="rId89" Type="http://schemas.openxmlformats.org/officeDocument/2006/relationships/image" Target="../media/image366.png"/><Relationship Id="rId112" Type="http://schemas.openxmlformats.org/officeDocument/2006/relationships/customXml" Target="../ink/ink379.xml"/><Relationship Id="rId133" Type="http://schemas.openxmlformats.org/officeDocument/2006/relationships/image" Target="../media/image388.png"/><Relationship Id="rId154" Type="http://schemas.openxmlformats.org/officeDocument/2006/relationships/customXml" Target="../ink/ink400.xml"/><Relationship Id="rId16" Type="http://schemas.openxmlformats.org/officeDocument/2006/relationships/customXml" Target="../ink/ink331.xml"/><Relationship Id="rId37" Type="http://schemas.openxmlformats.org/officeDocument/2006/relationships/image" Target="../media/image340.png"/><Relationship Id="rId58" Type="http://schemas.openxmlformats.org/officeDocument/2006/relationships/customXml" Target="../ink/ink352.xml"/><Relationship Id="rId79" Type="http://schemas.openxmlformats.org/officeDocument/2006/relationships/image" Target="../media/image361.png"/><Relationship Id="rId102" Type="http://schemas.openxmlformats.org/officeDocument/2006/relationships/customXml" Target="../ink/ink374.xml"/><Relationship Id="rId123" Type="http://schemas.openxmlformats.org/officeDocument/2006/relationships/image" Target="../media/image383.png"/><Relationship Id="rId144" Type="http://schemas.openxmlformats.org/officeDocument/2006/relationships/customXml" Target="../ink/ink395.xml"/><Relationship Id="rId90" Type="http://schemas.openxmlformats.org/officeDocument/2006/relationships/customXml" Target="../ink/ink368.xml"/><Relationship Id="rId165" Type="http://schemas.openxmlformats.org/officeDocument/2006/relationships/image" Target="../media/image404.png"/><Relationship Id="rId27" Type="http://schemas.openxmlformats.org/officeDocument/2006/relationships/image" Target="../media/image335.png"/><Relationship Id="rId48" Type="http://schemas.openxmlformats.org/officeDocument/2006/relationships/customXml" Target="../ink/ink347.xml"/><Relationship Id="rId69" Type="http://schemas.openxmlformats.org/officeDocument/2006/relationships/image" Target="../media/image356.png"/><Relationship Id="rId113" Type="http://schemas.openxmlformats.org/officeDocument/2006/relationships/image" Target="../media/image378.png"/><Relationship Id="rId134" Type="http://schemas.openxmlformats.org/officeDocument/2006/relationships/customXml" Target="../ink/ink390.xml"/><Relationship Id="rId80" Type="http://schemas.openxmlformats.org/officeDocument/2006/relationships/customXml" Target="../ink/ink363.xml"/><Relationship Id="rId155" Type="http://schemas.openxmlformats.org/officeDocument/2006/relationships/image" Target="../media/image399.png"/><Relationship Id="rId17" Type="http://schemas.openxmlformats.org/officeDocument/2006/relationships/image" Target="../media/image330.png"/><Relationship Id="rId38" Type="http://schemas.openxmlformats.org/officeDocument/2006/relationships/customXml" Target="../ink/ink342.xml"/><Relationship Id="rId59" Type="http://schemas.openxmlformats.org/officeDocument/2006/relationships/image" Target="../media/image351.png"/><Relationship Id="rId103" Type="http://schemas.openxmlformats.org/officeDocument/2006/relationships/image" Target="../media/image373.png"/><Relationship Id="rId124" Type="http://schemas.openxmlformats.org/officeDocument/2006/relationships/customXml" Target="../ink/ink385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64.png"/><Relationship Id="rId21" Type="http://schemas.openxmlformats.org/officeDocument/2006/relationships/image" Target="../media/image416.png"/><Relationship Id="rId42" Type="http://schemas.openxmlformats.org/officeDocument/2006/relationships/customXml" Target="../ink/ink428.xml"/><Relationship Id="rId63" Type="http://schemas.openxmlformats.org/officeDocument/2006/relationships/image" Target="../media/image437.png"/><Relationship Id="rId84" Type="http://schemas.openxmlformats.org/officeDocument/2006/relationships/customXml" Target="../ink/ink449.xml"/><Relationship Id="rId138" Type="http://schemas.openxmlformats.org/officeDocument/2006/relationships/customXml" Target="../ink/ink476.xml"/><Relationship Id="rId159" Type="http://schemas.openxmlformats.org/officeDocument/2006/relationships/image" Target="../media/image485.png"/><Relationship Id="rId170" Type="http://schemas.openxmlformats.org/officeDocument/2006/relationships/customXml" Target="../ink/ink492.xml"/><Relationship Id="rId191" Type="http://schemas.openxmlformats.org/officeDocument/2006/relationships/image" Target="../media/image501.png"/><Relationship Id="rId205" Type="http://schemas.openxmlformats.org/officeDocument/2006/relationships/image" Target="../media/image508.png"/><Relationship Id="rId107" Type="http://schemas.openxmlformats.org/officeDocument/2006/relationships/image" Target="../media/image459.png"/><Relationship Id="rId11" Type="http://schemas.openxmlformats.org/officeDocument/2006/relationships/image" Target="../media/image411.png"/><Relationship Id="rId32" Type="http://schemas.openxmlformats.org/officeDocument/2006/relationships/customXml" Target="../ink/ink423.xml"/><Relationship Id="rId53" Type="http://schemas.openxmlformats.org/officeDocument/2006/relationships/image" Target="../media/image432.png"/><Relationship Id="rId74" Type="http://schemas.openxmlformats.org/officeDocument/2006/relationships/customXml" Target="../ink/ink444.xml"/><Relationship Id="rId128" Type="http://schemas.openxmlformats.org/officeDocument/2006/relationships/customXml" Target="../ink/ink471.xml"/><Relationship Id="rId149" Type="http://schemas.openxmlformats.org/officeDocument/2006/relationships/image" Target="../media/image480.png"/><Relationship Id="rId5" Type="http://schemas.openxmlformats.org/officeDocument/2006/relationships/image" Target="../media/image408.png"/><Relationship Id="rId95" Type="http://schemas.openxmlformats.org/officeDocument/2006/relationships/image" Target="../media/image453.png"/><Relationship Id="rId160" Type="http://schemas.openxmlformats.org/officeDocument/2006/relationships/customXml" Target="../ink/ink487.xml"/><Relationship Id="rId181" Type="http://schemas.openxmlformats.org/officeDocument/2006/relationships/image" Target="../media/image496.png"/><Relationship Id="rId216" Type="http://schemas.openxmlformats.org/officeDocument/2006/relationships/customXml" Target="../ink/ink515.xml"/><Relationship Id="rId22" Type="http://schemas.openxmlformats.org/officeDocument/2006/relationships/customXml" Target="../ink/ink418.xml"/><Relationship Id="rId43" Type="http://schemas.openxmlformats.org/officeDocument/2006/relationships/image" Target="../media/image427.png"/><Relationship Id="rId64" Type="http://schemas.openxmlformats.org/officeDocument/2006/relationships/customXml" Target="../ink/ink439.xml"/><Relationship Id="rId118" Type="http://schemas.openxmlformats.org/officeDocument/2006/relationships/customXml" Target="../ink/ink466.xml"/><Relationship Id="rId139" Type="http://schemas.openxmlformats.org/officeDocument/2006/relationships/image" Target="../media/image475.png"/><Relationship Id="rId85" Type="http://schemas.openxmlformats.org/officeDocument/2006/relationships/image" Target="../media/image448.png"/><Relationship Id="rId150" Type="http://schemas.openxmlformats.org/officeDocument/2006/relationships/customXml" Target="../ink/ink482.xml"/><Relationship Id="rId171" Type="http://schemas.openxmlformats.org/officeDocument/2006/relationships/image" Target="../media/image491.png"/><Relationship Id="rId192" Type="http://schemas.openxmlformats.org/officeDocument/2006/relationships/customXml" Target="../ink/ink503.xml"/><Relationship Id="rId206" Type="http://schemas.openxmlformats.org/officeDocument/2006/relationships/customXml" Target="../ink/ink510.xml"/><Relationship Id="rId12" Type="http://schemas.openxmlformats.org/officeDocument/2006/relationships/customXml" Target="../ink/ink413.xml"/><Relationship Id="rId33" Type="http://schemas.openxmlformats.org/officeDocument/2006/relationships/image" Target="../media/image422.png"/><Relationship Id="rId108" Type="http://schemas.openxmlformats.org/officeDocument/2006/relationships/customXml" Target="../ink/ink461.xml"/><Relationship Id="rId129" Type="http://schemas.openxmlformats.org/officeDocument/2006/relationships/image" Target="../media/image470.png"/><Relationship Id="rId54" Type="http://schemas.openxmlformats.org/officeDocument/2006/relationships/customXml" Target="../ink/ink434.xml"/><Relationship Id="rId75" Type="http://schemas.openxmlformats.org/officeDocument/2006/relationships/image" Target="../media/image443.png"/><Relationship Id="rId96" Type="http://schemas.openxmlformats.org/officeDocument/2006/relationships/customXml" Target="../ink/ink455.xml"/><Relationship Id="rId140" Type="http://schemas.openxmlformats.org/officeDocument/2006/relationships/customXml" Target="../ink/ink477.xml"/><Relationship Id="rId161" Type="http://schemas.openxmlformats.org/officeDocument/2006/relationships/image" Target="../media/image486.png"/><Relationship Id="rId182" Type="http://schemas.openxmlformats.org/officeDocument/2006/relationships/customXml" Target="../ink/ink498.xml"/><Relationship Id="rId217" Type="http://schemas.openxmlformats.org/officeDocument/2006/relationships/image" Target="../media/image514.png"/><Relationship Id="rId6" Type="http://schemas.openxmlformats.org/officeDocument/2006/relationships/customXml" Target="../ink/ink410.xml"/><Relationship Id="rId23" Type="http://schemas.openxmlformats.org/officeDocument/2006/relationships/image" Target="../media/image417.png"/><Relationship Id="rId119" Type="http://schemas.openxmlformats.org/officeDocument/2006/relationships/image" Target="../media/image465.png"/><Relationship Id="rId44" Type="http://schemas.openxmlformats.org/officeDocument/2006/relationships/customXml" Target="../ink/ink429.xml"/><Relationship Id="rId65" Type="http://schemas.openxmlformats.org/officeDocument/2006/relationships/image" Target="../media/image438.png"/><Relationship Id="rId86" Type="http://schemas.openxmlformats.org/officeDocument/2006/relationships/customXml" Target="../ink/ink450.xml"/><Relationship Id="rId130" Type="http://schemas.openxmlformats.org/officeDocument/2006/relationships/customXml" Target="../ink/ink472.xml"/><Relationship Id="rId151" Type="http://schemas.openxmlformats.org/officeDocument/2006/relationships/image" Target="../media/image481.png"/><Relationship Id="rId172" Type="http://schemas.openxmlformats.org/officeDocument/2006/relationships/customXml" Target="../ink/ink493.xml"/><Relationship Id="rId193" Type="http://schemas.openxmlformats.org/officeDocument/2006/relationships/image" Target="../media/image502.png"/><Relationship Id="rId207" Type="http://schemas.openxmlformats.org/officeDocument/2006/relationships/image" Target="../media/image509.png"/><Relationship Id="rId13" Type="http://schemas.openxmlformats.org/officeDocument/2006/relationships/image" Target="../media/image412.png"/><Relationship Id="rId109" Type="http://schemas.openxmlformats.org/officeDocument/2006/relationships/image" Target="../media/image460.png"/><Relationship Id="rId34" Type="http://schemas.openxmlformats.org/officeDocument/2006/relationships/customXml" Target="../ink/ink424.xml"/><Relationship Id="rId55" Type="http://schemas.openxmlformats.org/officeDocument/2006/relationships/image" Target="../media/image433.png"/><Relationship Id="rId76" Type="http://schemas.openxmlformats.org/officeDocument/2006/relationships/customXml" Target="../ink/ink445.xml"/><Relationship Id="rId97" Type="http://schemas.openxmlformats.org/officeDocument/2006/relationships/image" Target="../media/image454.png"/><Relationship Id="rId120" Type="http://schemas.openxmlformats.org/officeDocument/2006/relationships/customXml" Target="../ink/ink467.xml"/><Relationship Id="rId141" Type="http://schemas.openxmlformats.org/officeDocument/2006/relationships/image" Target="../media/image476.png"/><Relationship Id="rId7" Type="http://schemas.openxmlformats.org/officeDocument/2006/relationships/image" Target="../media/image409.png"/><Relationship Id="rId162" Type="http://schemas.openxmlformats.org/officeDocument/2006/relationships/customXml" Target="../ink/ink488.xml"/><Relationship Id="rId183" Type="http://schemas.openxmlformats.org/officeDocument/2006/relationships/image" Target="../media/image497.png"/><Relationship Id="rId24" Type="http://schemas.openxmlformats.org/officeDocument/2006/relationships/customXml" Target="../ink/ink419.xml"/><Relationship Id="rId45" Type="http://schemas.openxmlformats.org/officeDocument/2006/relationships/image" Target="../media/image428.png"/><Relationship Id="rId66" Type="http://schemas.openxmlformats.org/officeDocument/2006/relationships/customXml" Target="../ink/ink440.xml"/><Relationship Id="rId87" Type="http://schemas.openxmlformats.org/officeDocument/2006/relationships/image" Target="../media/image449.png"/><Relationship Id="rId110" Type="http://schemas.openxmlformats.org/officeDocument/2006/relationships/customXml" Target="../ink/ink462.xml"/><Relationship Id="rId131" Type="http://schemas.openxmlformats.org/officeDocument/2006/relationships/image" Target="../media/image471.png"/><Relationship Id="rId152" Type="http://schemas.openxmlformats.org/officeDocument/2006/relationships/customXml" Target="../ink/ink483.xml"/><Relationship Id="rId173" Type="http://schemas.openxmlformats.org/officeDocument/2006/relationships/image" Target="../media/image492.png"/><Relationship Id="rId194" Type="http://schemas.openxmlformats.org/officeDocument/2006/relationships/customXml" Target="../ink/ink504.xml"/><Relationship Id="rId208" Type="http://schemas.openxmlformats.org/officeDocument/2006/relationships/customXml" Target="../ink/ink511.xml"/><Relationship Id="rId14" Type="http://schemas.openxmlformats.org/officeDocument/2006/relationships/customXml" Target="../ink/ink414.xml"/><Relationship Id="rId30" Type="http://schemas.openxmlformats.org/officeDocument/2006/relationships/customXml" Target="../ink/ink422.xml"/><Relationship Id="rId35" Type="http://schemas.openxmlformats.org/officeDocument/2006/relationships/image" Target="../media/image423.png"/><Relationship Id="rId56" Type="http://schemas.openxmlformats.org/officeDocument/2006/relationships/customXml" Target="../ink/ink435.xml"/><Relationship Id="rId77" Type="http://schemas.openxmlformats.org/officeDocument/2006/relationships/image" Target="../media/image444.png"/><Relationship Id="rId100" Type="http://schemas.openxmlformats.org/officeDocument/2006/relationships/customXml" Target="../ink/ink457.xml"/><Relationship Id="rId105" Type="http://schemas.openxmlformats.org/officeDocument/2006/relationships/image" Target="../media/image458.png"/><Relationship Id="rId126" Type="http://schemas.openxmlformats.org/officeDocument/2006/relationships/customXml" Target="../ink/ink470.xml"/><Relationship Id="rId147" Type="http://schemas.openxmlformats.org/officeDocument/2006/relationships/image" Target="../media/image479.png"/><Relationship Id="rId168" Type="http://schemas.openxmlformats.org/officeDocument/2006/relationships/customXml" Target="../ink/ink491.xml"/><Relationship Id="rId8" Type="http://schemas.openxmlformats.org/officeDocument/2006/relationships/customXml" Target="../ink/ink411.xml"/><Relationship Id="rId51" Type="http://schemas.openxmlformats.org/officeDocument/2006/relationships/image" Target="../media/image431.png"/><Relationship Id="rId72" Type="http://schemas.openxmlformats.org/officeDocument/2006/relationships/customXml" Target="../ink/ink443.xml"/><Relationship Id="rId93" Type="http://schemas.openxmlformats.org/officeDocument/2006/relationships/image" Target="../media/image452.png"/><Relationship Id="rId98" Type="http://schemas.openxmlformats.org/officeDocument/2006/relationships/customXml" Target="../ink/ink456.xml"/><Relationship Id="rId121" Type="http://schemas.openxmlformats.org/officeDocument/2006/relationships/image" Target="../media/image466.png"/><Relationship Id="rId142" Type="http://schemas.openxmlformats.org/officeDocument/2006/relationships/customXml" Target="../ink/ink478.xml"/><Relationship Id="rId163" Type="http://schemas.openxmlformats.org/officeDocument/2006/relationships/image" Target="../media/image487.png"/><Relationship Id="rId184" Type="http://schemas.openxmlformats.org/officeDocument/2006/relationships/customXml" Target="../ink/ink499.xml"/><Relationship Id="rId189" Type="http://schemas.openxmlformats.org/officeDocument/2006/relationships/image" Target="../media/image500.png"/><Relationship Id="rId3" Type="http://schemas.openxmlformats.org/officeDocument/2006/relationships/image" Target="../media/image407.png"/><Relationship Id="rId214" Type="http://schemas.openxmlformats.org/officeDocument/2006/relationships/customXml" Target="../ink/ink514.xml"/><Relationship Id="rId25" Type="http://schemas.openxmlformats.org/officeDocument/2006/relationships/image" Target="../media/image418.png"/><Relationship Id="rId46" Type="http://schemas.openxmlformats.org/officeDocument/2006/relationships/customXml" Target="../ink/ink430.xml"/><Relationship Id="rId67" Type="http://schemas.openxmlformats.org/officeDocument/2006/relationships/image" Target="../media/image439.png"/><Relationship Id="rId116" Type="http://schemas.openxmlformats.org/officeDocument/2006/relationships/customXml" Target="../ink/ink465.xml"/><Relationship Id="rId137" Type="http://schemas.openxmlformats.org/officeDocument/2006/relationships/image" Target="../media/image474.png"/><Relationship Id="rId158" Type="http://schemas.openxmlformats.org/officeDocument/2006/relationships/customXml" Target="../ink/ink486.xml"/><Relationship Id="rId20" Type="http://schemas.openxmlformats.org/officeDocument/2006/relationships/customXml" Target="../ink/ink417.xml"/><Relationship Id="rId41" Type="http://schemas.openxmlformats.org/officeDocument/2006/relationships/image" Target="../media/image426.png"/><Relationship Id="rId62" Type="http://schemas.openxmlformats.org/officeDocument/2006/relationships/customXml" Target="../ink/ink438.xml"/><Relationship Id="rId83" Type="http://schemas.openxmlformats.org/officeDocument/2006/relationships/image" Target="../media/image447.png"/><Relationship Id="rId88" Type="http://schemas.openxmlformats.org/officeDocument/2006/relationships/customXml" Target="../ink/ink451.xml"/><Relationship Id="rId111" Type="http://schemas.openxmlformats.org/officeDocument/2006/relationships/image" Target="../media/image461.png"/><Relationship Id="rId132" Type="http://schemas.openxmlformats.org/officeDocument/2006/relationships/customXml" Target="../ink/ink473.xml"/><Relationship Id="rId153" Type="http://schemas.openxmlformats.org/officeDocument/2006/relationships/image" Target="../media/image482.png"/><Relationship Id="rId174" Type="http://schemas.openxmlformats.org/officeDocument/2006/relationships/customXml" Target="../ink/ink494.xml"/><Relationship Id="rId179" Type="http://schemas.openxmlformats.org/officeDocument/2006/relationships/image" Target="../media/image495.png"/><Relationship Id="rId195" Type="http://schemas.openxmlformats.org/officeDocument/2006/relationships/image" Target="../media/image503.png"/><Relationship Id="rId209" Type="http://schemas.openxmlformats.org/officeDocument/2006/relationships/image" Target="../media/image510.png"/><Relationship Id="rId190" Type="http://schemas.openxmlformats.org/officeDocument/2006/relationships/customXml" Target="../ink/ink502.xml"/><Relationship Id="rId204" Type="http://schemas.openxmlformats.org/officeDocument/2006/relationships/customXml" Target="../ink/ink509.xml"/><Relationship Id="rId15" Type="http://schemas.openxmlformats.org/officeDocument/2006/relationships/image" Target="../media/image413.png"/><Relationship Id="rId36" Type="http://schemas.openxmlformats.org/officeDocument/2006/relationships/customXml" Target="../ink/ink425.xml"/><Relationship Id="rId57" Type="http://schemas.openxmlformats.org/officeDocument/2006/relationships/image" Target="../media/image434.png"/><Relationship Id="rId106" Type="http://schemas.openxmlformats.org/officeDocument/2006/relationships/customXml" Target="../ink/ink460.xml"/><Relationship Id="rId127" Type="http://schemas.openxmlformats.org/officeDocument/2006/relationships/image" Target="../media/image469.png"/><Relationship Id="rId10" Type="http://schemas.openxmlformats.org/officeDocument/2006/relationships/customXml" Target="../ink/ink412.xml"/><Relationship Id="rId31" Type="http://schemas.openxmlformats.org/officeDocument/2006/relationships/image" Target="../media/image421.png"/><Relationship Id="rId52" Type="http://schemas.openxmlformats.org/officeDocument/2006/relationships/customXml" Target="../ink/ink433.xml"/><Relationship Id="rId73" Type="http://schemas.openxmlformats.org/officeDocument/2006/relationships/image" Target="../media/image442.png"/><Relationship Id="rId78" Type="http://schemas.openxmlformats.org/officeDocument/2006/relationships/customXml" Target="../ink/ink446.xml"/><Relationship Id="rId94" Type="http://schemas.openxmlformats.org/officeDocument/2006/relationships/customXml" Target="../ink/ink454.xml"/><Relationship Id="rId99" Type="http://schemas.openxmlformats.org/officeDocument/2006/relationships/image" Target="../media/image455.png"/><Relationship Id="rId101" Type="http://schemas.openxmlformats.org/officeDocument/2006/relationships/image" Target="../media/image456.png"/><Relationship Id="rId122" Type="http://schemas.openxmlformats.org/officeDocument/2006/relationships/customXml" Target="../ink/ink468.xml"/><Relationship Id="rId143" Type="http://schemas.openxmlformats.org/officeDocument/2006/relationships/image" Target="../media/image477.png"/><Relationship Id="rId148" Type="http://schemas.openxmlformats.org/officeDocument/2006/relationships/customXml" Target="../ink/ink481.xml"/><Relationship Id="rId164" Type="http://schemas.openxmlformats.org/officeDocument/2006/relationships/customXml" Target="../ink/ink489.xml"/><Relationship Id="rId169" Type="http://schemas.openxmlformats.org/officeDocument/2006/relationships/image" Target="../media/image490.png"/><Relationship Id="rId185" Type="http://schemas.openxmlformats.org/officeDocument/2006/relationships/image" Target="../media/image498.png"/><Relationship Id="rId4" Type="http://schemas.openxmlformats.org/officeDocument/2006/relationships/customXml" Target="../ink/ink409.xml"/><Relationship Id="rId9" Type="http://schemas.openxmlformats.org/officeDocument/2006/relationships/image" Target="../media/image410.png"/><Relationship Id="rId180" Type="http://schemas.openxmlformats.org/officeDocument/2006/relationships/customXml" Target="../ink/ink497.xml"/><Relationship Id="rId210" Type="http://schemas.openxmlformats.org/officeDocument/2006/relationships/customXml" Target="../ink/ink512.xml"/><Relationship Id="rId215" Type="http://schemas.openxmlformats.org/officeDocument/2006/relationships/image" Target="../media/image513.png"/><Relationship Id="rId26" Type="http://schemas.openxmlformats.org/officeDocument/2006/relationships/customXml" Target="../ink/ink420.xml"/><Relationship Id="rId47" Type="http://schemas.openxmlformats.org/officeDocument/2006/relationships/image" Target="../media/image429.png"/><Relationship Id="rId68" Type="http://schemas.openxmlformats.org/officeDocument/2006/relationships/customXml" Target="../ink/ink441.xml"/><Relationship Id="rId89" Type="http://schemas.openxmlformats.org/officeDocument/2006/relationships/image" Target="../media/image450.png"/><Relationship Id="rId112" Type="http://schemas.openxmlformats.org/officeDocument/2006/relationships/customXml" Target="../ink/ink463.xml"/><Relationship Id="rId133" Type="http://schemas.openxmlformats.org/officeDocument/2006/relationships/image" Target="../media/image472.png"/><Relationship Id="rId154" Type="http://schemas.openxmlformats.org/officeDocument/2006/relationships/customXml" Target="../ink/ink484.xml"/><Relationship Id="rId175" Type="http://schemas.openxmlformats.org/officeDocument/2006/relationships/image" Target="../media/image493.png"/><Relationship Id="rId196" Type="http://schemas.openxmlformats.org/officeDocument/2006/relationships/customXml" Target="../ink/ink505.xml"/><Relationship Id="rId200" Type="http://schemas.openxmlformats.org/officeDocument/2006/relationships/customXml" Target="../ink/ink507.xml"/><Relationship Id="rId16" Type="http://schemas.openxmlformats.org/officeDocument/2006/relationships/customXml" Target="../ink/ink415.xml"/><Relationship Id="rId37" Type="http://schemas.openxmlformats.org/officeDocument/2006/relationships/image" Target="../media/image424.png"/><Relationship Id="rId58" Type="http://schemas.openxmlformats.org/officeDocument/2006/relationships/customXml" Target="../ink/ink436.xml"/><Relationship Id="rId79" Type="http://schemas.openxmlformats.org/officeDocument/2006/relationships/image" Target="../media/image445.png"/><Relationship Id="rId102" Type="http://schemas.openxmlformats.org/officeDocument/2006/relationships/customXml" Target="../ink/ink458.xml"/><Relationship Id="rId123" Type="http://schemas.openxmlformats.org/officeDocument/2006/relationships/image" Target="../media/image467.png"/><Relationship Id="rId144" Type="http://schemas.openxmlformats.org/officeDocument/2006/relationships/customXml" Target="../ink/ink479.xml"/><Relationship Id="rId90" Type="http://schemas.openxmlformats.org/officeDocument/2006/relationships/customXml" Target="../ink/ink452.xml"/><Relationship Id="rId165" Type="http://schemas.openxmlformats.org/officeDocument/2006/relationships/image" Target="../media/image488.png"/><Relationship Id="rId186" Type="http://schemas.openxmlformats.org/officeDocument/2006/relationships/customXml" Target="../ink/ink500.xml"/><Relationship Id="rId211" Type="http://schemas.openxmlformats.org/officeDocument/2006/relationships/image" Target="../media/image511.png"/><Relationship Id="rId27" Type="http://schemas.openxmlformats.org/officeDocument/2006/relationships/image" Target="../media/image419.png"/><Relationship Id="rId48" Type="http://schemas.openxmlformats.org/officeDocument/2006/relationships/customXml" Target="../ink/ink431.xml"/><Relationship Id="rId69" Type="http://schemas.openxmlformats.org/officeDocument/2006/relationships/image" Target="../media/image440.png"/><Relationship Id="rId113" Type="http://schemas.openxmlformats.org/officeDocument/2006/relationships/image" Target="../media/image462.png"/><Relationship Id="rId134" Type="http://schemas.openxmlformats.org/officeDocument/2006/relationships/customXml" Target="../ink/ink474.xml"/><Relationship Id="rId80" Type="http://schemas.openxmlformats.org/officeDocument/2006/relationships/customXml" Target="../ink/ink447.xml"/><Relationship Id="rId155" Type="http://schemas.openxmlformats.org/officeDocument/2006/relationships/image" Target="../media/image483.png"/><Relationship Id="rId176" Type="http://schemas.openxmlformats.org/officeDocument/2006/relationships/customXml" Target="../ink/ink495.xml"/><Relationship Id="rId197" Type="http://schemas.openxmlformats.org/officeDocument/2006/relationships/image" Target="../media/image504.png"/><Relationship Id="rId201" Type="http://schemas.openxmlformats.org/officeDocument/2006/relationships/image" Target="../media/image506.png"/><Relationship Id="rId17" Type="http://schemas.openxmlformats.org/officeDocument/2006/relationships/image" Target="../media/image414.png"/><Relationship Id="rId38" Type="http://schemas.openxmlformats.org/officeDocument/2006/relationships/customXml" Target="../ink/ink426.xml"/><Relationship Id="rId59" Type="http://schemas.openxmlformats.org/officeDocument/2006/relationships/image" Target="../media/image435.png"/><Relationship Id="rId103" Type="http://schemas.openxmlformats.org/officeDocument/2006/relationships/image" Target="../media/image457.png"/><Relationship Id="rId124" Type="http://schemas.openxmlformats.org/officeDocument/2006/relationships/customXml" Target="../ink/ink469.xml"/><Relationship Id="rId70" Type="http://schemas.openxmlformats.org/officeDocument/2006/relationships/customXml" Target="../ink/ink442.xml"/><Relationship Id="rId91" Type="http://schemas.openxmlformats.org/officeDocument/2006/relationships/image" Target="../media/image451.png"/><Relationship Id="rId145" Type="http://schemas.openxmlformats.org/officeDocument/2006/relationships/image" Target="../media/image478.png"/><Relationship Id="rId166" Type="http://schemas.openxmlformats.org/officeDocument/2006/relationships/customXml" Target="../ink/ink490.xml"/><Relationship Id="rId187" Type="http://schemas.openxmlformats.org/officeDocument/2006/relationships/image" Target="../media/image49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513.xml"/><Relationship Id="rId28" Type="http://schemas.openxmlformats.org/officeDocument/2006/relationships/customXml" Target="../ink/ink421.xml"/><Relationship Id="rId49" Type="http://schemas.openxmlformats.org/officeDocument/2006/relationships/image" Target="../media/image430.png"/><Relationship Id="rId114" Type="http://schemas.openxmlformats.org/officeDocument/2006/relationships/customXml" Target="../ink/ink464.xml"/><Relationship Id="rId60" Type="http://schemas.openxmlformats.org/officeDocument/2006/relationships/customXml" Target="../ink/ink437.xml"/><Relationship Id="rId81" Type="http://schemas.openxmlformats.org/officeDocument/2006/relationships/image" Target="../media/image446.png"/><Relationship Id="rId135" Type="http://schemas.openxmlformats.org/officeDocument/2006/relationships/image" Target="../media/image473.png"/><Relationship Id="rId156" Type="http://schemas.openxmlformats.org/officeDocument/2006/relationships/customXml" Target="../ink/ink485.xml"/><Relationship Id="rId177" Type="http://schemas.openxmlformats.org/officeDocument/2006/relationships/image" Target="../media/image494.png"/><Relationship Id="rId198" Type="http://schemas.openxmlformats.org/officeDocument/2006/relationships/customXml" Target="../ink/ink506.xml"/><Relationship Id="rId202" Type="http://schemas.openxmlformats.org/officeDocument/2006/relationships/customXml" Target="../ink/ink508.xml"/><Relationship Id="rId18" Type="http://schemas.openxmlformats.org/officeDocument/2006/relationships/customXml" Target="../ink/ink416.xml"/><Relationship Id="rId39" Type="http://schemas.openxmlformats.org/officeDocument/2006/relationships/image" Target="../media/image425.png"/><Relationship Id="rId50" Type="http://schemas.openxmlformats.org/officeDocument/2006/relationships/customXml" Target="../ink/ink432.xml"/><Relationship Id="rId104" Type="http://schemas.openxmlformats.org/officeDocument/2006/relationships/customXml" Target="../ink/ink459.xml"/><Relationship Id="rId125" Type="http://schemas.openxmlformats.org/officeDocument/2006/relationships/image" Target="../media/image468.png"/><Relationship Id="rId146" Type="http://schemas.openxmlformats.org/officeDocument/2006/relationships/customXml" Target="../ink/ink480.xml"/><Relationship Id="rId167" Type="http://schemas.openxmlformats.org/officeDocument/2006/relationships/image" Target="../media/image489.png"/><Relationship Id="rId188" Type="http://schemas.openxmlformats.org/officeDocument/2006/relationships/customXml" Target="../ink/ink501.xml"/><Relationship Id="rId71" Type="http://schemas.openxmlformats.org/officeDocument/2006/relationships/image" Target="../media/image441.png"/><Relationship Id="rId92" Type="http://schemas.openxmlformats.org/officeDocument/2006/relationships/customXml" Target="../ink/ink453.xml"/><Relationship Id="rId213" Type="http://schemas.openxmlformats.org/officeDocument/2006/relationships/image" Target="../media/image512.png"/><Relationship Id="rId2" Type="http://schemas.openxmlformats.org/officeDocument/2006/relationships/customXml" Target="../ink/ink408.xml"/><Relationship Id="rId29" Type="http://schemas.openxmlformats.org/officeDocument/2006/relationships/image" Target="../media/image420.png"/><Relationship Id="rId40" Type="http://schemas.openxmlformats.org/officeDocument/2006/relationships/customXml" Target="../ink/ink427.xml"/><Relationship Id="rId115" Type="http://schemas.openxmlformats.org/officeDocument/2006/relationships/image" Target="../media/image463.png"/><Relationship Id="rId136" Type="http://schemas.openxmlformats.org/officeDocument/2006/relationships/customXml" Target="../ink/ink475.xml"/><Relationship Id="rId157" Type="http://schemas.openxmlformats.org/officeDocument/2006/relationships/image" Target="../media/image484.png"/><Relationship Id="rId178" Type="http://schemas.openxmlformats.org/officeDocument/2006/relationships/customXml" Target="../ink/ink496.xml"/><Relationship Id="rId61" Type="http://schemas.openxmlformats.org/officeDocument/2006/relationships/image" Target="../media/image436.png"/><Relationship Id="rId82" Type="http://schemas.openxmlformats.org/officeDocument/2006/relationships/customXml" Target="../ink/ink448.xml"/><Relationship Id="rId199" Type="http://schemas.openxmlformats.org/officeDocument/2006/relationships/image" Target="../media/image505.png"/><Relationship Id="rId203" Type="http://schemas.openxmlformats.org/officeDocument/2006/relationships/image" Target="../media/image507.png"/><Relationship Id="rId19" Type="http://schemas.openxmlformats.org/officeDocument/2006/relationships/image" Target="../media/image415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28.xml"/><Relationship Id="rId21" Type="http://schemas.openxmlformats.org/officeDocument/2006/relationships/image" Target="../media/image524.png"/><Relationship Id="rId42" Type="http://schemas.openxmlformats.org/officeDocument/2006/relationships/customXml" Target="../ink/ink536.xml"/><Relationship Id="rId47" Type="http://schemas.openxmlformats.org/officeDocument/2006/relationships/image" Target="../media/image537.png"/><Relationship Id="rId63" Type="http://schemas.openxmlformats.org/officeDocument/2006/relationships/image" Target="../media/image545.png"/><Relationship Id="rId68" Type="http://schemas.openxmlformats.org/officeDocument/2006/relationships/customXml" Target="../ink/ink549.xml"/><Relationship Id="rId84" Type="http://schemas.openxmlformats.org/officeDocument/2006/relationships/customXml" Target="../ink/ink557.xml"/><Relationship Id="rId89" Type="http://schemas.openxmlformats.org/officeDocument/2006/relationships/image" Target="../media/image558.png"/><Relationship Id="rId112" Type="http://schemas.openxmlformats.org/officeDocument/2006/relationships/customXml" Target="../ink/ink571.xml"/><Relationship Id="rId16" Type="http://schemas.openxmlformats.org/officeDocument/2006/relationships/customXml" Target="../ink/ink523.xml"/><Relationship Id="rId107" Type="http://schemas.openxmlformats.org/officeDocument/2006/relationships/image" Target="../media/image567.png"/><Relationship Id="rId11" Type="http://schemas.openxmlformats.org/officeDocument/2006/relationships/image" Target="../media/image519.png"/><Relationship Id="rId32" Type="http://schemas.openxmlformats.org/officeDocument/2006/relationships/customXml" Target="../ink/ink531.xml"/><Relationship Id="rId37" Type="http://schemas.openxmlformats.org/officeDocument/2006/relationships/image" Target="../media/image532.png"/><Relationship Id="rId53" Type="http://schemas.openxmlformats.org/officeDocument/2006/relationships/image" Target="../media/image540.png"/><Relationship Id="rId58" Type="http://schemas.openxmlformats.org/officeDocument/2006/relationships/customXml" Target="../ink/ink544.xml"/><Relationship Id="rId74" Type="http://schemas.openxmlformats.org/officeDocument/2006/relationships/customXml" Target="../ink/ink552.xml"/><Relationship Id="rId79" Type="http://schemas.openxmlformats.org/officeDocument/2006/relationships/image" Target="../media/image553.png"/><Relationship Id="rId102" Type="http://schemas.openxmlformats.org/officeDocument/2006/relationships/customXml" Target="../ink/ink566.xml"/><Relationship Id="rId5" Type="http://schemas.openxmlformats.org/officeDocument/2006/relationships/image" Target="../media/image516.png"/><Relationship Id="rId90" Type="http://schemas.openxmlformats.org/officeDocument/2006/relationships/customXml" Target="../ink/ink560.xml"/><Relationship Id="rId95" Type="http://schemas.openxmlformats.org/officeDocument/2006/relationships/image" Target="../media/image561.png"/><Relationship Id="rId22" Type="http://schemas.openxmlformats.org/officeDocument/2006/relationships/customXml" Target="../ink/ink526.xml"/><Relationship Id="rId27" Type="http://schemas.openxmlformats.org/officeDocument/2006/relationships/image" Target="../media/image527.png"/><Relationship Id="rId43" Type="http://schemas.openxmlformats.org/officeDocument/2006/relationships/image" Target="../media/image535.png"/><Relationship Id="rId48" Type="http://schemas.openxmlformats.org/officeDocument/2006/relationships/customXml" Target="../ink/ink539.xml"/><Relationship Id="rId64" Type="http://schemas.openxmlformats.org/officeDocument/2006/relationships/customXml" Target="../ink/ink547.xml"/><Relationship Id="rId69" Type="http://schemas.openxmlformats.org/officeDocument/2006/relationships/image" Target="../media/image548.png"/><Relationship Id="rId113" Type="http://schemas.openxmlformats.org/officeDocument/2006/relationships/image" Target="../media/image570.png"/><Relationship Id="rId80" Type="http://schemas.openxmlformats.org/officeDocument/2006/relationships/customXml" Target="../ink/ink555.xml"/><Relationship Id="rId85" Type="http://schemas.openxmlformats.org/officeDocument/2006/relationships/image" Target="../media/image556.png"/><Relationship Id="rId12" Type="http://schemas.openxmlformats.org/officeDocument/2006/relationships/customXml" Target="../ink/ink521.xml"/><Relationship Id="rId17" Type="http://schemas.openxmlformats.org/officeDocument/2006/relationships/image" Target="../media/image522.png"/><Relationship Id="rId33" Type="http://schemas.openxmlformats.org/officeDocument/2006/relationships/image" Target="../media/image530.png"/><Relationship Id="rId38" Type="http://schemas.openxmlformats.org/officeDocument/2006/relationships/customXml" Target="../ink/ink534.xml"/><Relationship Id="rId59" Type="http://schemas.openxmlformats.org/officeDocument/2006/relationships/image" Target="../media/image543.png"/><Relationship Id="rId103" Type="http://schemas.openxmlformats.org/officeDocument/2006/relationships/image" Target="../media/image565.png"/><Relationship Id="rId108" Type="http://schemas.openxmlformats.org/officeDocument/2006/relationships/customXml" Target="../ink/ink569.xml"/><Relationship Id="rId54" Type="http://schemas.openxmlformats.org/officeDocument/2006/relationships/customXml" Target="../ink/ink542.xml"/><Relationship Id="rId70" Type="http://schemas.openxmlformats.org/officeDocument/2006/relationships/customXml" Target="../ink/ink550.xml"/><Relationship Id="rId75" Type="http://schemas.openxmlformats.org/officeDocument/2006/relationships/image" Target="../media/image551.png"/><Relationship Id="rId91" Type="http://schemas.openxmlformats.org/officeDocument/2006/relationships/image" Target="../media/image559.png"/><Relationship Id="rId96" Type="http://schemas.openxmlformats.org/officeDocument/2006/relationships/customXml" Target="../ink/ink56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18.xml"/><Relationship Id="rId15" Type="http://schemas.openxmlformats.org/officeDocument/2006/relationships/image" Target="../media/image521.png"/><Relationship Id="rId23" Type="http://schemas.openxmlformats.org/officeDocument/2006/relationships/image" Target="../media/image525.png"/><Relationship Id="rId28" Type="http://schemas.openxmlformats.org/officeDocument/2006/relationships/customXml" Target="../ink/ink529.xml"/><Relationship Id="rId36" Type="http://schemas.openxmlformats.org/officeDocument/2006/relationships/customXml" Target="../ink/ink533.xml"/><Relationship Id="rId49" Type="http://schemas.openxmlformats.org/officeDocument/2006/relationships/image" Target="../media/image538.png"/><Relationship Id="rId57" Type="http://schemas.openxmlformats.org/officeDocument/2006/relationships/image" Target="../media/image542.png"/><Relationship Id="rId106" Type="http://schemas.openxmlformats.org/officeDocument/2006/relationships/customXml" Target="../ink/ink568.xml"/><Relationship Id="rId114" Type="http://schemas.openxmlformats.org/officeDocument/2006/relationships/customXml" Target="../ink/ink572.xml"/><Relationship Id="rId10" Type="http://schemas.openxmlformats.org/officeDocument/2006/relationships/customXml" Target="../ink/ink520.xml"/><Relationship Id="rId31" Type="http://schemas.openxmlformats.org/officeDocument/2006/relationships/image" Target="../media/image529.png"/><Relationship Id="rId44" Type="http://schemas.openxmlformats.org/officeDocument/2006/relationships/customXml" Target="../ink/ink537.xml"/><Relationship Id="rId52" Type="http://schemas.openxmlformats.org/officeDocument/2006/relationships/customXml" Target="../ink/ink541.xml"/><Relationship Id="rId60" Type="http://schemas.openxmlformats.org/officeDocument/2006/relationships/customXml" Target="../ink/ink545.xml"/><Relationship Id="rId65" Type="http://schemas.openxmlformats.org/officeDocument/2006/relationships/image" Target="../media/image546.png"/><Relationship Id="rId73" Type="http://schemas.openxmlformats.org/officeDocument/2006/relationships/image" Target="../media/image550.png"/><Relationship Id="rId78" Type="http://schemas.openxmlformats.org/officeDocument/2006/relationships/customXml" Target="../ink/ink554.xml"/><Relationship Id="rId81" Type="http://schemas.openxmlformats.org/officeDocument/2006/relationships/image" Target="../media/image554.png"/><Relationship Id="rId86" Type="http://schemas.openxmlformats.org/officeDocument/2006/relationships/customXml" Target="../ink/ink558.xml"/><Relationship Id="rId94" Type="http://schemas.openxmlformats.org/officeDocument/2006/relationships/customXml" Target="../ink/ink562.xml"/><Relationship Id="rId99" Type="http://schemas.openxmlformats.org/officeDocument/2006/relationships/image" Target="../media/image563.png"/><Relationship Id="rId101" Type="http://schemas.openxmlformats.org/officeDocument/2006/relationships/image" Target="../media/image564.png"/><Relationship Id="rId4" Type="http://schemas.openxmlformats.org/officeDocument/2006/relationships/customXml" Target="../ink/ink517.xml"/><Relationship Id="rId9" Type="http://schemas.openxmlformats.org/officeDocument/2006/relationships/image" Target="../media/image518.png"/><Relationship Id="rId13" Type="http://schemas.openxmlformats.org/officeDocument/2006/relationships/image" Target="../media/image520.png"/><Relationship Id="rId18" Type="http://schemas.openxmlformats.org/officeDocument/2006/relationships/customXml" Target="../ink/ink524.xml"/><Relationship Id="rId39" Type="http://schemas.openxmlformats.org/officeDocument/2006/relationships/image" Target="../media/image533.png"/><Relationship Id="rId109" Type="http://schemas.openxmlformats.org/officeDocument/2006/relationships/image" Target="../media/image568.png"/><Relationship Id="rId34" Type="http://schemas.openxmlformats.org/officeDocument/2006/relationships/customXml" Target="../ink/ink532.xml"/><Relationship Id="rId50" Type="http://schemas.openxmlformats.org/officeDocument/2006/relationships/customXml" Target="../ink/ink540.xml"/><Relationship Id="rId55" Type="http://schemas.openxmlformats.org/officeDocument/2006/relationships/image" Target="../media/image541.png"/><Relationship Id="rId76" Type="http://schemas.openxmlformats.org/officeDocument/2006/relationships/customXml" Target="../ink/ink553.xml"/><Relationship Id="rId97" Type="http://schemas.openxmlformats.org/officeDocument/2006/relationships/image" Target="../media/image562.png"/><Relationship Id="rId104" Type="http://schemas.openxmlformats.org/officeDocument/2006/relationships/customXml" Target="../ink/ink567.xml"/><Relationship Id="rId7" Type="http://schemas.openxmlformats.org/officeDocument/2006/relationships/image" Target="../media/image517.png"/><Relationship Id="rId71" Type="http://schemas.openxmlformats.org/officeDocument/2006/relationships/image" Target="../media/image549.png"/><Relationship Id="rId92" Type="http://schemas.openxmlformats.org/officeDocument/2006/relationships/customXml" Target="../ink/ink561.xml"/><Relationship Id="rId2" Type="http://schemas.openxmlformats.org/officeDocument/2006/relationships/customXml" Target="../ink/ink516.xml"/><Relationship Id="rId29" Type="http://schemas.openxmlformats.org/officeDocument/2006/relationships/image" Target="../media/image528.png"/><Relationship Id="rId24" Type="http://schemas.openxmlformats.org/officeDocument/2006/relationships/customXml" Target="../ink/ink527.xml"/><Relationship Id="rId40" Type="http://schemas.openxmlformats.org/officeDocument/2006/relationships/customXml" Target="../ink/ink535.xml"/><Relationship Id="rId45" Type="http://schemas.openxmlformats.org/officeDocument/2006/relationships/image" Target="../media/image536.png"/><Relationship Id="rId66" Type="http://schemas.openxmlformats.org/officeDocument/2006/relationships/customXml" Target="../ink/ink548.xml"/><Relationship Id="rId87" Type="http://schemas.openxmlformats.org/officeDocument/2006/relationships/image" Target="../media/image557.png"/><Relationship Id="rId110" Type="http://schemas.openxmlformats.org/officeDocument/2006/relationships/customXml" Target="../ink/ink570.xml"/><Relationship Id="rId115" Type="http://schemas.openxmlformats.org/officeDocument/2006/relationships/image" Target="../media/image571.png"/><Relationship Id="rId61" Type="http://schemas.openxmlformats.org/officeDocument/2006/relationships/image" Target="../media/image544.png"/><Relationship Id="rId82" Type="http://schemas.openxmlformats.org/officeDocument/2006/relationships/customXml" Target="../ink/ink556.xml"/><Relationship Id="rId19" Type="http://schemas.openxmlformats.org/officeDocument/2006/relationships/image" Target="../media/image523.png"/><Relationship Id="rId14" Type="http://schemas.openxmlformats.org/officeDocument/2006/relationships/customXml" Target="../ink/ink522.xml"/><Relationship Id="rId30" Type="http://schemas.openxmlformats.org/officeDocument/2006/relationships/customXml" Target="../ink/ink530.xml"/><Relationship Id="rId35" Type="http://schemas.openxmlformats.org/officeDocument/2006/relationships/image" Target="../media/image531.png"/><Relationship Id="rId56" Type="http://schemas.openxmlformats.org/officeDocument/2006/relationships/customXml" Target="../ink/ink543.xml"/><Relationship Id="rId77" Type="http://schemas.openxmlformats.org/officeDocument/2006/relationships/image" Target="../media/image552.png"/><Relationship Id="rId100" Type="http://schemas.openxmlformats.org/officeDocument/2006/relationships/customXml" Target="../ink/ink565.xml"/><Relationship Id="rId105" Type="http://schemas.openxmlformats.org/officeDocument/2006/relationships/image" Target="../media/image566.png"/><Relationship Id="rId8" Type="http://schemas.openxmlformats.org/officeDocument/2006/relationships/customXml" Target="../ink/ink519.xml"/><Relationship Id="rId51" Type="http://schemas.openxmlformats.org/officeDocument/2006/relationships/image" Target="../media/image539.png"/><Relationship Id="rId72" Type="http://schemas.openxmlformats.org/officeDocument/2006/relationships/customXml" Target="../ink/ink551.xml"/><Relationship Id="rId93" Type="http://schemas.openxmlformats.org/officeDocument/2006/relationships/image" Target="../media/image560.png"/><Relationship Id="rId98" Type="http://schemas.openxmlformats.org/officeDocument/2006/relationships/customXml" Target="../ink/ink564.xml"/><Relationship Id="rId3" Type="http://schemas.openxmlformats.org/officeDocument/2006/relationships/image" Target="../media/image515.png"/><Relationship Id="rId25" Type="http://schemas.openxmlformats.org/officeDocument/2006/relationships/image" Target="../media/image526.png"/><Relationship Id="rId46" Type="http://schemas.openxmlformats.org/officeDocument/2006/relationships/customXml" Target="../ink/ink538.xml"/><Relationship Id="rId67" Type="http://schemas.openxmlformats.org/officeDocument/2006/relationships/image" Target="../media/image547.png"/><Relationship Id="rId20" Type="http://schemas.openxmlformats.org/officeDocument/2006/relationships/customXml" Target="../ink/ink525.xml"/><Relationship Id="rId41" Type="http://schemas.openxmlformats.org/officeDocument/2006/relationships/image" Target="../media/image534.png"/><Relationship Id="rId62" Type="http://schemas.openxmlformats.org/officeDocument/2006/relationships/customXml" Target="../ink/ink546.xml"/><Relationship Id="rId83" Type="http://schemas.openxmlformats.org/officeDocument/2006/relationships/image" Target="../media/image555.png"/><Relationship Id="rId88" Type="http://schemas.openxmlformats.org/officeDocument/2006/relationships/customXml" Target="../ink/ink559.xml"/><Relationship Id="rId111" Type="http://schemas.openxmlformats.org/officeDocument/2006/relationships/image" Target="../media/image569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85.xml"/><Relationship Id="rId21" Type="http://schemas.openxmlformats.org/officeDocument/2006/relationships/image" Target="../media/image581.png"/><Relationship Id="rId42" Type="http://schemas.openxmlformats.org/officeDocument/2006/relationships/customXml" Target="../ink/ink593.xml"/><Relationship Id="rId47" Type="http://schemas.openxmlformats.org/officeDocument/2006/relationships/image" Target="../media/image594.png"/><Relationship Id="rId63" Type="http://schemas.openxmlformats.org/officeDocument/2006/relationships/image" Target="../media/image602.png"/><Relationship Id="rId68" Type="http://schemas.openxmlformats.org/officeDocument/2006/relationships/customXml" Target="../ink/ink606.xml"/><Relationship Id="rId16" Type="http://schemas.openxmlformats.org/officeDocument/2006/relationships/customXml" Target="../ink/ink580.xml"/><Relationship Id="rId11" Type="http://schemas.openxmlformats.org/officeDocument/2006/relationships/image" Target="../media/image576.png"/><Relationship Id="rId24" Type="http://schemas.openxmlformats.org/officeDocument/2006/relationships/customXml" Target="../ink/ink584.xml"/><Relationship Id="rId32" Type="http://schemas.openxmlformats.org/officeDocument/2006/relationships/customXml" Target="../ink/ink588.xml"/><Relationship Id="rId37" Type="http://schemas.openxmlformats.org/officeDocument/2006/relationships/image" Target="../media/image589.png"/><Relationship Id="rId40" Type="http://schemas.openxmlformats.org/officeDocument/2006/relationships/customXml" Target="../ink/ink592.xml"/><Relationship Id="rId45" Type="http://schemas.openxmlformats.org/officeDocument/2006/relationships/image" Target="../media/image593.png"/><Relationship Id="rId53" Type="http://schemas.openxmlformats.org/officeDocument/2006/relationships/image" Target="../media/image597.png"/><Relationship Id="rId58" Type="http://schemas.openxmlformats.org/officeDocument/2006/relationships/customXml" Target="../ink/ink601.xml"/><Relationship Id="rId66" Type="http://schemas.openxmlformats.org/officeDocument/2006/relationships/customXml" Target="../ink/ink605.xml"/><Relationship Id="rId74" Type="http://schemas.openxmlformats.org/officeDocument/2006/relationships/customXml" Target="../ink/ink609.xml"/><Relationship Id="rId79" Type="http://schemas.openxmlformats.org/officeDocument/2006/relationships/image" Target="../media/image610.png"/><Relationship Id="rId5" Type="http://schemas.openxmlformats.org/officeDocument/2006/relationships/image" Target="../media/image573.png"/><Relationship Id="rId61" Type="http://schemas.openxmlformats.org/officeDocument/2006/relationships/image" Target="../media/image601.png"/><Relationship Id="rId19" Type="http://schemas.openxmlformats.org/officeDocument/2006/relationships/image" Target="../media/image580.png"/><Relationship Id="rId14" Type="http://schemas.openxmlformats.org/officeDocument/2006/relationships/customXml" Target="../ink/ink579.xml"/><Relationship Id="rId22" Type="http://schemas.openxmlformats.org/officeDocument/2006/relationships/customXml" Target="../ink/ink583.xml"/><Relationship Id="rId27" Type="http://schemas.openxmlformats.org/officeDocument/2006/relationships/image" Target="../media/image584.png"/><Relationship Id="rId30" Type="http://schemas.openxmlformats.org/officeDocument/2006/relationships/customXml" Target="../ink/ink587.xml"/><Relationship Id="rId35" Type="http://schemas.openxmlformats.org/officeDocument/2006/relationships/image" Target="../media/image588.png"/><Relationship Id="rId43" Type="http://schemas.openxmlformats.org/officeDocument/2006/relationships/image" Target="../media/image592.png"/><Relationship Id="rId48" Type="http://schemas.openxmlformats.org/officeDocument/2006/relationships/customXml" Target="../ink/ink596.xml"/><Relationship Id="rId56" Type="http://schemas.openxmlformats.org/officeDocument/2006/relationships/customXml" Target="../ink/ink600.xml"/><Relationship Id="rId64" Type="http://schemas.openxmlformats.org/officeDocument/2006/relationships/customXml" Target="../ink/ink604.xml"/><Relationship Id="rId69" Type="http://schemas.openxmlformats.org/officeDocument/2006/relationships/image" Target="../media/image605.png"/><Relationship Id="rId77" Type="http://schemas.openxmlformats.org/officeDocument/2006/relationships/image" Target="../media/image609.png"/><Relationship Id="rId8" Type="http://schemas.openxmlformats.org/officeDocument/2006/relationships/customXml" Target="../ink/ink576.xml"/><Relationship Id="rId51" Type="http://schemas.openxmlformats.org/officeDocument/2006/relationships/image" Target="../media/image596.png"/><Relationship Id="rId72" Type="http://schemas.openxmlformats.org/officeDocument/2006/relationships/customXml" Target="../ink/ink608.xml"/><Relationship Id="rId3" Type="http://schemas.openxmlformats.org/officeDocument/2006/relationships/image" Target="../media/image572.png"/><Relationship Id="rId12" Type="http://schemas.openxmlformats.org/officeDocument/2006/relationships/customXml" Target="../ink/ink578.xml"/><Relationship Id="rId17" Type="http://schemas.openxmlformats.org/officeDocument/2006/relationships/image" Target="../media/image579.png"/><Relationship Id="rId25" Type="http://schemas.openxmlformats.org/officeDocument/2006/relationships/image" Target="../media/image583.png"/><Relationship Id="rId33" Type="http://schemas.openxmlformats.org/officeDocument/2006/relationships/image" Target="../media/image587.png"/><Relationship Id="rId38" Type="http://schemas.openxmlformats.org/officeDocument/2006/relationships/customXml" Target="../ink/ink591.xml"/><Relationship Id="rId46" Type="http://schemas.openxmlformats.org/officeDocument/2006/relationships/customXml" Target="../ink/ink595.xml"/><Relationship Id="rId59" Type="http://schemas.openxmlformats.org/officeDocument/2006/relationships/image" Target="../media/image600.png"/><Relationship Id="rId67" Type="http://schemas.openxmlformats.org/officeDocument/2006/relationships/image" Target="../media/image604.png"/><Relationship Id="rId20" Type="http://schemas.openxmlformats.org/officeDocument/2006/relationships/customXml" Target="../ink/ink582.xml"/><Relationship Id="rId41" Type="http://schemas.openxmlformats.org/officeDocument/2006/relationships/image" Target="../media/image591.png"/><Relationship Id="rId54" Type="http://schemas.openxmlformats.org/officeDocument/2006/relationships/customXml" Target="../ink/ink599.xml"/><Relationship Id="rId62" Type="http://schemas.openxmlformats.org/officeDocument/2006/relationships/customXml" Target="../ink/ink603.xml"/><Relationship Id="rId70" Type="http://schemas.openxmlformats.org/officeDocument/2006/relationships/customXml" Target="../ink/ink607.xml"/><Relationship Id="rId75" Type="http://schemas.openxmlformats.org/officeDocument/2006/relationships/image" Target="../media/image60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75.xml"/><Relationship Id="rId15" Type="http://schemas.openxmlformats.org/officeDocument/2006/relationships/image" Target="../media/image578.png"/><Relationship Id="rId23" Type="http://schemas.openxmlformats.org/officeDocument/2006/relationships/image" Target="../media/image582.png"/><Relationship Id="rId28" Type="http://schemas.openxmlformats.org/officeDocument/2006/relationships/customXml" Target="../ink/ink586.xml"/><Relationship Id="rId36" Type="http://schemas.openxmlformats.org/officeDocument/2006/relationships/customXml" Target="../ink/ink590.xml"/><Relationship Id="rId49" Type="http://schemas.openxmlformats.org/officeDocument/2006/relationships/image" Target="../media/image595.png"/><Relationship Id="rId57" Type="http://schemas.openxmlformats.org/officeDocument/2006/relationships/image" Target="../media/image599.png"/><Relationship Id="rId10" Type="http://schemas.openxmlformats.org/officeDocument/2006/relationships/customXml" Target="../ink/ink577.xml"/><Relationship Id="rId31" Type="http://schemas.openxmlformats.org/officeDocument/2006/relationships/image" Target="../media/image586.png"/><Relationship Id="rId44" Type="http://schemas.openxmlformats.org/officeDocument/2006/relationships/customXml" Target="../ink/ink594.xml"/><Relationship Id="rId52" Type="http://schemas.openxmlformats.org/officeDocument/2006/relationships/customXml" Target="../ink/ink598.xml"/><Relationship Id="rId60" Type="http://schemas.openxmlformats.org/officeDocument/2006/relationships/customXml" Target="../ink/ink602.xml"/><Relationship Id="rId65" Type="http://schemas.openxmlformats.org/officeDocument/2006/relationships/image" Target="../media/image603.png"/><Relationship Id="rId73" Type="http://schemas.openxmlformats.org/officeDocument/2006/relationships/image" Target="../media/image607.png"/><Relationship Id="rId78" Type="http://schemas.openxmlformats.org/officeDocument/2006/relationships/customXml" Target="../ink/ink611.xml"/><Relationship Id="rId4" Type="http://schemas.openxmlformats.org/officeDocument/2006/relationships/customXml" Target="../ink/ink574.xml"/><Relationship Id="rId9" Type="http://schemas.openxmlformats.org/officeDocument/2006/relationships/image" Target="../media/image575.png"/><Relationship Id="rId13" Type="http://schemas.openxmlformats.org/officeDocument/2006/relationships/image" Target="../media/image577.png"/><Relationship Id="rId18" Type="http://schemas.openxmlformats.org/officeDocument/2006/relationships/customXml" Target="../ink/ink581.xml"/><Relationship Id="rId39" Type="http://schemas.openxmlformats.org/officeDocument/2006/relationships/image" Target="../media/image590.png"/><Relationship Id="rId34" Type="http://schemas.openxmlformats.org/officeDocument/2006/relationships/customXml" Target="../ink/ink589.xml"/><Relationship Id="rId50" Type="http://schemas.openxmlformats.org/officeDocument/2006/relationships/customXml" Target="../ink/ink597.xml"/><Relationship Id="rId55" Type="http://schemas.openxmlformats.org/officeDocument/2006/relationships/image" Target="../media/image598.png"/><Relationship Id="rId76" Type="http://schemas.openxmlformats.org/officeDocument/2006/relationships/customXml" Target="../ink/ink610.xml"/><Relationship Id="rId7" Type="http://schemas.openxmlformats.org/officeDocument/2006/relationships/image" Target="../media/image574.png"/><Relationship Id="rId71" Type="http://schemas.openxmlformats.org/officeDocument/2006/relationships/image" Target="../media/image606.png"/><Relationship Id="rId2" Type="http://schemas.openxmlformats.org/officeDocument/2006/relationships/customXml" Target="../ink/ink573.xml"/><Relationship Id="rId29" Type="http://schemas.openxmlformats.org/officeDocument/2006/relationships/image" Target="../media/image585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24.xml"/><Relationship Id="rId21" Type="http://schemas.openxmlformats.org/officeDocument/2006/relationships/image" Target="../media/image620.png"/><Relationship Id="rId42" Type="http://schemas.openxmlformats.org/officeDocument/2006/relationships/customXml" Target="../ink/ink632.xml"/><Relationship Id="rId47" Type="http://schemas.openxmlformats.org/officeDocument/2006/relationships/image" Target="../media/image633.png"/><Relationship Id="rId63" Type="http://schemas.openxmlformats.org/officeDocument/2006/relationships/image" Target="../media/image641.png"/><Relationship Id="rId68" Type="http://schemas.openxmlformats.org/officeDocument/2006/relationships/customXml" Target="../ink/ink645.xml"/><Relationship Id="rId84" Type="http://schemas.openxmlformats.org/officeDocument/2006/relationships/customXml" Target="../ink/ink653.xml"/><Relationship Id="rId89" Type="http://schemas.openxmlformats.org/officeDocument/2006/relationships/image" Target="../media/image654.png"/><Relationship Id="rId16" Type="http://schemas.openxmlformats.org/officeDocument/2006/relationships/customXml" Target="../ink/ink619.xml"/><Relationship Id="rId11" Type="http://schemas.openxmlformats.org/officeDocument/2006/relationships/image" Target="../media/image615.png"/><Relationship Id="rId32" Type="http://schemas.openxmlformats.org/officeDocument/2006/relationships/customXml" Target="../ink/ink627.xml"/><Relationship Id="rId37" Type="http://schemas.openxmlformats.org/officeDocument/2006/relationships/image" Target="../media/image628.png"/><Relationship Id="rId53" Type="http://schemas.openxmlformats.org/officeDocument/2006/relationships/image" Target="../media/image636.png"/><Relationship Id="rId58" Type="http://schemas.openxmlformats.org/officeDocument/2006/relationships/customXml" Target="../ink/ink640.xml"/><Relationship Id="rId74" Type="http://schemas.openxmlformats.org/officeDocument/2006/relationships/customXml" Target="../ink/ink648.xml"/><Relationship Id="rId79" Type="http://schemas.openxmlformats.org/officeDocument/2006/relationships/image" Target="../media/image649.png"/><Relationship Id="rId5" Type="http://schemas.openxmlformats.org/officeDocument/2006/relationships/image" Target="../media/image612.png"/><Relationship Id="rId90" Type="http://schemas.openxmlformats.org/officeDocument/2006/relationships/customXml" Target="../ink/ink656.xml"/><Relationship Id="rId14" Type="http://schemas.openxmlformats.org/officeDocument/2006/relationships/customXml" Target="../ink/ink618.xml"/><Relationship Id="rId22" Type="http://schemas.openxmlformats.org/officeDocument/2006/relationships/customXml" Target="../ink/ink622.xml"/><Relationship Id="rId27" Type="http://schemas.openxmlformats.org/officeDocument/2006/relationships/image" Target="../media/image623.png"/><Relationship Id="rId30" Type="http://schemas.openxmlformats.org/officeDocument/2006/relationships/customXml" Target="../ink/ink626.xml"/><Relationship Id="rId35" Type="http://schemas.openxmlformats.org/officeDocument/2006/relationships/image" Target="../media/image627.png"/><Relationship Id="rId43" Type="http://schemas.openxmlformats.org/officeDocument/2006/relationships/image" Target="../media/image631.png"/><Relationship Id="rId48" Type="http://schemas.openxmlformats.org/officeDocument/2006/relationships/customXml" Target="../ink/ink635.xml"/><Relationship Id="rId56" Type="http://schemas.openxmlformats.org/officeDocument/2006/relationships/customXml" Target="../ink/ink639.xml"/><Relationship Id="rId64" Type="http://schemas.openxmlformats.org/officeDocument/2006/relationships/customXml" Target="../ink/ink643.xml"/><Relationship Id="rId69" Type="http://schemas.openxmlformats.org/officeDocument/2006/relationships/image" Target="../media/image644.png"/><Relationship Id="rId77" Type="http://schemas.openxmlformats.org/officeDocument/2006/relationships/image" Target="../media/image648.png"/><Relationship Id="rId8" Type="http://schemas.openxmlformats.org/officeDocument/2006/relationships/customXml" Target="../ink/ink615.xml"/><Relationship Id="rId51" Type="http://schemas.openxmlformats.org/officeDocument/2006/relationships/image" Target="../media/image635.png"/><Relationship Id="rId72" Type="http://schemas.openxmlformats.org/officeDocument/2006/relationships/customXml" Target="../ink/ink647.xml"/><Relationship Id="rId80" Type="http://schemas.openxmlformats.org/officeDocument/2006/relationships/customXml" Target="../ink/ink651.xml"/><Relationship Id="rId85" Type="http://schemas.openxmlformats.org/officeDocument/2006/relationships/image" Target="../media/image652.png"/><Relationship Id="rId3" Type="http://schemas.openxmlformats.org/officeDocument/2006/relationships/image" Target="../media/image611.png"/><Relationship Id="rId12" Type="http://schemas.openxmlformats.org/officeDocument/2006/relationships/customXml" Target="../ink/ink617.xml"/><Relationship Id="rId17" Type="http://schemas.openxmlformats.org/officeDocument/2006/relationships/image" Target="../media/image618.png"/><Relationship Id="rId25" Type="http://schemas.openxmlformats.org/officeDocument/2006/relationships/image" Target="../media/image622.png"/><Relationship Id="rId33" Type="http://schemas.openxmlformats.org/officeDocument/2006/relationships/image" Target="../media/image626.png"/><Relationship Id="rId38" Type="http://schemas.openxmlformats.org/officeDocument/2006/relationships/customXml" Target="../ink/ink630.xml"/><Relationship Id="rId46" Type="http://schemas.openxmlformats.org/officeDocument/2006/relationships/customXml" Target="../ink/ink634.xml"/><Relationship Id="rId59" Type="http://schemas.openxmlformats.org/officeDocument/2006/relationships/image" Target="../media/image639.png"/><Relationship Id="rId67" Type="http://schemas.openxmlformats.org/officeDocument/2006/relationships/image" Target="../media/image643.png"/><Relationship Id="rId20" Type="http://schemas.openxmlformats.org/officeDocument/2006/relationships/customXml" Target="../ink/ink621.xml"/><Relationship Id="rId41" Type="http://schemas.openxmlformats.org/officeDocument/2006/relationships/image" Target="../media/image630.png"/><Relationship Id="rId54" Type="http://schemas.openxmlformats.org/officeDocument/2006/relationships/customXml" Target="../ink/ink638.xml"/><Relationship Id="rId62" Type="http://schemas.openxmlformats.org/officeDocument/2006/relationships/customXml" Target="../ink/ink642.xml"/><Relationship Id="rId70" Type="http://schemas.openxmlformats.org/officeDocument/2006/relationships/customXml" Target="../ink/ink646.xml"/><Relationship Id="rId75" Type="http://schemas.openxmlformats.org/officeDocument/2006/relationships/image" Target="../media/image647.png"/><Relationship Id="rId83" Type="http://schemas.openxmlformats.org/officeDocument/2006/relationships/image" Target="../media/image651.png"/><Relationship Id="rId88" Type="http://schemas.openxmlformats.org/officeDocument/2006/relationships/customXml" Target="../ink/ink655.xml"/><Relationship Id="rId91" Type="http://schemas.openxmlformats.org/officeDocument/2006/relationships/image" Target="../media/image65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14.xml"/><Relationship Id="rId15" Type="http://schemas.openxmlformats.org/officeDocument/2006/relationships/image" Target="../media/image617.png"/><Relationship Id="rId23" Type="http://schemas.openxmlformats.org/officeDocument/2006/relationships/image" Target="../media/image621.png"/><Relationship Id="rId28" Type="http://schemas.openxmlformats.org/officeDocument/2006/relationships/customXml" Target="../ink/ink625.xml"/><Relationship Id="rId36" Type="http://schemas.openxmlformats.org/officeDocument/2006/relationships/customXml" Target="../ink/ink629.xml"/><Relationship Id="rId49" Type="http://schemas.openxmlformats.org/officeDocument/2006/relationships/image" Target="../media/image634.png"/><Relationship Id="rId57" Type="http://schemas.openxmlformats.org/officeDocument/2006/relationships/image" Target="../media/image638.png"/><Relationship Id="rId10" Type="http://schemas.openxmlformats.org/officeDocument/2006/relationships/customXml" Target="../ink/ink616.xml"/><Relationship Id="rId31" Type="http://schemas.openxmlformats.org/officeDocument/2006/relationships/image" Target="../media/image625.png"/><Relationship Id="rId44" Type="http://schemas.openxmlformats.org/officeDocument/2006/relationships/customXml" Target="../ink/ink633.xml"/><Relationship Id="rId52" Type="http://schemas.openxmlformats.org/officeDocument/2006/relationships/customXml" Target="../ink/ink637.xml"/><Relationship Id="rId60" Type="http://schemas.openxmlformats.org/officeDocument/2006/relationships/customXml" Target="../ink/ink641.xml"/><Relationship Id="rId65" Type="http://schemas.openxmlformats.org/officeDocument/2006/relationships/image" Target="../media/image642.png"/><Relationship Id="rId73" Type="http://schemas.openxmlformats.org/officeDocument/2006/relationships/image" Target="../media/image646.png"/><Relationship Id="rId78" Type="http://schemas.openxmlformats.org/officeDocument/2006/relationships/customXml" Target="../ink/ink650.xml"/><Relationship Id="rId81" Type="http://schemas.openxmlformats.org/officeDocument/2006/relationships/image" Target="../media/image650.png"/><Relationship Id="rId86" Type="http://schemas.openxmlformats.org/officeDocument/2006/relationships/customXml" Target="../ink/ink654.xml"/><Relationship Id="rId4" Type="http://schemas.openxmlformats.org/officeDocument/2006/relationships/customXml" Target="../ink/ink613.xml"/><Relationship Id="rId9" Type="http://schemas.openxmlformats.org/officeDocument/2006/relationships/image" Target="../media/image614.png"/><Relationship Id="rId13" Type="http://schemas.openxmlformats.org/officeDocument/2006/relationships/image" Target="../media/image616.png"/><Relationship Id="rId18" Type="http://schemas.openxmlformats.org/officeDocument/2006/relationships/customXml" Target="../ink/ink620.xml"/><Relationship Id="rId39" Type="http://schemas.openxmlformats.org/officeDocument/2006/relationships/image" Target="../media/image629.png"/><Relationship Id="rId34" Type="http://schemas.openxmlformats.org/officeDocument/2006/relationships/customXml" Target="../ink/ink628.xml"/><Relationship Id="rId50" Type="http://schemas.openxmlformats.org/officeDocument/2006/relationships/customXml" Target="../ink/ink636.xml"/><Relationship Id="rId55" Type="http://schemas.openxmlformats.org/officeDocument/2006/relationships/image" Target="../media/image637.png"/><Relationship Id="rId76" Type="http://schemas.openxmlformats.org/officeDocument/2006/relationships/customXml" Target="../ink/ink649.xml"/><Relationship Id="rId7" Type="http://schemas.openxmlformats.org/officeDocument/2006/relationships/image" Target="../media/image613.png"/><Relationship Id="rId71" Type="http://schemas.openxmlformats.org/officeDocument/2006/relationships/image" Target="../media/image645.png"/><Relationship Id="rId2" Type="http://schemas.openxmlformats.org/officeDocument/2006/relationships/customXml" Target="../ink/ink612.xml"/><Relationship Id="rId29" Type="http://schemas.openxmlformats.org/officeDocument/2006/relationships/image" Target="../media/image624.png"/><Relationship Id="rId24" Type="http://schemas.openxmlformats.org/officeDocument/2006/relationships/customXml" Target="../ink/ink623.xml"/><Relationship Id="rId40" Type="http://schemas.openxmlformats.org/officeDocument/2006/relationships/customXml" Target="../ink/ink631.xml"/><Relationship Id="rId45" Type="http://schemas.openxmlformats.org/officeDocument/2006/relationships/image" Target="../media/image632.png"/><Relationship Id="rId66" Type="http://schemas.openxmlformats.org/officeDocument/2006/relationships/customXml" Target="../ink/ink644.xml"/><Relationship Id="rId87" Type="http://schemas.openxmlformats.org/officeDocument/2006/relationships/image" Target="../media/image653.png"/><Relationship Id="rId61" Type="http://schemas.openxmlformats.org/officeDocument/2006/relationships/image" Target="../media/image640.png"/><Relationship Id="rId82" Type="http://schemas.openxmlformats.org/officeDocument/2006/relationships/customXml" Target="../ink/ink652.xml"/><Relationship Id="rId19" Type="http://schemas.openxmlformats.org/officeDocument/2006/relationships/image" Target="../media/image619.png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69.xml"/><Relationship Id="rId21" Type="http://schemas.openxmlformats.org/officeDocument/2006/relationships/image" Target="../media/image665.png"/><Relationship Id="rId42" Type="http://schemas.openxmlformats.org/officeDocument/2006/relationships/customXml" Target="../ink/ink677.xml"/><Relationship Id="rId47" Type="http://schemas.openxmlformats.org/officeDocument/2006/relationships/image" Target="../media/image678.png"/><Relationship Id="rId63" Type="http://schemas.openxmlformats.org/officeDocument/2006/relationships/image" Target="../media/image686.png"/><Relationship Id="rId68" Type="http://schemas.openxmlformats.org/officeDocument/2006/relationships/customXml" Target="../ink/ink690.xml"/><Relationship Id="rId84" Type="http://schemas.openxmlformats.org/officeDocument/2006/relationships/customXml" Target="../ink/ink698.xml"/><Relationship Id="rId89" Type="http://schemas.openxmlformats.org/officeDocument/2006/relationships/image" Target="../media/image699.png"/><Relationship Id="rId16" Type="http://schemas.openxmlformats.org/officeDocument/2006/relationships/customXml" Target="../ink/ink664.xml"/><Relationship Id="rId107" Type="http://schemas.openxmlformats.org/officeDocument/2006/relationships/image" Target="../media/image708.png"/><Relationship Id="rId11" Type="http://schemas.openxmlformats.org/officeDocument/2006/relationships/image" Target="../media/image660.png"/><Relationship Id="rId32" Type="http://schemas.openxmlformats.org/officeDocument/2006/relationships/customXml" Target="../ink/ink672.xml"/><Relationship Id="rId37" Type="http://schemas.openxmlformats.org/officeDocument/2006/relationships/image" Target="../media/image673.png"/><Relationship Id="rId53" Type="http://schemas.openxmlformats.org/officeDocument/2006/relationships/image" Target="../media/image681.png"/><Relationship Id="rId58" Type="http://schemas.openxmlformats.org/officeDocument/2006/relationships/customXml" Target="../ink/ink685.xml"/><Relationship Id="rId74" Type="http://schemas.openxmlformats.org/officeDocument/2006/relationships/customXml" Target="../ink/ink693.xml"/><Relationship Id="rId79" Type="http://schemas.openxmlformats.org/officeDocument/2006/relationships/image" Target="../media/image694.png"/><Relationship Id="rId102" Type="http://schemas.openxmlformats.org/officeDocument/2006/relationships/customXml" Target="../ink/ink707.xml"/><Relationship Id="rId5" Type="http://schemas.openxmlformats.org/officeDocument/2006/relationships/image" Target="../media/image657.png"/><Relationship Id="rId90" Type="http://schemas.openxmlformats.org/officeDocument/2006/relationships/customXml" Target="../ink/ink701.xml"/><Relationship Id="rId95" Type="http://schemas.openxmlformats.org/officeDocument/2006/relationships/image" Target="../media/image702.png"/><Relationship Id="rId22" Type="http://schemas.openxmlformats.org/officeDocument/2006/relationships/customXml" Target="../ink/ink667.xml"/><Relationship Id="rId27" Type="http://schemas.openxmlformats.org/officeDocument/2006/relationships/image" Target="../media/image668.png"/><Relationship Id="rId43" Type="http://schemas.openxmlformats.org/officeDocument/2006/relationships/image" Target="../media/image676.png"/><Relationship Id="rId48" Type="http://schemas.openxmlformats.org/officeDocument/2006/relationships/customXml" Target="../ink/ink680.xml"/><Relationship Id="rId64" Type="http://schemas.openxmlformats.org/officeDocument/2006/relationships/customXml" Target="../ink/ink688.xml"/><Relationship Id="rId69" Type="http://schemas.openxmlformats.org/officeDocument/2006/relationships/image" Target="../media/image689.png"/><Relationship Id="rId80" Type="http://schemas.openxmlformats.org/officeDocument/2006/relationships/customXml" Target="../ink/ink696.xml"/><Relationship Id="rId85" Type="http://schemas.openxmlformats.org/officeDocument/2006/relationships/image" Target="../media/image697.png"/><Relationship Id="rId12" Type="http://schemas.openxmlformats.org/officeDocument/2006/relationships/customXml" Target="../ink/ink662.xml"/><Relationship Id="rId17" Type="http://schemas.openxmlformats.org/officeDocument/2006/relationships/image" Target="../media/image663.png"/><Relationship Id="rId33" Type="http://schemas.openxmlformats.org/officeDocument/2006/relationships/image" Target="../media/image671.png"/><Relationship Id="rId38" Type="http://schemas.openxmlformats.org/officeDocument/2006/relationships/customXml" Target="../ink/ink675.xml"/><Relationship Id="rId59" Type="http://schemas.openxmlformats.org/officeDocument/2006/relationships/image" Target="../media/image684.png"/><Relationship Id="rId103" Type="http://schemas.openxmlformats.org/officeDocument/2006/relationships/image" Target="../media/image706.png"/><Relationship Id="rId108" Type="http://schemas.openxmlformats.org/officeDocument/2006/relationships/customXml" Target="../ink/ink710.xml"/><Relationship Id="rId54" Type="http://schemas.openxmlformats.org/officeDocument/2006/relationships/customXml" Target="../ink/ink683.xml"/><Relationship Id="rId70" Type="http://schemas.openxmlformats.org/officeDocument/2006/relationships/customXml" Target="../ink/ink691.xml"/><Relationship Id="rId75" Type="http://schemas.openxmlformats.org/officeDocument/2006/relationships/image" Target="../media/image692.png"/><Relationship Id="rId91" Type="http://schemas.openxmlformats.org/officeDocument/2006/relationships/image" Target="../media/image700.png"/><Relationship Id="rId96" Type="http://schemas.openxmlformats.org/officeDocument/2006/relationships/customXml" Target="../ink/ink70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59.xml"/><Relationship Id="rId15" Type="http://schemas.openxmlformats.org/officeDocument/2006/relationships/image" Target="../media/image662.png"/><Relationship Id="rId23" Type="http://schemas.openxmlformats.org/officeDocument/2006/relationships/image" Target="../media/image666.png"/><Relationship Id="rId28" Type="http://schemas.openxmlformats.org/officeDocument/2006/relationships/customXml" Target="../ink/ink670.xml"/><Relationship Id="rId36" Type="http://schemas.openxmlformats.org/officeDocument/2006/relationships/customXml" Target="../ink/ink674.xml"/><Relationship Id="rId49" Type="http://schemas.openxmlformats.org/officeDocument/2006/relationships/image" Target="../media/image679.png"/><Relationship Id="rId57" Type="http://schemas.openxmlformats.org/officeDocument/2006/relationships/image" Target="../media/image683.png"/><Relationship Id="rId106" Type="http://schemas.openxmlformats.org/officeDocument/2006/relationships/customXml" Target="../ink/ink709.xml"/><Relationship Id="rId10" Type="http://schemas.openxmlformats.org/officeDocument/2006/relationships/customXml" Target="../ink/ink661.xml"/><Relationship Id="rId31" Type="http://schemas.openxmlformats.org/officeDocument/2006/relationships/image" Target="../media/image670.png"/><Relationship Id="rId44" Type="http://schemas.openxmlformats.org/officeDocument/2006/relationships/customXml" Target="../ink/ink678.xml"/><Relationship Id="rId52" Type="http://schemas.openxmlformats.org/officeDocument/2006/relationships/customXml" Target="../ink/ink682.xml"/><Relationship Id="rId60" Type="http://schemas.openxmlformats.org/officeDocument/2006/relationships/customXml" Target="../ink/ink686.xml"/><Relationship Id="rId65" Type="http://schemas.openxmlformats.org/officeDocument/2006/relationships/image" Target="../media/image687.png"/><Relationship Id="rId73" Type="http://schemas.openxmlformats.org/officeDocument/2006/relationships/image" Target="../media/image691.png"/><Relationship Id="rId78" Type="http://schemas.openxmlformats.org/officeDocument/2006/relationships/customXml" Target="../ink/ink695.xml"/><Relationship Id="rId81" Type="http://schemas.openxmlformats.org/officeDocument/2006/relationships/image" Target="../media/image695.png"/><Relationship Id="rId86" Type="http://schemas.openxmlformats.org/officeDocument/2006/relationships/customXml" Target="../ink/ink699.xml"/><Relationship Id="rId94" Type="http://schemas.openxmlformats.org/officeDocument/2006/relationships/customXml" Target="../ink/ink703.xml"/><Relationship Id="rId99" Type="http://schemas.openxmlformats.org/officeDocument/2006/relationships/image" Target="../media/image704.png"/><Relationship Id="rId101" Type="http://schemas.openxmlformats.org/officeDocument/2006/relationships/image" Target="../media/image705.png"/><Relationship Id="rId4" Type="http://schemas.openxmlformats.org/officeDocument/2006/relationships/customXml" Target="../ink/ink658.xml"/><Relationship Id="rId9" Type="http://schemas.openxmlformats.org/officeDocument/2006/relationships/image" Target="../media/image659.png"/><Relationship Id="rId13" Type="http://schemas.openxmlformats.org/officeDocument/2006/relationships/image" Target="../media/image661.png"/><Relationship Id="rId18" Type="http://schemas.openxmlformats.org/officeDocument/2006/relationships/customXml" Target="../ink/ink665.xml"/><Relationship Id="rId39" Type="http://schemas.openxmlformats.org/officeDocument/2006/relationships/image" Target="../media/image674.png"/><Relationship Id="rId109" Type="http://schemas.openxmlformats.org/officeDocument/2006/relationships/image" Target="../media/image709.png"/><Relationship Id="rId34" Type="http://schemas.openxmlformats.org/officeDocument/2006/relationships/customXml" Target="../ink/ink673.xml"/><Relationship Id="rId50" Type="http://schemas.openxmlformats.org/officeDocument/2006/relationships/customXml" Target="../ink/ink681.xml"/><Relationship Id="rId55" Type="http://schemas.openxmlformats.org/officeDocument/2006/relationships/image" Target="../media/image682.png"/><Relationship Id="rId76" Type="http://schemas.openxmlformats.org/officeDocument/2006/relationships/customXml" Target="../ink/ink694.xml"/><Relationship Id="rId97" Type="http://schemas.openxmlformats.org/officeDocument/2006/relationships/image" Target="../media/image703.png"/><Relationship Id="rId104" Type="http://schemas.openxmlformats.org/officeDocument/2006/relationships/customXml" Target="../ink/ink708.xml"/><Relationship Id="rId7" Type="http://schemas.openxmlformats.org/officeDocument/2006/relationships/image" Target="../media/image658.png"/><Relationship Id="rId71" Type="http://schemas.openxmlformats.org/officeDocument/2006/relationships/image" Target="../media/image690.png"/><Relationship Id="rId92" Type="http://schemas.openxmlformats.org/officeDocument/2006/relationships/customXml" Target="../ink/ink702.xml"/><Relationship Id="rId2" Type="http://schemas.openxmlformats.org/officeDocument/2006/relationships/customXml" Target="../ink/ink657.xml"/><Relationship Id="rId29" Type="http://schemas.openxmlformats.org/officeDocument/2006/relationships/image" Target="../media/image669.png"/><Relationship Id="rId24" Type="http://schemas.openxmlformats.org/officeDocument/2006/relationships/customXml" Target="../ink/ink668.xml"/><Relationship Id="rId40" Type="http://schemas.openxmlformats.org/officeDocument/2006/relationships/customXml" Target="../ink/ink676.xml"/><Relationship Id="rId45" Type="http://schemas.openxmlformats.org/officeDocument/2006/relationships/image" Target="../media/image677.png"/><Relationship Id="rId66" Type="http://schemas.openxmlformats.org/officeDocument/2006/relationships/customXml" Target="../ink/ink689.xml"/><Relationship Id="rId87" Type="http://schemas.openxmlformats.org/officeDocument/2006/relationships/image" Target="../media/image698.png"/><Relationship Id="rId110" Type="http://schemas.openxmlformats.org/officeDocument/2006/relationships/customXml" Target="../ink/ink711.xml"/><Relationship Id="rId61" Type="http://schemas.openxmlformats.org/officeDocument/2006/relationships/image" Target="../media/image685.png"/><Relationship Id="rId82" Type="http://schemas.openxmlformats.org/officeDocument/2006/relationships/customXml" Target="../ink/ink697.xml"/><Relationship Id="rId19" Type="http://schemas.openxmlformats.org/officeDocument/2006/relationships/image" Target="../media/image664.png"/><Relationship Id="rId14" Type="http://schemas.openxmlformats.org/officeDocument/2006/relationships/customXml" Target="../ink/ink663.xml"/><Relationship Id="rId30" Type="http://schemas.openxmlformats.org/officeDocument/2006/relationships/customXml" Target="../ink/ink671.xml"/><Relationship Id="rId35" Type="http://schemas.openxmlformats.org/officeDocument/2006/relationships/image" Target="../media/image672.png"/><Relationship Id="rId56" Type="http://schemas.openxmlformats.org/officeDocument/2006/relationships/customXml" Target="../ink/ink684.xml"/><Relationship Id="rId77" Type="http://schemas.openxmlformats.org/officeDocument/2006/relationships/image" Target="../media/image693.png"/><Relationship Id="rId100" Type="http://schemas.openxmlformats.org/officeDocument/2006/relationships/customXml" Target="../ink/ink706.xml"/><Relationship Id="rId105" Type="http://schemas.openxmlformats.org/officeDocument/2006/relationships/image" Target="../media/image707.png"/><Relationship Id="rId8" Type="http://schemas.openxmlformats.org/officeDocument/2006/relationships/customXml" Target="../ink/ink660.xml"/><Relationship Id="rId51" Type="http://schemas.openxmlformats.org/officeDocument/2006/relationships/image" Target="../media/image680.png"/><Relationship Id="rId72" Type="http://schemas.openxmlformats.org/officeDocument/2006/relationships/customXml" Target="../ink/ink692.xml"/><Relationship Id="rId93" Type="http://schemas.openxmlformats.org/officeDocument/2006/relationships/image" Target="../media/image701.png"/><Relationship Id="rId98" Type="http://schemas.openxmlformats.org/officeDocument/2006/relationships/customXml" Target="../ink/ink705.xml"/><Relationship Id="rId3" Type="http://schemas.openxmlformats.org/officeDocument/2006/relationships/image" Target="../media/image656.png"/><Relationship Id="rId25" Type="http://schemas.openxmlformats.org/officeDocument/2006/relationships/image" Target="../media/image667.png"/><Relationship Id="rId46" Type="http://schemas.openxmlformats.org/officeDocument/2006/relationships/customXml" Target="../ink/ink679.xml"/><Relationship Id="rId67" Type="http://schemas.openxmlformats.org/officeDocument/2006/relationships/image" Target="../media/image688.png"/><Relationship Id="rId20" Type="http://schemas.openxmlformats.org/officeDocument/2006/relationships/customXml" Target="../ink/ink666.xml"/><Relationship Id="rId41" Type="http://schemas.openxmlformats.org/officeDocument/2006/relationships/image" Target="../media/image675.png"/><Relationship Id="rId62" Type="http://schemas.openxmlformats.org/officeDocument/2006/relationships/customXml" Target="../ink/ink687.xml"/><Relationship Id="rId83" Type="http://schemas.openxmlformats.org/officeDocument/2006/relationships/image" Target="../media/image696.png"/><Relationship Id="rId88" Type="http://schemas.openxmlformats.org/officeDocument/2006/relationships/customXml" Target="../ink/ink700.xml"/><Relationship Id="rId111" Type="http://schemas.openxmlformats.org/officeDocument/2006/relationships/image" Target="../media/image710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24.xml"/><Relationship Id="rId21" Type="http://schemas.openxmlformats.org/officeDocument/2006/relationships/image" Target="../media/image720.png"/><Relationship Id="rId42" Type="http://schemas.openxmlformats.org/officeDocument/2006/relationships/customXml" Target="../ink/ink732.xml"/><Relationship Id="rId47" Type="http://schemas.openxmlformats.org/officeDocument/2006/relationships/image" Target="../media/image733.png"/><Relationship Id="rId63" Type="http://schemas.openxmlformats.org/officeDocument/2006/relationships/image" Target="../media/image741.png"/><Relationship Id="rId68" Type="http://schemas.openxmlformats.org/officeDocument/2006/relationships/customXml" Target="../ink/ink745.xml"/><Relationship Id="rId84" Type="http://schemas.openxmlformats.org/officeDocument/2006/relationships/customXml" Target="../ink/ink753.xml"/><Relationship Id="rId89" Type="http://schemas.openxmlformats.org/officeDocument/2006/relationships/image" Target="../media/image754.png"/><Relationship Id="rId16" Type="http://schemas.openxmlformats.org/officeDocument/2006/relationships/customXml" Target="../ink/ink719.xml"/><Relationship Id="rId107" Type="http://schemas.openxmlformats.org/officeDocument/2006/relationships/image" Target="../media/image763.png"/><Relationship Id="rId11" Type="http://schemas.openxmlformats.org/officeDocument/2006/relationships/image" Target="../media/image715.png"/><Relationship Id="rId32" Type="http://schemas.openxmlformats.org/officeDocument/2006/relationships/customXml" Target="../ink/ink727.xml"/><Relationship Id="rId37" Type="http://schemas.openxmlformats.org/officeDocument/2006/relationships/image" Target="../media/image728.png"/><Relationship Id="rId53" Type="http://schemas.openxmlformats.org/officeDocument/2006/relationships/image" Target="../media/image736.png"/><Relationship Id="rId58" Type="http://schemas.openxmlformats.org/officeDocument/2006/relationships/customXml" Target="../ink/ink740.xml"/><Relationship Id="rId74" Type="http://schemas.openxmlformats.org/officeDocument/2006/relationships/customXml" Target="../ink/ink748.xml"/><Relationship Id="rId79" Type="http://schemas.openxmlformats.org/officeDocument/2006/relationships/image" Target="../media/image749.png"/><Relationship Id="rId102" Type="http://schemas.openxmlformats.org/officeDocument/2006/relationships/customXml" Target="../ink/ink762.xml"/><Relationship Id="rId5" Type="http://schemas.openxmlformats.org/officeDocument/2006/relationships/image" Target="../media/image712.png"/><Relationship Id="rId90" Type="http://schemas.openxmlformats.org/officeDocument/2006/relationships/customXml" Target="../ink/ink756.xml"/><Relationship Id="rId95" Type="http://schemas.openxmlformats.org/officeDocument/2006/relationships/image" Target="../media/image757.png"/><Relationship Id="rId22" Type="http://schemas.openxmlformats.org/officeDocument/2006/relationships/customXml" Target="../ink/ink722.xml"/><Relationship Id="rId27" Type="http://schemas.openxmlformats.org/officeDocument/2006/relationships/image" Target="../media/image723.png"/><Relationship Id="rId43" Type="http://schemas.openxmlformats.org/officeDocument/2006/relationships/image" Target="../media/image731.png"/><Relationship Id="rId48" Type="http://schemas.openxmlformats.org/officeDocument/2006/relationships/customXml" Target="../ink/ink735.xml"/><Relationship Id="rId64" Type="http://schemas.openxmlformats.org/officeDocument/2006/relationships/customXml" Target="../ink/ink743.xml"/><Relationship Id="rId69" Type="http://schemas.openxmlformats.org/officeDocument/2006/relationships/image" Target="../media/image744.png"/><Relationship Id="rId80" Type="http://schemas.openxmlformats.org/officeDocument/2006/relationships/customXml" Target="../ink/ink751.xml"/><Relationship Id="rId85" Type="http://schemas.openxmlformats.org/officeDocument/2006/relationships/image" Target="../media/image752.png"/><Relationship Id="rId12" Type="http://schemas.openxmlformats.org/officeDocument/2006/relationships/customXml" Target="../ink/ink717.xml"/><Relationship Id="rId17" Type="http://schemas.openxmlformats.org/officeDocument/2006/relationships/image" Target="../media/image718.png"/><Relationship Id="rId33" Type="http://schemas.openxmlformats.org/officeDocument/2006/relationships/image" Target="../media/image726.png"/><Relationship Id="rId38" Type="http://schemas.openxmlformats.org/officeDocument/2006/relationships/customXml" Target="../ink/ink730.xml"/><Relationship Id="rId59" Type="http://schemas.openxmlformats.org/officeDocument/2006/relationships/image" Target="../media/image739.png"/><Relationship Id="rId103" Type="http://schemas.openxmlformats.org/officeDocument/2006/relationships/image" Target="../media/image761.png"/><Relationship Id="rId108" Type="http://schemas.openxmlformats.org/officeDocument/2006/relationships/customXml" Target="../ink/ink765.xml"/><Relationship Id="rId54" Type="http://schemas.openxmlformats.org/officeDocument/2006/relationships/customXml" Target="../ink/ink738.xml"/><Relationship Id="rId70" Type="http://schemas.openxmlformats.org/officeDocument/2006/relationships/customXml" Target="../ink/ink746.xml"/><Relationship Id="rId75" Type="http://schemas.openxmlformats.org/officeDocument/2006/relationships/image" Target="../media/image747.png"/><Relationship Id="rId91" Type="http://schemas.openxmlformats.org/officeDocument/2006/relationships/image" Target="../media/image755.png"/><Relationship Id="rId96" Type="http://schemas.openxmlformats.org/officeDocument/2006/relationships/customXml" Target="../ink/ink75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14.xml"/><Relationship Id="rId15" Type="http://schemas.openxmlformats.org/officeDocument/2006/relationships/image" Target="../media/image717.png"/><Relationship Id="rId23" Type="http://schemas.openxmlformats.org/officeDocument/2006/relationships/image" Target="../media/image721.png"/><Relationship Id="rId28" Type="http://schemas.openxmlformats.org/officeDocument/2006/relationships/customXml" Target="../ink/ink725.xml"/><Relationship Id="rId36" Type="http://schemas.openxmlformats.org/officeDocument/2006/relationships/customXml" Target="../ink/ink729.xml"/><Relationship Id="rId49" Type="http://schemas.openxmlformats.org/officeDocument/2006/relationships/image" Target="../media/image734.png"/><Relationship Id="rId57" Type="http://schemas.openxmlformats.org/officeDocument/2006/relationships/image" Target="../media/image738.png"/><Relationship Id="rId106" Type="http://schemas.openxmlformats.org/officeDocument/2006/relationships/customXml" Target="../ink/ink764.xml"/><Relationship Id="rId10" Type="http://schemas.openxmlformats.org/officeDocument/2006/relationships/customXml" Target="../ink/ink716.xml"/><Relationship Id="rId31" Type="http://schemas.openxmlformats.org/officeDocument/2006/relationships/image" Target="../media/image725.png"/><Relationship Id="rId44" Type="http://schemas.openxmlformats.org/officeDocument/2006/relationships/customXml" Target="../ink/ink733.xml"/><Relationship Id="rId52" Type="http://schemas.openxmlformats.org/officeDocument/2006/relationships/customXml" Target="../ink/ink737.xml"/><Relationship Id="rId60" Type="http://schemas.openxmlformats.org/officeDocument/2006/relationships/customXml" Target="../ink/ink741.xml"/><Relationship Id="rId65" Type="http://schemas.openxmlformats.org/officeDocument/2006/relationships/image" Target="../media/image742.png"/><Relationship Id="rId73" Type="http://schemas.openxmlformats.org/officeDocument/2006/relationships/image" Target="../media/image746.png"/><Relationship Id="rId78" Type="http://schemas.openxmlformats.org/officeDocument/2006/relationships/customXml" Target="../ink/ink750.xml"/><Relationship Id="rId81" Type="http://schemas.openxmlformats.org/officeDocument/2006/relationships/image" Target="../media/image750.png"/><Relationship Id="rId86" Type="http://schemas.openxmlformats.org/officeDocument/2006/relationships/customXml" Target="../ink/ink754.xml"/><Relationship Id="rId94" Type="http://schemas.openxmlformats.org/officeDocument/2006/relationships/customXml" Target="../ink/ink758.xml"/><Relationship Id="rId99" Type="http://schemas.openxmlformats.org/officeDocument/2006/relationships/image" Target="../media/image759.png"/><Relationship Id="rId101" Type="http://schemas.openxmlformats.org/officeDocument/2006/relationships/image" Target="../media/image760.png"/><Relationship Id="rId4" Type="http://schemas.openxmlformats.org/officeDocument/2006/relationships/customXml" Target="../ink/ink713.xml"/><Relationship Id="rId9" Type="http://schemas.openxmlformats.org/officeDocument/2006/relationships/image" Target="../media/image714.png"/><Relationship Id="rId13" Type="http://schemas.openxmlformats.org/officeDocument/2006/relationships/image" Target="../media/image716.png"/><Relationship Id="rId18" Type="http://schemas.openxmlformats.org/officeDocument/2006/relationships/customXml" Target="../ink/ink720.xml"/><Relationship Id="rId39" Type="http://schemas.openxmlformats.org/officeDocument/2006/relationships/image" Target="../media/image729.png"/><Relationship Id="rId109" Type="http://schemas.openxmlformats.org/officeDocument/2006/relationships/image" Target="../media/image764.png"/><Relationship Id="rId34" Type="http://schemas.openxmlformats.org/officeDocument/2006/relationships/customXml" Target="../ink/ink728.xml"/><Relationship Id="rId50" Type="http://schemas.openxmlformats.org/officeDocument/2006/relationships/customXml" Target="../ink/ink736.xml"/><Relationship Id="rId55" Type="http://schemas.openxmlformats.org/officeDocument/2006/relationships/image" Target="../media/image737.png"/><Relationship Id="rId76" Type="http://schemas.openxmlformats.org/officeDocument/2006/relationships/customXml" Target="../ink/ink749.xml"/><Relationship Id="rId97" Type="http://schemas.openxmlformats.org/officeDocument/2006/relationships/image" Target="../media/image758.png"/><Relationship Id="rId104" Type="http://schemas.openxmlformats.org/officeDocument/2006/relationships/customXml" Target="../ink/ink763.xml"/><Relationship Id="rId7" Type="http://schemas.openxmlformats.org/officeDocument/2006/relationships/image" Target="../media/image713.png"/><Relationship Id="rId71" Type="http://schemas.openxmlformats.org/officeDocument/2006/relationships/image" Target="../media/image745.png"/><Relationship Id="rId92" Type="http://schemas.openxmlformats.org/officeDocument/2006/relationships/customXml" Target="../ink/ink757.xml"/><Relationship Id="rId2" Type="http://schemas.openxmlformats.org/officeDocument/2006/relationships/customXml" Target="../ink/ink712.xml"/><Relationship Id="rId29" Type="http://schemas.openxmlformats.org/officeDocument/2006/relationships/image" Target="../media/image724.png"/><Relationship Id="rId24" Type="http://schemas.openxmlformats.org/officeDocument/2006/relationships/customXml" Target="../ink/ink723.xml"/><Relationship Id="rId40" Type="http://schemas.openxmlformats.org/officeDocument/2006/relationships/customXml" Target="../ink/ink731.xml"/><Relationship Id="rId45" Type="http://schemas.openxmlformats.org/officeDocument/2006/relationships/image" Target="../media/image732.png"/><Relationship Id="rId66" Type="http://schemas.openxmlformats.org/officeDocument/2006/relationships/customXml" Target="../ink/ink744.xml"/><Relationship Id="rId87" Type="http://schemas.openxmlformats.org/officeDocument/2006/relationships/image" Target="../media/image753.png"/><Relationship Id="rId110" Type="http://schemas.openxmlformats.org/officeDocument/2006/relationships/customXml" Target="../ink/ink766.xml"/><Relationship Id="rId61" Type="http://schemas.openxmlformats.org/officeDocument/2006/relationships/image" Target="../media/image740.png"/><Relationship Id="rId82" Type="http://schemas.openxmlformats.org/officeDocument/2006/relationships/customXml" Target="../ink/ink752.xml"/><Relationship Id="rId19" Type="http://schemas.openxmlformats.org/officeDocument/2006/relationships/image" Target="../media/image719.png"/><Relationship Id="rId14" Type="http://schemas.openxmlformats.org/officeDocument/2006/relationships/customXml" Target="../ink/ink718.xml"/><Relationship Id="rId30" Type="http://schemas.openxmlformats.org/officeDocument/2006/relationships/customXml" Target="../ink/ink726.xml"/><Relationship Id="rId35" Type="http://schemas.openxmlformats.org/officeDocument/2006/relationships/image" Target="../media/image727.png"/><Relationship Id="rId56" Type="http://schemas.openxmlformats.org/officeDocument/2006/relationships/customXml" Target="../ink/ink739.xml"/><Relationship Id="rId77" Type="http://schemas.openxmlformats.org/officeDocument/2006/relationships/image" Target="../media/image748.png"/><Relationship Id="rId100" Type="http://schemas.openxmlformats.org/officeDocument/2006/relationships/customXml" Target="../ink/ink761.xml"/><Relationship Id="rId105" Type="http://schemas.openxmlformats.org/officeDocument/2006/relationships/image" Target="../media/image762.png"/><Relationship Id="rId8" Type="http://schemas.openxmlformats.org/officeDocument/2006/relationships/customXml" Target="../ink/ink715.xml"/><Relationship Id="rId51" Type="http://schemas.openxmlformats.org/officeDocument/2006/relationships/image" Target="../media/image735.png"/><Relationship Id="rId72" Type="http://schemas.openxmlformats.org/officeDocument/2006/relationships/customXml" Target="../ink/ink747.xml"/><Relationship Id="rId93" Type="http://schemas.openxmlformats.org/officeDocument/2006/relationships/image" Target="../media/image756.png"/><Relationship Id="rId98" Type="http://schemas.openxmlformats.org/officeDocument/2006/relationships/customXml" Target="../ink/ink760.xml"/><Relationship Id="rId3" Type="http://schemas.openxmlformats.org/officeDocument/2006/relationships/image" Target="../media/image711.png"/><Relationship Id="rId25" Type="http://schemas.openxmlformats.org/officeDocument/2006/relationships/image" Target="../media/image722.png"/><Relationship Id="rId46" Type="http://schemas.openxmlformats.org/officeDocument/2006/relationships/customXml" Target="../ink/ink734.xml"/><Relationship Id="rId67" Type="http://schemas.openxmlformats.org/officeDocument/2006/relationships/image" Target="../media/image743.png"/><Relationship Id="rId20" Type="http://schemas.openxmlformats.org/officeDocument/2006/relationships/customXml" Target="../ink/ink721.xml"/><Relationship Id="rId41" Type="http://schemas.openxmlformats.org/officeDocument/2006/relationships/image" Target="../media/image730.png"/><Relationship Id="rId62" Type="http://schemas.openxmlformats.org/officeDocument/2006/relationships/customXml" Target="../ink/ink742.xml"/><Relationship Id="rId83" Type="http://schemas.openxmlformats.org/officeDocument/2006/relationships/image" Target="../media/image751.png"/><Relationship Id="rId88" Type="http://schemas.openxmlformats.org/officeDocument/2006/relationships/customXml" Target="../ink/ink755.xml"/><Relationship Id="rId111" Type="http://schemas.openxmlformats.org/officeDocument/2006/relationships/image" Target="../media/image765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79.xml"/><Relationship Id="rId21" Type="http://schemas.openxmlformats.org/officeDocument/2006/relationships/image" Target="../media/image775.png"/><Relationship Id="rId42" Type="http://schemas.openxmlformats.org/officeDocument/2006/relationships/customXml" Target="../ink/ink787.xml"/><Relationship Id="rId47" Type="http://schemas.openxmlformats.org/officeDocument/2006/relationships/image" Target="../media/image788.png"/><Relationship Id="rId63" Type="http://schemas.openxmlformats.org/officeDocument/2006/relationships/image" Target="../media/image796.png"/><Relationship Id="rId68" Type="http://schemas.openxmlformats.org/officeDocument/2006/relationships/customXml" Target="../ink/ink800.xml"/><Relationship Id="rId84" Type="http://schemas.openxmlformats.org/officeDocument/2006/relationships/customXml" Target="../ink/ink808.xml"/><Relationship Id="rId16" Type="http://schemas.openxmlformats.org/officeDocument/2006/relationships/customXml" Target="../ink/ink774.xml"/><Relationship Id="rId11" Type="http://schemas.openxmlformats.org/officeDocument/2006/relationships/image" Target="../media/image770.png"/><Relationship Id="rId32" Type="http://schemas.openxmlformats.org/officeDocument/2006/relationships/customXml" Target="../ink/ink782.xml"/><Relationship Id="rId37" Type="http://schemas.openxmlformats.org/officeDocument/2006/relationships/image" Target="../media/image783.png"/><Relationship Id="rId53" Type="http://schemas.openxmlformats.org/officeDocument/2006/relationships/image" Target="../media/image791.png"/><Relationship Id="rId58" Type="http://schemas.openxmlformats.org/officeDocument/2006/relationships/customXml" Target="../ink/ink795.xml"/><Relationship Id="rId74" Type="http://schemas.openxmlformats.org/officeDocument/2006/relationships/customXml" Target="../ink/ink803.xml"/><Relationship Id="rId79" Type="http://schemas.openxmlformats.org/officeDocument/2006/relationships/image" Target="../media/image804.png"/><Relationship Id="rId5" Type="http://schemas.openxmlformats.org/officeDocument/2006/relationships/image" Target="../media/image767.png"/><Relationship Id="rId19" Type="http://schemas.openxmlformats.org/officeDocument/2006/relationships/image" Target="../media/image774.png"/><Relationship Id="rId14" Type="http://schemas.openxmlformats.org/officeDocument/2006/relationships/customXml" Target="../ink/ink773.xml"/><Relationship Id="rId22" Type="http://schemas.openxmlformats.org/officeDocument/2006/relationships/customXml" Target="../ink/ink777.xml"/><Relationship Id="rId27" Type="http://schemas.openxmlformats.org/officeDocument/2006/relationships/image" Target="../media/image778.png"/><Relationship Id="rId30" Type="http://schemas.openxmlformats.org/officeDocument/2006/relationships/customXml" Target="../ink/ink781.xml"/><Relationship Id="rId35" Type="http://schemas.openxmlformats.org/officeDocument/2006/relationships/image" Target="../media/image782.png"/><Relationship Id="rId43" Type="http://schemas.openxmlformats.org/officeDocument/2006/relationships/image" Target="../media/image786.png"/><Relationship Id="rId48" Type="http://schemas.openxmlformats.org/officeDocument/2006/relationships/customXml" Target="../ink/ink790.xml"/><Relationship Id="rId56" Type="http://schemas.openxmlformats.org/officeDocument/2006/relationships/customXml" Target="../ink/ink794.xml"/><Relationship Id="rId64" Type="http://schemas.openxmlformats.org/officeDocument/2006/relationships/customXml" Target="../ink/ink798.xml"/><Relationship Id="rId69" Type="http://schemas.openxmlformats.org/officeDocument/2006/relationships/image" Target="../media/image799.png"/><Relationship Id="rId77" Type="http://schemas.openxmlformats.org/officeDocument/2006/relationships/image" Target="../media/image803.png"/><Relationship Id="rId8" Type="http://schemas.openxmlformats.org/officeDocument/2006/relationships/customXml" Target="../ink/ink770.xml"/><Relationship Id="rId51" Type="http://schemas.openxmlformats.org/officeDocument/2006/relationships/image" Target="../media/image790.png"/><Relationship Id="rId72" Type="http://schemas.openxmlformats.org/officeDocument/2006/relationships/customXml" Target="../ink/ink802.xml"/><Relationship Id="rId80" Type="http://schemas.openxmlformats.org/officeDocument/2006/relationships/customXml" Target="../ink/ink806.xml"/><Relationship Id="rId85" Type="http://schemas.openxmlformats.org/officeDocument/2006/relationships/image" Target="../media/image807.png"/><Relationship Id="rId3" Type="http://schemas.openxmlformats.org/officeDocument/2006/relationships/image" Target="../media/image766.png"/><Relationship Id="rId12" Type="http://schemas.openxmlformats.org/officeDocument/2006/relationships/customXml" Target="../ink/ink772.xml"/><Relationship Id="rId17" Type="http://schemas.openxmlformats.org/officeDocument/2006/relationships/image" Target="../media/image773.png"/><Relationship Id="rId25" Type="http://schemas.openxmlformats.org/officeDocument/2006/relationships/image" Target="../media/image777.png"/><Relationship Id="rId33" Type="http://schemas.openxmlformats.org/officeDocument/2006/relationships/image" Target="../media/image781.png"/><Relationship Id="rId38" Type="http://schemas.openxmlformats.org/officeDocument/2006/relationships/customXml" Target="../ink/ink785.xml"/><Relationship Id="rId46" Type="http://schemas.openxmlformats.org/officeDocument/2006/relationships/customXml" Target="../ink/ink789.xml"/><Relationship Id="rId59" Type="http://schemas.openxmlformats.org/officeDocument/2006/relationships/image" Target="../media/image794.png"/><Relationship Id="rId67" Type="http://schemas.openxmlformats.org/officeDocument/2006/relationships/image" Target="../media/image798.png"/><Relationship Id="rId20" Type="http://schemas.openxmlformats.org/officeDocument/2006/relationships/customXml" Target="../ink/ink776.xml"/><Relationship Id="rId41" Type="http://schemas.openxmlformats.org/officeDocument/2006/relationships/image" Target="../media/image785.png"/><Relationship Id="rId54" Type="http://schemas.openxmlformats.org/officeDocument/2006/relationships/customXml" Target="../ink/ink793.xml"/><Relationship Id="rId62" Type="http://schemas.openxmlformats.org/officeDocument/2006/relationships/customXml" Target="../ink/ink797.xml"/><Relationship Id="rId70" Type="http://schemas.openxmlformats.org/officeDocument/2006/relationships/customXml" Target="../ink/ink801.xml"/><Relationship Id="rId75" Type="http://schemas.openxmlformats.org/officeDocument/2006/relationships/image" Target="../media/image802.png"/><Relationship Id="rId83" Type="http://schemas.openxmlformats.org/officeDocument/2006/relationships/image" Target="../media/image80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69.xml"/><Relationship Id="rId15" Type="http://schemas.openxmlformats.org/officeDocument/2006/relationships/image" Target="../media/image772.png"/><Relationship Id="rId23" Type="http://schemas.openxmlformats.org/officeDocument/2006/relationships/image" Target="../media/image776.png"/><Relationship Id="rId28" Type="http://schemas.openxmlformats.org/officeDocument/2006/relationships/customXml" Target="../ink/ink780.xml"/><Relationship Id="rId36" Type="http://schemas.openxmlformats.org/officeDocument/2006/relationships/customXml" Target="../ink/ink784.xml"/><Relationship Id="rId49" Type="http://schemas.openxmlformats.org/officeDocument/2006/relationships/image" Target="../media/image789.png"/><Relationship Id="rId57" Type="http://schemas.openxmlformats.org/officeDocument/2006/relationships/image" Target="../media/image793.png"/><Relationship Id="rId10" Type="http://schemas.openxmlformats.org/officeDocument/2006/relationships/customXml" Target="../ink/ink771.xml"/><Relationship Id="rId31" Type="http://schemas.openxmlformats.org/officeDocument/2006/relationships/image" Target="../media/image780.png"/><Relationship Id="rId44" Type="http://schemas.openxmlformats.org/officeDocument/2006/relationships/customXml" Target="../ink/ink788.xml"/><Relationship Id="rId52" Type="http://schemas.openxmlformats.org/officeDocument/2006/relationships/customXml" Target="../ink/ink792.xml"/><Relationship Id="rId60" Type="http://schemas.openxmlformats.org/officeDocument/2006/relationships/customXml" Target="../ink/ink796.xml"/><Relationship Id="rId65" Type="http://schemas.openxmlformats.org/officeDocument/2006/relationships/image" Target="../media/image797.png"/><Relationship Id="rId73" Type="http://schemas.openxmlformats.org/officeDocument/2006/relationships/image" Target="../media/image801.png"/><Relationship Id="rId78" Type="http://schemas.openxmlformats.org/officeDocument/2006/relationships/customXml" Target="../ink/ink805.xml"/><Relationship Id="rId81" Type="http://schemas.openxmlformats.org/officeDocument/2006/relationships/image" Target="../media/image805.png"/><Relationship Id="rId86" Type="http://schemas.openxmlformats.org/officeDocument/2006/relationships/customXml" Target="../ink/ink809.xml"/><Relationship Id="rId4" Type="http://schemas.openxmlformats.org/officeDocument/2006/relationships/customXml" Target="../ink/ink768.xml"/><Relationship Id="rId9" Type="http://schemas.openxmlformats.org/officeDocument/2006/relationships/image" Target="../media/image769.png"/><Relationship Id="rId13" Type="http://schemas.openxmlformats.org/officeDocument/2006/relationships/image" Target="../media/image771.png"/><Relationship Id="rId18" Type="http://schemas.openxmlformats.org/officeDocument/2006/relationships/customXml" Target="../ink/ink775.xml"/><Relationship Id="rId39" Type="http://schemas.openxmlformats.org/officeDocument/2006/relationships/image" Target="../media/image784.png"/><Relationship Id="rId34" Type="http://schemas.openxmlformats.org/officeDocument/2006/relationships/customXml" Target="../ink/ink783.xml"/><Relationship Id="rId50" Type="http://schemas.openxmlformats.org/officeDocument/2006/relationships/customXml" Target="../ink/ink791.xml"/><Relationship Id="rId55" Type="http://schemas.openxmlformats.org/officeDocument/2006/relationships/image" Target="../media/image792.png"/><Relationship Id="rId76" Type="http://schemas.openxmlformats.org/officeDocument/2006/relationships/customXml" Target="../ink/ink804.xml"/><Relationship Id="rId7" Type="http://schemas.openxmlformats.org/officeDocument/2006/relationships/image" Target="../media/image768.png"/><Relationship Id="rId71" Type="http://schemas.openxmlformats.org/officeDocument/2006/relationships/image" Target="../media/image800.png"/><Relationship Id="rId2" Type="http://schemas.openxmlformats.org/officeDocument/2006/relationships/customXml" Target="../ink/ink767.xml"/><Relationship Id="rId29" Type="http://schemas.openxmlformats.org/officeDocument/2006/relationships/image" Target="../media/image779.png"/><Relationship Id="rId24" Type="http://schemas.openxmlformats.org/officeDocument/2006/relationships/customXml" Target="../ink/ink778.xml"/><Relationship Id="rId40" Type="http://schemas.openxmlformats.org/officeDocument/2006/relationships/customXml" Target="../ink/ink786.xml"/><Relationship Id="rId45" Type="http://schemas.openxmlformats.org/officeDocument/2006/relationships/image" Target="../media/image787.png"/><Relationship Id="rId66" Type="http://schemas.openxmlformats.org/officeDocument/2006/relationships/customXml" Target="../ink/ink799.xml"/><Relationship Id="rId87" Type="http://schemas.openxmlformats.org/officeDocument/2006/relationships/image" Target="../media/image808.png"/><Relationship Id="rId61" Type="http://schemas.openxmlformats.org/officeDocument/2006/relationships/image" Target="../media/image795.png"/><Relationship Id="rId82" Type="http://schemas.openxmlformats.org/officeDocument/2006/relationships/customXml" Target="../ink/ink807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66.png"/><Relationship Id="rId21" Type="http://schemas.openxmlformats.org/officeDocument/2006/relationships/image" Target="../media/image818.png"/><Relationship Id="rId42" Type="http://schemas.openxmlformats.org/officeDocument/2006/relationships/customXml" Target="../ink/ink830.xml"/><Relationship Id="rId63" Type="http://schemas.openxmlformats.org/officeDocument/2006/relationships/image" Target="../media/image839.png"/><Relationship Id="rId84" Type="http://schemas.openxmlformats.org/officeDocument/2006/relationships/customXml" Target="../ink/ink851.xml"/><Relationship Id="rId138" Type="http://schemas.openxmlformats.org/officeDocument/2006/relationships/customXml" Target="../ink/ink878.xml"/><Relationship Id="rId159" Type="http://schemas.openxmlformats.org/officeDocument/2006/relationships/image" Target="../media/image887.png"/><Relationship Id="rId107" Type="http://schemas.openxmlformats.org/officeDocument/2006/relationships/image" Target="../media/image861.png"/><Relationship Id="rId11" Type="http://schemas.openxmlformats.org/officeDocument/2006/relationships/image" Target="../media/image813.png"/><Relationship Id="rId32" Type="http://schemas.openxmlformats.org/officeDocument/2006/relationships/customXml" Target="../ink/ink825.xml"/><Relationship Id="rId53" Type="http://schemas.openxmlformats.org/officeDocument/2006/relationships/image" Target="../media/image834.png"/><Relationship Id="rId74" Type="http://schemas.openxmlformats.org/officeDocument/2006/relationships/customXml" Target="../ink/ink846.xml"/><Relationship Id="rId128" Type="http://schemas.openxmlformats.org/officeDocument/2006/relationships/customXml" Target="../ink/ink873.xml"/><Relationship Id="rId149" Type="http://schemas.openxmlformats.org/officeDocument/2006/relationships/image" Target="../media/image882.png"/><Relationship Id="rId5" Type="http://schemas.openxmlformats.org/officeDocument/2006/relationships/image" Target="../media/image810.png"/><Relationship Id="rId95" Type="http://schemas.openxmlformats.org/officeDocument/2006/relationships/image" Target="../media/image855.png"/><Relationship Id="rId160" Type="http://schemas.openxmlformats.org/officeDocument/2006/relationships/customXml" Target="../ink/ink889.xml"/><Relationship Id="rId22" Type="http://schemas.openxmlformats.org/officeDocument/2006/relationships/customXml" Target="../ink/ink820.xml"/><Relationship Id="rId43" Type="http://schemas.openxmlformats.org/officeDocument/2006/relationships/image" Target="../media/image829.png"/><Relationship Id="rId64" Type="http://schemas.openxmlformats.org/officeDocument/2006/relationships/customXml" Target="../ink/ink841.xml"/><Relationship Id="rId118" Type="http://schemas.openxmlformats.org/officeDocument/2006/relationships/customXml" Target="../ink/ink868.xml"/><Relationship Id="rId139" Type="http://schemas.openxmlformats.org/officeDocument/2006/relationships/image" Target="../media/image877.png"/><Relationship Id="rId85" Type="http://schemas.openxmlformats.org/officeDocument/2006/relationships/image" Target="../media/image850.png"/><Relationship Id="rId150" Type="http://schemas.openxmlformats.org/officeDocument/2006/relationships/customXml" Target="../ink/ink884.xml"/><Relationship Id="rId12" Type="http://schemas.openxmlformats.org/officeDocument/2006/relationships/customXml" Target="../ink/ink815.xml"/><Relationship Id="rId17" Type="http://schemas.openxmlformats.org/officeDocument/2006/relationships/image" Target="../media/image816.png"/><Relationship Id="rId33" Type="http://schemas.openxmlformats.org/officeDocument/2006/relationships/image" Target="../media/image824.png"/><Relationship Id="rId38" Type="http://schemas.openxmlformats.org/officeDocument/2006/relationships/customXml" Target="../ink/ink828.xml"/><Relationship Id="rId59" Type="http://schemas.openxmlformats.org/officeDocument/2006/relationships/image" Target="../media/image837.png"/><Relationship Id="rId103" Type="http://schemas.openxmlformats.org/officeDocument/2006/relationships/image" Target="../media/image859.png"/><Relationship Id="rId108" Type="http://schemas.openxmlformats.org/officeDocument/2006/relationships/customXml" Target="../ink/ink863.xml"/><Relationship Id="rId124" Type="http://schemas.openxmlformats.org/officeDocument/2006/relationships/customXml" Target="../ink/ink871.xml"/><Relationship Id="rId129" Type="http://schemas.openxmlformats.org/officeDocument/2006/relationships/image" Target="../media/image872.png"/><Relationship Id="rId54" Type="http://schemas.openxmlformats.org/officeDocument/2006/relationships/customXml" Target="../ink/ink836.xml"/><Relationship Id="rId70" Type="http://schemas.openxmlformats.org/officeDocument/2006/relationships/customXml" Target="../ink/ink844.xml"/><Relationship Id="rId75" Type="http://schemas.openxmlformats.org/officeDocument/2006/relationships/image" Target="../media/image845.png"/><Relationship Id="rId91" Type="http://schemas.openxmlformats.org/officeDocument/2006/relationships/image" Target="../media/image853.png"/><Relationship Id="rId96" Type="http://schemas.openxmlformats.org/officeDocument/2006/relationships/customXml" Target="../ink/ink857.xml"/><Relationship Id="rId140" Type="http://schemas.openxmlformats.org/officeDocument/2006/relationships/customXml" Target="../ink/ink879.xml"/><Relationship Id="rId145" Type="http://schemas.openxmlformats.org/officeDocument/2006/relationships/image" Target="../media/image880.png"/><Relationship Id="rId161" Type="http://schemas.openxmlformats.org/officeDocument/2006/relationships/image" Target="../media/image88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12.xml"/><Relationship Id="rId23" Type="http://schemas.openxmlformats.org/officeDocument/2006/relationships/image" Target="../media/image819.png"/><Relationship Id="rId28" Type="http://schemas.openxmlformats.org/officeDocument/2006/relationships/customXml" Target="../ink/ink823.xml"/><Relationship Id="rId49" Type="http://schemas.openxmlformats.org/officeDocument/2006/relationships/image" Target="../media/image832.png"/><Relationship Id="rId114" Type="http://schemas.openxmlformats.org/officeDocument/2006/relationships/customXml" Target="../ink/ink866.xml"/><Relationship Id="rId119" Type="http://schemas.openxmlformats.org/officeDocument/2006/relationships/image" Target="../media/image867.png"/><Relationship Id="rId44" Type="http://schemas.openxmlformats.org/officeDocument/2006/relationships/customXml" Target="../ink/ink831.xml"/><Relationship Id="rId60" Type="http://schemas.openxmlformats.org/officeDocument/2006/relationships/customXml" Target="../ink/ink839.xml"/><Relationship Id="rId65" Type="http://schemas.openxmlformats.org/officeDocument/2006/relationships/image" Target="../media/image840.png"/><Relationship Id="rId81" Type="http://schemas.openxmlformats.org/officeDocument/2006/relationships/image" Target="../media/image848.png"/><Relationship Id="rId86" Type="http://schemas.openxmlformats.org/officeDocument/2006/relationships/customXml" Target="../ink/ink852.xml"/><Relationship Id="rId130" Type="http://schemas.openxmlformats.org/officeDocument/2006/relationships/customXml" Target="../ink/ink874.xml"/><Relationship Id="rId135" Type="http://schemas.openxmlformats.org/officeDocument/2006/relationships/image" Target="../media/image875.png"/><Relationship Id="rId151" Type="http://schemas.openxmlformats.org/officeDocument/2006/relationships/image" Target="../media/image883.png"/><Relationship Id="rId156" Type="http://schemas.openxmlformats.org/officeDocument/2006/relationships/customXml" Target="../ink/ink887.xml"/><Relationship Id="rId13" Type="http://schemas.openxmlformats.org/officeDocument/2006/relationships/image" Target="../media/image814.png"/><Relationship Id="rId18" Type="http://schemas.openxmlformats.org/officeDocument/2006/relationships/customXml" Target="../ink/ink818.xml"/><Relationship Id="rId39" Type="http://schemas.openxmlformats.org/officeDocument/2006/relationships/image" Target="../media/image827.png"/><Relationship Id="rId109" Type="http://schemas.openxmlformats.org/officeDocument/2006/relationships/image" Target="../media/image862.png"/><Relationship Id="rId34" Type="http://schemas.openxmlformats.org/officeDocument/2006/relationships/customXml" Target="../ink/ink826.xml"/><Relationship Id="rId50" Type="http://schemas.openxmlformats.org/officeDocument/2006/relationships/customXml" Target="../ink/ink834.xml"/><Relationship Id="rId55" Type="http://schemas.openxmlformats.org/officeDocument/2006/relationships/image" Target="../media/image835.png"/><Relationship Id="rId76" Type="http://schemas.openxmlformats.org/officeDocument/2006/relationships/customXml" Target="../ink/ink847.xml"/><Relationship Id="rId97" Type="http://schemas.openxmlformats.org/officeDocument/2006/relationships/image" Target="../media/image856.png"/><Relationship Id="rId104" Type="http://schemas.openxmlformats.org/officeDocument/2006/relationships/customXml" Target="../ink/ink861.xml"/><Relationship Id="rId120" Type="http://schemas.openxmlformats.org/officeDocument/2006/relationships/customXml" Target="../ink/ink869.xml"/><Relationship Id="rId125" Type="http://schemas.openxmlformats.org/officeDocument/2006/relationships/image" Target="../media/image870.png"/><Relationship Id="rId141" Type="http://schemas.openxmlformats.org/officeDocument/2006/relationships/image" Target="../media/image878.png"/><Relationship Id="rId146" Type="http://schemas.openxmlformats.org/officeDocument/2006/relationships/customXml" Target="../ink/ink882.xml"/><Relationship Id="rId7" Type="http://schemas.openxmlformats.org/officeDocument/2006/relationships/image" Target="../media/image811.png"/><Relationship Id="rId71" Type="http://schemas.openxmlformats.org/officeDocument/2006/relationships/image" Target="../media/image843.png"/><Relationship Id="rId92" Type="http://schemas.openxmlformats.org/officeDocument/2006/relationships/customXml" Target="../ink/ink855.xml"/><Relationship Id="rId162" Type="http://schemas.openxmlformats.org/officeDocument/2006/relationships/customXml" Target="../ink/ink890.xml"/><Relationship Id="rId2" Type="http://schemas.openxmlformats.org/officeDocument/2006/relationships/customXml" Target="../ink/ink810.xml"/><Relationship Id="rId29" Type="http://schemas.openxmlformats.org/officeDocument/2006/relationships/image" Target="../media/image822.png"/><Relationship Id="rId24" Type="http://schemas.openxmlformats.org/officeDocument/2006/relationships/customXml" Target="../ink/ink821.xml"/><Relationship Id="rId40" Type="http://schemas.openxmlformats.org/officeDocument/2006/relationships/customXml" Target="../ink/ink829.xml"/><Relationship Id="rId45" Type="http://schemas.openxmlformats.org/officeDocument/2006/relationships/image" Target="../media/image830.png"/><Relationship Id="rId66" Type="http://schemas.openxmlformats.org/officeDocument/2006/relationships/customXml" Target="../ink/ink842.xml"/><Relationship Id="rId87" Type="http://schemas.openxmlformats.org/officeDocument/2006/relationships/image" Target="../media/image851.png"/><Relationship Id="rId110" Type="http://schemas.openxmlformats.org/officeDocument/2006/relationships/customXml" Target="../ink/ink864.xml"/><Relationship Id="rId115" Type="http://schemas.openxmlformats.org/officeDocument/2006/relationships/image" Target="../media/image865.png"/><Relationship Id="rId131" Type="http://schemas.openxmlformats.org/officeDocument/2006/relationships/image" Target="../media/image873.png"/><Relationship Id="rId136" Type="http://schemas.openxmlformats.org/officeDocument/2006/relationships/customXml" Target="../ink/ink877.xml"/><Relationship Id="rId157" Type="http://schemas.openxmlformats.org/officeDocument/2006/relationships/image" Target="../media/image886.png"/><Relationship Id="rId61" Type="http://schemas.openxmlformats.org/officeDocument/2006/relationships/image" Target="../media/image838.png"/><Relationship Id="rId82" Type="http://schemas.openxmlformats.org/officeDocument/2006/relationships/customXml" Target="../ink/ink850.xml"/><Relationship Id="rId152" Type="http://schemas.openxmlformats.org/officeDocument/2006/relationships/customXml" Target="../ink/ink885.xml"/><Relationship Id="rId19" Type="http://schemas.openxmlformats.org/officeDocument/2006/relationships/image" Target="../media/image817.png"/><Relationship Id="rId14" Type="http://schemas.openxmlformats.org/officeDocument/2006/relationships/customXml" Target="../ink/ink816.xml"/><Relationship Id="rId30" Type="http://schemas.openxmlformats.org/officeDocument/2006/relationships/customXml" Target="../ink/ink824.xml"/><Relationship Id="rId35" Type="http://schemas.openxmlformats.org/officeDocument/2006/relationships/image" Target="../media/image825.png"/><Relationship Id="rId56" Type="http://schemas.openxmlformats.org/officeDocument/2006/relationships/customXml" Target="../ink/ink837.xml"/><Relationship Id="rId77" Type="http://schemas.openxmlformats.org/officeDocument/2006/relationships/image" Target="../media/image846.png"/><Relationship Id="rId100" Type="http://schemas.openxmlformats.org/officeDocument/2006/relationships/customXml" Target="../ink/ink859.xml"/><Relationship Id="rId105" Type="http://schemas.openxmlformats.org/officeDocument/2006/relationships/image" Target="../media/image860.png"/><Relationship Id="rId126" Type="http://schemas.openxmlformats.org/officeDocument/2006/relationships/customXml" Target="../ink/ink872.xml"/><Relationship Id="rId147" Type="http://schemas.openxmlformats.org/officeDocument/2006/relationships/image" Target="../media/image881.png"/><Relationship Id="rId8" Type="http://schemas.openxmlformats.org/officeDocument/2006/relationships/customXml" Target="../ink/ink813.xml"/><Relationship Id="rId51" Type="http://schemas.openxmlformats.org/officeDocument/2006/relationships/image" Target="../media/image833.png"/><Relationship Id="rId72" Type="http://schemas.openxmlformats.org/officeDocument/2006/relationships/customXml" Target="../ink/ink845.xml"/><Relationship Id="rId93" Type="http://schemas.openxmlformats.org/officeDocument/2006/relationships/image" Target="../media/image854.png"/><Relationship Id="rId98" Type="http://schemas.openxmlformats.org/officeDocument/2006/relationships/customXml" Target="../ink/ink858.xml"/><Relationship Id="rId121" Type="http://schemas.openxmlformats.org/officeDocument/2006/relationships/image" Target="../media/image868.png"/><Relationship Id="rId142" Type="http://schemas.openxmlformats.org/officeDocument/2006/relationships/customXml" Target="../ink/ink880.xml"/><Relationship Id="rId163" Type="http://schemas.openxmlformats.org/officeDocument/2006/relationships/image" Target="../media/image889.png"/><Relationship Id="rId3" Type="http://schemas.openxmlformats.org/officeDocument/2006/relationships/image" Target="../media/image809.png"/><Relationship Id="rId25" Type="http://schemas.openxmlformats.org/officeDocument/2006/relationships/image" Target="../media/image820.png"/><Relationship Id="rId46" Type="http://schemas.openxmlformats.org/officeDocument/2006/relationships/customXml" Target="../ink/ink832.xml"/><Relationship Id="rId67" Type="http://schemas.openxmlformats.org/officeDocument/2006/relationships/image" Target="../media/image841.png"/><Relationship Id="rId116" Type="http://schemas.openxmlformats.org/officeDocument/2006/relationships/customXml" Target="../ink/ink867.xml"/><Relationship Id="rId137" Type="http://schemas.openxmlformats.org/officeDocument/2006/relationships/image" Target="../media/image876.png"/><Relationship Id="rId158" Type="http://schemas.openxmlformats.org/officeDocument/2006/relationships/customXml" Target="../ink/ink888.xml"/><Relationship Id="rId20" Type="http://schemas.openxmlformats.org/officeDocument/2006/relationships/customXml" Target="../ink/ink819.xml"/><Relationship Id="rId41" Type="http://schemas.openxmlformats.org/officeDocument/2006/relationships/image" Target="../media/image828.png"/><Relationship Id="rId62" Type="http://schemas.openxmlformats.org/officeDocument/2006/relationships/customXml" Target="../ink/ink840.xml"/><Relationship Id="rId83" Type="http://schemas.openxmlformats.org/officeDocument/2006/relationships/image" Target="../media/image849.png"/><Relationship Id="rId88" Type="http://schemas.openxmlformats.org/officeDocument/2006/relationships/customXml" Target="../ink/ink853.xml"/><Relationship Id="rId111" Type="http://schemas.openxmlformats.org/officeDocument/2006/relationships/image" Target="../media/image863.png"/><Relationship Id="rId132" Type="http://schemas.openxmlformats.org/officeDocument/2006/relationships/customXml" Target="../ink/ink875.xml"/><Relationship Id="rId153" Type="http://schemas.openxmlformats.org/officeDocument/2006/relationships/image" Target="../media/image884.png"/><Relationship Id="rId15" Type="http://schemas.openxmlformats.org/officeDocument/2006/relationships/image" Target="../media/image815.png"/><Relationship Id="rId36" Type="http://schemas.openxmlformats.org/officeDocument/2006/relationships/customXml" Target="../ink/ink827.xml"/><Relationship Id="rId57" Type="http://schemas.openxmlformats.org/officeDocument/2006/relationships/image" Target="../media/image836.png"/><Relationship Id="rId106" Type="http://schemas.openxmlformats.org/officeDocument/2006/relationships/customXml" Target="../ink/ink862.xml"/><Relationship Id="rId127" Type="http://schemas.openxmlformats.org/officeDocument/2006/relationships/image" Target="../media/image871.png"/><Relationship Id="rId10" Type="http://schemas.openxmlformats.org/officeDocument/2006/relationships/customXml" Target="../ink/ink814.xml"/><Relationship Id="rId31" Type="http://schemas.openxmlformats.org/officeDocument/2006/relationships/image" Target="../media/image823.png"/><Relationship Id="rId52" Type="http://schemas.openxmlformats.org/officeDocument/2006/relationships/customXml" Target="../ink/ink835.xml"/><Relationship Id="rId73" Type="http://schemas.openxmlformats.org/officeDocument/2006/relationships/image" Target="../media/image844.png"/><Relationship Id="rId78" Type="http://schemas.openxmlformats.org/officeDocument/2006/relationships/customXml" Target="../ink/ink848.xml"/><Relationship Id="rId94" Type="http://schemas.openxmlformats.org/officeDocument/2006/relationships/customXml" Target="../ink/ink856.xml"/><Relationship Id="rId99" Type="http://schemas.openxmlformats.org/officeDocument/2006/relationships/image" Target="../media/image857.png"/><Relationship Id="rId101" Type="http://schemas.openxmlformats.org/officeDocument/2006/relationships/image" Target="../media/image858.png"/><Relationship Id="rId122" Type="http://schemas.openxmlformats.org/officeDocument/2006/relationships/customXml" Target="../ink/ink870.xml"/><Relationship Id="rId143" Type="http://schemas.openxmlformats.org/officeDocument/2006/relationships/image" Target="../media/image879.png"/><Relationship Id="rId148" Type="http://schemas.openxmlformats.org/officeDocument/2006/relationships/customXml" Target="../ink/ink883.xml"/><Relationship Id="rId164" Type="http://schemas.openxmlformats.org/officeDocument/2006/relationships/customXml" Target="../ink/ink891.xml"/><Relationship Id="rId4" Type="http://schemas.openxmlformats.org/officeDocument/2006/relationships/customXml" Target="../ink/ink811.xml"/><Relationship Id="rId9" Type="http://schemas.openxmlformats.org/officeDocument/2006/relationships/image" Target="../media/image812.png"/><Relationship Id="rId26" Type="http://schemas.openxmlformats.org/officeDocument/2006/relationships/customXml" Target="../ink/ink822.xml"/><Relationship Id="rId47" Type="http://schemas.openxmlformats.org/officeDocument/2006/relationships/image" Target="../media/image831.png"/><Relationship Id="rId68" Type="http://schemas.openxmlformats.org/officeDocument/2006/relationships/customXml" Target="../ink/ink843.xml"/><Relationship Id="rId89" Type="http://schemas.openxmlformats.org/officeDocument/2006/relationships/image" Target="../media/image852.png"/><Relationship Id="rId112" Type="http://schemas.openxmlformats.org/officeDocument/2006/relationships/customXml" Target="../ink/ink865.xml"/><Relationship Id="rId133" Type="http://schemas.openxmlformats.org/officeDocument/2006/relationships/image" Target="../media/image874.png"/><Relationship Id="rId154" Type="http://schemas.openxmlformats.org/officeDocument/2006/relationships/customXml" Target="../ink/ink886.xml"/><Relationship Id="rId16" Type="http://schemas.openxmlformats.org/officeDocument/2006/relationships/customXml" Target="../ink/ink817.xml"/><Relationship Id="rId37" Type="http://schemas.openxmlformats.org/officeDocument/2006/relationships/image" Target="../media/image826.png"/><Relationship Id="rId58" Type="http://schemas.openxmlformats.org/officeDocument/2006/relationships/customXml" Target="../ink/ink838.xml"/><Relationship Id="rId79" Type="http://schemas.openxmlformats.org/officeDocument/2006/relationships/image" Target="../media/image847.png"/><Relationship Id="rId102" Type="http://schemas.openxmlformats.org/officeDocument/2006/relationships/customXml" Target="../ink/ink860.xml"/><Relationship Id="rId123" Type="http://schemas.openxmlformats.org/officeDocument/2006/relationships/image" Target="../media/image869.png"/><Relationship Id="rId144" Type="http://schemas.openxmlformats.org/officeDocument/2006/relationships/customXml" Target="../ink/ink881.xml"/><Relationship Id="rId90" Type="http://schemas.openxmlformats.org/officeDocument/2006/relationships/customXml" Target="../ink/ink854.xml"/><Relationship Id="rId165" Type="http://schemas.openxmlformats.org/officeDocument/2006/relationships/image" Target="../media/image890.png"/><Relationship Id="rId27" Type="http://schemas.openxmlformats.org/officeDocument/2006/relationships/image" Target="../media/image821.png"/><Relationship Id="rId48" Type="http://schemas.openxmlformats.org/officeDocument/2006/relationships/customXml" Target="../ink/ink833.xml"/><Relationship Id="rId69" Type="http://schemas.openxmlformats.org/officeDocument/2006/relationships/image" Target="../media/image842.png"/><Relationship Id="rId113" Type="http://schemas.openxmlformats.org/officeDocument/2006/relationships/image" Target="../media/image864.png"/><Relationship Id="rId134" Type="http://schemas.openxmlformats.org/officeDocument/2006/relationships/customXml" Target="../ink/ink876.xml"/><Relationship Id="rId80" Type="http://schemas.openxmlformats.org/officeDocument/2006/relationships/customXml" Target="../ink/ink849.xml"/><Relationship Id="rId155" Type="http://schemas.openxmlformats.org/officeDocument/2006/relationships/image" Target="../media/image8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1BEE20A-AA83-09E3-D273-3641E4A7CAF4}"/>
                  </a:ext>
                </a:extLst>
              </p14:cNvPr>
              <p14:cNvContentPartPr/>
              <p14:nvPr/>
            </p14:nvContentPartPr>
            <p14:xfrm>
              <a:off x="1504185" y="1038975"/>
              <a:ext cx="43920" cy="49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1BEE20A-AA83-09E3-D273-3641E4A7CA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9865" y="1034655"/>
                <a:ext cx="52560" cy="5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0BEF3D0E-A07C-269F-0C85-B9AE5989D75A}"/>
              </a:ext>
            </a:extLst>
          </p:cNvPr>
          <p:cNvGrpSpPr/>
          <p:nvPr/>
        </p:nvGrpSpPr>
        <p:grpSpPr>
          <a:xfrm>
            <a:off x="1051305" y="452895"/>
            <a:ext cx="10903680" cy="4807080"/>
            <a:chOff x="1051305" y="452895"/>
            <a:chExt cx="10903680" cy="480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89DC568-F151-5D07-A5A8-478671DA7F95}"/>
                    </a:ext>
                  </a:extLst>
                </p14:cNvPr>
                <p14:cNvContentPartPr/>
                <p14:nvPr/>
              </p14:nvContentPartPr>
              <p14:xfrm>
                <a:off x="1051305" y="596535"/>
                <a:ext cx="663120" cy="479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89DC568-F151-5D07-A5A8-478671DA7F9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5185" y="590415"/>
                  <a:ext cx="67536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4395E20-52C4-D218-9ADA-412D891BC008}"/>
                    </a:ext>
                  </a:extLst>
                </p14:cNvPr>
                <p14:cNvContentPartPr/>
                <p14:nvPr/>
              </p14:nvContentPartPr>
              <p14:xfrm>
                <a:off x="1863465" y="767895"/>
                <a:ext cx="38880" cy="247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4395E20-52C4-D218-9ADA-412D891BC00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57345" y="761775"/>
                  <a:ext cx="511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EE49923-90C7-7116-A25C-C5C87B7D2AFE}"/>
                    </a:ext>
                  </a:extLst>
                </p14:cNvPr>
                <p14:cNvContentPartPr/>
                <p14:nvPr/>
              </p14:nvContentPartPr>
              <p14:xfrm>
                <a:off x="1876785" y="600495"/>
                <a:ext cx="28800" cy="33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EE49923-90C7-7116-A25C-C5C87B7D2AF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70665" y="594375"/>
                  <a:ext cx="41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CA02AA8-3487-E035-EE40-9CBFCF939551}"/>
                    </a:ext>
                  </a:extLst>
                </p14:cNvPr>
                <p14:cNvContentPartPr/>
                <p14:nvPr/>
              </p14:nvContentPartPr>
              <p14:xfrm>
                <a:off x="2090265" y="723255"/>
                <a:ext cx="409680" cy="378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CA02AA8-3487-E035-EE40-9CBFCF93955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84145" y="717135"/>
                  <a:ext cx="42192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56075C1-4AF6-7FBC-CE52-7F29D75BF716}"/>
                    </a:ext>
                  </a:extLst>
                </p14:cNvPr>
                <p14:cNvContentPartPr/>
                <p14:nvPr/>
              </p14:nvContentPartPr>
              <p14:xfrm>
                <a:off x="2936985" y="831255"/>
                <a:ext cx="540720" cy="93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56075C1-4AF6-7FBC-CE52-7F29D75BF71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30865" y="825135"/>
                  <a:ext cx="5529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A9D88D3-88B9-A6D7-3D88-052A10D26B0C}"/>
                    </a:ext>
                  </a:extLst>
                </p14:cNvPr>
                <p14:cNvContentPartPr/>
                <p14:nvPr/>
              </p14:nvContentPartPr>
              <p14:xfrm>
                <a:off x="3251985" y="675735"/>
                <a:ext cx="10440" cy="427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A9D88D3-88B9-A6D7-3D88-052A10D26B0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45865" y="669615"/>
                  <a:ext cx="2268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3258169-FA67-E8AF-022C-3FFE524D1512}"/>
                    </a:ext>
                  </a:extLst>
                </p14:cNvPr>
                <p14:cNvContentPartPr/>
                <p14:nvPr/>
              </p14:nvContentPartPr>
              <p14:xfrm>
                <a:off x="3823665" y="565575"/>
                <a:ext cx="498240" cy="539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3258169-FA67-E8AF-022C-3FFE524D15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17545" y="559455"/>
                  <a:ext cx="510480" cy="55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76BBD08-A6F9-E768-C969-BE6E789944B6}"/>
                    </a:ext>
                  </a:extLst>
                </p14:cNvPr>
                <p14:cNvContentPartPr/>
                <p14:nvPr/>
              </p14:nvContentPartPr>
              <p14:xfrm>
                <a:off x="5116785" y="802095"/>
                <a:ext cx="1212840" cy="104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76BBD08-A6F9-E768-C969-BE6E789944B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110665" y="795975"/>
                  <a:ext cx="12250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C50D850-3AFA-A8D0-9BE4-990D89D364B3}"/>
                    </a:ext>
                  </a:extLst>
                </p14:cNvPr>
                <p14:cNvContentPartPr/>
                <p14:nvPr/>
              </p14:nvContentPartPr>
              <p14:xfrm>
                <a:off x="5939025" y="523455"/>
                <a:ext cx="461520" cy="675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C50D850-3AFA-A8D0-9BE4-990D89D364B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32905" y="517335"/>
                  <a:ext cx="47376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F8E8205-C8B2-E2A4-24F6-B6CD6F0FD618}"/>
                    </a:ext>
                  </a:extLst>
                </p14:cNvPr>
                <p14:cNvContentPartPr/>
                <p14:nvPr/>
              </p14:nvContentPartPr>
              <p14:xfrm>
                <a:off x="7169865" y="548295"/>
                <a:ext cx="87120" cy="511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F8E8205-C8B2-E2A4-24F6-B6CD6F0FD61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163745" y="542175"/>
                  <a:ext cx="9936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6163CCC-CC57-0C73-C975-4D1E8ECED0AA}"/>
                    </a:ext>
                  </a:extLst>
                </p14:cNvPr>
                <p14:cNvContentPartPr/>
                <p14:nvPr/>
              </p14:nvContentPartPr>
              <p14:xfrm>
                <a:off x="7205145" y="452895"/>
                <a:ext cx="480600" cy="581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6163CCC-CC57-0C73-C975-4D1E8ECED0A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199025" y="446775"/>
                  <a:ext cx="492840" cy="5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E35BFCE-CAC5-2DDB-CC43-174299039CCA}"/>
                    </a:ext>
                  </a:extLst>
                </p14:cNvPr>
                <p14:cNvContentPartPr/>
                <p14:nvPr/>
              </p14:nvContentPartPr>
              <p14:xfrm>
                <a:off x="7841625" y="703815"/>
                <a:ext cx="276480" cy="239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E35BFCE-CAC5-2DDB-CC43-174299039CC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35505" y="697695"/>
                  <a:ext cx="2887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A4DF20F-095C-05AA-3389-055E71CB49C9}"/>
                    </a:ext>
                  </a:extLst>
                </p14:cNvPr>
                <p14:cNvContentPartPr/>
                <p14:nvPr/>
              </p14:nvContentPartPr>
              <p14:xfrm>
                <a:off x="8266785" y="700215"/>
                <a:ext cx="476280" cy="343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A4DF20F-095C-05AA-3389-055E71CB49C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60665" y="694095"/>
                  <a:ext cx="48852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EF4318A-E60F-DBD6-FB0C-74466477340D}"/>
                    </a:ext>
                  </a:extLst>
                </p14:cNvPr>
                <p14:cNvContentPartPr/>
                <p14:nvPr/>
              </p14:nvContentPartPr>
              <p14:xfrm>
                <a:off x="9153105" y="670695"/>
                <a:ext cx="982800" cy="149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EF4318A-E60F-DBD6-FB0C-74466477340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146985" y="664575"/>
                  <a:ext cx="9950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432E5A6-03F3-C2EE-C45D-0C25644D1E31}"/>
                    </a:ext>
                  </a:extLst>
                </p14:cNvPr>
                <p14:cNvContentPartPr/>
                <p14:nvPr/>
              </p14:nvContentPartPr>
              <p14:xfrm>
                <a:off x="9974625" y="462975"/>
                <a:ext cx="501840" cy="716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432E5A6-03F3-C2EE-C45D-0C25644D1E3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968505" y="456855"/>
                  <a:ext cx="514080" cy="72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A5880FA-BF72-C714-08AF-E53B8829BEB9}"/>
                    </a:ext>
                  </a:extLst>
                </p14:cNvPr>
                <p14:cNvContentPartPr/>
                <p14:nvPr/>
              </p14:nvContentPartPr>
              <p14:xfrm>
                <a:off x="3568425" y="1781655"/>
                <a:ext cx="42480" cy="428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A5880FA-BF72-C714-08AF-E53B8829BEB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62305" y="1775535"/>
                  <a:ext cx="5472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20B8C10-A109-21F3-AC88-F67F72CC8E3C}"/>
                    </a:ext>
                  </a:extLst>
                </p14:cNvPr>
                <p14:cNvContentPartPr/>
                <p14:nvPr/>
              </p14:nvContentPartPr>
              <p14:xfrm>
                <a:off x="3574185" y="1325175"/>
                <a:ext cx="3192480" cy="517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20B8C10-A109-21F3-AC88-F67F72CC8E3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68065" y="1319055"/>
                  <a:ext cx="320472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5A0EAB5-EB6E-AC23-E170-37F999351EC3}"/>
                    </a:ext>
                  </a:extLst>
                </p14:cNvPr>
                <p14:cNvContentPartPr/>
                <p14:nvPr/>
              </p14:nvContentPartPr>
              <p14:xfrm>
                <a:off x="3511185" y="1713615"/>
                <a:ext cx="3744720" cy="576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5A0EAB5-EB6E-AC23-E170-37F999351EC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05065" y="1707495"/>
                  <a:ext cx="3756960" cy="5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0B3E6CB-1DE8-3996-2DE7-CB3AB21CA88D}"/>
                    </a:ext>
                  </a:extLst>
                </p14:cNvPr>
                <p14:cNvContentPartPr/>
                <p14:nvPr/>
              </p14:nvContentPartPr>
              <p14:xfrm>
                <a:off x="6749745" y="1324815"/>
                <a:ext cx="87840" cy="482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0B3E6CB-1DE8-3996-2DE7-CB3AB21CA88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743625" y="1318695"/>
                  <a:ext cx="10008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F733822-0597-B129-4639-3C3C8EC17EDD}"/>
                    </a:ext>
                  </a:extLst>
                </p14:cNvPr>
                <p14:cNvContentPartPr/>
                <p14:nvPr/>
              </p14:nvContentPartPr>
              <p14:xfrm>
                <a:off x="3827265" y="1878135"/>
                <a:ext cx="304920" cy="270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F733822-0597-B129-4639-3C3C8EC17ED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21145" y="1872015"/>
                  <a:ext cx="3171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C05684B-0FEB-9AC4-097B-53FE39696583}"/>
                    </a:ext>
                  </a:extLst>
                </p14:cNvPr>
                <p14:cNvContentPartPr/>
                <p14:nvPr/>
              </p14:nvContentPartPr>
              <p14:xfrm>
                <a:off x="4100505" y="1886775"/>
                <a:ext cx="586080" cy="237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C05684B-0FEB-9AC4-097B-53FE3969658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094385" y="1880655"/>
                  <a:ext cx="5983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E50BC3C-3292-8A20-2E13-181B720197EF}"/>
                    </a:ext>
                  </a:extLst>
                </p14:cNvPr>
                <p14:cNvContentPartPr/>
                <p14:nvPr/>
              </p14:nvContentPartPr>
              <p14:xfrm>
                <a:off x="4729425" y="1656015"/>
                <a:ext cx="206280" cy="362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E50BC3C-3292-8A20-2E13-181B720197E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723305" y="1649895"/>
                  <a:ext cx="21852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751D448-2238-C776-B2DF-F75F95D95505}"/>
                    </a:ext>
                  </a:extLst>
                </p14:cNvPr>
                <p14:cNvContentPartPr/>
                <p14:nvPr/>
              </p14:nvContentPartPr>
              <p14:xfrm>
                <a:off x="2037705" y="2965695"/>
                <a:ext cx="189000" cy="777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751D448-2238-C776-B2DF-F75F95D9550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031585" y="2959575"/>
                  <a:ext cx="201240" cy="7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6FAD83A-5412-9BEF-7BB9-9DCABBE4D088}"/>
                    </a:ext>
                  </a:extLst>
                </p14:cNvPr>
                <p14:cNvContentPartPr/>
                <p14:nvPr/>
              </p14:nvContentPartPr>
              <p14:xfrm>
                <a:off x="2012145" y="2525055"/>
                <a:ext cx="1494000" cy="441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6FAD83A-5412-9BEF-7BB9-9DCABBE4D08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006025" y="2518935"/>
                  <a:ext cx="150624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A4D0829-452E-794A-1A49-7377B6315E78}"/>
                    </a:ext>
                  </a:extLst>
                </p14:cNvPr>
                <p14:cNvContentPartPr/>
                <p14:nvPr/>
              </p14:nvContentPartPr>
              <p14:xfrm>
                <a:off x="3417225" y="2592375"/>
                <a:ext cx="176400" cy="747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A4D0829-452E-794A-1A49-7377B6315E7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11105" y="2586255"/>
                  <a:ext cx="188640" cy="75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441C1F7-7EC0-E445-4B89-7C137AE24985}"/>
                    </a:ext>
                  </a:extLst>
                </p14:cNvPr>
                <p14:cNvContentPartPr/>
                <p14:nvPr/>
              </p14:nvContentPartPr>
              <p14:xfrm>
                <a:off x="2175945" y="3312375"/>
                <a:ext cx="1540080" cy="510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441C1F7-7EC0-E445-4B89-7C137AE2498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169825" y="3306255"/>
                  <a:ext cx="155232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718FE34-8D6C-B399-3CDB-7F331F98BB87}"/>
                    </a:ext>
                  </a:extLst>
                </p14:cNvPr>
                <p14:cNvContentPartPr/>
                <p14:nvPr/>
              </p14:nvContentPartPr>
              <p14:xfrm>
                <a:off x="2191425" y="3174495"/>
                <a:ext cx="86760" cy="139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718FE34-8D6C-B399-3CDB-7F331F98BB8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185305" y="3168375"/>
                  <a:ext cx="990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6661AC1-D207-8A12-7DB0-9AC6EB9F8E2C}"/>
                    </a:ext>
                  </a:extLst>
                </p14:cNvPr>
                <p14:cNvContentPartPr/>
                <p14:nvPr/>
              </p14:nvContentPartPr>
              <p14:xfrm>
                <a:off x="2189625" y="2988375"/>
                <a:ext cx="318240" cy="363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6661AC1-D207-8A12-7DB0-9AC6EB9F8E2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183505" y="2982255"/>
                  <a:ext cx="33048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58A42A9-8929-6BF4-7B9A-CE78670D64B0}"/>
                    </a:ext>
                  </a:extLst>
                </p14:cNvPr>
                <p14:cNvContentPartPr/>
                <p14:nvPr/>
              </p14:nvContentPartPr>
              <p14:xfrm>
                <a:off x="2516865" y="3002055"/>
                <a:ext cx="96480" cy="155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58A42A9-8929-6BF4-7B9A-CE78670D64B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10745" y="2995935"/>
                  <a:ext cx="1087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677A1F9-A6ED-E976-10A8-0F8D7D9111CD}"/>
                    </a:ext>
                  </a:extLst>
                </p14:cNvPr>
                <p14:cNvContentPartPr/>
                <p14:nvPr/>
              </p14:nvContentPartPr>
              <p14:xfrm>
                <a:off x="2754465" y="2975055"/>
                <a:ext cx="124920" cy="136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677A1F9-A6ED-E976-10A8-0F8D7D9111C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748345" y="2968935"/>
                  <a:ext cx="1371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8967E6B-206D-4137-A7DE-147B14E87661}"/>
                    </a:ext>
                  </a:extLst>
                </p14:cNvPr>
                <p14:cNvContentPartPr/>
                <p14:nvPr/>
              </p14:nvContentPartPr>
              <p14:xfrm>
                <a:off x="2932305" y="2790735"/>
                <a:ext cx="365400" cy="255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8967E6B-206D-4137-A7DE-147B14E8766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926185" y="2784615"/>
                  <a:ext cx="3776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DA12BE0-0B28-A89F-1692-BBF4C8A2A00D}"/>
                    </a:ext>
                  </a:extLst>
                </p14:cNvPr>
                <p14:cNvContentPartPr/>
                <p14:nvPr/>
              </p14:nvContentPartPr>
              <p14:xfrm>
                <a:off x="2606505" y="3272415"/>
                <a:ext cx="129960" cy="326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DA12BE0-0B28-A89F-1692-BBF4C8A2A00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600385" y="3266295"/>
                  <a:ext cx="14220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370DF69-ABD3-D1CE-388C-DB80E946BA40}"/>
                    </a:ext>
                  </a:extLst>
                </p14:cNvPr>
                <p14:cNvContentPartPr/>
                <p14:nvPr/>
              </p14:nvContentPartPr>
              <p14:xfrm>
                <a:off x="2743665" y="3227055"/>
                <a:ext cx="243000" cy="172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370DF69-ABD3-D1CE-388C-DB80E946BA4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737545" y="3220935"/>
                  <a:ext cx="2552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5AD9CCD-61C0-FCDE-7417-2248A4C952AB}"/>
                    </a:ext>
                  </a:extLst>
                </p14:cNvPr>
                <p14:cNvContentPartPr/>
                <p14:nvPr/>
              </p14:nvContentPartPr>
              <p14:xfrm>
                <a:off x="2864265" y="3159015"/>
                <a:ext cx="218520" cy="189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5AD9CCD-61C0-FCDE-7417-2248A4C952A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58145" y="3152895"/>
                  <a:ext cx="230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E87A578-E378-5641-732B-FA0F68D1D642}"/>
                    </a:ext>
                  </a:extLst>
                </p14:cNvPr>
                <p14:cNvContentPartPr/>
                <p14:nvPr/>
              </p14:nvContentPartPr>
              <p14:xfrm>
                <a:off x="3143985" y="3096735"/>
                <a:ext cx="177480" cy="150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E87A578-E378-5641-732B-FA0F68D1D64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137865" y="3090615"/>
                  <a:ext cx="1897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02845F9-5BD7-38EC-E842-B300AFB9533D}"/>
                    </a:ext>
                  </a:extLst>
                </p14:cNvPr>
                <p14:cNvContentPartPr/>
                <p14:nvPr/>
              </p14:nvContentPartPr>
              <p14:xfrm>
                <a:off x="3300945" y="3042735"/>
                <a:ext cx="247320" cy="167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02845F9-5BD7-38EC-E842-B300AFB9533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294825" y="3036615"/>
                  <a:ext cx="2595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79CA924-5A34-7394-C9DF-19BAB7D2C399}"/>
                    </a:ext>
                  </a:extLst>
                </p14:cNvPr>
                <p14:cNvContentPartPr/>
                <p14:nvPr/>
              </p14:nvContentPartPr>
              <p14:xfrm>
                <a:off x="3387705" y="2651055"/>
                <a:ext cx="1221120" cy="345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79CA924-5A34-7394-C9DF-19BAB7D2C39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381585" y="2644935"/>
                  <a:ext cx="123336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7B5BF98-46DD-AB9C-B7B8-5198F891C13D}"/>
                    </a:ext>
                  </a:extLst>
                </p14:cNvPr>
                <p14:cNvContentPartPr/>
                <p14:nvPr/>
              </p14:nvContentPartPr>
              <p14:xfrm>
                <a:off x="4349265" y="2531535"/>
                <a:ext cx="254520" cy="573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7B5BF98-46DD-AB9C-B7B8-5198F891C13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343145" y="2525415"/>
                  <a:ext cx="26676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B65952C-B1FD-A006-A598-79442197477D}"/>
                    </a:ext>
                  </a:extLst>
                </p14:cNvPr>
                <p14:cNvContentPartPr/>
                <p14:nvPr/>
              </p14:nvContentPartPr>
              <p14:xfrm>
                <a:off x="5132985" y="2327415"/>
                <a:ext cx="717480" cy="384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B65952C-B1FD-A006-A598-79442197477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26865" y="2321295"/>
                  <a:ext cx="7297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D1BD199-4A54-2775-4EF3-68DA3BB8DB5C}"/>
                    </a:ext>
                  </a:extLst>
                </p14:cNvPr>
                <p14:cNvContentPartPr/>
                <p14:nvPr/>
              </p14:nvContentPartPr>
              <p14:xfrm>
                <a:off x="5940105" y="2290695"/>
                <a:ext cx="527040" cy="267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D1BD199-4A54-2775-4EF3-68DA3BB8DB5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933985" y="2284575"/>
                  <a:ext cx="5392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FFD2340-B5B6-6118-242C-6660F99FB1B1}"/>
                    </a:ext>
                  </a:extLst>
                </p14:cNvPr>
                <p14:cNvContentPartPr/>
                <p14:nvPr/>
              </p14:nvContentPartPr>
              <p14:xfrm>
                <a:off x="6577665" y="2130135"/>
                <a:ext cx="770760" cy="287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FFD2340-B5B6-6118-242C-6660F99FB1B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571545" y="2124015"/>
                  <a:ext cx="7830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EC32EBA-1DE6-368E-F0EA-A773FCE00CA1}"/>
                    </a:ext>
                  </a:extLst>
                </p14:cNvPr>
                <p14:cNvContentPartPr/>
                <p14:nvPr/>
              </p14:nvContentPartPr>
              <p14:xfrm>
                <a:off x="7484145" y="2050935"/>
                <a:ext cx="266760" cy="292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EC32EBA-1DE6-368E-F0EA-A773FCE00CA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478025" y="2044815"/>
                  <a:ext cx="2790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2667FE4-4753-BA47-5FB5-7AAEACC1D999}"/>
                    </a:ext>
                  </a:extLst>
                </p14:cNvPr>
                <p14:cNvContentPartPr/>
                <p14:nvPr/>
              </p14:nvContentPartPr>
              <p14:xfrm>
                <a:off x="7834425" y="1797135"/>
                <a:ext cx="173880" cy="473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2667FE4-4753-BA47-5FB5-7AAEACC1D99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828305" y="1791015"/>
                  <a:ext cx="18612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3B68E13-D8C7-FF0B-D895-A84FF6176127}"/>
                    </a:ext>
                  </a:extLst>
                </p14:cNvPr>
                <p14:cNvContentPartPr/>
                <p14:nvPr/>
              </p14:nvContentPartPr>
              <p14:xfrm>
                <a:off x="9157425" y="1549095"/>
                <a:ext cx="53280" cy="681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3B68E13-D8C7-FF0B-D895-A84FF617612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151305" y="1542975"/>
                  <a:ext cx="65520" cy="6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526EAE1-3C4C-9587-E69F-EA1A124D5451}"/>
                    </a:ext>
                  </a:extLst>
                </p14:cNvPr>
                <p14:cNvContentPartPr/>
                <p14:nvPr/>
              </p14:nvContentPartPr>
              <p14:xfrm>
                <a:off x="9024945" y="1423455"/>
                <a:ext cx="517680" cy="509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526EAE1-3C4C-9587-E69F-EA1A124D545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018825" y="1417335"/>
                  <a:ext cx="52992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67EA08A-49C5-F679-4AF0-6C7AC00C3948}"/>
                    </a:ext>
                  </a:extLst>
                </p14:cNvPr>
                <p14:cNvContentPartPr/>
                <p14:nvPr/>
              </p14:nvContentPartPr>
              <p14:xfrm>
                <a:off x="9474225" y="1605975"/>
                <a:ext cx="731520" cy="408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67EA08A-49C5-F679-4AF0-6C7AC00C394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468105" y="1599855"/>
                  <a:ext cx="74376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9AB7EBD-81B7-EDA0-1036-1DF982DA41A4}"/>
                    </a:ext>
                  </a:extLst>
                </p14:cNvPr>
                <p14:cNvContentPartPr/>
                <p14:nvPr/>
              </p14:nvContentPartPr>
              <p14:xfrm>
                <a:off x="10200705" y="1392855"/>
                <a:ext cx="638280" cy="425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9AB7EBD-81B7-EDA0-1036-1DF982DA41A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194585" y="1386735"/>
                  <a:ext cx="65052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85AD4F8-0A8E-5658-5FE1-E20BDF5BA8A8}"/>
                    </a:ext>
                  </a:extLst>
                </p14:cNvPr>
                <p14:cNvContentPartPr/>
                <p14:nvPr/>
              </p14:nvContentPartPr>
              <p14:xfrm>
                <a:off x="10782825" y="1473495"/>
                <a:ext cx="180720" cy="1839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85AD4F8-0A8E-5658-5FE1-E20BDF5BA8A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776705" y="1467375"/>
                  <a:ext cx="1929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B0AC42B-D1EB-616E-59DA-8013CDB57178}"/>
                    </a:ext>
                  </a:extLst>
                </p14:cNvPr>
                <p14:cNvContentPartPr/>
                <p14:nvPr/>
              </p14:nvContentPartPr>
              <p14:xfrm>
                <a:off x="11088465" y="1282695"/>
                <a:ext cx="93600" cy="359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B0AC42B-D1EB-616E-59DA-8013CDB5717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082345" y="1276575"/>
                  <a:ext cx="10584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EBEE6A1-72C9-1710-120F-BF6C8BFEF456}"/>
                    </a:ext>
                  </a:extLst>
                </p14:cNvPr>
                <p14:cNvContentPartPr/>
                <p14:nvPr/>
              </p14:nvContentPartPr>
              <p14:xfrm>
                <a:off x="11052465" y="1464855"/>
                <a:ext cx="213120" cy="446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EBEE6A1-72C9-1710-120F-BF6C8BFEF45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046345" y="1458735"/>
                  <a:ext cx="2253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55D52E0-08ED-71BE-9074-5DE044AA08FB}"/>
                    </a:ext>
                  </a:extLst>
                </p14:cNvPr>
                <p14:cNvContentPartPr/>
                <p14:nvPr/>
              </p14:nvContentPartPr>
              <p14:xfrm>
                <a:off x="11498505" y="1386735"/>
                <a:ext cx="86040" cy="30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55D52E0-08ED-71BE-9074-5DE044AA08F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492385" y="1380615"/>
                  <a:ext cx="982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1C3B1F5-8BAA-2457-7D13-8613E40DE30B}"/>
                    </a:ext>
                  </a:extLst>
                </p14:cNvPr>
                <p14:cNvContentPartPr/>
                <p14:nvPr/>
              </p14:nvContentPartPr>
              <p14:xfrm>
                <a:off x="4678665" y="3287535"/>
                <a:ext cx="645480" cy="789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1C3B1F5-8BAA-2457-7D13-8613E40DE30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672545" y="3281415"/>
                  <a:ext cx="657720" cy="80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B9716E8-7B65-7F22-E26E-C94464FDCB23}"/>
                    </a:ext>
                  </a:extLst>
                </p14:cNvPr>
                <p14:cNvContentPartPr/>
                <p14:nvPr/>
              </p14:nvContentPartPr>
              <p14:xfrm>
                <a:off x="5243865" y="3493455"/>
                <a:ext cx="55080" cy="29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B9716E8-7B65-7F22-E26E-C94464FDCB2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237745" y="3487335"/>
                  <a:ext cx="67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9755DBE-B5A0-22F5-FC43-8AF5CF617159}"/>
                    </a:ext>
                  </a:extLst>
                </p14:cNvPr>
                <p14:cNvContentPartPr/>
                <p14:nvPr/>
              </p14:nvContentPartPr>
              <p14:xfrm>
                <a:off x="5402985" y="3405975"/>
                <a:ext cx="755640" cy="378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9755DBE-B5A0-22F5-FC43-8AF5CF61715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396865" y="3399855"/>
                  <a:ext cx="76788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8130957-34D8-CE19-B4DB-4FFF2631F588}"/>
                    </a:ext>
                  </a:extLst>
                </p14:cNvPr>
                <p14:cNvContentPartPr/>
                <p14:nvPr/>
              </p14:nvContentPartPr>
              <p14:xfrm>
                <a:off x="6326025" y="3284655"/>
                <a:ext cx="262800" cy="2484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8130957-34D8-CE19-B4DB-4FFF2631F58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319905" y="3278535"/>
                  <a:ext cx="2750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A8CCE99-6787-3168-8A4A-AD9560409968}"/>
                    </a:ext>
                  </a:extLst>
                </p14:cNvPr>
                <p14:cNvContentPartPr/>
                <p14:nvPr/>
              </p14:nvContentPartPr>
              <p14:xfrm>
                <a:off x="7973385" y="2854455"/>
                <a:ext cx="30240" cy="379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A8CCE99-6787-3168-8A4A-AD956040996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967265" y="2848335"/>
                  <a:ext cx="4248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40BDDC7-6423-A609-8A0D-50E2D7C2C796}"/>
                    </a:ext>
                  </a:extLst>
                </p14:cNvPr>
                <p14:cNvContentPartPr/>
                <p14:nvPr/>
              </p14:nvContentPartPr>
              <p14:xfrm>
                <a:off x="7866465" y="2803695"/>
                <a:ext cx="698400" cy="4730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40BDDC7-6423-A609-8A0D-50E2D7C2C79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860345" y="2797575"/>
                  <a:ext cx="71064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96076FB-E37E-EF06-2B44-43A7E33E7272}"/>
                    </a:ext>
                  </a:extLst>
                </p14:cNvPr>
                <p14:cNvContentPartPr/>
                <p14:nvPr/>
              </p14:nvContentPartPr>
              <p14:xfrm>
                <a:off x="8716425" y="2752935"/>
                <a:ext cx="243720" cy="325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96076FB-E37E-EF06-2B44-43A7E33E727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710305" y="2746815"/>
                  <a:ext cx="2559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EE4DB28-4782-7B1B-B845-18E5350B9E48}"/>
                    </a:ext>
                  </a:extLst>
                </p14:cNvPr>
                <p14:cNvContentPartPr/>
                <p14:nvPr/>
              </p14:nvContentPartPr>
              <p14:xfrm>
                <a:off x="8999385" y="2660055"/>
                <a:ext cx="319680" cy="4168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EE4DB28-4782-7B1B-B845-18E5350B9E4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993265" y="2653935"/>
                  <a:ext cx="33192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D4F7603-CDA9-4A66-096A-96E3E7ACCA21}"/>
                    </a:ext>
                  </a:extLst>
                </p14:cNvPr>
                <p14:cNvContentPartPr/>
                <p14:nvPr/>
              </p14:nvContentPartPr>
              <p14:xfrm>
                <a:off x="9554865" y="2518215"/>
                <a:ext cx="245520" cy="3855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D4F7603-CDA9-4A66-096A-96E3E7ACCA2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548745" y="2512095"/>
                  <a:ext cx="25776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48C5F24-ED5C-6A67-43A3-2A00D0503241}"/>
                    </a:ext>
                  </a:extLst>
                </p14:cNvPr>
                <p14:cNvContentPartPr/>
                <p14:nvPr/>
              </p14:nvContentPartPr>
              <p14:xfrm>
                <a:off x="9822705" y="2361615"/>
                <a:ext cx="216360" cy="519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48C5F24-ED5C-6A67-43A3-2A00D050324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816585" y="2355495"/>
                  <a:ext cx="22860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1D3ED3E-FDAB-201E-4ED5-4F93C0823A51}"/>
                    </a:ext>
                  </a:extLst>
                </p14:cNvPr>
                <p14:cNvContentPartPr/>
                <p14:nvPr/>
              </p14:nvContentPartPr>
              <p14:xfrm>
                <a:off x="6139905" y="1126455"/>
                <a:ext cx="5303880" cy="16988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1D3ED3E-FDAB-201E-4ED5-4F93C0823A5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133785" y="1120335"/>
                  <a:ext cx="5316120" cy="171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90D0A2B-94D0-E39D-2CCB-EFBE58602D66}"/>
                    </a:ext>
                  </a:extLst>
                </p14:cNvPr>
                <p14:cNvContentPartPr/>
                <p14:nvPr/>
              </p14:nvContentPartPr>
              <p14:xfrm>
                <a:off x="11494905" y="1098375"/>
                <a:ext cx="36360" cy="561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90D0A2B-94D0-E39D-2CCB-EFBE58602D6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488785" y="1092255"/>
                  <a:ext cx="4860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F7A2B4B-E13A-D1AD-4FA6-A22FACB8C251}"/>
                    </a:ext>
                  </a:extLst>
                </p14:cNvPr>
                <p14:cNvContentPartPr/>
                <p14:nvPr/>
              </p14:nvContentPartPr>
              <p14:xfrm>
                <a:off x="11415345" y="1099455"/>
                <a:ext cx="491760" cy="6192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F7A2B4B-E13A-D1AD-4FA6-A22FACB8C25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409225" y="1093335"/>
                  <a:ext cx="504000" cy="6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46F0015-CDDD-ACB1-028F-F9A489AA5325}"/>
                    </a:ext>
                  </a:extLst>
                </p14:cNvPr>
                <p14:cNvContentPartPr/>
                <p14:nvPr/>
              </p14:nvContentPartPr>
              <p14:xfrm>
                <a:off x="11632065" y="1173975"/>
                <a:ext cx="93960" cy="622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46F0015-CDDD-ACB1-028F-F9A489AA532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625945" y="1167855"/>
                  <a:ext cx="106200" cy="63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27FB211-822E-5906-65D8-521AF4186EF7}"/>
                    </a:ext>
                  </a:extLst>
                </p14:cNvPr>
                <p14:cNvContentPartPr/>
                <p14:nvPr/>
              </p14:nvContentPartPr>
              <p14:xfrm>
                <a:off x="11516505" y="1375215"/>
                <a:ext cx="269280" cy="108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27FB211-822E-5906-65D8-521AF4186EF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510385" y="1369095"/>
                  <a:ext cx="2815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F2E0907-1019-A217-7142-7E4CB9232FAD}"/>
                    </a:ext>
                  </a:extLst>
                </p14:cNvPr>
                <p14:cNvContentPartPr/>
                <p14:nvPr/>
              </p14:nvContentPartPr>
              <p14:xfrm>
                <a:off x="11571945" y="1385655"/>
                <a:ext cx="383040" cy="45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F2E0907-1019-A217-7142-7E4CB9232FA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565825" y="1379535"/>
                  <a:ext cx="3952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FF6948A-8143-00C3-4EFA-EBE2ED870197}"/>
                    </a:ext>
                  </a:extLst>
                </p14:cNvPr>
                <p14:cNvContentPartPr/>
                <p14:nvPr/>
              </p14:nvContentPartPr>
              <p14:xfrm>
                <a:off x="3125985" y="3546735"/>
                <a:ext cx="1212840" cy="5979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FF6948A-8143-00C3-4EFA-EBE2ED87019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119865" y="3540615"/>
                  <a:ext cx="1225080" cy="6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EA8B14D-5B6C-7108-18E0-3E341936A53B}"/>
                    </a:ext>
                  </a:extLst>
                </p14:cNvPr>
                <p14:cNvContentPartPr/>
                <p14:nvPr/>
              </p14:nvContentPartPr>
              <p14:xfrm>
                <a:off x="4056225" y="3860655"/>
                <a:ext cx="434520" cy="7750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EA8B14D-5B6C-7108-18E0-3E341936A53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050105" y="3854535"/>
                  <a:ext cx="446760" cy="78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708513A-F692-428D-AA16-61623B7A9EE9}"/>
                    </a:ext>
                  </a:extLst>
                </p14:cNvPr>
                <p14:cNvContentPartPr/>
                <p14:nvPr/>
              </p14:nvContentPartPr>
              <p14:xfrm>
                <a:off x="6648585" y="3074775"/>
                <a:ext cx="1128600" cy="2642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708513A-F692-428D-AA16-61623B7A9EE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642465" y="3068655"/>
                  <a:ext cx="11408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A70A730-6A4F-8B58-5F21-3DFED31BD30E}"/>
                    </a:ext>
                  </a:extLst>
                </p14:cNvPr>
                <p14:cNvContentPartPr/>
                <p14:nvPr/>
              </p14:nvContentPartPr>
              <p14:xfrm>
                <a:off x="7204785" y="3043815"/>
                <a:ext cx="85680" cy="4870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A70A730-6A4F-8B58-5F21-3DFED31BD30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198665" y="3037695"/>
                  <a:ext cx="9792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4F32708-56D3-AA64-CB87-46C00670210C}"/>
                    </a:ext>
                  </a:extLst>
                </p14:cNvPr>
                <p14:cNvContentPartPr/>
                <p14:nvPr/>
              </p14:nvContentPartPr>
              <p14:xfrm>
                <a:off x="5771985" y="4084215"/>
                <a:ext cx="1245240" cy="5256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4F32708-56D3-AA64-CB87-46C00670210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765865" y="4078095"/>
                  <a:ext cx="125748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7622896-3530-7522-CA43-0677C314FF91}"/>
                    </a:ext>
                  </a:extLst>
                </p14:cNvPr>
                <p14:cNvContentPartPr/>
                <p14:nvPr/>
              </p14:nvContentPartPr>
              <p14:xfrm>
                <a:off x="6623385" y="4324695"/>
                <a:ext cx="71280" cy="3060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7622896-3530-7522-CA43-0677C314FF9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617265" y="4318575"/>
                  <a:ext cx="835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A1CA7B0-2554-EAAA-B7BB-8A54CAA5A67C}"/>
                    </a:ext>
                  </a:extLst>
                </p14:cNvPr>
                <p14:cNvContentPartPr/>
                <p14:nvPr/>
              </p14:nvContentPartPr>
              <p14:xfrm>
                <a:off x="6875745" y="4325775"/>
                <a:ext cx="389520" cy="3189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A1CA7B0-2554-EAAA-B7BB-8A54CAA5A67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869625" y="4319655"/>
                  <a:ext cx="40176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F31D737-14E9-80EB-7EFE-1E01A6EA115F}"/>
                    </a:ext>
                  </a:extLst>
                </p14:cNvPr>
                <p14:cNvContentPartPr/>
                <p14:nvPr/>
              </p14:nvContentPartPr>
              <p14:xfrm>
                <a:off x="7190385" y="4255575"/>
                <a:ext cx="249480" cy="3121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F31D737-14E9-80EB-7EFE-1E01A6EA115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184265" y="4249455"/>
                  <a:ext cx="2617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56A7C6B-5B54-E053-A924-DF4595E4440B}"/>
                    </a:ext>
                  </a:extLst>
                </p14:cNvPr>
                <p14:cNvContentPartPr/>
                <p14:nvPr/>
              </p14:nvContentPartPr>
              <p14:xfrm>
                <a:off x="7552905" y="4092855"/>
                <a:ext cx="560520" cy="3477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56A7C6B-5B54-E053-A924-DF4595E4440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546785" y="4086735"/>
                  <a:ext cx="57276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2BEF223-9259-85BD-14D2-3BC2F020A5AC}"/>
                    </a:ext>
                  </a:extLst>
                </p14:cNvPr>
                <p14:cNvContentPartPr/>
                <p14:nvPr/>
              </p14:nvContentPartPr>
              <p14:xfrm>
                <a:off x="8056905" y="3956415"/>
                <a:ext cx="30240" cy="9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2BEF223-9259-85BD-14D2-3BC2F020A5A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050785" y="3950295"/>
                  <a:ext cx="424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9975CC7-C470-7C01-D28D-14BE32BCB71C}"/>
                    </a:ext>
                  </a:extLst>
                </p14:cNvPr>
                <p14:cNvContentPartPr/>
                <p14:nvPr/>
              </p14:nvContentPartPr>
              <p14:xfrm>
                <a:off x="8271825" y="3593895"/>
                <a:ext cx="766080" cy="6210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9975CC7-C470-7C01-D28D-14BE32BCB71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265705" y="3587775"/>
                  <a:ext cx="77832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5F4DDF4-A316-D9FD-50D6-20947BB8B922}"/>
                    </a:ext>
                  </a:extLst>
                </p14:cNvPr>
                <p14:cNvContentPartPr/>
                <p14:nvPr/>
              </p14:nvContentPartPr>
              <p14:xfrm>
                <a:off x="9340305" y="3934815"/>
                <a:ext cx="30240" cy="219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5F4DDF4-A316-D9FD-50D6-20947BB8B92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334185" y="3928695"/>
                  <a:ext cx="42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B8D22FE-3F8D-1818-5200-CD17D6D56D2E}"/>
                    </a:ext>
                  </a:extLst>
                </p14:cNvPr>
                <p14:cNvContentPartPr/>
                <p14:nvPr/>
              </p14:nvContentPartPr>
              <p14:xfrm>
                <a:off x="6493065" y="4242255"/>
                <a:ext cx="3447720" cy="10177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B8D22FE-3F8D-1818-5200-CD17D6D56D2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486945" y="4236135"/>
                  <a:ext cx="3459960" cy="1029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61982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EC7028B9-5BA6-F2F4-D87B-E76FC4CEC7AA}"/>
              </a:ext>
            </a:extLst>
          </p:cNvPr>
          <p:cNvGrpSpPr/>
          <p:nvPr/>
        </p:nvGrpSpPr>
        <p:grpSpPr>
          <a:xfrm>
            <a:off x="170025" y="424815"/>
            <a:ext cx="10932120" cy="4954680"/>
            <a:chOff x="170025" y="424815"/>
            <a:chExt cx="10932120" cy="495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2557E63-5003-19AC-12D9-B6BC4140DC86}"/>
                    </a:ext>
                  </a:extLst>
                </p14:cNvPr>
                <p14:cNvContentPartPr/>
                <p14:nvPr/>
              </p14:nvContentPartPr>
              <p14:xfrm>
                <a:off x="1588065" y="643335"/>
                <a:ext cx="546120" cy="401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2557E63-5003-19AC-12D9-B6BC4140DC8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81945" y="637215"/>
                  <a:ext cx="55836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1101A0E-2DC4-A3AE-70E8-5A19C2C99AD3}"/>
                    </a:ext>
                  </a:extLst>
                </p14:cNvPr>
                <p14:cNvContentPartPr/>
                <p14:nvPr/>
              </p14:nvContentPartPr>
              <p14:xfrm>
                <a:off x="2143185" y="467295"/>
                <a:ext cx="490680" cy="6069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1101A0E-2DC4-A3AE-70E8-5A19C2C99AD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37065" y="461175"/>
                  <a:ext cx="502920" cy="6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5FE7FDA-6F5B-8FBD-1402-2807D63DE0AD}"/>
                    </a:ext>
                  </a:extLst>
                </p14:cNvPr>
                <p14:cNvContentPartPr/>
                <p14:nvPr/>
              </p14:nvContentPartPr>
              <p14:xfrm>
                <a:off x="6364185" y="579255"/>
                <a:ext cx="121680" cy="468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5FE7FDA-6F5B-8FBD-1402-2807D63DE0A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358065" y="573135"/>
                  <a:ext cx="13392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ABFE9C7-89FE-DFC7-B37C-6A99B657844A}"/>
                    </a:ext>
                  </a:extLst>
                </p14:cNvPr>
                <p14:cNvContentPartPr/>
                <p14:nvPr/>
              </p14:nvContentPartPr>
              <p14:xfrm>
                <a:off x="6063945" y="424815"/>
                <a:ext cx="722880" cy="797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ABFE9C7-89FE-DFC7-B37C-6A99B657844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057825" y="418695"/>
                  <a:ext cx="735120" cy="80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83BC990-FCF9-6656-178F-83E72E9869E4}"/>
                    </a:ext>
                  </a:extLst>
                </p14:cNvPr>
                <p14:cNvContentPartPr/>
                <p14:nvPr/>
              </p14:nvContentPartPr>
              <p14:xfrm>
                <a:off x="7060065" y="631095"/>
                <a:ext cx="16560" cy="55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83BC990-FCF9-6656-178F-83E72E9869E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053945" y="624975"/>
                  <a:ext cx="288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4FDE974-DAF9-414B-44EF-A2938A7FEC0A}"/>
                    </a:ext>
                  </a:extLst>
                </p14:cNvPr>
                <p14:cNvContentPartPr/>
                <p14:nvPr/>
              </p14:nvContentPartPr>
              <p14:xfrm>
                <a:off x="6891945" y="1033575"/>
                <a:ext cx="44640" cy="88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4FDE974-DAF9-414B-44EF-A2938A7FEC0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885825" y="1027455"/>
                  <a:ext cx="568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8ACF31E-CFEC-FBBD-75B9-497510318A0D}"/>
                    </a:ext>
                  </a:extLst>
                </p14:cNvPr>
                <p14:cNvContentPartPr/>
                <p14:nvPr/>
              </p14:nvContentPartPr>
              <p14:xfrm>
                <a:off x="6294345" y="1276575"/>
                <a:ext cx="1782360" cy="387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8ACF31E-CFEC-FBBD-75B9-497510318A0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88225" y="1270455"/>
                  <a:ext cx="179460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74EABDB-2645-FBCF-C94F-5A069613327E}"/>
                    </a:ext>
                  </a:extLst>
                </p14:cNvPr>
                <p14:cNvContentPartPr/>
                <p14:nvPr/>
              </p14:nvContentPartPr>
              <p14:xfrm>
                <a:off x="8625345" y="1238415"/>
                <a:ext cx="127440" cy="486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74EABDB-2645-FBCF-C94F-5A069613327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619225" y="1232295"/>
                  <a:ext cx="13968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0B32AE3-48DC-9A20-FDB1-CF6600DD20CD}"/>
                    </a:ext>
                  </a:extLst>
                </p14:cNvPr>
                <p14:cNvContentPartPr/>
                <p14:nvPr/>
              </p14:nvContentPartPr>
              <p14:xfrm>
                <a:off x="8503665" y="1117815"/>
                <a:ext cx="575640" cy="689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0B32AE3-48DC-9A20-FDB1-CF6600DD20C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97545" y="1111695"/>
                  <a:ext cx="587880" cy="70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3C8A49D-18F1-BF38-A78E-F59CD452D934}"/>
                    </a:ext>
                  </a:extLst>
                </p14:cNvPr>
                <p14:cNvContentPartPr/>
                <p14:nvPr/>
              </p14:nvContentPartPr>
              <p14:xfrm>
                <a:off x="9019185" y="1505895"/>
                <a:ext cx="615600" cy="280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3C8A49D-18F1-BF38-A78E-F59CD452D93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013065" y="1499775"/>
                  <a:ext cx="6278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E742411-BA92-3ABD-603D-769FA379080A}"/>
                    </a:ext>
                  </a:extLst>
                </p14:cNvPr>
                <p14:cNvContentPartPr/>
                <p14:nvPr/>
              </p14:nvContentPartPr>
              <p14:xfrm>
                <a:off x="9773745" y="1298175"/>
                <a:ext cx="34560" cy="2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E742411-BA92-3ABD-603D-769FA379080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767625" y="1292055"/>
                  <a:ext cx="468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0754230-193E-26CA-CAB4-8117E5BF6B8E}"/>
                    </a:ext>
                  </a:extLst>
                </p14:cNvPr>
                <p14:cNvContentPartPr/>
                <p14:nvPr/>
              </p14:nvContentPartPr>
              <p14:xfrm>
                <a:off x="9800745" y="1357935"/>
                <a:ext cx="392760" cy="331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0754230-193E-26CA-CAB4-8117E5BF6B8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794625" y="1351815"/>
                  <a:ext cx="40500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70E9D18-478A-9564-919A-4FBE13061AE2}"/>
                    </a:ext>
                  </a:extLst>
                </p14:cNvPr>
                <p14:cNvContentPartPr/>
                <p14:nvPr/>
              </p14:nvContentPartPr>
              <p14:xfrm>
                <a:off x="10165425" y="1387455"/>
                <a:ext cx="378360" cy="357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70E9D18-478A-9564-919A-4FBE13061AE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159305" y="1381335"/>
                  <a:ext cx="39060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57C8595-E5D8-AFD7-DDC7-BFE68452C9B7}"/>
                    </a:ext>
                  </a:extLst>
                </p14:cNvPr>
                <p14:cNvContentPartPr/>
                <p14:nvPr/>
              </p14:nvContentPartPr>
              <p14:xfrm>
                <a:off x="3724305" y="493575"/>
                <a:ext cx="456840" cy="682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57C8595-E5D8-AFD7-DDC7-BFE68452C9B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718185" y="487455"/>
                  <a:ext cx="46908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498F496-6F48-7A7A-B12D-B10AE0F1386F}"/>
                    </a:ext>
                  </a:extLst>
                </p14:cNvPr>
                <p14:cNvContentPartPr/>
                <p14:nvPr/>
              </p14:nvContentPartPr>
              <p14:xfrm>
                <a:off x="4175385" y="461175"/>
                <a:ext cx="488880" cy="539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498F496-6F48-7A7A-B12D-B10AE0F1386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169265" y="455055"/>
                  <a:ext cx="50112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AC643F0-DAB2-31A9-CDBC-50BB22C2231B}"/>
                    </a:ext>
                  </a:extLst>
                </p14:cNvPr>
                <p14:cNvContentPartPr/>
                <p14:nvPr/>
              </p14:nvContentPartPr>
              <p14:xfrm>
                <a:off x="4256385" y="1266135"/>
                <a:ext cx="1027800" cy="1144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AC643F0-DAB2-31A9-CDBC-50BB22C2231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50265" y="1260015"/>
                  <a:ext cx="1040040" cy="11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18D8E99-9425-7E24-BBBC-30E1A0A6FDF8}"/>
                    </a:ext>
                  </a:extLst>
                </p14:cNvPr>
                <p14:cNvContentPartPr/>
                <p14:nvPr/>
              </p14:nvContentPartPr>
              <p14:xfrm>
                <a:off x="4799265" y="1949415"/>
                <a:ext cx="466200" cy="689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18D8E99-9425-7E24-BBBC-30E1A0A6FDF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93145" y="1943295"/>
                  <a:ext cx="478440" cy="70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0B9DEA3-E60C-A66F-C72F-D958FE55D387}"/>
                    </a:ext>
                  </a:extLst>
                </p14:cNvPr>
                <p14:cNvContentPartPr/>
                <p14:nvPr/>
              </p14:nvContentPartPr>
              <p14:xfrm>
                <a:off x="5675865" y="2164335"/>
                <a:ext cx="429120" cy="566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0B9DEA3-E60C-A66F-C72F-D958FE55D38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669745" y="2158215"/>
                  <a:ext cx="44136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40D7B95-9157-A964-2644-EC8E736216AB}"/>
                    </a:ext>
                  </a:extLst>
                </p14:cNvPr>
                <p14:cNvContentPartPr/>
                <p14:nvPr/>
              </p14:nvContentPartPr>
              <p14:xfrm>
                <a:off x="5564265" y="2041935"/>
                <a:ext cx="648000" cy="1102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40D7B95-9157-A964-2644-EC8E736216A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58145" y="2035815"/>
                  <a:ext cx="660240" cy="11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9C81F2E-8360-A45F-945B-F8C8E57737B3}"/>
                    </a:ext>
                  </a:extLst>
                </p14:cNvPr>
                <p14:cNvContentPartPr/>
                <p14:nvPr/>
              </p14:nvContentPartPr>
              <p14:xfrm>
                <a:off x="6186345" y="2527575"/>
                <a:ext cx="239400" cy="272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9C81F2E-8360-A45F-945B-F8C8E57737B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80225" y="2521455"/>
                  <a:ext cx="2516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2D9890F-DBB1-3F6A-DE33-CC630946816C}"/>
                    </a:ext>
                  </a:extLst>
                </p14:cNvPr>
                <p14:cNvContentPartPr/>
                <p14:nvPr/>
              </p14:nvContentPartPr>
              <p14:xfrm>
                <a:off x="6413505" y="2521095"/>
                <a:ext cx="380880" cy="247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2D9890F-DBB1-3F6A-DE33-CC630946816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407385" y="2514975"/>
                  <a:ext cx="3931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27B1B15-BF27-D576-4A85-15356997FBC9}"/>
                    </a:ext>
                  </a:extLst>
                </p14:cNvPr>
                <p14:cNvContentPartPr/>
                <p14:nvPr/>
              </p14:nvContentPartPr>
              <p14:xfrm>
                <a:off x="6813105" y="2450175"/>
                <a:ext cx="1121760" cy="448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27B1B15-BF27-D576-4A85-15356997FBC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806985" y="2444055"/>
                  <a:ext cx="113400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856A0C1-D728-7762-FF73-F18E743A47A6}"/>
                    </a:ext>
                  </a:extLst>
                </p14:cNvPr>
                <p14:cNvContentPartPr/>
                <p14:nvPr/>
              </p14:nvContentPartPr>
              <p14:xfrm>
                <a:off x="8277585" y="2403735"/>
                <a:ext cx="2612520" cy="837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856A0C1-D728-7762-FF73-F18E743A47A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271465" y="2397615"/>
                  <a:ext cx="2624760" cy="84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158A0C3-367B-CF15-D19B-BE9A5B8A84F3}"/>
                    </a:ext>
                  </a:extLst>
                </p14:cNvPr>
                <p14:cNvContentPartPr/>
                <p14:nvPr/>
              </p14:nvContentPartPr>
              <p14:xfrm>
                <a:off x="11077665" y="2643495"/>
                <a:ext cx="24480" cy="8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158A0C3-367B-CF15-D19B-BE9A5B8A84F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071545" y="2637375"/>
                  <a:ext cx="367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CB1312F-C124-C6B3-17AB-B8BB9D3ABE5A}"/>
                    </a:ext>
                  </a:extLst>
                </p14:cNvPr>
                <p14:cNvContentPartPr/>
                <p14:nvPr/>
              </p14:nvContentPartPr>
              <p14:xfrm>
                <a:off x="1883625" y="1217895"/>
                <a:ext cx="120240" cy="502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CB1312F-C124-C6B3-17AB-B8BB9D3ABE5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877505" y="1211775"/>
                  <a:ext cx="13248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5C46C0C-D3D7-6B08-4A4B-740CFADF69E9}"/>
                    </a:ext>
                  </a:extLst>
                </p14:cNvPr>
                <p14:cNvContentPartPr/>
                <p14:nvPr/>
              </p14:nvContentPartPr>
              <p14:xfrm>
                <a:off x="1466745" y="1677615"/>
                <a:ext cx="567720" cy="144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5C46C0C-D3D7-6B08-4A4B-740CFADF69E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60625" y="1671495"/>
                  <a:ext cx="5799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CC22F5F-1E52-39A3-7236-A0D5F537FFEB}"/>
                    </a:ext>
                  </a:extLst>
                </p14:cNvPr>
                <p14:cNvContentPartPr/>
                <p14:nvPr/>
              </p14:nvContentPartPr>
              <p14:xfrm>
                <a:off x="170025" y="2330295"/>
                <a:ext cx="1186920" cy="516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CC22F5F-1E52-39A3-7236-A0D5F537FFE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63905" y="2324175"/>
                  <a:ext cx="119916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D65C6DC-E6CF-E7A4-9DF5-F54938BD11F7}"/>
                    </a:ext>
                  </a:extLst>
                </p14:cNvPr>
                <p14:cNvContentPartPr/>
                <p14:nvPr/>
              </p14:nvContentPartPr>
              <p14:xfrm>
                <a:off x="1489065" y="2478615"/>
                <a:ext cx="549000" cy="242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D65C6DC-E6CF-E7A4-9DF5-F54938BD11F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482945" y="2472495"/>
                  <a:ext cx="5612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E6C361D-885A-D78C-FFB8-513901D0B7BE}"/>
                    </a:ext>
                  </a:extLst>
                </p14:cNvPr>
                <p14:cNvContentPartPr/>
                <p14:nvPr/>
              </p14:nvContentPartPr>
              <p14:xfrm>
                <a:off x="1882905" y="2320215"/>
                <a:ext cx="916560" cy="854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E6C361D-885A-D78C-FFB8-513901D0B7B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876785" y="2314095"/>
                  <a:ext cx="928800" cy="86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4013B13-64B2-B5E0-422B-4EE22EB1ADDB}"/>
                    </a:ext>
                  </a:extLst>
                </p14:cNvPr>
                <p14:cNvContentPartPr/>
                <p14:nvPr/>
              </p14:nvContentPartPr>
              <p14:xfrm>
                <a:off x="450105" y="3087015"/>
                <a:ext cx="800280" cy="741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4013B13-64B2-B5E0-422B-4EE22EB1ADD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43985" y="3080895"/>
                  <a:ext cx="812520" cy="75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595EBB2-4147-89B4-BE2C-39B6975D14E6}"/>
                    </a:ext>
                  </a:extLst>
                </p14:cNvPr>
                <p14:cNvContentPartPr/>
                <p14:nvPr/>
              </p14:nvContentPartPr>
              <p14:xfrm>
                <a:off x="1329225" y="3189975"/>
                <a:ext cx="61920" cy="15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595EBB2-4147-89B4-BE2C-39B6975D14E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323105" y="3183855"/>
                  <a:ext cx="741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8B4E576-C5D9-327E-49F9-2FE4FEBB5CBF}"/>
                    </a:ext>
                  </a:extLst>
                </p14:cNvPr>
                <p14:cNvContentPartPr/>
                <p14:nvPr/>
              </p14:nvContentPartPr>
              <p14:xfrm>
                <a:off x="1467825" y="3255855"/>
                <a:ext cx="458640" cy="430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8B4E576-C5D9-327E-49F9-2FE4FEBB5CB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461705" y="3249735"/>
                  <a:ext cx="47088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4497003-6EB1-404E-0082-F02FCAFAB648}"/>
                    </a:ext>
                  </a:extLst>
                </p14:cNvPr>
                <p14:cNvContentPartPr/>
                <p14:nvPr/>
              </p14:nvContentPartPr>
              <p14:xfrm>
                <a:off x="2022945" y="3263055"/>
                <a:ext cx="702000" cy="383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4497003-6EB1-404E-0082-F02FCAFAB64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016825" y="3256935"/>
                  <a:ext cx="71424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C780F42-2294-70EE-2774-A0C78A0B9FBE}"/>
                    </a:ext>
                  </a:extLst>
                </p14:cNvPr>
                <p14:cNvContentPartPr/>
                <p14:nvPr/>
              </p14:nvContentPartPr>
              <p14:xfrm>
                <a:off x="2750505" y="3236415"/>
                <a:ext cx="648360" cy="3931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C780F42-2294-70EE-2774-A0C78A0B9FB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744385" y="3230295"/>
                  <a:ext cx="66060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85F3EA6-3A2A-A493-AC5B-1D4BD31918E8}"/>
                    </a:ext>
                  </a:extLst>
                </p14:cNvPr>
                <p14:cNvContentPartPr/>
                <p14:nvPr/>
              </p14:nvContentPartPr>
              <p14:xfrm>
                <a:off x="3272145" y="3328215"/>
                <a:ext cx="413640" cy="172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85F3EA6-3A2A-A493-AC5B-1D4BD31918E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266025" y="3322095"/>
                  <a:ext cx="4258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C305301-1ABF-0A01-CDE9-B1B419D6E24E}"/>
                    </a:ext>
                  </a:extLst>
                </p14:cNvPr>
                <p14:cNvContentPartPr/>
                <p14:nvPr/>
              </p14:nvContentPartPr>
              <p14:xfrm>
                <a:off x="3722505" y="3247575"/>
                <a:ext cx="337680" cy="254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C305301-1ABF-0A01-CDE9-B1B419D6E24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16385" y="3241455"/>
                  <a:ext cx="3499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F81041A-6D3E-3886-A6A3-35F2DFB6668D}"/>
                    </a:ext>
                  </a:extLst>
                </p14:cNvPr>
                <p14:cNvContentPartPr/>
                <p14:nvPr/>
              </p14:nvContentPartPr>
              <p14:xfrm>
                <a:off x="4070625" y="3214455"/>
                <a:ext cx="371520" cy="1097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F81041A-6D3E-3886-A6A3-35F2DFB6668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64505" y="3208335"/>
                  <a:ext cx="383760" cy="11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9857EB5-4FC8-9DE9-FDC1-C9CD64248C43}"/>
                    </a:ext>
                  </a:extLst>
                </p14:cNvPr>
                <p14:cNvContentPartPr/>
                <p14:nvPr/>
              </p14:nvContentPartPr>
              <p14:xfrm>
                <a:off x="5027865" y="3531255"/>
                <a:ext cx="47160" cy="270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9857EB5-4FC8-9DE9-FDC1-C9CD64248C4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021745" y="3525135"/>
                  <a:ext cx="594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8FA91F2-CDFE-0BBE-2F47-9D679F30EAD2}"/>
                    </a:ext>
                  </a:extLst>
                </p14:cNvPr>
                <p14:cNvContentPartPr/>
                <p14:nvPr/>
              </p14:nvContentPartPr>
              <p14:xfrm>
                <a:off x="785265" y="4821495"/>
                <a:ext cx="86040" cy="463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8FA91F2-CDFE-0BBE-2F47-9D679F30EAD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9145" y="4815375"/>
                  <a:ext cx="9828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BE0CAB7-8E99-3126-39A4-6AAE4DC71CE2}"/>
                    </a:ext>
                  </a:extLst>
                </p14:cNvPr>
                <p14:cNvContentPartPr/>
                <p14:nvPr/>
              </p14:nvContentPartPr>
              <p14:xfrm>
                <a:off x="810105" y="4652655"/>
                <a:ext cx="474840" cy="120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BE0CAB7-8E99-3126-39A4-6AAE4DC71CE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3985" y="4646535"/>
                  <a:ext cx="4870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713452F-B7D8-56C9-F461-91BD0AB12ACD}"/>
                    </a:ext>
                  </a:extLst>
                </p14:cNvPr>
                <p14:cNvContentPartPr/>
                <p14:nvPr/>
              </p14:nvContentPartPr>
              <p14:xfrm>
                <a:off x="811185" y="4887375"/>
                <a:ext cx="578520" cy="267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713452F-B7D8-56C9-F461-91BD0AB12AC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05065" y="4881255"/>
                  <a:ext cx="5907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6077CF8-EA8E-3D27-461E-2978E870E1EE}"/>
                    </a:ext>
                  </a:extLst>
                </p14:cNvPr>
                <p14:cNvContentPartPr/>
                <p14:nvPr/>
              </p14:nvContentPartPr>
              <p14:xfrm>
                <a:off x="1555305" y="4552935"/>
                <a:ext cx="34560" cy="4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6077CF8-EA8E-3D27-461E-2978E870E1E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549185" y="4546815"/>
                  <a:ext cx="468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3195ABB-7B72-97C6-9F2B-D2588466196E}"/>
                    </a:ext>
                  </a:extLst>
                </p14:cNvPr>
                <p14:cNvContentPartPr/>
                <p14:nvPr/>
              </p14:nvContentPartPr>
              <p14:xfrm>
                <a:off x="1696425" y="4648695"/>
                <a:ext cx="73080" cy="4572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3195ABB-7B72-97C6-9F2B-D2588466196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690305" y="4642575"/>
                  <a:ext cx="8532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90DF015-4728-2386-64F6-A326C21453A2}"/>
                    </a:ext>
                  </a:extLst>
                </p14:cNvPr>
                <p14:cNvContentPartPr/>
                <p14:nvPr/>
              </p14:nvContentPartPr>
              <p14:xfrm>
                <a:off x="1954185" y="4849575"/>
                <a:ext cx="531720" cy="253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90DF015-4728-2386-64F6-A326C21453A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948065" y="4843455"/>
                  <a:ext cx="5439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4DE1DEE-DB09-14A1-ACDB-988E566DA6CC}"/>
                    </a:ext>
                  </a:extLst>
                </p14:cNvPr>
                <p14:cNvContentPartPr/>
                <p14:nvPr/>
              </p14:nvContentPartPr>
              <p14:xfrm>
                <a:off x="2849145" y="4675335"/>
                <a:ext cx="441720" cy="401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4DE1DEE-DB09-14A1-ACDB-988E566DA6C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843025" y="4669215"/>
                  <a:ext cx="45396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E10123B-CD15-9459-4874-1ECECFDDA335}"/>
                    </a:ext>
                  </a:extLst>
                </p14:cNvPr>
                <p14:cNvContentPartPr/>
                <p14:nvPr/>
              </p14:nvContentPartPr>
              <p14:xfrm>
                <a:off x="2989905" y="4905735"/>
                <a:ext cx="55080" cy="369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E10123B-CD15-9459-4874-1ECECFDDA33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983785" y="4899615"/>
                  <a:ext cx="6732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8C6A2AE-0677-2A84-7A63-28D88E27E8B7}"/>
                    </a:ext>
                  </a:extLst>
                </p14:cNvPr>
                <p14:cNvContentPartPr/>
                <p14:nvPr/>
              </p14:nvContentPartPr>
              <p14:xfrm>
                <a:off x="4547985" y="4483815"/>
                <a:ext cx="561240" cy="895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8C6A2AE-0677-2A84-7A63-28D88E27E8B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541865" y="4477695"/>
                  <a:ext cx="573480" cy="90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039D17E-CED8-8FE3-E474-F89DF8BC8030}"/>
                    </a:ext>
                  </a:extLst>
                </p14:cNvPr>
                <p14:cNvContentPartPr/>
                <p14:nvPr/>
              </p14:nvContentPartPr>
              <p14:xfrm>
                <a:off x="5588025" y="4665615"/>
                <a:ext cx="25200" cy="30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039D17E-CED8-8FE3-E474-F89DF8BC803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581905" y="4659495"/>
                  <a:ext cx="374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6430871-F2F6-713B-AE19-7A37EBBD59AF}"/>
                    </a:ext>
                  </a:extLst>
                </p14:cNvPr>
                <p14:cNvContentPartPr/>
                <p14:nvPr/>
              </p14:nvContentPartPr>
              <p14:xfrm>
                <a:off x="5441505" y="4645455"/>
                <a:ext cx="240480" cy="546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6430871-F2F6-713B-AE19-7A37EBBD59A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435385" y="4639335"/>
                  <a:ext cx="25272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F730E78-5713-E13D-221D-311848DAD201}"/>
                    </a:ext>
                  </a:extLst>
                </p14:cNvPr>
                <p14:cNvContentPartPr/>
                <p14:nvPr/>
              </p14:nvContentPartPr>
              <p14:xfrm>
                <a:off x="5795385" y="4529175"/>
                <a:ext cx="1441080" cy="540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F730E78-5713-E13D-221D-311848DAD20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789265" y="4523055"/>
                  <a:ext cx="145332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7F93A0C-1139-C1E5-42D4-81C90470895F}"/>
                    </a:ext>
                  </a:extLst>
                </p14:cNvPr>
                <p14:cNvContentPartPr/>
                <p14:nvPr/>
              </p14:nvContentPartPr>
              <p14:xfrm>
                <a:off x="7581345" y="4910775"/>
                <a:ext cx="28800" cy="20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7F93A0C-1139-C1E5-42D4-81C90470895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575225" y="4904655"/>
                  <a:ext cx="41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816B17A-AAE0-65DD-162A-72FC00D6E0D9}"/>
                    </a:ext>
                  </a:extLst>
                </p14:cNvPr>
                <p14:cNvContentPartPr/>
                <p14:nvPr/>
              </p14:nvContentPartPr>
              <p14:xfrm>
                <a:off x="6912465" y="4678575"/>
                <a:ext cx="469440" cy="2019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816B17A-AAE0-65DD-162A-72FC00D6E0D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906345" y="4672455"/>
                  <a:ext cx="4816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67891DD-4F6F-7855-87AF-301C230FF95B}"/>
                    </a:ext>
                  </a:extLst>
                </p14:cNvPr>
                <p14:cNvContentPartPr/>
                <p14:nvPr/>
              </p14:nvContentPartPr>
              <p14:xfrm>
                <a:off x="3201225" y="3713055"/>
                <a:ext cx="1025640" cy="7156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67891DD-4F6F-7855-87AF-301C230FF95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195105" y="3706935"/>
                  <a:ext cx="1037880" cy="72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E0C2F77-8002-880A-1083-7742F62D7203}"/>
                    </a:ext>
                  </a:extLst>
                </p14:cNvPr>
                <p14:cNvContentPartPr/>
                <p14:nvPr/>
              </p14:nvContentPartPr>
              <p14:xfrm>
                <a:off x="2972625" y="3558255"/>
                <a:ext cx="227880" cy="258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E0C2F77-8002-880A-1083-7742F62D720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966505" y="3552135"/>
                  <a:ext cx="2401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472C85E-82B6-80FD-1349-3A03E0E93D19}"/>
                    </a:ext>
                  </a:extLst>
                </p14:cNvPr>
                <p14:cNvContentPartPr/>
                <p14:nvPr/>
              </p14:nvContentPartPr>
              <p14:xfrm>
                <a:off x="3307785" y="3620175"/>
                <a:ext cx="458640" cy="106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472C85E-82B6-80FD-1349-3A03E0E93D1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301665" y="3614055"/>
                  <a:ext cx="47088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F20D962-9A8A-394A-13E5-0B5423EABE3E}"/>
              </a:ext>
            </a:extLst>
          </p:cNvPr>
          <p:cNvGrpSpPr/>
          <p:nvPr/>
        </p:nvGrpSpPr>
        <p:grpSpPr>
          <a:xfrm>
            <a:off x="8720745" y="3762015"/>
            <a:ext cx="3153240" cy="952920"/>
            <a:chOff x="8720745" y="3762015"/>
            <a:chExt cx="3153240" cy="95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9C7B06C-BDC3-6B07-CD2B-BC1BE9904412}"/>
                    </a:ext>
                  </a:extLst>
                </p14:cNvPr>
                <p14:cNvContentPartPr/>
                <p14:nvPr/>
              </p14:nvContentPartPr>
              <p14:xfrm>
                <a:off x="9031785" y="3793695"/>
                <a:ext cx="242640" cy="399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9C7B06C-BDC3-6B07-CD2B-BC1BE990441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025665" y="3787575"/>
                  <a:ext cx="25488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0B21D8E-D507-DA6B-F23B-88E107397AE6}"/>
                    </a:ext>
                  </a:extLst>
                </p14:cNvPr>
                <p14:cNvContentPartPr/>
                <p14:nvPr/>
              </p14:nvContentPartPr>
              <p14:xfrm>
                <a:off x="8720745" y="3762015"/>
                <a:ext cx="1465920" cy="6148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0B21D8E-D507-DA6B-F23B-88E107397AE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714625" y="3755895"/>
                  <a:ext cx="1478160" cy="62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8CCC79B-91C4-9067-1E78-CCC5C9764593}"/>
                    </a:ext>
                  </a:extLst>
                </p14:cNvPr>
                <p14:cNvContentPartPr/>
                <p14:nvPr/>
              </p14:nvContentPartPr>
              <p14:xfrm>
                <a:off x="9949785" y="4080615"/>
                <a:ext cx="348840" cy="38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8CCC79B-91C4-9067-1E78-CCC5C976459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943665" y="4074495"/>
                  <a:ext cx="3610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0EC01DD-A102-9796-7CAA-DF3641A99338}"/>
                    </a:ext>
                  </a:extLst>
                </p14:cNvPr>
                <p14:cNvContentPartPr/>
                <p14:nvPr/>
              </p14:nvContentPartPr>
              <p14:xfrm>
                <a:off x="10110345" y="3853455"/>
                <a:ext cx="1428840" cy="861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0EC01DD-A102-9796-7CAA-DF3641A9933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104225" y="3847335"/>
                  <a:ext cx="1441080" cy="87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CC4D1A8-6313-FB4D-5FA2-3F7F40679B80}"/>
                    </a:ext>
                  </a:extLst>
                </p14:cNvPr>
                <p14:cNvContentPartPr/>
                <p14:nvPr/>
              </p14:nvContentPartPr>
              <p14:xfrm>
                <a:off x="11521545" y="4144335"/>
                <a:ext cx="251280" cy="174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CC4D1A8-6313-FB4D-5FA2-3F7F40679B8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515425" y="4138215"/>
                  <a:ext cx="2635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B0EA026-8E8E-5CC6-CCF5-117F69657528}"/>
                    </a:ext>
                  </a:extLst>
                </p14:cNvPr>
                <p14:cNvContentPartPr/>
                <p14:nvPr/>
              </p14:nvContentPartPr>
              <p14:xfrm>
                <a:off x="11870025" y="4178535"/>
                <a:ext cx="3960" cy="10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B0EA026-8E8E-5CC6-CCF5-117F6965752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863905" y="4172415"/>
                  <a:ext cx="16200" cy="2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49205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0331E64-6310-7671-C219-B9E70514B42B}"/>
                  </a:ext>
                </a:extLst>
              </p14:cNvPr>
              <p14:cNvContentPartPr/>
              <p14:nvPr/>
            </p14:nvContentPartPr>
            <p14:xfrm>
              <a:off x="8586105" y="2556375"/>
              <a:ext cx="3164400" cy="9774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0331E64-6310-7671-C219-B9E70514B4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79985" y="2550255"/>
                <a:ext cx="3176640" cy="9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075E270-EB1F-AB30-8D76-0F07DE895B02}"/>
                  </a:ext>
                </a:extLst>
              </p14:cNvPr>
              <p14:cNvContentPartPr/>
              <p14:nvPr/>
            </p14:nvContentPartPr>
            <p14:xfrm>
              <a:off x="11908905" y="2927535"/>
              <a:ext cx="360" cy="3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075E270-EB1F-AB30-8D76-0F07DE895B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902785" y="292141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18ADFAD-6E60-5EE7-27E4-D10E653DAD96}"/>
                  </a:ext>
                </a:extLst>
              </p14:cNvPr>
              <p14:cNvContentPartPr/>
              <p14:nvPr/>
            </p14:nvContentPartPr>
            <p14:xfrm>
              <a:off x="11896305" y="2898735"/>
              <a:ext cx="360" cy="3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18ADFAD-6E60-5EE7-27E4-D10E653DAD9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890185" y="2892615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EE8EABA-32DA-F3ED-E8B1-48ED03401B7B}"/>
              </a:ext>
            </a:extLst>
          </p:cNvPr>
          <p:cNvGrpSpPr/>
          <p:nvPr/>
        </p:nvGrpSpPr>
        <p:grpSpPr>
          <a:xfrm>
            <a:off x="224745" y="287295"/>
            <a:ext cx="10967760" cy="2545560"/>
            <a:chOff x="224745" y="287295"/>
            <a:chExt cx="10967760" cy="254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3615D5B-EA52-0C80-EDD0-BF959654B5DE}"/>
                    </a:ext>
                  </a:extLst>
                </p14:cNvPr>
                <p14:cNvContentPartPr/>
                <p14:nvPr/>
              </p14:nvContentPartPr>
              <p14:xfrm>
                <a:off x="971385" y="519135"/>
                <a:ext cx="1200240" cy="4417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3615D5B-EA52-0C80-EDD0-BF959654B5D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65265" y="513015"/>
                  <a:ext cx="121248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E5198C7-EA7F-7431-0F11-25802CE1F087}"/>
                    </a:ext>
                  </a:extLst>
                </p14:cNvPr>
                <p14:cNvContentPartPr/>
                <p14:nvPr/>
              </p14:nvContentPartPr>
              <p14:xfrm>
                <a:off x="2060025" y="450375"/>
                <a:ext cx="900720" cy="493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E5198C7-EA7F-7431-0F11-25802CE1F08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053905" y="444255"/>
                  <a:ext cx="91296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C107D67-44EA-7C41-7EAA-A7DCA69EE283}"/>
                    </a:ext>
                  </a:extLst>
                </p14:cNvPr>
                <p14:cNvContentPartPr/>
                <p14:nvPr/>
              </p14:nvContentPartPr>
              <p14:xfrm>
                <a:off x="3151185" y="606975"/>
                <a:ext cx="211680" cy="300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C107D67-44EA-7C41-7EAA-A7DCA69EE28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145065" y="600855"/>
                  <a:ext cx="2239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B72A731-4BD4-12B9-E779-3D24C1D40988}"/>
                    </a:ext>
                  </a:extLst>
                </p14:cNvPr>
                <p14:cNvContentPartPr/>
                <p14:nvPr/>
              </p14:nvContentPartPr>
              <p14:xfrm>
                <a:off x="3048225" y="434175"/>
                <a:ext cx="481680" cy="565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B72A731-4BD4-12B9-E779-3D24C1D4098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42105" y="428055"/>
                  <a:ext cx="49392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DE51CDE-D97C-596E-8EEC-AF461DA49681}"/>
                    </a:ext>
                  </a:extLst>
                </p14:cNvPr>
                <p14:cNvContentPartPr/>
                <p14:nvPr/>
              </p14:nvContentPartPr>
              <p14:xfrm>
                <a:off x="980385" y="1088295"/>
                <a:ext cx="783000" cy="51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DE51CDE-D97C-596E-8EEC-AF461DA4968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74265" y="1082175"/>
                  <a:ext cx="7952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06FACEC-2756-A078-B4D0-A287E47A16B2}"/>
                    </a:ext>
                  </a:extLst>
                </p14:cNvPr>
                <p14:cNvContentPartPr/>
                <p14:nvPr/>
              </p14:nvContentPartPr>
              <p14:xfrm>
                <a:off x="1091625" y="1146255"/>
                <a:ext cx="185400" cy="677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06FACEC-2756-A078-B4D0-A287E47A16B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85505" y="1140135"/>
                  <a:ext cx="197640" cy="68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C9B1D4B-2BE2-5D4A-755F-898899A7D442}"/>
                    </a:ext>
                  </a:extLst>
                </p14:cNvPr>
                <p14:cNvContentPartPr/>
                <p14:nvPr/>
              </p14:nvContentPartPr>
              <p14:xfrm>
                <a:off x="224745" y="1944015"/>
                <a:ext cx="1575720" cy="482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C9B1D4B-2BE2-5D4A-755F-898899A7D44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18625" y="1937895"/>
                  <a:ext cx="158796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70DB394-6B10-94D1-10CE-5C1337E84CBE}"/>
                    </a:ext>
                  </a:extLst>
                </p14:cNvPr>
                <p14:cNvContentPartPr/>
                <p14:nvPr/>
              </p14:nvContentPartPr>
              <p14:xfrm>
                <a:off x="1341465" y="2012055"/>
                <a:ext cx="236160" cy="247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70DB394-6B10-94D1-10CE-5C1337E84CB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335345" y="2005935"/>
                  <a:ext cx="2484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06733D2-D145-98A5-9648-657B3A8395FC}"/>
                    </a:ext>
                  </a:extLst>
                </p14:cNvPr>
                <p14:cNvContentPartPr/>
                <p14:nvPr/>
              </p14:nvContentPartPr>
              <p14:xfrm>
                <a:off x="2511105" y="957975"/>
                <a:ext cx="1095120" cy="154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06733D2-D145-98A5-9648-657B3A8395F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504985" y="951855"/>
                  <a:ext cx="11073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1CE4D6F-3E2D-D732-429B-86D70552AF78}"/>
                    </a:ext>
                  </a:extLst>
                </p14:cNvPr>
                <p14:cNvContentPartPr/>
                <p14:nvPr/>
              </p14:nvContentPartPr>
              <p14:xfrm>
                <a:off x="3146505" y="1044375"/>
                <a:ext cx="105480" cy="858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1CE4D6F-3E2D-D732-429B-86D70552AF7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140385" y="1038255"/>
                  <a:ext cx="117720" cy="87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DE2D488-900C-39EC-399B-028BFA98DC13}"/>
                    </a:ext>
                  </a:extLst>
                </p14:cNvPr>
                <p14:cNvContentPartPr/>
                <p14:nvPr/>
              </p14:nvContentPartPr>
              <p14:xfrm>
                <a:off x="2164065" y="1960935"/>
                <a:ext cx="424080" cy="289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DE2D488-900C-39EC-399B-028BFA98DC1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157945" y="1954815"/>
                  <a:ext cx="4363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E5C594A-5BEC-4042-2B06-F8F03948D80C}"/>
                    </a:ext>
                  </a:extLst>
                </p14:cNvPr>
                <p14:cNvContentPartPr/>
                <p14:nvPr/>
              </p14:nvContentPartPr>
              <p14:xfrm>
                <a:off x="2807745" y="1679415"/>
                <a:ext cx="896760" cy="650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E5C594A-5BEC-4042-2B06-F8F03948D80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801625" y="1673295"/>
                  <a:ext cx="909000" cy="66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2F59A5C-FF88-D709-A814-A3F5FA20798B}"/>
                    </a:ext>
                  </a:extLst>
                </p14:cNvPr>
                <p14:cNvContentPartPr/>
                <p14:nvPr/>
              </p14:nvContentPartPr>
              <p14:xfrm>
                <a:off x="3721425" y="1796055"/>
                <a:ext cx="46080" cy="27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2F59A5C-FF88-D709-A814-A3F5FA20798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715305" y="1789935"/>
                  <a:ext cx="583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30F1914-ED5B-5D51-9948-A9D7849B709E}"/>
                    </a:ext>
                  </a:extLst>
                </p14:cNvPr>
                <p14:cNvContentPartPr/>
                <p14:nvPr/>
              </p14:nvContentPartPr>
              <p14:xfrm>
                <a:off x="3806025" y="1941135"/>
                <a:ext cx="367200" cy="350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30F1914-ED5B-5D51-9948-A9D7849B709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799905" y="1935015"/>
                  <a:ext cx="3794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4E3E989-E739-BC8E-33D3-84B80363A8D5}"/>
                    </a:ext>
                  </a:extLst>
                </p14:cNvPr>
                <p14:cNvContentPartPr/>
                <p14:nvPr/>
              </p14:nvContentPartPr>
              <p14:xfrm>
                <a:off x="4174665" y="1851855"/>
                <a:ext cx="951840" cy="286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4E3E989-E739-BC8E-33D3-84B80363A8D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168545" y="1845735"/>
                  <a:ext cx="9640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65D6072-E2E4-5837-8E30-765715CB56DA}"/>
                    </a:ext>
                  </a:extLst>
                </p14:cNvPr>
                <p14:cNvContentPartPr/>
                <p14:nvPr/>
              </p14:nvContentPartPr>
              <p14:xfrm>
                <a:off x="4927425" y="1896855"/>
                <a:ext cx="347760" cy="71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65D6072-E2E4-5837-8E30-765715CB56D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921305" y="1890735"/>
                  <a:ext cx="3600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F00A759-0184-B11C-993D-57BAD2CBF1DA}"/>
                    </a:ext>
                  </a:extLst>
                </p14:cNvPr>
                <p14:cNvContentPartPr/>
                <p14:nvPr/>
              </p14:nvContentPartPr>
              <p14:xfrm>
                <a:off x="5316225" y="1896135"/>
                <a:ext cx="321120" cy="242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F00A759-0184-B11C-993D-57BAD2CBF1D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310105" y="1890015"/>
                  <a:ext cx="3333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0C0EEF8-DD4B-8F99-2824-01759D387149}"/>
                    </a:ext>
                  </a:extLst>
                </p14:cNvPr>
                <p14:cNvContentPartPr/>
                <p14:nvPr/>
              </p14:nvContentPartPr>
              <p14:xfrm>
                <a:off x="5736705" y="1873095"/>
                <a:ext cx="331920" cy="292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0C0EEF8-DD4B-8F99-2824-01759D38714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730585" y="1866975"/>
                  <a:ext cx="3441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210FD84-0DC4-739A-DBE2-D43A825C4D9D}"/>
                    </a:ext>
                  </a:extLst>
                </p14:cNvPr>
                <p14:cNvContentPartPr/>
                <p14:nvPr/>
              </p14:nvContentPartPr>
              <p14:xfrm>
                <a:off x="5813025" y="1839255"/>
                <a:ext cx="723960" cy="993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210FD84-0DC4-739A-DBE2-D43A825C4D9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806905" y="1833135"/>
                  <a:ext cx="736200" cy="10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3813EB0-E4D1-3A7C-DD81-40360F9408CE}"/>
                    </a:ext>
                  </a:extLst>
                </p14:cNvPr>
                <p14:cNvContentPartPr/>
                <p14:nvPr/>
              </p14:nvContentPartPr>
              <p14:xfrm>
                <a:off x="7135665" y="1971735"/>
                <a:ext cx="971640" cy="44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3813EB0-E4D1-3A7C-DD81-40360F9408C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129545" y="1965615"/>
                  <a:ext cx="9838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AFBB237-A42D-5D47-3106-9EDF337D08A2}"/>
                    </a:ext>
                  </a:extLst>
                </p14:cNvPr>
                <p14:cNvContentPartPr/>
                <p14:nvPr/>
              </p14:nvContentPartPr>
              <p14:xfrm>
                <a:off x="8610225" y="1253535"/>
                <a:ext cx="815040" cy="1284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AFBB237-A42D-5D47-3106-9EDF337D08A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604105" y="1247415"/>
                  <a:ext cx="827280" cy="12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E020C77-33AC-8A48-752D-008AC9C9B8C2}"/>
                    </a:ext>
                  </a:extLst>
                </p14:cNvPr>
                <p14:cNvContentPartPr/>
                <p14:nvPr/>
              </p14:nvContentPartPr>
              <p14:xfrm>
                <a:off x="9577185" y="1313655"/>
                <a:ext cx="329400" cy="765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E020C77-33AC-8A48-752D-008AC9C9B8C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571065" y="1307535"/>
                  <a:ext cx="341640" cy="77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E3CF20E-2107-F10F-556F-B61F30A758C7}"/>
                    </a:ext>
                  </a:extLst>
                </p14:cNvPr>
                <p14:cNvContentPartPr/>
                <p14:nvPr/>
              </p14:nvContentPartPr>
              <p14:xfrm>
                <a:off x="9787425" y="1393215"/>
                <a:ext cx="1405080" cy="596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E3CF20E-2107-F10F-556F-B61F30A758C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781305" y="1387095"/>
                  <a:ext cx="141732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2BAAFD6-B52A-4AF2-8BA4-E2A07790C32A}"/>
                    </a:ext>
                  </a:extLst>
                </p14:cNvPr>
                <p14:cNvContentPartPr/>
                <p14:nvPr/>
              </p14:nvContentPartPr>
              <p14:xfrm>
                <a:off x="3990705" y="572775"/>
                <a:ext cx="29160" cy="22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2BAAFD6-B52A-4AF2-8BA4-E2A07790C32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984585" y="566655"/>
                  <a:ext cx="414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2703EE9-6BD6-288F-B73E-E6228A0AB205}"/>
                    </a:ext>
                  </a:extLst>
                </p14:cNvPr>
                <p14:cNvContentPartPr/>
                <p14:nvPr/>
              </p14:nvContentPartPr>
              <p14:xfrm>
                <a:off x="4773705" y="287295"/>
                <a:ext cx="604800" cy="855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2703EE9-6BD6-288F-B73E-E6228A0AB20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767585" y="281175"/>
                  <a:ext cx="617040" cy="86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6D75364-232C-077C-0327-0033D9FC7537}"/>
                    </a:ext>
                  </a:extLst>
                </p14:cNvPr>
                <p14:cNvContentPartPr/>
                <p14:nvPr/>
              </p14:nvContentPartPr>
              <p14:xfrm>
                <a:off x="5433585" y="421575"/>
                <a:ext cx="41400" cy="425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6D75364-232C-077C-0327-0033D9FC753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427465" y="415455"/>
                  <a:ext cx="5364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A45F72E-23CE-1457-D8A0-B9C692EFF0EA}"/>
                    </a:ext>
                  </a:extLst>
                </p14:cNvPr>
                <p14:cNvContentPartPr/>
                <p14:nvPr/>
              </p14:nvContentPartPr>
              <p14:xfrm>
                <a:off x="5667585" y="317895"/>
                <a:ext cx="1123200" cy="540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A45F72E-23CE-1457-D8A0-B9C692EFF0E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661465" y="311775"/>
                  <a:ext cx="113544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EDF7BC5-620D-29F3-A12A-8E3647D658DA}"/>
                    </a:ext>
                  </a:extLst>
                </p14:cNvPr>
                <p14:cNvContentPartPr/>
                <p14:nvPr/>
              </p14:nvContentPartPr>
              <p14:xfrm>
                <a:off x="6884025" y="778695"/>
                <a:ext cx="400320" cy="86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EDF7BC5-620D-29F3-A12A-8E3647D658D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877905" y="772575"/>
                  <a:ext cx="4125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59DA2F4-ADE1-0448-61B7-68DBF10E3565}"/>
                    </a:ext>
                  </a:extLst>
                </p14:cNvPr>
                <p14:cNvContentPartPr/>
                <p14:nvPr/>
              </p14:nvContentPartPr>
              <p14:xfrm>
                <a:off x="7561545" y="371535"/>
                <a:ext cx="770400" cy="410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59DA2F4-ADE1-0448-61B7-68DBF10E356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555425" y="365415"/>
                  <a:ext cx="78264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2EBC1A8-D809-B514-916B-8DAB8F24E7E8}"/>
                    </a:ext>
                  </a:extLst>
                </p14:cNvPr>
                <p14:cNvContentPartPr/>
                <p14:nvPr/>
              </p14:nvContentPartPr>
              <p14:xfrm>
                <a:off x="8460465" y="457575"/>
                <a:ext cx="1152360" cy="198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2EBC1A8-D809-B514-916B-8DAB8F24E7E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454345" y="451455"/>
                  <a:ext cx="11646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C8DBB2F-EA38-BB79-75D2-14B211F275D0}"/>
                    </a:ext>
                  </a:extLst>
                </p14:cNvPr>
                <p14:cNvContentPartPr/>
                <p14:nvPr/>
              </p14:nvContentPartPr>
              <p14:xfrm>
                <a:off x="6679905" y="938175"/>
                <a:ext cx="466200" cy="69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C8DBB2F-EA38-BB79-75D2-14B211F275D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673785" y="932055"/>
                  <a:ext cx="4784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A55A709-E8B2-995F-2640-8A11BB226360}"/>
                    </a:ext>
                  </a:extLst>
                </p14:cNvPr>
                <p14:cNvContentPartPr/>
                <p14:nvPr/>
              </p14:nvContentPartPr>
              <p14:xfrm>
                <a:off x="6743625" y="789855"/>
                <a:ext cx="650880" cy="103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A55A709-E8B2-995F-2640-8A11BB22636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737505" y="783735"/>
                  <a:ext cx="6631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06C72CA-F533-9F3F-91A1-32479DE10E5B}"/>
                    </a:ext>
                  </a:extLst>
                </p14:cNvPr>
                <p14:cNvContentPartPr/>
                <p14:nvPr/>
              </p14:nvContentPartPr>
              <p14:xfrm>
                <a:off x="6385425" y="889575"/>
                <a:ext cx="784800" cy="155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06C72CA-F533-9F3F-91A1-32479DE10E5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379305" y="883455"/>
                  <a:ext cx="7970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6F11321-30B1-798C-D49A-612E81AEC1E1}"/>
                    </a:ext>
                  </a:extLst>
                </p14:cNvPr>
                <p14:cNvContentPartPr/>
                <p14:nvPr/>
              </p14:nvContentPartPr>
              <p14:xfrm>
                <a:off x="6678465" y="762135"/>
                <a:ext cx="684000" cy="102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6F11321-30B1-798C-D49A-612E81AEC1E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672345" y="756015"/>
                  <a:ext cx="6962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FF10918-2D05-0DA5-4918-BA02EBB2A237}"/>
                    </a:ext>
                  </a:extLst>
                </p14:cNvPr>
                <p14:cNvContentPartPr/>
                <p14:nvPr/>
              </p14:nvContentPartPr>
              <p14:xfrm>
                <a:off x="6694305" y="851775"/>
                <a:ext cx="475920" cy="50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FF10918-2D05-0DA5-4918-BA02EBB2A23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688185" y="845655"/>
                  <a:ext cx="48816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A7401F5-661A-8AD7-066A-B9E8AC524538}"/>
              </a:ext>
            </a:extLst>
          </p:cNvPr>
          <p:cNvGrpSpPr/>
          <p:nvPr/>
        </p:nvGrpSpPr>
        <p:grpSpPr>
          <a:xfrm>
            <a:off x="-38055" y="3023295"/>
            <a:ext cx="9909000" cy="3663720"/>
            <a:chOff x="-38055" y="3023295"/>
            <a:chExt cx="9909000" cy="366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5CEC798-D2EA-D1A1-9F3E-A87334B751AF}"/>
                    </a:ext>
                  </a:extLst>
                </p14:cNvPr>
                <p14:cNvContentPartPr/>
                <p14:nvPr/>
              </p14:nvContentPartPr>
              <p14:xfrm>
                <a:off x="1314825" y="3689655"/>
                <a:ext cx="148320" cy="685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5CEC798-D2EA-D1A1-9F3E-A87334B751A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308705" y="3683535"/>
                  <a:ext cx="16056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9DA276A-A307-CA9F-44AE-A19AFED3E0DB}"/>
                    </a:ext>
                  </a:extLst>
                </p14:cNvPr>
                <p14:cNvContentPartPr/>
                <p14:nvPr/>
              </p14:nvContentPartPr>
              <p14:xfrm>
                <a:off x="704985" y="3481215"/>
                <a:ext cx="942120" cy="183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9DA276A-A307-CA9F-44AE-A19AFED3E0D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98865" y="3475095"/>
                  <a:ext cx="9543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3CC5701-4FE3-8420-9749-F6F1B0C885DF}"/>
                    </a:ext>
                  </a:extLst>
                </p14:cNvPr>
                <p14:cNvContentPartPr/>
                <p14:nvPr/>
              </p14:nvContentPartPr>
              <p14:xfrm>
                <a:off x="931425" y="4232895"/>
                <a:ext cx="731880" cy="215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3CC5701-4FE3-8420-9749-F6F1B0C885D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25305" y="4226775"/>
                  <a:ext cx="7441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DE95419-5424-F6DB-6D88-8DE8BC465304}"/>
                    </a:ext>
                  </a:extLst>
                </p14:cNvPr>
                <p14:cNvContentPartPr/>
                <p14:nvPr/>
              </p14:nvContentPartPr>
              <p14:xfrm>
                <a:off x="1482225" y="4049295"/>
                <a:ext cx="697680" cy="4338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DE95419-5424-F6DB-6D88-8DE8BC46530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476105" y="4043175"/>
                  <a:ext cx="70992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CCD7623-73D9-FA18-C490-E56A91972172}"/>
                    </a:ext>
                  </a:extLst>
                </p14:cNvPr>
                <p14:cNvContentPartPr/>
                <p14:nvPr/>
              </p14:nvContentPartPr>
              <p14:xfrm>
                <a:off x="2243265" y="3604695"/>
                <a:ext cx="1242360" cy="757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CCD7623-73D9-FA18-C490-E56A9197217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237145" y="3598575"/>
                  <a:ext cx="1254600" cy="7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0042F35-3B19-B49F-59A4-8DCD3C166033}"/>
                    </a:ext>
                  </a:extLst>
                </p14:cNvPr>
                <p14:cNvContentPartPr/>
                <p14:nvPr/>
              </p14:nvContentPartPr>
              <p14:xfrm>
                <a:off x="3816465" y="3618735"/>
                <a:ext cx="169200" cy="495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0042F35-3B19-B49F-59A4-8DCD3C16603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810345" y="3612615"/>
                  <a:ext cx="18144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DFE6641-A76C-929D-646D-8EBDB80D6C1B}"/>
                    </a:ext>
                  </a:extLst>
                </p14:cNvPr>
                <p14:cNvContentPartPr/>
                <p14:nvPr/>
              </p14:nvContentPartPr>
              <p14:xfrm>
                <a:off x="3510105" y="3815295"/>
                <a:ext cx="713520" cy="950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DFE6641-A76C-929D-646D-8EBDB80D6C1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503985" y="3809175"/>
                  <a:ext cx="7257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587800A-D011-AF4B-798F-F39D7C717CD3}"/>
                    </a:ext>
                  </a:extLst>
                </p14:cNvPr>
                <p14:cNvContentPartPr/>
                <p14:nvPr/>
              </p14:nvContentPartPr>
              <p14:xfrm>
                <a:off x="4118865" y="3729975"/>
                <a:ext cx="243000" cy="348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587800A-D011-AF4B-798F-F39D7C717CD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112745" y="3723855"/>
                  <a:ext cx="25524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44AD304-3C01-2C27-E431-475B7DAD5F59}"/>
                    </a:ext>
                  </a:extLst>
                </p14:cNvPr>
                <p14:cNvContentPartPr/>
                <p14:nvPr/>
              </p14:nvContentPartPr>
              <p14:xfrm>
                <a:off x="4603425" y="3656895"/>
                <a:ext cx="406080" cy="11455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44AD304-3C01-2C27-E431-475B7DAD5F5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597305" y="3650775"/>
                  <a:ext cx="418320" cy="11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8AA88B7-6688-D5E9-628F-A094C8FEE68A}"/>
                    </a:ext>
                  </a:extLst>
                </p14:cNvPr>
                <p14:cNvContentPartPr/>
                <p14:nvPr/>
              </p14:nvContentPartPr>
              <p14:xfrm>
                <a:off x="4765425" y="4907535"/>
                <a:ext cx="611640" cy="960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8AA88B7-6688-D5E9-628F-A094C8FEE68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759305" y="4901415"/>
                  <a:ext cx="623880" cy="9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081C9A4-A807-C9AA-771D-F5D7D36F0746}"/>
                    </a:ext>
                  </a:extLst>
                </p14:cNvPr>
                <p14:cNvContentPartPr/>
                <p14:nvPr/>
              </p14:nvContentPartPr>
              <p14:xfrm>
                <a:off x="5462025" y="4900695"/>
                <a:ext cx="303480" cy="843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081C9A4-A807-C9AA-771D-F5D7D36F074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455905" y="4894575"/>
                  <a:ext cx="315720" cy="85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5BCB2D9-2C10-19C6-C08C-F84C86B8B4F5}"/>
                    </a:ext>
                  </a:extLst>
                </p14:cNvPr>
                <p14:cNvContentPartPr/>
                <p14:nvPr/>
              </p14:nvContentPartPr>
              <p14:xfrm>
                <a:off x="5372025" y="5321535"/>
                <a:ext cx="658800" cy="280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5BCB2D9-2C10-19C6-C08C-F84C86B8B4F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365905" y="5315415"/>
                  <a:ext cx="671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5464580-AFBB-6F08-B484-CEF289005F82}"/>
                    </a:ext>
                  </a:extLst>
                </p14:cNvPr>
                <p14:cNvContentPartPr/>
                <p14:nvPr/>
              </p14:nvContentPartPr>
              <p14:xfrm>
                <a:off x="5820945" y="5248095"/>
                <a:ext cx="504360" cy="357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5464580-AFBB-6F08-B484-CEF289005F8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814825" y="5241975"/>
                  <a:ext cx="51660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4D588AC-8379-5C9D-4C78-68DD986B15FE}"/>
                    </a:ext>
                  </a:extLst>
                </p14:cNvPr>
                <p14:cNvContentPartPr/>
                <p14:nvPr/>
              </p14:nvContentPartPr>
              <p14:xfrm>
                <a:off x="6583425" y="5111655"/>
                <a:ext cx="327240" cy="4035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4D588AC-8379-5C9D-4C78-68DD986B15F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577305" y="5105535"/>
                  <a:ext cx="33948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B5AE2DE-4EE1-6F6C-B314-E8D2E3F326CE}"/>
                    </a:ext>
                  </a:extLst>
                </p14:cNvPr>
                <p14:cNvContentPartPr/>
                <p14:nvPr/>
              </p14:nvContentPartPr>
              <p14:xfrm>
                <a:off x="7391625" y="5145495"/>
                <a:ext cx="554040" cy="4118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B5AE2DE-4EE1-6F6C-B314-E8D2E3F326C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385505" y="5139375"/>
                  <a:ext cx="56628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000548B-EC72-0D34-04D7-759B139D8DF6}"/>
                    </a:ext>
                  </a:extLst>
                </p14:cNvPr>
                <p14:cNvContentPartPr/>
                <p14:nvPr/>
              </p14:nvContentPartPr>
              <p14:xfrm>
                <a:off x="7694385" y="5337735"/>
                <a:ext cx="866880" cy="99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000548B-EC72-0D34-04D7-759B139D8DF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688265" y="5331615"/>
                  <a:ext cx="8791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A5F65A1-6F8A-FA9A-F07C-F30562174601}"/>
                    </a:ext>
                  </a:extLst>
                </p14:cNvPr>
                <p14:cNvContentPartPr/>
                <p14:nvPr/>
              </p14:nvContentPartPr>
              <p14:xfrm>
                <a:off x="8642265" y="5137215"/>
                <a:ext cx="409320" cy="213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A5F65A1-6F8A-FA9A-F07C-F3056217460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636145" y="5131095"/>
                  <a:ext cx="4215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934A0D6-51B4-DECE-9F0E-75C83D06BBEE}"/>
                    </a:ext>
                  </a:extLst>
                </p14:cNvPr>
                <p14:cNvContentPartPr/>
                <p14:nvPr/>
              </p14:nvContentPartPr>
              <p14:xfrm>
                <a:off x="9320865" y="5130375"/>
                <a:ext cx="480600" cy="367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934A0D6-51B4-DECE-9F0E-75C83D06BBE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314745" y="5124255"/>
                  <a:ext cx="49284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CAB01AA-1909-4E3A-31EE-B27354A2170E}"/>
                    </a:ext>
                  </a:extLst>
                </p14:cNvPr>
                <p14:cNvContentPartPr/>
                <p14:nvPr/>
              </p14:nvContentPartPr>
              <p14:xfrm>
                <a:off x="8750625" y="5054775"/>
                <a:ext cx="262080" cy="411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CAB01AA-1909-4E3A-31EE-B27354A2170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744505" y="5048655"/>
                  <a:ext cx="27432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B2F973B-93D6-485D-3E33-8349DCB7E922}"/>
                    </a:ext>
                  </a:extLst>
                </p14:cNvPr>
                <p14:cNvContentPartPr/>
                <p14:nvPr/>
              </p14:nvContentPartPr>
              <p14:xfrm>
                <a:off x="9409425" y="5009775"/>
                <a:ext cx="411480" cy="264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B2F973B-93D6-485D-3E33-8349DCB7E92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403305" y="5003655"/>
                  <a:ext cx="4237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7F7A99F-A402-06FB-2C52-0E34701186BF}"/>
                    </a:ext>
                  </a:extLst>
                </p14:cNvPr>
                <p14:cNvContentPartPr/>
                <p14:nvPr/>
              </p14:nvContentPartPr>
              <p14:xfrm>
                <a:off x="9778065" y="5314335"/>
                <a:ext cx="92880" cy="414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7F7A99F-A402-06FB-2C52-0E34701186B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771945" y="5308215"/>
                  <a:ext cx="1051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C79BE6A-18E3-C506-C420-677FFA3A1C17}"/>
                    </a:ext>
                  </a:extLst>
                </p14:cNvPr>
                <p14:cNvContentPartPr/>
                <p14:nvPr/>
              </p14:nvContentPartPr>
              <p14:xfrm>
                <a:off x="4766145" y="5969895"/>
                <a:ext cx="3989520" cy="672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C79BE6A-18E3-C506-C420-677FFA3A1C1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760025" y="5963775"/>
                  <a:ext cx="4001760" cy="68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EC6F955-822D-316A-95BE-B044CD9505D2}"/>
                    </a:ext>
                  </a:extLst>
                </p14:cNvPr>
                <p14:cNvContentPartPr/>
                <p14:nvPr/>
              </p14:nvContentPartPr>
              <p14:xfrm>
                <a:off x="1922505" y="4514775"/>
                <a:ext cx="2600640" cy="8229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EC6F955-822D-316A-95BE-B044CD9505D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916385" y="4508655"/>
                  <a:ext cx="2612880" cy="83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B6B8D6A-F256-45F3-67A6-9E3C482C52CE}"/>
                    </a:ext>
                  </a:extLst>
                </p14:cNvPr>
                <p14:cNvContentPartPr/>
                <p14:nvPr/>
              </p14:nvContentPartPr>
              <p14:xfrm>
                <a:off x="5948385" y="3023295"/>
                <a:ext cx="768240" cy="1248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B6B8D6A-F256-45F3-67A6-9E3C482C52C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942265" y="3017175"/>
                  <a:ext cx="780480" cy="12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FAEB095-291E-2A76-F37A-6EF5996CAB11}"/>
                    </a:ext>
                  </a:extLst>
                </p14:cNvPr>
                <p14:cNvContentPartPr/>
                <p14:nvPr/>
              </p14:nvContentPartPr>
              <p14:xfrm>
                <a:off x="6956025" y="3751935"/>
                <a:ext cx="475920" cy="373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FAEB095-291E-2A76-F37A-6EF5996CAB11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949905" y="3745815"/>
                  <a:ext cx="48816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A699988-DC54-955A-87FA-D47F2AB203A8}"/>
                    </a:ext>
                  </a:extLst>
                </p14:cNvPr>
                <p14:cNvContentPartPr/>
                <p14:nvPr/>
              </p14:nvContentPartPr>
              <p14:xfrm>
                <a:off x="7356705" y="3457455"/>
                <a:ext cx="1070640" cy="549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A699988-DC54-955A-87FA-D47F2AB203A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350585" y="3451335"/>
                  <a:ext cx="108288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45D2C98-576B-D98F-98EE-C3BA0CA8A529}"/>
                    </a:ext>
                  </a:extLst>
                </p14:cNvPr>
                <p14:cNvContentPartPr/>
                <p14:nvPr/>
              </p14:nvContentPartPr>
              <p14:xfrm>
                <a:off x="8532465" y="3804855"/>
                <a:ext cx="251640" cy="173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45D2C98-576B-D98F-98EE-C3BA0CA8A52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526345" y="3798735"/>
                  <a:ext cx="2638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02E5D61-E10B-77A2-44B4-F7A2F7F8E998}"/>
                    </a:ext>
                  </a:extLst>
                </p14:cNvPr>
                <p14:cNvContentPartPr/>
                <p14:nvPr/>
              </p14:nvContentPartPr>
              <p14:xfrm>
                <a:off x="9158505" y="3949215"/>
                <a:ext cx="606240" cy="47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02E5D61-E10B-77A2-44B4-F7A2F7F8E99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152385" y="3943095"/>
                  <a:ext cx="6184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04FA546-569A-5B90-A530-A55AFEE22FF4}"/>
                    </a:ext>
                  </a:extLst>
                </p14:cNvPr>
                <p14:cNvContentPartPr/>
                <p14:nvPr/>
              </p14:nvContentPartPr>
              <p14:xfrm>
                <a:off x="5935065" y="4271055"/>
                <a:ext cx="2037240" cy="318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04FA546-569A-5B90-A530-A55AFEE22FF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928945" y="4264935"/>
                  <a:ext cx="20494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B3487F9-F207-8F08-F928-A959BA4984E6}"/>
                    </a:ext>
                  </a:extLst>
                </p14:cNvPr>
                <p14:cNvContentPartPr/>
                <p14:nvPr/>
              </p14:nvContentPartPr>
              <p14:xfrm>
                <a:off x="5677665" y="5447535"/>
                <a:ext cx="3279240" cy="6948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B3487F9-F207-8F08-F928-A959BA4984E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671545" y="5441415"/>
                  <a:ext cx="3291480" cy="7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0B81EFD-1C1C-0B16-27AF-28E9C2021ACC}"/>
                    </a:ext>
                  </a:extLst>
                </p14:cNvPr>
                <p14:cNvContentPartPr/>
                <p14:nvPr/>
              </p14:nvContentPartPr>
              <p14:xfrm>
                <a:off x="415905" y="5496135"/>
                <a:ext cx="37800" cy="4590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0B81EFD-1C1C-0B16-27AF-28E9C2021AC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09785" y="5490015"/>
                  <a:ext cx="5004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EDD9837-AFCD-B889-D83B-65D35F87BD85}"/>
                    </a:ext>
                  </a:extLst>
                </p14:cNvPr>
                <p14:cNvContentPartPr/>
                <p14:nvPr/>
              </p14:nvContentPartPr>
              <p14:xfrm>
                <a:off x="139425" y="5330535"/>
                <a:ext cx="335160" cy="210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EDD9837-AFCD-B889-D83B-65D35F87BD8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33305" y="5324415"/>
                  <a:ext cx="3474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56CFF1E-CC90-462E-1A1D-135D3C064920}"/>
                    </a:ext>
                  </a:extLst>
                </p14:cNvPr>
                <p14:cNvContentPartPr/>
                <p14:nvPr/>
              </p14:nvContentPartPr>
              <p14:xfrm>
                <a:off x="105945" y="6125775"/>
                <a:ext cx="386640" cy="268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56CFF1E-CC90-462E-1A1D-135D3C06492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9825" y="6119655"/>
                  <a:ext cx="3988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3B99025-CB5C-B037-DB69-FB8A90FABD91}"/>
                    </a:ext>
                  </a:extLst>
                </p14:cNvPr>
                <p14:cNvContentPartPr/>
                <p14:nvPr/>
              </p14:nvContentPartPr>
              <p14:xfrm>
                <a:off x="835305" y="5192655"/>
                <a:ext cx="638280" cy="3564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3B99025-CB5C-B037-DB69-FB8A90FABD9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29185" y="5186535"/>
                  <a:ext cx="65052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DB3A50A-BD6F-8F37-24E1-99CBFB59054C}"/>
                    </a:ext>
                  </a:extLst>
                </p14:cNvPr>
                <p14:cNvContentPartPr/>
                <p14:nvPr/>
              </p14:nvContentPartPr>
              <p14:xfrm>
                <a:off x="1298985" y="5296695"/>
                <a:ext cx="53280" cy="632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DB3A50A-BD6F-8F37-24E1-99CBFB59054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292865" y="5290575"/>
                  <a:ext cx="65520" cy="6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2030470-155A-EEA0-D242-B61C0503E8F8}"/>
                    </a:ext>
                  </a:extLst>
                </p14:cNvPr>
                <p14:cNvContentPartPr/>
                <p14:nvPr/>
              </p14:nvContentPartPr>
              <p14:xfrm>
                <a:off x="126825" y="4761375"/>
                <a:ext cx="1737720" cy="1925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2030470-155A-EEA0-D242-B61C0503E8F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20705" y="4755255"/>
                  <a:ext cx="1749960" cy="19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6094D40-CFC6-19A1-0380-5245E57F0E5D}"/>
                    </a:ext>
                  </a:extLst>
                </p14:cNvPr>
                <p14:cNvContentPartPr/>
                <p14:nvPr/>
              </p14:nvContentPartPr>
              <p14:xfrm>
                <a:off x="-38055" y="5133975"/>
                <a:ext cx="102240" cy="9129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6094D40-CFC6-19A1-0380-5245E57F0E5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-44175" y="5127855"/>
                  <a:ext cx="114480" cy="9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FC71CBC-23C6-CEAA-B79D-FB397EF730B5}"/>
                    </a:ext>
                  </a:extLst>
                </p14:cNvPr>
                <p14:cNvContentPartPr/>
                <p14:nvPr/>
              </p14:nvContentPartPr>
              <p14:xfrm>
                <a:off x="1753305" y="5504415"/>
                <a:ext cx="768600" cy="4150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FC71CBC-23C6-CEAA-B79D-FB397EF730B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747185" y="5498295"/>
                  <a:ext cx="780840" cy="427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32813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B9407177-E4D4-C85C-7B27-64D7CBD22CAB}"/>
              </a:ext>
            </a:extLst>
          </p:cNvPr>
          <p:cNvGrpSpPr/>
          <p:nvPr/>
        </p:nvGrpSpPr>
        <p:grpSpPr>
          <a:xfrm>
            <a:off x="3486705" y="285855"/>
            <a:ext cx="3379320" cy="476280"/>
            <a:chOff x="3486705" y="285855"/>
            <a:chExt cx="3379320" cy="47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9453188-EC7E-D87E-ADA6-B175682C45B4}"/>
                    </a:ext>
                  </a:extLst>
                </p14:cNvPr>
                <p14:cNvContentPartPr/>
                <p14:nvPr/>
              </p14:nvContentPartPr>
              <p14:xfrm>
                <a:off x="3486705" y="358935"/>
                <a:ext cx="528840" cy="4032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9453188-EC7E-D87E-ADA6-B175682C45B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480585" y="352815"/>
                  <a:ext cx="54108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4822A49-AFAC-3537-97F0-04ACF08EC9F0}"/>
                    </a:ext>
                  </a:extLst>
                </p14:cNvPr>
                <p14:cNvContentPartPr/>
                <p14:nvPr/>
              </p14:nvContentPartPr>
              <p14:xfrm>
                <a:off x="4134705" y="349575"/>
                <a:ext cx="663840" cy="313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4822A49-AFAC-3537-97F0-04ACF08EC9F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28585" y="343455"/>
                  <a:ext cx="6760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6856793-C5C4-C0A9-96BF-A581C5D24ACF}"/>
                    </a:ext>
                  </a:extLst>
                </p14:cNvPr>
                <p14:cNvContentPartPr/>
                <p14:nvPr/>
              </p14:nvContentPartPr>
              <p14:xfrm>
                <a:off x="4723665" y="441735"/>
                <a:ext cx="481680" cy="32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6856793-C5C4-C0A9-96BF-A581C5D24AC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17545" y="435615"/>
                  <a:ext cx="4939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5D490F1-C497-5A06-F32E-848B5CF96230}"/>
                    </a:ext>
                  </a:extLst>
                </p14:cNvPr>
                <p14:cNvContentPartPr/>
                <p14:nvPr/>
              </p14:nvContentPartPr>
              <p14:xfrm>
                <a:off x="5549145" y="285855"/>
                <a:ext cx="490680" cy="471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5D490F1-C497-5A06-F32E-848B5CF9623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543025" y="279735"/>
                  <a:ext cx="50292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D3B03A0-6096-709F-39D7-08A9C7E24924}"/>
                    </a:ext>
                  </a:extLst>
                </p14:cNvPr>
                <p14:cNvContentPartPr/>
                <p14:nvPr/>
              </p14:nvContentPartPr>
              <p14:xfrm>
                <a:off x="6241785" y="421575"/>
                <a:ext cx="230400" cy="223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D3B03A0-6096-709F-39D7-08A9C7E2492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35665" y="415455"/>
                  <a:ext cx="2426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B949720-39CE-D53C-B754-A8E4EF5BDEA8}"/>
                    </a:ext>
                  </a:extLst>
                </p14:cNvPr>
                <p14:cNvContentPartPr/>
                <p14:nvPr/>
              </p14:nvContentPartPr>
              <p14:xfrm>
                <a:off x="6575145" y="391695"/>
                <a:ext cx="290880" cy="301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B949720-39CE-D53C-B754-A8E4EF5BDEA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569025" y="385575"/>
                  <a:ext cx="303120" cy="31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F473645-8D5D-1654-F04F-4C998D5A56F8}"/>
                  </a:ext>
                </a:extLst>
              </p14:cNvPr>
              <p14:cNvContentPartPr/>
              <p14:nvPr/>
            </p14:nvContentPartPr>
            <p14:xfrm>
              <a:off x="7780785" y="460455"/>
              <a:ext cx="364320" cy="234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F473645-8D5D-1654-F04F-4C998D5A56F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774665" y="454335"/>
                <a:ext cx="376560" cy="24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C99BEEA3-C2A8-EDFC-6EFB-1B9669802676}"/>
              </a:ext>
            </a:extLst>
          </p:cNvPr>
          <p:cNvGrpSpPr/>
          <p:nvPr/>
        </p:nvGrpSpPr>
        <p:grpSpPr>
          <a:xfrm>
            <a:off x="8850705" y="325455"/>
            <a:ext cx="1467720" cy="404640"/>
            <a:chOff x="8850705" y="325455"/>
            <a:chExt cx="1467720" cy="40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BBAA238-C23E-C537-335D-06F66A9518D5}"/>
                    </a:ext>
                  </a:extLst>
                </p14:cNvPr>
                <p14:cNvContentPartPr/>
                <p14:nvPr/>
              </p14:nvContentPartPr>
              <p14:xfrm>
                <a:off x="8850705" y="325455"/>
                <a:ext cx="824760" cy="404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BBAA238-C23E-C537-335D-06F66A9518D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844585" y="319335"/>
                  <a:ext cx="83700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B530C3B-8D41-F94E-6619-AB7BD4E90E23}"/>
                    </a:ext>
                  </a:extLst>
                </p14:cNvPr>
                <p14:cNvContentPartPr/>
                <p14:nvPr/>
              </p14:nvContentPartPr>
              <p14:xfrm>
                <a:off x="9974625" y="358935"/>
                <a:ext cx="109080" cy="330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B530C3B-8D41-F94E-6619-AB7BD4E90E2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968505" y="352815"/>
                  <a:ext cx="1213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D741A30-F9D3-B423-15AA-5B7DD885B488}"/>
                    </a:ext>
                  </a:extLst>
                </p14:cNvPr>
                <p14:cNvContentPartPr/>
                <p14:nvPr/>
              </p14:nvContentPartPr>
              <p14:xfrm>
                <a:off x="9803265" y="499695"/>
                <a:ext cx="515160" cy="180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D741A30-F9D3-B423-15AA-5B7DD885B48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797145" y="493575"/>
                  <a:ext cx="52740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FA02AAC-5EE2-4DAC-6527-2460225D308C}"/>
              </a:ext>
            </a:extLst>
          </p:cNvPr>
          <p:cNvGrpSpPr/>
          <p:nvPr/>
        </p:nvGrpSpPr>
        <p:grpSpPr>
          <a:xfrm>
            <a:off x="523185" y="903255"/>
            <a:ext cx="3389400" cy="609840"/>
            <a:chOff x="523185" y="903255"/>
            <a:chExt cx="3389400" cy="60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31F801E-9B6B-2513-ED14-7BD074338FF3}"/>
                    </a:ext>
                  </a:extLst>
                </p14:cNvPr>
                <p14:cNvContentPartPr/>
                <p14:nvPr/>
              </p14:nvContentPartPr>
              <p14:xfrm>
                <a:off x="523185" y="903255"/>
                <a:ext cx="279720" cy="609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31F801E-9B6B-2513-ED14-7BD074338FF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7065" y="897135"/>
                  <a:ext cx="29196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098D82E-646F-9250-1735-52B3E8A02E5E}"/>
                    </a:ext>
                  </a:extLst>
                </p14:cNvPr>
                <p14:cNvContentPartPr/>
                <p14:nvPr/>
              </p14:nvContentPartPr>
              <p14:xfrm>
                <a:off x="891465" y="1135815"/>
                <a:ext cx="409680" cy="327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098D82E-646F-9250-1735-52B3E8A02E5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85345" y="1129695"/>
                  <a:ext cx="42192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F1E4047-A486-5CE1-7F0F-476C1806D3B8}"/>
                    </a:ext>
                  </a:extLst>
                </p14:cNvPr>
                <p14:cNvContentPartPr/>
                <p14:nvPr/>
              </p14:nvContentPartPr>
              <p14:xfrm>
                <a:off x="1361265" y="1000815"/>
                <a:ext cx="21960" cy="32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F1E4047-A486-5CE1-7F0F-476C1806D3B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355145" y="994695"/>
                  <a:ext cx="34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DF8F58F-94CB-353D-6C72-93374D4215B5}"/>
                    </a:ext>
                  </a:extLst>
                </p14:cNvPr>
                <p14:cNvContentPartPr/>
                <p14:nvPr/>
              </p14:nvContentPartPr>
              <p14:xfrm>
                <a:off x="1488705" y="1220775"/>
                <a:ext cx="647640" cy="189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DF8F58F-94CB-353D-6C72-93374D4215B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82585" y="1214655"/>
                  <a:ext cx="6598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7EF2767-3354-9445-49D2-0A49C397BC4A}"/>
                    </a:ext>
                  </a:extLst>
                </p14:cNvPr>
                <p14:cNvContentPartPr/>
                <p14:nvPr/>
              </p14:nvContentPartPr>
              <p14:xfrm>
                <a:off x="2534865" y="1065615"/>
                <a:ext cx="97560" cy="424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7EF2767-3354-9445-49D2-0A49C397BC4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28745" y="1059495"/>
                  <a:ext cx="10980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9C490F1-DC1D-E638-2B86-96B6EAF64A07}"/>
                    </a:ext>
                  </a:extLst>
                </p14:cNvPr>
                <p14:cNvContentPartPr/>
                <p14:nvPr/>
              </p14:nvContentPartPr>
              <p14:xfrm>
                <a:off x="2284665" y="1294215"/>
                <a:ext cx="476640" cy="88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9C490F1-DC1D-E638-2B86-96B6EAF64A0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78545" y="1288095"/>
                  <a:ext cx="4888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DFBC8C7-72F0-D14B-7C2D-66AD3F32E516}"/>
                    </a:ext>
                  </a:extLst>
                </p14:cNvPr>
                <p14:cNvContentPartPr/>
                <p14:nvPr/>
              </p14:nvContentPartPr>
              <p14:xfrm>
                <a:off x="2860665" y="1119255"/>
                <a:ext cx="16200" cy="6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DFBC8C7-72F0-D14B-7C2D-66AD3F32E51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854545" y="1113135"/>
                  <a:ext cx="284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EA949FB-E809-69FF-637B-93736108FC2E}"/>
                    </a:ext>
                  </a:extLst>
                </p14:cNvPr>
                <p14:cNvContentPartPr/>
                <p14:nvPr/>
              </p14:nvContentPartPr>
              <p14:xfrm>
                <a:off x="2946705" y="1188015"/>
                <a:ext cx="405360" cy="258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EA949FB-E809-69FF-637B-93736108FC2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940585" y="1181895"/>
                  <a:ext cx="4176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02063B8-6D6E-D74A-CF49-A8ABE6321712}"/>
                    </a:ext>
                  </a:extLst>
                </p14:cNvPr>
                <p14:cNvContentPartPr/>
                <p14:nvPr/>
              </p14:nvContentPartPr>
              <p14:xfrm>
                <a:off x="3571665" y="1086135"/>
                <a:ext cx="155880" cy="290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02063B8-6D6E-D74A-CF49-A8ABE632171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65545" y="1080015"/>
                  <a:ext cx="16812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A12BA25-8CD5-D534-A946-FFC51DF2DCAE}"/>
                    </a:ext>
                  </a:extLst>
                </p14:cNvPr>
                <p14:cNvContentPartPr/>
                <p14:nvPr/>
              </p14:nvContentPartPr>
              <p14:xfrm>
                <a:off x="3440265" y="1210695"/>
                <a:ext cx="472320" cy="54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A12BA25-8CD5-D534-A946-FFC51DF2DCA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434145" y="1204575"/>
                  <a:ext cx="48456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C6883B8-1202-CAF7-C313-267DF772E5EF}"/>
              </a:ext>
            </a:extLst>
          </p:cNvPr>
          <p:cNvGrpSpPr/>
          <p:nvPr/>
        </p:nvGrpSpPr>
        <p:grpSpPr>
          <a:xfrm>
            <a:off x="4334865" y="1000455"/>
            <a:ext cx="1067040" cy="471960"/>
            <a:chOff x="4334865" y="1000455"/>
            <a:chExt cx="1067040" cy="47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710E96D-E576-CDB3-0226-2FC8BE25AE12}"/>
                    </a:ext>
                  </a:extLst>
                </p14:cNvPr>
                <p14:cNvContentPartPr/>
                <p14:nvPr/>
              </p14:nvContentPartPr>
              <p14:xfrm>
                <a:off x="4334865" y="1000455"/>
                <a:ext cx="513720" cy="471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710E96D-E576-CDB3-0226-2FC8BE25AE1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28745" y="994335"/>
                  <a:ext cx="52596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118C115-D70C-73CD-5265-FC026D12CFCB}"/>
                    </a:ext>
                  </a:extLst>
                </p14:cNvPr>
                <p14:cNvContentPartPr/>
                <p14:nvPr/>
              </p14:nvContentPartPr>
              <p14:xfrm>
                <a:off x="5086185" y="1138335"/>
                <a:ext cx="315720" cy="281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118C115-D70C-73CD-5265-FC026D12CFC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80065" y="1132215"/>
                  <a:ext cx="327960" cy="29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E332ED0-0398-FD80-3877-1CF0418A9D6A}"/>
              </a:ext>
            </a:extLst>
          </p:cNvPr>
          <p:cNvGrpSpPr/>
          <p:nvPr/>
        </p:nvGrpSpPr>
        <p:grpSpPr>
          <a:xfrm>
            <a:off x="1423905" y="2066415"/>
            <a:ext cx="7659720" cy="3608280"/>
            <a:chOff x="1423905" y="2066415"/>
            <a:chExt cx="7659720" cy="360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03D8AF3-1260-71FA-978B-358FD210138E}"/>
                    </a:ext>
                  </a:extLst>
                </p14:cNvPr>
                <p14:cNvContentPartPr/>
                <p14:nvPr/>
              </p14:nvContentPartPr>
              <p14:xfrm>
                <a:off x="1541625" y="2477175"/>
                <a:ext cx="291960" cy="2252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03D8AF3-1260-71FA-978B-358FD210138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535505" y="2471055"/>
                  <a:ext cx="304200" cy="22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B8CFB03-C934-607A-3203-3BDE777C6928}"/>
                    </a:ext>
                  </a:extLst>
                </p14:cNvPr>
                <p14:cNvContentPartPr/>
                <p14:nvPr/>
              </p14:nvContentPartPr>
              <p14:xfrm>
                <a:off x="1772745" y="2218695"/>
                <a:ext cx="5741640" cy="258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B8CFB03-C934-607A-3203-3BDE777C692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66625" y="2212575"/>
                  <a:ext cx="57538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FD3EE4B-0288-1852-E09A-4CFDFD0B6467}"/>
                    </a:ext>
                  </a:extLst>
                </p14:cNvPr>
                <p14:cNvContentPartPr/>
                <p14:nvPr/>
              </p14:nvContentPartPr>
              <p14:xfrm>
                <a:off x="1509585" y="4590015"/>
                <a:ext cx="3960" cy="4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FD3EE4B-0288-1852-E09A-4CFDFD0B646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503465" y="4583895"/>
                  <a:ext cx="162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F664185-42DE-AB3A-22C2-B754E833031A}"/>
                    </a:ext>
                  </a:extLst>
                </p14:cNvPr>
                <p14:cNvContentPartPr/>
                <p14:nvPr/>
              </p14:nvContentPartPr>
              <p14:xfrm>
                <a:off x="1423905" y="4604055"/>
                <a:ext cx="5329080" cy="1070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F664185-42DE-AB3A-22C2-B754E833031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17785" y="4597935"/>
                  <a:ext cx="5341320" cy="10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2B571B3-C700-99B8-3B23-B834EDACA041}"/>
                    </a:ext>
                  </a:extLst>
                </p14:cNvPr>
                <p14:cNvContentPartPr/>
                <p14:nvPr/>
              </p14:nvContentPartPr>
              <p14:xfrm>
                <a:off x="6404145" y="2282415"/>
                <a:ext cx="1202400" cy="3027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2B571B3-C700-99B8-3B23-B834EDACA04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398025" y="2276295"/>
                  <a:ext cx="1214640" cy="30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000E8C5-E479-FD3E-C687-0542A511506A}"/>
                    </a:ext>
                  </a:extLst>
                </p14:cNvPr>
                <p14:cNvContentPartPr/>
                <p14:nvPr/>
              </p14:nvContentPartPr>
              <p14:xfrm>
                <a:off x="7241145" y="2520375"/>
                <a:ext cx="635400" cy="90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000E8C5-E479-FD3E-C687-0542A511506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235025" y="2514255"/>
                  <a:ext cx="6476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925185B-E411-8F90-2AFB-3E8D3D427A93}"/>
                    </a:ext>
                  </a:extLst>
                </p14:cNvPr>
                <p14:cNvContentPartPr/>
                <p14:nvPr/>
              </p14:nvContentPartPr>
              <p14:xfrm>
                <a:off x="8196225" y="2106735"/>
                <a:ext cx="380880" cy="609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925185B-E411-8F90-2AFB-3E8D3D427A9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190105" y="2100615"/>
                  <a:ext cx="39312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ACD3D55-CEE3-9E65-B09D-EF8588B5BEA1}"/>
                    </a:ext>
                  </a:extLst>
                </p14:cNvPr>
                <p14:cNvContentPartPr/>
                <p14:nvPr/>
              </p14:nvContentPartPr>
              <p14:xfrm>
                <a:off x="8137185" y="2261895"/>
                <a:ext cx="651600" cy="169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ACD3D55-CEE3-9E65-B09D-EF8588B5BEA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131065" y="2255775"/>
                  <a:ext cx="6638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D8AB4F0-E54F-6163-ADF9-C2BAD563DFEA}"/>
                    </a:ext>
                  </a:extLst>
                </p14:cNvPr>
                <p14:cNvContentPartPr/>
                <p14:nvPr/>
              </p14:nvContentPartPr>
              <p14:xfrm>
                <a:off x="8783745" y="2146695"/>
                <a:ext cx="90720" cy="325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D8AB4F0-E54F-6163-ADF9-C2BAD563DFE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77625" y="2140575"/>
                  <a:ext cx="1029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33438B9-07D8-5FB9-97A4-42CA16428520}"/>
                    </a:ext>
                  </a:extLst>
                </p14:cNvPr>
                <p14:cNvContentPartPr/>
                <p14:nvPr/>
              </p14:nvContentPartPr>
              <p14:xfrm>
                <a:off x="8726505" y="2066415"/>
                <a:ext cx="349200" cy="19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33438B9-07D8-5FB9-97A4-42CA1642852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20385" y="2060295"/>
                  <a:ext cx="3614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05F8CB4-DF7D-388A-D0A7-5CABB0B94BA2}"/>
                    </a:ext>
                  </a:extLst>
                </p14:cNvPr>
                <p14:cNvContentPartPr/>
                <p14:nvPr/>
              </p14:nvContentPartPr>
              <p14:xfrm>
                <a:off x="8536785" y="2561415"/>
                <a:ext cx="306720" cy="81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05F8CB4-DF7D-388A-D0A7-5CABB0B94BA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530665" y="2555295"/>
                  <a:ext cx="3189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8003D68-7A17-CA29-9FDF-B0C694BD83A6}"/>
                    </a:ext>
                  </a:extLst>
                </p14:cNvPr>
                <p14:cNvContentPartPr/>
                <p14:nvPr/>
              </p14:nvContentPartPr>
              <p14:xfrm>
                <a:off x="9050145" y="2524335"/>
                <a:ext cx="33480" cy="8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8003D68-7A17-CA29-9FDF-B0C694BD83A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044025" y="2518215"/>
                  <a:ext cx="457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91FD730-99C2-60EF-45CD-6D011B30F592}"/>
                    </a:ext>
                  </a:extLst>
                </p14:cNvPr>
                <p14:cNvContentPartPr/>
                <p14:nvPr/>
              </p14:nvContentPartPr>
              <p14:xfrm>
                <a:off x="2269185" y="3193215"/>
                <a:ext cx="311760" cy="1123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91FD730-99C2-60EF-45CD-6D011B30F59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263065" y="3187095"/>
                  <a:ext cx="324000" cy="11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6E437C2-373F-5371-33E5-5D1979FE5C40}"/>
                    </a:ext>
                  </a:extLst>
                </p14:cNvPr>
                <p14:cNvContentPartPr/>
                <p14:nvPr/>
              </p14:nvContentPartPr>
              <p14:xfrm>
                <a:off x="2580585" y="3046695"/>
                <a:ext cx="2430000" cy="113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6E437C2-373F-5371-33E5-5D1979FE5C4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74465" y="3040575"/>
                  <a:ext cx="2442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49FD40A-2398-8F47-E86F-11BB2433C831}"/>
                    </a:ext>
                  </a:extLst>
                </p14:cNvPr>
                <p14:cNvContentPartPr/>
                <p14:nvPr/>
              </p14:nvContentPartPr>
              <p14:xfrm>
                <a:off x="4681545" y="3090975"/>
                <a:ext cx="420840" cy="1254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49FD40A-2398-8F47-E86F-11BB2433C83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675425" y="3084855"/>
                  <a:ext cx="433080" cy="12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9A3C48F-6B6F-A869-6FB4-BFDB4370C79C}"/>
                    </a:ext>
                  </a:extLst>
                </p14:cNvPr>
                <p14:cNvContentPartPr/>
                <p14:nvPr/>
              </p14:nvContentPartPr>
              <p14:xfrm>
                <a:off x="3052905" y="3465735"/>
                <a:ext cx="129600" cy="402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9A3C48F-6B6F-A869-6FB4-BFDB4370C79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046785" y="3459615"/>
                  <a:ext cx="14184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9A3BE83-056F-4DD0-9EEC-76315CBF46F7}"/>
                    </a:ext>
                  </a:extLst>
                </p14:cNvPr>
                <p14:cNvContentPartPr/>
                <p14:nvPr/>
              </p14:nvContentPartPr>
              <p14:xfrm>
                <a:off x="3138585" y="3373215"/>
                <a:ext cx="469440" cy="468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9A3BE83-056F-4DD0-9EEC-76315CBF46F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132465" y="3367095"/>
                  <a:ext cx="48168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B4597BA-4092-EC47-FC20-35B46630386E}"/>
                    </a:ext>
                  </a:extLst>
                </p14:cNvPr>
                <p14:cNvContentPartPr/>
                <p14:nvPr/>
              </p14:nvContentPartPr>
              <p14:xfrm>
                <a:off x="3672465" y="3372855"/>
                <a:ext cx="404640" cy="496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B4597BA-4092-EC47-FC20-35B46630386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666345" y="3366735"/>
                  <a:ext cx="41688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C3111BE-22B5-1156-FEAB-63BCCAA07BB2}"/>
                    </a:ext>
                  </a:extLst>
                </p14:cNvPr>
                <p14:cNvContentPartPr/>
                <p14:nvPr/>
              </p14:nvContentPartPr>
              <p14:xfrm>
                <a:off x="4218585" y="3705135"/>
                <a:ext cx="9360" cy="1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C3111BE-22B5-1156-FEAB-63BCCAA07BB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212465" y="3699015"/>
                  <a:ext cx="216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FDAC5FE-51AD-8ACD-A8C8-105F174B4B5F}"/>
                    </a:ext>
                  </a:extLst>
                </p14:cNvPr>
                <p14:cNvContentPartPr/>
                <p14:nvPr/>
              </p14:nvContentPartPr>
              <p14:xfrm>
                <a:off x="4244865" y="3562215"/>
                <a:ext cx="16200" cy="180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FDAC5FE-51AD-8ACD-A8C8-105F174B4B5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238745" y="3556095"/>
                  <a:ext cx="284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A0451D1-D4FC-5284-BADC-BD27C7B76342}"/>
                    </a:ext>
                  </a:extLst>
                </p14:cNvPr>
                <p14:cNvContentPartPr/>
                <p14:nvPr/>
              </p14:nvContentPartPr>
              <p14:xfrm>
                <a:off x="4164945" y="3663015"/>
                <a:ext cx="119880" cy="507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A0451D1-D4FC-5284-BADC-BD27C7B7634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158825" y="3656895"/>
                  <a:ext cx="13212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26620A1-0887-0C01-8FB2-2F9AB01F0652}"/>
                    </a:ext>
                  </a:extLst>
                </p14:cNvPr>
                <p14:cNvContentPartPr/>
                <p14:nvPr/>
              </p14:nvContentPartPr>
              <p14:xfrm>
                <a:off x="3969465" y="3619455"/>
                <a:ext cx="932400" cy="563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26620A1-0887-0C01-8FB2-2F9AB01F065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963345" y="3613335"/>
                  <a:ext cx="94464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7D6CFE1-39EF-E915-8AB3-EDC413F073C0}"/>
                    </a:ext>
                  </a:extLst>
                </p14:cNvPr>
                <p14:cNvContentPartPr/>
                <p14:nvPr/>
              </p14:nvContentPartPr>
              <p14:xfrm>
                <a:off x="4310385" y="3840135"/>
                <a:ext cx="64080" cy="244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7D6CFE1-39EF-E915-8AB3-EDC413F073C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304265" y="3834015"/>
                  <a:ext cx="763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2856D04-68B7-F95B-EB80-DD6E6DE7BAC5}"/>
                    </a:ext>
                  </a:extLst>
                </p14:cNvPr>
                <p14:cNvContentPartPr/>
                <p14:nvPr/>
              </p14:nvContentPartPr>
              <p14:xfrm>
                <a:off x="4353945" y="3805575"/>
                <a:ext cx="238680" cy="2797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2856D04-68B7-F95B-EB80-DD6E6DE7BAC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347825" y="3799455"/>
                  <a:ext cx="2509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F470FD2-C80F-EF06-2EB0-70E2B149930F}"/>
                    </a:ext>
                  </a:extLst>
                </p14:cNvPr>
                <p14:cNvContentPartPr/>
                <p14:nvPr/>
              </p14:nvContentPartPr>
              <p14:xfrm>
                <a:off x="4561305" y="3709455"/>
                <a:ext cx="239400" cy="2444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F470FD2-C80F-EF06-2EB0-70E2B149930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555185" y="3703335"/>
                  <a:ext cx="2516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6DBF018-ABEA-02FD-D263-BEAFC2E8B77F}"/>
                    </a:ext>
                  </a:extLst>
                </p14:cNvPr>
                <p14:cNvContentPartPr/>
                <p14:nvPr/>
              </p14:nvContentPartPr>
              <p14:xfrm>
                <a:off x="4315065" y="3170175"/>
                <a:ext cx="47880" cy="307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6DBF018-ABEA-02FD-D263-BEAFC2E8B77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308945" y="3164055"/>
                  <a:ext cx="6012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15CE8C2-E9AB-E842-C642-B132AF870536}"/>
                    </a:ext>
                  </a:extLst>
                </p14:cNvPr>
                <p14:cNvContentPartPr/>
                <p14:nvPr/>
              </p14:nvContentPartPr>
              <p14:xfrm>
                <a:off x="4264665" y="3068655"/>
                <a:ext cx="640800" cy="370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15CE8C2-E9AB-E842-C642-B132AF87053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258545" y="3062535"/>
                  <a:ext cx="65304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0D52674-EEB3-23CF-66E8-58A960CE97F8}"/>
                    </a:ext>
                  </a:extLst>
                </p14:cNvPr>
                <p14:cNvContentPartPr/>
                <p14:nvPr/>
              </p14:nvContentPartPr>
              <p14:xfrm>
                <a:off x="4408305" y="3263055"/>
                <a:ext cx="25560" cy="156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0D52674-EEB3-23CF-66E8-58A960CE97F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402185" y="3256935"/>
                  <a:ext cx="378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78572FF-27F4-E1B9-1D75-1E047CCB998B}"/>
                    </a:ext>
                  </a:extLst>
                </p14:cNvPr>
                <p14:cNvContentPartPr/>
                <p14:nvPr/>
              </p14:nvContentPartPr>
              <p14:xfrm>
                <a:off x="4433145" y="3238215"/>
                <a:ext cx="234000" cy="110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78572FF-27F4-E1B9-1D75-1E047CCB998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427025" y="3232095"/>
                  <a:ext cx="2462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A4849A1-719C-409D-A9F6-53987B31ACCC}"/>
                    </a:ext>
                  </a:extLst>
                </p14:cNvPr>
                <p14:cNvContentPartPr/>
                <p14:nvPr/>
              </p14:nvContentPartPr>
              <p14:xfrm>
                <a:off x="4673625" y="3215535"/>
                <a:ext cx="99720" cy="153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A4849A1-719C-409D-A9F6-53987B31ACC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667505" y="3209415"/>
                  <a:ext cx="1119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4508B1A-6D54-A181-543F-FEB8A0ABBDE5}"/>
                    </a:ext>
                  </a:extLst>
                </p14:cNvPr>
                <p14:cNvContentPartPr/>
                <p14:nvPr/>
              </p14:nvContentPartPr>
              <p14:xfrm>
                <a:off x="4788105" y="3245415"/>
                <a:ext cx="46800" cy="1288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4508B1A-6D54-A181-543F-FEB8A0ABBDE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781985" y="3239295"/>
                  <a:ext cx="590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A182E2B-7014-CC27-F8AB-A523B173419F}"/>
                    </a:ext>
                  </a:extLst>
                </p14:cNvPr>
                <p14:cNvContentPartPr/>
                <p14:nvPr/>
              </p14:nvContentPartPr>
              <p14:xfrm>
                <a:off x="4762185" y="3231015"/>
                <a:ext cx="105480" cy="155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A182E2B-7014-CC27-F8AB-A523B173419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756065" y="3224895"/>
                  <a:ext cx="117720" cy="16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5DEE4FD6-97BF-836C-9AB4-C40712DF0C7B}"/>
                  </a:ext>
                </a:extLst>
              </p14:cNvPr>
              <p14:cNvContentPartPr/>
              <p14:nvPr/>
            </p14:nvContentPartPr>
            <p14:xfrm>
              <a:off x="2272065" y="4152615"/>
              <a:ext cx="1808640" cy="1558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5DEE4FD6-97BF-836C-9AB4-C40712DF0C7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263425" y="4143975"/>
                <a:ext cx="182628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2D1C0B5A-B4D9-02E6-6AB4-0D742EC3D9C3}"/>
                  </a:ext>
                </a:extLst>
              </p14:cNvPr>
              <p14:cNvContentPartPr/>
              <p14:nvPr/>
            </p14:nvContentPartPr>
            <p14:xfrm>
              <a:off x="4512345" y="2723415"/>
              <a:ext cx="280080" cy="125496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2D1C0B5A-B4D9-02E6-6AB4-0D742EC3D9C3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503705" y="2714415"/>
                <a:ext cx="297720" cy="12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098A28C-1A00-7EE0-1448-2D031725AB8F}"/>
                  </a:ext>
                </a:extLst>
              </p14:cNvPr>
              <p14:cNvContentPartPr/>
              <p14:nvPr/>
            </p14:nvContentPartPr>
            <p14:xfrm>
              <a:off x="4442505" y="5050815"/>
              <a:ext cx="120240" cy="9504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098A28C-1A00-7EE0-1448-2D031725AB8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433865" y="5041815"/>
                <a:ext cx="13788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2ABE899-D85F-577C-6542-A879D99A8D93}"/>
                  </a:ext>
                </a:extLst>
              </p14:cNvPr>
              <p14:cNvContentPartPr/>
              <p14:nvPr/>
            </p14:nvContentPartPr>
            <p14:xfrm>
              <a:off x="4286625" y="3866775"/>
              <a:ext cx="4945320" cy="19908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2ABE899-D85F-577C-6542-A879D99A8D9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277625" y="3858135"/>
                <a:ext cx="4962960" cy="20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B0D6759D-0223-149C-B739-CBB534F84DCC}"/>
                  </a:ext>
                </a:extLst>
              </p14:cNvPr>
              <p14:cNvContentPartPr/>
              <p14:nvPr/>
            </p14:nvContentPartPr>
            <p14:xfrm>
              <a:off x="4705665" y="2697135"/>
              <a:ext cx="5314680" cy="308916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B0D6759D-0223-149C-B739-CBB534F84DC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696665" y="2688495"/>
                <a:ext cx="5332320" cy="31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204BA751-640B-5197-27D2-4BD504D76AFA}"/>
                  </a:ext>
                </a:extLst>
              </p14:cNvPr>
              <p14:cNvContentPartPr/>
              <p14:nvPr/>
            </p14:nvContentPartPr>
            <p14:xfrm>
              <a:off x="8185065" y="2997015"/>
              <a:ext cx="101880" cy="45252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204BA751-640B-5197-27D2-4BD504D76AF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8176425" y="2988015"/>
                <a:ext cx="119520" cy="4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A9F02FF8-B2C8-8C02-64AB-1B5A9000C910}"/>
                  </a:ext>
                </a:extLst>
              </p14:cNvPr>
              <p14:cNvContentPartPr/>
              <p14:nvPr/>
            </p14:nvContentPartPr>
            <p14:xfrm>
              <a:off x="8097945" y="2943015"/>
              <a:ext cx="538200" cy="55188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A9F02FF8-B2C8-8C02-64AB-1B5A9000C91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089305" y="2934015"/>
                <a:ext cx="555840" cy="56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295404AC-A418-9706-5A62-2655EA662217}"/>
                  </a:ext>
                </a:extLst>
              </p14:cNvPr>
              <p14:cNvContentPartPr/>
              <p14:nvPr/>
            </p14:nvContentPartPr>
            <p14:xfrm>
              <a:off x="8555145" y="2925375"/>
              <a:ext cx="466920" cy="52380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295404AC-A418-9706-5A62-2655EA66221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546505" y="2916735"/>
                <a:ext cx="484560" cy="5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64FE3FD1-12E2-682F-D548-78515265E5CD}"/>
                  </a:ext>
                </a:extLst>
              </p14:cNvPr>
              <p14:cNvContentPartPr/>
              <p14:nvPr/>
            </p14:nvContentPartPr>
            <p14:xfrm>
              <a:off x="7570905" y="3672375"/>
              <a:ext cx="65160" cy="27504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64FE3FD1-12E2-682F-D548-78515265E5C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562265" y="3663375"/>
                <a:ext cx="8280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155CBEAF-8A23-CC09-8043-BBA98D8B3A42}"/>
                  </a:ext>
                </a:extLst>
              </p14:cNvPr>
              <p14:cNvContentPartPr/>
              <p14:nvPr/>
            </p14:nvContentPartPr>
            <p14:xfrm>
              <a:off x="7549305" y="3654735"/>
              <a:ext cx="447840" cy="2667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155CBEAF-8A23-CC09-8043-BBA98D8B3A42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540665" y="3646095"/>
                <a:ext cx="46548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F2F0C5F4-5C2C-6172-B2F3-8FBA38733EFB}"/>
                  </a:ext>
                </a:extLst>
              </p14:cNvPr>
              <p14:cNvContentPartPr/>
              <p14:nvPr/>
            </p14:nvContentPartPr>
            <p14:xfrm>
              <a:off x="8118465" y="3706215"/>
              <a:ext cx="172080" cy="15480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F2F0C5F4-5C2C-6172-B2F3-8FBA38733EFB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109465" y="3697575"/>
                <a:ext cx="18972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0F025328-1BC7-5C4C-B5A7-D236BD129631}"/>
                  </a:ext>
                </a:extLst>
              </p14:cNvPr>
              <p14:cNvContentPartPr/>
              <p14:nvPr/>
            </p14:nvContentPartPr>
            <p14:xfrm>
              <a:off x="8410785" y="3625935"/>
              <a:ext cx="33480" cy="939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0F025328-1BC7-5C4C-B5A7-D236BD129631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401785" y="3617295"/>
                <a:ext cx="5112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092AC0C0-C036-C1A4-C5D9-4A8971F104FF}"/>
                  </a:ext>
                </a:extLst>
              </p14:cNvPr>
              <p14:cNvContentPartPr/>
              <p14:nvPr/>
            </p14:nvContentPartPr>
            <p14:xfrm>
              <a:off x="8294505" y="3567615"/>
              <a:ext cx="477360" cy="18864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092AC0C0-C036-C1A4-C5D9-4A8971F104F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285865" y="3558615"/>
                <a:ext cx="49500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FC587449-4BC6-BEB0-4483-CAF41B15D5B4}"/>
                  </a:ext>
                </a:extLst>
              </p14:cNvPr>
              <p14:cNvContentPartPr/>
              <p14:nvPr/>
            </p14:nvContentPartPr>
            <p14:xfrm>
              <a:off x="8824785" y="3634215"/>
              <a:ext cx="16200" cy="4572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FC587449-4BC6-BEB0-4483-CAF41B15D5B4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816145" y="3625575"/>
                <a:ext cx="3384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D3955508-A7FB-4184-82B1-2818CCBE19D7}"/>
                  </a:ext>
                </a:extLst>
              </p14:cNvPr>
              <p14:cNvContentPartPr/>
              <p14:nvPr/>
            </p14:nvContentPartPr>
            <p14:xfrm>
              <a:off x="7548945" y="3362055"/>
              <a:ext cx="1180440" cy="85428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D3955508-A7FB-4184-82B1-2818CCBE19D7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540305" y="3353415"/>
                <a:ext cx="1198080" cy="87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860EBBBB-F3FA-F74A-FEF1-2E877F99DD69}"/>
                  </a:ext>
                </a:extLst>
              </p14:cNvPr>
              <p14:cNvContentPartPr/>
              <p14:nvPr/>
            </p14:nvContentPartPr>
            <p14:xfrm>
              <a:off x="7382625" y="4229295"/>
              <a:ext cx="196920" cy="55944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860EBBBB-F3FA-F74A-FEF1-2E877F99DD69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373625" y="4220655"/>
                <a:ext cx="214560" cy="57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7AFC0D72-6429-D515-F6BF-BA4BC0DBBFFE}"/>
                  </a:ext>
                </a:extLst>
              </p14:cNvPr>
              <p14:cNvContentPartPr/>
              <p14:nvPr/>
            </p14:nvContentPartPr>
            <p14:xfrm>
              <a:off x="7834425" y="4267095"/>
              <a:ext cx="78840" cy="36360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7AFC0D72-6429-D515-F6BF-BA4BC0DBBFF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825425" y="4258095"/>
                <a:ext cx="96480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09832C52-590F-CFF7-3D9A-BDF347468B8C}"/>
                  </a:ext>
                </a:extLst>
              </p14:cNvPr>
              <p14:cNvContentPartPr/>
              <p14:nvPr/>
            </p14:nvContentPartPr>
            <p14:xfrm>
              <a:off x="7583505" y="4141095"/>
              <a:ext cx="765000" cy="38016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09832C52-590F-CFF7-3D9A-BDF347468B8C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7574865" y="4132455"/>
                <a:ext cx="782640" cy="3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A4ED4C13-42DC-2D29-7A96-5C9F139A94F9}"/>
                  </a:ext>
                </a:extLst>
              </p14:cNvPr>
              <p14:cNvContentPartPr/>
              <p14:nvPr/>
            </p14:nvContentPartPr>
            <p14:xfrm>
              <a:off x="8284425" y="4166295"/>
              <a:ext cx="416160" cy="31104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A4ED4C13-42DC-2D29-7A96-5C9F139A94F9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275425" y="4157295"/>
                <a:ext cx="43380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959D4871-3A16-6735-E892-DF2A7F9DE37A}"/>
                  </a:ext>
                </a:extLst>
              </p14:cNvPr>
              <p14:cNvContentPartPr/>
              <p14:nvPr/>
            </p14:nvContentPartPr>
            <p14:xfrm>
              <a:off x="8856825" y="4205175"/>
              <a:ext cx="15120" cy="1368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959D4871-3A16-6735-E892-DF2A7F9DE37A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848185" y="4196535"/>
                <a:ext cx="3276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E9EBAD91-4956-8964-ECAE-0572F78CE316}"/>
                  </a:ext>
                </a:extLst>
              </p14:cNvPr>
              <p14:cNvContentPartPr/>
              <p14:nvPr/>
            </p14:nvContentPartPr>
            <p14:xfrm>
              <a:off x="7419345" y="4963335"/>
              <a:ext cx="73080" cy="42624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E9EBAD91-4956-8964-ECAE-0572F78CE316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410705" y="4954695"/>
                <a:ext cx="90720" cy="4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7F5CD434-CE76-4149-B50C-625AFFE79762}"/>
                  </a:ext>
                </a:extLst>
              </p14:cNvPr>
              <p14:cNvContentPartPr/>
              <p14:nvPr/>
            </p14:nvContentPartPr>
            <p14:xfrm>
              <a:off x="7353825" y="5000415"/>
              <a:ext cx="371160" cy="27720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7F5CD434-CE76-4149-B50C-625AFFE79762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345185" y="4991415"/>
                <a:ext cx="38880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EAFDE746-7E70-13F1-C4B9-7251EEF2138A}"/>
                  </a:ext>
                </a:extLst>
              </p14:cNvPr>
              <p14:cNvContentPartPr/>
              <p14:nvPr/>
            </p14:nvContentPartPr>
            <p14:xfrm>
              <a:off x="7828305" y="5054055"/>
              <a:ext cx="500400" cy="15768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EAFDE746-7E70-13F1-C4B9-7251EEF2138A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7819305" y="5045055"/>
                <a:ext cx="51804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A56FB3B2-C26E-2E38-9D15-A7D6B2A63A17}"/>
                  </a:ext>
                </a:extLst>
              </p14:cNvPr>
              <p14:cNvContentPartPr/>
              <p14:nvPr/>
            </p14:nvContentPartPr>
            <p14:xfrm>
              <a:off x="8599785" y="4534575"/>
              <a:ext cx="258840" cy="2613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A56FB3B2-C26E-2E38-9D15-A7D6B2A63A17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590785" y="4525575"/>
                <a:ext cx="27648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0D5D208A-B3EC-1B68-1DAF-AA662466B2AD}"/>
                  </a:ext>
                </a:extLst>
              </p14:cNvPr>
              <p14:cNvContentPartPr/>
              <p14:nvPr/>
            </p14:nvContentPartPr>
            <p14:xfrm>
              <a:off x="8910825" y="4525215"/>
              <a:ext cx="71280" cy="1368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0D5D208A-B3EC-1B68-1DAF-AA662466B2AD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8901825" y="4516215"/>
                <a:ext cx="8892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2A071617-C112-041C-7354-1CD455821B45}"/>
                  </a:ext>
                </a:extLst>
              </p14:cNvPr>
              <p14:cNvContentPartPr/>
              <p14:nvPr/>
            </p14:nvContentPartPr>
            <p14:xfrm>
              <a:off x="9103785" y="4568415"/>
              <a:ext cx="123840" cy="8280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2A071617-C112-041C-7354-1CD455821B45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9095145" y="4559415"/>
                <a:ext cx="14148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31B51FE5-8C7F-C75B-1E38-74145FE73E78}"/>
                  </a:ext>
                </a:extLst>
              </p14:cNvPr>
              <p14:cNvContentPartPr/>
              <p14:nvPr/>
            </p14:nvContentPartPr>
            <p14:xfrm>
              <a:off x="9288825" y="4505775"/>
              <a:ext cx="7200" cy="972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31B51FE5-8C7F-C75B-1E38-74145FE73E78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280185" y="4496775"/>
                <a:ext cx="2484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9547243C-6960-A5EF-6588-2114A6CAE0B4}"/>
                  </a:ext>
                </a:extLst>
              </p14:cNvPr>
              <p14:cNvContentPartPr/>
              <p14:nvPr/>
            </p14:nvContentPartPr>
            <p14:xfrm>
              <a:off x="9080025" y="4400655"/>
              <a:ext cx="183960" cy="5364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9547243C-6960-A5EF-6588-2114A6CAE0B4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071385" y="4392015"/>
                <a:ext cx="20160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AA745A9B-34F8-798A-9522-0BB38472E423}"/>
                  </a:ext>
                </a:extLst>
              </p14:cNvPr>
              <p14:cNvContentPartPr/>
              <p14:nvPr/>
            </p14:nvContentPartPr>
            <p14:xfrm>
              <a:off x="8444265" y="4261335"/>
              <a:ext cx="1022760" cy="77040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AA745A9B-34F8-798A-9522-0BB38472E423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8435625" y="4252695"/>
                <a:ext cx="1040400" cy="78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375F4A4C-264B-6CE7-0621-B719BC4EA917}"/>
                  </a:ext>
                </a:extLst>
              </p14:cNvPr>
              <p14:cNvContentPartPr/>
              <p14:nvPr/>
            </p14:nvContentPartPr>
            <p14:xfrm>
              <a:off x="9060585" y="3036615"/>
              <a:ext cx="511200" cy="35316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375F4A4C-264B-6CE7-0621-B719BC4EA917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9051585" y="3027975"/>
                <a:ext cx="52884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664A4F16-190C-0C30-7101-111FE1DF212E}"/>
                  </a:ext>
                </a:extLst>
              </p14:cNvPr>
              <p14:cNvContentPartPr/>
              <p14:nvPr/>
            </p14:nvContentPartPr>
            <p14:xfrm>
              <a:off x="9744945" y="3087015"/>
              <a:ext cx="8280" cy="540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664A4F16-190C-0C30-7101-111FE1DF212E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9736305" y="3078375"/>
                <a:ext cx="2592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C5EF1B21-9403-1F65-D575-9916663ADCF4}"/>
                  </a:ext>
                </a:extLst>
              </p14:cNvPr>
              <p14:cNvContentPartPr/>
              <p14:nvPr/>
            </p14:nvContentPartPr>
            <p14:xfrm>
              <a:off x="9587625" y="3031575"/>
              <a:ext cx="70920" cy="20412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C5EF1B21-9403-1F65-D575-9916663ADCF4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9578985" y="3022575"/>
                <a:ext cx="8856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9F69D0CC-DDA9-3448-7FA2-3F3F6D191AB2}"/>
                  </a:ext>
                </a:extLst>
              </p14:cNvPr>
              <p14:cNvContentPartPr/>
              <p14:nvPr/>
            </p14:nvContentPartPr>
            <p14:xfrm>
              <a:off x="9805425" y="2881095"/>
              <a:ext cx="12240" cy="26388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9F69D0CC-DDA9-3448-7FA2-3F3F6D191AB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796785" y="2872095"/>
                <a:ext cx="2988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A94E2487-B862-2DC6-4623-B2BE2FA61A4A}"/>
                  </a:ext>
                </a:extLst>
              </p14:cNvPr>
              <p14:cNvContentPartPr/>
              <p14:nvPr/>
            </p14:nvContentPartPr>
            <p14:xfrm>
              <a:off x="5309385" y="5362935"/>
              <a:ext cx="238320" cy="43020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A94E2487-B862-2DC6-4623-B2BE2FA61A4A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300745" y="5353935"/>
                <a:ext cx="25596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61E41F82-A6B1-A2E0-0A84-C4D4D71A9679}"/>
                  </a:ext>
                </a:extLst>
              </p14:cNvPr>
              <p14:cNvContentPartPr/>
              <p14:nvPr/>
            </p14:nvContentPartPr>
            <p14:xfrm>
              <a:off x="5375265" y="5348535"/>
              <a:ext cx="1004400" cy="2901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61E41F82-A6B1-A2E0-0A84-C4D4D71A9679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5366625" y="5339535"/>
                <a:ext cx="102204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FE3C8607-80C1-DACB-DC72-4A4641CF2B43}"/>
                  </a:ext>
                </a:extLst>
              </p14:cNvPr>
              <p14:cNvContentPartPr/>
              <p14:nvPr/>
            </p14:nvContentPartPr>
            <p14:xfrm>
              <a:off x="6334305" y="5276175"/>
              <a:ext cx="286200" cy="44928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FE3C8607-80C1-DACB-DC72-4A4641CF2B43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6325665" y="5267175"/>
                <a:ext cx="303840" cy="46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53A3F003-CBB5-EACA-CCD0-D2438AB17479}"/>
                  </a:ext>
                </a:extLst>
              </p14:cNvPr>
              <p14:cNvContentPartPr/>
              <p14:nvPr/>
            </p14:nvContentPartPr>
            <p14:xfrm>
              <a:off x="5495505" y="4634295"/>
              <a:ext cx="103320" cy="41364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53A3F003-CBB5-EACA-CCD0-D2438AB17479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5486505" y="4625655"/>
                <a:ext cx="120960" cy="43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07FC8998-03CA-D57F-B4D6-1706376204BE}"/>
                  </a:ext>
                </a:extLst>
              </p14:cNvPr>
              <p14:cNvContentPartPr/>
              <p14:nvPr/>
            </p14:nvContentPartPr>
            <p14:xfrm>
              <a:off x="5407305" y="4501455"/>
              <a:ext cx="814320" cy="27180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07FC8998-03CA-D57F-B4D6-1706376204BE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5398665" y="4492815"/>
                <a:ext cx="83196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E5E3876B-5012-4E13-238D-AACAB3D362C1}"/>
                  </a:ext>
                </a:extLst>
              </p14:cNvPr>
              <p14:cNvContentPartPr/>
              <p14:nvPr/>
            </p14:nvContentPartPr>
            <p14:xfrm>
              <a:off x="6435825" y="4212375"/>
              <a:ext cx="136800" cy="6732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E5E3876B-5012-4E13-238D-AACAB3D362C1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6426825" y="4203735"/>
                <a:ext cx="15444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AC43077C-AEAA-2776-C998-DCC7935E3B5B}"/>
                  </a:ext>
                </a:extLst>
              </p14:cNvPr>
              <p14:cNvContentPartPr/>
              <p14:nvPr/>
            </p14:nvContentPartPr>
            <p14:xfrm>
              <a:off x="6290745" y="3529455"/>
              <a:ext cx="31320" cy="27180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AC43077C-AEAA-2776-C998-DCC7935E3B5B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6281745" y="3520455"/>
                <a:ext cx="4896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668A0D8F-4C28-E28D-86F2-3BDD17C3C3E8}"/>
                  </a:ext>
                </a:extLst>
              </p14:cNvPr>
              <p14:cNvContentPartPr/>
              <p14:nvPr/>
            </p14:nvContentPartPr>
            <p14:xfrm>
              <a:off x="6109665" y="3398775"/>
              <a:ext cx="568080" cy="20196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668A0D8F-4C28-E28D-86F2-3BDD17C3C3E8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6101025" y="3389775"/>
                <a:ext cx="58572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1EA7890B-9A48-E095-DD27-A3F84521C8A7}"/>
                  </a:ext>
                </a:extLst>
              </p14:cNvPr>
              <p14:cNvContentPartPr/>
              <p14:nvPr/>
            </p14:nvContentPartPr>
            <p14:xfrm>
              <a:off x="6614385" y="3301935"/>
              <a:ext cx="490680" cy="24696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1EA7890B-9A48-E095-DD27-A3F84521C8A7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6605745" y="3293295"/>
                <a:ext cx="50832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7A3A5703-17B2-8B8A-0D53-683901BDF58B}"/>
                  </a:ext>
                </a:extLst>
              </p14:cNvPr>
              <p14:cNvContentPartPr/>
              <p14:nvPr/>
            </p14:nvContentPartPr>
            <p14:xfrm>
              <a:off x="4533225" y="3783615"/>
              <a:ext cx="347400" cy="9864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7A3A5703-17B2-8B8A-0D53-683901BDF58B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524585" y="3774615"/>
                <a:ext cx="365040" cy="11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E7A2172F-480B-F2BE-0C1B-4915E4DFC330}"/>
              </a:ext>
            </a:extLst>
          </p:cNvPr>
          <p:cNvGrpSpPr/>
          <p:nvPr/>
        </p:nvGrpSpPr>
        <p:grpSpPr>
          <a:xfrm>
            <a:off x="3951105" y="2760855"/>
            <a:ext cx="1229040" cy="813960"/>
            <a:chOff x="3951105" y="2760855"/>
            <a:chExt cx="1229040" cy="81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568FB8E-E45F-B663-9B80-58DEDD91BA7F}"/>
                    </a:ext>
                  </a:extLst>
                </p14:cNvPr>
                <p14:cNvContentPartPr/>
                <p14:nvPr/>
              </p14:nvContentPartPr>
              <p14:xfrm>
                <a:off x="3951105" y="3221655"/>
                <a:ext cx="18720" cy="100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568FB8E-E45F-B663-9B80-58DEDD91BA7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942465" y="3212655"/>
                  <a:ext cx="363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5BFE668-C39B-8E50-4F7C-A8C0FC7B6783}"/>
                    </a:ext>
                  </a:extLst>
                </p14:cNvPr>
                <p14:cNvContentPartPr/>
                <p14:nvPr/>
              </p14:nvContentPartPr>
              <p14:xfrm>
                <a:off x="4018065" y="2799015"/>
                <a:ext cx="779400" cy="476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5BFE668-C39B-8E50-4F7C-A8C0FC7B678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009065" y="2790015"/>
                  <a:ext cx="79704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A5EDE0F-E0F6-4F79-140D-3B7C65BB568C}"/>
                    </a:ext>
                  </a:extLst>
                </p14:cNvPr>
                <p14:cNvContentPartPr/>
                <p14:nvPr/>
              </p14:nvContentPartPr>
              <p14:xfrm>
                <a:off x="4657425" y="3114735"/>
                <a:ext cx="522720" cy="2102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A5EDE0F-E0F6-4F79-140D-3B7C65BB568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648785" y="3106095"/>
                  <a:ext cx="5403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EC84F71-A64C-4E36-2AD1-0E1DBCCC5B72}"/>
                    </a:ext>
                  </a:extLst>
                </p14:cNvPr>
                <p14:cNvContentPartPr/>
                <p14:nvPr/>
              </p14:nvContentPartPr>
              <p14:xfrm>
                <a:off x="4722585" y="2760855"/>
                <a:ext cx="15120" cy="313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EC84F71-A64C-4E36-2AD1-0E1DBCCC5B7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713945" y="2752215"/>
                  <a:ext cx="327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D42ACAA-C31E-91D6-7B32-4CC52CCAF9AC}"/>
                    </a:ext>
                  </a:extLst>
                </p14:cNvPr>
                <p14:cNvContentPartPr/>
                <p14:nvPr/>
              </p14:nvContentPartPr>
              <p14:xfrm>
                <a:off x="4637985" y="3051015"/>
                <a:ext cx="88200" cy="5238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D42ACAA-C31E-91D6-7B32-4CC52CCAF9A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629345" y="3042375"/>
                  <a:ext cx="105840" cy="54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A77F923A-3DB8-01AF-F1DB-0BC0865FE0FF}"/>
                  </a:ext>
                </a:extLst>
              </p14:cNvPr>
              <p14:cNvContentPartPr/>
              <p14:nvPr/>
            </p14:nvContentPartPr>
            <p14:xfrm>
              <a:off x="7304865" y="2405175"/>
              <a:ext cx="574200" cy="21924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A77F923A-3DB8-01AF-F1DB-0BC0865FE0FF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295865" y="2396175"/>
                <a:ext cx="59184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E3D381F5-AD42-6E1E-BFE2-18E97917575C}"/>
                  </a:ext>
                </a:extLst>
              </p14:cNvPr>
              <p14:cNvContentPartPr/>
              <p14:nvPr/>
            </p14:nvContentPartPr>
            <p14:xfrm>
              <a:off x="5719425" y="1060215"/>
              <a:ext cx="177120" cy="34452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E3D381F5-AD42-6E1E-BFE2-18E97917575C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5710425" y="1051215"/>
                <a:ext cx="19476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C75EE9C7-05A3-6ED9-DFA5-45E81F134994}"/>
                  </a:ext>
                </a:extLst>
              </p14:cNvPr>
              <p14:cNvContentPartPr/>
              <p14:nvPr/>
            </p14:nvContentPartPr>
            <p14:xfrm>
              <a:off x="5679465" y="1881375"/>
              <a:ext cx="38160" cy="3312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C75EE9C7-05A3-6ED9-DFA5-45E81F134994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5670465" y="1872735"/>
                <a:ext cx="55800" cy="5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6824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oup 99">
            <a:extLst>
              <a:ext uri="{FF2B5EF4-FFF2-40B4-BE49-F238E27FC236}">
                <a16:creationId xmlns:a16="http://schemas.microsoft.com/office/drawing/2014/main" id="{00846219-BBE8-8E95-0C4B-F124693869FC}"/>
              </a:ext>
            </a:extLst>
          </p:cNvPr>
          <p:cNvGrpSpPr/>
          <p:nvPr/>
        </p:nvGrpSpPr>
        <p:grpSpPr>
          <a:xfrm>
            <a:off x="280905" y="81735"/>
            <a:ext cx="11402280" cy="5913720"/>
            <a:chOff x="280905" y="81735"/>
            <a:chExt cx="11402280" cy="591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218F0BF-B8AC-065D-979F-B3BEEE003762}"/>
                    </a:ext>
                  </a:extLst>
                </p14:cNvPr>
                <p14:cNvContentPartPr/>
                <p14:nvPr/>
              </p14:nvContentPartPr>
              <p14:xfrm>
                <a:off x="2101065" y="213135"/>
                <a:ext cx="418320" cy="8136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218F0BF-B8AC-065D-979F-B3BEEE00376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92065" y="204495"/>
                  <a:ext cx="435960" cy="83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82EF5B1-1D9C-E007-F487-A6FB34FECD9F}"/>
                    </a:ext>
                  </a:extLst>
                </p14:cNvPr>
                <p14:cNvContentPartPr/>
                <p14:nvPr/>
              </p14:nvContentPartPr>
              <p14:xfrm>
                <a:off x="2073345" y="518415"/>
                <a:ext cx="705600" cy="79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82EF5B1-1D9C-E007-F487-A6FB34FECD9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64345" y="509415"/>
                  <a:ext cx="7232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C0DE6BD-0008-6AC6-BB5E-631045C30BEB}"/>
                    </a:ext>
                  </a:extLst>
                </p14:cNvPr>
                <p14:cNvContentPartPr/>
                <p14:nvPr/>
              </p14:nvContentPartPr>
              <p14:xfrm>
                <a:off x="2915025" y="330855"/>
                <a:ext cx="119880" cy="424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C0DE6BD-0008-6AC6-BB5E-631045C30BE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06025" y="322215"/>
                  <a:ext cx="13752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0223794-0909-335E-6074-DFE70BE28111}"/>
                    </a:ext>
                  </a:extLst>
                </p14:cNvPr>
                <p14:cNvContentPartPr/>
                <p14:nvPr/>
              </p14:nvContentPartPr>
              <p14:xfrm>
                <a:off x="2705145" y="233655"/>
                <a:ext cx="511200" cy="95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0223794-0909-335E-6074-DFE70BE2811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96505" y="224655"/>
                  <a:ext cx="5288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9CEC5EC-2C83-BC23-335F-E36E5DBF150D}"/>
                    </a:ext>
                  </a:extLst>
                </p14:cNvPr>
                <p14:cNvContentPartPr/>
                <p14:nvPr/>
              </p14:nvContentPartPr>
              <p14:xfrm>
                <a:off x="2682465" y="736575"/>
                <a:ext cx="492840" cy="142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9CEC5EC-2C83-BC23-335F-E36E5DBF150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73465" y="727575"/>
                  <a:ext cx="5104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51A6975-8CDB-2D23-84FD-1180F3141753}"/>
                    </a:ext>
                  </a:extLst>
                </p14:cNvPr>
                <p14:cNvContentPartPr/>
                <p14:nvPr/>
              </p14:nvContentPartPr>
              <p14:xfrm>
                <a:off x="1049145" y="1777335"/>
                <a:ext cx="40320" cy="384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51A6975-8CDB-2D23-84FD-1180F314175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40145" y="1768695"/>
                  <a:ext cx="5796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8F9C4AE-7C9D-5CCC-C6BC-3B518910C800}"/>
                    </a:ext>
                  </a:extLst>
                </p14:cNvPr>
                <p14:cNvContentPartPr/>
                <p14:nvPr/>
              </p14:nvContentPartPr>
              <p14:xfrm>
                <a:off x="1103865" y="1779495"/>
                <a:ext cx="118800" cy="376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8F9C4AE-7C9D-5CCC-C6BC-3B518910C80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95225" y="1770855"/>
                  <a:ext cx="13644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1026566-6D59-D454-EF7E-8E6FC088A784}"/>
                    </a:ext>
                  </a:extLst>
                </p14:cNvPr>
                <p14:cNvContentPartPr/>
                <p14:nvPr/>
              </p14:nvContentPartPr>
              <p14:xfrm>
                <a:off x="1244625" y="1769415"/>
                <a:ext cx="179640" cy="451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1026566-6D59-D454-EF7E-8E6FC088A78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35625" y="1760415"/>
                  <a:ext cx="19728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6F2386E-98B9-52C7-5E94-E7D6E98AA217}"/>
                    </a:ext>
                  </a:extLst>
                </p14:cNvPr>
                <p14:cNvContentPartPr/>
                <p14:nvPr/>
              </p14:nvContentPartPr>
              <p14:xfrm>
                <a:off x="1585545" y="1769415"/>
                <a:ext cx="488160" cy="3531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6F2386E-98B9-52C7-5E94-E7D6E98AA21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76545" y="1760415"/>
                  <a:ext cx="5058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7163B7B-2991-3CBE-4B1E-1A7A7986A3E9}"/>
                    </a:ext>
                  </a:extLst>
                </p14:cNvPr>
                <p14:cNvContentPartPr/>
                <p14:nvPr/>
              </p14:nvContentPartPr>
              <p14:xfrm>
                <a:off x="2213385" y="1715775"/>
                <a:ext cx="62640" cy="4046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7163B7B-2991-3CBE-4B1E-1A7A7986A3E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04385" y="1706775"/>
                  <a:ext cx="8028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42FEBFC-21E7-09B2-A497-62648E349973}"/>
                    </a:ext>
                  </a:extLst>
                </p14:cNvPr>
                <p14:cNvContentPartPr/>
                <p14:nvPr/>
              </p14:nvContentPartPr>
              <p14:xfrm>
                <a:off x="2253705" y="1635495"/>
                <a:ext cx="232920" cy="292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42FEBFC-21E7-09B2-A497-62648E34997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45065" y="1626495"/>
                  <a:ext cx="2505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FBA1D4E-B3AB-0B3F-5729-B622D1C89273}"/>
                    </a:ext>
                  </a:extLst>
                </p14:cNvPr>
                <p14:cNvContentPartPr/>
                <p14:nvPr/>
              </p14:nvContentPartPr>
              <p14:xfrm>
                <a:off x="2697225" y="1749615"/>
                <a:ext cx="109080" cy="280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FBA1D4E-B3AB-0B3F-5729-B622D1C8927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88585" y="1740975"/>
                  <a:ext cx="126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7837204-5E4D-C915-3525-782B01323B5D}"/>
                    </a:ext>
                  </a:extLst>
                </p14:cNvPr>
                <p14:cNvContentPartPr/>
                <p14:nvPr/>
              </p14:nvContentPartPr>
              <p14:xfrm>
                <a:off x="9865185" y="286935"/>
                <a:ext cx="302040" cy="414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7837204-5E4D-C915-3525-782B01323B5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856185" y="277935"/>
                  <a:ext cx="31968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0EA37DB-0BEB-50C1-AC02-B75CDFC1B219}"/>
                    </a:ext>
                  </a:extLst>
                </p14:cNvPr>
                <p14:cNvContentPartPr/>
                <p14:nvPr/>
              </p14:nvContentPartPr>
              <p14:xfrm>
                <a:off x="9913065" y="362895"/>
                <a:ext cx="655200" cy="195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0EA37DB-0BEB-50C1-AC02-B75CDFC1B21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904065" y="354255"/>
                  <a:ext cx="6728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77153A0-D714-725C-EBBB-23493A8BC5FB}"/>
                    </a:ext>
                  </a:extLst>
                </p14:cNvPr>
                <p14:cNvContentPartPr/>
                <p14:nvPr/>
              </p14:nvContentPartPr>
              <p14:xfrm>
                <a:off x="10470705" y="182895"/>
                <a:ext cx="266760" cy="90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77153A0-D714-725C-EBBB-23493A8BC5F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462065" y="174255"/>
                  <a:ext cx="2844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A1B3457-EA6F-9943-96B0-B5837308FA60}"/>
                    </a:ext>
                  </a:extLst>
                </p14:cNvPr>
                <p14:cNvContentPartPr/>
                <p14:nvPr/>
              </p14:nvContentPartPr>
              <p14:xfrm>
                <a:off x="10310865" y="621375"/>
                <a:ext cx="315720" cy="82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A1B3457-EA6F-9943-96B0-B5837308FA6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301865" y="612375"/>
                  <a:ext cx="3333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1C17A75-AE12-3AF6-E849-8A25C4302F0C}"/>
                    </a:ext>
                  </a:extLst>
                </p14:cNvPr>
                <p14:cNvContentPartPr/>
                <p14:nvPr/>
              </p14:nvContentPartPr>
              <p14:xfrm>
                <a:off x="10850145" y="304215"/>
                <a:ext cx="322920" cy="256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1C17A75-AE12-3AF6-E849-8A25C4302F0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841505" y="295215"/>
                  <a:ext cx="3405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9C407F4-49B7-043A-AD0E-6AE62CCB609D}"/>
                    </a:ext>
                  </a:extLst>
                </p14:cNvPr>
                <p14:cNvContentPartPr/>
                <p14:nvPr/>
              </p14:nvContentPartPr>
              <p14:xfrm>
                <a:off x="3905745" y="233295"/>
                <a:ext cx="429840" cy="555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9C407F4-49B7-043A-AD0E-6AE62CCB609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96745" y="224655"/>
                  <a:ext cx="44748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4430774-1234-7AA3-7195-765FDFAD95E9}"/>
                    </a:ext>
                  </a:extLst>
                </p14:cNvPr>
                <p14:cNvContentPartPr/>
                <p14:nvPr/>
              </p14:nvContentPartPr>
              <p14:xfrm>
                <a:off x="4176465" y="184335"/>
                <a:ext cx="220680" cy="53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4430774-1234-7AA3-7195-765FDFAD95E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67825" y="175695"/>
                  <a:ext cx="2383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774D025-45DB-0B36-55C4-518DB7C9EE35}"/>
                    </a:ext>
                  </a:extLst>
                </p14:cNvPr>
                <p14:cNvContentPartPr/>
                <p14:nvPr/>
              </p14:nvContentPartPr>
              <p14:xfrm>
                <a:off x="3930585" y="550095"/>
                <a:ext cx="268920" cy="81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774D025-45DB-0B36-55C4-518DB7C9EE3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921945" y="541455"/>
                  <a:ext cx="2865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7D077B8-629B-AC7B-34CA-5A5133CF7122}"/>
                    </a:ext>
                  </a:extLst>
                </p14:cNvPr>
                <p14:cNvContentPartPr/>
                <p14:nvPr/>
              </p14:nvContentPartPr>
              <p14:xfrm>
                <a:off x="4409745" y="389175"/>
                <a:ext cx="806040" cy="686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7D077B8-629B-AC7B-34CA-5A5133CF712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400745" y="380175"/>
                  <a:ext cx="823680" cy="70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33A22CA-46ED-D9BE-1B08-C31FBBC4BCD4}"/>
                    </a:ext>
                  </a:extLst>
                </p14:cNvPr>
                <p14:cNvContentPartPr/>
                <p14:nvPr/>
              </p14:nvContentPartPr>
              <p14:xfrm>
                <a:off x="5334225" y="195495"/>
                <a:ext cx="47160" cy="32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33A22CA-46ED-D9BE-1B08-C31FBBC4BCD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25225" y="186495"/>
                  <a:ext cx="648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7AC45CA-E0E1-E4C8-9700-0E363CBF205F}"/>
                    </a:ext>
                  </a:extLst>
                </p14:cNvPr>
                <p14:cNvContentPartPr/>
                <p14:nvPr/>
              </p14:nvContentPartPr>
              <p14:xfrm>
                <a:off x="5293185" y="421575"/>
                <a:ext cx="235440" cy="159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7AC45CA-E0E1-E4C8-9700-0E363CBF205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84185" y="412935"/>
                  <a:ext cx="2530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1A30F66-D520-CD52-AA4E-BE518A502C19}"/>
                    </a:ext>
                  </a:extLst>
                </p14:cNvPr>
                <p14:cNvContentPartPr/>
                <p14:nvPr/>
              </p14:nvContentPartPr>
              <p14:xfrm>
                <a:off x="5626905" y="398895"/>
                <a:ext cx="214200" cy="191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1A30F66-D520-CD52-AA4E-BE518A502C1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17905" y="390255"/>
                  <a:ext cx="2318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ED172AA-B0AF-EAD4-880E-C89CB0C56FA0}"/>
                    </a:ext>
                  </a:extLst>
                </p14:cNvPr>
                <p14:cNvContentPartPr/>
                <p14:nvPr/>
              </p14:nvContentPartPr>
              <p14:xfrm>
                <a:off x="5957025" y="358575"/>
                <a:ext cx="217440" cy="171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ED172AA-B0AF-EAD4-880E-C89CB0C56FA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48385" y="349935"/>
                  <a:ext cx="2350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4D881AD-63F0-F4B5-AD3E-BDBCDFC6D922}"/>
                    </a:ext>
                  </a:extLst>
                </p14:cNvPr>
                <p14:cNvContentPartPr/>
                <p14:nvPr/>
              </p14:nvContentPartPr>
              <p14:xfrm>
                <a:off x="6254025" y="318975"/>
                <a:ext cx="493200" cy="272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4D881AD-63F0-F4B5-AD3E-BDBCDFC6D92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245385" y="309975"/>
                  <a:ext cx="5108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FF294DF-EB09-3DF7-66BF-F817D1C53535}"/>
                    </a:ext>
                  </a:extLst>
                </p14:cNvPr>
                <p14:cNvContentPartPr/>
                <p14:nvPr/>
              </p14:nvContentPartPr>
              <p14:xfrm>
                <a:off x="7168065" y="122415"/>
                <a:ext cx="520920" cy="821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FF294DF-EB09-3DF7-66BF-F817D1C5353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159425" y="113415"/>
                  <a:ext cx="538560" cy="83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17688EA-3DA4-20D6-A55D-1E3B6F02AD4F}"/>
                    </a:ext>
                  </a:extLst>
                </p14:cNvPr>
                <p14:cNvContentPartPr/>
                <p14:nvPr/>
              </p14:nvContentPartPr>
              <p14:xfrm>
                <a:off x="7915065" y="81735"/>
                <a:ext cx="447840" cy="574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17688EA-3DA4-20D6-A55D-1E3B6F02AD4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06425" y="72735"/>
                  <a:ext cx="465480" cy="59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6757379-A521-8C0A-6D7A-BB94775AA8C5}"/>
                    </a:ext>
                  </a:extLst>
                </p14:cNvPr>
                <p14:cNvContentPartPr/>
                <p14:nvPr/>
              </p14:nvContentPartPr>
              <p14:xfrm>
                <a:off x="8487465" y="410415"/>
                <a:ext cx="566280" cy="186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6757379-A521-8C0A-6D7A-BB94775AA8C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478825" y="401415"/>
                  <a:ext cx="5839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E21E8D5-DEA2-4AD2-55F2-48B81E373833}"/>
                    </a:ext>
                  </a:extLst>
                </p14:cNvPr>
                <p14:cNvContentPartPr/>
                <p14:nvPr/>
              </p14:nvContentPartPr>
              <p14:xfrm>
                <a:off x="4847865" y="848175"/>
                <a:ext cx="443160" cy="3080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E21E8D5-DEA2-4AD2-55F2-48B81E37383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838865" y="839175"/>
                  <a:ext cx="460800" cy="30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9E5DDE2-1547-731C-B4EA-871DB0DB9B0A}"/>
                    </a:ext>
                  </a:extLst>
                </p14:cNvPr>
                <p14:cNvContentPartPr/>
                <p14:nvPr/>
              </p14:nvContentPartPr>
              <p14:xfrm>
                <a:off x="4442505" y="3830775"/>
                <a:ext cx="717120" cy="82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9E5DDE2-1547-731C-B4EA-871DB0DB9B0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433865" y="3821775"/>
                  <a:ext cx="734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B734BB6-BFC1-5593-F995-8A27B1907F32}"/>
                    </a:ext>
                  </a:extLst>
                </p14:cNvPr>
                <p14:cNvContentPartPr/>
                <p14:nvPr/>
              </p14:nvContentPartPr>
              <p14:xfrm>
                <a:off x="5116065" y="3683895"/>
                <a:ext cx="456480" cy="297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B734BB6-BFC1-5593-F995-8A27B1907F3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107065" y="3675255"/>
                  <a:ext cx="47412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8BFE64B-A554-0570-B6FD-DB19763B8FAF}"/>
                    </a:ext>
                  </a:extLst>
                </p14:cNvPr>
                <p14:cNvContentPartPr/>
                <p14:nvPr/>
              </p14:nvContentPartPr>
              <p14:xfrm>
                <a:off x="5034345" y="1464855"/>
                <a:ext cx="795240" cy="86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8BFE64B-A554-0570-B6FD-DB19763B8FA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25705" y="1455855"/>
                  <a:ext cx="8128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8EDBECA-FAA5-35D0-4615-AC91807A2011}"/>
                    </a:ext>
                  </a:extLst>
                </p14:cNvPr>
                <p14:cNvContentPartPr/>
                <p14:nvPr/>
              </p14:nvContentPartPr>
              <p14:xfrm>
                <a:off x="5724105" y="1240935"/>
                <a:ext cx="297000" cy="5317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8EDBECA-FAA5-35D0-4615-AC91807A201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715105" y="1231935"/>
                  <a:ext cx="314640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97E884A-85B4-78A4-7750-5A4F324D80F2}"/>
                    </a:ext>
                  </a:extLst>
                </p14:cNvPr>
                <p14:cNvContentPartPr/>
                <p14:nvPr/>
              </p14:nvContentPartPr>
              <p14:xfrm>
                <a:off x="6241785" y="1307535"/>
                <a:ext cx="506520" cy="498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97E884A-85B4-78A4-7750-5A4F324D80F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32785" y="1298895"/>
                  <a:ext cx="52416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BFE4981-FF57-4DFF-8EEB-0051E2E005BF}"/>
                    </a:ext>
                  </a:extLst>
                </p14:cNvPr>
                <p14:cNvContentPartPr/>
                <p14:nvPr/>
              </p14:nvContentPartPr>
              <p14:xfrm>
                <a:off x="6836505" y="1285935"/>
                <a:ext cx="426240" cy="438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BFE4981-FF57-4DFF-8EEB-0051E2E005B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827865" y="1276935"/>
                  <a:ext cx="44388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AE16EF1-CF07-66A4-3482-08F95AA28F05}"/>
                    </a:ext>
                  </a:extLst>
                </p14:cNvPr>
                <p14:cNvContentPartPr/>
                <p14:nvPr/>
              </p14:nvContentPartPr>
              <p14:xfrm>
                <a:off x="8074905" y="1312575"/>
                <a:ext cx="384840" cy="406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AE16EF1-CF07-66A4-3482-08F95AA28F0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065905" y="1303575"/>
                  <a:ext cx="40248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3FA6E2F-0D4D-02B7-364F-9A19327FE9C9}"/>
                    </a:ext>
                  </a:extLst>
                </p14:cNvPr>
                <p14:cNvContentPartPr/>
                <p14:nvPr/>
              </p14:nvContentPartPr>
              <p14:xfrm>
                <a:off x="8308185" y="1113855"/>
                <a:ext cx="216360" cy="113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3FA6E2F-0D4D-02B7-364F-9A19327FE9C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299545" y="1105215"/>
                  <a:ext cx="2340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AA354B5-5396-2C16-0367-737A5520C591}"/>
                    </a:ext>
                  </a:extLst>
                </p14:cNvPr>
                <p14:cNvContentPartPr/>
                <p14:nvPr/>
              </p14:nvContentPartPr>
              <p14:xfrm>
                <a:off x="8197665" y="1331655"/>
                <a:ext cx="987840" cy="3967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AA354B5-5396-2C16-0367-737A5520C59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189025" y="1323015"/>
                  <a:ext cx="100548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53D0BE1-C3E1-FC30-5C26-7D60A4573374}"/>
                    </a:ext>
                  </a:extLst>
                </p14:cNvPr>
                <p14:cNvContentPartPr/>
                <p14:nvPr/>
              </p14:nvContentPartPr>
              <p14:xfrm>
                <a:off x="9566745" y="1340295"/>
                <a:ext cx="20880" cy="20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53D0BE1-C3E1-FC30-5C26-7D60A457337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557745" y="1331295"/>
                  <a:ext cx="38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4214EEA-B48C-AF57-D065-3624FD9997DD}"/>
                    </a:ext>
                  </a:extLst>
                </p14:cNvPr>
                <p14:cNvContentPartPr/>
                <p14:nvPr/>
              </p14:nvContentPartPr>
              <p14:xfrm>
                <a:off x="5047305" y="2322735"/>
                <a:ext cx="945720" cy="157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4214EEA-B48C-AF57-D065-3624FD9997D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38665" y="2313735"/>
                  <a:ext cx="9633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2807198-7EEC-7610-B33C-97529853C705}"/>
                    </a:ext>
                  </a:extLst>
                </p14:cNvPr>
                <p14:cNvContentPartPr/>
                <p14:nvPr/>
              </p14:nvContentPartPr>
              <p14:xfrm>
                <a:off x="5880705" y="2043015"/>
                <a:ext cx="289800" cy="590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2807198-7EEC-7610-B33C-97529853C70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871705" y="2034015"/>
                  <a:ext cx="30744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4DD602F-79C3-5AC4-08E3-170908303DBC}"/>
                    </a:ext>
                  </a:extLst>
                </p14:cNvPr>
                <p14:cNvContentPartPr/>
                <p14:nvPr/>
              </p14:nvContentPartPr>
              <p14:xfrm>
                <a:off x="6593865" y="2206455"/>
                <a:ext cx="481680" cy="321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4DD602F-79C3-5AC4-08E3-170908303DB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585225" y="2197815"/>
                  <a:ext cx="4993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7501B66-87E7-F1F1-837F-C93A958ABD2E}"/>
                    </a:ext>
                  </a:extLst>
                </p14:cNvPr>
                <p14:cNvContentPartPr/>
                <p14:nvPr/>
              </p14:nvContentPartPr>
              <p14:xfrm>
                <a:off x="7118025" y="2189895"/>
                <a:ext cx="436320" cy="388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7501B66-87E7-F1F1-837F-C93A958ABD2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109025" y="2181255"/>
                  <a:ext cx="45396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9D78E75-A3DE-E18B-3B59-A0956F586497}"/>
                    </a:ext>
                  </a:extLst>
                </p14:cNvPr>
                <p14:cNvContentPartPr/>
                <p14:nvPr/>
              </p14:nvContentPartPr>
              <p14:xfrm>
                <a:off x="8337345" y="2241375"/>
                <a:ext cx="263880" cy="379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9D78E75-A3DE-E18B-3B59-A0956F58649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328705" y="2232735"/>
                  <a:ext cx="28152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A021C00-2363-309E-A9DC-CDF372BC4DDA}"/>
                    </a:ext>
                  </a:extLst>
                </p14:cNvPr>
                <p14:cNvContentPartPr/>
                <p14:nvPr/>
              </p14:nvContentPartPr>
              <p14:xfrm>
                <a:off x="8411145" y="2082615"/>
                <a:ext cx="279360" cy="88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A021C00-2363-309E-A9DC-CDF372BC4DD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02505" y="2073615"/>
                  <a:ext cx="2970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9D7F32D-5D43-CBBB-9615-3B2A20476F4C}"/>
                    </a:ext>
                  </a:extLst>
                </p14:cNvPr>
                <p14:cNvContentPartPr/>
                <p14:nvPr/>
              </p14:nvContentPartPr>
              <p14:xfrm>
                <a:off x="8503665" y="2317695"/>
                <a:ext cx="713520" cy="76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9D7F32D-5D43-CBBB-9615-3B2A20476F4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495025" y="2309055"/>
                  <a:ext cx="7311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C21147F-9824-B201-9885-6DC86296F4A1}"/>
                    </a:ext>
                  </a:extLst>
                </p14:cNvPr>
                <p14:cNvContentPartPr/>
                <p14:nvPr/>
              </p14:nvContentPartPr>
              <p14:xfrm>
                <a:off x="4993665" y="1823775"/>
                <a:ext cx="15120" cy="18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C21147F-9824-B201-9885-6DC86296F4A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984665" y="1815135"/>
                  <a:ext cx="327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0503D98-C8D1-3B5A-1FB3-1871D128CB07}"/>
                    </a:ext>
                  </a:extLst>
                </p14:cNvPr>
                <p14:cNvContentPartPr/>
                <p14:nvPr/>
              </p14:nvContentPartPr>
              <p14:xfrm>
                <a:off x="4984305" y="1877415"/>
                <a:ext cx="9360" cy="115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0503D98-C8D1-3B5A-1FB3-1871D128CB0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975665" y="1868415"/>
                  <a:ext cx="27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14C7CB5-5CA3-2E08-66D6-82EDDF46BD4F}"/>
                    </a:ext>
                  </a:extLst>
                </p14:cNvPr>
                <p14:cNvContentPartPr/>
                <p14:nvPr/>
              </p14:nvContentPartPr>
              <p14:xfrm>
                <a:off x="3993585" y="1902255"/>
                <a:ext cx="1029240" cy="54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14C7CB5-5CA3-2E08-66D6-82EDDF46BD4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984585" y="1893255"/>
                  <a:ext cx="10468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9E01545-9C3F-B6A5-3D97-47E4684BEC3E}"/>
                    </a:ext>
                  </a:extLst>
                </p14:cNvPr>
                <p14:cNvContentPartPr/>
                <p14:nvPr/>
              </p14:nvContentPartPr>
              <p14:xfrm>
                <a:off x="3849585" y="1666095"/>
                <a:ext cx="697680" cy="282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9E01545-9C3F-B6A5-3D97-47E4684BEC3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840585" y="1657095"/>
                  <a:ext cx="7153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A859E3A-9840-78D1-1C26-8FECC923799E}"/>
                    </a:ext>
                  </a:extLst>
                </p14:cNvPr>
                <p14:cNvContentPartPr/>
                <p14:nvPr/>
              </p14:nvContentPartPr>
              <p14:xfrm>
                <a:off x="3813945" y="1933935"/>
                <a:ext cx="373320" cy="283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A859E3A-9840-78D1-1C26-8FECC923799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804945" y="1924935"/>
                  <a:ext cx="3909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EB3D204-FF67-4226-5C80-52615A964A14}"/>
                    </a:ext>
                  </a:extLst>
                </p14:cNvPr>
                <p14:cNvContentPartPr/>
                <p14:nvPr/>
              </p14:nvContentPartPr>
              <p14:xfrm>
                <a:off x="4902225" y="3350535"/>
                <a:ext cx="2893320" cy="2916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EB3D204-FF67-4226-5C80-52615A964A1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893225" y="3341535"/>
                  <a:ext cx="29109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C224E19-B35B-C89C-9A39-E085F309D1CF}"/>
                    </a:ext>
                  </a:extLst>
                </p14:cNvPr>
                <p14:cNvContentPartPr/>
                <p14:nvPr/>
              </p14:nvContentPartPr>
              <p14:xfrm>
                <a:off x="7316025" y="3102855"/>
                <a:ext cx="541440" cy="8096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C224E19-B35B-C89C-9A39-E085F309D1C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307385" y="3094215"/>
                  <a:ext cx="559080" cy="82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ECC7A5E-6780-A6B8-49A8-9809179F08BA}"/>
                    </a:ext>
                  </a:extLst>
                </p14:cNvPr>
                <p14:cNvContentPartPr/>
                <p14:nvPr/>
              </p14:nvContentPartPr>
              <p14:xfrm>
                <a:off x="8831625" y="3281415"/>
                <a:ext cx="123120" cy="573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ECC7A5E-6780-A6B8-49A8-9809179F08B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822985" y="3272775"/>
                  <a:ext cx="14076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81E396E-365D-D389-AC45-FFE8D93F8BD3}"/>
                    </a:ext>
                  </a:extLst>
                </p14:cNvPr>
                <p14:cNvContentPartPr/>
                <p14:nvPr/>
              </p14:nvContentPartPr>
              <p14:xfrm>
                <a:off x="8771145" y="3161175"/>
                <a:ext cx="719280" cy="901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81E396E-365D-D389-AC45-FFE8D93F8BD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62505" y="3152175"/>
                  <a:ext cx="736920" cy="9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5DBB3CF-D408-5620-4FC7-54EFB34582EA}"/>
                    </a:ext>
                  </a:extLst>
                </p14:cNvPr>
                <p14:cNvContentPartPr/>
                <p14:nvPr/>
              </p14:nvContentPartPr>
              <p14:xfrm>
                <a:off x="9515625" y="3339015"/>
                <a:ext cx="1057320" cy="397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5DBB3CF-D408-5620-4FC7-54EFB34582E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506625" y="3330375"/>
                  <a:ext cx="107496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68930A1-DC87-EC9B-39C3-C740E3EF2B2F}"/>
                    </a:ext>
                  </a:extLst>
                </p14:cNvPr>
                <p14:cNvContentPartPr/>
                <p14:nvPr/>
              </p14:nvContentPartPr>
              <p14:xfrm>
                <a:off x="11021865" y="3193575"/>
                <a:ext cx="661320" cy="5396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68930A1-DC87-EC9B-39C3-C740E3EF2B2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012865" y="3184935"/>
                  <a:ext cx="67896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D0AB2CB-FC45-3023-20DF-8D735CC0B5C5}"/>
                    </a:ext>
                  </a:extLst>
                </p14:cNvPr>
                <p14:cNvContentPartPr/>
                <p14:nvPr/>
              </p14:nvContentPartPr>
              <p14:xfrm>
                <a:off x="11641425" y="3460335"/>
                <a:ext cx="14040" cy="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D0AB2CB-FC45-3023-20DF-8D735CC0B5C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632425" y="3451695"/>
                  <a:ext cx="31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2C119A3-4AA0-CCDF-7FAF-3E499DA0DB6C}"/>
                    </a:ext>
                  </a:extLst>
                </p14:cNvPr>
                <p14:cNvContentPartPr/>
                <p14:nvPr/>
              </p14:nvContentPartPr>
              <p14:xfrm>
                <a:off x="4402905" y="4361415"/>
                <a:ext cx="149760" cy="620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2C119A3-4AA0-CCDF-7FAF-3E499DA0DB6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394265" y="4352775"/>
                  <a:ext cx="167400" cy="63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3E56BE2-F756-96BE-5A55-BE2F2A7E0957}"/>
                    </a:ext>
                  </a:extLst>
                </p14:cNvPr>
                <p14:cNvContentPartPr/>
                <p14:nvPr/>
              </p14:nvContentPartPr>
              <p14:xfrm>
                <a:off x="4458705" y="4308135"/>
                <a:ext cx="626400" cy="8902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3E56BE2-F756-96BE-5A55-BE2F2A7E095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449705" y="4299135"/>
                  <a:ext cx="644040" cy="90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A17D5E2-365B-0E3A-A0D5-02E1B3AB2B6C}"/>
                    </a:ext>
                  </a:extLst>
                </p14:cNvPr>
                <p14:cNvContentPartPr/>
                <p14:nvPr/>
              </p14:nvContentPartPr>
              <p14:xfrm>
                <a:off x="5194545" y="4538895"/>
                <a:ext cx="463320" cy="360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A17D5E2-365B-0E3A-A0D5-02E1B3AB2B6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185905" y="4529895"/>
                  <a:ext cx="48096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531DBBB-67B7-E058-EFF6-583ED2AB5660}"/>
                    </a:ext>
                  </a:extLst>
                </p14:cNvPr>
                <p14:cNvContentPartPr/>
                <p14:nvPr/>
              </p14:nvContentPartPr>
              <p14:xfrm>
                <a:off x="5799705" y="4484895"/>
                <a:ext cx="130320" cy="181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531DBBB-67B7-E058-EFF6-583ED2AB566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91065" y="4476255"/>
                  <a:ext cx="1479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4370C7C-749E-CECF-4547-48E67406B260}"/>
                    </a:ext>
                  </a:extLst>
                </p14:cNvPr>
                <p14:cNvContentPartPr/>
                <p14:nvPr/>
              </p14:nvContentPartPr>
              <p14:xfrm>
                <a:off x="5697465" y="4385895"/>
                <a:ext cx="640080" cy="2754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4370C7C-749E-CECF-4547-48E67406B26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688465" y="4377255"/>
                  <a:ext cx="6577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0E67B0E-1A42-5A63-0D65-5F6AF245009F}"/>
                    </a:ext>
                  </a:extLst>
                </p14:cNvPr>
                <p14:cNvContentPartPr/>
                <p14:nvPr/>
              </p14:nvContentPartPr>
              <p14:xfrm>
                <a:off x="6837225" y="4419375"/>
                <a:ext cx="513720" cy="530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0E67B0E-1A42-5A63-0D65-5F6AF245009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828585" y="4410735"/>
                  <a:ext cx="531360" cy="54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274F743-D4CE-E6C0-975B-706F59642974}"/>
                    </a:ext>
                  </a:extLst>
                </p14:cNvPr>
                <p14:cNvContentPartPr/>
                <p14:nvPr/>
              </p14:nvContentPartPr>
              <p14:xfrm>
                <a:off x="6913905" y="4344495"/>
                <a:ext cx="2352600" cy="7534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274F743-D4CE-E6C0-975B-706F5964297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904905" y="4335855"/>
                  <a:ext cx="2370240" cy="77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7BA5606-998A-26FE-468B-49EEA179E85F}"/>
                    </a:ext>
                  </a:extLst>
                </p14:cNvPr>
                <p14:cNvContentPartPr/>
                <p14:nvPr/>
              </p14:nvContentPartPr>
              <p14:xfrm>
                <a:off x="9107385" y="4531695"/>
                <a:ext cx="362880" cy="507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7BA5606-998A-26FE-468B-49EEA179E85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098385" y="4523055"/>
                  <a:ext cx="3805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2793765-20E2-55ED-4DDA-7C2EE92445C8}"/>
                    </a:ext>
                  </a:extLst>
                </p14:cNvPr>
                <p14:cNvContentPartPr/>
                <p14:nvPr/>
              </p14:nvContentPartPr>
              <p14:xfrm>
                <a:off x="750705" y="2128335"/>
                <a:ext cx="2012400" cy="3470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2793765-20E2-55ED-4DDA-7C2EE92445C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41705" y="2119335"/>
                  <a:ext cx="203004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1E29CE1-A671-9B4B-B0C8-2B3C84D02C54}"/>
                    </a:ext>
                  </a:extLst>
                </p14:cNvPr>
                <p14:cNvContentPartPr/>
                <p14:nvPr/>
              </p14:nvContentPartPr>
              <p14:xfrm>
                <a:off x="945105" y="2553135"/>
                <a:ext cx="109080" cy="3358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1E29CE1-A671-9B4B-B0C8-2B3C84D02C5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36105" y="2544135"/>
                  <a:ext cx="12672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F689786-BEC8-039E-FEE3-AC898DB3FF7D}"/>
                    </a:ext>
                  </a:extLst>
                </p14:cNvPr>
                <p14:cNvContentPartPr/>
                <p14:nvPr/>
              </p14:nvContentPartPr>
              <p14:xfrm>
                <a:off x="372345" y="3244335"/>
                <a:ext cx="39240" cy="443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F689786-BEC8-039E-FEE3-AC898DB3FF7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63705" y="3235695"/>
                  <a:ext cx="5688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8583C4E-CFFF-FF89-357E-52B47378B4F6}"/>
                    </a:ext>
                  </a:extLst>
                </p14:cNvPr>
                <p14:cNvContentPartPr/>
                <p14:nvPr/>
              </p14:nvContentPartPr>
              <p14:xfrm>
                <a:off x="428505" y="3095295"/>
                <a:ext cx="527760" cy="384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8583C4E-CFFF-FF89-357E-52B47378B4F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9505" y="3086295"/>
                  <a:ext cx="54540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ABF9C85-BFDA-EABA-2B76-085EEDF0AC40}"/>
                    </a:ext>
                  </a:extLst>
                </p14:cNvPr>
                <p14:cNvContentPartPr/>
                <p14:nvPr/>
              </p14:nvContentPartPr>
              <p14:xfrm>
                <a:off x="1028625" y="3237135"/>
                <a:ext cx="146520" cy="1951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ABF9C85-BFDA-EABA-2B76-085EEDF0AC4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19625" y="3228495"/>
                  <a:ext cx="1641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FBB6FAD-C9D3-481E-A034-8B9C7A37A660}"/>
                    </a:ext>
                  </a:extLst>
                </p14:cNvPr>
                <p14:cNvContentPartPr/>
                <p14:nvPr/>
              </p14:nvContentPartPr>
              <p14:xfrm>
                <a:off x="1355145" y="2956335"/>
                <a:ext cx="545400" cy="2858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FBB6FAD-C9D3-481E-A034-8B9C7A37A66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346505" y="2947695"/>
                  <a:ext cx="5630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CDAAA13-5BE8-8C2F-B6DA-FCC3FCC4F5A7}"/>
                    </a:ext>
                  </a:extLst>
                </p14:cNvPr>
                <p14:cNvContentPartPr/>
                <p14:nvPr/>
              </p14:nvContentPartPr>
              <p14:xfrm>
                <a:off x="2062905" y="2894775"/>
                <a:ext cx="187920" cy="3099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CDAAA13-5BE8-8C2F-B6DA-FCC3FCC4F5A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054265" y="2885775"/>
                  <a:ext cx="2055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3D955E3-2C37-E007-C922-73F7A6E589B3}"/>
                    </a:ext>
                  </a:extLst>
                </p14:cNvPr>
                <p14:cNvContentPartPr/>
                <p14:nvPr/>
              </p14:nvContentPartPr>
              <p14:xfrm>
                <a:off x="2271705" y="2529375"/>
                <a:ext cx="560160" cy="4647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3D955E3-2C37-E007-C922-73F7A6E589B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262705" y="2520375"/>
                  <a:ext cx="57780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D1D8B12-B137-2805-0302-6EDE8FDB1322}"/>
                    </a:ext>
                  </a:extLst>
                </p14:cNvPr>
                <p14:cNvContentPartPr/>
                <p14:nvPr/>
              </p14:nvContentPartPr>
              <p14:xfrm>
                <a:off x="762225" y="3840135"/>
                <a:ext cx="695520" cy="6152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D1D8B12-B137-2805-0302-6EDE8FDB132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53225" y="3831135"/>
                  <a:ext cx="713160" cy="63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957CB6D-F3EF-71EE-8A99-7FFBFC810567}"/>
                    </a:ext>
                  </a:extLst>
                </p14:cNvPr>
                <p14:cNvContentPartPr/>
                <p14:nvPr/>
              </p14:nvContentPartPr>
              <p14:xfrm>
                <a:off x="1602465" y="3384375"/>
                <a:ext cx="2199240" cy="15908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957CB6D-F3EF-71EE-8A99-7FFBFC81056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593465" y="3375375"/>
                  <a:ext cx="2216880" cy="160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3EEAB62-1AAF-77C2-87CD-F6296F3F966B}"/>
                    </a:ext>
                  </a:extLst>
                </p14:cNvPr>
                <p14:cNvContentPartPr/>
                <p14:nvPr/>
              </p14:nvContentPartPr>
              <p14:xfrm>
                <a:off x="280905" y="5279415"/>
                <a:ext cx="124920" cy="657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3EEAB62-1AAF-77C2-87CD-F6296F3F966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71905" y="5270415"/>
                  <a:ext cx="142560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48973BD-3AD7-3D24-968D-402873D5546F}"/>
                    </a:ext>
                  </a:extLst>
                </p14:cNvPr>
                <p14:cNvContentPartPr/>
                <p14:nvPr/>
              </p14:nvContentPartPr>
              <p14:xfrm>
                <a:off x="333465" y="5055135"/>
                <a:ext cx="353880" cy="4723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48973BD-3AD7-3D24-968D-402873D5546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24825" y="5046495"/>
                  <a:ext cx="37152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CDF8926-26C1-AA8A-39DB-B6ECC5B562A3}"/>
                    </a:ext>
                  </a:extLst>
                </p14:cNvPr>
                <p14:cNvContentPartPr/>
                <p14:nvPr/>
              </p14:nvContentPartPr>
              <p14:xfrm>
                <a:off x="678705" y="4946055"/>
                <a:ext cx="687960" cy="512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CDF8926-26C1-AA8A-39DB-B6ECC5B562A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69705" y="4937415"/>
                  <a:ext cx="70560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4C18804-7C4C-81E3-9096-73E14D70CB48}"/>
                    </a:ext>
                  </a:extLst>
                </p14:cNvPr>
                <p14:cNvContentPartPr/>
                <p14:nvPr/>
              </p14:nvContentPartPr>
              <p14:xfrm>
                <a:off x="1499865" y="4455015"/>
                <a:ext cx="1349640" cy="7268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4C18804-7C4C-81E3-9096-73E14D70CB4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491225" y="4446375"/>
                  <a:ext cx="1367280" cy="74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5986514-7A11-E294-3212-CCB91FA3AE96}"/>
                    </a:ext>
                  </a:extLst>
                </p14:cNvPr>
                <p14:cNvContentPartPr/>
                <p14:nvPr/>
              </p14:nvContentPartPr>
              <p14:xfrm>
                <a:off x="2857425" y="4364655"/>
                <a:ext cx="465480" cy="9259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5986514-7A11-E294-3212-CCB91FA3AE9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848425" y="4355655"/>
                  <a:ext cx="483120" cy="9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044E5AE-7B8E-E544-B377-60959103E7AB}"/>
                    </a:ext>
                  </a:extLst>
                </p14:cNvPr>
                <p14:cNvContentPartPr/>
                <p14:nvPr/>
              </p14:nvContentPartPr>
              <p14:xfrm>
                <a:off x="3592185" y="4345215"/>
                <a:ext cx="61920" cy="601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044E5AE-7B8E-E544-B377-60959103E7A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583545" y="4336215"/>
                  <a:ext cx="795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2052A05-E4C0-A7C7-4B68-B29EE9D5F3E3}"/>
                    </a:ext>
                  </a:extLst>
                </p14:cNvPr>
                <p14:cNvContentPartPr/>
                <p14:nvPr/>
              </p14:nvContentPartPr>
              <p14:xfrm>
                <a:off x="640545" y="5090055"/>
                <a:ext cx="3102840" cy="9054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2052A05-E4C0-A7C7-4B68-B29EE9D5F3E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31905" y="5081055"/>
                  <a:ext cx="3120480" cy="92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11856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6AE03D19-1D1A-E9C1-A3D5-2F43683A584D}"/>
              </a:ext>
            </a:extLst>
          </p:cNvPr>
          <p:cNvGrpSpPr/>
          <p:nvPr/>
        </p:nvGrpSpPr>
        <p:grpSpPr>
          <a:xfrm>
            <a:off x="1628745" y="216015"/>
            <a:ext cx="1885680" cy="1054800"/>
            <a:chOff x="1628745" y="216015"/>
            <a:chExt cx="1885680" cy="105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9379EE9-94F5-8460-C7F9-B64970AE61F4}"/>
                    </a:ext>
                  </a:extLst>
                </p14:cNvPr>
                <p14:cNvContentPartPr/>
                <p14:nvPr/>
              </p14:nvContentPartPr>
              <p14:xfrm>
                <a:off x="1820625" y="483495"/>
                <a:ext cx="112680" cy="545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9379EE9-94F5-8460-C7F9-B64970AE61F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11625" y="474855"/>
                  <a:ext cx="13032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16C055B-7511-8B63-5557-3C2E27C90BBD}"/>
                    </a:ext>
                  </a:extLst>
                </p14:cNvPr>
                <p14:cNvContentPartPr/>
                <p14:nvPr/>
              </p14:nvContentPartPr>
              <p14:xfrm>
                <a:off x="1628745" y="216015"/>
                <a:ext cx="648360" cy="10548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16C055B-7511-8B63-5557-3C2E27C90BB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19745" y="207015"/>
                  <a:ext cx="666000" cy="10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82A0898-4D22-2F3A-4FDE-4F3B7ADA9E12}"/>
                    </a:ext>
                  </a:extLst>
                </p14:cNvPr>
                <p14:cNvContentPartPr/>
                <p14:nvPr/>
              </p14:nvContentPartPr>
              <p14:xfrm>
                <a:off x="2495265" y="473415"/>
                <a:ext cx="635400" cy="494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82A0898-4D22-2F3A-4FDE-4F3B7ADA9E1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86625" y="464415"/>
                  <a:ext cx="65304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C7BBE8F-8300-FC7C-E62B-1EF38791D148}"/>
                    </a:ext>
                  </a:extLst>
                </p14:cNvPr>
                <p14:cNvContentPartPr/>
                <p14:nvPr/>
              </p14:nvContentPartPr>
              <p14:xfrm>
                <a:off x="2937345" y="574215"/>
                <a:ext cx="577080" cy="194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C7BBE8F-8300-FC7C-E62B-1EF38791D14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28345" y="565215"/>
                  <a:ext cx="594720" cy="21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8BC6019-9291-0F50-54E9-480DE47DC2B9}"/>
              </a:ext>
            </a:extLst>
          </p:cNvPr>
          <p:cNvGrpSpPr/>
          <p:nvPr/>
        </p:nvGrpSpPr>
        <p:grpSpPr>
          <a:xfrm>
            <a:off x="4349265" y="245895"/>
            <a:ext cx="6600960" cy="1789200"/>
            <a:chOff x="4349265" y="245895"/>
            <a:chExt cx="6600960" cy="178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203DD33-64A7-1C47-8A49-DA14231E929D}"/>
                    </a:ext>
                  </a:extLst>
                </p14:cNvPr>
                <p14:cNvContentPartPr/>
                <p14:nvPr/>
              </p14:nvContentPartPr>
              <p14:xfrm>
                <a:off x="4349265" y="444255"/>
                <a:ext cx="470880" cy="621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203DD33-64A7-1C47-8A49-DA14231E929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40625" y="435615"/>
                  <a:ext cx="488520" cy="63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B350C18-66DF-E079-7491-18C95BAA6FC5}"/>
                    </a:ext>
                  </a:extLst>
                </p14:cNvPr>
                <p14:cNvContentPartPr/>
                <p14:nvPr/>
              </p14:nvContentPartPr>
              <p14:xfrm>
                <a:off x="4466625" y="658455"/>
                <a:ext cx="1221120" cy="157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B350C18-66DF-E079-7491-18C95BAA6FC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57985" y="649455"/>
                  <a:ext cx="12387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E03E2E6-D5F7-3A10-CF97-3773E51D3BE4}"/>
                    </a:ext>
                  </a:extLst>
                </p14:cNvPr>
                <p14:cNvContentPartPr/>
                <p14:nvPr/>
              </p14:nvContentPartPr>
              <p14:xfrm>
                <a:off x="5896185" y="432015"/>
                <a:ext cx="835200" cy="684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E03E2E6-D5F7-3A10-CF97-3773E51D3BE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87185" y="423015"/>
                  <a:ext cx="852840" cy="70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80642C0-153C-FD79-C674-392D984FFDFF}"/>
                    </a:ext>
                  </a:extLst>
                </p14:cNvPr>
                <p14:cNvContentPartPr/>
                <p14:nvPr/>
              </p14:nvContentPartPr>
              <p14:xfrm>
                <a:off x="6948105" y="571695"/>
                <a:ext cx="36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80642C0-153C-FD79-C674-392D984FFDF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939465" y="56305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A6EA1AA-6C2E-8821-E600-405757CD3BFE}"/>
                    </a:ext>
                  </a:extLst>
                </p14:cNvPr>
                <p14:cNvContentPartPr/>
                <p14:nvPr/>
              </p14:nvContentPartPr>
              <p14:xfrm>
                <a:off x="7206585" y="245895"/>
                <a:ext cx="241560" cy="664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A6EA1AA-6C2E-8821-E600-405757CD3BF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97585" y="236895"/>
                  <a:ext cx="259200" cy="68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C9DAA66-205B-0FF3-DB0C-65CF8514C88A}"/>
                    </a:ext>
                  </a:extLst>
                </p14:cNvPr>
                <p14:cNvContentPartPr/>
                <p14:nvPr/>
              </p14:nvContentPartPr>
              <p14:xfrm>
                <a:off x="7016865" y="708495"/>
                <a:ext cx="294120" cy="11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C9DAA66-205B-0FF3-DB0C-65CF8514C88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007865" y="699855"/>
                  <a:ext cx="311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696B2DF-A48D-0A84-3B8B-82E9B0F7BE5E}"/>
                    </a:ext>
                  </a:extLst>
                </p14:cNvPr>
                <p14:cNvContentPartPr/>
                <p14:nvPr/>
              </p14:nvContentPartPr>
              <p14:xfrm>
                <a:off x="7765305" y="706695"/>
                <a:ext cx="59760" cy="20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696B2DF-A48D-0A84-3B8B-82E9B0F7BE5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756665" y="697695"/>
                  <a:ext cx="774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82ABA80-7A50-9657-38A5-ECF2A64BF5E9}"/>
                    </a:ext>
                  </a:extLst>
                </p14:cNvPr>
                <p14:cNvContentPartPr/>
                <p14:nvPr/>
              </p14:nvContentPartPr>
              <p14:xfrm>
                <a:off x="7725345" y="675375"/>
                <a:ext cx="378360" cy="344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82ABA80-7A50-9657-38A5-ECF2A64BF5E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716705" y="666735"/>
                  <a:ext cx="39600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EA2EB1F-F71A-6A47-25B5-93E0A4A375FA}"/>
                    </a:ext>
                  </a:extLst>
                </p14:cNvPr>
                <p14:cNvContentPartPr/>
                <p14:nvPr/>
              </p14:nvContentPartPr>
              <p14:xfrm>
                <a:off x="7658025" y="1524255"/>
                <a:ext cx="37080" cy="20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EA2EB1F-F71A-6A47-25B5-93E0A4A375F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649025" y="1515615"/>
                  <a:ext cx="547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CAAAE7E-0179-0278-9121-C7580B7D27C5}"/>
                    </a:ext>
                  </a:extLst>
                </p14:cNvPr>
                <p14:cNvContentPartPr/>
                <p14:nvPr/>
              </p14:nvContentPartPr>
              <p14:xfrm>
                <a:off x="8080665" y="506175"/>
                <a:ext cx="1232640" cy="1528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CAAAE7E-0179-0278-9121-C7580B7D27C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072025" y="497535"/>
                  <a:ext cx="1250280" cy="154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F216F9D-D49A-5226-75B0-9DC6DE7673EB}"/>
                    </a:ext>
                  </a:extLst>
                </p14:cNvPr>
                <p14:cNvContentPartPr/>
                <p14:nvPr/>
              </p14:nvContentPartPr>
              <p14:xfrm>
                <a:off x="8926665" y="1199535"/>
                <a:ext cx="311400" cy="456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F216F9D-D49A-5226-75B0-9DC6DE7673E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917665" y="1190535"/>
                  <a:ext cx="32904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688B73B-ADCB-A988-C790-0084D3A68A2B}"/>
                    </a:ext>
                  </a:extLst>
                </p14:cNvPr>
                <p14:cNvContentPartPr/>
                <p14:nvPr/>
              </p14:nvContentPartPr>
              <p14:xfrm>
                <a:off x="9002985" y="1023495"/>
                <a:ext cx="1137240" cy="678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688B73B-ADCB-A988-C790-0084D3A68A2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993985" y="1014495"/>
                  <a:ext cx="1154880" cy="69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479115F-E16B-CDFB-9ACD-FE53CA4558D9}"/>
                    </a:ext>
                  </a:extLst>
                </p14:cNvPr>
                <p14:cNvContentPartPr/>
                <p14:nvPr/>
              </p14:nvContentPartPr>
              <p14:xfrm>
                <a:off x="10326705" y="1299255"/>
                <a:ext cx="247320" cy="133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479115F-E16B-CDFB-9ACD-FE53CA4558D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318065" y="1290255"/>
                  <a:ext cx="2649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F38070F-D0B7-0986-93D4-6EA555BD1085}"/>
                    </a:ext>
                  </a:extLst>
                </p14:cNvPr>
                <p14:cNvContentPartPr/>
                <p14:nvPr/>
              </p14:nvContentPartPr>
              <p14:xfrm>
                <a:off x="9931425" y="1052295"/>
                <a:ext cx="416160" cy="643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F38070F-D0B7-0986-93D4-6EA555BD108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922425" y="1043295"/>
                  <a:ext cx="433800" cy="66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A3EF5F9-A8B3-3E6C-C42B-6B72F511D8A5}"/>
                    </a:ext>
                  </a:extLst>
                </p14:cNvPr>
                <p14:cNvContentPartPr/>
                <p14:nvPr/>
              </p14:nvContentPartPr>
              <p14:xfrm>
                <a:off x="9981465" y="1313655"/>
                <a:ext cx="417600" cy="122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A3EF5F9-A8B3-3E6C-C42B-6B72F511D8A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972825" y="1304655"/>
                  <a:ext cx="4352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0D6C923-4128-836E-8D89-AA96572E49E4}"/>
                    </a:ext>
                  </a:extLst>
                </p14:cNvPr>
                <p14:cNvContentPartPr/>
                <p14:nvPr/>
              </p14:nvContentPartPr>
              <p14:xfrm>
                <a:off x="10676265" y="1442175"/>
                <a:ext cx="273960" cy="151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0D6C923-4128-836E-8D89-AA96572E49E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667265" y="1433175"/>
                  <a:ext cx="29160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5536CB1-1D3C-00C3-0997-40AE2EEF3C04}"/>
              </a:ext>
            </a:extLst>
          </p:cNvPr>
          <p:cNvGrpSpPr/>
          <p:nvPr/>
        </p:nvGrpSpPr>
        <p:grpSpPr>
          <a:xfrm>
            <a:off x="2082345" y="1914135"/>
            <a:ext cx="1330920" cy="650880"/>
            <a:chOff x="2082345" y="1914135"/>
            <a:chExt cx="1330920" cy="65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1EB37F-C3C2-D9C9-334F-B771F7C296B1}"/>
                    </a:ext>
                  </a:extLst>
                </p14:cNvPr>
                <p14:cNvContentPartPr/>
                <p14:nvPr/>
              </p14:nvContentPartPr>
              <p14:xfrm>
                <a:off x="2082345" y="1948335"/>
                <a:ext cx="450720" cy="400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1EB37F-C3C2-D9C9-334F-B771F7C296B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073705" y="1939335"/>
                  <a:ext cx="46836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195C201-E98C-318E-78B0-2B356037317A}"/>
                    </a:ext>
                  </a:extLst>
                </p14:cNvPr>
                <p14:cNvContentPartPr/>
                <p14:nvPr/>
              </p14:nvContentPartPr>
              <p14:xfrm>
                <a:off x="2315625" y="2224815"/>
                <a:ext cx="280440" cy="76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195C201-E98C-318E-78B0-2B356037317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306625" y="2216175"/>
                  <a:ext cx="2980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E1854CC-52D3-87F0-780B-95E591042A68}"/>
                    </a:ext>
                  </a:extLst>
                </p14:cNvPr>
                <p14:cNvContentPartPr/>
                <p14:nvPr/>
              </p14:nvContentPartPr>
              <p14:xfrm>
                <a:off x="3081345" y="2131215"/>
                <a:ext cx="158040" cy="168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E1854CC-52D3-87F0-780B-95E591042A6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072705" y="2122575"/>
                  <a:ext cx="1756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CCDF052-953A-90C4-D2E2-B597CB8F82FA}"/>
                    </a:ext>
                  </a:extLst>
                </p14:cNvPr>
                <p14:cNvContentPartPr/>
                <p14:nvPr/>
              </p14:nvContentPartPr>
              <p14:xfrm>
                <a:off x="3170625" y="1914135"/>
                <a:ext cx="242640" cy="28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CCDF052-953A-90C4-D2E2-B597CB8F82F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161625" y="1905495"/>
                  <a:ext cx="2602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8043C88-AC79-6FE4-02F0-87AE0CC0B703}"/>
                    </a:ext>
                  </a:extLst>
                </p14:cNvPr>
                <p14:cNvContentPartPr/>
                <p14:nvPr/>
              </p14:nvContentPartPr>
              <p14:xfrm>
                <a:off x="2760225" y="2527575"/>
                <a:ext cx="265680" cy="37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8043C88-AC79-6FE4-02F0-87AE0CC0B70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751225" y="2518575"/>
                  <a:ext cx="28332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9E7EEC4-EDA7-DB18-C169-5480A6202462}"/>
              </a:ext>
            </a:extLst>
          </p:cNvPr>
          <p:cNvGrpSpPr/>
          <p:nvPr/>
        </p:nvGrpSpPr>
        <p:grpSpPr>
          <a:xfrm>
            <a:off x="670425" y="2697135"/>
            <a:ext cx="3323880" cy="1259280"/>
            <a:chOff x="670425" y="2697135"/>
            <a:chExt cx="3323880" cy="125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BE72699-9333-882C-4A0A-41A29FBF8597}"/>
                    </a:ext>
                  </a:extLst>
                </p14:cNvPr>
                <p14:cNvContentPartPr/>
                <p14:nvPr/>
              </p14:nvContentPartPr>
              <p14:xfrm>
                <a:off x="670425" y="2937975"/>
                <a:ext cx="960480" cy="1018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BE72699-9333-882C-4A0A-41A29FBF859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1425" y="2928975"/>
                  <a:ext cx="978120" cy="10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06714D8-946A-1BE6-FB3D-459112D69CD1}"/>
                    </a:ext>
                  </a:extLst>
                </p14:cNvPr>
                <p14:cNvContentPartPr/>
                <p14:nvPr/>
              </p14:nvContentPartPr>
              <p14:xfrm>
                <a:off x="1703625" y="3005655"/>
                <a:ext cx="243000" cy="373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06714D8-946A-1BE6-FB3D-459112D69CD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694625" y="2997015"/>
                  <a:ext cx="26064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6E07285-123D-7CF1-761F-52A2C11A6550}"/>
                    </a:ext>
                  </a:extLst>
                </p14:cNvPr>
                <p14:cNvContentPartPr/>
                <p14:nvPr/>
              </p14:nvContentPartPr>
              <p14:xfrm>
                <a:off x="2304105" y="2916015"/>
                <a:ext cx="600840" cy="413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6E07285-123D-7CF1-761F-52A2C11A655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295105" y="2907015"/>
                  <a:ext cx="61848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E8C5257-DE1B-B16B-76B4-F6F80477FA64}"/>
                    </a:ext>
                  </a:extLst>
                </p14:cNvPr>
                <p14:cNvContentPartPr/>
                <p14:nvPr/>
              </p14:nvContentPartPr>
              <p14:xfrm>
                <a:off x="2981985" y="3043815"/>
                <a:ext cx="184320" cy="217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E8C5257-DE1B-B16B-76B4-F6F80477FA6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972985" y="3035175"/>
                  <a:ext cx="2019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291788C-0141-5654-E770-905901911CD6}"/>
                    </a:ext>
                  </a:extLst>
                </p14:cNvPr>
                <p14:cNvContentPartPr/>
                <p14:nvPr/>
              </p14:nvContentPartPr>
              <p14:xfrm>
                <a:off x="3163785" y="2818455"/>
                <a:ext cx="74520" cy="192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291788C-0141-5654-E770-905901911CD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154785" y="2809815"/>
                  <a:ext cx="921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A026C80-DA80-8624-B8C8-D524938EDCA7}"/>
                    </a:ext>
                  </a:extLst>
                </p14:cNvPr>
                <p14:cNvContentPartPr/>
                <p14:nvPr/>
              </p14:nvContentPartPr>
              <p14:xfrm>
                <a:off x="3282585" y="2697135"/>
                <a:ext cx="711720" cy="577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A026C80-DA80-8624-B8C8-D524938EDCA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273585" y="2688495"/>
                  <a:ext cx="729360" cy="59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522420A-9BBC-4E83-AE87-564636C55300}"/>
              </a:ext>
            </a:extLst>
          </p:cNvPr>
          <p:cNvGrpSpPr/>
          <p:nvPr/>
        </p:nvGrpSpPr>
        <p:grpSpPr>
          <a:xfrm>
            <a:off x="4483905" y="2720895"/>
            <a:ext cx="1041480" cy="754560"/>
            <a:chOff x="4483905" y="2720895"/>
            <a:chExt cx="1041480" cy="75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E0AD2DD-E9B7-771C-4C00-D89D376AD324}"/>
                    </a:ext>
                  </a:extLst>
                </p14:cNvPr>
                <p14:cNvContentPartPr/>
                <p14:nvPr/>
              </p14:nvContentPartPr>
              <p14:xfrm>
                <a:off x="4483905" y="2720895"/>
                <a:ext cx="315360" cy="618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E0AD2DD-E9B7-771C-4C00-D89D376AD32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475265" y="2711895"/>
                  <a:ext cx="333000" cy="63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3C2C7F3-3B9A-51C8-CA6A-EFBA9471B676}"/>
                    </a:ext>
                  </a:extLst>
                </p14:cNvPr>
                <p14:cNvContentPartPr/>
                <p14:nvPr/>
              </p14:nvContentPartPr>
              <p14:xfrm>
                <a:off x="4895385" y="3173775"/>
                <a:ext cx="630000" cy="301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3C2C7F3-3B9A-51C8-CA6A-EFBA9471B67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86385" y="3165135"/>
                  <a:ext cx="647640" cy="31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549FB9D-6B3E-4443-2C57-7B43A9238724}"/>
              </a:ext>
            </a:extLst>
          </p:cNvPr>
          <p:cNvGrpSpPr/>
          <p:nvPr/>
        </p:nvGrpSpPr>
        <p:grpSpPr>
          <a:xfrm>
            <a:off x="6630945" y="2642775"/>
            <a:ext cx="4368600" cy="1147320"/>
            <a:chOff x="6630945" y="2642775"/>
            <a:chExt cx="4368600" cy="114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9F596F0-84B2-4449-3B90-2E671EEAA8EC}"/>
                    </a:ext>
                  </a:extLst>
                </p14:cNvPr>
                <p14:cNvContentPartPr/>
                <p14:nvPr/>
              </p14:nvContentPartPr>
              <p14:xfrm>
                <a:off x="6630945" y="2642775"/>
                <a:ext cx="501480" cy="5367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9F596F0-84B2-4449-3B90-2E671EEAA8E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22305" y="2633775"/>
                  <a:ext cx="51912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AAB54E1-B90F-019C-F780-B1DCE010BC03}"/>
                    </a:ext>
                  </a:extLst>
                </p14:cNvPr>
                <p14:cNvContentPartPr/>
                <p14:nvPr/>
              </p14:nvContentPartPr>
              <p14:xfrm>
                <a:off x="7192545" y="2755815"/>
                <a:ext cx="464400" cy="347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AAB54E1-B90F-019C-F780-B1DCE010BC0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183905" y="2746815"/>
                  <a:ext cx="48204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1BFA4F5-A40C-9FDA-4B5A-0B74B64EED98}"/>
                    </a:ext>
                  </a:extLst>
                </p14:cNvPr>
                <p14:cNvContentPartPr/>
                <p14:nvPr/>
              </p14:nvContentPartPr>
              <p14:xfrm>
                <a:off x="7742625" y="2723415"/>
                <a:ext cx="631440" cy="365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1BFA4F5-A40C-9FDA-4B5A-0B74B64EED9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733625" y="2714775"/>
                  <a:ext cx="64908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F2945EB-553F-2030-B2E7-BC896EF0CFBB}"/>
                    </a:ext>
                  </a:extLst>
                </p14:cNvPr>
                <p14:cNvContentPartPr/>
                <p14:nvPr/>
              </p14:nvContentPartPr>
              <p14:xfrm>
                <a:off x="8682945" y="2658975"/>
                <a:ext cx="102240" cy="331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F2945EB-553F-2030-B2E7-BC896EF0CFB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674305" y="2650335"/>
                  <a:ext cx="11988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F0B3FF5-F3DD-5523-0419-BF921279CEC1}"/>
                    </a:ext>
                  </a:extLst>
                </p14:cNvPr>
                <p14:cNvContentPartPr/>
                <p14:nvPr/>
              </p14:nvContentPartPr>
              <p14:xfrm>
                <a:off x="8565585" y="2895855"/>
                <a:ext cx="304200" cy="96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F0B3FF5-F3DD-5523-0419-BF921279CEC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556585" y="2887215"/>
                  <a:ext cx="3218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C97BA1E-2719-A7CC-794E-B88F8D369C47}"/>
                    </a:ext>
                  </a:extLst>
                </p14:cNvPr>
                <p14:cNvContentPartPr/>
                <p14:nvPr/>
              </p14:nvContentPartPr>
              <p14:xfrm>
                <a:off x="8991825" y="2751495"/>
                <a:ext cx="49680" cy="18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C97BA1E-2719-A7CC-794E-B88F8D369C4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82825" y="2742855"/>
                  <a:ext cx="673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4190F92-E39F-1B37-B0F8-3A163E50C06B}"/>
                    </a:ext>
                  </a:extLst>
                </p14:cNvPr>
                <p14:cNvContentPartPr/>
                <p14:nvPr/>
              </p14:nvContentPartPr>
              <p14:xfrm>
                <a:off x="8888145" y="2847975"/>
                <a:ext cx="897120" cy="942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4190F92-E39F-1B37-B0F8-3A163E50C06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879505" y="2839335"/>
                  <a:ext cx="914760" cy="9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B3E2489-6EB1-5CCC-E86B-D92AD4249955}"/>
                    </a:ext>
                  </a:extLst>
                </p14:cNvPr>
                <p14:cNvContentPartPr/>
                <p14:nvPr/>
              </p14:nvContentPartPr>
              <p14:xfrm>
                <a:off x="10158585" y="2724855"/>
                <a:ext cx="266040" cy="344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B3E2489-6EB1-5CCC-E86B-D92AD424995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149585" y="2716215"/>
                  <a:ext cx="2836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CF72D83-8AFD-3B7A-E85C-E3696F3DAE23}"/>
                    </a:ext>
                  </a:extLst>
                </p14:cNvPr>
                <p14:cNvContentPartPr/>
                <p14:nvPr/>
              </p14:nvContentPartPr>
              <p14:xfrm>
                <a:off x="10472145" y="2734215"/>
                <a:ext cx="527400" cy="375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CF72D83-8AFD-3B7A-E85C-E3696F3DAE2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463145" y="2725215"/>
                  <a:ext cx="545040" cy="39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27D244C-567A-EE0E-1DA3-11DE95D153B6}"/>
              </a:ext>
            </a:extLst>
          </p:cNvPr>
          <p:cNvGrpSpPr/>
          <p:nvPr/>
        </p:nvGrpSpPr>
        <p:grpSpPr>
          <a:xfrm>
            <a:off x="324105" y="3785415"/>
            <a:ext cx="11361960" cy="3135960"/>
            <a:chOff x="324105" y="3785415"/>
            <a:chExt cx="11361960" cy="313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3616E55-A779-8C08-E6A9-F733A1182FA0}"/>
                    </a:ext>
                  </a:extLst>
                </p14:cNvPr>
                <p14:cNvContentPartPr/>
                <p14:nvPr/>
              </p14:nvContentPartPr>
              <p14:xfrm>
                <a:off x="1351545" y="4151535"/>
                <a:ext cx="652680" cy="466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3616E55-A779-8C08-E6A9-F733A1182FA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342905" y="4142535"/>
                  <a:ext cx="67032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7ABA2AA-E009-AA86-8CF3-5E67065638C0}"/>
                    </a:ext>
                  </a:extLst>
                </p14:cNvPr>
                <p14:cNvContentPartPr/>
                <p14:nvPr/>
              </p14:nvContentPartPr>
              <p14:xfrm>
                <a:off x="2069745" y="4100415"/>
                <a:ext cx="209160" cy="420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7ABA2AA-E009-AA86-8CF3-5E67065638C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060745" y="4091415"/>
                  <a:ext cx="2268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E5182C4-0A0D-66EF-DB35-7BF304B07160}"/>
                    </a:ext>
                  </a:extLst>
                </p14:cNvPr>
                <p14:cNvContentPartPr/>
                <p14:nvPr/>
              </p14:nvContentPartPr>
              <p14:xfrm>
                <a:off x="2407065" y="4017975"/>
                <a:ext cx="709560" cy="461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E5182C4-0A0D-66EF-DB35-7BF304B0716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398065" y="4008975"/>
                  <a:ext cx="72720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AD3867A-9DF5-BF19-1860-1F67F81391C0}"/>
                    </a:ext>
                  </a:extLst>
                </p14:cNvPr>
                <p14:cNvContentPartPr/>
                <p14:nvPr/>
              </p14:nvContentPartPr>
              <p14:xfrm>
                <a:off x="3258465" y="4047855"/>
                <a:ext cx="6120" cy="29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AD3867A-9DF5-BF19-1860-1F67F81391C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49825" y="4038855"/>
                  <a:ext cx="237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596FB99-093B-428F-07B3-58B387CB2742}"/>
                    </a:ext>
                  </a:extLst>
                </p14:cNvPr>
                <p14:cNvContentPartPr/>
                <p14:nvPr/>
              </p14:nvContentPartPr>
              <p14:xfrm>
                <a:off x="3377265" y="4180335"/>
                <a:ext cx="592560" cy="1397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596FB99-093B-428F-07B3-58B387CB274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68625" y="4171695"/>
                  <a:ext cx="610200" cy="14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EFAB0CD-3FF9-4AB6-7EF1-24894CB4ADB2}"/>
                    </a:ext>
                  </a:extLst>
                </p14:cNvPr>
                <p14:cNvContentPartPr/>
                <p14:nvPr/>
              </p14:nvContentPartPr>
              <p14:xfrm>
                <a:off x="5207865" y="4088175"/>
                <a:ext cx="346320" cy="418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EFAB0CD-3FF9-4AB6-7EF1-24894CB4ADB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198865" y="4079535"/>
                  <a:ext cx="36396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7C0D834-8E99-8138-947F-BE92A2B04EC3}"/>
                    </a:ext>
                  </a:extLst>
                </p14:cNvPr>
                <p14:cNvContentPartPr/>
                <p14:nvPr/>
              </p14:nvContentPartPr>
              <p14:xfrm>
                <a:off x="5652825" y="4079895"/>
                <a:ext cx="417960" cy="380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7C0D834-8E99-8138-947F-BE92A2B04EC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643825" y="4070895"/>
                  <a:ext cx="43560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59DD65E-CEF0-4384-CDA9-64C58E63C84B}"/>
                    </a:ext>
                  </a:extLst>
                </p14:cNvPr>
                <p14:cNvContentPartPr/>
                <p14:nvPr/>
              </p14:nvContentPartPr>
              <p14:xfrm>
                <a:off x="7203345" y="4026255"/>
                <a:ext cx="403560" cy="366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59DD65E-CEF0-4384-CDA9-64C58E63C84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194345" y="4017615"/>
                  <a:ext cx="42120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002DC99-1E8C-E866-60DC-3A8CE22C10AB}"/>
                    </a:ext>
                  </a:extLst>
                </p14:cNvPr>
                <p14:cNvContentPartPr/>
                <p14:nvPr/>
              </p14:nvContentPartPr>
              <p14:xfrm>
                <a:off x="8229345" y="3961815"/>
                <a:ext cx="553320" cy="893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002DC99-1E8C-E866-60DC-3A8CE22C10A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220345" y="3952815"/>
                  <a:ext cx="570960" cy="9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07DE7D6-9864-F90B-D0A2-8765177A8029}"/>
                    </a:ext>
                  </a:extLst>
                </p14:cNvPr>
                <p14:cNvContentPartPr/>
                <p14:nvPr/>
              </p14:nvContentPartPr>
              <p14:xfrm>
                <a:off x="8241945" y="4320375"/>
                <a:ext cx="635760" cy="35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07DE7D6-9864-F90B-D0A2-8765177A802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233305" y="4311735"/>
                  <a:ext cx="6534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2F0BA4E-D830-BE8A-0C61-810B3D5248AD}"/>
                    </a:ext>
                  </a:extLst>
                </p14:cNvPr>
                <p14:cNvContentPartPr/>
                <p14:nvPr/>
              </p14:nvContentPartPr>
              <p14:xfrm>
                <a:off x="9029625" y="4150815"/>
                <a:ext cx="299520" cy="433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2F0BA4E-D830-BE8A-0C61-810B3D5248A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020985" y="4141815"/>
                  <a:ext cx="31716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8B8899D-8357-5459-7F6E-2C9EE861929C}"/>
                    </a:ext>
                  </a:extLst>
                </p14:cNvPr>
                <p14:cNvContentPartPr/>
                <p14:nvPr/>
              </p14:nvContentPartPr>
              <p14:xfrm>
                <a:off x="9181545" y="4047855"/>
                <a:ext cx="267120" cy="2430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8B8899D-8357-5459-7F6E-2C9EE861929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172545" y="4039215"/>
                  <a:ext cx="2847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E5FF0EE-986B-E1CB-8C99-32A437B93E30}"/>
                    </a:ext>
                  </a:extLst>
                </p14:cNvPr>
                <p14:cNvContentPartPr/>
                <p14:nvPr/>
              </p14:nvContentPartPr>
              <p14:xfrm>
                <a:off x="9419145" y="4051815"/>
                <a:ext cx="121680" cy="498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E5FF0EE-986B-E1CB-8C99-32A437B93E3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410505" y="4043175"/>
                  <a:ext cx="13932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E81888B-3D2C-5A91-52B8-99492DC83873}"/>
                    </a:ext>
                  </a:extLst>
                </p14:cNvPr>
                <p14:cNvContentPartPr/>
                <p14:nvPr/>
              </p14:nvContentPartPr>
              <p14:xfrm>
                <a:off x="9531465" y="3982335"/>
                <a:ext cx="262080" cy="219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E81888B-3D2C-5A91-52B8-99492DC8387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522465" y="3973695"/>
                  <a:ext cx="2797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F3D5328-1B2A-042B-182E-BF1C92F86846}"/>
                    </a:ext>
                  </a:extLst>
                </p14:cNvPr>
                <p14:cNvContentPartPr/>
                <p14:nvPr/>
              </p14:nvContentPartPr>
              <p14:xfrm>
                <a:off x="9783105" y="3785415"/>
                <a:ext cx="560160" cy="641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F3D5328-1B2A-042B-182E-BF1C92F8684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774105" y="3776775"/>
                  <a:ext cx="577800" cy="65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7A66426-B103-E57C-0EE5-6D31FEDFB5B9}"/>
                    </a:ext>
                  </a:extLst>
                </p14:cNvPr>
                <p14:cNvContentPartPr/>
                <p14:nvPr/>
              </p14:nvContentPartPr>
              <p14:xfrm>
                <a:off x="10568985" y="3985215"/>
                <a:ext cx="17640" cy="25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7A66426-B103-E57C-0EE5-6D31FEDFB5B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560345" y="3976215"/>
                  <a:ext cx="352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2211AA1-C174-2BC8-EE30-FD1DB990F251}"/>
                    </a:ext>
                  </a:extLst>
                </p14:cNvPr>
                <p14:cNvContentPartPr/>
                <p14:nvPr/>
              </p14:nvContentPartPr>
              <p14:xfrm>
                <a:off x="10482585" y="4111215"/>
                <a:ext cx="359280" cy="246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2211AA1-C174-2BC8-EE30-FD1DB990F25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473585" y="4102215"/>
                  <a:ext cx="3769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129947A-9B27-05A7-987B-035E42495571}"/>
                    </a:ext>
                  </a:extLst>
                </p14:cNvPr>
                <p14:cNvContentPartPr/>
                <p14:nvPr/>
              </p14:nvContentPartPr>
              <p14:xfrm>
                <a:off x="10988745" y="4119855"/>
                <a:ext cx="210600" cy="258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129947A-9B27-05A7-987B-035E4249557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979745" y="4110855"/>
                  <a:ext cx="2282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DFD5EF3-102F-2632-93E1-CD7DD8C95F84}"/>
                    </a:ext>
                  </a:extLst>
                </p14:cNvPr>
                <p14:cNvContentPartPr/>
                <p14:nvPr/>
              </p14:nvContentPartPr>
              <p14:xfrm>
                <a:off x="10943025" y="4211655"/>
                <a:ext cx="206640" cy="1782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DFD5EF3-102F-2632-93E1-CD7DD8C95F8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934025" y="4202655"/>
                  <a:ext cx="2242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74DABEF-E138-16E1-0B22-D3ED43DEC5DF}"/>
                    </a:ext>
                  </a:extLst>
                </p14:cNvPr>
                <p14:cNvContentPartPr/>
                <p14:nvPr/>
              </p14:nvContentPartPr>
              <p14:xfrm>
                <a:off x="11177385" y="4194015"/>
                <a:ext cx="84960" cy="446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74DABEF-E138-16E1-0B22-D3ED43DEC5D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168385" y="4185015"/>
                  <a:ext cx="1026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0398AAC-4D50-D278-0B97-3CFFCB9105AF}"/>
                    </a:ext>
                  </a:extLst>
                </p14:cNvPr>
                <p14:cNvContentPartPr/>
                <p14:nvPr/>
              </p14:nvContentPartPr>
              <p14:xfrm>
                <a:off x="11246865" y="4252695"/>
                <a:ext cx="163080" cy="1695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0398AAC-4D50-D278-0B97-3CFFCB9105A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237865" y="4243695"/>
                  <a:ext cx="1807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1CA4095-F030-AAC1-67CB-D2266BD9EF3F}"/>
                    </a:ext>
                  </a:extLst>
                </p14:cNvPr>
                <p14:cNvContentPartPr/>
                <p14:nvPr/>
              </p14:nvContentPartPr>
              <p14:xfrm>
                <a:off x="11407065" y="4287615"/>
                <a:ext cx="261000" cy="158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1CA4095-F030-AAC1-67CB-D2266BD9EF3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398065" y="4278615"/>
                  <a:ext cx="2786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51FA478-0B88-BF33-534C-D1A032C672C6}"/>
                    </a:ext>
                  </a:extLst>
                </p14:cNvPr>
                <p14:cNvContentPartPr/>
                <p14:nvPr/>
              </p14:nvContentPartPr>
              <p14:xfrm>
                <a:off x="11659425" y="4441695"/>
                <a:ext cx="26640" cy="97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51FA478-0B88-BF33-534C-D1A032C672C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650785" y="4433055"/>
                  <a:ext cx="442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5A5E047-A7F0-3506-04D8-EE12B829B6A6}"/>
                    </a:ext>
                  </a:extLst>
                </p14:cNvPr>
                <p14:cNvContentPartPr/>
                <p14:nvPr/>
              </p14:nvContentPartPr>
              <p14:xfrm>
                <a:off x="489345" y="5440695"/>
                <a:ext cx="702360" cy="3452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5A5E047-A7F0-3506-04D8-EE12B829B6A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80705" y="5432055"/>
                  <a:ext cx="72000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73CFA91-B35D-242C-D5B1-98F754D83F89}"/>
                    </a:ext>
                  </a:extLst>
                </p14:cNvPr>
                <p14:cNvContentPartPr/>
                <p14:nvPr/>
              </p14:nvContentPartPr>
              <p14:xfrm>
                <a:off x="1171545" y="5531775"/>
                <a:ext cx="276840" cy="272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73CFA91-B35D-242C-D5B1-98F754D83F8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62545" y="5522775"/>
                  <a:ext cx="2944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A152912-FFE5-A71E-2EE2-006E3A3E36B9}"/>
                    </a:ext>
                  </a:extLst>
                </p14:cNvPr>
                <p14:cNvContentPartPr/>
                <p14:nvPr/>
              </p14:nvContentPartPr>
              <p14:xfrm>
                <a:off x="1465665" y="5589735"/>
                <a:ext cx="181800" cy="112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A152912-FFE5-A71E-2EE2-006E3A3E36B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456665" y="5581095"/>
                  <a:ext cx="1994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95115C7-FE6D-04A4-D0BF-74A044CF7AA6}"/>
                    </a:ext>
                  </a:extLst>
                </p14:cNvPr>
                <p14:cNvContentPartPr/>
                <p14:nvPr/>
              </p14:nvContentPartPr>
              <p14:xfrm>
                <a:off x="324105" y="5190855"/>
                <a:ext cx="1655640" cy="8895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95115C7-FE6D-04A4-D0BF-74A044CF7AA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15105" y="5181855"/>
                  <a:ext cx="167328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E4590D4-6DAD-E77C-5939-6358C4815E0E}"/>
                    </a:ext>
                  </a:extLst>
                </p14:cNvPr>
                <p14:cNvContentPartPr/>
                <p14:nvPr/>
              </p14:nvContentPartPr>
              <p14:xfrm>
                <a:off x="1607505" y="5916975"/>
                <a:ext cx="651240" cy="421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E4590D4-6DAD-E77C-5939-6358C4815E0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598865" y="5908335"/>
                  <a:ext cx="66888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6B88142-285E-E73A-C5FE-656D0EB4C85A}"/>
                    </a:ext>
                  </a:extLst>
                </p14:cNvPr>
                <p14:cNvContentPartPr/>
                <p14:nvPr/>
              </p14:nvContentPartPr>
              <p14:xfrm>
                <a:off x="2137065" y="6073215"/>
                <a:ext cx="183960" cy="482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6B88142-285E-E73A-C5FE-656D0EB4C85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128425" y="6064575"/>
                  <a:ext cx="20160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5022585-7187-D4B5-9AA6-A7F7F40C02DD}"/>
                    </a:ext>
                  </a:extLst>
                </p14:cNvPr>
                <p14:cNvContentPartPr/>
                <p14:nvPr/>
              </p14:nvContentPartPr>
              <p14:xfrm>
                <a:off x="2560065" y="6153495"/>
                <a:ext cx="170640" cy="4816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5022585-7187-D4B5-9AA6-A7F7F40C02D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551425" y="6144855"/>
                  <a:ext cx="18828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FB42153-A84C-F3CB-B4B1-72647FC81BEB}"/>
                    </a:ext>
                  </a:extLst>
                </p14:cNvPr>
                <p14:cNvContentPartPr/>
                <p14:nvPr/>
              </p14:nvContentPartPr>
              <p14:xfrm>
                <a:off x="2705145" y="5968455"/>
                <a:ext cx="249840" cy="423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FB42153-A84C-F3CB-B4B1-72647FC81BE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696505" y="5959455"/>
                  <a:ext cx="26748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CB34A7F-B33E-4039-AFAD-90F84BDF5D34}"/>
                    </a:ext>
                  </a:extLst>
                </p14:cNvPr>
                <p14:cNvContentPartPr/>
                <p14:nvPr/>
              </p14:nvContentPartPr>
              <p14:xfrm>
                <a:off x="3062985" y="6056295"/>
                <a:ext cx="138600" cy="333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CB34A7F-B33E-4039-AFAD-90F84BDF5D3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054345" y="6047295"/>
                  <a:ext cx="1562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B44B93D-14B6-C46F-7971-DC884AF3E687}"/>
                    </a:ext>
                  </a:extLst>
                </p14:cNvPr>
                <p14:cNvContentPartPr/>
                <p14:nvPr/>
              </p14:nvContentPartPr>
              <p14:xfrm>
                <a:off x="3258105" y="6238815"/>
                <a:ext cx="390600" cy="390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B44B93D-14B6-C46F-7971-DC884AF3E68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249465" y="6230175"/>
                  <a:ext cx="40824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F5304CE-815F-F493-9094-74FF47DA4759}"/>
                    </a:ext>
                  </a:extLst>
                </p14:cNvPr>
                <p14:cNvContentPartPr/>
                <p14:nvPr/>
              </p14:nvContentPartPr>
              <p14:xfrm>
                <a:off x="3771825" y="6363375"/>
                <a:ext cx="93960" cy="10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F5304CE-815F-F493-9094-74FF47DA475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762825" y="6354735"/>
                  <a:ext cx="1116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3343649-C0D1-223C-B01E-01D9F3BA3DBD}"/>
                    </a:ext>
                  </a:extLst>
                </p14:cNvPr>
                <p14:cNvContentPartPr/>
                <p14:nvPr/>
              </p14:nvContentPartPr>
              <p14:xfrm>
                <a:off x="4100865" y="5405775"/>
                <a:ext cx="81000" cy="334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3343649-C0D1-223C-B01E-01D9F3BA3DB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092225" y="5396775"/>
                  <a:ext cx="9864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5F0BC2B-9C87-891F-FAB8-509D6000BC85}"/>
                    </a:ext>
                  </a:extLst>
                </p14:cNvPr>
                <p14:cNvContentPartPr/>
                <p14:nvPr/>
              </p14:nvContentPartPr>
              <p14:xfrm>
                <a:off x="4123905" y="5315055"/>
                <a:ext cx="324000" cy="558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5F0BC2B-9C87-891F-FAB8-509D6000BC8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114905" y="5306415"/>
                  <a:ext cx="3416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3E3B170-7CF5-D892-7278-A654FBA2C598}"/>
                    </a:ext>
                  </a:extLst>
                </p14:cNvPr>
                <p14:cNvContentPartPr/>
                <p14:nvPr/>
              </p14:nvContentPartPr>
              <p14:xfrm>
                <a:off x="3802425" y="5828415"/>
                <a:ext cx="318240" cy="756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3E3B170-7CF5-D892-7278-A654FBA2C59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793785" y="5819775"/>
                  <a:ext cx="3358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BC8378B-5935-97DB-C848-1C7262CFC1D7}"/>
                    </a:ext>
                  </a:extLst>
                </p14:cNvPr>
                <p14:cNvContentPartPr/>
                <p14:nvPr/>
              </p14:nvContentPartPr>
              <p14:xfrm>
                <a:off x="4510185" y="5528895"/>
                <a:ext cx="103320" cy="2408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BC8378B-5935-97DB-C848-1C7262CFC1D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501185" y="5519895"/>
                  <a:ext cx="1209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5AD445A-4482-89D2-4743-78EAA016091C}"/>
                    </a:ext>
                  </a:extLst>
                </p14:cNvPr>
                <p14:cNvContentPartPr/>
                <p14:nvPr/>
              </p14:nvContentPartPr>
              <p14:xfrm>
                <a:off x="4594785" y="5406495"/>
                <a:ext cx="425160" cy="4212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5AD445A-4482-89D2-4743-78EAA016091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585785" y="5397855"/>
                  <a:ext cx="44280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0E1FDB0-FE10-985C-469A-EF3D34299050}"/>
                    </a:ext>
                  </a:extLst>
                </p14:cNvPr>
                <p14:cNvContentPartPr/>
                <p14:nvPr/>
              </p14:nvContentPartPr>
              <p14:xfrm>
                <a:off x="3648705" y="5001855"/>
                <a:ext cx="1753920" cy="10213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0E1FDB0-FE10-985C-469A-EF3D3429905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640065" y="4992855"/>
                  <a:ext cx="1771560" cy="10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C34CE51-95BF-8304-F849-C90E2666EC15}"/>
                    </a:ext>
                  </a:extLst>
                </p14:cNvPr>
                <p14:cNvContentPartPr/>
                <p14:nvPr/>
              </p14:nvContentPartPr>
              <p14:xfrm>
                <a:off x="4987905" y="5920935"/>
                <a:ext cx="790200" cy="3654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C34CE51-95BF-8304-F849-C90E2666EC1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978905" y="5912295"/>
                  <a:ext cx="80784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A64994F-4D82-358F-8A7E-249B03EAD2C2}"/>
                    </a:ext>
                  </a:extLst>
                </p14:cNvPr>
                <p14:cNvContentPartPr/>
                <p14:nvPr/>
              </p14:nvContentPartPr>
              <p14:xfrm>
                <a:off x="5837145" y="5939295"/>
                <a:ext cx="396720" cy="6890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A64994F-4D82-358F-8A7E-249B03EAD2C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828145" y="5930295"/>
                  <a:ext cx="414360" cy="70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9360199-4DA7-3C8B-CEE3-45D886EAC4BF}"/>
                    </a:ext>
                  </a:extLst>
                </p14:cNvPr>
                <p14:cNvContentPartPr/>
                <p14:nvPr/>
              </p14:nvContentPartPr>
              <p14:xfrm>
                <a:off x="5888625" y="6135135"/>
                <a:ext cx="770760" cy="2844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9360199-4DA7-3C8B-CEE3-45D886EAC4B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879625" y="6126135"/>
                  <a:ext cx="7884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F9842E2-2755-B3B3-CCF5-A06BA36AFACC}"/>
                    </a:ext>
                  </a:extLst>
                </p14:cNvPr>
                <p14:cNvContentPartPr/>
                <p14:nvPr/>
              </p14:nvContentPartPr>
              <p14:xfrm>
                <a:off x="6579105" y="5977455"/>
                <a:ext cx="245880" cy="3121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F9842E2-2755-B3B3-CCF5-A06BA36AFAC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570105" y="5968815"/>
                  <a:ext cx="26352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C2E2BFD-F21B-D9DE-8943-B1DB510CB424}"/>
                    </a:ext>
                  </a:extLst>
                </p14:cNvPr>
                <p14:cNvContentPartPr/>
                <p14:nvPr/>
              </p14:nvContentPartPr>
              <p14:xfrm>
                <a:off x="6794025" y="6111375"/>
                <a:ext cx="252720" cy="420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C2E2BFD-F21B-D9DE-8943-B1DB510CB42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785385" y="6102735"/>
                  <a:ext cx="27036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25DA7C4-5891-E573-53F4-8063FF855B6C}"/>
                    </a:ext>
                  </a:extLst>
                </p14:cNvPr>
                <p14:cNvContentPartPr/>
                <p14:nvPr/>
              </p14:nvContentPartPr>
              <p14:xfrm>
                <a:off x="6894465" y="6028935"/>
                <a:ext cx="254160" cy="2743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25DA7C4-5891-E573-53F4-8063FF855B6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85465" y="6019935"/>
                  <a:ext cx="2718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59A290B-BDCC-021A-484B-46C9ABE79283}"/>
                    </a:ext>
                  </a:extLst>
                </p14:cNvPr>
                <p14:cNvContentPartPr/>
                <p14:nvPr/>
              </p14:nvContentPartPr>
              <p14:xfrm>
                <a:off x="7285425" y="5974575"/>
                <a:ext cx="266760" cy="4888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59A290B-BDCC-021A-484B-46C9ABE7928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276425" y="5965935"/>
                  <a:ext cx="28440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66D7B5B-538C-B47B-CE76-B2C34C8025C3}"/>
                    </a:ext>
                  </a:extLst>
                </p14:cNvPr>
                <p14:cNvContentPartPr/>
                <p14:nvPr/>
              </p14:nvContentPartPr>
              <p14:xfrm>
                <a:off x="7695465" y="6066015"/>
                <a:ext cx="103320" cy="2739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66D7B5B-538C-B47B-CE76-B2C34C8025C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686825" y="6057375"/>
                  <a:ext cx="1209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8848F53-83AC-7279-49D4-6296256362F8}"/>
                    </a:ext>
                  </a:extLst>
                </p14:cNvPr>
                <p14:cNvContentPartPr/>
                <p14:nvPr/>
              </p14:nvContentPartPr>
              <p14:xfrm>
                <a:off x="7600785" y="6275895"/>
                <a:ext cx="344160" cy="972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8848F53-83AC-7279-49D4-6296256362F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591785" y="6267255"/>
                  <a:ext cx="3618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DC83952-BF6B-2941-3A3E-562D607F7B84}"/>
                    </a:ext>
                  </a:extLst>
                </p14:cNvPr>
                <p14:cNvContentPartPr/>
                <p14:nvPr/>
              </p14:nvContentPartPr>
              <p14:xfrm>
                <a:off x="7958985" y="6222615"/>
                <a:ext cx="134640" cy="1652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DC83952-BF6B-2941-3A3E-562D607F7B8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950345" y="6213615"/>
                  <a:ext cx="1522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3A5D8EE-8D93-0F51-21F1-7D9BF86738F4}"/>
                    </a:ext>
                  </a:extLst>
                </p14:cNvPr>
                <p14:cNvContentPartPr/>
                <p14:nvPr/>
              </p14:nvContentPartPr>
              <p14:xfrm>
                <a:off x="8085705" y="6278055"/>
                <a:ext cx="355320" cy="1400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3A5D8EE-8D93-0F51-21F1-7D9BF86738F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077065" y="6269055"/>
                  <a:ext cx="3729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52475F1-1B4B-0E33-0E78-73C140903F8B}"/>
                    </a:ext>
                  </a:extLst>
                </p14:cNvPr>
                <p14:cNvContentPartPr/>
                <p14:nvPr/>
              </p14:nvContentPartPr>
              <p14:xfrm>
                <a:off x="8601945" y="5452935"/>
                <a:ext cx="389880" cy="2710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52475F1-1B4B-0E33-0E78-73C140903F8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593305" y="5444295"/>
                  <a:ext cx="4075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9FFBB82-8171-090E-51E9-2CE5EA166F4B}"/>
                    </a:ext>
                  </a:extLst>
                </p14:cNvPr>
                <p14:cNvContentPartPr/>
                <p14:nvPr/>
              </p14:nvContentPartPr>
              <p14:xfrm>
                <a:off x="9098025" y="5446815"/>
                <a:ext cx="159120" cy="3697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9FFBB82-8171-090E-51E9-2CE5EA166F4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089385" y="5438175"/>
                  <a:ext cx="17676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642E2D0-2B22-C14F-07E3-6687DAE24427}"/>
                    </a:ext>
                  </a:extLst>
                </p14:cNvPr>
                <p14:cNvContentPartPr/>
                <p14:nvPr/>
              </p14:nvContentPartPr>
              <p14:xfrm>
                <a:off x="9220425" y="5401455"/>
                <a:ext cx="18720" cy="75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642E2D0-2B22-C14F-07E3-6687DAE2442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211425" y="5392815"/>
                  <a:ext cx="363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0669627-7FD1-25C3-3A4D-DCBC874B215E}"/>
                    </a:ext>
                  </a:extLst>
                </p14:cNvPr>
                <p14:cNvContentPartPr/>
                <p14:nvPr/>
              </p14:nvContentPartPr>
              <p14:xfrm>
                <a:off x="9374865" y="5308575"/>
                <a:ext cx="696600" cy="3373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0669627-7FD1-25C3-3A4D-DCBC874B215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365865" y="5299935"/>
                  <a:ext cx="71424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640AAB3-2858-A75D-38D7-B6E95DE13C14}"/>
                    </a:ext>
                  </a:extLst>
                </p14:cNvPr>
                <p14:cNvContentPartPr/>
                <p14:nvPr/>
              </p14:nvContentPartPr>
              <p14:xfrm>
                <a:off x="10156425" y="5540775"/>
                <a:ext cx="149400" cy="831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640AAB3-2858-A75D-38D7-B6E95DE13C1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147785" y="5532135"/>
                  <a:ext cx="1670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C8E653D-5B17-E554-9B7C-2D3E2168A5AB}"/>
                    </a:ext>
                  </a:extLst>
                </p14:cNvPr>
                <p14:cNvContentPartPr/>
                <p14:nvPr/>
              </p14:nvContentPartPr>
              <p14:xfrm>
                <a:off x="8192265" y="4881615"/>
                <a:ext cx="2212920" cy="11008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C8E653D-5B17-E554-9B7C-2D3E2168A5A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183625" y="4872615"/>
                  <a:ext cx="2230560" cy="11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0EB3267-B62A-719E-C8C5-D763EF4B0A51}"/>
                    </a:ext>
                  </a:extLst>
                </p14:cNvPr>
                <p14:cNvContentPartPr/>
                <p14:nvPr/>
              </p14:nvContentPartPr>
              <p14:xfrm>
                <a:off x="9161745" y="6091575"/>
                <a:ext cx="329400" cy="6008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0EB3267-B62A-719E-C8C5-D763EF4B0A5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153105" y="6082935"/>
                  <a:ext cx="347040" cy="61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C1EFA32-083A-8059-70A0-798051F7C2D1}"/>
                    </a:ext>
                  </a:extLst>
                </p14:cNvPr>
                <p14:cNvContentPartPr/>
                <p14:nvPr/>
              </p14:nvContentPartPr>
              <p14:xfrm>
                <a:off x="9685545" y="6159615"/>
                <a:ext cx="136800" cy="3646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C1EFA32-083A-8059-70A0-798051F7C2D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676905" y="6150975"/>
                  <a:ext cx="15444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1EB39BD-960E-9070-B8CA-0F0E8297FFE7}"/>
                    </a:ext>
                  </a:extLst>
                </p14:cNvPr>
                <p14:cNvContentPartPr/>
                <p14:nvPr/>
              </p14:nvContentPartPr>
              <p14:xfrm>
                <a:off x="9564585" y="6367695"/>
                <a:ext cx="383760" cy="1616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1EB39BD-960E-9070-B8CA-0F0E8297FFE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555585" y="6358695"/>
                  <a:ext cx="4014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C769C3E-F073-7F3D-0E00-2824EF7058EC}"/>
                    </a:ext>
                  </a:extLst>
                </p14:cNvPr>
                <p14:cNvContentPartPr/>
                <p14:nvPr/>
              </p14:nvContentPartPr>
              <p14:xfrm>
                <a:off x="10002345" y="6268335"/>
                <a:ext cx="171720" cy="2401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C769C3E-F073-7F3D-0E00-2824EF7058E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993345" y="6259335"/>
                  <a:ext cx="1893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E4F2125-99CE-0AB2-B79B-FB804BC1733A}"/>
                    </a:ext>
                  </a:extLst>
                </p14:cNvPr>
                <p14:cNvContentPartPr/>
                <p14:nvPr/>
              </p14:nvContentPartPr>
              <p14:xfrm>
                <a:off x="10342185" y="6230895"/>
                <a:ext cx="218520" cy="2473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E4F2125-99CE-0AB2-B79B-FB804BC1733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333545" y="6221895"/>
                  <a:ext cx="2361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6C9083F-DC0C-BAB2-2BA8-DFEDAB6115DB}"/>
                    </a:ext>
                  </a:extLst>
                </p14:cNvPr>
                <p14:cNvContentPartPr/>
                <p14:nvPr/>
              </p14:nvContentPartPr>
              <p14:xfrm>
                <a:off x="10715505" y="6400455"/>
                <a:ext cx="64440" cy="302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6C9083F-DC0C-BAB2-2BA8-DFEDAB6115D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706505" y="6391815"/>
                  <a:ext cx="820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94F9267-981C-5A34-46B3-CADF14ADE52E}"/>
                    </a:ext>
                  </a:extLst>
                </p14:cNvPr>
                <p14:cNvContentPartPr/>
                <p14:nvPr/>
              </p14:nvContentPartPr>
              <p14:xfrm>
                <a:off x="8984625" y="6002295"/>
                <a:ext cx="259920" cy="5536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94F9267-981C-5A34-46B3-CADF14ADE52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975985" y="5993655"/>
                  <a:ext cx="27756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F184C6B-833E-C624-536C-36C330FAB920}"/>
                    </a:ext>
                  </a:extLst>
                </p14:cNvPr>
                <p14:cNvContentPartPr/>
                <p14:nvPr/>
              </p14:nvContentPartPr>
              <p14:xfrm>
                <a:off x="8621025" y="5995095"/>
                <a:ext cx="2192040" cy="8046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F184C6B-833E-C624-536C-36C330FAB92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612385" y="5986455"/>
                  <a:ext cx="2209680" cy="82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1A0745E-97FC-0BAE-7890-C6F2A8CA3521}"/>
                    </a:ext>
                  </a:extLst>
                </p14:cNvPr>
                <p14:cNvContentPartPr/>
                <p14:nvPr/>
              </p14:nvContentPartPr>
              <p14:xfrm>
                <a:off x="8977065" y="6373455"/>
                <a:ext cx="365040" cy="5479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1A0745E-97FC-0BAE-7890-C6F2A8CA352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968065" y="6364455"/>
                  <a:ext cx="382680" cy="565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89717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E9CCDEF-1567-C835-B8B3-0572481C4C73}"/>
              </a:ext>
            </a:extLst>
          </p:cNvPr>
          <p:cNvGrpSpPr/>
          <p:nvPr/>
        </p:nvGrpSpPr>
        <p:grpSpPr>
          <a:xfrm>
            <a:off x="950865" y="360015"/>
            <a:ext cx="1945440" cy="825480"/>
            <a:chOff x="950865" y="360015"/>
            <a:chExt cx="1945440" cy="82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9A83262-F747-3488-33D0-5563CD7D5416}"/>
                    </a:ext>
                  </a:extLst>
                </p14:cNvPr>
                <p14:cNvContentPartPr/>
                <p14:nvPr/>
              </p14:nvContentPartPr>
              <p14:xfrm>
                <a:off x="950865" y="541095"/>
                <a:ext cx="64440" cy="5641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9A83262-F747-3488-33D0-5563CD7D541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1865" y="532095"/>
                  <a:ext cx="82080" cy="5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82691FB-3540-3F6F-791B-825536FCE3CD}"/>
                    </a:ext>
                  </a:extLst>
                </p14:cNvPr>
                <p14:cNvContentPartPr/>
                <p14:nvPr/>
              </p14:nvContentPartPr>
              <p14:xfrm>
                <a:off x="1003785" y="360015"/>
                <a:ext cx="592560" cy="825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82691FB-3540-3F6F-791B-825536FCE3C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94785" y="351015"/>
                  <a:ext cx="610200" cy="84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7E1371C-17B4-2AA3-2098-29CFBEB3AD40}"/>
                    </a:ext>
                  </a:extLst>
                </p14:cNvPr>
                <p14:cNvContentPartPr/>
                <p14:nvPr/>
              </p14:nvContentPartPr>
              <p14:xfrm>
                <a:off x="1752225" y="390615"/>
                <a:ext cx="1144080" cy="520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7E1371C-17B4-2AA3-2098-29CFBEB3AD4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43585" y="381975"/>
                  <a:ext cx="1161720" cy="53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5DAECE9-E832-0D2C-C8A8-8ABA1CFA798F}"/>
              </a:ext>
            </a:extLst>
          </p:cNvPr>
          <p:cNvGrpSpPr/>
          <p:nvPr/>
        </p:nvGrpSpPr>
        <p:grpSpPr>
          <a:xfrm>
            <a:off x="4230105" y="299895"/>
            <a:ext cx="3230640" cy="893520"/>
            <a:chOff x="4230105" y="299895"/>
            <a:chExt cx="3230640" cy="89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90FF2C8-CBE4-32A7-8B5C-687AA2220C3E}"/>
                    </a:ext>
                  </a:extLst>
                </p14:cNvPr>
                <p14:cNvContentPartPr/>
                <p14:nvPr/>
              </p14:nvContentPartPr>
              <p14:xfrm>
                <a:off x="4230105" y="470175"/>
                <a:ext cx="475560" cy="504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90FF2C8-CBE4-32A7-8B5C-687AA2220C3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21105" y="461175"/>
                  <a:ext cx="49320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858D774-C88E-5BFF-207E-FBD418F535E7}"/>
                    </a:ext>
                  </a:extLst>
                </p14:cNvPr>
                <p14:cNvContentPartPr/>
                <p14:nvPr/>
              </p14:nvContentPartPr>
              <p14:xfrm>
                <a:off x="4434585" y="299895"/>
                <a:ext cx="2646720" cy="893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858D774-C88E-5BFF-207E-FBD418F535E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25945" y="291255"/>
                  <a:ext cx="2664360" cy="9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73482D7-2CC8-F05B-68DE-4525863072F3}"/>
                    </a:ext>
                  </a:extLst>
                </p14:cNvPr>
                <p14:cNvContentPartPr/>
                <p14:nvPr/>
              </p14:nvContentPartPr>
              <p14:xfrm>
                <a:off x="6948105" y="570975"/>
                <a:ext cx="176400" cy="8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73482D7-2CC8-F05B-68DE-4525863072F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39465" y="561975"/>
                  <a:ext cx="194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AE3021F-2D88-FCC8-D077-1CCDA18C91F5}"/>
                    </a:ext>
                  </a:extLst>
                </p14:cNvPr>
                <p14:cNvContentPartPr/>
                <p14:nvPr/>
              </p14:nvContentPartPr>
              <p14:xfrm>
                <a:off x="7447785" y="542895"/>
                <a:ext cx="12960" cy="54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AE3021F-2D88-FCC8-D077-1CCDA18C91F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38785" y="534255"/>
                  <a:ext cx="30600" cy="2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C45580F-D5FF-B70E-FD33-FCD2F4E31684}"/>
                  </a:ext>
                </a:extLst>
              </p14:cNvPr>
              <p14:cNvContentPartPr/>
              <p14:nvPr/>
            </p14:nvContentPartPr>
            <p14:xfrm>
              <a:off x="1145265" y="1701375"/>
              <a:ext cx="1704600" cy="11325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C45580F-D5FF-B70E-FD33-FCD2F4E3168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36265" y="1692375"/>
                <a:ext cx="1722240" cy="115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F38F5847-2F64-D250-1DCB-6D7EB40EBB81}"/>
              </a:ext>
            </a:extLst>
          </p:cNvPr>
          <p:cNvGrpSpPr/>
          <p:nvPr/>
        </p:nvGrpSpPr>
        <p:grpSpPr>
          <a:xfrm>
            <a:off x="3895305" y="1582215"/>
            <a:ext cx="1890360" cy="682920"/>
            <a:chOff x="3895305" y="1582215"/>
            <a:chExt cx="1890360" cy="68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C7A1DAA-3FC5-58ED-AC0E-B4568270AE4F}"/>
                    </a:ext>
                  </a:extLst>
                </p14:cNvPr>
                <p14:cNvContentPartPr/>
                <p14:nvPr/>
              </p14:nvContentPartPr>
              <p14:xfrm>
                <a:off x="3895305" y="1895415"/>
                <a:ext cx="611640" cy="324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C7A1DAA-3FC5-58ED-AC0E-B4568270AE4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886665" y="1886775"/>
                  <a:ext cx="62928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874797D-DBD7-0858-82B1-791D9C6FCB6B}"/>
                    </a:ext>
                  </a:extLst>
                </p14:cNvPr>
                <p14:cNvContentPartPr/>
                <p14:nvPr/>
              </p14:nvContentPartPr>
              <p14:xfrm>
                <a:off x="4722585" y="1992615"/>
                <a:ext cx="90720" cy="105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874797D-DBD7-0858-82B1-791D9C6FCB6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13945" y="1983615"/>
                  <a:ext cx="1083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1D4E320-6916-BAF2-7328-FB9ED13EF2CC}"/>
                    </a:ext>
                  </a:extLst>
                </p14:cNvPr>
                <p14:cNvContentPartPr/>
                <p14:nvPr/>
              </p14:nvContentPartPr>
              <p14:xfrm>
                <a:off x="4834545" y="1828815"/>
                <a:ext cx="89640" cy="45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1D4E320-6916-BAF2-7328-FB9ED13EF2C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25905" y="1820175"/>
                  <a:ext cx="1072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47DE9BE-4A29-564E-329B-E88B6630119B}"/>
                    </a:ext>
                  </a:extLst>
                </p14:cNvPr>
                <p14:cNvContentPartPr/>
                <p14:nvPr/>
              </p14:nvContentPartPr>
              <p14:xfrm>
                <a:off x="4974225" y="1582215"/>
                <a:ext cx="811440" cy="682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47DE9BE-4A29-564E-329B-E88B6630119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965225" y="1573215"/>
                  <a:ext cx="829080" cy="70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6714579-EFA8-0014-DF5E-13A21A537B62}"/>
              </a:ext>
            </a:extLst>
          </p:cNvPr>
          <p:cNvGrpSpPr/>
          <p:nvPr/>
        </p:nvGrpSpPr>
        <p:grpSpPr>
          <a:xfrm>
            <a:off x="6894825" y="1515255"/>
            <a:ext cx="1231920" cy="803880"/>
            <a:chOff x="6894825" y="1515255"/>
            <a:chExt cx="1231920" cy="80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529AE5E-2272-4986-FCF5-35B386C7690A}"/>
                    </a:ext>
                  </a:extLst>
                </p14:cNvPr>
                <p14:cNvContentPartPr/>
                <p14:nvPr/>
              </p14:nvContentPartPr>
              <p14:xfrm>
                <a:off x="6894825" y="1515255"/>
                <a:ext cx="624240" cy="689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529AE5E-2272-4986-FCF5-35B386C7690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886185" y="1506255"/>
                  <a:ext cx="641880" cy="70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6F00789-5D2E-4455-2C78-72747A5D0F85}"/>
                    </a:ext>
                  </a:extLst>
                </p14:cNvPr>
                <p14:cNvContentPartPr/>
                <p14:nvPr/>
              </p14:nvContentPartPr>
              <p14:xfrm>
                <a:off x="7697985" y="1967055"/>
                <a:ext cx="428760" cy="352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6F00789-5D2E-4455-2C78-72747A5D0F8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89345" y="1958055"/>
                  <a:ext cx="446400" cy="36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C0FF1C7-E46E-CACA-19FA-1EBC80008E35}"/>
              </a:ext>
            </a:extLst>
          </p:cNvPr>
          <p:cNvGrpSpPr/>
          <p:nvPr/>
        </p:nvGrpSpPr>
        <p:grpSpPr>
          <a:xfrm>
            <a:off x="8820825" y="1320135"/>
            <a:ext cx="2516760" cy="1103040"/>
            <a:chOff x="8820825" y="1320135"/>
            <a:chExt cx="2516760" cy="110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4C9CE9B-4403-B72F-7EED-FB6816C946CF}"/>
                    </a:ext>
                  </a:extLst>
                </p14:cNvPr>
                <p14:cNvContentPartPr/>
                <p14:nvPr/>
              </p14:nvContentPartPr>
              <p14:xfrm>
                <a:off x="8820825" y="1320135"/>
                <a:ext cx="618480" cy="753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4C9CE9B-4403-B72F-7EED-FB6816C946C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811825" y="1311135"/>
                  <a:ext cx="636120" cy="77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D849597-E168-0133-8F9E-DAB82D458D79}"/>
                    </a:ext>
                  </a:extLst>
                </p14:cNvPr>
                <p14:cNvContentPartPr/>
                <p14:nvPr/>
              </p14:nvContentPartPr>
              <p14:xfrm>
                <a:off x="9691305" y="1376295"/>
                <a:ext cx="367560" cy="724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D849597-E168-0133-8F9E-DAB82D458D7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682665" y="1367655"/>
                  <a:ext cx="385200" cy="74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D5C343D-DAB5-12D5-996D-7E6C31482FF4}"/>
                    </a:ext>
                  </a:extLst>
                </p14:cNvPr>
                <p14:cNvContentPartPr/>
                <p14:nvPr/>
              </p14:nvContentPartPr>
              <p14:xfrm>
                <a:off x="10004865" y="1844295"/>
                <a:ext cx="372600" cy="306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D5C343D-DAB5-12D5-996D-7E6C31482FF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996225" y="1835655"/>
                  <a:ext cx="39024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6C6DACF-F994-7248-A58C-1413C1144E15}"/>
                    </a:ext>
                  </a:extLst>
                </p14:cNvPr>
                <p14:cNvContentPartPr/>
                <p14:nvPr/>
              </p14:nvContentPartPr>
              <p14:xfrm>
                <a:off x="10362345" y="2008815"/>
                <a:ext cx="73440" cy="117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6C6DACF-F994-7248-A58C-1413C1144E1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353345" y="2000175"/>
                  <a:ext cx="910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E7D3055-71EC-98B9-CB38-A4B773AFCA31}"/>
                    </a:ext>
                  </a:extLst>
                </p14:cNvPr>
                <p14:cNvContentPartPr/>
                <p14:nvPr/>
              </p14:nvContentPartPr>
              <p14:xfrm>
                <a:off x="10657185" y="1798935"/>
                <a:ext cx="79200" cy="48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E7D3055-71EC-98B9-CB38-A4B773AFCA3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648185" y="1790295"/>
                  <a:ext cx="968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63AB8E9-BA88-5B8B-57D2-8687C561F10B}"/>
                    </a:ext>
                  </a:extLst>
                </p14:cNvPr>
                <p14:cNvContentPartPr/>
                <p14:nvPr/>
              </p14:nvContentPartPr>
              <p14:xfrm>
                <a:off x="10379985" y="1926735"/>
                <a:ext cx="685080" cy="496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63AB8E9-BA88-5B8B-57D2-8687C561F10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371345" y="1918095"/>
                  <a:ext cx="70272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C13C48A-6492-797E-4142-222F304151F2}"/>
                    </a:ext>
                  </a:extLst>
                </p14:cNvPr>
                <p14:cNvContentPartPr/>
                <p14:nvPr/>
              </p14:nvContentPartPr>
              <p14:xfrm>
                <a:off x="11270985" y="1902975"/>
                <a:ext cx="66600" cy="38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C13C48A-6492-797E-4142-222F304151F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261985" y="1894335"/>
                  <a:ext cx="8424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F0B38E8-3D73-5D84-49E1-5E30F7073CDB}"/>
              </a:ext>
            </a:extLst>
          </p:cNvPr>
          <p:cNvGrpSpPr/>
          <p:nvPr/>
        </p:nvGrpSpPr>
        <p:grpSpPr>
          <a:xfrm>
            <a:off x="-80175" y="3011775"/>
            <a:ext cx="10979280" cy="2949480"/>
            <a:chOff x="-80175" y="3011775"/>
            <a:chExt cx="10979280" cy="294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F753A93-CE6C-EDCC-8595-197BB2889EC5}"/>
                    </a:ext>
                  </a:extLst>
                </p14:cNvPr>
                <p14:cNvContentPartPr/>
                <p14:nvPr/>
              </p14:nvContentPartPr>
              <p14:xfrm>
                <a:off x="574665" y="3564375"/>
                <a:ext cx="561600" cy="682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F753A93-CE6C-EDCC-8595-197BB2889EC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5665" y="3555375"/>
                  <a:ext cx="579240" cy="70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D0094F9-0584-342C-F1F7-E822791D7DDF}"/>
                    </a:ext>
                  </a:extLst>
                </p14:cNvPr>
                <p14:cNvContentPartPr/>
                <p14:nvPr/>
              </p14:nvContentPartPr>
              <p14:xfrm>
                <a:off x="813705" y="3375015"/>
                <a:ext cx="264240" cy="29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D0094F9-0584-342C-F1F7-E822791D7DD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04705" y="3366375"/>
                  <a:ext cx="2818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7BAC820-934F-C1D3-E8FE-5228C7C8196C}"/>
                    </a:ext>
                  </a:extLst>
                </p14:cNvPr>
                <p14:cNvContentPartPr/>
                <p14:nvPr/>
              </p14:nvContentPartPr>
              <p14:xfrm>
                <a:off x="756465" y="3828975"/>
                <a:ext cx="515880" cy="75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7BAC820-934F-C1D3-E8FE-5228C7C8196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7825" y="3819975"/>
                  <a:ext cx="5335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B2EA674-16AA-5220-1B72-3EE1D9119205}"/>
                    </a:ext>
                  </a:extLst>
                </p14:cNvPr>
                <p14:cNvContentPartPr/>
                <p14:nvPr/>
              </p14:nvContentPartPr>
              <p14:xfrm>
                <a:off x="1256145" y="3751215"/>
                <a:ext cx="281880" cy="191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B2EA674-16AA-5220-1B72-3EE1D911920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247145" y="3742575"/>
                  <a:ext cx="2995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0E0DEA8-5181-5DCC-34E8-13FF354CDE1B}"/>
                    </a:ext>
                  </a:extLst>
                </p14:cNvPr>
                <p14:cNvContentPartPr/>
                <p14:nvPr/>
              </p14:nvContentPartPr>
              <p14:xfrm>
                <a:off x="1646025" y="3632775"/>
                <a:ext cx="730440" cy="311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0E0DEA8-5181-5DCC-34E8-13FF354CDE1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637385" y="3623775"/>
                  <a:ext cx="7480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B43EAFB-5248-4A55-6466-163BC514BAE8}"/>
                    </a:ext>
                  </a:extLst>
                </p14:cNvPr>
                <p14:cNvContentPartPr/>
                <p14:nvPr/>
              </p14:nvContentPartPr>
              <p14:xfrm>
                <a:off x="2448105" y="3880095"/>
                <a:ext cx="195840" cy="85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B43EAFB-5248-4A55-6466-163BC514BAE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39465" y="3871455"/>
                  <a:ext cx="2134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787B01A-2AAA-68DB-21F4-BF0A95F11E5C}"/>
                    </a:ext>
                  </a:extLst>
                </p14:cNvPr>
                <p14:cNvContentPartPr/>
                <p14:nvPr/>
              </p14:nvContentPartPr>
              <p14:xfrm>
                <a:off x="3537465" y="3624135"/>
                <a:ext cx="114840" cy="278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787B01A-2AAA-68DB-21F4-BF0A95F11E5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28465" y="3615135"/>
                  <a:ext cx="1324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D5939B9-001C-1A28-7E47-955EAAC1C665}"/>
                    </a:ext>
                  </a:extLst>
                </p14:cNvPr>
                <p14:cNvContentPartPr/>
                <p14:nvPr/>
              </p14:nvContentPartPr>
              <p14:xfrm>
                <a:off x="3781905" y="3495615"/>
                <a:ext cx="1157040" cy="460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D5939B9-001C-1A28-7E47-955EAAC1C66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73265" y="3486975"/>
                  <a:ext cx="117468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C509165-1CC6-5B22-3ACE-C35A6B138D29}"/>
                    </a:ext>
                  </a:extLst>
                </p14:cNvPr>
                <p14:cNvContentPartPr/>
                <p14:nvPr/>
              </p14:nvContentPartPr>
              <p14:xfrm>
                <a:off x="4925985" y="3812775"/>
                <a:ext cx="399240" cy="33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C509165-1CC6-5B22-3ACE-C35A6B138D2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917345" y="3804135"/>
                  <a:ext cx="4168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00BFAC7-322A-661C-97F7-5B38C4189EC4}"/>
                    </a:ext>
                  </a:extLst>
                </p14:cNvPr>
                <p14:cNvContentPartPr/>
                <p14:nvPr/>
              </p14:nvContentPartPr>
              <p14:xfrm>
                <a:off x="5646345" y="3810255"/>
                <a:ext cx="177480" cy="92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00BFAC7-322A-661C-97F7-5B38C4189EC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637345" y="3801255"/>
                  <a:ext cx="1951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E149FC8-E24A-8DEF-6710-833600E13287}"/>
                    </a:ext>
                  </a:extLst>
                </p14:cNvPr>
                <p14:cNvContentPartPr/>
                <p14:nvPr/>
              </p14:nvContentPartPr>
              <p14:xfrm>
                <a:off x="6254025" y="3720615"/>
                <a:ext cx="140400" cy="232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E149FC8-E24A-8DEF-6710-833600E1328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45025" y="3711975"/>
                  <a:ext cx="1580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D24ACB3-BCC1-F8FC-8A66-7045FF8ED269}"/>
                    </a:ext>
                  </a:extLst>
                </p14:cNvPr>
                <p14:cNvContentPartPr/>
                <p14:nvPr/>
              </p14:nvContentPartPr>
              <p14:xfrm>
                <a:off x="6192825" y="3342975"/>
                <a:ext cx="825120" cy="703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D24ACB3-BCC1-F8FC-8A66-7045FF8ED2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183825" y="3333975"/>
                  <a:ext cx="842760" cy="72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CD9C2F8-F124-29FB-FA34-79F77D408B7A}"/>
                    </a:ext>
                  </a:extLst>
                </p14:cNvPr>
                <p14:cNvContentPartPr/>
                <p14:nvPr/>
              </p14:nvContentPartPr>
              <p14:xfrm>
                <a:off x="7217745" y="3342255"/>
                <a:ext cx="12960" cy="21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CD9C2F8-F124-29FB-FA34-79F77D408B7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209105" y="3333255"/>
                  <a:ext cx="306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B56A8A4-1BD3-403A-0B39-6BF192EF6272}"/>
                    </a:ext>
                  </a:extLst>
                </p14:cNvPr>
                <p14:cNvContentPartPr/>
                <p14:nvPr/>
              </p14:nvContentPartPr>
              <p14:xfrm>
                <a:off x="7105785" y="3616215"/>
                <a:ext cx="1123920" cy="351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B56A8A4-1BD3-403A-0B39-6BF192EF627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097145" y="3607215"/>
                  <a:ext cx="114156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9648B08-64D0-6C1B-3E52-CF6726EC022D}"/>
                    </a:ext>
                  </a:extLst>
                </p14:cNvPr>
                <p14:cNvContentPartPr/>
                <p14:nvPr/>
              </p14:nvContentPartPr>
              <p14:xfrm>
                <a:off x="8898225" y="3762735"/>
                <a:ext cx="82800" cy="30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9648B08-64D0-6C1B-3E52-CF6726EC022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889225" y="3754095"/>
                  <a:ext cx="1004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DB3DD74-4B85-C30E-71ED-E4DD93C9D593}"/>
                    </a:ext>
                  </a:extLst>
                </p14:cNvPr>
                <p14:cNvContentPartPr/>
                <p14:nvPr/>
              </p14:nvContentPartPr>
              <p14:xfrm>
                <a:off x="9333465" y="3685695"/>
                <a:ext cx="41400" cy="59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DB3DD74-4B85-C30E-71ED-E4DD93C9D59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324825" y="3677055"/>
                  <a:ext cx="590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DFB51C9-7344-7FDF-F7DC-192BA7CE9922}"/>
                    </a:ext>
                  </a:extLst>
                </p14:cNvPr>
                <p14:cNvContentPartPr/>
                <p14:nvPr/>
              </p14:nvContentPartPr>
              <p14:xfrm>
                <a:off x="9056985" y="3679575"/>
                <a:ext cx="216360" cy="25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DFB51C9-7344-7FDF-F7DC-192BA7CE992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047985" y="3670575"/>
                  <a:ext cx="2340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43A9BED-4350-6F34-036B-154607A618BE}"/>
                    </a:ext>
                  </a:extLst>
                </p14:cNvPr>
                <p14:cNvContentPartPr/>
                <p14:nvPr/>
              </p14:nvContentPartPr>
              <p14:xfrm>
                <a:off x="7967985" y="3333615"/>
                <a:ext cx="473040" cy="542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43A9BED-4350-6F34-036B-154607A618B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959345" y="3324975"/>
                  <a:ext cx="49068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41BDCBF-5871-D44F-ADB1-FC383A51E11C}"/>
                    </a:ext>
                  </a:extLst>
                </p14:cNvPr>
                <p14:cNvContentPartPr/>
                <p14:nvPr/>
              </p14:nvContentPartPr>
              <p14:xfrm>
                <a:off x="8801745" y="3247575"/>
                <a:ext cx="1558440" cy="574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41BDCBF-5871-D44F-ADB1-FC383A51E11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793105" y="3238935"/>
                  <a:ext cx="1576080" cy="59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3A38EFD-4E2A-8D8D-E561-7F98F9A73462}"/>
                    </a:ext>
                  </a:extLst>
                </p14:cNvPr>
                <p14:cNvContentPartPr/>
                <p14:nvPr/>
              </p14:nvContentPartPr>
              <p14:xfrm>
                <a:off x="10422825" y="3578055"/>
                <a:ext cx="466560" cy="241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3A38EFD-4E2A-8D8D-E561-7F98F9A7346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414185" y="3569055"/>
                  <a:ext cx="4842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1782C44-8F6E-3849-7BE3-DAB557575408}"/>
                    </a:ext>
                  </a:extLst>
                </p14:cNvPr>
                <p14:cNvContentPartPr/>
                <p14:nvPr/>
              </p14:nvContentPartPr>
              <p14:xfrm>
                <a:off x="1897665" y="3927975"/>
                <a:ext cx="1554480" cy="53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1782C44-8F6E-3849-7BE3-DAB55757540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888665" y="3919335"/>
                  <a:ext cx="15721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1A8A0D9-F82B-3187-2B88-C7D3EFA0BF12}"/>
                    </a:ext>
                  </a:extLst>
                </p14:cNvPr>
                <p14:cNvContentPartPr/>
                <p14:nvPr/>
              </p14:nvContentPartPr>
              <p14:xfrm>
                <a:off x="2736105" y="4030215"/>
                <a:ext cx="96480" cy="437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1A8A0D9-F82B-3187-2B88-C7D3EFA0BF1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727465" y="4021575"/>
                  <a:ext cx="11412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81D9D91-DAA9-1104-4989-6C779F62CE9D}"/>
                    </a:ext>
                  </a:extLst>
                </p14:cNvPr>
                <p14:cNvContentPartPr/>
                <p14:nvPr/>
              </p14:nvContentPartPr>
              <p14:xfrm>
                <a:off x="3126345" y="4398495"/>
                <a:ext cx="639720" cy="276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81D9D91-DAA9-1104-4989-6C779F62CE9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117705" y="4389855"/>
                  <a:ext cx="6573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86CCF03-8C9B-F09F-6927-85A3797161AA}"/>
                    </a:ext>
                  </a:extLst>
                </p14:cNvPr>
                <p14:cNvContentPartPr/>
                <p14:nvPr/>
              </p14:nvContentPartPr>
              <p14:xfrm>
                <a:off x="4521705" y="4621695"/>
                <a:ext cx="578880" cy="402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86CCF03-8C9B-F09F-6927-85A3797161A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512705" y="4613055"/>
                  <a:ext cx="59652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90F96DD-228A-4792-EA7D-6A5943A05871}"/>
                    </a:ext>
                  </a:extLst>
                </p14:cNvPr>
                <p14:cNvContentPartPr/>
                <p14:nvPr/>
              </p14:nvContentPartPr>
              <p14:xfrm>
                <a:off x="5455185" y="4512975"/>
                <a:ext cx="709200" cy="623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90F96DD-228A-4792-EA7D-6A5943A0587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46545" y="4504335"/>
                  <a:ext cx="726840" cy="64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E1BE19E-4E92-6B7E-0C81-69CED5DDC187}"/>
                    </a:ext>
                  </a:extLst>
                </p14:cNvPr>
                <p14:cNvContentPartPr/>
                <p14:nvPr/>
              </p14:nvContentPartPr>
              <p14:xfrm>
                <a:off x="6275625" y="4601895"/>
                <a:ext cx="701640" cy="554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E1BE19E-4E92-6B7E-0C81-69CED5DDC18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266625" y="4592895"/>
                  <a:ext cx="71928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41C4664-81AB-EC53-5E8F-F32CC21E8C52}"/>
                    </a:ext>
                  </a:extLst>
                </p14:cNvPr>
                <p14:cNvContentPartPr/>
                <p14:nvPr/>
              </p14:nvContentPartPr>
              <p14:xfrm>
                <a:off x="6935505" y="4700535"/>
                <a:ext cx="442080" cy="636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41C4664-81AB-EC53-5E8F-F32CC21E8C5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926505" y="4691895"/>
                  <a:ext cx="459720" cy="6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11F0247-2CDF-CEE6-79A8-918B81D8CA75}"/>
                    </a:ext>
                  </a:extLst>
                </p14:cNvPr>
                <p14:cNvContentPartPr/>
                <p14:nvPr/>
              </p14:nvContentPartPr>
              <p14:xfrm>
                <a:off x="7829385" y="5340975"/>
                <a:ext cx="71280" cy="42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11F0247-2CDF-CEE6-79A8-918B81D8CA7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20385" y="5331975"/>
                  <a:ext cx="889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B589A35-A9DD-ED50-6D8F-19F73B32DAC2}"/>
                    </a:ext>
                  </a:extLst>
                </p14:cNvPr>
                <p14:cNvContentPartPr/>
                <p14:nvPr/>
              </p14:nvContentPartPr>
              <p14:xfrm>
                <a:off x="719745" y="4349175"/>
                <a:ext cx="937800" cy="49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B589A35-A9DD-ED50-6D8F-19F73B32DAC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11105" y="4340535"/>
                  <a:ext cx="9554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393EE00-8AD0-ED7B-4252-0852E1EC29B0}"/>
                    </a:ext>
                  </a:extLst>
                </p14:cNvPr>
                <p14:cNvContentPartPr/>
                <p14:nvPr/>
              </p14:nvContentPartPr>
              <p14:xfrm>
                <a:off x="4223625" y="4352055"/>
                <a:ext cx="1092960" cy="95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393EE00-8AD0-ED7B-4252-0852E1EC29B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214625" y="4343055"/>
                  <a:ext cx="11106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9101F75-7BAD-1F5F-4739-52AF44176FAF}"/>
                    </a:ext>
                  </a:extLst>
                </p14:cNvPr>
                <p14:cNvContentPartPr/>
                <p14:nvPr/>
              </p14:nvContentPartPr>
              <p14:xfrm>
                <a:off x="7947105" y="4428375"/>
                <a:ext cx="1489680" cy="986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9101F75-7BAD-1F5F-4739-52AF44176FA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938105" y="4419735"/>
                  <a:ext cx="15073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B31F4EC-9F27-AA61-CC07-38B3AC8CC504}"/>
                    </a:ext>
                  </a:extLst>
                </p14:cNvPr>
                <p14:cNvContentPartPr/>
                <p14:nvPr/>
              </p14:nvContentPartPr>
              <p14:xfrm>
                <a:off x="2425425" y="5444655"/>
                <a:ext cx="5105160" cy="5166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B31F4EC-9F27-AA61-CC07-38B3AC8CC50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416425" y="5436015"/>
                  <a:ext cx="512280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80A71B9-9566-2AD5-8360-FA3205BC776E}"/>
                    </a:ext>
                  </a:extLst>
                </p14:cNvPr>
                <p14:cNvContentPartPr/>
                <p14:nvPr/>
              </p14:nvContentPartPr>
              <p14:xfrm>
                <a:off x="8159865" y="5048655"/>
                <a:ext cx="16200" cy="14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80A71B9-9566-2AD5-8360-FA3205BC776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150865" y="5040015"/>
                  <a:ext cx="338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79AEEBB-2CEE-673C-7183-D2CFD52B4FBD}"/>
                    </a:ext>
                  </a:extLst>
                </p14:cNvPr>
                <p14:cNvContentPartPr/>
                <p14:nvPr/>
              </p14:nvContentPartPr>
              <p14:xfrm>
                <a:off x="102705" y="3029415"/>
                <a:ext cx="482760" cy="1212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79AEEBB-2CEE-673C-7183-D2CFD52B4FB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3705" y="3020775"/>
                  <a:ext cx="500400" cy="12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86EC17F-3EE7-13C7-4724-9019C58269A1}"/>
                    </a:ext>
                  </a:extLst>
                </p14:cNvPr>
                <p14:cNvContentPartPr/>
                <p14:nvPr/>
              </p14:nvContentPartPr>
              <p14:xfrm>
                <a:off x="556305" y="3011775"/>
                <a:ext cx="10342800" cy="2851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86EC17F-3EE7-13C7-4724-9019C58269A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47665" y="3002775"/>
                  <a:ext cx="10360440" cy="28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9D57279-75EC-C5D1-1D55-DE4D85BA4899}"/>
                    </a:ext>
                  </a:extLst>
                </p14:cNvPr>
                <p14:cNvContentPartPr/>
                <p14:nvPr/>
              </p14:nvContentPartPr>
              <p14:xfrm>
                <a:off x="-80175" y="4014735"/>
                <a:ext cx="6089400" cy="1686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9D57279-75EC-C5D1-1D55-DE4D85BA489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-88815" y="4006095"/>
                  <a:ext cx="6107040" cy="1703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57661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8CC99218-3E2F-EA8C-5D2C-386FEADAEE23}"/>
              </a:ext>
            </a:extLst>
          </p:cNvPr>
          <p:cNvGrpSpPr/>
          <p:nvPr/>
        </p:nvGrpSpPr>
        <p:grpSpPr>
          <a:xfrm>
            <a:off x="1279185" y="383775"/>
            <a:ext cx="10099440" cy="6050160"/>
            <a:chOff x="1279185" y="383775"/>
            <a:chExt cx="10099440" cy="605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2DE5933-F77A-C4FE-2A06-E5EE38F7543B}"/>
                    </a:ext>
                  </a:extLst>
                </p14:cNvPr>
                <p14:cNvContentPartPr/>
                <p14:nvPr/>
              </p14:nvContentPartPr>
              <p14:xfrm>
                <a:off x="1283145" y="758175"/>
                <a:ext cx="97560" cy="5382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2DE5933-F77A-C4FE-2A06-E5EE38F7543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74505" y="749175"/>
                  <a:ext cx="11520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53EE181-3956-C778-0800-758B574D1E8A}"/>
                    </a:ext>
                  </a:extLst>
                </p14:cNvPr>
                <p14:cNvContentPartPr/>
                <p14:nvPr/>
              </p14:nvContentPartPr>
              <p14:xfrm>
                <a:off x="1279185" y="530295"/>
                <a:ext cx="564840" cy="843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53EE181-3956-C778-0800-758B574D1E8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70185" y="521295"/>
                  <a:ext cx="582480" cy="86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ADAA78B-9C7A-9176-D4F2-38D0EA13839C}"/>
                    </a:ext>
                  </a:extLst>
                </p14:cNvPr>
                <p14:cNvContentPartPr/>
                <p14:nvPr/>
              </p14:nvContentPartPr>
              <p14:xfrm>
                <a:off x="1968945" y="862215"/>
                <a:ext cx="1108080" cy="306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ADAA78B-9C7A-9176-D4F2-38D0EA13839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59945" y="853215"/>
                  <a:ext cx="112572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7D20586-BCFD-AE4E-AB8C-B96AA59BB333}"/>
                    </a:ext>
                  </a:extLst>
                </p14:cNvPr>
                <p14:cNvContentPartPr/>
                <p14:nvPr/>
              </p14:nvContentPartPr>
              <p14:xfrm>
                <a:off x="3043545" y="632535"/>
                <a:ext cx="51840" cy="7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7D20586-BCFD-AE4E-AB8C-B96AA59BB33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34905" y="623895"/>
                  <a:ext cx="694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B44D90A-D2BD-71E8-412F-5D411B1D57A2}"/>
                    </a:ext>
                  </a:extLst>
                </p14:cNvPr>
                <p14:cNvContentPartPr/>
                <p14:nvPr/>
              </p14:nvContentPartPr>
              <p14:xfrm>
                <a:off x="3319305" y="722175"/>
                <a:ext cx="1224720" cy="356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B44D90A-D2BD-71E8-412F-5D411B1D57A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10665" y="713175"/>
                  <a:ext cx="124236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1044FE6-5F01-41E2-47EE-7C71AB35F998}"/>
                    </a:ext>
                  </a:extLst>
                </p14:cNvPr>
                <p14:cNvContentPartPr/>
                <p14:nvPr/>
              </p14:nvContentPartPr>
              <p14:xfrm>
                <a:off x="5569305" y="526695"/>
                <a:ext cx="148680" cy="605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1044FE6-5F01-41E2-47EE-7C71AB35F99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560665" y="517695"/>
                  <a:ext cx="166320" cy="62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7943846-3E8E-B394-1D9E-F4EE216C768C}"/>
                    </a:ext>
                  </a:extLst>
                </p14:cNvPr>
                <p14:cNvContentPartPr/>
                <p14:nvPr/>
              </p14:nvContentPartPr>
              <p14:xfrm>
                <a:off x="5676945" y="383775"/>
                <a:ext cx="265680" cy="439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7943846-3E8E-B394-1D9E-F4EE216C768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668305" y="374775"/>
                  <a:ext cx="28332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A23DE05-FD98-FF99-C98D-A4BFDB9C04CC}"/>
                    </a:ext>
                  </a:extLst>
                </p14:cNvPr>
                <p14:cNvContentPartPr/>
                <p14:nvPr/>
              </p14:nvContentPartPr>
              <p14:xfrm>
                <a:off x="6006345" y="565575"/>
                <a:ext cx="651960" cy="428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A23DE05-FD98-FF99-C98D-A4BFDB9C04C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997345" y="556935"/>
                  <a:ext cx="66960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475391E-6083-5F38-095E-6232EE5F5442}"/>
                    </a:ext>
                  </a:extLst>
                </p14:cNvPr>
                <p14:cNvContentPartPr/>
                <p14:nvPr/>
              </p14:nvContentPartPr>
              <p14:xfrm>
                <a:off x="7071225" y="438135"/>
                <a:ext cx="222480" cy="582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475391E-6083-5F38-095E-6232EE5F544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062585" y="429135"/>
                  <a:ext cx="240120" cy="59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98D89E8-54BD-23E2-F195-75C7C9B2399D}"/>
                    </a:ext>
                  </a:extLst>
                </p14:cNvPr>
                <p14:cNvContentPartPr/>
                <p14:nvPr/>
              </p14:nvContentPartPr>
              <p14:xfrm>
                <a:off x="7571265" y="535695"/>
                <a:ext cx="1118880" cy="456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98D89E8-54BD-23E2-F195-75C7C9B2399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562625" y="527055"/>
                  <a:ext cx="113652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4F7C01E-112F-CF26-53B1-D4273663F2A2}"/>
                    </a:ext>
                  </a:extLst>
                </p14:cNvPr>
                <p14:cNvContentPartPr/>
                <p14:nvPr/>
              </p14:nvContentPartPr>
              <p14:xfrm>
                <a:off x="3460425" y="1220775"/>
                <a:ext cx="1392840" cy="2061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4F7C01E-112F-CF26-53B1-D4273663F2A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51785" y="1211775"/>
                  <a:ext cx="1410480" cy="20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37CE383-175E-24A3-BA67-63199E451A76}"/>
                    </a:ext>
                  </a:extLst>
                </p14:cNvPr>
                <p14:cNvContentPartPr/>
                <p14:nvPr/>
              </p14:nvContentPartPr>
              <p14:xfrm>
                <a:off x="4758225" y="1376295"/>
                <a:ext cx="1756080" cy="2054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37CE383-175E-24A3-BA67-63199E451A7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49225" y="1367655"/>
                  <a:ext cx="1773720" cy="20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A4333D2-057E-B780-71CD-3CDBAC8B38F5}"/>
                    </a:ext>
                  </a:extLst>
                </p14:cNvPr>
                <p14:cNvContentPartPr/>
                <p14:nvPr/>
              </p14:nvContentPartPr>
              <p14:xfrm>
                <a:off x="2898465" y="3695055"/>
                <a:ext cx="186480" cy="805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A4333D2-057E-B780-71CD-3CDBAC8B38F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89825" y="3686055"/>
                  <a:ext cx="204120" cy="82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233C868-5EDD-EE09-1622-7B937190FE12}"/>
                    </a:ext>
                  </a:extLst>
                </p14:cNvPr>
                <p14:cNvContentPartPr/>
                <p14:nvPr/>
              </p14:nvContentPartPr>
              <p14:xfrm>
                <a:off x="2851665" y="3425415"/>
                <a:ext cx="624960" cy="1127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233C868-5EDD-EE09-1622-7B937190FE1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42665" y="3416415"/>
                  <a:ext cx="642600" cy="11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EDCE6A7-CD49-F74F-94C5-FB1F8CDDCCBD}"/>
                    </a:ext>
                  </a:extLst>
                </p14:cNvPr>
                <p14:cNvContentPartPr/>
                <p14:nvPr/>
              </p14:nvContentPartPr>
              <p14:xfrm>
                <a:off x="3347745" y="3967935"/>
                <a:ext cx="1501200" cy="423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EDCE6A7-CD49-F74F-94C5-FB1F8CDDCCB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38745" y="3958935"/>
                  <a:ext cx="151884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9F95874-5379-3F36-2CA0-DE1F7F970CAD}"/>
                    </a:ext>
                  </a:extLst>
                </p14:cNvPr>
                <p14:cNvContentPartPr/>
                <p14:nvPr/>
              </p14:nvContentPartPr>
              <p14:xfrm>
                <a:off x="5015265" y="3743295"/>
                <a:ext cx="95400" cy="60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9F95874-5379-3F36-2CA0-DE1F7F970CA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06625" y="3734655"/>
                  <a:ext cx="1130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10D95FA-A010-0D83-9886-936EC91CA105}"/>
                    </a:ext>
                  </a:extLst>
                </p14:cNvPr>
                <p14:cNvContentPartPr/>
                <p14:nvPr/>
              </p14:nvContentPartPr>
              <p14:xfrm>
                <a:off x="5186625" y="3975135"/>
                <a:ext cx="567360" cy="351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10D95FA-A010-0D83-9886-936EC91CA10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77985" y="3966135"/>
                  <a:ext cx="58500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8AC4DC5-6A5E-9976-E2B6-45D368796DF5}"/>
                    </a:ext>
                  </a:extLst>
                </p14:cNvPr>
                <p14:cNvContentPartPr/>
                <p14:nvPr/>
              </p14:nvContentPartPr>
              <p14:xfrm>
                <a:off x="5930745" y="3657615"/>
                <a:ext cx="435240" cy="444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8AC4DC5-6A5E-9976-E2B6-45D368796DF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22105" y="3648615"/>
                  <a:ext cx="45288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3622575-AE03-E2C0-6746-C45B35EAB563}"/>
                    </a:ext>
                  </a:extLst>
                </p14:cNvPr>
                <p14:cNvContentPartPr/>
                <p14:nvPr/>
              </p14:nvContentPartPr>
              <p14:xfrm>
                <a:off x="6459945" y="3851295"/>
                <a:ext cx="603720" cy="231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3622575-AE03-E2C0-6746-C45B35EAB56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51305" y="3842655"/>
                  <a:ext cx="6213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648B1D5-09BD-3F90-CD48-01A604C69490}"/>
                    </a:ext>
                  </a:extLst>
                </p14:cNvPr>
                <p14:cNvContentPartPr/>
                <p14:nvPr/>
              </p14:nvContentPartPr>
              <p14:xfrm>
                <a:off x="7751625" y="3476175"/>
                <a:ext cx="990360" cy="122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648B1D5-09BD-3F90-CD48-01A604C6949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742985" y="3467175"/>
                  <a:ext cx="10080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974ABED-883F-03C0-1E48-EC7EA10153B8}"/>
                    </a:ext>
                  </a:extLst>
                </p14:cNvPr>
                <p14:cNvContentPartPr/>
                <p14:nvPr/>
              </p14:nvContentPartPr>
              <p14:xfrm>
                <a:off x="8446785" y="3049215"/>
                <a:ext cx="253080" cy="798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974ABED-883F-03C0-1E48-EC7EA10153B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37785" y="3040215"/>
                  <a:ext cx="270720" cy="81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A2F8BF1-C23C-AADA-4950-3D572ACF27F3}"/>
                    </a:ext>
                  </a:extLst>
                </p14:cNvPr>
                <p14:cNvContentPartPr/>
                <p14:nvPr/>
              </p14:nvContentPartPr>
              <p14:xfrm>
                <a:off x="9346425" y="2863815"/>
                <a:ext cx="42480" cy="506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A2F8BF1-C23C-AADA-4950-3D572ACF27F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337425" y="2854815"/>
                  <a:ext cx="6012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DE1D865-4E06-6843-5A63-2AE0CFD5D55B}"/>
                    </a:ext>
                  </a:extLst>
                </p14:cNvPr>
                <p14:cNvContentPartPr/>
                <p14:nvPr/>
              </p14:nvContentPartPr>
              <p14:xfrm>
                <a:off x="9313305" y="2786415"/>
                <a:ext cx="710280" cy="481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DE1D865-4E06-6843-5A63-2AE0CFD5D55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304305" y="2777775"/>
                  <a:ext cx="72792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3DABA93-9614-2C2F-ECC8-3DBA0F411367}"/>
                    </a:ext>
                  </a:extLst>
                </p14:cNvPr>
                <p14:cNvContentPartPr/>
                <p14:nvPr/>
              </p14:nvContentPartPr>
              <p14:xfrm>
                <a:off x="10193505" y="2676615"/>
                <a:ext cx="454680" cy="697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3DABA93-9614-2C2F-ECC8-3DBA0F41136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184865" y="2667615"/>
                  <a:ext cx="472320" cy="71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2C9D0FF-D52C-3C23-7BF5-69A01E3667AA}"/>
                    </a:ext>
                  </a:extLst>
                </p14:cNvPr>
                <p14:cNvContentPartPr/>
                <p14:nvPr/>
              </p14:nvContentPartPr>
              <p14:xfrm>
                <a:off x="9183705" y="4054695"/>
                <a:ext cx="1847520" cy="7394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2C9D0FF-D52C-3C23-7BF5-69A01E3667A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175065" y="4046055"/>
                  <a:ext cx="1865160" cy="75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391EE8A-F2AB-7E7E-CAF7-169340CDF206}"/>
                    </a:ext>
                  </a:extLst>
                </p14:cNvPr>
                <p14:cNvContentPartPr/>
                <p14:nvPr/>
              </p14:nvContentPartPr>
              <p14:xfrm>
                <a:off x="11213745" y="4069815"/>
                <a:ext cx="164880" cy="243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391EE8A-F2AB-7E7E-CAF7-169340CDF20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205105" y="4060815"/>
                  <a:ext cx="1825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09E7EBE-B271-F66D-B72A-3BA744410BF2}"/>
                    </a:ext>
                  </a:extLst>
                </p14:cNvPr>
                <p14:cNvContentPartPr/>
                <p14:nvPr/>
              </p14:nvContentPartPr>
              <p14:xfrm>
                <a:off x="4321185" y="4513695"/>
                <a:ext cx="41760" cy="746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09E7EBE-B271-F66D-B72A-3BA744410BF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12545" y="4505055"/>
                  <a:ext cx="59400" cy="76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8F553BC-E360-F5D4-478C-72B0AA650869}"/>
                    </a:ext>
                  </a:extLst>
                </p14:cNvPr>
                <p14:cNvContentPartPr/>
                <p14:nvPr/>
              </p14:nvContentPartPr>
              <p14:xfrm>
                <a:off x="3770745" y="4993215"/>
                <a:ext cx="433440" cy="215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8F553BC-E360-F5D4-478C-72B0AA65086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761745" y="4984215"/>
                  <a:ext cx="4510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04C02AE-779D-97D3-CAB3-F5F8195541D5}"/>
                    </a:ext>
                  </a:extLst>
                </p14:cNvPr>
                <p14:cNvContentPartPr/>
                <p14:nvPr/>
              </p14:nvContentPartPr>
              <p14:xfrm>
                <a:off x="4327305" y="5106255"/>
                <a:ext cx="599400" cy="268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04C02AE-779D-97D3-CAB3-F5F8195541D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18305" y="5097615"/>
                  <a:ext cx="6170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CCE9493-1F0E-41E5-327D-FD351F285258}"/>
                    </a:ext>
                  </a:extLst>
                </p14:cNvPr>
                <p14:cNvContentPartPr/>
                <p14:nvPr/>
              </p14:nvContentPartPr>
              <p14:xfrm>
                <a:off x="3802425" y="5589735"/>
                <a:ext cx="100440" cy="601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CCE9493-1F0E-41E5-327D-FD351F28525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93785" y="5581095"/>
                  <a:ext cx="118080" cy="61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351959E-1049-3132-1507-815720D3943A}"/>
                    </a:ext>
                  </a:extLst>
                </p14:cNvPr>
                <p14:cNvContentPartPr/>
                <p14:nvPr/>
              </p14:nvContentPartPr>
              <p14:xfrm>
                <a:off x="3770745" y="5508735"/>
                <a:ext cx="529200" cy="925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351959E-1049-3132-1507-815720D3943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761745" y="5499735"/>
                  <a:ext cx="546840" cy="9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F8DD72D-5960-5B77-66AC-3754763CAA7D}"/>
                    </a:ext>
                  </a:extLst>
                </p14:cNvPr>
                <p14:cNvContentPartPr/>
                <p14:nvPr/>
              </p14:nvContentPartPr>
              <p14:xfrm>
                <a:off x="4504425" y="5650575"/>
                <a:ext cx="714600" cy="400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F8DD72D-5960-5B77-66AC-3754763CAA7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495785" y="5641575"/>
                  <a:ext cx="73224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71D4E62-4CFF-F144-2178-CBD4276EA20F}"/>
                    </a:ext>
                  </a:extLst>
                </p14:cNvPr>
                <p14:cNvContentPartPr/>
                <p14:nvPr/>
              </p14:nvContentPartPr>
              <p14:xfrm>
                <a:off x="5104185" y="5714295"/>
                <a:ext cx="622440" cy="154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71D4E62-4CFF-F144-2178-CBD4276EA20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95545" y="5705655"/>
                  <a:ext cx="6400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E7AD22E-29ED-C538-CDD5-DD6F3F1405E2}"/>
                    </a:ext>
                  </a:extLst>
                </p14:cNvPr>
                <p14:cNvContentPartPr/>
                <p14:nvPr/>
              </p14:nvContentPartPr>
              <p14:xfrm>
                <a:off x="7098945" y="5157015"/>
                <a:ext cx="905760" cy="904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E7AD22E-29ED-C538-CDD5-DD6F3F1405E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089945" y="5148015"/>
                  <a:ext cx="923400" cy="9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9B02B17-C641-9523-B4C3-C9E677CD8269}"/>
                    </a:ext>
                  </a:extLst>
                </p14:cNvPr>
                <p14:cNvContentPartPr/>
                <p14:nvPr/>
              </p14:nvContentPartPr>
              <p14:xfrm>
                <a:off x="8131065" y="5659935"/>
                <a:ext cx="12960" cy="8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9B02B17-C641-9523-B4C3-C9E677CD826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122425" y="5650935"/>
                  <a:ext cx="306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94FC27D-E3AF-2D42-EA21-52422BAC9ABB}"/>
                    </a:ext>
                  </a:extLst>
                </p14:cNvPr>
                <p14:cNvContentPartPr/>
                <p14:nvPr/>
              </p14:nvContentPartPr>
              <p14:xfrm>
                <a:off x="8455785" y="5681535"/>
                <a:ext cx="10800" cy="39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94FC27D-E3AF-2D42-EA21-52422BAC9AB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446785" y="5672535"/>
                  <a:ext cx="284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2E6F4F7-8B73-7E14-237D-54A45AC20D43}"/>
                    </a:ext>
                  </a:extLst>
                </p14:cNvPr>
                <p14:cNvContentPartPr/>
                <p14:nvPr/>
              </p14:nvContentPartPr>
              <p14:xfrm>
                <a:off x="7850625" y="5399295"/>
                <a:ext cx="730080" cy="467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2E6F4F7-8B73-7E14-237D-54A45AC20D4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841985" y="5390295"/>
                  <a:ext cx="74772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4ECF9D1-BB95-F5AF-9C8D-CAD4BAF7FAC0}"/>
                    </a:ext>
                  </a:extLst>
                </p14:cNvPr>
                <p14:cNvContentPartPr/>
                <p14:nvPr/>
              </p14:nvContentPartPr>
              <p14:xfrm>
                <a:off x="8777985" y="5470575"/>
                <a:ext cx="60840" cy="25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4ECF9D1-BB95-F5AF-9C8D-CAD4BAF7FAC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769345" y="5461575"/>
                  <a:ext cx="784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86A21B9-A5A5-533B-84B6-AECCB64162DA}"/>
                    </a:ext>
                  </a:extLst>
                </p14:cNvPr>
                <p14:cNvContentPartPr/>
                <p14:nvPr/>
              </p14:nvContentPartPr>
              <p14:xfrm>
                <a:off x="9231945" y="5727615"/>
                <a:ext cx="255240" cy="37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86A21B9-A5A5-533B-84B6-AECCB64162D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222945" y="5718975"/>
                  <a:ext cx="272880" cy="55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36915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516A9F1F-9DFC-3DDC-E543-1D21FF35CB77}"/>
              </a:ext>
            </a:extLst>
          </p:cNvPr>
          <p:cNvGrpSpPr/>
          <p:nvPr/>
        </p:nvGrpSpPr>
        <p:grpSpPr>
          <a:xfrm>
            <a:off x="600945" y="181815"/>
            <a:ext cx="10960200" cy="5880600"/>
            <a:chOff x="600945" y="181815"/>
            <a:chExt cx="10960200" cy="588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CD78F4C-05D6-BDCD-BB10-ECA12FD30668}"/>
                    </a:ext>
                  </a:extLst>
                </p14:cNvPr>
                <p14:cNvContentPartPr/>
                <p14:nvPr/>
              </p14:nvContentPartPr>
              <p14:xfrm>
                <a:off x="1432185" y="738735"/>
                <a:ext cx="519120" cy="985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CD78F4C-05D6-BDCD-BB10-ECA12FD3066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23545" y="730095"/>
                  <a:ext cx="536760" cy="10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19F6E59-D6DF-0B52-0091-5A87AAC5B147}"/>
                    </a:ext>
                  </a:extLst>
                </p14:cNvPr>
                <p14:cNvContentPartPr/>
                <p14:nvPr/>
              </p14:nvContentPartPr>
              <p14:xfrm>
                <a:off x="1297905" y="690855"/>
                <a:ext cx="916920" cy="805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19F6E59-D6DF-0B52-0091-5A87AAC5B14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89265" y="681855"/>
                  <a:ext cx="934560" cy="82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9FC66AD-378B-E49C-9602-363EF9F01B94}"/>
                    </a:ext>
                  </a:extLst>
                </p14:cNvPr>
                <p14:cNvContentPartPr/>
                <p14:nvPr/>
              </p14:nvContentPartPr>
              <p14:xfrm>
                <a:off x="1896225" y="534255"/>
                <a:ext cx="605160" cy="424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9FC66AD-378B-E49C-9602-363EF9F01B9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87225" y="525255"/>
                  <a:ext cx="62280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262EB73-EE33-E1D7-F625-395C8623003B}"/>
                    </a:ext>
                  </a:extLst>
                </p14:cNvPr>
                <p14:cNvContentPartPr/>
                <p14:nvPr/>
              </p14:nvContentPartPr>
              <p14:xfrm>
                <a:off x="2689665" y="478095"/>
                <a:ext cx="64080" cy="918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262EB73-EE33-E1D7-F625-395C8623003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81025" y="469455"/>
                  <a:ext cx="81720" cy="9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79512A3-BCFE-651B-688A-E3685AEC47C5}"/>
                    </a:ext>
                  </a:extLst>
                </p14:cNvPr>
                <p14:cNvContentPartPr/>
                <p14:nvPr/>
              </p14:nvContentPartPr>
              <p14:xfrm>
                <a:off x="2455305" y="278655"/>
                <a:ext cx="544320" cy="588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79512A3-BCFE-651B-688A-E3685AEC47C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46665" y="269655"/>
                  <a:ext cx="56196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23CCBF7-6ACA-5784-71E8-6A6BE489788C}"/>
                    </a:ext>
                  </a:extLst>
                </p14:cNvPr>
                <p14:cNvContentPartPr/>
                <p14:nvPr/>
              </p14:nvContentPartPr>
              <p14:xfrm>
                <a:off x="3255225" y="212055"/>
                <a:ext cx="643680" cy="911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23CCBF7-6ACA-5784-71E8-6A6BE489788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46225" y="203415"/>
                  <a:ext cx="661320" cy="9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8F2AD6D-95F6-9A02-0BFE-89C3B51A3D5F}"/>
                    </a:ext>
                  </a:extLst>
                </p14:cNvPr>
                <p14:cNvContentPartPr/>
                <p14:nvPr/>
              </p14:nvContentPartPr>
              <p14:xfrm>
                <a:off x="3960465" y="558375"/>
                <a:ext cx="20880" cy="14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8F2AD6D-95F6-9A02-0BFE-89C3B51A3D5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51465" y="549735"/>
                  <a:ext cx="385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C067138-8DC9-E340-8FFF-F036281AEB8B}"/>
                    </a:ext>
                  </a:extLst>
                </p14:cNvPr>
                <p14:cNvContentPartPr/>
                <p14:nvPr/>
              </p14:nvContentPartPr>
              <p14:xfrm>
                <a:off x="4243065" y="589335"/>
                <a:ext cx="486720" cy="264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C067138-8DC9-E340-8FFF-F036281AEB8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34425" y="580335"/>
                  <a:ext cx="50436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9419172-2EEA-87C7-6C2A-FF98420A5855}"/>
                    </a:ext>
                  </a:extLst>
                </p14:cNvPr>
                <p14:cNvContentPartPr/>
                <p14:nvPr/>
              </p14:nvContentPartPr>
              <p14:xfrm>
                <a:off x="3060825" y="1810455"/>
                <a:ext cx="1931400" cy="369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9419172-2EEA-87C7-6C2A-FF98420A585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51825" y="1801455"/>
                  <a:ext cx="194904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BF677F9-AED0-7011-BDAC-BB98EE194803}"/>
                    </a:ext>
                  </a:extLst>
                </p14:cNvPr>
                <p14:cNvContentPartPr/>
                <p14:nvPr/>
              </p14:nvContentPartPr>
              <p14:xfrm>
                <a:off x="4531065" y="1589055"/>
                <a:ext cx="409680" cy="1002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BF677F9-AED0-7011-BDAC-BB98EE19480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22065" y="1580415"/>
                  <a:ext cx="427320" cy="10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71C0DDE-4A26-33DD-0416-F7EC020D3FFC}"/>
                    </a:ext>
                  </a:extLst>
                </p14:cNvPr>
                <p14:cNvContentPartPr/>
                <p14:nvPr/>
              </p14:nvContentPartPr>
              <p14:xfrm>
                <a:off x="6022185" y="1589775"/>
                <a:ext cx="82800" cy="799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71C0DDE-4A26-33DD-0416-F7EC020D3FF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13545" y="1580775"/>
                  <a:ext cx="100440" cy="81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09082B4-D43B-E37D-0943-3CB27F49C918}"/>
                    </a:ext>
                  </a:extLst>
                </p14:cNvPr>
                <p14:cNvContentPartPr/>
                <p14:nvPr/>
              </p14:nvContentPartPr>
              <p14:xfrm>
                <a:off x="5607465" y="1346415"/>
                <a:ext cx="826560" cy="198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09082B4-D43B-E37D-0943-3CB27F49C91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598465" y="1337775"/>
                  <a:ext cx="8442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7740D8F-E719-4E6D-E4E0-8A1C938CFFBE}"/>
                    </a:ext>
                  </a:extLst>
                </p14:cNvPr>
                <p14:cNvContentPartPr/>
                <p14:nvPr/>
              </p14:nvContentPartPr>
              <p14:xfrm>
                <a:off x="5645265" y="2334975"/>
                <a:ext cx="561600" cy="297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7740D8F-E719-4E6D-E4E0-8A1C938CFFB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636265" y="2326335"/>
                  <a:ext cx="5792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82454A6-6679-4CC9-FD27-6B0AF2003BC7}"/>
                    </a:ext>
                  </a:extLst>
                </p14:cNvPr>
                <p14:cNvContentPartPr/>
                <p14:nvPr/>
              </p14:nvContentPartPr>
              <p14:xfrm>
                <a:off x="6463545" y="1478175"/>
                <a:ext cx="1022400" cy="771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82454A6-6679-4CC9-FD27-6B0AF2003BC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54545" y="1469535"/>
                  <a:ext cx="1040040" cy="78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0D51EF7-43C7-F772-ABAC-65313D8B0E1E}"/>
                    </a:ext>
                  </a:extLst>
                </p14:cNvPr>
                <p14:cNvContentPartPr/>
                <p14:nvPr/>
              </p14:nvContentPartPr>
              <p14:xfrm>
                <a:off x="7372185" y="1172175"/>
                <a:ext cx="2429280" cy="706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0D51EF7-43C7-F772-ABAC-65313D8B0E1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363545" y="1163535"/>
                  <a:ext cx="2446920" cy="72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472255A-522E-BEA6-4179-67AB99AFAC28}"/>
                    </a:ext>
                  </a:extLst>
                </p14:cNvPr>
                <p14:cNvContentPartPr/>
                <p14:nvPr/>
              </p14:nvContentPartPr>
              <p14:xfrm>
                <a:off x="10110705" y="1206735"/>
                <a:ext cx="15120" cy="15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472255A-522E-BEA6-4179-67AB99AFAC2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102065" y="1197735"/>
                  <a:ext cx="327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9D34535-EDD6-894E-8606-BE710A74047B}"/>
                    </a:ext>
                  </a:extLst>
                </p14:cNvPr>
                <p14:cNvContentPartPr/>
                <p14:nvPr/>
              </p14:nvContentPartPr>
              <p14:xfrm>
                <a:off x="6392985" y="3842655"/>
                <a:ext cx="73080" cy="536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9D34535-EDD6-894E-8606-BE710A74047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84345" y="3833655"/>
                  <a:ext cx="9072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E117E9F-AE2C-227D-073D-6F6859945A6C}"/>
                    </a:ext>
                  </a:extLst>
                </p14:cNvPr>
                <p14:cNvContentPartPr/>
                <p14:nvPr/>
              </p14:nvContentPartPr>
              <p14:xfrm>
                <a:off x="6427545" y="3377895"/>
                <a:ext cx="908280" cy="645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E117E9F-AE2C-227D-073D-6F6859945A6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418545" y="3369255"/>
                  <a:ext cx="925920" cy="66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509DE88-FAB6-D433-5E62-BBC443F34456}"/>
                    </a:ext>
                  </a:extLst>
                </p14:cNvPr>
                <p14:cNvContentPartPr/>
                <p14:nvPr/>
              </p14:nvContentPartPr>
              <p14:xfrm>
                <a:off x="7794825" y="3096375"/>
                <a:ext cx="520920" cy="781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509DE88-FAB6-D433-5E62-BBC443F3445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85825" y="3087375"/>
                  <a:ext cx="538560" cy="79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E3E617D-5B20-F1A5-EBEE-05627BB68B76}"/>
                    </a:ext>
                  </a:extLst>
                </p14:cNvPr>
                <p14:cNvContentPartPr/>
                <p14:nvPr/>
              </p14:nvContentPartPr>
              <p14:xfrm>
                <a:off x="8682225" y="3006375"/>
                <a:ext cx="316800" cy="527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E3E617D-5B20-F1A5-EBEE-05627BB68B7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673585" y="2997375"/>
                  <a:ext cx="33444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A146632-B22A-0B77-D11E-2970496E3C6C}"/>
                    </a:ext>
                  </a:extLst>
                </p14:cNvPr>
                <p14:cNvContentPartPr/>
                <p14:nvPr/>
              </p14:nvContentPartPr>
              <p14:xfrm>
                <a:off x="8808945" y="2688855"/>
                <a:ext cx="305640" cy="98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A146632-B22A-0B77-D11E-2970496E3C6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99945" y="2679855"/>
                  <a:ext cx="3232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DB0F676-B9F2-B4F1-6113-CD4D0487C0B2}"/>
                    </a:ext>
                  </a:extLst>
                </p14:cNvPr>
                <p14:cNvContentPartPr/>
                <p14:nvPr/>
              </p14:nvContentPartPr>
              <p14:xfrm>
                <a:off x="9005505" y="2846535"/>
                <a:ext cx="985680" cy="940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DB0F676-B9F2-B4F1-6113-CD4D0487C0B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996865" y="2837535"/>
                  <a:ext cx="1003320" cy="9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FD6763D-4328-74BF-5D20-84FB15F776AA}"/>
                    </a:ext>
                  </a:extLst>
                </p14:cNvPr>
                <p14:cNvContentPartPr/>
                <p14:nvPr/>
              </p14:nvContentPartPr>
              <p14:xfrm>
                <a:off x="4274385" y="4848495"/>
                <a:ext cx="752760" cy="1024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FD6763D-4328-74BF-5D20-84FB15F776A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265745" y="4839495"/>
                  <a:ext cx="770400" cy="10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1CFFB57-1550-3AE9-C5F3-FE11A1326961}"/>
                    </a:ext>
                  </a:extLst>
                </p14:cNvPr>
                <p14:cNvContentPartPr/>
                <p14:nvPr/>
              </p14:nvContentPartPr>
              <p14:xfrm>
                <a:off x="4443945" y="5336655"/>
                <a:ext cx="673560" cy="230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1CFFB57-1550-3AE9-C5F3-FE11A132696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434945" y="5328015"/>
                  <a:ext cx="6912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06BCFD5-5536-E6AA-496C-5A05A25EFFA9}"/>
                    </a:ext>
                  </a:extLst>
                </p14:cNvPr>
                <p14:cNvContentPartPr/>
                <p14:nvPr/>
              </p14:nvContentPartPr>
              <p14:xfrm>
                <a:off x="5427105" y="5053335"/>
                <a:ext cx="193320" cy="540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06BCFD5-5536-E6AA-496C-5A05A25EFFA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18465" y="5044695"/>
                  <a:ext cx="210960" cy="55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B4CCF92-4419-F292-2A4B-1B91BCCEA3EE}"/>
                    </a:ext>
                  </a:extLst>
                </p14:cNvPr>
                <p14:cNvContentPartPr/>
                <p14:nvPr/>
              </p14:nvContentPartPr>
              <p14:xfrm>
                <a:off x="5355825" y="4740135"/>
                <a:ext cx="574200" cy="140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B4CCF92-4419-F292-2A4B-1B91BCCEA3E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47185" y="4731495"/>
                  <a:ext cx="5918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9B86D2C-31D7-0024-4537-07901FA09CE4}"/>
                    </a:ext>
                  </a:extLst>
                </p14:cNvPr>
                <p14:cNvContentPartPr/>
                <p14:nvPr/>
              </p14:nvContentPartPr>
              <p14:xfrm>
                <a:off x="4998705" y="5639055"/>
                <a:ext cx="816120" cy="291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9B86D2C-31D7-0024-4537-07901FA09CE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89705" y="5630415"/>
                  <a:ext cx="8337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CB01BA2-5A33-6754-BFAA-9F931C676C15}"/>
                    </a:ext>
                  </a:extLst>
                </p14:cNvPr>
                <p14:cNvContentPartPr/>
                <p14:nvPr/>
              </p14:nvContentPartPr>
              <p14:xfrm>
                <a:off x="7388025" y="4570575"/>
                <a:ext cx="49680" cy="54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CB01BA2-5A33-6754-BFAA-9F931C676C1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79385" y="4561575"/>
                  <a:ext cx="673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303F165-5A8D-E547-ABCD-69B1EA73A3AC}"/>
                    </a:ext>
                  </a:extLst>
                </p14:cNvPr>
                <p14:cNvContentPartPr/>
                <p14:nvPr/>
              </p14:nvContentPartPr>
              <p14:xfrm>
                <a:off x="7085625" y="4664895"/>
                <a:ext cx="280080" cy="977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303F165-5A8D-E547-ABCD-69B1EA73A3A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76625" y="4656255"/>
                  <a:ext cx="297720" cy="9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3610E7C-A147-09CF-B067-799CECD25DE9}"/>
                    </a:ext>
                  </a:extLst>
                </p14:cNvPr>
                <p14:cNvContentPartPr/>
                <p14:nvPr/>
              </p14:nvContentPartPr>
              <p14:xfrm>
                <a:off x="7229265" y="4538535"/>
                <a:ext cx="423360" cy="64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3610E7C-A147-09CF-B067-799CECD25DE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220625" y="4529535"/>
                  <a:ext cx="4410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15A3943-7D2C-1B32-3E2A-F4D83CE3DAF7}"/>
                    </a:ext>
                  </a:extLst>
                </p14:cNvPr>
                <p14:cNvContentPartPr/>
                <p14:nvPr/>
              </p14:nvContentPartPr>
              <p14:xfrm>
                <a:off x="7172025" y="5055855"/>
                <a:ext cx="360360" cy="162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15A3943-7D2C-1B32-3E2A-F4D83CE3DAF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163385" y="5047215"/>
                  <a:ext cx="3780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0576EA3-7BC1-3EA8-214C-BA288D820A8C}"/>
                    </a:ext>
                  </a:extLst>
                </p14:cNvPr>
                <p14:cNvContentPartPr/>
                <p14:nvPr/>
              </p14:nvContentPartPr>
              <p14:xfrm>
                <a:off x="7793745" y="4532055"/>
                <a:ext cx="2451960" cy="1427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0576EA3-7BC1-3EA8-214C-BA288D820A8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785105" y="4523055"/>
                  <a:ext cx="2469600" cy="14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BE1F3E0-C24B-1695-2051-BB2C80E40675}"/>
                    </a:ext>
                  </a:extLst>
                </p14:cNvPr>
                <p14:cNvContentPartPr/>
                <p14:nvPr/>
              </p14:nvContentPartPr>
              <p14:xfrm>
                <a:off x="10370265" y="4505775"/>
                <a:ext cx="84960" cy="11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BE1F3E0-C24B-1695-2051-BB2C80E4067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361265" y="4496775"/>
                  <a:ext cx="1026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1BA9871-C827-E0FA-BCE9-7DDC404DDD4A}"/>
                    </a:ext>
                  </a:extLst>
                </p14:cNvPr>
                <p14:cNvContentPartPr/>
                <p14:nvPr/>
              </p14:nvContentPartPr>
              <p14:xfrm>
                <a:off x="5222265" y="5286255"/>
                <a:ext cx="4268160" cy="776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1BA9871-C827-E0FA-BCE9-7DDC404DDD4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213265" y="5277615"/>
                  <a:ext cx="4285800" cy="79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E66F013-D208-A642-CF07-18465B128029}"/>
                    </a:ext>
                  </a:extLst>
                </p14:cNvPr>
                <p14:cNvContentPartPr/>
                <p14:nvPr/>
              </p14:nvContentPartPr>
              <p14:xfrm>
                <a:off x="6549585" y="3924375"/>
                <a:ext cx="3790080" cy="358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E66F013-D208-A642-CF07-18465B12802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540945" y="3915735"/>
                  <a:ext cx="38077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2FD34AB-87C6-4B36-CF6F-71BF924CE75D}"/>
                    </a:ext>
                  </a:extLst>
                </p14:cNvPr>
                <p14:cNvContentPartPr/>
                <p14:nvPr/>
              </p14:nvContentPartPr>
              <p14:xfrm>
                <a:off x="600945" y="4201215"/>
                <a:ext cx="854280" cy="810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2FD34AB-87C6-4B36-CF6F-71BF924CE75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92305" y="4192215"/>
                  <a:ext cx="871920" cy="82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34F96BA-C2E8-F816-AE13-4A47E0AAA478}"/>
                    </a:ext>
                  </a:extLst>
                </p14:cNvPr>
                <p14:cNvContentPartPr/>
                <p14:nvPr/>
              </p14:nvContentPartPr>
              <p14:xfrm>
                <a:off x="600945" y="3603255"/>
                <a:ext cx="185400" cy="515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34F96BA-C2E8-F816-AE13-4A47E0AAA47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92305" y="3594615"/>
                  <a:ext cx="20304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0741555-C580-9AD1-1CE1-D97651680D6B}"/>
                    </a:ext>
                  </a:extLst>
                </p14:cNvPr>
                <p14:cNvContentPartPr/>
                <p14:nvPr/>
              </p14:nvContentPartPr>
              <p14:xfrm>
                <a:off x="1198905" y="4074495"/>
                <a:ext cx="23400" cy="259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0741555-C580-9AD1-1CE1-D97651680D6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89905" y="4065855"/>
                  <a:ext cx="410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B7EF960-421F-7466-BE75-12B4548CE40E}"/>
                    </a:ext>
                  </a:extLst>
                </p14:cNvPr>
                <p14:cNvContentPartPr/>
                <p14:nvPr/>
              </p14:nvContentPartPr>
              <p14:xfrm>
                <a:off x="1334625" y="2526855"/>
                <a:ext cx="914040" cy="1394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B7EF960-421F-7466-BE75-12B4548CE40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325625" y="2517855"/>
                  <a:ext cx="931680" cy="14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1F4404C-C6B6-E1F2-112C-1683746577BC}"/>
                    </a:ext>
                  </a:extLst>
                </p14:cNvPr>
                <p14:cNvContentPartPr/>
                <p14:nvPr/>
              </p14:nvContentPartPr>
              <p14:xfrm>
                <a:off x="2143185" y="3966855"/>
                <a:ext cx="980640" cy="1078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1F4404C-C6B6-E1F2-112C-1683746577B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134545" y="3958215"/>
                  <a:ext cx="998280" cy="10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F94D86F-7E86-BD51-D910-DA70935C35A5}"/>
                    </a:ext>
                  </a:extLst>
                </p14:cNvPr>
                <p14:cNvContentPartPr/>
                <p14:nvPr/>
              </p14:nvContentPartPr>
              <p14:xfrm>
                <a:off x="2328225" y="3543855"/>
                <a:ext cx="941040" cy="558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F94D86F-7E86-BD51-D910-DA70935C35A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319225" y="3534855"/>
                  <a:ext cx="95868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AEC7811-C1A6-5BDF-120A-58C96A94CC62}"/>
                    </a:ext>
                  </a:extLst>
                </p14:cNvPr>
                <p14:cNvContentPartPr/>
                <p14:nvPr/>
              </p14:nvContentPartPr>
              <p14:xfrm>
                <a:off x="2658345" y="2580855"/>
                <a:ext cx="1247400" cy="13201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AEC7811-C1A6-5BDF-120A-58C96A94CC6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649705" y="2571855"/>
                  <a:ext cx="1265040" cy="13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620D547-21C8-9228-D9E6-E4D5AC5E2C9E}"/>
                    </a:ext>
                  </a:extLst>
                </p14:cNvPr>
                <p14:cNvContentPartPr/>
                <p14:nvPr/>
              </p14:nvContentPartPr>
              <p14:xfrm>
                <a:off x="834225" y="2288535"/>
                <a:ext cx="2759760" cy="2959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620D547-21C8-9228-D9E6-E4D5AC5E2C9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25225" y="2279895"/>
                  <a:ext cx="2777400" cy="29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947AEC5-31D9-F360-CCA5-0E0EB84DD0BC}"/>
                    </a:ext>
                  </a:extLst>
                </p14:cNvPr>
                <p14:cNvContentPartPr/>
                <p14:nvPr/>
              </p14:nvContentPartPr>
              <p14:xfrm>
                <a:off x="690585" y="2011695"/>
                <a:ext cx="2490480" cy="858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947AEC5-31D9-F360-CCA5-0E0EB84DD0B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81585" y="2003055"/>
                  <a:ext cx="2508120" cy="87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7B46F4E-0B25-61BF-5956-ACA3C5110B61}"/>
                    </a:ext>
                  </a:extLst>
                </p14:cNvPr>
                <p14:cNvContentPartPr/>
                <p14:nvPr/>
              </p14:nvContentPartPr>
              <p14:xfrm>
                <a:off x="9592305" y="181815"/>
                <a:ext cx="1968840" cy="44938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7B46F4E-0B25-61BF-5956-ACA3C5110B6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583305" y="172815"/>
                  <a:ext cx="1986480" cy="4511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08445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69">
            <a:extLst>
              <a:ext uri="{FF2B5EF4-FFF2-40B4-BE49-F238E27FC236}">
                <a16:creationId xmlns:a16="http://schemas.microsoft.com/office/drawing/2014/main" id="{F5541114-D1D2-9AE2-F871-722361D49858}"/>
              </a:ext>
            </a:extLst>
          </p:cNvPr>
          <p:cNvGrpSpPr/>
          <p:nvPr/>
        </p:nvGrpSpPr>
        <p:grpSpPr>
          <a:xfrm>
            <a:off x="1382865" y="159135"/>
            <a:ext cx="10411200" cy="6303960"/>
            <a:chOff x="1382865" y="159135"/>
            <a:chExt cx="10411200" cy="630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1865954-6D01-376F-674A-80C4C112E474}"/>
                    </a:ext>
                  </a:extLst>
                </p14:cNvPr>
                <p14:cNvContentPartPr/>
                <p14:nvPr/>
              </p14:nvContentPartPr>
              <p14:xfrm>
                <a:off x="2052825" y="520215"/>
                <a:ext cx="6674040" cy="4469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1865954-6D01-376F-674A-80C4C112E47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43825" y="511575"/>
                  <a:ext cx="6691680" cy="448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9A56EE6-98D0-B42C-9998-47EB93E6CC73}"/>
                    </a:ext>
                  </a:extLst>
                </p14:cNvPr>
                <p14:cNvContentPartPr/>
                <p14:nvPr/>
              </p14:nvContentPartPr>
              <p14:xfrm>
                <a:off x="1382865" y="279375"/>
                <a:ext cx="459360" cy="1631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9A56EE6-98D0-B42C-9998-47EB93E6CC7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73865" y="270375"/>
                  <a:ext cx="477000" cy="164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03F9B13-7BD3-3FA2-586E-49C109FE082E}"/>
                    </a:ext>
                  </a:extLst>
                </p14:cNvPr>
                <p14:cNvContentPartPr/>
                <p14:nvPr/>
              </p14:nvContentPartPr>
              <p14:xfrm>
                <a:off x="8848905" y="3845895"/>
                <a:ext cx="393480" cy="709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03F9B13-7BD3-3FA2-586E-49C109FE082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839905" y="3836895"/>
                  <a:ext cx="411120" cy="72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1F4F512-4E69-690C-5CFF-7590CE424CB1}"/>
                    </a:ext>
                  </a:extLst>
                </p14:cNvPr>
                <p14:cNvContentPartPr/>
                <p14:nvPr/>
              </p14:nvContentPartPr>
              <p14:xfrm>
                <a:off x="8381265" y="3875775"/>
                <a:ext cx="905760" cy="939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1F4F512-4E69-690C-5CFF-7590CE424CB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72625" y="3867135"/>
                  <a:ext cx="923400" cy="9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11C3C95-3AB9-C640-2BB0-6C8278C4DBF4}"/>
                    </a:ext>
                  </a:extLst>
                </p14:cNvPr>
                <p14:cNvContentPartPr/>
                <p14:nvPr/>
              </p14:nvContentPartPr>
              <p14:xfrm>
                <a:off x="3151905" y="5168175"/>
                <a:ext cx="782640" cy="516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11C3C95-3AB9-C640-2BB0-6C8278C4DBF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142905" y="5159175"/>
                  <a:ext cx="80028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5A76273-0109-7FE4-8875-C076643B05A8}"/>
                    </a:ext>
                  </a:extLst>
                </p14:cNvPr>
                <p14:cNvContentPartPr/>
                <p14:nvPr/>
              </p14:nvContentPartPr>
              <p14:xfrm>
                <a:off x="3108705" y="4385535"/>
                <a:ext cx="494280" cy="786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5A76273-0109-7FE4-8875-C076643B05A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00065" y="4376535"/>
                  <a:ext cx="511920" cy="80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E9DCAB6-3848-3327-A498-477E21BD242E}"/>
                    </a:ext>
                  </a:extLst>
                </p14:cNvPr>
                <p14:cNvContentPartPr/>
                <p14:nvPr/>
              </p14:nvContentPartPr>
              <p14:xfrm>
                <a:off x="3554385" y="1352535"/>
                <a:ext cx="1491480" cy="3265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E9DCAB6-3848-3327-A498-477E21BD242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45745" y="1343895"/>
                  <a:ext cx="1509120" cy="328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5DDDB0E-59CA-EC16-FA4B-14DEC03BA495}"/>
                    </a:ext>
                  </a:extLst>
                </p14:cNvPr>
                <p14:cNvContentPartPr/>
                <p14:nvPr/>
              </p14:nvContentPartPr>
              <p14:xfrm>
                <a:off x="5041905" y="4181415"/>
                <a:ext cx="74160" cy="624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5DDDB0E-59CA-EC16-FA4B-14DEC03BA49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33265" y="4172775"/>
                  <a:ext cx="91800" cy="64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2C29D62-9BC8-3593-64BC-7354392DD3D9}"/>
                    </a:ext>
                  </a:extLst>
                </p14:cNvPr>
                <p14:cNvContentPartPr/>
                <p14:nvPr/>
              </p14:nvContentPartPr>
              <p14:xfrm>
                <a:off x="3132825" y="4191495"/>
                <a:ext cx="698400" cy="285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2C29D62-9BC8-3593-64BC-7354392DD3D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23825" y="4182855"/>
                  <a:ext cx="7160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58694FB-AB26-C9E8-8C0C-5201FA20053A}"/>
                    </a:ext>
                  </a:extLst>
                </p14:cNvPr>
                <p14:cNvContentPartPr/>
                <p14:nvPr/>
              </p14:nvContentPartPr>
              <p14:xfrm>
                <a:off x="2991705" y="4361415"/>
                <a:ext cx="357480" cy="198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58694FB-AB26-C9E8-8C0C-5201FA20053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83065" y="4352775"/>
                  <a:ext cx="3751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E7261AA-B2F5-BD6C-6679-88CA3F903D7C}"/>
                    </a:ext>
                  </a:extLst>
                </p14:cNvPr>
                <p14:cNvContentPartPr/>
                <p14:nvPr/>
              </p14:nvContentPartPr>
              <p14:xfrm>
                <a:off x="5056305" y="4422255"/>
                <a:ext cx="432360" cy="379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E7261AA-B2F5-BD6C-6679-88CA3F903D7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47665" y="4413615"/>
                  <a:ext cx="45000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89CE61E-16FE-2DFA-ED07-C4D97E07633D}"/>
                    </a:ext>
                  </a:extLst>
                </p14:cNvPr>
                <p14:cNvContentPartPr/>
                <p14:nvPr/>
              </p14:nvContentPartPr>
              <p14:xfrm>
                <a:off x="5678385" y="3915735"/>
                <a:ext cx="1405800" cy="1895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89CE61E-16FE-2DFA-ED07-C4D97E07633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669385" y="3906735"/>
                  <a:ext cx="1423440" cy="19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A499D42-6FCD-BF9A-7E4A-C0CAF9E77FAE}"/>
                    </a:ext>
                  </a:extLst>
                </p14:cNvPr>
                <p14:cNvContentPartPr/>
                <p14:nvPr/>
              </p14:nvContentPartPr>
              <p14:xfrm>
                <a:off x="6944865" y="4798815"/>
                <a:ext cx="1938960" cy="469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A499D42-6FCD-BF9A-7E4A-C0CAF9E77FA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935865" y="4789815"/>
                  <a:ext cx="195660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0E19AC2-DC62-7B85-76C5-17C8AAAE66BE}"/>
                    </a:ext>
                  </a:extLst>
                </p14:cNvPr>
                <p14:cNvContentPartPr/>
                <p14:nvPr/>
              </p14:nvContentPartPr>
              <p14:xfrm>
                <a:off x="8735865" y="4898535"/>
                <a:ext cx="169560" cy="637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0E19AC2-DC62-7B85-76C5-17C8AAAE66B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26865" y="4889895"/>
                  <a:ext cx="18720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C16ADB1-5A66-9845-5B0F-F62519287AF9}"/>
                    </a:ext>
                  </a:extLst>
                </p14:cNvPr>
                <p14:cNvContentPartPr/>
                <p14:nvPr/>
              </p14:nvContentPartPr>
              <p14:xfrm>
                <a:off x="8641905" y="4653735"/>
                <a:ext cx="576360" cy="999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C16ADB1-5A66-9845-5B0F-F62519287AF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33265" y="4644735"/>
                  <a:ext cx="594000" cy="10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BA72924-26D2-91F8-FD86-F0CFF0D9782D}"/>
                    </a:ext>
                  </a:extLst>
                </p14:cNvPr>
                <p14:cNvContentPartPr/>
                <p14:nvPr/>
              </p14:nvContentPartPr>
              <p14:xfrm>
                <a:off x="9545145" y="4056855"/>
                <a:ext cx="898560" cy="1109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BA72924-26D2-91F8-FD86-F0CFF0D9782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536145" y="4048215"/>
                  <a:ext cx="916200" cy="11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5077245-673C-8A6A-AB45-4B4988ABEE88}"/>
                    </a:ext>
                  </a:extLst>
                </p14:cNvPr>
                <p14:cNvContentPartPr/>
                <p14:nvPr/>
              </p14:nvContentPartPr>
              <p14:xfrm>
                <a:off x="10396545" y="4070535"/>
                <a:ext cx="34560" cy="11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5077245-673C-8A6A-AB45-4B4988ABEE8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387905" y="4061535"/>
                  <a:ext cx="522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DD972F7-0A66-7E1D-E735-BA87E8245A71}"/>
                    </a:ext>
                  </a:extLst>
                </p14:cNvPr>
                <p14:cNvContentPartPr/>
                <p14:nvPr/>
              </p14:nvContentPartPr>
              <p14:xfrm>
                <a:off x="7965105" y="4587135"/>
                <a:ext cx="358560" cy="1331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DD972F7-0A66-7E1D-E735-BA87E8245A7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956105" y="4578495"/>
                  <a:ext cx="376200" cy="13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6FB7A2F-849E-F365-0671-FDDAB824CA01}"/>
                    </a:ext>
                  </a:extLst>
                </p14:cNvPr>
                <p14:cNvContentPartPr/>
                <p14:nvPr/>
              </p14:nvContentPartPr>
              <p14:xfrm>
                <a:off x="7910385" y="3162615"/>
                <a:ext cx="2838240" cy="3300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6FB7A2F-849E-F365-0671-FDDAB824CA0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01745" y="3153975"/>
                  <a:ext cx="2855880" cy="331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F638ED9-7AA0-1C6B-FD32-6D7E7ED2288F}"/>
                    </a:ext>
                  </a:extLst>
                </p14:cNvPr>
                <p14:cNvContentPartPr/>
                <p14:nvPr/>
              </p14:nvContentPartPr>
              <p14:xfrm>
                <a:off x="4068465" y="349575"/>
                <a:ext cx="975600" cy="688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F638ED9-7AA0-1C6B-FD32-6D7E7ED2288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59825" y="340935"/>
                  <a:ext cx="993240" cy="70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F56AA15-B40B-42F3-FA98-D9B209C9B8CA}"/>
                    </a:ext>
                  </a:extLst>
                </p14:cNvPr>
                <p14:cNvContentPartPr/>
                <p14:nvPr/>
              </p14:nvContentPartPr>
              <p14:xfrm>
                <a:off x="4902225" y="637575"/>
                <a:ext cx="153360" cy="405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F56AA15-B40B-42F3-FA98-D9B209C9B8C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93225" y="628935"/>
                  <a:ext cx="17100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26C96C-D84A-A700-3B02-7EDA2FB39317}"/>
                    </a:ext>
                  </a:extLst>
                </p14:cNvPr>
                <p14:cNvContentPartPr/>
                <p14:nvPr/>
              </p14:nvContentPartPr>
              <p14:xfrm>
                <a:off x="5344665" y="385935"/>
                <a:ext cx="726120" cy="781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26C96C-D84A-A700-3B02-7EDA2FB3931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35665" y="377295"/>
                  <a:ext cx="743760" cy="79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32D5CAE-ACBF-87C8-DC60-79D7DFE12FCF}"/>
                    </a:ext>
                  </a:extLst>
                </p14:cNvPr>
                <p14:cNvContentPartPr/>
                <p14:nvPr/>
              </p14:nvContentPartPr>
              <p14:xfrm>
                <a:off x="5840385" y="765735"/>
                <a:ext cx="403920" cy="293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32D5CAE-ACBF-87C8-DC60-79D7DFE12FC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31745" y="756735"/>
                  <a:ext cx="4215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5EE5DB6-2C83-7AC1-E54C-85227D014CCA}"/>
                    </a:ext>
                  </a:extLst>
                </p14:cNvPr>
                <p14:cNvContentPartPr/>
                <p14:nvPr/>
              </p14:nvContentPartPr>
              <p14:xfrm>
                <a:off x="6320985" y="1413015"/>
                <a:ext cx="663480" cy="898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5EE5DB6-2C83-7AC1-E54C-85227D014CC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12345" y="1404015"/>
                  <a:ext cx="681120" cy="9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6917DF3-B977-DE1D-C570-F623680F2E48}"/>
                    </a:ext>
                  </a:extLst>
                </p14:cNvPr>
                <p14:cNvContentPartPr/>
                <p14:nvPr/>
              </p14:nvContentPartPr>
              <p14:xfrm>
                <a:off x="7067985" y="1076775"/>
                <a:ext cx="1721880" cy="1165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6917DF3-B977-DE1D-C570-F623680F2E4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59345" y="1068135"/>
                  <a:ext cx="1739520" cy="11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980362A-1196-2FB6-3E76-B15E3301F640}"/>
                    </a:ext>
                  </a:extLst>
                </p14:cNvPr>
                <p14:cNvContentPartPr/>
                <p14:nvPr/>
              </p14:nvContentPartPr>
              <p14:xfrm>
                <a:off x="9520305" y="702375"/>
                <a:ext cx="250200" cy="758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980362A-1196-2FB6-3E76-B15E3301F64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511305" y="693735"/>
                  <a:ext cx="267840" cy="77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49C3FD6-8FD7-84C9-210F-8F7A7B1ECF71}"/>
                    </a:ext>
                  </a:extLst>
                </p14:cNvPr>
                <p14:cNvContentPartPr/>
                <p14:nvPr/>
              </p14:nvContentPartPr>
              <p14:xfrm>
                <a:off x="9773745" y="865095"/>
                <a:ext cx="406080" cy="445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49C3FD6-8FD7-84C9-210F-8F7A7B1ECF7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764745" y="856095"/>
                  <a:ext cx="42372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9872043-74C8-38C2-2F1A-627811F5DDC6}"/>
                    </a:ext>
                  </a:extLst>
                </p14:cNvPr>
                <p14:cNvContentPartPr/>
                <p14:nvPr/>
              </p14:nvContentPartPr>
              <p14:xfrm>
                <a:off x="10237065" y="968415"/>
                <a:ext cx="125280" cy="329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9872043-74C8-38C2-2F1A-627811F5DDC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228425" y="959415"/>
                  <a:ext cx="14292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5AEBC4F-E909-B308-D2A4-3F050C53CA1A}"/>
                    </a:ext>
                  </a:extLst>
                </p14:cNvPr>
                <p14:cNvContentPartPr/>
                <p14:nvPr/>
              </p14:nvContentPartPr>
              <p14:xfrm>
                <a:off x="10371345" y="672135"/>
                <a:ext cx="440640" cy="506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5AEBC4F-E909-B308-D2A4-3F050C53CA1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362345" y="663135"/>
                  <a:ext cx="45828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18E54DB-0D16-E9A3-3F15-B659F6F0335B}"/>
                    </a:ext>
                  </a:extLst>
                </p14:cNvPr>
                <p14:cNvContentPartPr/>
                <p14:nvPr/>
              </p14:nvContentPartPr>
              <p14:xfrm>
                <a:off x="10873905" y="561615"/>
                <a:ext cx="336600" cy="183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18E54DB-0D16-E9A3-3F15-B659F6F0335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865265" y="552615"/>
                  <a:ext cx="3542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A2910BE-9EAF-DCD4-364D-3A7D7666EBDE}"/>
                    </a:ext>
                  </a:extLst>
                </p14:cNvPr>
                <p14:cNvContentPartPr/>
                <p14:nvPr/>
              </p14:nvContentPartPr>
              <p14:xfrm>
                <a:off x="7820385" y="2451255"/>
                <a:ext cx="1263240" cy="347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A2910BE-9EAF-DCD4-364D-3A7D7666EBD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11385" y="2442615"/>
                  <a:ext cx="12808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2DFDB1E-EB1E-46ED-2D9C-71FC75283C2A}"/>
                    </a:ext>
                  </a:extLst>
                </p14:cNvPr>
                <p14:cNvContentPartPr/>
                <p14:nvPr/>
              </p14:nvContentPartPr>
              <p14:xfrm>
                <a:off x="8752785" y="1649895"/>
                <a:ext cx="1176480" cy="1395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2DFDB1E-EB1E-46ED-2D9C-71FC75283C2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44145" y="1641255"/>
                  <a:ext cx="1194120" cy="14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4B3A7ED-B0CC-E56C-132F-E922025FA024}"/>
                    </a:ext>
                  </a:extLst>
                </p14:cNvPr>
                <p14:cNvContentPartPr/>
                <p14:nvPr/>
              </p14:nvContentPartPr>
              <p14:xfrm>
                <a:off x="9147345" y="2746455"/>
                <a:ext cx="83880" cy="439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4B3A7ED-B0CC-E56C-132F-E922025FA02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138345" y="2737815"/>
                  <a:ext cx="10152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4870997-152C-5CEB-1C06-4C94D2C06842}"/>
                    </a:ext>
                  </a:extLst>
                </p14:cNvPr>
                <p14:cNvContentPartPr/>
                <p14:nvPr/>
              </p14:nvContentPartPr>
              <p14:xfrm>
                <a:off x="9242025" y="2741415"/>
                <a:ext cx="121680" cy="251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4870997-152C-5CEB-1C06-4C94D2C0684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33385" y="2732415"/>
                  <a:ext cx="1393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9419EFF-F2C2-36B2-6CD5-36AA83F8DAC5}"/>
                    </a:ext>
                  </a:extLst>
                </p14:cNvPr>
                <p14:cNvContentPartPr/>
                <p14:nvPr/>
              </p14:nvContentPartPr>
              <p14:xfrm>
                <a:off x="9398625" y="2368095"/>
                <a:ext cx="1204920" cy="620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9419EFF-F2C2-36B2-6CD5-36AA83F8DAC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389985" y="2359095"/>
                  <a:ext cx="1222560" cy="63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9C05904-321C-142C-D3D0-94BE56A5F2BF}"/>
                    </a:ext>
                  </a:extLst>
                </p14:cNvPr>
                <p14:cNvContentPartPr/>
                <p14:nvPr/>
              </p14:nvContentPartPr>
              <p14:xfrm>
                <a:off x="10424265" y="1890735"/>
                <a:ext cx="89280" cy="415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9C05904-321C-142C-D3D0-94BE56A5F2B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415265" y="1881735"/>
                  <a:ext cx="10692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379170E-93D4-7F1F-E097-CA3BB34904A0}"/>
                    </a:ext>
                  </a:extLst>
                </p14:cNvPr>
                <p14:cNvContentPartPr/>
                <p14:nvPr/>
              </p14:nvContentPartPr>
              <p14:xfrm>
                <a:off x="10470705" y="1235535"/>
                <a:ext cx="991440" cy="889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379170E-93D4-7F1F-E097-CA3BB34904A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462065" y="1226535"/>
                  <a:ext cx="1009080" cy="90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DBA6682-5B8F-A60A-917C-DA5197FA781E}"/>
                    </a:ext>
                  </a:extLst>
                </p14:cNvPr>
                <p14:cNvContentPartPr/>
                <p14:nvPr/>
              </p14:nvContentPartPr>
              <p14:xfrm>
                <a:off x="11479065" y="1165695"/>
                <a:ext cx="65520" cy="327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DBA6682-5B8F-A60A-917C-DA5197FA781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470065" y="1156695"/>
                  <a:ext cx="831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DF830AC-6E83-396E-36DF-0072CE8F1348}"/>
                    </a:ext>
                  </a:extLst>
                </p14:cNvPr>
                <p14:cNvContentPartPr/>
                <p14:nvPr/>
              </p14:nvContentPartPr>
              <p14:xfrm>
                <a:off x="11515425" y="1202415"/>
                <a:ext cx="17640" cy="208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DF830AC-6E83-396E-36DF-0072CE8F134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506785" y="1193775"/>
                  <a:ext cx="352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2FC1DCB-B920-E936-105A-8771DF6FDCC4}"/>
                    </a:ext>
                  </a:extLst>
                </p14:cNvPr>
                <p14:cNvContentPartPr/>
                <p14:nvPr/>
              </p14:nvContentPartPr>
              <p14:xfrm>
                <a:off x="11564745" y="990375"/>
                <a:ext cx="26640" cy="219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2FC1DCB-B920-E936-105A-8771DF6FDCC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555745" y="981735"/>
                  <a:ext cx="442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A34FBE9-19B7-3B0B-A731-50150372CFCE}"/>
                    </a:ext>
                  </a:extLst>
                </p14:cNvPr>
                <p14:cNvContentPartPr/>
                <p14:nvPr/>
              </p14:nvContentPartPr>
              <p14:xfrm>
                <a:off x="10354785" y="1726575"/>
                <a:ext cx="60480" cy="777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A34FBE9-19B7-3B0B-A731-50150372CFC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345785" y="1717575"/>
                  <a:ext cx="78120" cy="79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03CF874-D33D-01A5-F025-02401C295CC7}"/>
                    </a:ext>
                  </a:extLst>
                </p14:cNvPr>
                <p14:cNvContentPartPr/>
                <p14:nvPr/>
              </p14:nvContentPartPr>
              <p14:xfrm>
                <a:off x="10348305" y="319335"/>
                <a:ext cx="1445760" cy="16506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03CF874-D33D-01A5-F025-02401C295CC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339665" y="310695"/>
                  <a:ext cx="1463400" cy="166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C93AF38-14E4-10E1-9F55-886D9BD434B1}"/>
                    </a:ext>
                  </a:extLst>
                </p14:cNvPr>
                <p14:cNvContentPartPr/>
                <p14:nvPr/>
              </p14:nvContentPartPr>
              <p14:xfrm>
                <a:off x="10602465" y="1936815"/>
                <a:ext cx="1094040" cy="621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C93AF38-14E4-10E1-9F55-886D9BD434B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593465" y="1928175"/>
                  <a:ext cx="1111680" cy="63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3EB9ED7-D2E2-27B1-4230-48480F462E5E}"/>
                    </a:ext>
                  </a:extLst>
                </p14:cNvPr>
                <p14:cNvContentPartPr/>
                <p14:nvPr/>
              </p14:nvContentPartPr>
              <p14:xfrm>
                <a:off x="10986585" y="2383215"/>
                <a:ext cx="52560" cy="1149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3EB9ED7-D2E2-27B1-4230-48480F462E5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977945" y="2374575"/>
                  <a:ext cx="70200" cy="11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8706D82-F60E-0F2D-3104-A374A531DEF3}"/>
                    </a:ext>
                  </a:extLst>
                </p14:cNvPr>
                <p14:cNvContentPartPr/>
                <p14:nvPr/>
              </p14:nvContentPartPr>
              <p14:xfrm>
                <a:off x="10499505" y="2988375"/>
                <a:ext cx="886680" cy="868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8706D82-F60E-0F2D-3104-A374A531DEF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490505" y="2979375"/>
                  <a:ext cx="904320" cy="88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537238D-4ADE-441C-82FD-389171892DC5}"/>
                    </a:ext>
                  </a:extLst>
                </p14:cNvPr>
                <p14:cNvContentPartPr/>
                <p14:nvPr/>
              </p14:nvContentPartPr>
              <p14:xfrm>
                <a:off x="10668705" y="2994495"/>
                <a:ext cx="639000" cy="701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537238D-4ADE-441C-82FD-389171892DC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660065" y="2985495"/>
                  <a:ext cx="656640" cy="71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BF986EB-391C-7EFC-8C82-DD7827227419}"/>
                    </a:ext>
                  </a:extLst>
                </p14:cNvPr>
                <p14:cNvContentPartPr/>
                <p14:nvPr/>
              </p14:nvContentPartPr>
              <p14:xfrm>
                <a:off x="11152185" y="1873095"/>
                <a:ext cx="14040" cy="374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BF986EB-391C-7EFC-8C82-DD782722741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143185" y="1864455"/>
                  <a:ext cx="316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EFA48D1-0F5A-4DAE-28A7-452BACCC4EEE}"/>
                    </a:ext>
                  </a:extLst>
                </p14:cNvPr>
                <p14:cNvContentPartPr/>
                <p14:nvPr/>
              </p14:nvContentPartPr>
              <p14:xfrm>
                <a:off x="5671905" y="2983335"/>
                <a:ext cx="588240" cy="6242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EFA48D1-0F5A-4DAE-28A7-452BACCC4EE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662905" y="2974695"/>
                  <a:ext cx="605880" cy="6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E7BBE4C-A67F-CED6-26B5-273AFFCB293D}"/>
                    </a:ext>
                  </a:extLst>
                </p14:cNvPr>
                <p14:cNvContentPartPr/>
                <p14:nvPr/>
              </p14:nvContentPartPr>
              <p14:xfrm>
                <a:off x="6396225" y="2754735"/>
                <a:ext cx="425160" cy="459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E7BBE4C-A67F-CED6-26B5-273AFFCB293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387225" y="2746095"/>
                  <a:ext cx="44280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4C3140B-B10F-97B3-27BF-48269E8EF4C9}"/>
                    </a:ext>
                  </a:extLst>
                </p14:cNvPr>
                <p14:cNvContentPartPr/>
                <p14:nvPr/>
              </p14:nvContentPartPr>
              <p14:xfrm>
                <a:off x="5591985" y="2324175"/>
                <a:ext cx="1442520" cy="1515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4C3140B-B10F-97B3-27BF-48269E8EF4C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582985" y="2315535"/>
                  <a:ext cx="1460160" cy="153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19E3EA5-C7F5-47EA-E697-2B1B8C83686D}"/>
                    </a:ext>
                  </a:extLst>
                </p14:cNvPr>
                <p14:cNvContentPartPr/>
                <p14:nvPr/>
              </p14:nvContentPartPr>
              <p14:xfrm>
                <a:off x="6736785" y="2049135"/>
                <a:ext cx="376920" cy="889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19E3EA5-C7F5-47EA-E697-2B1B8C83686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727785" y="2040135"/>
                  <a:ext cx="394560" cy="90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2E7BF21-665B-81A1-44C5-DB645C10BD4C}"/>
                    </a:ext>
                  </a:extLst>
                </p14:cNvPr>
                <p14:cNvContentPartPr/>
                <p14:nvPr/>
              </p14:nvContentPartPr>
              <p14:xfrm>
                <a:off x="6726705" y="2572575"/>
                <a:ext cx="388440" cy="407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2E7BF21-665B-81A1-44C5-DB645C10BD4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718065" y="2563935"/>
                  <a:ext cx="40608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FD30B43-CED6-0F2B-6801-1F2A79834B03}"/>
                    </a:ext>
                  </a:extLst>
                </p14:cNvPr>
                <p14:cNvContentPartPr/>
                <p14:nvPr/>
              </p14:nvContentPartPr>
              <p14:xfrm>
                <a:off x="7423665" y="2499495"/>
                <a:ext cx="15120" cy="54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FD30B43-CED6-0F2B-6801-1F2A79834B0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414665" y="2490855"/>
                  <a:ext cx="327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51C6B0B-9267-8996-D46B-05E955574169}"/>
                    </a:ext>
                  </a:extLst>
                </p14:cNvPr>
                <p14:cNvContentPartPr/>
                <p14:nvPr/>
              </p14:nvContentPartPr>
              <p14:xfrm>
                <a:off x="2630265" y="159135"/>
                <a:ext cx="4403520" cy="2803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51C6B0B-9267-8996-D46B-05E95557416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621625" y="150135"/>
                  <a:ext cx="4421160" cy="28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C2486B7-3DB6-D3F4-C771-2C46048D9A02}"/>
                    </a:ext>
                  </a:extLst>
                </p14:cNvPr>
                <p14:cNvContentPartPr/>
                <p14:nvPr/>
              </p14:nvContentPartPr>
              <p14:xfrm>
                <a:off x="2474385" y="342375"/>
                <a:ext cx="6779880" cy="51670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C2486B7-3DB6-D3F4-C771-2C46048D9A0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465745" y="333375"/>
                  <a:ext cx="6797520" cy="5184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67109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F3D02097-DC8C-B3B5-7A1D-966A6AECB9D8}"/>
              </a:ext>
            </a:extLst>
          </p:cNvPr>
          <p:cNvGrpSpPr/>
          <p:nvPr/>
        </p:nvGrpSpPr>
        <p:grpSpPr>
          <a:xfrm>
            <a:off x="1127625" y="462255"/>
            <a:ext cx="9940320" cy="5202000"/>
            <a:chOff x="1127625" y="462255"/>
            <a:chExt cx="9940320" cy="520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30C90EB-20CF-C6F8-B2E7-A4F18151B953}"/>
                    </a:ext>
                  </a:extLst>
                </p14:cNvPr>
                <p14:cNvContentPartPr/>
                <p14:nvPr/>
              </p14:nvContentPartPr>
              <p14:xfrm>
                <a:off x="1840065" y="462255"/>
                <a:ext cx="557280" cy="12668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30C90EB-20CF-C6F8-B2E7-A4F18151B95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31065" y="453255"/>
                  <a:ext cx="574920" cy="12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B00E397-47AF-1236-FF1C-7A9307FFB553}"/>
                    </a:ext>
                  </a:extLst>
                </p14:cNvPr>
                <p14:cNvContentPartPr/>
                <p14:nvPr/>
              </p14:nvContentPartPr>
              <p14:xfrm>
                <a:off x="2567985" y="1011975"/>
                <a:ext cx="1103400" cy="260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B00E397-47AF-1236-FF1C-7A9307FFB55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59345" y="1002975"/>
                  <a:ext cx="11210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1603852-F645-0B5F-C598-CA4440120FAC}"/>
                    </a:ext>
                  </a:extLst>
                </p14:cNvPr>
                <p14:cNvContentPartPr/>
                <p14:nvPr/>
              </p14:nvContentPartPr>
              <p14:xfrm>
                <a:off x="4068825" y="816855"/>
                <a:ext cx="318240" cy="404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1603852-F645-0B5F-C598-CA4440120FA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59825" y="807855"/>
                  <a:ext cx="33588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B48D7EE-B60B-7953-A3FF-0D06EB6D2635}"/>
                    </a:ext>
                  </a:extLst>
                </p14:cNvPr>
                <p14:cNvContentPartPr/>
                <p14:nvPr/>
              </p14:nvContentPartPr>
              <p14:xfrm>
                <a:off x="4670385" y="1037895"/>
                <a:ext cx="697320" cy="201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B48D7EE-B60B-7953-A3FF-0D06EB6D263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61385" y="1029255"/>
                  <a:ext cx="7149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3AFE071-00F2-52F9-54C0-8109E6A5959B}"/>
                    </a:ext>
                  </a:extLst>
                </p14:cNvPr>
                <p14:cNvContentPartPr/>
                <p14:nvPr/>
              </p14:nvContentPartPr>
              <p14:xfrm>
                <a:off x="7771065" y="744855"/>
                <a:ext cx="766800" cy="1087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3AFE071-00F2-52F9-54C0-8109E6A5959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762425" y="735855"/>
                  <a:ext cx="784440" cy="11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B667089-05B7-C6F0-A5DF-FA25C9721628}"/>
                    </a:ext>
                  </a:extLst>
                </p14:cNvPr>
                <p14:cNvContentPartPr/>
                <p14:nvPr/>
              </p14:nvContentPartPr>
              <p14:xfrm>
                <a:off x="8802105" y="1053375"/>
                <a:ext cx="1384200" cy="664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B667089-05B7-C6F0-A5DF-FA25C972162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93105" y="1044375"/>
                  <a:ext cx="1401840" cy="68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5F3792A-5B58-DE40-2496-FD51F535D731}"/>
                    </a:ext>
                  </a:extLst>
                </p14:cNvPr>
                <p14:cNvContentPartPr/>
                <p14:nvPr/>
              </p14:nvContentPartPr>
              <p14:xfrm>
                <a:off x="10338585" y="1207815"/>
                <a:ext cx="301680" cy="344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5F3792A-5B58-DE40-2496-FD51F535D73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329585" y="1198815"/>
                  <a:ext cx="3193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C45B625-9FE7-3CD4-7D6E-DD9F2C86BEEC}"/>
                    </a:ext>
                  </a:extLst>
                </p14:cNvPr>
                <p14:cNvContentPartPr/>
                <p14:nvPr/>
              </p14:nvContentPartPr>
              <p14:xfrm>
                <a:off x="10656105" y="1195215"/>
                <a:ext cx="411840" cy="382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C45B625-9FE7-3CD4-7D6E-DD9F2C86BEE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647105" y="1186575"/>
                  <a:ext cx="42948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8DAB455-725B-3BEA-24F6-B6D5CF69E197}"/>
                    </a:ext>
                  </a:extLst>
                </p14:cNvPr>
                <p14:cNvContentPartPr/>
                <p14:nvPr/>
              </p14:nvContentPartPr>
              <p14:xfrm>
                <a:off x="10275225" y="1269735"/>
                <a:ext cx="236520" cy="247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8DAB455-725B-3BEA-24F6-B6D5CF69E19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266585" y="1261095"/>
                  <a:ext cx="2541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67B33BA-4029-9C47-6B84-0BF4E8F08C44}"/>
                    </a:ext>
                  </a:extLst>
                </p14:cNvPr>
                <p14:cNvContentPartPr/>
                <p14:nvPr/>
              </p14:nvContentPartPr>
              <p14:xfrm>
                <a:off x="3454665" y="1645935"/>
                <a:ext cx="134640" cy="622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67B33BA-4029-9C47-6B84-0BF4E8F08C4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46025" y="1636935"/>
                  <a:ext cx="152280" cy="64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9A4E86E-6315-B3F9-FE08-1C141B95CD04}"/>
                    </a:ext>
                  </a:extLst>
                </p14:cNvPr>
                <p14:cNvContentPartPr/>
                <p14:nvPr/>
              </p14:nvContentPartPr>
              <p14:xfrm>
                <a:off x="2990625" y="2107815"/>
                <a:ext cx="972000" cy="323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9A4E86E-6315-B3F9-FE08-1C141B95CD0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81985" y="2098815"/>
                  <a:ext cx="9896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0C3D9E6-24DA-314B-BB6D-9A53D0D93DFB}"/>
                    </a:ext>
                  </a:extLst>
                </p14:cNvPr>
                <p14:cNvContentPartPr/>
                <p14:nvPr/>
              </p14:nvContentPartPr>
              <p14:xfrm>
                <a:off x="3159825" y="2976855"/>
                <a:ext cx="422640" cy="501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0C3D9E6-24DA-314B-BB6D-9A53D0D93DF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50825" y="2968215"/>
                  <a:ext cx="44028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2EB69A7-5095-716C-3C29-2C46D3C3AD67}"/>
                    </a:ext>
                  </a:extLst>
                </p14:cNvPr>
                <p14:cNvContentPartPr/>
                <p14:nvPr/>
              </p14:nvContentPartPr>
              <p14:xfrm>
                <a:off x="3328305" y="3047775"/>
                <a:ext cx="510120" cy="680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2EB69A7-5095-716C-3C29-2C46D3C3AD6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19305" y="3038775"/>
                  <a:ext cx="527760" cy="69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9792744-45BA-40E7-043C-F9D3181566AB}"/>
                    </a:ext>
                  </a:extLst>
                </p14:cNvPr>
                <p14:cNvContentPartPr/>
                <p14:nvPr/>
              </p14:nvContentPartPr>
              <p14:xfrm>
                <a:off x="4036065" y="3062175"/>
                <a:ext cx="885960" cy="570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9792744-45BA-40E7-043C-F9D3181566A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27065" y="3053175"/>
                  <a:ext cx="90360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56AE7A8-A5F6-E4A0-183A-A97F0BB24824}"/>
                    </a:ext>
                  </a:extLst>
                </p14:cNvPr>
                <p14:cNvContentPartPr/>
                <p14:nvPr/>
              </p14:nvContentPartPr>
              <p14:xfrm>
                <a:off x="3391665" y="4534575"/>
                <a:ext cx="195120" cy="456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56AE7A8-A5F6-E4A0-183A-A97F0BB2482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83025" y="4525575"/>
                  <a:ext cx="21276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C7780C8-697C-1FB8-6A11-417E6FB729E5}"/>
                    </a:ext>
                  </a:extLst>
                </p14:cNvPr>
                <p14:cNvContentPartPr/>
                <p14:nvPr/>
              </p14:nvContentPartPr>
              <p14:xfrm>
                <a:off x="3496425" y="4507215"/>
                <a:ext cx="853560" cy="336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C7780C8-697C-1FB8-6A11-417E6FB729E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87425" y="4498575"/>
                  <a:ext cx="8712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E403169-466C-09E6-9A3A-35D2D1EC4B52}"/>
                    </a:ext>
                  </a:extLst>
                </p14:cNvPr>
                <p14:cNvContentPartPr/>
                <p14:nvPr/>
              </p14:nvContentPartPr>
              <p14:xfrm>
                <a:off x="4487505" y="4579575"/>
                <a:ext cx="328320" cy="280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E403169-466C-09E6-9A3A-35D2D1EC4B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78865" y="4570935"/>
                  <a:ext cx="3459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EBB2A34-8DBC-3E1F-9BA4-587B508A999D}"/>
                    </a:ext>
                  </a:extLst>
                </p14:cNvPr>
                <p14:cNvContentPartPr/>
                <p14:nvPr/>
              </p14:nvContentPartPr>
              <p14:xfrm>
                <a:off x="4800345" y="2508855"/>
                <a:ext cx="930240" cy="2842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EBB2A34-8DBC-3E1F-9BA4-587B508A999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91705" y="2499855"/>
                  <a:ext cx="947880" cy="28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EBA0822-910F-1ABA-C1EE-9BA2EBA5368A}"/>
                    </a:ext>
                  </a:extLst>
                </p14:cNvPr>
                <p14:cNvContentPartPr/>
                <p14:nvPr/>
              </p14:nvContentPartPr>
              <p14:xfrm>
                <a:off x="6998505" y="4761735"/>
                <a:ext cx="78480" cy="692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EBA0822-910F-1ABA-C1EE-9BA2EBA5368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89505" y="4753095"/>
                  <a:ext cx="96120" cy="71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5E5FC46-ABD6-C617-8EC4-8C530D2010BC}"/>
                    </a:ext>
                  </a:extLst>
                </p14:cNvPr>
                <p14:cNvContentPartPr/>
                <p14:nvPr/>
              </p14:nvContentPartPr>
              <p14:xfrm>
                <a:off x="6989145" y="4636095"/>
                <a:ext cx="417600" cy="33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5E5FC46-ABD6-C617-8EC4-8C530D2010B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80505" y="4627455"/>
                  <a:ext cx="4352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F18B32A-633A-1EE4-8854-4DA3822FA0C3}"/>
                    </a:ext>
                  </a:extLst>
                </p14:cNvPr>
                <p14:cNvContentPartPr/>
                <p14:nvPr/>
              </p14:nvContentPartPr>
              <p14:xfrm>
                <a:off x="7054305" y="5101215"/>
                <a:ext cx="153360" cy="56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F18B32A-633A-1EE4-8854-4DA3822FA0C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45665" y="5092575"/>
                  <a:ext cx="1710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4E2436D-3930-C818-674D-B2522FC98009}"/>
                    </a:ext>
                  </a:extLst>
                </p14:cNvPr>
                <p14:cNvContentPartPr/>
                <p14:nvPr/>
              </p14:nvContentPartPr>
              <p14:xfrm>
                <a:off x="7581345" y="4660575"/>
                <a:ext cx="1915200" cy="493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4E2436D-3930-C818-674D-B2522FC9800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72345" y="4651575"/>
                  <a:ext cx="193284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0F84B7D-FF92-5833-620B-E0E7109FFECB}"/>
                    </a:ext>
                  </a:extLst>
                </p14:cNvPr>
                <p14:cNvContentPartPr/>
                <p14:nvPr/>
              </p14:nvContentPartPr>
              <p14:xfrm>
                <a:off x="9336345" y="4439895"/>
                <a:ext cx="131400" cy="480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0F84B7D-FF92-5833-620B-E0E7109FFEC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327705" y="4431255"/>
                  <a:ext cx="14904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FFEAEA4-5E16-888B-9B6D-FF7BFE02F924}"/>
                    </a:ext>
                  </a:extLst>
                </p14:cNvPr>
                <p14:cNvContentPartPr/>
                <p14:nvPr/>
              </p14:nvContentPartPr>
              <p14:xfrm>
                <a:off x="9579345" y="4674615"/>
                <a:ext cx="463680" cy="417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FFEAEA4-5E16-888B-9B6D-FF7BFE02F92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570345" y="4665975"/>
                  <a:ext cx="48132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0C35B96-4364-D77E-F779-4CF351EC24F4}"/>
                    </a:ext>
                  </a:extLst>
                </p14:cNvPr>
                <p14:cNvContentPartPr/>
                <p14:nvPr/>
              </p14:nvContentPartPr>
              <p14:xfrm>
                <a:off x="10306185" y="4854255"/>
                <a:ext cx="60840" cy="24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0C35B96-4364-D77E-F779-4CF351EC24F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97545" y="4845615"/>
                  <a:ext cx="784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4A45DC3-4DC6-17D4-11A0-A3CA6EDDF76D}"/>
                    </a:ext>
                  </a:extLst>
                </p14:cNvPr>
                <p14:cNvContentPartPr/>
                <p14:nvPr/>
              </p14:nvContentPartPr>
              <p14:xfrm>
                <a:off x="9661425" y="3045975"/>
                <a:ext cx="1364040" cy="2242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4A45DC3-4DC6-17D4-11A0-A3CA6EDDF76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652785" y="3037335"/>
                  <a:ext cx="1381680" cy="22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645EF1A-ED34-3990-0A5F-8FCB1E4769C8}"/>
                    </a:ext>
                  </a:extLst>
                </p14:cNvPr>
                <p14:cNvContentPartPr/>
                <p14:nvPr/>
              </p14:nvContentPartPr>
              <p14:xfrm>
                <a:off x="8837385" y="2765175"/>
                <a:ext cx="16200" cy="57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645EF1A-ED34-3990-0A5F-8FCB1E4769C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828745" y="2756175"/>
                  <a:ext cx="338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4A99B75-7CEB-8B52-970B-124BCA397E1D}"/>
                    </a:ext>
                  </a:extLst>
                </p14:cNvPr>
                <p14:cNvContentPartPr/>
                <p14:nvPr/>
              </p14:nvContentPartPr>
              <p14:xfrm>
                <a:off x="8813985" y="2808375"/>
                <a:ext cx="45720" cy="108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4A99B75-7CEB-8B52-970B-124BCA397E1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804985" y="2799375"/>
                  <a:ext cx="633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5081092-B886-2D0A-5FA0-056ABECEB502}"/>
                    </a:ext>
                  </a:extLst>
                </p14:cNvPr>
                <p14:cNvContentPartPr/>
                <p14:nvPr/>
              </p14:nvContentPartPr>
              <p14:xfrm>
                <a:off x="8745945" y="2033655"/>
                <a:ext cx="114840" cy="945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5081092-B886-2D0A-5FA0-056ABECEB50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737305" y="2024655"/>
                  <a:ext cx="132480" cy="9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80E2798-63A7-9634-7E65-92AF49BCBA6F}"/>
                    </a:ext>
                  </a:extLst>
                </p14:cNvPr>
                <p14:cNvContentPartPr/>
                <p14:nvPr/>
              </p14:nvContentPartPr>
              <p14:xfrm>
                <a:off x="8362185" y="2766975"/>
                <a:ext cx="444960" cy="162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80E2798-63A7-9634-7E65-92AF49BCBA6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353185" y="2758335"/>
                  <a:ext cx="4626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77F186A-0EC8-6170-23A4-F67D0A113B48}"/>
                    </a:ext>
                  </a:extLst>
                </p14:cNvPr>
                <p14:cNvContentPartPr/>
                <p14:nvPr/>
              </p14:nvContentPartPr>
              <p14:xfrm>
                <a:off x="8795265" y="2768775"/>
                <a:ext cx="378720" cy="187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77F186A-0EC8-6170-23A4-F67D0A113B4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86265" y="2759775"/>
                  <a:ext cx="3963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70181F5-96AA-031E-F715-FCE5ABD2B656}"/>
                    </a:ext>
                  </a:extLst>
                </p14:cNvPr>
                <p14:cNvContentPartPr/>
                <p14:nvPr/>
              </p14:nvContentPartPr>
              <p14:xfrm>
                <a:off x="7816785" y="3562575"/>
                <a:ext cx="166680" cy="592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70181F5-96AA-031E-F715-FCE5ABD2B65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08145" y="3553935"/>
                  <a:ext cx="184320" cy="6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AC467F1-CA34-4EB6-A150-5EDF21AE167B}"/>
                    </a:ext>
                  </a:extLst>
                </p14:cNvPr>
                <p14:cNvContentPartPr/>
                <p14:nvPr/>
              </p14:nvContentPartPr>
              <p14:xfrm>
                <a:off x="7852785" y="3522255"/>
                <a:ext cx="722160" cy="556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AC467F1-CA34-4EB6-A150-5EDF21AE167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44145" y="3513255"/>
                  <a:ext cx="73980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CAEC7DB-ECCE-C8D4-F01E-16574941DEDC}"/>
                    </a:ext>
                  </a:extLst>
                </p14:cNvPr>
                <p14:cNvContentPartPr/>
                <p14:nvPr/>
              </p14:nvContentPartPr>
              <p14:xfrm>
                <a:off x="8776545" y="3557535"/>
                <a:ext cx="329760" cy="367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CAEC7DB-ECCE-C8D4-F01E-16574941DED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767905" y="3548535"/>
                  <a:ext cx="34740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4AA2AF8-6D34-F096-5B48-1DFCFBAC3BE9}"/>
                    </a:ext>
                  </a:extLst>
                </p14:cNvPr>
                <p14:cNvContentPartPr/>
                <p14:nvPr/>
              </p14:nvContentPartPr>
              <p14:xfrm>
                <a:off x="9371265" y="3195015"/>
                <a:ext cx="46080" cy="565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4AA2AF8-6D34-F096-5B48-1DFCFBAC3BE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362625" y="3186375"/>
                  <a:ext cx="63720" cy="5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B9D9A7B-FACF-2045-6C67-ABA7A0FB4B54}"/>
                    </a:ext>
                  </a:extLst>
                </p14:cNvPr>
                <p14:cNvContentPartPr/>
                <p14:nvPr/>
              </p14:nvContentPartPr>
              <p14:xfrm>
                <a:off x="9612465" y="3535935"/>
                <a:ext cx="477000" cy="341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B9D9A7B-FACF-2045-6C67-ABA7A0FB4B5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603465" y="3526935"/>
                  <a:ext cx="49464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D5C2A22-36BF-34E3-8E5B-9072578CBC39}"/>
                    </a:ext>
                  </a:extLst>
                </p14:cNvPr>
                <p14:cNvContentPartPr/>
                <p14:nvPr/>
              </p14:nvContentPartPr>
              <p14:xfrm>
                <a:off x="7214505" y="3628095"/>
                <a:ext cx="487440" cy="41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D5C2A22-36BF-34E3-8E5B-9072578CBC3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205505" y="3619455"/>
                  <a:ext cx="5050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C9D65BF-B131-942F-0C81-C49948538923}"/>
                    </a:ext>
                  </a:extLst>
                </p14:cNvPr>
                <p14:cNvContentPartPr/>
                <p14:nvPr/>
              </p14:nvContentPartPr>
              <p14:xfrm>
                <a:off x="6425745" y="3333975"/>
                <a:ext cx="707760" cy="2330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C9D65BF-B131-942F-0C81-C4994853892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417105" y="3325335"/>
                  <a:ext cx="725400" cy="23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6E81524-A6A0-355C-C24A-8A085EFB6306}"/>
                    </a:ext>
                  </a:extLst>
                </p14:cNvPr>
                <p14:cNvContentPartPr/>
                <p14:nvPr/>
              </p14:nvContentPartPr>
              <p14:xfrm>
                <a:off x="6112185" y="3217335"/>
                <a:ext cx="415800" cy="446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6E81524-A6A0-355C-C24A-8A085EFB630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103545" y="3208335"/>
                  <a:ext cx="43344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FD69FF1-854A-A4FA-EDBE-F825E9071E8A}"/>
                    </a:ext>
                  </a:extLst>
                </p14:cNvPr>
                <p14:cNvContentPartPr/>
                <p14:nvPr/>
              </p14:nvContentPartPr>
              <p14:xfrm>
                <a:off x="5895465" y="4664175"/>
                <a:ext cx="136440" cy="615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FD69FF1-854A-A4FA-EDBE-F825E9071E8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886465" y="4655175"/>
                  <a:ext cx="15408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5872488-8055-A948-EE03-EE6B30B4C74B}"/>
                    </a:ext>
                  </a:extLst>
                </p14:cNvPr>
                <p14:cNvContentPartPr/>
                <p14:nvPr/>
              </p14:nvContentPartPr>
              <p14:xfrm>
                <a:off x="4855425" y="4918335"/>
                <a:ext cx="965520" cy="132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5872488-8055-A948-EE03-EE6B30B4C74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846785" y="4909695"/>
                  <a:ext cx="9831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C3BCFFC-A196-D553-C95B-1CCD8A9E6FA0}"/>
                    </a:ext>
                  </a:extLst>
                </p14:cNvPr>
                <p14:cNvContentPartPr/>
                <p14:nvPr/>
              </p14:nvContentPartPr>
              <p14:xfrm>
                <a:off x="6066825" y="4898535"/>
                <a:ext cx="790200" cy="300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C3BCFFC-A196-D553-C95B-1CCD8A9E6FA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057825" y="4889895"/>
                  <a:ext cx="8078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4C8FBD3-9C40-EECC-48A1-A7313A6402A1}"/>
                    </a:ext>
                  </a:extLst>
                </p14:cNvPr>
                <p14:cNvContentPartPr/>
                <p14:nvPr/>
              </p14:nvContentPartPr>
              <p14:xfrm>
                <a:off x="4743105" y="3337935"/>
                <a:ext cx="1108800" cy="42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4C8FBD3-9C40-EECC-48A1-A7313A6402A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734465" y="3329295"/>
                  <a:ext cx="11264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D4815CF-9F0D-83F2-E775-212A5A105B22}"/>
                    </a:ext>
                  </a:extLst>
                </p14:cNvPr>
                <p14:cNvContentPartPr/>
                <p14:nvPr/>
              </p14:nvContentPartPr>
              <p14:xfrm>
                <a:off x="6384705" y="3642495"/>
                <a:ext cx="645120" cy="158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D4815CF-9F0D-83F2-E775-212A5A105B2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375705" y="3633855"/>
                  <a:ext cx="6627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DB7D9B2-3941-1C6E-9450-E790D366B4A9}"/>
                    </a:ext>
                  </a:extLst>
                </p14:cNvPr>
                <p14:cNvContentPartPr/>
                <p14:nvPr/>
              </p14:nvContentPartPr>
              <p14:xfrm>
                <a:off x="5517465" y="3121935"/>
                <a:ext cx="476640" cy="2080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DB7D9B2-3941-1C6E-9450-E790D366B4A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508465" y="3112935"/>
                  <a:ext cx="494280" cy="20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49FCE8E-0D9F-4162-A607-0F720C31C770}"/>
                    </a:ext>
                  </a:extLst>
                </p14:cNvPr>
                <p14:cNvContentPartPr/>
                <p14:nvPr/>
              </p14:nvContentPartPr>
              <p14:xfrm>
                <a:off x="5139825" y="2720535"/>
                <a:ext cx="1661040" cy="2747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49FCE8E-0D9F-4162-A607-0F720C31C77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131185" y="2711895"/>
                  <a:ext cx="1678680" cy="27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F5B12B5-B49A-73F8-1E97-0E606C951D07}"/>
                    </a:ext>
                  </a:extLst>
                </p14:cNvPr>
                <p14:cNvContentPartPr/>
                <p14:nvPr/>
              </p14:nvContentPartPr>
              <p14:xfrm>
                <a:off x="1812705" y="2918535"/>
                <a:ext cx="459720" cy="454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F5B12B5-B49A-73F8-1E97-0E606C951D0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804065" y="2909895"/>
                  <a:ext cx="47736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B5A9986-A575-9433-3041-8A0EE926E0A5}"/>
                    </a:ext>
                  </a:extLst>
                </p14:cNvPr>
                <p14:cNvContentPartPr/>
                <p14:nvPr/>
              </p14:nvContentPartPr>
              <p14:xfrm>
                <a:off x="2212665" y="3979815"/>
                <a:ext cx="86040" cy="666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B5A9986-A575-9433-3041-8A0EE926E0A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204025" y="3971175"/>
                  <a:ext cx="103680" cy="6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751D427-FBE2-9758-9963-7751C6AD63ED}"/>
                    </a:ext>
                  </a:extLst>
                </p14:cNvPr>
                <p14:cNvContentPartPr/>
                <p14:nvPr/>
              </p14:nvContentPartPr>
              <p14:xfrm>
                <a:off x="1127625" y="2284935"/>
                <a:ext cx="1664640" cy="2853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751D427-FBE2-9758-9963-7751C6AD63E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18625" y="2275935"/>
                  <a:ext cx="1682280" cy="28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62629FB-7903-3E4D-0F1A-94765CC5E903}"/>
                    </a:ext>
                  </a:extLst>
                </p14:cNvPr>
                <p14:cNvContentPartPr/>
                <p14:nvPr/>
              </p14:nvContentPartPr>
              <p14:xfrm>
                <a:off x="1431105" y="2980815"/>
                <a:ext cx="729360" cy="1950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62629FB-7903-3E4D-0F1A-94765CC5E90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422465" y="2971815"/>
                  <a:ext cx="747000" cy="19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DA6ABFF-74C1-C4A1-FDB8-AD1C3EE92671}"/>
                    </a:ext>
                  </a:extLst>
                </p14:cNvPr>
                <p14:cNvContentPartPr/>
                <p14:nvPr/>
              </p14:nvContentPartPr>
              <p14:xfrm>
                <a:off x="2394105" y="2571495"/>
                <a:ext cx="741240" cy="23500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DA6ABFF-74C1-C4A1-FDB8-AD1C3EE9267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385105" y="2562495"/>
                  <a:ext cx="758880" cy="23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AF46262-EE9A-47FB-A089-1B1A766CD791}"/>
                    </a:ext>
                  </a:extLst>
                </p14:cNvPr>
                <p14:cNvContentPartPr/>
                <p14:nvPr/>
              </p14:nvContentPartPr>
              <p14:xfrm>
                <a:off x="3930945" y="2027535"/>
                <a:ext cx="1338480" cy="539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AF46262-EE9A-47FB-A089-1B1A766CD79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921945" y="2018535"/>
                  <a:ext cx="135612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7102224-F00C-2C2E-988C-7EDC86AF98E8}"/>
                    </a:ext>
                  </a:extLst>
                </p14:cNvPr>
                <p14:cNvContentPartPr/>
                <p14:nvPr/>
              </p14:nvContentPartPr>
              <p14:xfrm>
                <a:off x="5539785" y="1279455"/>
                <a:ext cx="417240" cy="16700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7102224-F00C-2C2E-988C-7EDC86AF98E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530785" y="1270815"/>
                  <a:ext cx="434880" cy="168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EACCA59-67EB-BE2C-6D3E-5ECA583CF1C2}"/>
                    </a:ext>
                  </a:extLst>
                </p14:cNvPr>
                <p14:cNvContentPartPr/>
                <p14:nvPr/>
              </p14:nvContentPartPr>
              <p14:xfrm>
                <a:off x="6082665" y="1041855"/>
                <a:ext cx="1317240" cy="6994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EACCA59-67EB-BE2C-6D3E-5ECA583CF1C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073665" y="1033215"/>
                  <a:ext cx="1334880" cy="71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B8D19B6-A277-C111-4E2E-0532F1F5820F}"/>
                    </a:ext>
                  </a:extLst>
                </p14:cNvPr>
                <p14:cNvContentPartPr/>
                <p14:nvPr/>
              </p14:nvContentPartPr>
              <p14:xfrm>
                <a:off x="7749465" y="803175"/>
                <a:ext cx="10800" cy="34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B8D19B6-A277-C111-4E2E-0532F1F5820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740465" y="794535"/>
                  <a:ext cx="28440" cy="51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02853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4D92D3E6-1E2B-55F2-8605-576F606B0776}"/>
              </a:ext>
            </a:extLst>
          </p:cNvPr>
          <p:cNvGrpSpPr/>
          <p:nvPr/>
        </p:nvGrpSpPr>
        <p:grpSpPr>
          <a:xfrm>
            <a:off x="9907305" y="5797095"/>
            <a:ext cx="474840" cy="241560"/>
            <a:chOff x="9907305" y="5797095"/>
            <a:chExt cx="474840" cy="24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4BB6BC7-53F4-CF89-0D3E-342E17F6D7F9}"/>
                    </a:ext>
                  </a:extLst>
                </p14:cNvPr>
                <p14:cNvContentPartPr/>
                <p14:nvPr/>
              </p14:nvContentPartPr>
              <p14:xfrm>
                <a:off x="9907305" y="5814015"/>
                <a:ext cx="159480" cy="182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4BB6BC7-53F4-CF89-0D3E-342E17F6D7F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898305" y="5805375"/>
                  <a:ext cx="1771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6B30B47-8071-2BDE-1242-88994853B6A4}"/>
                    </a:ext>
                  </a:extLst>
                </p14:cNvPr>
                <p14:cNvContentPartPr/>
                <p14:nvPr/>
              </p14:nvContentPartPr>
              <p14:xfrm>
                <a:off x="10050225" y="5797095"/>
                <a:ext cx="331920" cy="241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6B30B47-8071-2BDE-1242-88994853B6A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41225" y="5788455"/>
                  <a:ext cx="349560" cy="25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76FFA66-3824-B2E8-68E1-8699ABAE8468}"/>
              </a:ext>
            </a:extLst>
          </p:cNvPr>
          <p:cNvGrpSpPr/>
          <p:nvPr/>
        </p:nvGrpSpPr>
        <p:grpSpPr>
          <a:xfrm>
            <a:off x="924225" y="321855"/>
            <a:ext cx="10792800" cy="5122440"/>
            <a:chOff x="924225" y="321855"/>
            <a:chExt cx="10792800" cy="512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2E91C1C-DF63-389F-8067-79D6E7347D06}"/>
                    </a:ext>
                  </a:extLst>
                </p14:cNvPr>
                <p14:cNvContentPartPr/>
                <p14:nvPr/>
              </p14:nvContentPartPr>
              <p14:xfrm>
                <a:off x="5879625" y="538215"/>
                <a:ext cx="641520" cy="1057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2E91C1C-DF63-389F-8067-79D6E7347D0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70625" y="529575"/>
                  <a:ext cx="659160" cy="10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5EED28C-9577-15AB-D34F-7E587DA61ED5}"/>
                    </a:ext>
                  </a:extLst>
                </p14:cNvPr>
                <p14:cNvContentPartPr/>
                <p14:nvPr/>
              </p14:nvContentPartPr>
              <p14:xfrm>
                <a:off x="7408545" y="321855"/>
                <a:ext cx="644400" cy="1216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5EED28C-9577-15AB-D34F-7E587DA61ED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99905" y="313215"/>
                  <a:ext cx="662040" cy="12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20118BC-D10E-5CC2-93C5-A502B0AF0CE7}"/>
                    </a:ext>
                  </a:extLst>
                </p14:cNvPr>
                <p14:cNvContentPartPr/>
                <p14:nvPr/>
              </p14:nvContentPartPr>
              <p14:xfrm>
                <a:off x="8082105" y="392055"/>
                <a:ext cx="648720" cy="1265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20118BC-D10E-5CC2-93C5-A502B0AF0CE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73105" y="383055"/>
                  <a:ext cx="666360" cy="12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0BCCB26-F917-77AC-3D25-31EEA796CBAC}"/>
                    </a:ext>
                  </a:extLst>
                </p14:cNvPr>
                <p14:cNvContentPartPr/>
                <p14:nvPr/>
              </p14:nvContentPartPr>
              <p14:xfrm>
                <a:off x="9238785" y="410055"/>
                <a:ext cx="523800" cy="1051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0BCCB26-F917-77AC-3D25-31EEA796CBA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229785" y="401055"/>
                  <a:ext cx="541440" cy="10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969DF44-4A6C-DBC4-0250-D359A15050E9}"/>
                    </a:ext>
                  </a:extLst>
                </p14:cNvPr>
                <p14:cNvContentPartPr/>
                <p14:nvPr/>
              </p14:nvContentPartPr>
              <p14:xfrm>
                <a:off x="9776985" y="685095"/>
                <a:ext cx="1396080" cy="438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969DF44-4A6C-DBC4-0250-D359A15050E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768345" y="676095"/>
                  <a:ext cx="141372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6C8FACA-2A36-CC9E-8CEA-45A91690B20E}"/>
                    </a:ext>
                  </a:extLst>
                </p14:cNvPr>
                <p14:cNvContentPartPr/>
                <p14:nvPr/>
              </p14:nvContentPartPr>
              <p14:xfrm>
                <a:off x="11174505" y="672855"/>
                <a:ext cx="474120" cy="304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6C8FACA-2A36-CC9E-8CEA-45A91690B20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165505" y="664215"/>
                  <a:ext cx="4917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838ED22-441D-5E2E-4A40-8FD659C38FB3}"/>
                    </a:ext>
                  </a:extLst>
                </p14:cNvPr>
                <p14:cNvContentPartPr/>
                <p14:nvPr/>
              </p14:nvContentPartPr>
              <p14:xfrm>
                <a:off x="1307985" y="471975"/>
                <a:ext cx="559800" cy="15436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838ED22-441D-5E2E-4A40-8FD659C38FB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99345" y="463335"/>
                  <a:ext cx="577440" cy="156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C6DB562-D41B-DFDC-C1F4-4F2766F6ED0E}"/>
                    </a:ext>
                  </a:extLst>
                </p14:cNvPr>
                <p14:cNvContentPartPr/>
                <p14:nvPr/>
              </p14:nvContentPartPr>
              <p14:xfrm>
                <a:off x="2172705" y="402135"/>
                <a:ext cx="574920" cy="14551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C6DB562-D41B-DFDC-C1F4-4F2766F6ED0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63705" y="393495"/>
                  <a:ext cx="592560" cy="14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CBDD2E4-6B91-C897-1CC0-A0F3F83AD22E}"/>
                    </a:ext>
                  </a:extLst>
                </p14:cNvPr>
                <p14:cNvContentPartPr/>
                <p14:nvPr/>
              </p14:nvContentPartPr>
              <p14:xfrm>
                <a:off x="3109065" y="676815"/>
                <a:ext cx="603360" cy="999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CBDD2E4-6B91-C897-1CC0-A0F3F83AD22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00425" y="667815"/>
                  <a:ext cx="621000" cy="10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71C1F47-DA35-9F91-676B-BA2BE7B28C6F}"/>
                    </a:ext>
                  </a:extLst>
                </p14:cNvPr>
                <p14:cNvContentPartPr/>
                <p14:nvPr/>
              </p14:nvContentPartPr>
              <p14:xfrm>
                <a:off x="2009625" y="2291775"/>
                <a:ext cx="151920" cy="704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71C1F47-DA35-9F91-676B-BA2BE7B28C6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00985" y="2283135"/>
                  <a:ext cx="169560" cy="72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F02ED5E-5D61-61D0-38CA-19EE9D8E4D50}"/>
                    </a:ext>
                  </a:extLst>
                </p14:cNvPr>
                <p14:cNvContentPartPr/>
                <p14:nvPr/>
              </p14:nvContentPartPr>
              <p14:xfrm>
                <a:off x="1220865" y="2909895"/>
                <a:ext cx="1257480" cy="294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F02ED5E-5D61-61D0-38CA-19EE9D8E4D5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12225" y="2900895"/>
                  <a:ext cx="12751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BE1EFE8-B818-033A-984D-5FB26172AA25}"/>
                    </a:ext>
                  </a:extLst>
                </p14:cNvPr>
                <p14:cNvContentPartPr/>
                <p14:nvPr/>
              </p14:nvContentPartPr>
              <p14:xfrm>
                <a:off x="924225" y="3457455"/>
                <a:ext cx="3107520" cy="1496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BE1EFE8-B818-033A-984D-5FB26172AA2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15225" y="3448815"/>
                  <a:ext cx="3125160" cy="15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4A66C3C-6BEA-A798-40ED-4C7AFA736BBF}"/>
                    </a:ext>
                  </a:extLst>
                </p14:cNvPr>
                <p14:cNvContentPartPr/>
                <p14:nvPr/>
              </p14:nvContentPartPr>
              <p14:xfrm>
                <a:off x="4272225" y="3733935"/>
                <a:ext cx="142200" cy="57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4A66C3C-6BEA-A798-40ED-4C7AFA736BB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263585" y="3725295"/>
                  <a:ext cx="1598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D239926-5D5F-034B-E251-D60635A442C8}"/>
                    </a:ext>
                  </a:extLst>
                </p14:cNvPr>
                <p14:cNvContentPartPr/>
                <p14:nvPr/>
              </p14:nvContentPartPr>
              <p14:xfrm>
                <a:off x="3740865" y="2581575"/>
                <a:ext cx="825120" cy="2440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D239926-5D5F-034B-E251-D60635A442C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32225" y="2572935"/>
                  <a:ext cx="842760" cy="245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FAD6F1C-406C-1534-06E5-1353D75FD4DC}"/>
                    </a:ext>
                  </a:extLst>
                </p14:cNvPr>
                <p14:cNvContentPartPr/>
                <p14:nvPr/>
              </p14:nvContentPartPr>
              <p14:xfrm>
                <a:off x="7840185" y="2002695"/>
                <a:ext cx="2482560" cy="94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FAD6F1C-406C-1534-06E5-1353D75FD4D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831185" y="1993695"/>
                  <a:ext cx="25002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07C81FE-EBCD-6994-8B9A-B857D416F70B}"/>
                    </a:ext>
                  </a:extLst>
                </p14:cNvPr>
                <p14:cNvContentPartPr/>
                <p14:nvPr/>
              </p14:nvContentPartPr>
              <p14:xfrm>
                <a:off x="8331225" y="2217975"/>
                <a:ext cx="221400" cy="753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07C81FE-EBCD-6994-8B9A-B857D416F70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322225" y="2209335"/>
                  <a:ext cx="239040" cy="77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195FF9A-A472-CB59-6D0A-CFFABB7B0551}"/>
                    </a:ext>
                  </a:extLst>
                </p14:cNvPr>
                <p14:cNvContentPartPr/>
                <p14:nvPr/>
              </p14:nvContentPartPr>
              <p14:xfrm>
                <a:off x="7521945" y="3551055"/>
                <a:ext cx="131760" cy="381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195FF9A-A472-CB59-6D0A-CFFABB7B055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12945" y="3542055"/>
                  <a:ext cx="14940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D109050-6AAE-6A00-782B-E8844B025EB6}"/>
                    </a:ext>
                  </a:extLst>
                </p14:cNvPr>
                <p14:cNvContentPartPr/>
                <p14:nvPr/>
              </p14:nvContentPartPr>
              <p14:xfrm>
                <a:off x="7632825" y="3282495"/>
                <a:ext cx="437760" cy="669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D109050-6AAE-6A00-782B-E8844B025EB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623825" y="3273495"/>
                  <a:ext cx="455400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F6345B4-4968-013C-AFD9-65D4318E5839}"/>
                    </a:ext>
                  </a:extLst>
                </p14:cNvPr>
                <p14:cNvContentPartPr/>
                <p14:nvPr/>
              </p14:nvContentPartPr>
              <p14:xfrm>
                <a:off x="8101185" y="3530535"/>
                <a:ext cx="1080720" cy="217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F6345B4-4968-013C-AFD9-65D4318E583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092545" y="3521535"/>
                  <a:ext cx="10983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8CE3398-E32A-42F7-CA7C-213E722C4DE2}"/>
                    </a:ext>
                  </a:extLst>
                </p14:cNvPr>
                <p14:cNvContentPartPr/>
                <p14:nvPr/>
              </p14:nvContentPartPr>
              <p14:xfrm>
                <a:off x="9690225" y="3187455"/>
                <a:ext cx="1079280" cy="431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8CE3398-E32A-42F7-CA7C-213E722C4DE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681225" y="3178815"/>
                  <a:ext cx="109692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BECF4AC-9441-0010-FAC3-5628A66A2AB0}"/>
                    </a:ext>
                  </a:extLst>
                </p14:cNvPr>
                <p14:cNvContentPartPr/>
                <p14:nvPr/>
              </p14:nvContentPartPr>
              <p14:xfrm>
                <a:off x="3548985" y="4180695"/>
                <a:ext cx="630000" cy="75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BECF4AC-9441-0010-FAC3-5628A66A2AB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39985" y="4171695"/>
                  <a:ext cx="6476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A183EEA-211A-3A5A-041B-767E462072C1}"/>
                    </a:ext>
                  </a:extLst>
                </p14:cNvPr>
                <p14:cNvContentPartPr/>
                <p14:nvPr/>
              </p14:nvContentPartPr>
              <p14:xfrm>
                <a:off x="3645825" y="4303095"/>
                <a:ext cx="524880" cy="146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A183EEA-211A-3A5A-041B-767E462072C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637185" y="4294095"/>
                  <a:ext cx="5425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B35119D-149B-436A-CFAD-3313B779B4B6}"/>
                    </a:ext>
                  </a:extLst>
                </p14:cNvPr>
                <p14:cNvContentPartPr/>
                <p14:nvPr/>
              </p14:nvContentPartPr>
              <p14:xfrm>
                <a:off x="4713225" y="3690735"/>
                <a:ext cx="1803240" cy="243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B35119D-149B-436A-CFAD-3313B779B4B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704585" y="3681735"/>
                  <a:ext cx="18208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6DB8187-F875-AAB3-EF7A-ECAD159839EC}"/>
                    </a:ext>
                  </a:extLst>
                </p14:cNvPr>
                <p14:cNvContentPartPr/>
                <p14:nvPr/>
              </p14:nvContentPartPr>
              <p14:xfrm>
                <a:off x="6362025" y="3313095"/>
                <a:ext cx="750960" cy="827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6DB8187-F875-AAB3-EF7A-ECAD159839E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53025" y="3304455"/>
                  <a:ext cx="768600" cy="84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C7B1003-6A59-6053-45B4-751B7E29EB4B}"/>
                    </a:ext>
                  </a:extLst>
                </p14:cNvPr>
                <p14:cNvContentPartPr/>
                <p14:nvPr/>
              </p14:nvContentPartPr>
              <p14:xfrm>
                <a:off x="7371105" y="3757695"/>
                <a:ext cx="14040" cy="24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C7B1003-6A59-6053-45B4-751B7E29EB4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62105" y="3749055"/>
                  <a:ext cx="316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DB3A559-797A-D712-80CE-AF0BFB883D10}"/>
                    </a:ext>
                  </a:extLst>
                </p14:cNvPr>
                <p14:cNvContentPartPr/>
                <p14:nvPr/>
              </p14:nvContentPartPr>
              <p14:xfrm>
                <a:off x="4781985" y="4316415"/>
                <a:ext cx="425520" cy="42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DB3A559-797A-D712-80CE-AF0BFB883D1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773345" y="4307415"/>
                  <a:ext cx="4431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F975687-58E8-0B93-9C14-D54FEDEC9DE0}"/>
                    </a:ext>
                  </a:extLst>
                </p14:cNvPr>
                <p14:cNvContentPartPr/>
                <p14:nvPr/>
              </p14:nvContentPartPr>
              <p14:xfrm>
                <a:off x="5627985" y="4381215"/>
                <a:ext cx="294480" cy="1036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F975687-58E8-0B93-9C14-D54FEDEC9DE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618985" y="4372575"/>
                  <a:ext cx="312120" cy="10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65CA75B-6484-FE01-2BEF-9365796D4E62}"/>
                    </a:ext>
                  </a:extLst>
                </p14:cNvPr>
                <p14:cNvContentPartPr/>
                <p14:nvPr/>
              </p14:nvContentPartPr>
              <p14:xfrm>
                <a:off x="6164385" y="4488855"/>
                <a:ext cx="534600" cy="955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65CA75B-6484-FE01-2BEF-9365796D4E6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155745" y="4480215"/>
                  <a:ext cx="552240" cy="9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3C582B5-51F7-0605-672B-00C58446D7D5}"/>
                    </a:ext>
                  </a:extLst>
                </p14:cNvPr>
                <p14:cNvContentPartPr/>
                <p14:nvPr/>
              </p14:nvContentPartPr>
              <p14:xfrm>
                <a:off x="6844785" y="4551855"/>
                <a:ext cx="331200" cy="772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3C582B5-51F7-0605-672B-00C58446D7D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835785" y="4543215"/>
                  <a:ext cx="348840" cy="79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81CDAB8-8A83-624A-DF85-D28859CB0518}"/>
                    </a:ext>
                  </a:extLst>
                </p14:cNvPr>
                <p14:cNvContentPartPr/>
                <p14:nvPr/>
              </p14:nvContentPartPr>
              <p14:xfrm>
                <a:off x="7230345" y="5074575"/>
                <a:ext cx="351360" cy="351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81CDAB8-8A83-624A-DF85-D28859CB051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221705" y="5065575"/>
                  <a:ext cx="36900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E88E736-A2BA-C826-A2AF-B22CB45C75D1}"/>
                    </a:ext>
                  </a:extLst>
                </p14:cNvPr>
                <p14:cNvContentPartPr/>
                <p14:nvPr/>
              </p14:nvContentPartPr>
              <p14:xfrm>
                <a:off x="7753065" y="4616655"/>
                <a:ext cx="865440" cy="93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E88E736-A2BA-C826-A2AF-B22CB45C75D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744065" y="4608015"/>
                  <a:ext cx="8830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2DC5825-E3DC-F242-67E7-95CE7EE90E55}"/>
                    </a:ext>
                  </a:extLst>
                </p14:cNvPr>
                <p14:cNvContentPartPr/>
                <p14:nvPr/>
              </p14:nvContentPartPr>
              <p14:xfrm>
                <a:off x="8576745" y="4341975"/>
                <a:ext cx="154440" cy="605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2DC5825-E3DC-F242-67E7-95CE7EE90E5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568105" y="4333335"/>
                  <a:ext cx="172080" cy="62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E14D6BD-85F4-5438-5F23-4F6AAB058868}"/>
                    </a:ext>
                  </a:extLst>
                </p14:cNvPr>
                <p14:cNvContentPartPr/>
                <p14:nvPr/>
              </p14:nvContentPartPr>
              <p14:xfrm>
                <a:off x="8840985" y="4787295"/>
                <a:ext cx="15120" cy="14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E14D6BD-85F4-5438-5F23-4F6AAB05886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831985" y="4778655"/>
                  <a:ext cx="327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D785A43-0378-017B-062D-717D7C170530}"/>
                    </a:ext>
                  </a:extLst>
                </p14:cNvPr>
                <p14:cNvContentPartPr/>
                <p14:nvPr/>
              </p14:nvContentPartPr>
              <p14:xfrm>
                <a:off x="10121865" y="4274295"/>
                <a:ext cx="120600" cy="383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D785A43-0378-017B-062D-717D7C17053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112865" y="4265295"/>
                  <a:ext cx="13824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92F1301-B418-EA52-4830-88A974162BD9}"/>
                    </a:ext>
                  </a:extLst>
                </p14:cNvPr>
                <p14:cNvContentPartPr/>
                <p14:nvPr/>
              </p14:nvContentPartPr>
              <p14:xfrm>
                <a:off x="10217265" y="4196895"/>
                <a:ext cx="832320" cy="806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92F1301-B418-EA52-4830-88A974162BD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208265" y="4187895"/>
                  <a:ext cx="849960" cy="82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02A732D-9348-B1BB-689F-1D1383B03F32}"/>
                    </a:ext>
                  </a:extLst>
                </p14:cNvPr>
                <p14:cNvContentPartPr/>
                <p14:nvPr/>
              </p14:nvContentPartPr>
              <p14:xfrm>
                <a:off x="11099985" y="4089975"/>
                <a:ext cx="380520" cy="620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02A732D-9348-B1BB-689F-1D1383B03F3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091345" y="4081335"/>
                  <a:ext cx="398160" cy="63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4A3BEE0-DFC8-F212-2F4A-9812FB05F19D}"/>
                    </a:ext>
                  </a:extLst>
                </p14:cNvPr>
                <p14:cNvContentPartPr/>
                <p14:nvPr/>
              </p14:nvContentPartPr>
              <p14:xfrm>
                <a:off x="11403105" y="4154775"/>
                <a:ext cx="313920" cy="623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4A3BEE0-DFC8-F212-2F4A-9812FB05F19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394105" y="4146135"/>
                  <a:ext cx="331560" cy="64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9995F75-EE55-2634-6C82-B37AE9097338}"/>
                    </a:ext>
                  </a:extLst>
                </p14:cNvPr>
                <p14:cNvContentPartPr/>
                <p14:nvPr/>
              </p14:nvContentPartPr>
              <p14:xfrm>
                <a:off x="10146345" y="4885215"/>
                <a:ext cx="1308600" cy="118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9995F75-EE55-2634-6C82-B37AE909733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137705" y="4876215"/>
                  <a:ext cx="13262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D06A81F-0E6D-B3E7-ECF5-84B92C15D4E6}"/>
                    </a:ext>
                  </a:extLst>
                </p14:cNvPr>
                <p14:cNvContentPartPr/>
                <p14:nvPr/>
              </p14:nvContentPartPr>
              <p14:xfrm>
                <a:off x="10551345" y="5037495"/>
                <a:ext cx="120960" cy="381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D06A81F-0E6D-B3E7-ECF5-84B92C15D4E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542345" y="5028495"/>
                  <a:ext cx="13860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C6DA595-8056-E439-8B01-FD181A394156}"/>
                    </a:ext>
                  </a:extLst>
                </p14:cNvPr>
                <p14:cNvContentPartPr/>
                <p14:nvPr/>
              </p14:nvContentPartPr>
              <p14:xfrm>
                <a:off x="6510345" y="4962615"/>
                <a:ext cx="86040" cy="23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C6DA595-8056-E439-8B01-FD181A39415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501705" y="4953615"/>
                  <a:ext cx="1036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99EF269-F36C-D832-DF74-8FF367B10004}"/>
                    </a:ext>
                  </a:extLst>
                </p14:cNvPr>
                <p14:cNvContentPartPr/>
                <p14:nvPr/>
              </p14:nvContentPartPr>
              <p14:xfrm>
                <a:off x="9510585" y="4722495"/>
                <a:ext cx="87480" cy="16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99EF269-F36C-D832-DF74-8FF367B1000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501585" y="4713495"/>
                  <a:ext cx="105120" cy="33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62716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96">
            <a:extLst>
              <a:ext uri="{FF2B5EF4-FFF2-40B4-BE49-F238E27FC236}">
                <a16:creationId xmlns:a16="http://schemas.microsoft.com/office/drawing/2014/main" id="{245339BF-DE27-0156-5EBF-7790F0B3949B}"/>
              </a:ext>
            </a:extLst>
          </p:cNvPr>
          <p:cNvGrpSpPr/>
          <p:nvPr/>
        </p:nvGrpSpPr>
        <p:grpSpPr>
          <a:xfrm>
            <a:off x="530025" y="297015"/>
            <a:ext cx="11159640" cy="6005160"/>
            <a:chOff x="530025" y="297015"/>
            <a:chExt cx="11159640" cy="600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4120837-E02B-C59C-0D66-C4C15057F688}"/>
                    </a:ext>
                  </a:extLst>
                </p14:cNvPr>
                <p14:cNvContentPartPr/>
                <p14:nvPr/>
              </p14:nvContentPartPr>
              <p14:xfrm>
                <a:off x="653505" y="362895"/>
                <a:ext cx="636120" cy="9565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4120837-E02B-C59C-0D66-C4C15057F68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44865" y="354255"/>
                  <a:ext cx="653760" cy="9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A06AC1C-386C-D4DD-99AE-B0E93A03E539}"/>
                    </a:ext>
                  </a:extLst>
                </p14:cNvPr>
                <p14:cNvContentPartPr/>
                <p14:nvPr/>
              </p14:nvContentPartPr>
              <p14:xfrm>
                <a:off x="1120065" y="689055"/>
                <a:ext cx="774000" cy="599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A06AC1C-386C-D4DD-99AE-B0E93A03E53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11065" y="680055"/>
                  <a:ext cx="79164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0B54848-6764-77DF-6272-76681243A915}"/>
                    </a:ext>
                  </a:extLst>
                </p14:cNvPr>
                <p14:cNvContentPartPr/>
                <p14:nvPr/>
              </p14:nvContentPartPr>
              <p14:xfrm>
                <a:off x="1820265" y="921255"/>
                <a:ext cx="357120" cy="318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0B54848-6764-77DF-6272-76681243A91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11625" y="912255"/>
                  <a:ext cx="37476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CE0756F-87F4-0527-68D1-8B9027E3124E}"/>
                    </a:ext>
                  </a:extLst>
                </p14:cNvPr>
                <p14:cNvContentPartPr/>
                <p14:nvPr/>
              </p14:nvContentPartPr>
              <p14:xfrm>
                <a:off x="2302665" y="668535"/>
                <a:ext cx="541440" cy="603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CE0756F-87F4-0527-68D1-8B9027E3124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93665" y="659895"/>
                  <a:ext cx="55908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74E9DB3-2592-ED18-BCB2-31E756248C4D}"/>
                    </a:ext>
                  </a:extLst>
                </p14:cNvPr>
                <p14:cNvContentPartPr/>
                <p14:nvPr/>
              </p14:nvContentPartPr>
              <p14:xfrm>
                <a:off x="2965065" y="917655"/>
                <a:ext cx="517680" cy="254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74E9DB3-2592-ED18-BCB2-31E756248C4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56425" y="908655"/>
                  <a:ext cx="5353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A8780FF-86BE-D8A6-D46D-390879E89E04}"/>
                    </a:ext>
                  </a:extLst>
                </p14:cNvPr>
                <p14:cNvContentPartPr/>
                <p14:nvPr/>
              </p14:nvContentPartPr>
              <p14:xfrm>
                <a:off x="3945345" y="541455"/>
                <a:ext cx="543240" cy="649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A8780FF-86BE-D8A6-D46D-390879E89E0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36705" y="532815"/>
                  <a:ext cx="560880" cy="6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694A309-BFFC-364A-B41E-9D699974460D}"/>
                    </a:ext>
                  </a:extLst>
                </p14:cNvPr>
                <p14:cNvContentPartPr/>
                <p14:nvPr/>
              </p14:nvContentPartPr>
              <p14:xfrm>
                <a:off x="4739505" y="462255"/>
                <a:ext cx="431640" cy="742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694A309-BFFC-364A-B41E-9D699974460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30865" y="453615"/>
                  <a:ext cx="449280" cy="76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5BF273E-0539-29C8-44B8-519758BC3348}"/>
                    </a:ext>
                  </a:extLst>
                </p14:cNvPr>
                <p14:cNvContentPartPr/>
                <p14:nvPr/>
              </p14:nvContentPartPr>
              <p14:xfrm>
                <a:off x="5116065" y="1083255"/>
                <a:ext cx="281520" cy="181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5BF273E-0539-29C8-44B8-519758BC334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107065" y="1074255"/>
                  <a:ext cx="2991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4107942-CEF5-9AC6-79DE-9E91D7645465}"/>
                    </a:ext>
                  </a:extLst>
                </p14:cNvPr>
                <p14:cNvContentPartPr/>
                <p14:nvPr/>
              </p14:nvContentPartPr>
              <p14:xfrm>
                <a:off x="5833545" y="460095"/>
                <a:ext cx="1161360" cy="875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4107942-CEF5-9AC6-79DE-9E91D764546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24905" y="451095"/>
                  <a:ext cx="1179000" cy="89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8014056-7406-503B-C98F-077E67C329BD}"/>
                    </a:ext>
                  </a:extLst>
                </p14:cNvPr>
                <p14:cNvContentPartPr/>
                <p14:nvPr/>
              </p14:nvContentPartPr>
              <p14:xfrm>
                <a:off x="5733465" y="515175"/>
                <a:ext cx="579960" cy="1006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8014056-7406-503B-C98F-077E67C329B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24825" y="506535"/>
                  <a:ext cx="597600" cy="10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D2968BB-3D21-BA54-C608-E4816F9E80EE}"/>
                    </a:ext>
                  </a:extLst>
                </p14:cNvPr>
                <p14:cNvContentPartPr/>
                <p14:nvPr/>
              </p14:nvContentPartPr>
              <p14:xfrm>
                <a:off x="5906985" y="956535"/>
                <a:ext cx="918360" cy="230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D2968BB-3D21-BA54-C608-E4816F9E80E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897985" y="947895"/>
                  <a:ext cx="9360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9D9A055-4E6F-11CF-E4BA-CE679FD8DF35}"/>
                    </a:ext>
                  </a:extLst>
                </p14:cNvPr>
                <p14:cNvContentPartPr/>
                <p14:nvPr/>
              </p14:nvContentPartPr>
              <p14:xfrm>
                <a:off x="6570465" y="749175"/>
                <a:ext cx="870840" cy="504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9D9A055-4E6F-11CF-E4BA-CE679FD8DF3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561465" y="740535"/>
                  <a:ext cx="88848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341C746-A769-2A03-BB6E-E80CCD4A3F77}"/>
                    </a:ext>
                  </a:extLst>
                </p14:cNvPr>
                <p14:cNvContentPartPr/>
                <p14:nvPr/>
              </p14:nvContentPartPr>
              <p14:xfrm>
                <a:off x="7616985" y="713535"/>
                <a:ext cx="1036800" cy="514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341C746-A769-2A03-BB6E-E80CCD4A3F7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608345" y="704535"/>
                  <a:ext cx="1054440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54FF980-1ABE-77A3-4B8A-F47FB760683C}"/>
                    </a:ext>
                  </a:extLst>
                </p14:cNvPr>
                <p14:cNvContentPartPr/>
                <p14:nvPr/>
              </p14:nvContentPartPr>
              <p14:xfrm>
                <a:off x="8661345" y="1049055"/>
                <a:ext cx="268920" cy="180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54FF980-1ABE-77A3-4B8A-F47FB760683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652705" y="1040415"/>
                  <a:ext cx="2865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3A81D0C-9A51-ACA5-4092-0C3F0D2A5B0B}"/>
                    </a:ext>
                  </a:extLst>
                </p14:cNvPr>
                <p14:cNvContentPartPr/>
                <p14:nvPr/>
              </p14:nvContentPartPr>
              <p14:xfrm>
                <a:off x="8935665" y="554415"/>
                <a:ext cx="470160" cy="795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3A81D0C-9A51-ACA5-4092-0C3F0D2A5B0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926665" y="545415"/>
                  <a:ext cx="487800" cy="81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9399689-A74D-BABB-9829-60923048E358}"/>
                    </a:ext>
                  </a:extLst>
                </p14:cNvPr>
                <p14:cNvContentPartPr/>
                <p14:nvPr/>
              </p14:nvContentPartPr>
              <p14:xfrm>
                <a:off x="9396465" y="392775"/>
                <a:ext cx="431280" cy="786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9399689-A74D-BABB-9829-60923048E35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387465" y="384135"/>
                  <a:ext cx="448920" cy="80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0482207-F0FB-4262-8946-C3F1EE57AF19}"/>
                    </a:ext>
                  </a:extLst>
                </p14:cNvPr>
                <p14:cNvContentPartPr/>
                <p14:nvPr/>
              </p14:nvContentPartPr>
              <p14:xfrm>
                <a:off x="9566745" y="754935"/>
                <a:ext cx="751320" cy="1072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0482207-F0FB-4262-8946-C3F1EE57AF1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557745" y="746295"/>
                  <a:ext cx="768960" cy="10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F54BA0B-D22E-92A2-D2A9-5BA4B0CC8216}"/>
                    </a:ext>
                  </a:extLst>
                </p14:cNvPr>
                <p14:cNvContentPartPr/>
                <p14:nvPr/>
              </p14:nvContentPartPr>
              <p14:xfrm>
                <a:off x="10387545" y="297015"/>
                <a:ext cx="561600" cy="1081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F54BA0B-D22E-92A2-D2A9-5BA4B0CC821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378545" y="288375"/>
                  <a:ext cx="579240" cy="10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DF460A2-BB74-521B-8B06-E459E538D547}"/>
                    </a:ext>
                  </a:extLst>
                </p14:cNvPr>
                <p14:cNvContentPartPr/>
                <p14:nvPr/>
              </p14:nvContentPartPr>
              <p14:xfrm>
                <a:off x="10906305" y="395655"/>
                <a:ext cx="546120" cy="966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DF460A2-BB74-521B-8B06-E459E538D54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897665" y="386655"/>
                  <a:ext cx="563760" cy="9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75F7725-F1DE-A1B2-6707-28F46652B92A}"/>
                    </a:ext>
                  </a:extLst>
                </p14:cNvPr>
                <p14:cNvContentPartPr/>
                <p14:nvPr/>
              </p14:nvContentPartPr>
              <p14:xfrm>
                <a:off x="11221305" y="598695"/>
                <a:ext cx="388440" cy="855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75F7725-F1DE-A1B2-6707-28F46652B92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212305" y="590055"/>
                  <a:ext cx="406080" cy="87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DFF7B3-0DC0-3075-2219-540A197D1A0A}"/>
                    </a:ext>
                  </a:extLst>
                </p14:cNvPr>
                <p14:cNvContentPartPr/>
                <p14:nvPr/>
              </p14:nvContentPartPr>
              <p14:xfrm>
                <a:off x="1105305" y="2013495"/>
                <a:ext cx="374400" cy="1198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DFF7B3-0DC0-3075-2219-540A197D1A0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96665" y="2004495"/>
                  <a:ext cx="392040" cy="12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E763E86-9A37-25C8-820C-DF7295C8CAD6}"/>
                    </a:ext>
                  </a:extLst>
                </p14:cNvPr>
                <p14:cNvContentPartPr/>
                <p14:nvPr/>
              </p14:nvContentPartPr>
              <p14:xfrm>
                <a:off x="1883625" y="1887855"/>
                <a:ext cx="540000" cy="1443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E763E86-9A37-25C8-820C-DF7295C8CAD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874985" y="1879215"/>
                  <a:ext cx="557640" cy="14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408ADAB-44DD-A1AA-A156-C997195CF5CB}"/>
                    </a:ext>
                  </a:extLst>
                </p14:cNvPr>
                <p14:cNvContentPartPr/>
                <p14:nvPr/>
              </p14:nvContentPartPr>
              <p14:xfrm>
                <a:off x="2872905" y="1983255"/>
                <a:ext cx="601920" cy="880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408ADAB-44DD-A1AA-A156-C997195CF5C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864265" y="1974255"/>
                  <a:ext cx="619560" cy="89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72A0FA4-C331-BDF8-13E4-8B7A16290538}"/>
                    </a:ext>
                  </a:extLst>
                </p14:cNvPr>
                <p14:cNvContentPartPr/>
                <p14:nvPr/>
              </p14:nvContentPartPr>
              <p14:xfrm>
                <a:off x="4060545" y="1787775"/>
                <a:ext cx="1679760" cy="1137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72A0FA4-C331-BDF8-13E4-8B7A1629053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51905" y="1778775"/>
                  <a:ext cx="1697400" cy="11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0B52331-F6F0-13E5-63AB-2A4363B772AD}"/>
                    </a:ext>
                  </a:extLst>
                </p14:cNvPr>
                <p14:cNvContentPartPr/>
                <p14:nvPr/>
              </p14:nvContentPartPr>
              <p14:xfrm>
                <a:off x="6123705" y="2184855"/>
                <a:ext cx="460080" cy="469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0B52331-F6F0-13E5-63AB-2A4363B772A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114705" y="2175855"/>
                  <a:ext cx="47772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1BF0ED1-C44A-FE6D-4D12-4E38CE1B5F7E}"/>
                    </a:ext>
                  </a:extLst>
                </p14:cNvPr>
                <p14:cNvContentPartPr/>
                <p14:nvPr/>
              </p14:nvContentPartPr>
              <p14:xfrm>
                <a:off x="6700425" y="2220135"/>
                <a:ext cx="1319040" cy="471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1BF0ED1-C44A-FE6D-4D12-4E38CE1B5F7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91425" y="2211495"/>
                  <a:ext cx="133668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DF715B4-68A1-8876-FF4D-81B184D99841}"/>
                    </a:ext>
                  </a:extLst>
                </p14:cNvPr>
                <p14:cNvContentPartPr/>
                <p14:nvPr/>
              </p14:nvContentPartPr>
              <p14:xfrm>
                <a:off x="8027025" y="2517135"/>
                <a:ext cx="33480" cy="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DF715B4-68A1-8876-FF4D-81B184D9984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18385" y="2508135"/>
                  <a:ext cx="51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D0596BE-7E0D-F6E6-7620-418A77B70F72}"/>
                    </a:ext>
                  </a:extLst>
                </p14:cNvPr>
                <p14:cNvContentPartPr/>
                <p14:nvPr/>
              </p14:nvContentPartPr>
              <p14:xfrm>
                <a:off x="1881825" y="1571775"/>
                <a:ext cx="1529280" cy="108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D0596BE-7E0D-F6E6-7620-418A77B70F7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872825" y="1562775"/>
                  <a:ext cx="1546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E2F61DD-8E67-1431-655F-99C7A205DCFC}"/>
                    </a:ext>
                  </a:extLst>
                </p14:cNvPr>
                <p14:cNvContentPartPr/>
                <p14:nvPr/>
              </p14:nvContentPartPr>
              <p14:xfrm>
                <a:off x="6186705" y="1829895"/>
                <a:ext cx="2553840" cy="51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E2F61DD-8E67-1431-655F-99C7A205DCF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78065" y="1821255"/>
                  <a:ext cx="25714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264096B-C253-F7CE-71D4-A38A6F164ADE}"/>
                    </a:ext>
                  </a:extLst>
                </p14:cNvPr>
                <p14:cNvContentPartPr/>
                <p14:nvPr/>
              </p14:nvContentPartPr>
              <p14:xfrm>
                <a:off x="10169025" y="1568535"/>
                <a:ext cx="751320" cy="31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264096B-C253-F7CE-71D4-A38A6F164AD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160385" y="1559895"/>
                  <a:ext cx="7689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A56FD6E-907C-FD7B-7026-33DD6781C361}"/>
                    </a:ext>
                  </a:extLst>
                </p14:cNvPr>
                <p14:cNvContentPartPr/>
                <p14:nvPr/>
              </p14:nvContentPartPr>
              <p14:xfrm>
                <a:off x="7946025" y="2921415"/>
                <a:ext cx="191160" cy="318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A56FD6E-907C-FD7B-7026-33DD6781C36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937025" y="2912415"/>
                  <a:ext cx="2088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437099D-38CF-D383-C6E0-0A39032D6C3C}"/>
                    </a:ext>
                  </a:extLst>
                </p14:cNvPr>
                <p14:cNvContentPartPr/>
                <p14:nvPr/>
              </p14:nvContentPartPr>
              <p14:xfrm>
                <a:off x="6755145" y="3601095"/>
                <a:ext cx="986040" cy="634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437099D-38CF-D383-C6E0-0A39032D6C3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746505" y="3592455"/>
                  <a:ext cx="1003680" cy="65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0AF8AF5-CB72-6590-D6E1-AC1E021CC66D}"/>
                    </a:ext>
                  </a:extLst>
                </p14:cNvPr>
                <p14:cNvContentPartPr/>
                <p14:nvPr/>
              </p14:nvContentPartPr>
              <p14:xfrm>
                <a:off x="7968345" y="3693975"/>
                <a:ext cx="600840" cy="316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0AF8AF5-CB72-6590-D6E1-AC1E021CC66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959705" y="3684975"/>
                  <a:ext cx="6184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5B06C68-5C63-5C7E-9890-1DC452632454}"/>
                    </a:ext>
                  </a:extLst>
                </p14:cNvPr>
                <p14:cNvContentPartPr/>
                <p14:nvPr/>
              </p14:nvContentPartPr>
              <p14:xfrm>
                <a:off x="8432745" y="3509655"/>
                <a:ext cx="661320" cy="659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5B06C68-5C63-5C7E-9890-1DC45263245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424105" y="3501015"/>
                  <a:ext cx="678960" cy="67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81902C3-098C-73E3-2F6E-8F369CE95A8C}"/>
                    </a:ext>
                  </a:extLst>
                </p14:cNvPr>
                <p14:cNvContentPartPr/>
                <p14:nvPr/>
              </p14:nvContentPartPr>
              <p14:xfrm>
                <a:off x="9536145" y="3397695"/>
                <a:ext cx="555480" cy="658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81902C3-098C-73E3-2F6E-8F369CE95A8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527505" y="3388695"/>
                  <a:ext cx="573120" cy="67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566EB4F-EBBF-0858-FE0B-BDEA916B3E95}"/>
                    </a:ext>
                  </a:extLst>
                </p14:cNvPr>
                <p14:cNvContentPartPr/>
                <p14:nvPr/>
              </p14:nvContentPartPr>
              <p14:xfrm>
                <a:off x="3664185" y="3885135"/>
                <a:ext cx="99720" cy="482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566EB4F-EBBF-0858-FE0B-BDEA916B3E9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55545" y="3876495"/>
                  <a:ext cx="11736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3C717BD-210F-DCEC-BC96-AF2B40532DE3}"/>
                    </a:ext>
                  </a:extLst>
                </p14:cNvPr>
                <p14:cNvContentPartPr/>
                <p14:nvPr/>
              </p14:nvContentPartPr>
              <p14:xfrm>
                <a:off x="3109785" y="3589575"/>
                <a:ext cx="900000" cy="1767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3C717BD-210F-DCEC-BC96-AF2B40532DE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101145" y="3580935"/>
                  <a:ext cx="9176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032C742-E834-126D-AB4F-1C290782F9A2}"/>
                    </a:ext>
                  </a:extLst>
                </p14:cNvPr>
                <p14:cNvContentPartPr/>
                <p14:nvPr/>
              </p14:nvContentPartPr>
              <p14:xfrm>
                <a:off x="3116625" y="4240095"/>
                <a:ext cx="1040760" cy="434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032C742-E834-126D-AB4F-1C290782F9A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107625" y="4231455"/>
                  <a:ext cx="105840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70A30F4-FE8B-9AD4-522A-30B9497FFB02}"/>
                    </a:ext>
                  </a:extLst>
                </p14:cNvPr>
                <p14:cNvContentPartPr/>
                <p14:nvPr/>
              </p14:nvContentPartPr>
              <p14:xfrm>
                <a:off x="4274385" y="3936615"/>
                <a:ext cx="426960" cy="560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70A30F4-FE8B-9AD4-522A-30B9497FFB0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265745" y="3927975"/>
                  <a:ext cx="44460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7FF0D59-09E3-5D48-7029-AD1FDC421ACC}"/>
                    </a:ext>
                  </a:extLst>
                </p14:cNvPr>
                <p14:cNvContentPartPr/>
                <p14:nvPr/>
              </p14:nvContentPartPr>
              <p14:xfrm>
                <a:off x="4497585" y="3585615"/>
                <a:ext cx="535680" cy="755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7FF0D59-09E3-5D48-7029-AD1FDC421AC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488585" y="3576615"/>
                  <a:ext cx="553320" cy="77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264D7B7-84CE-1F43-7E63-F7EC32F7F83F}"/>
                    </a:ext>
                  </a:extLst>
                </p14:cNvPr>
                <p14:cNvContentPartPr/>
                <p14:nvPr/>
              </p14:nvContentPartPr>
              <p14:xfrm>
                <a:off x="5189865" y="3603255"/>
                <a:ext cx="747360" cy="6721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264D7B7-84CE-1F43-7E63-F7EC32F7F83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181225" y="3594615"/>
                  <a:ext cx="765000" cy="68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3EEA021-AD06-FA91-80DF-58A3C66D8F2F}"/>
                    </a:ext>
                  </a:extLst>
                </p14:cNvPr>
                <p14:cNvContentPartPr/>
                <p14:nvPr/>
              </p14:nvContentPartPr>
              <p14:xfrm>
                <a:off x="1157505" y="4723935"/>
                <a:ext cx="808920" cy="1226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3EEA021-AD06-FA91-80DF-58A3C66D8F2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48865" y="4715295"/>
                  <a:ext cx="826560" cy="12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6C5C43A-5773-5ADF-A03C-586718872F32}"/>
                    </a:ext>
                  </a:extLst>
                </p14:cNvPr>
                <p14:cNvContentPartPr/>
                <p14:nvPr/>
              </p14:nvContentPartPr>
              <p14:xfrm>
                <a:off x="2222385" y="4900695"/>
                <a:ext cx="610200" cy="880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6C5C43A-5773-5ADF-A03C-586718872F3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213385" y="4891695"/>
                  <a:ext cx="627840" cy="89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F7C97A7-21F8-7C5E-D572-DDAF97C6D610}"/>
                    </a:ext>
                  </a:extLst>
                </p14:cNvPr>
                <p14:cNvContentPartPr/>
                <p14:nvPr/>
              </p14:nvContentPartPr>
              <p14:xfrm>
                <a:off x="3037065" y="5176455"/>
                <a:ext cx="362520" cy="6112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F7C97A7-21F8-7C5E-D572-DDAF97C6D61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028065" y="5167455"/>
                  <a:ext cx="38016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5762BEB-1D02-CD97-A8A5-3576AC7B3835}"/>
                    </a:ext>
                  </a:extLst>
                </p14:cNvPr>
                <p14:cNvContentPartPr/>
                <p14:nvPr/>
              </p14:nvContentPartPr>
              <p14:xfrm>
                <a:off x="3252705" y="4845975"/>
                <a:ext cx="424800" cy="7236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5762BEB-1D02-CD97-A8A5-3576AC7B383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244065" y="4837335"/>
                  <a:ext cx="442440" cy="74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D0DC356-7AEB-0E04-8AC8-C0D3B0F49C73}"/>
                    </a:ext>
                  </a:extLst>
                </p14:cNvPr>
                <p14:cNvContentPartPr/>
                <p14:nvPr/>
              </p14:nvContentPartPr>
              <p14:xfrm>
                <a:off x="897225" y="6031455"/>
                <a:ext cx="3159360" cy="270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D0DC356-7AEB-0E04-8AC8-C0D3B0F49C7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88225" y="6022815"/>
                  <a:ext cx="31770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426CA9D-B3AE-AA8C-3F41-75D4DD85E9CB}"/>
                    </a:ext>
                  </a:extLst>
                </p14:cNvPr>
                <p14:cNvContentPartPr/>
                <p14:nvPr/>
              </p14:nvContentPartPr>
              <p14:xfrm>
                <a:off x="3613425" y="5382015"/>
                <a:ext cx="1697400" cy="81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426CA9D-B3AE-AA8C-3F41-75D4DD85E9C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604785" y="5373375"/>
                  <a:ext cx="17150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B89B645-4EAB-25D9-2BA0-925EE09DED39}"/>
                    </a:ext>
                  </a:extLst>
                </p14:cNvPr>
                <p14:cNvContentPartPr/>
                <p14:nvPr/>
              </p14:nvContentPartPr>
              <p14:xfrm>
                <a:off x="4967385" y="4832655"/>
                <a:ext cx="596160" cy="999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B89B645-4EAB-25D9-2BA0-925EE09DED3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958385" y="4824015"/>
                  <a:ext cx="613800" cy="10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B5AA344-A70E-D62A-FC68-2FE3B8E48C9D}"/>
                    </a:ext>
                  </a:extLst>
                </p14:cNvPr>
                <p14:cNvContentPartPr/>
                <p14:nvPr/>
              </p14:nvContentPartPr>
              <p14:xfrm>
                <a:off x="6711585" y="4663815"/>
                <a:ext cx="374040" cy="973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B5AA344-A70E-D62A-FC68-2FE3B8E48C9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702585" y="4655175"/>
                  <a:ext cx="391680" cy="9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FB1BA2E-A076-CCBD-2599-A6CCB5596DED}"/>
                    </a:ext>
                  </a:extLst>
                </p14:cNvPr>
                <p14:cNvContentPartPr/>
                <p14:nvPr/>
              </p14:nvContentPartPr>
              <p14:xfrm>
                <a:off x="7457505" y="4627095"/>
                <a:ext cx="551520" cy="941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FB1BA2E-A076-CCBD-2599-A6CCB5596DE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448865" y="4618095"/>
                  <a:ext cx="569160" cy="9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607F663-E388-9035-598F-8158E633C389}"/>
                    </a:ext>
                  </a:extLst>
                </p14:cNvPr>
                <p14:cNvContentPartPr/>
                <p14:nvPr/>
              </p14:nvContentPartPr>
              <p14:xfrm>
                <a:off x="8081385" y="4642575"/>
                <a:ext cx="755640" cy="801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607F663-E388-9035-598F-8158E633C38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072385" y="4633575"/>
                  <a:ext cx="773280" cy="81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D924C3D-B4D8-79C1-C8E5-E9B5C0DF6FFF}"/>
                    </a:ext>
                  </a:extLst>
                </p14:cNvPr>
                <p14:cNvContentPartPr/>
                <p14:nvPr/>
              </p14:nvContentPartPr>
              <p14:xfrm>
                <a:off x="9414825" y="4875855"/>
                <a:ext cx="25560" cy="18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D924C3D-B4D8-79C1-C8E5-E9B5C0DF6FF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405825" y="4867215"/>
                  <a:ext cx="43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1BF642F-1393-914A-FE08-144E051A19A1}"/>
                    </a:ext>
                  </a:extLst>
                </p14:cNvPr>
                <p14:cNvContentPartPr/>
                <p14:nvPr/>
              </p14:nvContentPartPr>
              <p14:xfrm>
                <a:off x="5368065" y="4233615"/>
                <a:ext cx="4270320" cy="1527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1BF642F-1393-914A-FE08-144E051A19A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359425" y="4224615"/>
                  <a:ext cx="4287960" cy="154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5570AB3-7DB1-06C3-E5DA-247D2C2BCB88}"/>
                    </a:ext>
                  </a:extLst>
                </p14:cNvPr>
                <p14:cNvContentPartPr/>
                <p14:nvPr/>
              </p14:nvContentPartPr>
              <p14:xfrm>
                <a:off x="9772305" y="2334975"/>
                <a:ext cx="382680" cy="516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5570AB3-7DB1-06C3-E5DA-247D2C2BCB8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763665" y="2325975"/>
                  <a:ext cx="40032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C4F7794-88CD-E312-A2C4-EC8A31BB2B77}"/>
                    </a:ext>
                  </a:extLst>
                </p14:cNvPr>
                <p14:cNvContentPartPr/>
                <p14:nvPr/>
              </p14:nvContentPartPr>
              <p14:xfrm>
                <a:off x="10351545" y="2351175"/>
                <a:ext cx="342720" cy="511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C4F7794-88CD-E312-A2C4-EC8A31BB2B7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342905" y="2342175"/>
                  <a:ext cx="36036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E588423-4B24-1778-4C35-915F83835D6F}"/>
                    </a:ext>
                  </a:extLst>
                </p14:cNvPr>
                <p14:cNvContentPartPr/>
                <p14:nvPr/>
              </p14:nvContentPartPr>
              <p14:xfrm>
                <a:off x="10789665" y="2658975"/>
                <a:ext cx="11880" cy="25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E588423-4B24-1778-4C35-915F83835D6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781025" y="2650335"/>
                  <a:ext cx="295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0C4FFB8-BAC7-7757-D1FA-6BBC98542DC4}"/>
                    </a:ext>
                  </a:extLst>
                </p14:cNvPr>
                <p14:cNvContentPartPr/>
                <p14:nvPr/>
              </p14:nvContentPartPr>
              <p14:xfrm>
                <a:off x="10947345" y="2398695"/>
                <a:ext cx="168480" cy="5310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0C4FFB8-BAC7-7757-D1FA-6BBC98542DC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938705" y="2390055"/>
                  <a:ext cx="18612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74E42B4-CF55-AD29-F9F8-15613A6EBA41}"/>
                    </a:ext>
                  </a:extLst>
                </p14:cNvPr>
                <p14:cNvContentPartPr/>
                <p14:nvPr/>
              </p14:nvContentPartPr>
              <p14:xfrm>
                <a:off x="11186385" y="2403015"/>
                <a:ext cx="447120" cy="48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74E42B4-CF55-AD29-F9F8-15613A6EBA4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177385" y="2394015"/>
                  <a:ext cx="4647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B759C7F-5FC4-1167-6C43-D498166BD5D4}"/>
                    </a:ext>
                  </a:extLst>
                </p14:cNvPr>
                <p14:cNvContentPartPr/>
                <p14:nvPr/>
              </p14:nvContentPartPr>
              <p14:xfrm>
                <a:off x="9452625" y="2066775"/>
                <a:ext cx="1734120" cy="10749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B759C7F-5FC4-1167-6C43-D498166BD5D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443625" y="2057775"/>
                  <a:ext cx="1751760" cy="10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858F634-DC51-6D05-EE4C-4D3F15B43424}"/>
                    </a:ext>
                  </a:extLst>
                </p14:cNvPr>
                <p14:cNvContentPartPr/>
                <p14:nvPr/>
              </p14:nvContentPartPr>
              <p14:xfrm>
                <a:off x="10828185" y="2171895"/>
                <a:ext cx="772920" cy="1131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858F634-DC51-6D05-EE4C-4D3F15B4342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819185" y="2163255"/>
                  <a:ext cx="790560" cy="11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9D4064D-46B7-F2E8-DD0F-F662D8ED42AB}"/>
                    </a:ext>
                  </a:extLst>
                </p14:cNvPr>
                <p14:cNvContentPartPr/>
                <p14:nvPr/>
              </p14:nvContentPartPr>
              <p14:xfrm>
                <a:off x="10963545" y="3151815"/>
                <a:ext cx="1440" cy="9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9D4064D-46B7-F2E8-DD0F-F662D8ED42A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954545" y="3143175"/>
                  <a:ext cx="190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9B114CE-B0B7-F326-7BDC-8939CDEC2CF5}"/>
                    </a:ext>
                  </a:extLst>
                </p14:cNvPr>
                <p14:cNvContentPartPr/>
                <p14:nvPr/>
              </p14:nvContentPartPr>
              <p14:xfrm>
                <a:off x="10527945" y="3898815"/>
                <a:ext cx="73440" cy="30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9B114CE-B0B7-F326-7BDC-8939CDEC2CF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519305" y="3889815"/>
                  <a:ext cx="910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52037B6-88D4-E04C-BA9D-F3BEFBB1E81A}"/>
                    </a:ext>
                  </a:extLst>
                </p14:cNvPr>
                <p14:cNvContentPartPr/>
                <p14:nvPr/>
              </p14:nvContentPartPr>
              <p14:xfrm>
                <a:off x="10769505" y="3701895"/>
                <a:ext cx="119160" cy="3409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52037B6-88D4-E04C-BA9D-F3BEFBB1E81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760505" y="3693255"/>
                  <a:ext cx="13680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F4FAA93-4B79-592E-70B3-DCAD1E0DA42A}"/>
                    </a:ext>
                  </a:extLst>
                </p14:cNvPr>
                <p14:cNvContentPartPr/>
                <p14:nvPr/>
              </p14:nvContentPartPr>
              <p14:xfrm>
                <a:off x="10918905" y="3635295"/>
                <a:ext cx="253080" cy="24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F4FAA93-4B79-592E-70B3-DCAD1E0DA42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909905" y="3626655"/>
                  <a:ext cx="2707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649D759-FE81-DA2E-CFAD-FFB8495CD8B5}"/>
                    </a:ext>
                  </a:extLst>
                </p14:cNvPr>
                <p14:cNvContentPartPr/>
                <p14:nvPr/>
              </p14:nvContentPartPr>
              <p14:xfrm>
                <a:off x="10018545" y="3414975"/>
                <a:ext cx="1119960" cy="10015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649D759-FE81-DA2E-CFAD-FFB8495CD8B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009905" y="3406335"/>
                  <a:ext cx="1137600" cy="10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2784555-BA89-6D22-538E-A768DD7F73B2}"/>
                    </a:ext>
                  </a:extLst>
                </p14:cNvPr>
                <p14:cNvContentPartPr/>
                <p14:nvPr/>
              </p14:nvContentPartPr>
              <p14:xfrm>
                <a:off x="9901185" y="4874775"/>
                <a:ext cx="1788480" cy="7149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2784555-BA89-6D22-538E-A768DD7F73B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892185" y="4865775"/>
                  <a:ext cx="1806120" cy="73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E6031AC-A4B4-8492-DF09-D6ECE18A2AE7}"/>
                    </a:ext>
                  </a:extLst>
                </p14:cNvPr>
                <p14:cNvContentPartPr/>
                <p14:nvPr/>
              </p14:nvContentPartPr>
              <p14:xfrm>
                <a:off x="9431385" y="5738055"/>
                <a:ext cx="1429560" cy="1630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E6031AC-A4B4-8492-DF09-D6ECE18A2AE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422385" y="5729055"/>
                  <a:ext cx="14472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EC3042F-38D2-FAA2-7EC3-E93D4CA011AA}"/>
                    </a:ext>
                  </a:extLst>
                </p14:cNvPr>
                <p14:cNvContentPartPr/>
                <p14:nvPr/>
              </p14:nvContentPartPr>
              <p14:xfrm>
                <a:off x="530025" y="3810975"/>
                <a:ext cx="50400" cy="7466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EC3042F-38D2-FAA2-7EC3-E93D4CA011A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21385" y="3801975"/>
                  <a:ext cx="68040" cy="76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E1D8CF8-EEA3-CCD1-0321-91584C06F120}"/>
                    </a:ext>
                  </a:extLst>
                </p14:cNvPr>
                <p14:cNvContentPartPr/>
                <p14:nvPr/>
              </p14:nvContentPartPr>
              <p14:xfrm>
                <a:off x="593025" y="3625935"/>
                <a:ext cx="381960" cy="6498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E1D8CF8-EEA3-CCD1-0321-91584C06F12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84385" y="3616935"/>
                  <a:ext cx="399600" cy="66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DDB9F80-CE4D-785F-8226-A2365C83616D}"/>
                    </a:ext>
                  </a:extLst>
                </p14:cNvPr>
                <p14:cNvContentPartPr/>
                <p14:nvPr/>
              </p14:nvContentPartPr>
              <p14:xfrm>
                <a:off x="1158585" y="3690015"/>
                <a:ext cx="213120" cy="4132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DDB9F80-CE4D-785F-8226-A2365C83616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49585" y="3681375"/>
                  <a:ext cx="23076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E5E074F-C9F5-8DC3-4ED6-920256DFD037}"/>
                    </a:ext>
                  </a:extLst>
                </p14:cNvPr>
                <p14:cNvContentPartPr/>
                <p14:nvPr/>
              </p14:nvContentPartPr>
              <p14:xfrm>
                <a:off x="1492665" y="3475095"/>
                <a:ext cx="269640" cy="756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E5E074F-C9F5-8DC3-4ED6-920256DFD03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484025" y="3466095"/>
                  <a:ext cx="287280" cy="77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826798B-03A8-5190-7434-7AC142D6875F}"/>
                    </a:ext>
                  </a:extLst>
                </p14:cNvPr>
                <p14:cNvContentPartPr/>
                <p14:nvPr/>
              </p14:nvContentPartPr>
              <p14:xfrm>
                <a:off x="1913145" y="3382575"/>
                <a:ext cx="131760" cy="6757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826798B-03A8-5190-7434-7AC142D6875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904505" y="3373935"/>
                  <a:ext cx="149400" cy="69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0AB93C7-29D9-05C3-E46B-8D16CA75A5C1}"/>
                    </a:ext>
                  </a:extLst>
                </p14:cNvPr>
                <p14:cNvContentPartPr/>
                <p14:nvPr/>
              </p14:nvContentPartPr>
              <p14:xfrm>
                <a:off x="1570425" y="3710535"/>
                <a:ext cx="583200" cy="2224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0AB93C7-29D9-05C3-E46B-8D16CA75A5C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561425" y="3701535"/>
                  <a:ext cx="6008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5BE957E-D351-F2DE-3EB7-E85529E0A61E}"/>
                    </a:ext>
                  </a:extLst>
                </p14:cNvPr>
                <p14:cNvContentPartPr/>
                <p14:nvPr/>
              </p14:nvContentPartPr>
              <p14:xfrm>
                <a:off x="2336505" y="3176655"/>
                <a:ext cx="433440" cy="794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5BE957E-D351-F2DE-3EB7-E85529E0A61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327865" y="3168015"/>
                  <a:ext cx="451080" cy="81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94912F3-9A88-0FD0-614E-B9645F1E969F}"/>
                    </a:ext>
                  </a:extLst>
                </p14:cNvPr>
                <p14:cNvContentPartPr/>
                <p14:nvPr/>
              </p14:nvContentPartPr>
              <p14:xfrm>
                <a:off x="2895225" y="2993775"/>
                <a:ext cx="433080" cy="7603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94912F3-9A88-0FD0-614E-B9645F1E969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886585" y="2985135"/>
                  <a:ext cx="450720" cy="77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9865F96-A6D6-13F3-3184-019550397FEC}"/>
                    </a:ext>
                  </a:extLst>
                </p14:cNvPr>
                <p14:cNvContentPartPr/>
                <p14:nvPr/>
              </p14:nvContentPartPr>
              <p14:xfrm>
                <a:off x="3384465" y="3126255"/>
                <a:ext cx="107640" cy="471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9865F96-A6D6-13F3-3184-019550397FE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375825" y="3117255"/>
                  <a:ext cx="12528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2AEE1D4-F052-8491-3AE4-D35F307A5450}"/>
                    </a:ext>
                  </a:extLst>
                </p14:cNvPr>
                <p14:cNvContentPartPr/>
                <p14:nvPr/>
              </p14:nvContentPartPr>
              <p14:xfrm>
                <a:off x="3413985" y="3112575"/>
                <a:ext cx="253080" cy="352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2AEE1D4-F052-8491-3AE4-D35F307A545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404985" y="3103935"/>
                  <a:ext cx="2707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BF6DDB4-8124-BA4D-7DF8-4059CC076D77}"/>
                    </a:ext>
                  </a:extLst>
                </p14:cNvPr>
                <p14:cNvContentPartPr/>
                <p14:nvPr/>
              </p14:nvContentPartPr>
              <p14:xfrm>
                <a:off x="3355665" y="3483015"/>
                <a:ext cx="261000" cy="1267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BF6DDB4-8124-BA4D-7DF8-4059CC076D7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347025" y="3474375"/>
                  <a:ext cx="2786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5F6B8DF-EDA1-334F-B470-C1A535F29DFE}"/>
                    </a:ext>
                  </a:extLst>
                </p14:cNvPr>
                <p14:cNvContentPartPr/>
                <p14:nvPr/>
              </p14:nvContentPartPr>
              <p14:xfrm>
                <a:off x="3762465" y="2946255"/>
                <a:ext cx="502200" cy="717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5F6B8DF-EDA1-334F-B470-C1A535F29DF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753825" y="2937615"/>
                  <a:ext cx="519840" cy="73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C3FE9F1-FD0A-AB76-303B-AB3DE52FDFFC}"/>
                    </a:ext>
                  </a:extLst>
                </p14:cNvPr>
                <p14:cNvContentPartPr/>
                <p14:nvPr/>
              </p14:nvContentPartPr>
              <p14:xfrm>
                <a:off x="4180785" y="2833215"/>
                <a:ext cx="446040" cy="9475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C3FE9F1-FD0A-AB76-303B-AB3DE52FDFF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172145" y="2824575"/>
                  <a:ext cx="463680" cy="9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D1649E8-4F92-B83B-08B1-6B9114C0ADCD}"/>
                    </a:ext>
                  </a:extLst>
                </p14:cNvPr>
                <p14:cNvContentPartPr/>
                <p14:nvPr/>
              </p14:nvContentPartPr>
              <p14:xfrm>
                <a:off x="4802505" y="2874975"/>
                <a:ext cx="551520" cy="6559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D1649E8-4F92-B83B-08B1-6B9114C0ADC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793505" y="2866335"/>
                  <a:ext cx="569160" cy="67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33B6C87-5DD8-0D40-264E-5D4FEE43DF85}"/>
                    </a:ext>
                  </a:extLst>
                </p14:cNvPr>
                <p14:cNvContentPartPr/>
                <p14:nvPr/>
              </p14:nvContentPartPr>
              <p14:xfrm>
                <a:off x="5208585" y="3229935"/>
                <a:ext cx="654120" cy="547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33B6C87-5DD8-0D40-264E-5D4FEE43DF8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199585" y="3221295"/>
                  <a:ext cx="671760" cy="72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28211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2</cp:revision>
  <dcterms:created xsi:type="dcterms:W3CDTF">2026-01-07T16:39:35Z</dcterms:created>
  <dcterms:modified xsi:type="dcterms:W3CDTF">2026-01-08T10:24:44Z</dcterms:modified>
</cp:coreProperties>
</file>