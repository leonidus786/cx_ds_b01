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94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47.53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616 595 11945,'-1'-4'2174,"-2"-4"-1021,0-1-1,0 1 0,0-1 1,-1 1-1,0 0 1,-1 1-1,0-1 0,0 1 1,-12-13-1,14 16-663,0 1-1,-1 0 1,1 0 0,-1 0-1,1 0 1,-1 1 0,-6-4 0,9 6-366,-1-1 1,1 1-1,-1 0 1,1 0 0,-1-1-1,1 1 1,-1 0 0,0 0-1,1 1 1,-1-1 0,1 0-1,-1 0 1,1 1-1,-1-1 1,1 1 0,-1-1-1,1 1 1,-1 0 0,1 0-1,0 0 1,-1-1-1,1 1 1,0 0 0,0 1-1,-2 0 1,-19 23-124,0 1 0,2 0 0,1 2 0,-24 44 0,24-40 0,-45 88 0,5 3 0,-66 201 0,55-92 0,61-189 0,2 1 0,1 0 0,1 66 0,5-72 0,2 1 0,2-1 0,1 1 0,2-1 0,13 43 0,-15-68 0,-1 0 0,2-1 0,0 0 0,0 0 0,1 0 0,0-1 0,1 0 0,1 0 0,0-1 0,0 0 0,1 0 0,0-1 0,0-1 0,1 0 0,0 0 0,1-1 0,0 0 0,18 7 0,-7-7 0,0 0 0,1-1 0,0-2 0,0 0 0,0-1 0,0-2 0,1 0 0,32-4 0,0-4 0,-1-2 0,78-23 0,-73 14 0,-1-3 0,-1-3 0,-1-2 0,-1-2 0,-1-4 0,-2-1 0,-1-3 0,-3-2 0,0-3 0,64-67 0,-77 68 0,-2-2 0,-2-2 0,-2-1 0,-2-1 0,-2-1 0,-1-2 0,-3 0 0,-3-2 0,-1 0 0,-3-1 0,-2-1 0,11-81 0,-20 91 0,-2 0 0,-2-1 0,-2 1 0,-2-1 0,-2 1 0,-2 0 0,-14-49 0,11 57 0,-2 1 0,-2 0 0,-1 0 0,-2 2 0,-1 0 0,-2 1 0,0 1 0,-47-52 0,35 50 0,-2 1 0,-1 2 0,-1 1 0,-1 2 0,-1 2 0,-2 1 0,-48-20 0,40 23 0,-1 2 0,0 2 0,-1 3 0,0 1 0,-1 3 0,-55-3 0,74 10-119,0 2 0,0 1 1,1 2-1,-1 1 0,1 1 0,0 2 1,0 1-1,-32 13 0,42-12-42,1 0-1,0 1 0,1 1 1,1 1-1,-1 1 1,2 0-1,0 2 1,0 0-1,2 0 1,0 2-1,0-1 1,-15 27-1,15-19-911,1 1 1,0 1-1,3 1 1,-12 33-1,19-44-16,0-1-1,0 1 1,2-1 0,0 1 0,1 0-1,0 0 1,1 0 0,1 0-1,4 19 1,21 56-9269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48.6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323 313 6153,'17'-26'1886,"-14"21"42,-3 3-1472,0-1 0,-1 0 0,1 1 1,0-1-1,0 0 0,1 0 0,-1 1 0,1-1 0,2-9 6882,-15 35-5334,-40 75 838,24-49-1712,-28 69 1,7 30 360,-52 261 0,82-314-1237,-7 105 1,23-158-208,2 0-1,2-1 1,2 1-1,1-1 0,12 47 1,-11-69-89,0-1 0,2 0 0,0-1 0,1 0 0,0 0 0,1 0 0,2-1 0,-1 0 0,2-1 0,0-1 0,0 0 0,2 0 0,0-1 0,21 15 0,-18-16-53,1-1-1,1-1 1,0-1 0,0 0-1,1-2 1,0 0-1,0-1 1,0-1-1,1-1 1,0-1 0,0 0-1,36-2 1,-22-2 27,-1-2 0,1-2 0,-1-1 0,1-2 1,-2-1-1,1-1 0,-1-2 0,-1-2 0,0-1 0,-1-1 0,31-22 1,-26 13 43,-1-2-1,-1-2 1,-1-1 0,-2-1 0,-2-2 0,0-1 0,-2-1 0,30-53 0,-31 39 4,-1 0 0,-3-2-1,-2 0 1,-3-2 0,-1 0 0,12-79 0,-21 82 41,-2 1 0,-2-1 0,-3 1 0,-1-1 1,-3 0-1,-1 1 0,-18-68 0,12 80 8,-2 0-1,-2 0 1,-1 1 0,-1 1 0,-2 1-1,-2 1 1,-1 0 0,-2 2-1,0 0 1,-3 2 0,-32-29-1,32 34-12,-1 1-1,-1 1 0,-2 2 1,0 1-1,0 1 0,-2 2 1,0 1-1,-1 2 0,0 1 0,-1 1 1,-1 2-1,-41-4 0,59 10-78,0 2-1,0 1 0,-1 0 0,1 1 1,0 1-1,-21 4 0,28-3-115,1 0 0,0 1 0,0 0 0,0 1 0,0 0 0,1 0-1,0 1 1,0 0 0,0 0 0,1 1 0,-13 14 0,10-8-299,0 0 0,1 0-1,1 1 1,1 1 0,0 0 0,0 0 0,-9 30 0,10-20-1444,1 0 0,0 1 0,3-1 0,-2 37 0,6 31-9021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48.93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330 98 13629,'-2'-9'953,"0"0"1,0 0-1,1 0 0,0-1 0,0-12 0,-9-7 11516,13 83-12319,-2 0 0,-3 0 0,-2 0 0,-12 58-1,-58 214 52,-84 239-201,142-498-1235,2 1-1,-4 71 1,10-66-71,6-58-72,0 0 0,1 0 0,3 31 0,-1-38-8,1 0 1,0 0 0,0-1-1,1 1 1,5 11 0,14 21-9562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49.1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701 232 12325,'-113'-126'6470,"110"121"-5948,0 0 0,0 1 0,0-2 0,0 1 1,-2-9-1,4 13-393,0-1-1,1 0 1,-1 1 0,1-1 0,0 1 0,-1-1 0,1 0 0,0 1 0,0-1 0,0 0 0,0 1-1,0-1 1,1 0 0,-1 1 0,0-1 0,1 1 0,-1-1 0,1 0 0,-1 1 0,1-1-1,0 1 1,0 0 0,0-1 0,0 1 0,2-3 0,4 0 60,0 1 0,0 0 0,0 0 0,0 1 0,0 0 0,1 0 0,-1 1 0,15-2 0,-5 3-26,-1-1-1,1 2 1,0 0-1,-1 1 1,1 1-1,-1 0 1,0 1-1,26 10 1,-9 0 51,0 1 0,58 37 0,-68-36-170,-1 1-1,0 1 0,-2 0 1,0 2-1,-1 0 1,-1 1-1,-1 1 0,-1 1 1,-1 0-1,-1 1 0,-1 1 1,13 32-1,-18-35-47,-1 0 1,0 1-1,-2-1 0,-1 1 0,0 1 1,-2-1-1,-1 0 0,-1 1 0,0-1 0,-2 1 1,-1-1-1,-1 0 0,0 0 0,-16 43 1,5-33-17,-1-1 0,-2-1 0,0 0 0,-3-1 0,0-2 0,-2 0 1,-1-1-1,-1-1 0,-37 29 0,-15 6-263,-3-3 0,-101 53 0,-113 43-1630,245-134 603,-58 16 1,75-27-762,0-2 0,-61 5 0,60-13-3713,20-9-3248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49.63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1632 568 11009,'13'-14'649,"-10"12"-509,-1 0 1,0 0-1,0 0 1,0 0-1,0 0 1,0-1-1,0 1 1,0-1-1,-1 1 1,1-1-1,-1 0 1,0 1-1,1-1 0,-2 0 1,1 0-1,0 0 1,0 0-1,-1 0 1,0 0-1,1 0 1,-1 0-1,0 0 1,-1 0-1,1 0 1,-1-4-1,-6-35 2062,1 1 0,3-1-1,1 1 1,3-1 0,5-46 0,-5 76-1726,-1 0-1,0 0 1,-1 0 0,-1-1 0,-4-20 0,3 22-232,3 7-222,-1 0 1,0 1-1,0-1 1,0 0 0,0 0-1,-1 1 1,0-1-1,0 1 1,0-1 0,0 1-1,0 0 1,0 0-1,-1 0 1,0 0 0,0 0-1,1 0 1,-2 1-1,1 0 1,0-1 0,0 1-1,-1 0 1,1 1 0,-1-1-1,1 0 1,-1 1-1,0 0 1,0 0 0,0 0-1,1 1 1,-1-1-1,0 1 1,0 0 0,0 0-1,-7 1 1,-3 1 16,0 0 1,-1 1 0,1 1-1,1 0 1,-1 1-1,0 0 1,1 2-1,-14 8 1,-5 5-40,1 2 0,1 2 0,1 1 0,1 1 0,1 1 0,2 1 0,1 2 0,1 0 0,1 2 0,2 0 0,-23 49 0,20-30 0,3 0 0,1 1 0,3 0 0,2 2 0,3-1 0,2 2 0,-4 72 0,13-61 0,2 0 0,3-1 0,3 0 0,18 70 0,-1-36 0,75 182 0,-93-264 0,11 23 0,-2 1 0,-2 0 0,-1 1 0,9 61 0,-20-91 0,-1 1 0,-1 0 0,0-1 0,-1 1 0,0 0 0,-1-1 0,-1 1 0,-5 17 0,4-21 0,0 0 0,0 0 0,-1 0 0,0-1 0,-1 1 0,0-1 0,0-1 0,-1 1 0,0-1 0,0 0 0,0-1 0,-11 7 0,-5 3-209,-2-2 0,0-1 1,-1-1-1,0-2 0,0 0 0,-1-2 0,-53 10 0,2-6-989,-125 2 1,132-14-355,-1-3 1,-73-12 0,96 7-1693,-86-26 1,78 10-2448,17 0-3194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49.95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134 282 7353,'-12'-1'1505,"-1"0"-1,1-1 1,0-1 0,0 0 0,0-1 0,0 0 0,-17-9 0,28 13-1384,0-1 0,0 1 0,0 0 0,0-1-1,0 1 1,0-1 0,0 1 0,0-1 0,0 0 0,0 1 0,1-1 0,-1 0 0,0 1 0,0-1 0,1 0 0,-1 0 0,0 0 0,1 0 0,-1 1-1,1-1 1,-1 0 0,1 0 0,0 0 0,-1 0 0,1 0 0,0 0 0,0-1 0,-1 1 0,1 0 0,0 0 0,0 0 0,0 0 0,0 0 0,0 0 0,1 0-1,-1 0 1,0 0 0,0 0 0,1 0 0,-1 0 0,1 0 0,-1 0 0,1 0 0,-1 0 0,1 0 0,0 0 0,0-1 0,3-3 42,1 1 0,-1-1 1,1 1-1,0 0 1,-1 0-1,8-4 0,10-2 79,-1 0 0,2 1 0,-1 1 0,1 1 0,0 1 0,30-3-1,-29 4-125,388-59-862,6 24-4659,-73 33-3707,-173 15-790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2.26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957 247 9953,'-42'-96'7122,"32"65"-4428,9 25-2196,-1 0 1,0 0 0,0-1-1,-1 1 1,1 1-1,-6-9 1,6 12-407,1 1 1,0-1-1,-1 1 1,1 0 0,-1-1-1,1 1 1,-1 0-1,0 0 1,0 0 0,1 0-1,-1 1 1,0-1 0,0 0-1,0 1 1,0-1-1,0 1 1,0 0 0,0-1-1,0 1 1,1 0-1,-1 0 1,0 1 0,0-1-1,0 0 1,0 1-1,-2 0 1,-5 1 82,0 1 0,1 1 1,-1 0-1,1 0 0,0 0 0,0 1 1,1 0-1,-1 1 0,1-1 0,0 1 0,1 1 1,0-1-1,-7 10 0,-10 15 456,-35 61-1,45-70-386,-374 759 2806,329-647-3050,-45 161 0,81-216 0,3 1 0,4 1 0,-7 128 0,21-174 0,1 0 0,2 0 0,1 0 0,15 65 0,-15-87 0,1-1 0,0 1 0,1-1 0,0 0 0,1 0 0,0-1 0,1 0 0,0 0 0,1 0 0,0-1 0,1 0 0,0-1 0,0 0 0,1 0 0,0-1 0,15 9 0,-8-8 1,1-2 0,-1 0 0,1-1 0,1 0 0,-1-2 0,1 0 0,0-2 1,0 0-1,0 0 0,0-2 0,0 0 0,-1-2 0,1 0 0,32-8 0,-5-2-17,0-1 0,-1-3 0,-1-2 0,74-42 0,-64 28-253,-1-3-1,-2-2 1,-2-2 0,87-90 0,-80 67-24,-2-3 1,-4-3-1,53-91 1,-65 88 136,-4-2-1,-2-1 1,39-144 0,-58 166 102,-2-1 0,-3-1 1,-2 0-1,-3 0 0,-5-87 0,1 113 39,-2 0 1,-1 1-1,-1-1 0,-2 1 0,0 0 0,-2 1 0,-1 0 0,-18-34 0,10 26 17,-2 0-1,-2 2 1,0 0-1,-3 1 1,0 2-1,-2 0 1,-1 2-1,-1 1 1,-41-28-1,28 25 16,-1 2 0,-1 2 0,-1 2 0,-1 2-1,-2 2 1,-80-21 0,102 34-34,0 0 1,-1 2-1,1 1 0,-1 1 1,0 1-1,-48 5 1,65-3-125,1 1 1,-1 0-1,1 0 1,0 1-1,0 0 1,0 1-1,0 0 1,1 0-1,-1 1 1,1 0-1,0 0 1,0 1-1,1 0 1,0 1-1,0-1 1,0 1-1,1 1 1,0-1-1,1 1 1,-1 0-1,2 1 1,-5 8-1,3-3-476,2 1-1,0 0 0,1 0 0,0 0 0,1 0 0,1 0 0,0 0 1,1 1-1,3 20 0,-2-21-662,2 0 1,-1-1 0,2 1-1,0-1 1,11 23-1,30 39-7771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2.68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649 26 16890,'-10'-20'2123,"9"19"-2025,1 1 1,0-1 0,-1 1 0,1 0 0,-1-1 0,1 1 0,0 0 0,-1-1 0,1 1 0,-1 0-1,1 0 1,-1-1 0,1 1 0,-1 0 0,1 0 0,-1 0 0,1 0 0,-1 0 0,1 0-1,-1 0 1,1 0 0,-1 0 0,0 0 0,-2 1 129,0 1 0,0 0 0,1-1-1,-1 1 1,0 1 0,1-1 0,-1 0 0,1 0 0,0 1-1,-3 4 1,-6 7 197,1 0 1,0 0-1,1 1 0,1 1 0,-9 22 1,-26 89 552,25-68-621,-210 668 1106,124-394-1304,-12 121-329,109-421 24,1 0 0,-2 50 0,8-73 100,-1 0 0,2 0 0,-1-1 0,2 1 0,-1 0 0,1 0 0,1-1-1,-1 1 1,2-1 0,-1 0 0,1 0 0,9 15 0,-11-22 23,0 0 0,0 0 0,1 0 1,-1 0-1,1 0 0,-1 0 0,1-1 0,-1 1 1,1-1-1,0 0 0,0 1 0,0-1 0,0-1 0,0 1 1,0 0-1,3 0 0,45 0-137,-45-2 140,22-3-50,0-1-1,0-1 1,0-1 0,-1-2 0,40-18-1,-10 5-18,54-18-101,124-28 0,-183 57 161,0 2-1,0 2 0,0 3 0,101 4 0,-133 2 33,-1 1-1,1 0 1,-1 1 0,0 1 0,-1 1-1,1 1 1,-1 1 0,19 10 0,-30-14-4,-1 0 0,0 1 0,0-1 0,-1 1 1,0 0-1,1 0 0,-1 1 0,-1 0 0,1 0 0,5 10 0,-8-11 3,0 0-1,0 1 0,0-1 0,-1 0 0,0 1 0,0-1 0,0 1 0,-1-1 0,1 1 0,-1-1 0,-1 1 0,1 0 0,-1-1 0,0 0 0,-3 10 0,-2 1 0,0-1-1,-1 0 0,-1 0 0,0-1 0,-1 0 0,0 0 0,-2-1 0,1 0 0,-1-1 1,-16 13-1,-9 6-15,-2-2 1,-49 31 0,5-11-309,-131 60-1,177-94-171,-64 16 0,-122 20-2088,206-48 2154,-1 0 0,1-1 0,-1-1 0,-22-1 0,32-1-10,-1-1 1,1 1 0,0-1-1,0-1 1,0 1-1,-12-8 1,13 7-475,0 0 1,1 0-1,-1-1 1,1 0-1,-9-8 1,-7-21-7772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3.4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546 914 10173,'3'-2'1652,"7"-2"448,1 0 0,0 1 0,21-5 0,-29 8-1277,-1 0-626,24 10 79,-24-8-171,-3 0-24,-6 11-6,5-9-24,1-1 0,-1 1 0,0-1 0,0 1 0,0-1 0,0 0 0,-1 0 0,1 0 0,-1 0 0,0-1-1,-5 5 1,35-43 187,-14 27 4,-10 7-224,-3 2-13,1-1 0,0 1 0,0-1 0,-1 1 0,1 0-1,0-1 1,-1 0 0,1 1 0,-1-1 0,1 1 0,0-1-1,-1 0 1,1 1 0,-1-1 0,0 0 0,1 1 0,-1-1-1,1 0 1,-1 0 0,0 0 0,0 1 0,1-1 0,-1 0-1,0-1 1,-25 8 151,22-5 1008,6-22-722,-2 18-418,0 0 0,0 0 0,0 0 1,0 1-1,0-1 0,0 0 1,1 1-1,0-1 0,-1 1 1,1 0-1,0-1 0,4-3 0,33-24 78,-9 9-24,2-8 97,0-1 0,-3-2-1,0 0 1,-2-2 0,30-49 0,-31 34 213,-3-1 0,-1-1 0,-3-1 0,-1-1 0,-4 0 0,-1-1 1,6-72-1,-18 119-280,-1 0 1,0 0-1,0 0 1,-1 0-1,-2-11 1,1 8 15,2 10-120,0 0-1,0 0 1,0-1-1,0 1 1,0 0-1,0 0 1,0 0-1,0 0 1,0 0-1,0 0 1,0-1-1,0 1 0,0 0 1,0 0-1,0 0 1,0 0-1,0 0 1,0 0-1,0 0 1,0-1-1,-1 1 1,1 0-1,0 0 1,0 0-1,0 0 1,0 0-1,0 0 1,0 0-1,0 0 1,-1 0-1,1 0 1,0 0-1,0 0 1,0 0-1,0 0 1,0-1-1,0 1 1,-1 0-1,1 0 1,0 0-1,0 0 1,0 1-1,0-1 1,0 0-1,0 0 1,-1 0-1,1 0 1,0 0-1,0 0 1,0 0-1,0 0 1,0 0-1,0 0 1,-1 0-1,1 0 1,0 0-1,0 0 1,0 0-1,0 1 1,0-1-1,0 0 1,0 0-1,-8 3 57,1 0-1,-1 1 1,1 0-1,0 0 1,0 1-1,1 0 1,-1 0-1,1 0 1,0 1-1,0 0 1,1 0-1,0 1 1,-8 12-1,-5 11 237,-27 62-1,44-88-277,-82 202 594,61-148-485,-37 101-43,-57 254 0,98-321-84,4 1 0,-2 133 0,21 187 0,2-186 0,-6-174 3,-3 0 0,-1 1 0,-4-1 0,-1-1 0,-3 1 0,-33 97 0,34-127-6,-1 1 1,0-2-1,-2 0 0,-1 0 1,-1-1-1,0-1 1,-19 19-1,19-25-5,0-1-1,0 0 1,-2-1-1,1-1 1,-2 0 0,1-1-1,-1-1 1,-1-1-1,-34 11 1,37-15-215,0 0 0,1 0 0,-1-2 0,-28 1 0,40-2 81,1-1 0,-1 0 1,1 0-1,-1-1 1,1 1-1,-1-1 0,1 0 1,-1 1-1,1-1 1,0-1-1,0 1 0,-1-1 1,1 1-1,0-1 1,0 0-1,1 0 0,-1 0 1,0 0-1,1-1 1,-1 1-1,1-1 0,0 1 1,-1-1-1,1 0 1,1 0-1,-1 0 0,0 0 1,-1-4-1,1-1-360,0 1-1,1-1 1,0 0 0,0 0-1,1 0 1,0 0-1,0 0 1,2-8 0,15-64-7355,-16 77 7481,18-68-11347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3.5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 61 13029,'-13'-15'1892,"19"3"-159,4 0 2363,4 0-3316,-1 3-400,4 12-204,0 3-412,3 9-564,10 15-1028,-20 3-848,0 6-2189,10 10-3832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4.41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64 1083 10965,'0'0'3508,"1"2"-1912,0 0-1313,0 0-1,0 0 0,0 0 0,0 0 0,0-1 1,1 1-1,-1 0 0,0-1 0,1 1 0,-1-1 0,1 1 1,0-1-1,-1 0 0,1 0 0,0 0 0,2 1 0,38 7 1983,-40-9-2307,24 1 349,0-1 1,0-2-1,0 0 0,-1-2 1,1 0-1,-1-2 0,0-1 1,0-1-1,-1-1 0,27-14 1,-45 20-290,1-1 0,-1 0 0,0 0 0,-1-1 1,1 1-1,-1-1 0,0 0 0,0-1 0,0 1 0,-1-1 0,0 0 1,0 0-1,-1 0 0,1-1 0,-1 1 0,-1-1 0,1 0 0,-1 0 1,2-13-1,-1-1-22,-1 1 1,0 0-1,-2-1 1,-1 1-1,-5-33 1,6 48-1,-1 1 1,1-1 0,-1 0 0,0 1-1,-1-1 1,1 1 0,-1-1-1,0 1 1,0 0 0,0-1 0,-1 1-1,1 0 1,-1 1 0,0-1-1,0 0 1,-1 1 0,1 0 0,-1-1-1,1 1 1,-1 1 0,0-1-1,0 1 1,-1-1 0,1 1 0,0 0-1,-1 1 1,1-1 0,-1 1-1,-4-1 1,2 1 14,-1 1 0,1 0 0,0 0 0,-1 1 0,1 0 1,0 0-1,-1 1 0,1-1 0,0 2 0,0-1 0,1 1 0,-1 0 0,1 1 0,-1-1 0,1 1 0,0 0 0,-11 10 0,-9 9 71,1 1 0,1 1 0,1 1-1,1 1 1,2 0 0,0 2 0,-27 56-1,29-48-32,3 0 0,0 1 0,3 1 0,1 0-1,2 1 1,-5 56 0,13-79-71,0 1 0,1-1 0,1 0 0,1 0 1,0 0-1,1 0 0,1 0 0,1 0 0,0-1 0,1 0 0,1 0 1,17 30-1,-16-34-108,0-1 1,1 0 0,0-1-1,0 1 1,1-2 0,1 1-1,0-2 1,0 1 0,0-2-1,1 1 1,0-1 0,1-1-1,0 0 1,0-1 0,0-1-1,20 5 1,-8-5-26,0-1 1,0-2-1,1 0 0,-1-2 1,0 0-1,0-2 0,0-1 1,0-1-1,-1-1 0,0-1 1,0-1-1,30-15 1,17-12-275,-1-3 0,103-76 0,195-179-501,-23-27 596,-336 311 330,626-633 1772,-557 556-728,-96 123 414,-52 80-251,-35 67-150,94-161-964,-141 293 799,119-236-729,3 1 0,-20 89 0,46-153-177,0 0-1,1 0 1,1 0-1,1 1 1,0-1-1,3 23 1,-1-33-55,0-1 0,0 1 0,1-1 1,0 0-1,1 1 0,-1-1 0,1 0 0,0-1 1,0 1-1,1 0 0,0-1 0,0 0 1,0 0-1,1 0 0,-1 0 0,1-1 0,0 1 1,1-1-1,9 6 0,-5-5-50,0-1 0,0 0-1,0 0 1,0-1 0,1 0 0,-1-1 0,1 0-1,0 0 1,0-1 0,-1-1 0,1 0 0,0-1-1,0 1 1,0-2 0,-1 0 0,16-4-1,6-5-155,-1 0 0,0-2 0,-1-1 1,32-21-1,-8 2-6,-2-3 1,-2-3 0,-1-1 0,-2-3 0,59-69 0,-40 33 125,-4-4 0,80-140 0,-100 145 343,39-104 0,16-89 1529,-83 241-1336,-11 25-204,0 0-1,-1 0 1,0 0 0,0 0-1,0 0 1,-1 0 0,1 0-1,-1-1 1,-1 1-1,1-10 1,-1 15-151,0 0 0,1 0 0,-1 0 0,0-1 0,0 1 0,0 0 0,0 0 0,0 0 0,0 0 0,0-1 0,0 1 0,0 0 0,-1 0 0,1 0 0,0-1 0,0 1 0,0 0 0,0 0 0,0 0 0,0-1 0,0 1 0,0 0 0,0 0 0,-1 0 0,1 0 0,0 0 0,0-1 0,0 1 0,0 0 0,-1 0 0,1 0 0,0 0 0,0 0 0,0 0 0,0 0 1,-1 0-1,1 0 0,0 0 0,0 0 0,0-1 0,-1 1 0,1 0 0,0 0 0,0 0 0,0 0 0,-1 1 0,-9 7 525,-10 22 247,14-17-586,1 0 0,1 0 0,0 0 0,-2 16 0,-1 1 48,-22 90 491,-14 135 0,37-195-1463,3 0-1,2 1 0,2-1 1,13 80-1,13 32-6908,-20-132 1223,6-3-4103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4.55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34 365 12093,'-33'-27'6341,"46"6"-4669,1 0-152,23 2-216,33-8-260,7 6-188,17 0-196,23-6-356,24 3-648,23-3-372,30 0-932,24-10-888,16 1-3557,7 6-5380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5.5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829 252 11041,'-20'-30'1278,"-9"-12"1449,22 38-2210,1 0 1,-1 1-1,1 0 0,-1 0 1,0 1-1,0-1 0,-1 2 1,1-1-1,0 1 0,-1 0 1,-11 0-1,12 2-296,-1 0 0,1 0 0,-1 1 0,1 0 0,0 1 0,0-1 0,0 1-1,0 1 1,0-1 0,1 1 0,-1 0 0,1 1 0,0 0 0,0 0 0,1 0 0,0 0 0,0 1 0,-5 6 0,-7 10 296,2 1 0,0 0 0,-19 42 1,-11 42 990,-40 147 0,55-158-968,-156 535 482,142-449-688,-31 283 0,68-393-334,4 0 0,7 85 0,-2-125 0,3 0 0,0-1 0,2 0 0,1 0 0,2-1 0,1 0 0,21 42 0,-24-60-69,0 1 1,0-1-1,1 0 1,1-1-1,0 0 1,0 0-1,1-1 0,0 0 1,1-1-1,0-1 1,1 0-1,0 0 1,0-2-1,0 1 1,1-2-1,0 1 0,0-2 1,1 0-1,-1-1 1,30 3-1,-11-4-117,1-2-1,0-1 1,0-1 0,-1-2-1,1-2 1,-1 0-1,0-3 1,39-15-1,-19 4 26,-2-3 0,-1-2 1,-1-2-1,-1-3 0,-2-1 0,-1-2 0,-1-3 0,-2-1 0,-2-2 0,51-63 0,-51 50 79,-3-1 0,-3-1 0,-1-2 1,-3-1-1,-3-2 0,-2 0 0,-3-2 0,27-118 0,-35 104 61,-3-1-1,-3 0 0,-4 0 0,-3-1 0,-12-98 0,3 112 50,-3 0 0,-3 1 0,-3 0 1,-2 1-1,-3 1 0,-51-99 0,40 102 35,-2 1-1,-3 1 0,-2 2 0,-2 2 0,-3 2 0,-53-46 0,60 62-43,-2 2 0,-1 1 1,-2 2-1,0 2 0,-2 2 1,0 2-1,-2 2 0,-72-21 1,97 36-47,0 0 1,0 1-1,0 2 1,0 0-1,0 1 1,0 1-1,-1 1 1,-37 7-1,46-5-122,1 1-1,-1 0 1,1 1-1,0 0 1,1 1-1,-1 1 1,1 0-1,1 0 0,-1 1 1,1 1-1,1 0 1,-1 0-1,2 1 1,-18 21-1,17-16-244,1-1 1,1 1-1,0 1 1,1-1-1,0 1 0,2 1 1,0-1-1,0 1 0,-2 24 1,3 4-2523,1 0 1,5 61-1,4 8-6752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0 137 13865,'5'-10'624,"0"0"0,0 0-1,1 1 1,1 0 0,0 0-1,0 1 1,0 0 0,1 0-1,0 1 1,1 0 0,-1 0-1,1 1 1,18-10 0,-20 14-409,0-1-1,0 1 1,0 1 0,0-1 0,0 1 0,0 0 0,0 1 0,1 0 0,-1 0-1,0 1 1,0-1 0,1 2 0,-1-1 0,0 1 0,0 0 0,-1 0 0,8 4-1,4 2-26,0 1-1,-1 0 0,0 1 0,-1 1 1,18 16-1,-8-4-88,-2 3 0,0 0 0,-1 1-1,-2 1 1,-1 1 0,-2 1 0,0 0 0,-2 2 0,-1 0 0,-2 0 0,-1 2 0,-2-1-1,11 62 1,-13-42-108,-2-1 0,-2 2 0,-3-1-1,-2 0 1,-2 0 0,-3 0 0,-2 0 0,-22 76-1,18-91-51,-1-1-1,-3 0 0,0-1 0,-3-1 0,0-1 1,-3 0-1,0-2 0,-3 0 0,0-2 0,-2 0 1,-52 43-1,64-62 48,-1 0 1,1-1-1,-30 12 1,44-21 11,-1 0 0,0 0 0,0 0 0,0-1 0,0 1 0,0-1 0,0 0 0,0 1 0,-1-1 0,1 0 0,0 0-1,0 0 1,0 0 0,0-1 0,0 1 0,0-1 0,0 1 0,0-1 0,0 0 0,0 1 0,0-1 0,0 0 0,1 0 0,-1-1 0,0 1 0,1 0 0,-1 0 0,1-1 0,-1 1 0,-1-3 0,1 1-4,-1-1 0,1 0 0,0 1 0,1-1 0,-1 0 0,1 0 0,-1 0 0,1 0 0,0 0 0,1 0 0,-1 0 0,1 0 0,-1 0 0,2-5 0,1-11-104,1-1-1,1 1 1,1 0-1,1 1 1,13-30-1,53-97-879,-50 105 743,37-69-613,5 2 0,115-146 0,-133 198 446,3 3 1,2 1-1,1 3 0,3 2 0,109-70 0,-114 86 82,0 3 0,2 2 0,94-32 0,-125 51 254,0 1 0,0 1 0,0 0 0,1 2 0,-1 1 0,1 1 0,0 0 0,0 2 0,0 1 0,-1 0 0,1 1 0,-1 2 0,23 7 0,-33-8-117,-1 1 1,-1-1-1,1 2 1,-1-1 0,0 1-1,0 1 1,0 0-1,-1 0 1,0 1-1,12 15 1,-5-2-1540,-1 0-1,-1 1 1,15 35 0,-4-3-4764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6.2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0 208 10353,'51'-90'1304,"-31"60"-232,0 6-80,0-1-108,-7 16-276,11-3-12,6-3-120,3 12-79,4 3-177,-7 12-460,17 6-249,-20 4-491,6-1-264,-9 3-704,-14 9-1568,3 9-1985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6.61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151 0 12705,'6'4'442,"-2"-2"97,0 0 0,-1 0 0,1 0 0,-1 1-1,1-1 1,-1 1 0,0 0 0,0 0 0,0 0 0,0 1 0,-1-1-1,1 1 1,-1-1 0,3 6 0,6 15 838,-1 0-1,-1 1 1,0 0 0,-2 0-1,6 44 1,-9-35-650,-2-1-1,-2 1 0,-6 60 1,-10-4-1485,-3 0 0,-43 117 1,-35 33-6569,84-211 5811,-32 60-7791,33-52 314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6.8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40 250 12125,'-26'-72'1860,"26"45"-212,-4 0-215,-3 0-177,4 2 620,3-2-1228,3 0-164,8 18-228,2 0-384,7 18-476,20 9-740,-10 15-608,4-2-773,-7 8-1555,6 24-3289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7.57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1188 10825,'34'-6'1522,"0"-1"1,-1-2-1,0-1 1,48-23-1,-13 1 253,97-62 0,-143 80-1587,-1-1-1,-1-1 0,-1-1 0,0 0 0,-1-2 0,-1 0 0,-1-1 0,19-31 0,-31 44-158,0 0 0,-1 0 0,0 0 0,0-1 0,-1 1 0,0-1 0,0 0 0,-1 1 0,0-1 0,0 0 0,-1 0 0,0 0 0,0 0 0,-2-9 0,1 14-18,0-1 0,0 1-1,0-1 1,-1 1 0,1-1-1,-1 1 1,0 0 0,0-1 0,0 1-1,0 0 1,-1 0 0,1 1-1,-1-1 1,0 0 0,0 1 0,0 0-1,0 0 1,0-1 0,0 2-1,0-1 1,-1 0 0,1 1 0,-1 0-1,1-1 1,-1 1 0,0 1-1,1-1 1,-1 0 0,0 1-1,0 0 1,-3 0 0,-4 0 45,-1 1 1,1 0-1,0 1 1,0 0-1,0 1 0,0 0 1,1 1-1,-1 0 1,1 0-1,0 1 0,0 1 1,0 0-1,1 0 1,0 1-1,-10 9 1,-12 13 242,2 1 1,-44 58-1,68-81-269,-25 33 95,2 2-1,2 0 1,1 2 0,3 1 0,2 1 0,2 0-1,-18 68 1,27-79-79,2 1 0,1 0 0,2 0 0,1 0 0,2 1 0,1-1 0,2 0 0,2 1 0,1-1 0,19 66 0,-18-85-96,1 0 0,0-1-1,2 0 1,-1-1 0,2 0 0,0 0 0,1-1 0,0 0-1,1-1 1,1 0 0,0-1 0,1 0 0,0-1 0,0-1-1,1 0 1,1-1 0,0-1 0,0-1 0,0 0 0,1 0 0,0-2-1,0 0 1,1-1 0,-1-1 0,35 2 0,-19-5-29,0 0 1,-1-2-1,1-2 1,-1-1-1,51-14 1,-38 4 28,-1-1-1,-1-2 1,59-33 0,-38 11-74,-2-2 1,-2-2-1,-2-4 0,92-95 1,109-173-478,-213 255 521,-36 49 62,2-5-40,1 1 1,0 0-1,1 1 0,27-22 1,-36 64 2,-5-27 54,2 20-79,0-1-1,-2 1 0,0 0 1,-5 30-1,-8 16-537,-9 105 0,22-165 555,-1 1-1,2 0 1,-1-1-1,1 1 1,0 0 0,0-1-1,1 1 1,0-1-1,0 0 1,5 9 0,-6-12 44,1-1 0,0 1 0,0 0 0,0-1 0,0 0 0,0 1 0,1-1 0,-1 0 0,1 0 0,-1 0 0,1 0 0,0-1 0,0 1 0,-1-1 0,1 0 0,0 0 1,0 0-1,1 0 0,-1 0 0,0-1 0,0 1 0,0-1 0,6 0 0,4-1 7,0 0 1,-1-1-1,1 0 0,-1-1 1,0 0-1,0-1 0,23-11 1,83-52 309,-54 28 9,-33 21-161,124-64 1010,-135 74-957,-1 0 0,1 1 1,1 1-1,-1 1 0,1 1 1,24-2-1,-34 6-104,1 0 1,0 1-1,-1 0 1,1 1-1,-1 0 1,1 1 0,-1 0-1,0 1 1,0 0-1,-1 1 1,1 0-1,-1 1 1,0 0-1,10 8 1,12 12 118,-2 1 0,48 55 1,-49-49-564,55 48 1,-71-71 177,0 0 0,1-1 0,0-1 0,1 0 0,-1-1 0,2 0 0,-1-1 0,0-1 0,1-1 0,17 3 0,-20-5 80,0-1 0,0-1-1,0 0 1,1 0 0,-1-2 0,0 1 0,0-2-1,0 0 1,-1 0 0,1-1 0,-1-1 0,1 0-1,10-7 1,15-10-44,-2-2-1,-1-2 1,-1-1 0,-1-1-1,52-58 1,126-183-189,-196 249 313,317-504 471,-43-21 3167,-262 494-2959,-21 39-621,1-1 1332,-4 31 118,-3-1-1111,-1 0 0,0-1 0,-2 1 0,0 0 1,-10 30-1,-39 87 619,35-93-923,-34 83-167,-148 385 348,152-370-989,-50 246-1,90-345-561,2 0 0,1 0 0,3 63 0,2-86 373,1-1 0,1 1-1,1 0 1,8 24 0,-8-31-137,0 1 0,1-1 0,1 0 0,0 0 0,0-1 0,1 0 0,12 14 1,36 24-9268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7.72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61 10933,'84'-31'1788,"-24"25"-392,7 0-200,7 0-356,6 0-99,11 3-169,13 3-456,16 0-872,11-3-521,13 3-599,10 6-2076,0 0-2785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8.36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2045 10549,'125'-7'4170,"231"-42"1,9-34-2305,-7-30-601,-311 94-1137,-1-3 0,-1-2 1,-1-2-1,-1-1 0,-2-3 0,0-1 1,-2-2-1,-2-2 0,-1-1 1,-2-2-1,46-65 0,-53 58-34,-2-2 0,23-55 0,-45 94-84,1-1 0,-2 0 0,1 0 1,1-16-1,-3 23-8,-1 0 1,0 0-1,0 1 0,0-1 1,0 0-1,-1 0 0,1 0 0,0 0 1,-1 1-1,1-1 0,-1 0 1,0 0-1,-1-2 0,1 4 0,1-1 0,-1 0 1,0 0-1,0 1 0,0-1 0,0 0 0,1 1 0,-1-1 0,0 1 0,0-1 0,0 1 0,0 0 0,-1-1 1,1 1-1,0 0 0,0 0 0,0-1 0,0 1 0,0 0 0,0 0 0,0 0 0,0 1 0,0-1 0,-2 0 1,-3 2 0,0-1 0,1 1 0,0 0 0,-1 0 0,1 0 0,0 1 1,0 0-1,0 0 0,1 0 0,-9 8 0,-42 47 8,43-44-9,-70 83 28,-81 128 0,121-159-22,3 3 0,3 1 0,-30 85 1,54-122-2,1 1 1,3 0 0,0 0 0,2 1 0,2 0-1,1 1 1,2-1 0,1 0 0,6 46 0,-3-62-17,1-1 0,0 1 0,1-1 0,1 0 0,1 0 0,0 0 1,1-1-1,1 0 0,1-1 0,0 0 0,1-1 0,1 0 0,1 0 0,0-1 0,0-1 1,1 0-1,1-1 0,27 17 0,-20-17-22,1-1 0,-1-2 0,2 0 1,-1-1-1,1-1 0,0-2 0,1 0 0,-1-1 1,1-2-1,0-1 0,-1 0 0,1-2 0,28-4 0,3-4-22,0-2-1,-1-3 0,-1-2 1,88-39-1,-67 19 9,-2-4 0,-2-3 0,-1-3 0,117-101-1,-148 112 30,0-2-1,-3-2 1,-1-1-1,38-57 1,-60 77 18,0-1 1,-2 0 0,0 0 0,-1-1 0,-2-1-1,0 0 1,-1 0 0,-2 0 0,0-1 0,-1 1-1,0-43 1,-4 56 4,0 0 0,-1 0 0,-1 0 0,1 0-1,-2 0 1,1 1 0,-1-1 0,-1 0 0,0 1 0,0 0 0,-1 0-1,0 0 1,0 1 0,-1 0 0,0 0 0,-1 0 0,0 1 0,0 0 0,-1 0-1,1 0 1,-1 1 0,-1 0 0,1 1 0,-1 0 0,0 1 0,0-1-1,0 1 1,-1 1 0,0 0 0,1 1 0,-1-1 0,0 2 0,-11-1-1,1 1 2,0 1 0,1 1-1,-1 1 1,0 0 0,1 2-1,0 0 1,-1 1-1,2 2 1,-1-1 0,1 2-1,0 0 1,0 2-1,1 0 1,-26 20 0,24-16-12,1 2 1,0 1-1,1 0 1,0 1 0,2 1-1,0 0 1,1 1-1,1 0 1,1 2 0,1-1-1,-12 35 1,19-44-44,0 0 0,1 0 0,0 1 0,1-1 0,1 1 0,0-1 0,0 1 0,1 0 0,3 15 0,-2-23 3,0 0-1,0 1 0,1-1 0,0 0 1,0 0-1,0 0 0,0 0 1,1 0-1,0 0 0,0-1 0,0 1 1,1-1-1,-1 0 0,1 0 1,0 0-1,0-1 0,1 1 0,-1-1 1,1 0-1,-1 0 0,1-1 0,0 1 1,6 1-1,0 0-5,1-1 0,0-1 0,0 0 0,0 0 0,0-1 0,0 0 0,0-1 0,0-1 0,1 0 0,-1-1 0,0 0 0,-1 0 0,1-2 1,21-8-1,1-3-27,0-1 0,-2-2 1,51-36-1,-41 21 157,-1-1 0,-2-2 0,-1-2 0,-2-1 0,36-51-1,136-234 681,134-330 1043,-177 265 829,-59 128-50,-93 240-1820,-12 21-733,-1 0-1,0-1 1,1 1 0,-1 0 0,0 0 0,1-1 0,-1 1 0,0 0 0,1 0 0,-1 0 0,0 0 0,1 0-1,-1 0 1,0 0 0,1 0 0,-1 0 0,1 0 0,-1 0 0,0 0 0,1 0 0,-1 0 0,0 0-1,1 0 1,-1 0 0,0 0 0,1 0 0,-1 0 0,1 1 0,-1-1 0,0 0 0,1 1 0,1 1 62,-1 0 0,1 1 1,0 0-1,-1-1 1,0 1-1,0 0 0,0 0 1,0-1-1,0 1 1,-1 0-1,1 0 1,-1 6-1,1 17 121,-1 0 1,-2 0 0,-8 48-1,4-36-198,-37 235-95,-149 504 0,53-375-2812,-22-5-4082,78-212-433,5-2-4925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9.1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433 6 16045,'-1'0'106,"1"-1"-1,0 1 0,0 0 1,0-1-1,0 1 0,-1 0 0,1-1 1,0 1-1,0 0 0,-1 0 0,1-1 1,0 1-1,0 0 0,-1 0 1,1-1-1,0 1 0,-1 0 0,1 0 1,0 0-1,-1 0 0,1-1 0,0 1 1,-1 0-1,1 0 0,-1 0 1,1 0-1,0 0 0,-1 0 0,1 0 1,0 0-1,-1 0 0,1 0 0,-1 0 1,1 0-1,0 0 0,-1 1 0,1-1 1,-1 0-1,0 23 3326,1-4-3035,-3 231 6647,-8-73-5424,-172 1110-1481,131-959-149,-19 56 11,29-169 0,-12 254-4051,52-422 1423,6 80-1,-2-106 453,2 0 0,0 0-1,9 25 1,13 12-9594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9.43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412 9 14477,'-2'-1'-251,"0"0"581,1 0-1,0 1 0,0-1 1,-1 0-1,1 0 0,-1 1 1,1-1-1,-1 1 1,1 0-1,-1-1 0,1 1 1,-1 0-1,1 0 0,-1 0 1,1 0-1,-1 0 0,1 0 1,-1 0-1,1 0 0,-1 1 1,1-1-1,-1 1 0,-1 0 1,3-1-290,-1 0 0,1 0 1,0 0-1,-1 0 1,1 1-1,0-1 0,0 0 1,-1 0-1,1 0 0,0 0 1,-1 1-1,1-1 0,0 0 1,0 0-1,0 1 1,-1-1-1,1 0 0,0 1 1,0-1-1,0 0 0,-1 0 1,1 1-1,0-1 1,0 0-1,0 1 0,0-1 1,0 0-1,0 1 0,0-1 1,0 0-1,0 1 1,0-1-1,0 0 0,0 1 1,0-1-1,0 0 0,0 1 1,0-1-1,0 0 0,1 1 1,-1-1-1,0 0 1,0 1-1,0-1 0,1 1 1,15 12 852,-12-10-699,21 12 405,-1-1-1,2-1 1,30 11 0,91 26 332,-103-35-707,202 63 574,176 59-131,-10 31-668,-87 9-537,-277-147 251,-2 3 0,-1 2 0,-2 1 0,57 63 0,-86-83 176,-1 1 0,0 0 0,-1 1 0,-1 0 0,-1 1 0,-1 0 0,0 1 1,-2-1-1,0 2 0,5 26 0,-9-30 44,-1 0 1,-1 0 0,0 0-1,-2 1 1,1-1-1,-2 0 1,-1 0 0,0 0-1,-1 0 1,0 0 0,-2-1-1,0 0 1,-9 17-1,-3-1-20,-1-2 0,-1 0 0,-1-2 0,-2 0-1,-1-1 1,-2-2 0,0 0 0,-38 26 0,-14 5-236,-162 85 0,-430 153-936,-22-58-2125,409-155-10,97-35-2819,98-24-1089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19:59.79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51 0 16053,'0'0'24,"-10"15"1962,10-15-1948,0 1 0,0-1 0,0 0 0,0 0 1,0 0-1,0 0 0,0 1 0,0-1 0,0 0 1,0 0-1,0 0 0,0 1 0,0-1 0,0 0 1,0 0-1,0 0 0,0 0 0,0 1 0,0-1 1,1 0-1,-1 0 0,0 0 0,0 0 0,0 0 1,0 1-1,0-1 0,0 0 0,1 0 0,-1 0 1,0 0-1,0 0 0,0 0 0,1 0 0,-1 0 1,0 0-1,0 0 0,0 0 0,0 0 0,1 0 1,-1 0-1,0 0 0,0 0 0,0 0 0,1 0 1,-1 0-1,0 0 0,0 0 0,0 0 0,0 0 0,1 0 1,-1 0-1,0 0 0,0 0 0,0 0 0,0 0 1,1-1-1,-1 1 0,0 0 0,0 0 1,1 0 110,0 0 1,0 0 0,0 0 0,0 1-1,-1-1 1,1 0 0,0 1 0,0-1 0,0 0-1,-1 1 1,1-1 0,0 1 0,-1-1 0,1 1-1,0 0 1,-1-1 0,1 1 0,0 1 0,5 3 466,64 43 2212,-41-30-2454,-2 1 0,0 1 0,-1 1 0,-1 1 0,41 47 0,-43-36-254,-1 1 0,-2 0 0,-1 2 0,-2 0 0,-2 2-1,18 62 1,-21-52-66,-2 1-1,-3 0 0,-1 0 0,-3 0 1,-3 56-1,-3-53-43,-3-1-1,-1 0 1,-3 0 0,-2-1 0,-2-1 0,-3 0 0,-1 0 0,-3-2 0,-1-1-1,-3 0 1,-47 65 0,56-90-5,-1-1 0,-1 0-1,-24 19 1,34-32-1,-1 0 0,0-1 1,0 0-1,0 0 0,-1-1 0,0 0 0,0-1 0,0 0 0,-1-1 1,-11 3-1,19-5 1,0-1-1,0 1 1,0-1 0,0 0 0,0 0 0,0 0 0,0 0-1,0-1 1,0 1 0,0-1 0,0 1 0,0-1 0,0 0 0,1 0-1,-1-1 1,0 1 0,0 0 0,1-1 0,-1 0 0,-2-2-1,2 0 5,0 1 0,1 0 0,0-1 0,0 0 0,0 1 0,0-1 0,0 0 0,1 0-1,-1 0 1,1 0 0,0 0 0,1 0 0,-1-5 0,0-11 9,1 0 0,1 1 0,1-1-1,0 0 1,7-22 0,4-8-75,2 1 0,3 1-1,2 0 1,1 1 0,35-52-1,5 3-1030,96-115-1,-90 134-67,3 2 0,3 4-1,3 3 1,124-85-1,-86 78-2717,4 5 0,232-101-1,-196 111-3779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0.07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377 180 11473,'-19'19'633,"-4"4"753,-1-2 0,-27 20-1,43-34-703,-1 1 0,2 0 0,-1 1 0,1 0 0,0 0 0,1 1 0,0 0 0,1 0 0,0 0 0,0 1 0,-4 16 0,-1 9 1082,1 0 1,-6 47-1,7 3-1007,3 0 0,4 0-1,19 156 1,-8-175-757,3-1 0,26 79 0,-35-133 0,1 1 0,0-1 0,1 1 0,0-2 0,1 1 0,0-1 0,14 16 0,-19-24 0,0-1 0,1 0 0,0 0 0,-1 0 0,1 0 0,0-1 0,0 1 0,0-1 0,0 0 0,0 1 0,0-1 0,0-1 0,1 1 0,-1 0 0,0-1 0,1 0 0,-1 1 0,0-1 0,5-1 0,-2 0 0,-1 1 0,1-1 0,-1-1 0,1 1 0,-1-1 0,0 0 0,0 0 0,1 0 0,-2-1 0,8-4 0,3-5 0,-1-1 0,-1-1 0,0 0 0,-1 0 0,0-1 0,-1-1 0,16-31 0,-2-5 0,25-70 0,-34 74-21,-1-1 0,-3 0 0,-2-1 0,-2 0 0,-2 0 0,-2-1 0,-3 0 0,-2 1 0,-2-1 0,-11-56 0,8 75-10,-3 0-1,0 0 1,-2 1-1,-1 0 1,-2 1-1,-1 0 1,-20-29-1,20 37 1,-2 0 0,0 2 0,-1 0 0,-2 1 0,0 0 0,0 2 0,-2 0 0,0 2 0,-34-19 0,41 27-283,0-1 1,-1 2-1,1 0 1,-1 1 0,-1 0-1,1 1 1,-1 1-1,0 1 1,-23-1-1,35 3 45,0 0-1,0 1 1,-1-1-1,1 1 1,0 0-1,0 1 1,0-1-1,0 1 0,0 0 1,1 0-1,-1 0 1,0 1-1,1 0 1,0 0-1,0 0 1,0 0-1,0 1 0,0-1 1,0 1-1,1 0 1,0 0-1,0 1 1,0-1-1,0 0 0,1 1 1,0 0-1,-1 0 1,2 0-1,-1-1 1,1 2-1,-1-1 1,2 0-1,-2 9 0,2 37-6055,8 5-4040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0.55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1604 73 16478,'-57'-34'2397,"10"5"2523,44 27-4747,0 1 1,0 0 0,0 0-1,0 0 1,-1 0 0,1 0-1,0 0 1,-1 1 0,1 0-1,0 0 1,-1 0 0,1 0-1,-1 0 1,1 1-1,0-1 1,-1 1 0,1 0-1,0 0 1,0 0 0,-1 1-1,1-1 1,0 1 0,0-1-1,-3 4 1,-8 5 125,0 1-1,1 0 1,-18 20-1,26-25-129,-31 37 115,2 1-1,-43 74 0,40-61-459,7-3-667,2 1 0,3 1 0,2 1 0,-25 96 0,43-137 592,-8 35-390,12-48 580,1-1 0,-1 1 0,1 0-1,0 0 1,0 0 0,0 0 0,0 0 0,1 0 0,-1 0 0,1 0 0,0 0-1,0 0 1,2 4 0,-2-6 49,0 0-1,-1 0 0,1 0 0,0-1 1,0 1-1,0 0 0,0-1 1,0 1-1,0-1 0,0 1 1,0-1-1,0 0 0,0 1 1,0-1-1,0 0 0,0 0 1,0 0-1,0 1 0,0-1 1,1 0-1,-1-1 0,0 1 0,0 0 1,0 0-1,0 0 0,0-1 1,0 1-1,0 0 0,0-1 1,0 1-1,0-1 0,0 1 1,0-1-1,0 0 0,0 1 1,0-1-1,-1 0 0,3-1 0,3-3 12,1-1-1,-1 1 0,0-1 1,5-8-1,8-14 383,-1 0 0,-2-1 1,13-33-1,28-48 1525,-50 98-1666,0 1 0,2 0 0,-1 0 0,1 1 0,1 0 1,17-14-1,-25 23-200,0 0 0,0 0 0,0 0 0,0 0 0,0 1 0,0-1 0,0 1 1,1-1-1,-1 1 0,0 0 0,0-1 0,0 1 0,1 1 0,-1-1 0,0 0 0,0 0 0,0 1 1,0-1-1,1 1 0,-1 0 0,3 1 0,0 0 44,1 1 0,0 0 1,-1 0-1,0 1 0,8 6 0,-5-2 26,-2-1 0,1 1 1,-1 0-1,0 1 0,-1 0 0,0 0 0,0 0 0,5 16 0,22 85 512,-29-100-573,12 63 91,-3 1 0,-4 0 0,-1 129 0,-41 227 199,-81 192-1025,80-494 363,-5-2 0,-100 212 0,120-296 1,-3-1 1,0 0 0,-55 66-1,68-95 241,-1 0-1,-1-1 0,0-1 0,-1 0 0,0 0 0,-19 10 0,23-15 39,-1-1 1,1 0-1,-1-1 0,0 0 1,1-1-1,-1 1 0,0-2 0,-1 0 1,1 0-1,0 0 0,-11-2 1,-2-3-11,1 0 0,0-1 0,1-1 0,-1-1 0,1-2 1,0 0-1,1 0 0,0-2 0,-22-16 0,-14-13 48,-87-80 0,106 86 102,2-2 1,2-1-1,1-2 1,2-1-1,-42-74 1,57 86-53,1-1 1,1-1 0,2 0-1,2 0 1,0-1-1,2-1 1,1 1 0,2-1-1,-1-63 1,8 55-126,1 1 0,2 0 1,2 0-1,2 1 1,1 0-1,1 1 0,3 0 1,28-54-1,0 18-813,2 1-1,106-126 1,-23 60-3289,218-184 1,-169 174-1510,6 8-3117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0.89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0 422 10633,'2'0'177,"-1"0"1,1 0-1,-1-1 1,1 1-1,0-1 1,-1 1-1,0-1 1,1 0-1,-1 0 1,1 1-1,-1-1 1,0 0-1,1 0 0,-1 0 1,0-1-1,0 1 1,0 0-1,0 0 1,0 0-1,0-1 1,0 1-1,-1-1 1,1 1-1,0-1 1,-1 1-1,1-1 1,-1 1-1,1-3 1,3-6 764,-2 7-675,0 0 0,0 1 1,0-1-1,0 1 0,0-1 0,0 1 0,1 0 0,-1 0 1,1 0-1,0 0 0,0 1 0,-1-1 0,1 1 0,0 0 0,0-1 1,0 1-1,1 1 0,3-2 0,-2 1 59,0 0 1,0 0-1,0 0 0,1 1 1,-1 0-1,0 0 0,0 0 0,1 0 1,-1 1-1,0 0 0,8 3 1,-3 1-120,0 0 1,0 1 0,-1 1 0,0-1-1,0 2 1,-1-1 0,1 1 0,-2 1 0,1-1-1,-1 1 1,0 0 0,-1 1 0,0 0-1,-1 0 1,7 18 0,-1 0 14,-1 2 0,-1-1 0,-1 1 0,5 53-1,-10-41-60,-1 0 0,-3 1 0,-10 77 0,-37 125 50,47-243-210,-138 436 64,97-321-145,40-113 78,1 1 0,-1-1 0,0 0 0,-1 0 0,1 1 0,-1-2 0,-5 8 0,8-11 2,0 0 0,0 1 0,-1-1 0,1 0-1,0 0 1,0 0 0,0 0 0,0 1 0,-1-1 0,1 0 0,0 0-1,0 0 1,0 0 0,-1 0 0,1 0 0,0 0 0,0 0 0,-1 1-1,1-1 1,0 0 0,0 0 0,-1 0 0,1 0 0,0 0 0,0 0-1,0 0 1,-1 0 0,1-1 0,0 1 0,0 0 0,-1 0 0,1 0-1,0 0 1,0 0 0,-1 0 0,1 0 0,0 0 0,0-1 0,0 1-1,0 0 1,-1 0 0,1-1 0,-3-21-20,7-20 16,1 1 1,2 0 0,2 1 0,20-58 0,75-156-217,-56 154-564,4 3-1,4 2 1,4 2 0,124-144-1,-126 173-342,2 3 0,4 2 0,1 3 1,3 3-1,2 4 0,124-67 0,5 21-2385,-155 78 802,48-13 0,0 9-4274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1.18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845 13 10625,'-3'-1'658,"0"-1"1,0 0-1,0 1 0,0 0 1,0 0-1,0 0 0,-1 0 1,1 0-1,-1 1 0,-4-1 1,1 1-117,0 0 1,0 1 0,1-1-1,-13 4 1,3 1-267,-1 1 1,2 0-1,-17 10 0,-18 12 255,1 2-1,-69 56 1,-80 86-18,144-122-404,26-26-59,2 1 1,0 2 0,2 1-1,1 0 1,1 2-1,-32 59 1,53-87-50,0 0 0,0 0-1,0 0 1,1 0 0,-1 0 0,0 0 0,1 0-1,0 1 1,-1-1 0,1 0 0,0 0 0,0 0-1,1 1 1,-1-1 0,0 0 0,1 0 0,-1 0 0,1 0-1,-1 0 1,1 0 0,0 0 0,0 0 0,0 0-1,0 0 1,1 0 0,-1 0 0,2 1 0,-1-1 4,1 0 0,-1 0 0,0 0 0,1 0 0,0-1 1,-1 1-1,1-1 0,0 0 0,0 0 0,0 0 0,0 0 0,0-1 1,0 1-1,0-1 0,0 1 0,0-1 0,0 0 0,4-1 1,27-5 169,-1-2 1,1-2 0,-1-1 0,57-27 0,-57 23 277,113-52 1614,-67 29-271,115-39 1,-182 74-1673,-1 0 0,1 0 0,0 2 0,0-1 1,-1 1-1,1 1 0,0 0 0,0 1 0,22 4 1,-26-3-171,0 0 1,0 1 0,0 0 0,0 0 0,-1 1 0,1 0 0,-1 0-1,0 0 1,0 1 0,0 0 0,-1 1 0,0 0 0,0 0-1,8 10 1,1 6-1084,-1 2 0,0-1 1,-2 1-1,13 36 0,12 50-6982,-25-72 3677,11 25-6323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1.87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56 492 13605,'0'0'5751,"-2"-2"-4080,-2 1-1034,1-1-1,-1 0 0,1 0 0,0-1 0,0 1 1,-1-1-1,2 1 0,-1-1 0,0 0 1,-3-5-1,4 5-387,0 0 1,0-1-1,0 1 1,1 0 0,-1 0-1,1-1 1,0 1-1,0-1 1,1 1-1,-1-1 1,0 0-1,1 1 1,0-1-1,0 1 1,0-1-1,1 0 1,-1 1-1,2-5 1,-2 7-250,0 1 0,0-1 0,0 1 0,0-1 0,0 1 0,0-1 0,0 1 0,1-1 0,-1 1 0,0-1 0,0 1 0,1-1 0,-1 1 0,0-1 0,0 1 0,1-1 0,-1 1 0,1 0 0,-1-1 0,0 1 0,1 0 0,-1-1 0,1 1 0,-1 0 0,1-1 0,-1 1 0,1 0 0,-1 0 0,1 0 0,-1-1 0,1 1 0,-1 0 0,1 0 0,-1 0 0,1 0 0,-1 0 0,1 0 0,-1 0 0,1 0 0,-1 0 0,1 0 0,0 0 0,-1 1 0,1-1 0,-1 0 0,1 0 0,-1 0 0,1 1 0,-1-1 0,0 0 0,1 1 0,-1-1 0,1 0 0,-1 1 0,0-1 0,1 1 0,-1-1 0,0 0 0,1 2 0,-1-2 0,12 7 0,-1 0 0,0 1 0,-1 1 0,0 0 0,0 0 0,-1 1 0,0 0 0,-1 0 0,0 1 0,-1 0 0,0 1 0,0 0 0,-1 0 0,5 16 0,1 5 0,-2 0 0,-2 1 0,-1-1 0,4 50 0,-10-32-499,-1 1 0,-3-1 1,-3 0-1,-12 55 0,-2 21-235,20-123 563,4-6 26,2 0 109,2-2 9,1 0 1,0 0-1,-1 0 0,0-1 0,0-1 0,0 1 0,-1-1 0,1-1 1,7-9-1,137-168-205,-21 23 230,0 23 170,-108 116-143,2 1 1,1 1-1,51-30 1,-69 46-13,0-1 1,1 2 0,0-1 0,0 1-1,0 0 1,0 1 0,0 0 0,0 1 0,12-1-1,-17 2-11,1 0 0,-1 1 0,0-1-1,0 1 1,0 0 0,0 0 0,0 0 0,0 1-1,0-1 1,0 1 0,0 0 0,-1 0 0,1 0-1,-1 1 1,1-1 0,-1 1 0,0 0-1,0 0 1,0 0 0,0 0 0,-1 1 0,4 5-1,0 2 11,-1 0 0,-1 0-1,0 1 1,0-1-1,-1 1 1,0 0 0,-1 0-1,-1 0 1,0 0-1,-1 20 1,-3 14 20,-12 64 0,15-106-32,-71 290-148,70-280-4,12-24 7,-1 0 153,10-13-51,0 0 0,-2-1 0,26-41 1,39-92-27,-32 60 0,-15 30 20,228-385 35,-239 416 86,1 1-1,32-33 1,-45 55-14,1 0 1,0 0-1,1 1 0,0 1 1,0 1-1,2 0 0,18-8 0,-30 15-24,1 1-1,-1 0 0,0 1 0,1-1 0,-1 1 0,1 0 0,0 0 1,-1 1-1,1 0 0,0 0 0,-1 0 0,1 1 0,0-1 1,-1 1-1,1 1 0,-1-1 0,7 3 0,-6-1 10,-1 1 0,1-1 0,-1 1-1,0 0 1,0 0 0,0 0 0,-1 1 0,1-1-1,-1 1 1,0 0 0,-1 1 0,1-1 0,-1 1-1,5 9 1,2 11 57,-1-1 0,-1 2 0,-1-1 0,-1 1-1,-2 0 1,0 0 0,-1 40 0,-21 198-164,0-31-1612,30 4-2335,-7-203 1622,1 0 0,2 0 0,1-1 0,22 54 0,8-13-8166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2.68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262 258 13825,'0'0'3769,"-2"-1"-2390,-5-3-862,0 0-1,1 1 0,-1 0 1,-1 1-1,1 0 1,0 0-1,-1 0 1,1 1-1,-1 0 0,-9 0 1,-16 1 808,-36 4 0,4 0 466,62-4-787,3-3-971,1 0-1,0 0 0,0 0 0,1 0 0,-1 0 1,0 0-1,1 0 0,0 1 0,0-1 0,0 1 1,0-1-1,0 1 0,0 0 0,0-1 1,1 1-1,-1 0 0,1 1 0,0-1 0,-1 0 1,1 1-1,0-1 0,4 0 0,8-5 81,0 2 0,0 0-1,0 0 1,1 1 0,32-3 0,-39 7-88,1-1 1,0 2-1,0-1 1,0 1-1,-1 1 1,1-1-1,-1 2 1,1-1-1,-1 2 1,0-1-1,14 8 1,-14-5-19,-1 0-1,1 1 1,-1 0 0,0 0 0,-1 1-1,0 0 1,0 1 0,0-1-1,-1 1 1,-1 0 0,0 1 0,0 0-1,0-1 1,-2 1 0,1 1 0,-1-1-1,0 1 1,1 15 0,1 11-83,-2 0 1,-2 1-1,-6 73 1,-4-53-154,-2 0-1,-2 0 1,-27 68 0,24-76-4,15-47 127,19-14 42,-11 6 59,0-1 0,-1 0 0,0 0 0,9-12 0,4-5-2,18-22-10,52-83-1,106-151-14,-89 146-1,-93 120 24,0 0 1,0 0 0,1 1 0,1 1 0,0 0 0,32-16-1,-44 25 8,0 1-1,0-1 1,0 1-1,0 0 0,0 0 1,0 1-1,0-1 0,0 0 1,0 1-1,0 0 0,0 0 1,0 0-1,0 0 0,0 0 1,1 1-1,-1-1 1,0 1-1,0 0 0,0 0 1,0 0-1,-1 0 0,1 0 1,0 1-1,0-1 0,-1 1 1,1 0-1,-1 0 1,1 0-1,-1 0 0,0 0 1,0 1-1,0-1 0,0 0 1,2 5-1,2 4 2,0 0 0,-1 0 0,-1 0 0,0 1 0,-1 0 0,0-1 0,2 15-1,0 27 0,-2 0 0,-6 89-1,0-83-91,8 105 0,-5-162 79,1-1 1,-1 1 0,0 0 0,1 0-1,-1 0 1,1 0 0,0-1-1,0 1 1,-1 0 0,1-1-1,0 1 1,1 0 0,-1-1 0,0 1-1,0-1 1,1 0 0,-1 1-1,0-1 1,1 0 0,-1 0 0,1 0-1,0 0 1,-1 0 0,1 0-1,0-1 1,0 1 0,0 0-1,-1-1 1,1 1 0,0-1 0,0 0-1,0 0 1,0 0 0,0 0-1,0 0 1,0 0 0,3-1 0,5 0-59,0-1 0,0-1 0,0 1 0,0-2 0,-1 1 0,10-6 0,1-2-58,0 0 0,-1-2 1,34-28-1,46-53-243,-56 51 200,165-177-540,-68 68 421,-99 111 237,2 0 1,2 3-1,50-33 1,-93 69 63,1 0-1,0 1 1,0-1 0,0 0 0,0 1-1,0 0 1,0-1 0,1 1 0,-1 1-1,0-1 1,1 0 0,-1 1 0,1 0 0,-1-1-1,0 1 1,1 1 0,-1-1 0,1 0-1,5 3 1,-5-2 5,0 1 0,-1 0 0,1 1 0,-1-1 0,0 0 0,0 1 0,0 0 0,0 0 0,0 0 0,0 0 0,-1 0-1,0 1 1,1-1 0,1 5 0,4 9 55,-1 0-1,-1 1 1,-1 0 0,0 1-1,4 30 1,-3-8 3,2 22 28,3 0 0,30 96 0,-38-150-97,0 0 0,1-1 1,0 0-1,1 0 0,0 0 0,0-1 0,1 1 1,0-1-1,9 9 0,-11-13-13,1 1 1,-1-1-1,1 0 1,0 0-1,0 0 1,0-1-1,0 1 1,0-1-1,0-1 0,1 1 1,-1-1-1,1 0 1,-1 0-1,1 0 1,-1-1-1,1 0 0,7-1 1,5-1-16,0-1 0,0-1 0,0-1 0,-1-1 0,0 0 0,0-1 0,-1-1 1,22-14-1,14-12-36,54-48 0,-26 18 109,-57 47-12,151-108 374,-128 95 36,92-45 0,-129 71-360,1 0 0,0 0 0,0 1 0,0 1-1,0 0 1,0 0 0,1 1 0,-1 0 0,0 1 0,1 0 0,13 2 0,-18-1-36,-1 0 1,1 0 0,-1 1-1,1 0 1,-1 0 0,0 1-1,0-1 1,0 1 0,0 0-1,-1 0 1,1 1 0,-1 0-1,1-1 1,-1 1 0,-1 1-1,1-1 1,0 0 0,-1 1-1,0 0 1,0 0 0,4 10-1,-2 1 18,0 1-1,-1-1 1,0 1-1,-2 0 1,0 0-1,-1 0 0,0 1 1,-1-1-1,-2 0 1,-4 29-1,-7 17-196,-30 88 1,39-139 60,-11 44-1423,2 1-1,3 0 0,-5 114 1,15-152 30,0 0 0,3 20 0,7 9-4793,9 5-5383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2.87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54 1 15737,'-44'3'10405,"37"24"-9681,4-3-127,6 0-129,1 0-280,-1 10-620,4 17-509,-4-9-427,1 9-828,-4-5-780,-7 14-3021,0 12-5228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3.74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133 44 14085,'2'-2'639,"0"0"0,0-1 0,0 0 0,-1 1 0,1-1 0,0 0 0,-1 0 0,0 0 0,0 0 0,0 0 0,1-5 0,-1 2 2369,-5 25-1722,-4 50-141,0 5-304,-29 122 0,7-97-613,10-34-231,2 1 1,-8 68-1,25-129-15,1 0 0,-1 0 0,1 0 0,0 0 0,1 0 0,-1 0 0,3 8 0,-3-12 17,1 1 1,0-1-1,-1 0 0,1 1 1,0-1-1,0 0 0,-1 1 1,1-1-1,0 0 0,1 0 1,-1 0-1,0 0 0,0 0 1,0 0-1,0 0 0,1 0 1,-1 0-1,1-1 0,-1 1 1,0-1-1,1 1 0,-1-1 1,1 1-1,-1-1 0,3 1 1,7-1-8,0 0 1,0 0-1,-1-1 1,1 0 0,0 0-1,-1-1 1,1-1-1,13-5 1,86-40-61,-74 32 83,250-128-55,12-6-17,-218 115 66,151-45 1,-202 72-13,1 2 0,-1 0 1,1 2-1,0 2 0,54 1 1,-74 1 12,0 1 0,0 0 0,-1 1 0,1 0 1,0 1-1,-1 0 0,0 0 0,0 1 0,0 0 1,0 0-1,0 1 0,-1 1 0,0-1 1,0 1-1,-1 0 0,1 1 0,-1 0 0,-1 0 1,1 1-1,-1 0 0,6 10 0,3 16 17,-1 0 0,-1 1 0,-2 0 0,9 55 0,-12-51-7,1 0 0,2 0-1,26 58 1,-31-86-29,0 0 0,0 0 1,1-1-1,1 0 0,0 0 1,0 0-1,1-1 0,0-1 0,1 1 1,-1-2-1,2 1 0,-1-1 0,1-1 1,0 0-1,20 8 0,-15-8-10,1-1-1,1-1 0,-1 0 0,1-1 0,-1-1 1,1 0-1,0-2 0,0 0 0,34-5 0,-24 0 3,0-2 1,0-1-1,-1-1 0,0-1 0,-1-1 0,26-16 0,-9 4-8,-2-2 1,65-52-1,-74 50 11,-2-1 0,-1-2 0,44-59 1,-58 67-8,0 0 1,-2 0 0,-1-1-1,-1-1 1,-1 0 0,0-1 0,5-29-1,-13 46 10,0 1 0,-1-1 0,-1 0-1,1 0 1,-1 0 0,0 0 0,-1 0-1,0 0 1,0 0 0,-1 0 0,0 1-1,-4-12 1,4 15-8,-1 0-1,1 0 1,0 0-1,-1 0 1,0 0-1,0 1 1,0-1-1,-1 1 1,1 0-1,-1 0 1,1 0-1,-1 0 1,0 1 0,0-1-1,0 1 1,-1 0-1,1 0 1,-1 1-1,1-1 1,-1 1-1,1 0 1,-6-1-1,-1 2-75,0-1-1,0 2 1,0 0 0,0 0-1,1 1 1,-1 0 0,0 0-1,1 1 1,-1 1-1,1 0 1,0 1 0,0-1-1,1 2 1,-10 6 0,0 1-95,0 1 0,1 0 1,1 2-1,0 0 1,-23 30-1,29-31 70,1 0 0,1 1 0,-13 27 0,19-36 89,0-1-1,0 1 0,1 0 0,0 0 0,0 1 0,1-1 0,0 0 0,0 0 1,1 1-1,0-1 0,1 12 0,-1-17 40,1-1-1,0 1 1,-1-1 0,1 1-1,0-1 1,0 1 0,0-1-1,0 1 1,0-1 0,0 0-1,0 0 1,0 1 0,1-1-1,-1 0 1,0 0 0,1 0-1,-1-1 1,1 1 0,-1 0-1,1 0 1,-1-1 0,1 1-1,0-1 1,-1 1 0,1-1 0,0 0-1,-1 0 1,1 0 0,0 0-1,1 0 1,4 0 121,0 0-1,-1-1 1,1 0 0,0 0-1,-1-1 1,10-3 0,0-2 190,0-1 0,-1 0 0,0 0 0,0-2 0,-1 0 0,20-18 0,-13 9 8,4-4 283,0 0 0,2 2 1,52-31-1,-78 51-595,-1 1 0,1-1 0,0 1 0,-1-1 0,1 1 0,0 0 0,-1-1 0,1 1 0,0 0 0,0 0 0,0-1 0,-1 1 0,1 0 0,0 0 0,0 0 0,0 0 0,-1 0 0,1 0 0,0 0 0,0 0 0,-1 1 0,1-1 0,0 0 0,0 0 0,-1 1 0,1-1 0,0 0 0,0 1 0,0 0 0,0 0 12,0 0 1,-1 1 0,1-1 0,0 0 0,-1 1 0,1-1-1,-1 1 1,0-1 0,1 1 0,-1-1 0,0 1 0,0-1-1,0 1 1,0 2 0,-1 6 112,-1 0-1,0 0 1,0 0-1,-5 13 1,-99 214 428,45-110-459,-253 487-109,55-117 0,-288 604 0,394-797 0,-156 329-290,208-422 53,40-101-879,60-108 1079,0-1 1,1 0 0,-1 0 0,0 0-1,0 0 1,0 0 0,0 0 0,0 0-1,0 0 1,0 0 0,0-1 0,0 1-1,0 0 1,-2 0 0,2-1 21,1 0 0,-1 0 1,1 0-1,-1 0 1,1 0-1,-1 0 0,0 0 1,1 0-1,-1 0 0,1 0 1,-1 0-1,1 0 0,-1-1 1,1 1-1,-1 0 1,1 0-1,-1-1 0,1 1 1,-1 0-1,1-1 0,-1 1 1,1 0-1,-1-1 0,-1-2-17,0 0-1,0 1 0,1-1 0,-1 0 0,1 0 0,0 0 0,0 0 0,0-1 0,-1-5 0,-4-33-97,2 0 0,2-1-1,4-53 1,-1 29 44,3-80 59,28-190 0,-18 263 79,33-106 1,110-286 66,-131 394-105,2 2-1,4 2 1,3 0-1,56-80 1,-74 122-17,30-46-309,3 3 0,3 1 0,3 3 0,2 2 0,4 3 0,1 2 0,96-65-1,-82 74-1125,2 3 0,122-53 0,-126 70-3072,105-28 1,-38 24-6204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4.6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970 1666 8469,'0'1'89,"-1"-1"0,0 0-1,0 0 1,1 0 0,-1 0 0,0 0 0,0 0 0,1 0 0,-1 0-1,0 0 1,0 0 0,1 0 0,-1 0 0,0 0 0,0-1 0,1 1 0,-1 0-1,0-1 1,1 1 0,-1 0 0,0-1 0,1 1 0,-1-1 0,1 1 0,-2-2-1,13-13 1910,4-4-230,5-8-274,2 1 0,0 1 1,27-22-1,36-29 587,3 4 1,133-83-1,83-51-119,-226 146-1419,122-121-1,26-81 91,-187 209-488,-3-1-1,-2-2 0,34-77 1,-61 116-90,0-1 0,-1 1 0,8-37 0,-13 50-37,-1 0 1,0-1-1,0 1 1,0-1 0,0 1-1,0-1 1,-1 1-1,0-1 1,-2-7 0,2 10-3,0 0 0,0 0 0,-1 0 1,1 0-1,0 0 0,-1 0 0,0 0 1,1 0-1,-1 0 0,0 1 1,0-1-1,0 1 0,0-1 0,0 1 1,0 0-1,0 0 0,0 0 0,-1 0 1,-2-1-1,-3 1 40,-1 0 0,1 1 0,-1 0 0,0 0 0,1 1 0,-1 0 0,1 1 0,-1-1 0,1 2 1,0-1-1,-16 8 0,-14 6-5,0 1 0,1 3 0,1 0 0,-38 30 0,-130 113 33,194-155-84,-104 92 0,-181 203 0,226-219 0,4 2 0,3 4 0,-64 126 0,84-130 0,3 2 0,4 2 0,-45 182 0,64-196 0,4 1 0,4 0 0,3 1 0,3-1 0,11 107 0,44 145 0,34 17 0,-30-132 0,-49-186 0,-1 0 0,-2 0 0,-1 0 0,-1 0 0,-2 1 0,-3 52 0,0-69 0,0 0 0,-1 0 0,0-1 0,-1 1 0,-1-1 0,1 0 0,-2 0 0,1 0 0,-2-1 0,1 0 0,-1 0 0,-1-1 0,0 0 0,0 0 0,-1-1 0,-16 13 0,3-6 0,-1-1 0,-1-1 0,0-1 0,0-1 0,-1-1 0,-1-1 0,0-1 0,0-2 0,0 0 0,-33 2 0,-14-3 0,-1-2 0,-109-11 0,164 7-1,-184-22-239,181 19 112,0 0 1,0-2-1,1-1 1,0 0-1,0-2 1,-35-20 0,55 29 48,0-1 1,0 1 0,0-1 0,0 1 0,0-1 0,1 0 0,-1 1 0,0-1 0,0 0 0,1 1 0,-1-1 0,1 0 0,-1 0 0,1 0 0,-1 0 0,1 0 0,-1 0 0,1 0 0,0 0-1,-1 0 1,1 0 0,0 0 0,0 0 0,0 0 0,0 0 0,0-1 0,12-22-1192,-7 15 715,2-1-186,0 0 0,1 0 0,0 0 0,0 1 0,1 1 0,0-1 0,16-10 0,-4 5-1886,1 2-1,45-20 1,58-18-8280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5.34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830 0 11705,'-38'54'3778,"30"-46"-3307,2 1 0,-1 0 0,1 0 0,0 0 0,1 0 0,0 1 0,0 0 1,1 0-1,1 0 0,0 1 0,-3 16 0,4-15-382,2 1-1,0-1 1,0 0-1,1 0 1,1 0 0,0 0-1,1 0 1,0 0 0,0-1-1,2 1 1,-1-1 0,1 0-1,1 0 1,0 0-1,1-1 1,0 0 0,0 0-1,1-1 1,0 0 0,1 0-1,0-1 1,0 0-1,0-1 1,1 0 0,1 0-1,-1-1 1,1-1 0,0 1-1,0-2 1,24 7 0,-10-5-65,0 0 1,0-2 0,1-2 0,-1 0 0,1-1 0,-1-1 0,1-2 0,41-7 0,-27-1 99,0-1 0,-1-1 0,0-3 0,58-30 0,-66 27 934,-2-1 0,0-2 0,50-47 0,-75 64-827,-2 2 317,-5 6 144,-31 33-407,2 2 1,1 2-1,-25 44 0,-71 145 822,91-161-1019,-254 505-88,75-95 0,140-304 3,-355 766-214,421-924 91,-9 19-426,-41 60 1,53-88 460,0 0-1,0 0 1,-1-1-1,0 0 1,-1 0-1,1 0 1,-1-1-1,-1 0 1,1-1-1,-1 0 1,0 0-1,-12 4 1,19-9 67,-1 1 0,1-1 0,0 0 1,0 0-1,0 0 0,0 0 0,0 0 1,-1 0-1,1-1 0,0 1 0,0-1 1,0 1-1,0-1 0,0 0 0,0 0 1,0 0-1,0 0 0,1 0 0,-1 0 1,0 0-1,0-1 0,1 1 0,-1-1 1,-1-1-1,-3-4-16,1 0 1,0 1-1,0-1 0,-4-10 1,3 5 8,2 0 1,-1 0-1,2 0 1,-1-1-1,2 0 1,0 1 0,0-1-1,1 0 1,1 0-1,1-19 1,3-9-31,18-79-1,0 37 20,4 0-1,3 1 1,4 2-1,3 1 1,4 2 0,74-108-1,-46 90-25,4 4 1,4 2-1,3 5 0,124-103 0,250-152-227,21 28 53,-204 137 213,17-23 135,-280 192-87,0 0 0,0-1 0,0 1 0,-1-1 1,6-8-1,-12 13-14,0 1 1,0-1 0,0 1-1,-1-1 1,1 1-1,0-1 1,0 1-1,0-1 1,-1 0 0,1 1-1,0-1 1,-1 1-1,1 0 1,0-1-1,-1 1 1,1-1 0,-1 1-1,1 0 1,0-1-1,-1 1 1,1 0-1,-1-1 1,1 1-1,-1 0 1,1 0 0,-1-1-1,0 1 1,0 0-1,-2-1 4,1 1 0,-1 0 0,1 0-1,-1-1 1,1 1 0,-1 1 0,1-1-1,0 0 1,-1 1 0,1-1 0,-1 1-1,1 0 1,0 0 0,-1 0 0,1 0-1,0 0 1,0 0 0,-3 2 0,-38 33 236,38-31-216,-14 14 69,1 2 0,1 0 0,1 1 0,0 0 0,2 1 0,1 1-1,1 1 1,0 0 0,2 0 0,-12 47 0,3 18 250,-16 170 0,28-189-256,0 5 27,0 8-21,-4-1 1,-30 116-1,34-174-150,-2 0 0,0 0 0,-1-2 0,-2 1 1,0-1-1,-2-1 0,0 0 0,-2-1 0,0-1 0,-1 0 0,-1-1 0,-24 19 0,21-22-359,0 0 0,-2-2 0,1 0 0,-31 12 0,39-20-25,1-1 0,-1-1-1,0 0 1,0 0-1,-1-2 1,1 0-1,-1 0 1,1-1-1,-18-2 1,27 1 164,0-1 1,0 0-1,0 0 1,0 0-1,0-1 1,0 0-1,1 0 1,-1 0-1,1 0 1,-1-1-1,1 0 1,0 1-1,0-2 1,0 1-1,1 0 1,-1-1 0,1 0-1,-1 0 1,-2-4-1,4 4-265,0-1 0,-1 1-1,2 0 1,-1-1 0,0 1 0,1-1-1,0 0 1,0 1 0,0-1 0,1 0-1,0 1 1,0-1 0,0-6 0,13-42-8497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5.55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814 0 12457,'-21'32'1173,"-22"41"2375,-69 195 4704,-128 310-1279,-39 103-6766,216-466-2410,18 1-3853,41-194 3874,1 1 0,1 0 1,1 0-1,2 28 0,10 8-8276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06.3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0 198 11237,'0'0'4947,"2"2"-3605,3 2-1097,0-1 0,0 0 1,0-1-1,0 1 0,0-1 1,0 0-1,1 0 1,-1-1-1,1 1 0,0-1 1,-1-1-1,10 1 0,13 0 182,36-4-1,-37 1-186,-14 2-160,233-22 942,-220 18-964,0-2 0,0-1-1,0 0 1,-1-2-1,0-1 1,-1-1 0,24-15-1,-44 23-47,0 0 0,0 0 0,-1 0-1,1-1 1,-1 1 0,0-1-1,0 0 1,-1 0 0,1 0 0,-1 0-1,1 0 1,1-6 0,-3 8-8,-1 0 0,1 0 0,-1 1 0,1-1 0,-1 0 0,0 0 0,0 0 0,0 1 0,0-1-1,0 0 1,0 0 0,0 0 0,-1 1 0,1-1 0,0 0 0,-1 0 0,0 1 0,1-1 0,-1 0 0,0 1 0,0-1 0,0 0 0,0 1 0,0 0 0,0-1 0,0 1 0,-1 0 0,1-1 0,-1 1 0,1 0 0,-1 0 0,1 0 0,-1 0 0,1 0 0,-1 1 0,-2-2 0,-6-1-3,0 1 1,1 0-1,-1 1 1,0 0-1,0 0 1,0 1-1,0 1 1,0-1 0,1 2-1,-1-1 1,0 1-1,1 1 1,-11 3-1,-7 3 5,1 2-1,0 0 0,1 1 1,1 2-1,0 0 1,0 2-1,2 1 0,0 0 1,1 2-1,1 0 1,0 1-1,2 1 1,0 1-1,2 1 0,0 0 1,-18 38-1,27-44-30,0 0 1,2 0-1,0 0 0,1 1 1,0 0-1,2 0 0,0 0 0,1 0 1,1 0-1,1 0 0,5 33 1,-3-37-19,0 1 0,1-1 0,1 0 1,0 0-1,1-1 0,1 0 0,0 0 1,1 0-1,0-1 0,1 0 1,0 0-1,1-1 0,0 0 0,22 16 1,-19-16 20,1-1 1,0-1 0,1 0 0,0-1-1,0 0 1,1-2 0,0 0-1,0 0 1,0-1 0,1-1 0,0-1-1,-1-1 1,1 0 0,0-1-1,1-1 1,-1 0 0,0-1 0,0-1-1,-1-1 1,1 0 0,0-1 0,-1-1-1,0-1 1,20-9 0,-5-2 76,0 0 1,-2-3-1,0 0 1,49-46-1,91-112 755,-119 123-365,-11 21-36,-36 32-349,-4 13-28,0-1 0,0 0 1,-1 1-1,0-1 1,-1 0-1,0 0 1,-1 0-1,-4 9 0,-9 12-49,-20 31 0,-11 19 37,29-44-94,8-17-33,1 1 0,0 0 0,2 0 0,-11 42 0,19-62 105,0 0 0,1-1 1,-1 1-1,1 0 1,-1-1-1,1 1 0,-1 0 1,1-1-1,-1 1 1,1 0-1,0-1 0,-1 1 1,1-1-1,0 1 1,-1-1-1,1 0 0,0 1 1,0-1-1,-1 0 1,1 1-1,0-1 1,0 0-1,1 0 0,-1 1-6,3 0 7,-1 0-1,1 0 1,0 0 0,-1-1-1,1 0 1,0 1 0,0-1-1,-1 0 1,1-1 0,0 1 0,0-1-1,-1 1 1,1-1 0,-1 0-1,7-3 1,6-3 2,0-1 0,16-10-1,-12 7-13,18-10 21,-10 7 31,28-20 0,-53 32-54,1 3-38,0 1-13,1-1 1,0 1 0,-1 0-1,1 0 1,-1 1-1,0-1 1,0 1 0,0 0-1,0 0 1,0 0 0,0 1-1,-1 0 1,3 3-1,-3-4-84,8-3 138,0-2 0,0 1 0,0-2 0,0 1 0,0-1 0,-1-1 0,1 0 0,-1-1 0,14-7 0,12-10 194,37-30 0,-59 42-101,11-9 56,67-45 675,-81 57-688,1 1 0,0 0 0,0 1-1,0 0 1,1 1 0,15-3 0,-25 6-115,0 1-1,0 0 1,-1 0-1,1 0 0,0 0 1,0 0-1,0 1 1,-1-1-1,1 1 0,0 0 1,-1 0-1,1 0 1,-1 0-1,1 0 1,-1 0-1,1 1 0,-1-1 1,0 1-1,0 0 1,1 0-1,-1 0 0,-1 0 1,1 0-1,0 0 1,0 0-1,-1 0 1,1 1-1,-1-1 0,0 1 1,0-1-1,1 4 1,4 9-252,-1-1-1,-1 1 1,-1 0 0,2 20 0,-3-25 21,2 27-2023,-2 64 0,-2-61-247,5 47 1,8-28 442,18-75 2059,-18 3 147,0-1-1,0-1 1,-1 0-1,10-17 0,-1 3-344,8-17-2514,-19 27 206,1 4-1634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15.00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1287 450 5721,'6'-17'167,"53"-136"6119,-50 132-5101,-1-1 1,-1-1-1,-1 1 1,-1-1-1,-1 0 0,-1 0 1,0-37-1,-8 1 2056,4 56-2273,-1 8-168,-37 154 1231,11-34-1181,-203 589 256,131-428-1809,-271 635-3592,156-470 345,-12-8-3784,50-108-3253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16.2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706 1859 11665,'1'-2'1900,"11"-14"336,-5 5-1070,1 0-1,-1-1 1,7-16 0,7-15-58,48-73 1,-40 71-689,-16 24-236,11-17 317,-1-1 1,-1-1 0,22-62 0,-5-24 776,40-245 0,-19-135 237,-53 433-1251,22-155 732,-29 226-981,0 1 0,1 0 0,-1-1 0,0 1 0,1-1 0,-1 1 0,0 0 0,0-1 0,0 1 0,-1-1 0,1 1 0,0 0 0,0-1 0,-1 1 0,1-1 0,-2-1 0,2 3-4,0-1 0,-1 1-1,1-1 1,-1 1 0,1 0-1,-1 0 1,1-1 0,-1 1-1,1 0 1,-1 0 0,1-1-1,-1 1 1,0 0 0,1 0-1,-1 0 1,1 0 0,-1 0-1,1 0 1,-1 0 0,0 0-1,1 0 1,-1 0 0,1 0-1,-1 1 1,1-1 0,-2 0-1,-2 2 39,1-1-1,-1 1 0,1 0 1,-1 0-1,1 1 1,0-1-1,-1 1 0,1-1 1,-3 5-1,-19 25 148,2 0 1,-28 53-1,-30 77 316,68-135-496,-46 100-16,-70 217 0,111-281 0,2 0 0,4 1 0,2 1 0,3 0 0,2 116 0,11-95 0,4 0 0,3-1 0,42 143 0,-28-142 0,29 101 0,-48-157 0,-1 0 0,-1 1 0,-2 0 0,1 42 0,-5-64 0,-1 1 0,0-1 0,0 0 0,-1 1 0,0-1 0,-1 0 0,0 0 0,0-1 0,-1 1 0,0 0 0,0-1 0,-1 0 0,-1 0 0,1-1 0,-1 1 0,0-1 0,-1 0 0,-11 9 0,3-5 0,1-2 0,-2 0 0,1 0 0,-1-2 0,0 0 0,-33 10 0,-2-5 0,-53 7 0,10-8-238,-1-4 0,-132-8 0,216 0 129,4 2-304,-1-1 0,1-1-1,-1 0 1,1 0 0,0 0 0,-1-1 0,1 0 0,0 0 0,0-1 0,-9-5 0,15 8 285,0 0 0,0-1 0,0 1 0,0-1 1,0 1-1,1-1 0,-1 0 0,0 1 0,0-1 0,0 0 1,1 0-1,-1 1 0,0-1 0,1 0 0,-1 0 0,1 0 0,-1 0 1,0-2-1,2 2-87,-1-1 0,1 0 0,0 1 0,0-1 0,-1 0 1,1 1-1,0-1 0,0 1 0,1-1 0,-1 1 0,0 0 0,2-2 0,3-4-876,0 1 0,1-1 0,0 1 0,0 1 0,1-1 0,0 1 0,0 0 0,11-5 0,47-21-8283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16.46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663 11 13137,'0'0'77,"0"0"1,0-1-1,0 1 0,0-1 0,0 1 0,0 0 1,0-1-1,0 1 0,0 0 0,0-1 0,0 1 1,0-1-1,0 1 0,0 0 0,0-1 0,-1 1 1,1 0-1,0-1 0,0 1 0,0 0 0,-1-1 1,1 1-1,0 0 0,0 0 0,-1-1 0,1 1 1,0 0-1,-1 0 0,1-1 0,0 1 0,-1 0 1,-6 12 1748,-9 46 1343,16-58-3159,-40 175 6729,0 20-3398,13-78-2567,-6-2-1,-63 153 1,-122 209-1557,143-321 252,50-101-1533,-31 93 1,50-125 598,0 1 0,1-1 0,1 1 0,2 0 1,0 0-1,4 47 0,7-30-4162,7-11-3081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16.63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77 131 10893,'-43'-13'2440,"16"-14"-284,20 15-271,11-6-229,9-6-88,21 15-76,6-3-308,20 3-188,14 3-192,20 6-312,13 3-804,17 3-284,16 3-700,1 3-584,-4-3-480,1 6-3337,-18-3-4744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16.9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85 9265,'58'-55'2094,"-53"52"-1886,-1 0-1,0 0 1,1 0-1,-1 1 1,1-1-1,0 1 1,0 0-1,0 1 1,0-1-1,0 1 1,0 0-1,0 0 1,0 1 0,11 0-1,-1-1 238,11 0 202,1 0 0,0 2 0,0 1-1,-1 2 1,1 0 0,-1 2 0,0 1-1,0 0 1,-1 2 0,33 17 0,-39-17-427,-1 2 0,-1-1 0,0 2 1,0 1-1,-1 0 0,-1 0 1,0 2-1,-1 0 0,0 1 0,-2 0 1,1 1-1,-2 0 0,16 33 1,-15-22-47,0 1 0,-3-1 1,0 2-1,-2-1 0,8 61 1,-15-72-136,1-1 1,-2 1-1,0 0 1,-2-1 0,1 0-1,-2 1 1,-1-1-1,0 0 1,-1-1-1,0 1 1,-15 25-1,7-20-22,-2 0 0,0 0 0,-1-2 0,-1 0 0,-34 30 0,20-24-37,-2-1 0,-68 39 0,99-63-154,1-2-39,1 1 198,0-1 1,1 1-1,-1-1 0,1 1 0,-1-1 1,0 1-1,1-1 0,-1 1 1,1-1-1,-1 1 0,1-1 0,-1 0 1,1 1-1,0-1 0,-1 0 1,1 1-1,0-1 0,0 0 0,-1 0 1,1 1-1,0-1 0,0 0 1,0 0-1,0 1 0,0-1 0,0 0 1,0 0-1,0 0 0,0 1 1,0-1-1,1 0 0,-1 0 0,0 1 1,0-1-1,1 0 0,-1 1 1,0-1-1,1 0 0,-1 1 0,1-1 1,-1 0-1,1 1 0,0-1 1,31-26-422,-30 26 414,427-300-7510,-239 159 2495,-113 83 1341,10-5-2241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17.22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89 1 5737,'3'17'1447,"-2"-13"1329,-2-2-1372,-2 7-669,0 0 1,1-1-1,1 1 0,-1 0 1,1 0-1,1 17 1,-4 32 937,-28 72 621,20-91-1942,2 1 0,2-1-1,2 1 1,-2 48-1,8-60-247,1 0-1,1-1 0,2 1 1,8 34-1,-8-50-99,0 1 0,1-1 1,0 0-1,1 0 0,0-1 1,1 0-1,0 0 0,1 0 1,0-1-1,0 0 0,13 10 0,-4-5-51,1-1-1,0-1 0,1-1 1,0-1-1,1 0 0,1-2 1,-1 0-1,1-1 0,1-1 1,-1-1-1,1-1 0,0-1 1,28 1-1,-29-4 35,0 0-1,0-2 1,0-1-1,0 0 1,0-2 0,-1 0-1,1-1 1,-1-2-1,0 0 1,-1-1-1,1 0 1,-2-2 0,1 0-1,20-17 1,-13 8 156,-2-1 1,-1-2-1,0 0 1,-2-2 0,-1 0-1,0-2 1,30-53-1,16-40 1610,-65 117-1281,1 3-501,-1 0 1,1 1-1,-1-1 1,1 0-1,-1 1 0,0-1 1,1 1-1,-1-1 1,0 1-1,0 0 1,0-1-1,0 1 1,0 0-1,-1 0 1,1 0-1,0-1 1,-1 1-1,1 3 1,0 10-430,0-1 1,-3 25-1,1-23-283,0 0 0,3 24-1,11 101-9092,-4-81 1481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17.64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797 45 9757,'-21'-1'668,"1"1"1,0 0 0,-1 2-1,1 0 1,0 1-1,0 2 1,-36 11-1,-21 10 1201,17-5-241,-60 29 0,82-32-1115,1 2 1,1 1-1,-39 31 1,60-41-391,1 1 0,0 0 0,1 1 0,0 1 0,1 0 0,1 1 0,0 0 0,1 1 0,-12 26 0,18-33-83,0 0-1,1 0 1,1 1 0,-1-1-1,2 1 1,-1 0-1,1 0 1,1 0 0,0 0-1,0-1 1,1 1-1,0 0 1,4 14 0,-1-12-40,0 0 1,1 0-1,1-1 1,0 0-1,0 0 1,1 0-1,0-1 1,1 0-1,0 0 1,11 9-1,0-2-65,0-1 0,2-1 0,-1 0 0,2-2-1,0 0 1,0-2 0,27 10 0,2-3-144,1-2 0,64 12 0,-75-21 123,0-2 1,1-2-1,-1-2 0,0-1 0,1-2 1,-1-2-1,0-2 0,0-1 0,-1-3 0,0-1 1,-1-1-1,0-3 0,-1-1 0,0-2 1,-2-1-1,0-2 0,-1-2 0,54-46 1,-15 3 4,89-102 1,52-89 361,-140 164 82,-59 75-251,49-68 879,-127 202 485,10-16-798,-15 14-124,-84 156-30,-73 138-3335,144-276-1156,-2-1-3791,48-79-837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17.99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12 9421,'22'-4'645,"0"1"-1,0 0 1,0 2 0,0 0-1,0 2 1,0 0 0,0 2 0,31 7-1,-12-1 16,0 3-1,-1 1 1,-1 1-1,0 3 1,-1 1-1,44 28 1,-69-37-564,0 1 0,0 1 0,-1-1 0,0 2 0,-1 0 0,-1 0 1,1 1-1,12 22 0,-18-25-61,0 0 1,-1 1 0,0 0 0,0 0-1,-1 0 1,-1 0 0,0 0-1,0 1 1,-1-1 0,-1 1-1,0-1 1,0 1 0,-3 16 0,-3-2-57,-13 43 1,12-49-84,1 0 0,1 0 0,1 0 0,-1 22 0,4-38 67,1 1 0,0-1 0,0 0-1,1 1 1,-1-1 0,1 0 0,0 0 0,0 1 0,0-1 0,0 0 0,1 0 0,0 0 0,0 0-1,0 0 1,5 6 0,-4-8 21,0 1-1,-1-1 1,1 0 0,0 0-1,1 0 1,-1 0-1,0 0 1,1-1-1,-1 1 1,1-1 0,-1 0-1,1 0 1,-1 0-1,1-1 1,0 1-1,-1-1 1,1 0 0,0 0-1,5-1 1,5-1-10,-1-1 0,0 0 0,-1 0 0,1-2 0,0 1 0,-1-2 0,0 1 0,0-2 0,-1 0 0,0 0 0,10-9 0,62-55 45,-46 38 387,48-33 0,-55 52-121,-29 14-275,0 0 0,0 1 0,0-1 0,0 1 0,-1-1 0,1 1 1,0 0-1,0-1 0,0 1 0,-1 0 0,1-1 0,0 1 0,0 0 0,-1 0 0,1 0 0,-1 0 0,1 0 1,-1 0-1,1 0 0,0 1 0,-1-1 11,5 12-28,0-1 0,-1 1 1,-1 0-1,0-1 0,0 2 1,-1-1-1,-1 0 0,0 18 1,2 19-580,0-21-4,3 18-2005,1 1 0,15 49 0,-16-71-986,1 1-1592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18.2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77 3 4932,'4'-1'159,"0"1"0,-1-1 0,1 1 0,0 0 0,0 0 0,-1 0-1,1 0 1,0 0 0,-1 1 0,1 0 0,0 0 0,5 2 0,-6-1 12,-1 0 1,0 1-1,1-1 1,-1 1 0,0-1-1,-1 1 1,1 0-1,0 0 1,-1 0 0,1 0-1,-1 0 1,0 0-1,0 0 1,0 0 0,-1 0-1,1 4 1,2 6 237,-1 1 1,0-1-1,-2 0 1,1 1-1,-1-1 1,-1 1 0,-1-1-1,0 1 1,0-1-1,-2 0 1,1 0-1,-2 0 1,-9 20-1,-6 5 291,-1-1 1,-3-1-1,-30 36 0,40-51-181,34-18-304,6 1-361,12-10-1059,47-14 0,-8 2-1637,-15 5-1369,2-7-2379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18.51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122 152 3448,'28'11'680,"-18"-6"-93,0-1-1,0 0 0,1-1 1,0 0-1,-1-1 0,17 2 1,-23-4-413,0-1 1,-1 1 0,1-1 0,-1 0-1,0 0 1,1 0 0,-1-1-1,4-1 1,1-1 176,-7 3-302,-1 0 1,1 0-1,-1 1 0,1-1 0,-1 0 1,0 0-1,0 0 0,0 0 0,1 0 0,-1 0 1,0 0-1,0-1 0,0 1 0,0 0 1,-1 0-1,1 0 0,0 0 0,0 0 0,-1-1 1,1 1 46,-1-5 67,0 0 0,-1-1-1,1 1 1,-1 0 0,-1 0 0,1 0-1,-1 1 1,0-1 0,0 1 0,0-1-1,-7-6 1,2 3 72,0 0 0,0 1-1,-1 0 1,0 0 0,-11-7 0,16 13-142,0 0 0,-1 0 1,1 0-1,0 0 1,-1 0-1,1 1 1,0 0-1,-1 0 0,0 0 1,1 0-1,-1 1 1,0 0-1,1 0 0,-1 0 1,0 0-1,1 1 1,-1 0-1,1 0 1,-1 0-1,1 0 0,-9 5 1,8-4-41,0 1 1,0 0-1,1 0 0,-1 0 1,1 1-1,0-1 1,-1 1-1,2 0 0,-1 0 1,0 1-1,1-1 1,0 1-1,0 0 0,0-1 1,1 1-1,0 1 1,-2 4-1,0 7-123,1 1 0,0-1 0,1 1 0,1-1 0,1 1 0,1-1 0,0 1 0,1-1 0,1 0 0,9 33 0,-1-18-800,0-1 0,2-1 1,2 0-1,32 51 0,-23-47-469,35 41 0,-47-62 949,1 0 0,0 0 0,1-2 0,0 1 1,21 12-1,-31-22 182,-1 0 0,1 0 0,0 0 0,-1 0 0,1-1 0,0 1 0,0-1 0,0 0 0,0 0-1,0-1 1,0 1 0,0-1 0,1 0 0,4 0 0,17-7-1166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34.27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30 95 13801,'0'0'8600,"-3"-2"-7078,-1-2-1704,2 4 452,1-1 1,-1 0-1,1 0 1,0 0-1,-1 0 0,1 0 1,0 0-1,0 0 1,0 0-1,0 0 1,0-1-1,0 1 1,0 0-1,0-1 1,0 1-1,1 0 1,-1-1-1,1 1 1,-1-1-1,1 0 0,-1 1 1,1-1-1,0 1 1,0-1-1,0-1 1,0-2 101,0 3-298,0 0 0,0 0 0,0 0-1,1 1 1,-1-1 0,1 0-1,-1 0 1,1 1 0,-1-1 0,1 0-1,0 1 1,0-1 0,0 1-1,0-1 1,0 1 0,0-1-1,1 1 1,-1 0 0,0-1 0,1 1-1,2-2 1,9-6-74,-13 9 0,0-1 0,1 1 0,-1 0 0,0 0 0,1-1 0,-1 1 0,1 0 0,-1 0 0,1 0 0,-1-1 0,0 1 0,1 0 0,-1 0 0,1 0 0,-1 0 0,1 0 0,-1 0 0,1 0 0,-1 0 0,1 0 0,-1 0 0,1 0 0,-1 0 0,0 0 0,1 1 0,-1-1 0,1 0 0,-1 0 0,1 0 0,-1 1 0,0-1 0,1 0 0,-1 0 0,1 1 0,-1-1 0,0 0 0,1 1 0,-1-1 0,0 1 0,0-1 0,1 0 0,-1 1 0,0-1 0,0 1 0,0-1 0,1 0 0,-1 1 0,0-1 0,0 1 0,0-1 0,0 1 0,0-1 0,0 1 0,0-1 0,0 1 0,0-1 0,0 1 0,0-1 0,-1 1 0,1 0 0,2 6 0,0 1 0,-1 0 0,0 0 0,-1 0 0,0 0 0,0-1 0,-1 1 0,-1 9 0,-1 18 0,16 535 0,-5-483-1992,4-1 1,36 138-1,-29-165-6808,4-2-6208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34.45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19222,'0'0'7044,"20"6"-4247,0 0 907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35.19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86 99 13053,'-8'-55'2945,"7"51"-1935,1 0-1,-1-1 1,1 1-1,0 0 1,0 0-1,0-1 1,1 1-1,0-6 1,-1 11-947,0-1 1,0 0 0,0 0 0,0 0-1,0 0 1,0 0 0,0 0 0,0 0-1,0 0 1,0 0 0,0 1 0,1-1 0,-1 0-1,0 0 1,0 0 0,0 0 0,0 0-1,0 0 1,0 0 0,0 0 0,0 0-1,0 0 1,0 0 0,0 1 0,0-1 0,0 0-1,0 0 1,1 0 0,-1 0 0,0 0-1,0 0 1,0 0 0,0 0 0,0 0-1,0 0 1,0 0 0,0 0 0,0 0-1,1 0 1,-1 0 0,0 0 0,0 0 0,0 0-1,0 0 1,0 0 0,0 0 0,0 0-1,0 0 1,0 0 0,1 0 0,-1 0-1,0 0 1,0 0 0,0 0 0,0-1-1,0 1 1,0 0 0,0 0 0,0 0 0,0 0-1,0 0 1,0 0 0,0 0 0,0 0-1,1 0 1,-1 0 0,0 0 0,0-1-1,0 1 1,3 20 2097,0 46-1651,-11 104-1,3-94-469,-29 332-40,1 0 0,25 376 0,11-735-1285,12 54 1,-11-84 384,1 0 1,0 0 0,2-1 0,0 0 0,16 29 0,-20-41-452,1-1 1,-1 0 0,1 0-1,0-1 1,7 7-1,27 13-12365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35.5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275 257 13501,'-37'-25'1178,"18"13"335,0-1 1,-29-27-1,44 37-921,0-1 0,1 1 0,-1-1 0,1 0 0,0 0 0,0 0 1,0 0-1,1 0 0,0-1 0,-1 1 0,-2-10 0,5 12-450,0 0-1,0-1 1,-1 1 0,2 0-1,-1-1 1,0 1 0,0 0-1,1 0 1,-1-1 0,1 1 0,0 0-1,0 0 1,-1 0 0,1 0-1,1 0 1,-1 0 0,0 0-1,0 0 1,1 0 0,-1 1 0,1-1-1,0 0 1,-1 1 0,1-1-1,0 1 1,0 0 0,2-2-1,7-2 114,1-1 0,0 1 0,-1 1 0,2 0-1,-1 1 1,19-3 0,-26 5-194,45-7 38,1 2 0,-1 2 0,1 3 0,67 6 0,199 40 37,69 45-122,-324-71-28,0 3 0,-2 3 1,-1 2-1,57 36 0,-95-50-81,-1 1 0,0 1 0,-1 1-1,-1 0 1,30 35 0,-42-44 54,0 0 0,-1 1 0,0 0 0,-1 0 0,0 0 0,0 0 0,0 1-1,-1 0 1,-1-1 0,1 1 0,-1 0 0,-1 0 0,0 0 0,0 1 0,-1-1 0,0 0 0,0 0 0,-3 14 0,0-12 6,0-1-1,0 0 1,-1 0 0,-1 0-1,1 0 1,-2 0 0,1-1-1,-1 0 1,-9 10 0,3-5-11,-1-1 1,-1 0 0,0 0-1,-27 17 1,-9-1-40,0-2 0,-79 29 0,-315 102-213,-9-30-1407,146-55-1462,206-51-411,-1-1-3719,88-19 5903,-11 5-8709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35.90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45 112 13093,'-14'-12'1220,"11"10"-716,-1-1-1,1 0 1,0 0 0,0 0 0,0 0-1,0-1 1,-3-3 0,6 6-299,0 0-1,-1 0 1,1-1 0,0 1 0,-1 0 0,1 0 0,0 0-1,0 0 1,0 0 0,0 0 0,0 0 0,0-1 0,0 1-1,1 0 1,-1 0 0,0 0 0,0 0 0,1 0 0,-1 0-1,1 0 1,-1 0 0,1 0 0,0 0 0,-1 0-1,1 0 1,0 0 0,-1 0 0,1 1 0,0-1 0,0 0-1,0 0 1,0 1 0,2-2 0,5-3 72,1 0 1,0 1-1,0 0 1,0 0-1,0 1 0,1 0 1,-1 0-1,1 1 0,0 1 1,-1 0-1,1 0 1,0 1-1,0 0 0,0 0 1,0 1-1,11 3 1,7 1 270,0 2 1,-1 0 0,1 2 0,39 19 0,-45-17-549,-2 1 0,1 0 0,-2 2 0,0 0 0,0 1 0,-2 1 0,0 1 0,0 0 0,-2 1 0,0 1 0,-1 0 0,-1 1 0,-1 0 0,-1 1 0,0 1 0,-2 0 0,0 0 0,-2 1 0,-1 0 0,0 0 0,-2 0 0,0 1 0,-2-1 0,-1 1 0,0 0 0,-2 0 0,-1 0 0,-1-1 0,-1 1 0,-13 43 0,0-16 0,-2-1 0,-28 51 0,35-80 0,-1 1 0,0-2 0,-2 0 0,0-1 0,-1 0 0,-31 27 0,46-45 0,0 0 0,0 0 0,0 0 0,0 0 0,0 0 0,0 0 0,0-1 0,-1 1 0,1 0 0,0-1 0,0 1 0,-1-1 0,1 1 0,0-1 0,-1 0 0,1 0 0,0 0 0,-1 1 0,1-1 0,-1 0 0,1-1 0,0 1 0,-1 0 0,1 0 0,0 0 0,-1-1 0,1 1 0,0-1 0,-1 1 0,1-1 0,-2-1 0,1 0 0,1 1 0,-1-1 0,1 0 0,-1 0 0,1 0 0,0 0 0,0 0 0,0 0 0,0 0 0,0 0 0,0-1 0,1 1 0,-1 0 0,1 0 0,-1-1 0,1 1 0,0-3 0,0-16 3,2 0 0,0 0 0,2 0-1,0 0 1,1 1 0,1 0 0,10-22 0,7-12-60,40-69 0,-15 44-1686,4 3 0,2 1 0,79-82 0,-65 87-4920,102-81 1,-94 93-2733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36.1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121 176 9677,'-2'7'701,"1"0"0,-1-1 0,-1 1 1,1 0-1,-1-1 0,-6 10 0,-11 30 3330,14-26-2976,0-2-98,1 1 0,0 0 0,2 0 0,0 0 0,0 31 0,4-21-389,1 0 1,1 0-1,2 0 0,1 0 0,18 50 1,-19-66-484,1-1 1,0 0 0,0 0-1,1-1 1,0 0 0,1 0-1,0-1 1,1 0-1,0 0 1,1-1 0,0 0-1,0-1 1,1 0 0,0-1-1,16 8 1,-13-8-59,0-2 1,1 0-1,0-1 1,0 0-1,0-1 1,0-1 0,1 0-1,-1-1 1,0-1-1,1 0 1,-1-2-1,0 1 1,1-2-1,-1 0 1,0 0-1,-1-2 1,21-8-1,-23 8-18,0-1-1,0 0 0,0-1 0,-1-1 1,0 1-1,0-2 0,-1 0 0,0 0 0,-1 0 1,0-1-1,-1-1 0,0 0 0,0 0 0,-1 0 1,0-1-1,-1 0 0,-1 0 0,0-1 0,0 1 1,3-18-1,-4 6-6,-1 0 0,0-1 0,-2 1 1,-1-1-1,-1 1 0,-1-1 0,-1 1 0,-1 0 0,-1 0 1,-1 0-1,-2 1 0,-10-26 0,9 31-4,0 0-1,0 1 1,-2 0 0,0 1-1,-1 0 1,-1 0-1,0 1 1,-1 1 0,0 0-1,-2 1 1,1 1-1,-1 0 1,-1 2 0,0-1-1,-24-9 1,23 12-188,-1 2-1,0 0 1,0 0 0,0 2 0,-1 0 0,0 2-1,1 0 1,-34 1 0,40 2-468,0 1 0,0 0-1,0 0 1,1 2 0,-1-1 0,1 2-1,0-1 1,0 2 0,0-1 0,1 2 0,0-1-1,0 2 1,0 0 0,-10 9 0,17-12-388,-1-1 1,1 1 0,0 0-1,1 1 1,-5 5 0,-10 31-8965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37.77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83 1301 13909,'-37'-24'13271,"61"17"-10303,9 0-2543,1 0 0,-1 3 0,1 0-1,36 2 1,35-3 70,81-9-495,64-6 0,-232 17 0,0 1 0,29-10 0,-43 11 0,0 0 0,-1 0 0,1-1 0,-1 1 0,1-1 0,-1 0 0,1 0 0,-1 0 0,0 0 0,0-1 0,0 1 0,-1-1 0,1 0 0,0 0 0,-1 0 0,0 0 0,0 0 0,0 0 0,3-6 0,-5 7 0,1-1 0,-1 1 0,0 0 0,0 0 0,0 0 0,0 0 0,0 0 0,0-1 0,-1 1 0,1 0 0,0 0 0,-1 0 0,0 0 0,0 0 0,0 0 0,1 0 0,-2 0 0,1 1 0,0-1 0,0 0 0,-1 0 0,1 1 0,-3-3 0,0 0 0,-1 0 0,1 1 0,-1 0 0,1 0 0,-1 0 0,0 0 0,0 1 0,-6-2 0,-13-2 0,0 0 0,0 2 0,0 1 0,0 1 0,0 1 0,-1 1 0,1 1 0,0 1 0,0 1 0,0 1 0,-28 9 0,0 3 0,0 3 0,1 2 0,-88 49 0,108-52 0,1 1 0,1 2 0,-39 35 0,54-42 0,0 0 0,1 0 0,1 1 0,0 1 0,1 0 0,1 1 0,-15 33 0,22-43 1,0 1-1,1-1 1,0 1 0,0-1-1,1 1 1,0 0 0,0-1-1,1 1 1,0 0-1,0 0 1,1 0 0,0-1-1,1 1 1,-1-1 0,1 1-1,1-1 1,-1 1 0,1-1-1,1 0 1,-1 0 0,1 0-1,1-1 1,-1 0-1,1 1 1,0-1 0,0-1-1,1 1 1,10 8 0,3 0-12,0-1 1,1-1 0,0 0-1,1-1 1,0-2-1,1 0 1,0-1 0,33 7-1,4-3-666,0-2 0,0-3 0,102-2 0,-75-8-691,168-30 0,-191 19 1056,0-2-1,-2-3 1,0-3 0,-2-3-1,0-2 1,96-60 0,-126 66 256,-2 0 0,-1-2 1,0-1-1,-2-1 0,31-40 1,-43 52 199,-1-1 0,-1 0 1,0-1-1,-1 0 0,-1-1 0,0 0 1,-1 0-1,-1-1 0,-1 0 1,0 0-1,-1 0 0,-1 0 1,0-1-1,-1 0 0,-1 1 1,-1-1-1,-3-24 0,3 34-46,-2 1 0,1-1 0,-1 0 0,0 0 0,0 1 0,-1-1 1,0 1-1,0 0 0,-1 0 0,0 0 0,0 0 0,-1 1 0,0 0 0,0-1 0,-9-7 0,9 10-54,0 0 1,0 1-1,0 0 1,0 0-1,-1 1 1,1-1-1,-1 1 1,0 0-1,1 1 0,-1-1 1,0 1-1,0 0 1,0 1-1,0 0 1,0-1-1,0 2 1,0-1-1,0 1 1,0 0-1,-11 3 0,3 1 0,-1 1-1,1 0 1,1 1-1,-1 0 1,1 1-1,0 0 0,1 1 1,0 1-1,-20 21 1,-5 10 38,-44 63 1,60-74-55,5-7-90,1 0 0,1 1 0,1 1 0,1 0 0,1 0 0,2 1 0,-7 30 0,15-52-11,1 0 0,-1 1 1,2-1-1,-1 1 0,0-1 1,1 1-1,0-1 0,0 0 1,0 1-1,0-1 0,1 0 1,-1 0-1,1 0 1,0 0-1,1 0 0,-1 0 1,6 6-1,-6-7-10,0 0-19,1-1 0,-1 1 1,0-1-1,1 0 0,0 0 0,-1 0 1,1 0-1,0 0 0,0 0 0,0-1 1,0 1-1,0-1 0,0 0 0,1 0 1,-1 0-1,0-1 0,1 1 0,-1-1 1,0 1-1,1-1 0,-1 0 0,1-1 1,3 0-1,5 0-69,0-2 1,0 1 0,-1-2-1,16-6 1,-7 2-29,0-2 1,-1-1-1,0 0 1,-1-1-1,26-23 1,-8 3-56,42-50 0,-43 40 205,-3-2-1,-2-1 1,-2-1-1,-1-1 1,-3-1-1,22-63 1,-8 0 642,41-207 1,-37-56 2669,-37 318-2630,-5 46-473,3-41 1189,-3 51-1328,0-1 0,0 1 0,0 0 0,0-1 0,0 1 0,0 0 0,0 0 0,0-1 0,0 1 0,0 0 0,0 0 0,0-1 0,0 1 0,0 0 1,0-1-1,0 1 0,0 0 0,0 0 0,-1-1 0,1 1 0,0 0 0,0 0 0,0 0 0,0-1 0,-1 1 0,1 0 0,0 0 0,0 0 0,0-1 0,-1 1 0,1 0 0,0 0 0,0 0 1,-1 0-1,1 0 0,0-1 0,-1 1 0,-10 19 678,-4 22-402,1 0-1,-12 64 1,-8 93 258,32-187-553,-11 88-2,4 0 0,4 1 0,16 194 0,-8-273 2,0 1-1,2-1 1,0-1-1,1 1 1,1-1-1,1 0 1,1 0 0,21 34-1,-23-44-5,0-1 0,0 0 0,1 0 0,1 0 0,-1-1 1,1 0-1,1-1 0,-1 0 0,1 0 0,0-1 0,1-1 0,0 1 0,0-2 0,0 0 0,0 0 0,0-1 0,18 3 0,-7-4-233,1-1 1,0 0-1,-1-2 0,1-1 0,-1-1 0,1-1 0,-1 0 0,30-12 0,-8 0-365,-1-1 0,0-3 0,41-26 0,-47 23 314,-1-2 0,-1-2 0,-2-1 0,-1-1 0,-1-2 0,46-59 0,-76 89 292,34-54 94,-33 53-48,0-1 0,-1 0 0,0 0 0,0 0 0,0 0 0,0 0 0,0 0 0,0 0 0,-1 0 0,1 0 0,-1 0 0,0 0 0,0 0 0,0 0 0,0-1 0,-1 1 0,-1-4 0,2 6-28,0 1 0,0-1 0,0 1 0,-1-1 0,1 1 0,0-1 0,-1 1 0,1-1 0,0 1 0,-1 0 0,1-1 0,-1 1-1,1-1 1,0 1 0,-1 0 0,1 0 0,-1-1 0,1 1 0,-1 0 0,1 0 0,-1-1 0,0 1 0,1 0 0,-1 0-1,1 0 1,-1 0 0,1 0 0,-1 0 0,1 0 0,-1 0 0,0 0 0,1 0 0,-1 0 0,0 0 0,-21 15 425,15-9-314,1 0-1,0 1 0,1 0 1,-9 14-1,4-3 8,1 1 0,1 1 0,1-1 0,1 1 0,0 0 0,2 1 0,0 0 0,1-1 0,0 36 0,3-47-120,1 0-1,0 0 1,0 0 0,1-1-1,0 1 1,0 0 0,1-1-1,0 1 1,1-1-1,-1 0 1,2 0 0,-1-1-1,1 1 1,0-1 0,1 0-1,0 0 1,0-1-1,0 1 1,1-2 0,0 1-1,0-1 1,0 0 0,1 0-1,0 0 1,11 4 0,-5-4 37,0 0 1,0-1 0,0-1 0,1 0 0,-1 0 0,1-2 0,-1 0 0,1 0 0,0-2-1,0 0 1,-1 0 0,1-1 0,-1-1 0,1-1 0,23-8 0,-17 3 31,-1-1 1,1 0 0,-2-1 0,0-2-1,0 0 1,-1 0 0,0-2 0,-2 0-1,24-28 1,15-23-90,-54 64 0,0 1 0,-1 0 0,1 0 0,0 0 0,1 0 0,-1 0 0,0 0 0,0 0 0,0 0 0,0 1 0,1-1 0,1 0 0,-2 1 0,0 0 0,-1 0 0,1 0 0,0 0 0,0 0 0,0 0 0,-1 0 0,1 1 0,0-1 0,0 0 0,-1 1 0,1-1 0,0 1 0,-1-1 0,1 1 0,0-1 0,-1 1 0,1-1 0,-1 1 0,1-1 0,-1 1 0,1 0 0,-1-1 0,1 1 0,-1 0 0,0 0 0,1-1 0,-1 1 0,0 0 0,0 0 0,1-1 0,-1 1 0,0 0 0,0 0 0,0 0 0,0-1 0,0 1 0,0 0 0,0 1 0,-6 37 0,-2 3-2378,2 1 1,1 1-1,3 77 1,6-79-5207,7 3-5105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38.12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0 149 15773,'0'0'6096,"3"3"-3463,47 52-1124,2-2 0,2-3 1,76 54-1,54 50 719,-138-111-2228,-2 3 0,60 80 0,-89-106 0,-1 1 0,-1 1 0,-1 0 0,-1 1 0,-1 0 0,-1 1 0,-1 0 0,-1 0 0,5 35 0,-11-46-26,0 0-1,-1 0 1,-1 0-1,0 0 1,-1 0 0,0 0-1,-1 0 1,0-1-1,-1 1 1,-1-1 0,-9 20-1,11-27 11,0 1-1,0-1 1,-1 0-1,0 1 1,0-2-1,0 1 1,0 0-1,-1-1 1,1 0-1,-1 0 1,-1 0-1,1 0 1,0-1-1,-1 0 1,1 0-1,-1-1 1,0 1-1,0-1 1,0-1 0,0 1-1,-1-1 1,1 0-1,0 0 1,0-1-1,-11 0 1,13 0-6,-1-1 0,1 1 0,-1-1 0,1 0 1,-1-1-1,1 1 0,0-1 0,-1 0 1,1 0-1,0 0 0,0 0 0,0-1 0,1 1 1,-1-1-1,1 0 0,-1 0 0,-2-4 0,2 1 3,0 1 0,1-1-1,0 0 1,0 0-1,0 0 1,1 0-1,0-1 1,0 1 0,1-1-1,-2-11 1,2 2-8,0-1 1,2 0-1,0 1 0,0-1 1,2 0-1,0 1 0,1 0 1,10-28-1,12-14-233,3 1-1,2 1 1,2 2 0,68-83-1,-22 44-1491,135-121 0,-166 172 646,1 2-1,2 2 1,1 2-1,80-40 0,-85 54-648,0 2 0,2 2 0,62-15 0,-31 21-2563,-5 10-2197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38.58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604 1038 8577,'-1'0'72,"1"0"0,0 0 1,-1 0-1,1-1 0,0 1 0,0 0 0,-1 0 1,1 0-1,0-1 0,0 1 0,-1 0 1,1 0-1,0-1 0,0 1 0,0 0 1,-1-1-1,1 1 0,0 0 0,0-1 1,0 1-1,0 0 0,0-1 0,0 1 1,0 0-1,0-1 0,0 1 0,0 0 1,0-1-1,0 1 0,0 0 0,0-1 1,0 1-1,0 0 0,0-1 0,0 1 1,0 0-1,1 0 0,-1-1 0,0 1 1,0 0-1,0-1 0,0 1 0,1 0 1,-1 0-1,0-1 0,0 1 0,1 0 1,-1 0-1,0 0 0,0-1 0,1 1 1,-1 0-1,0 0 0,1 0 0,-1 0 0,0 0 1,1-1-1,-1 1 0,1 0 0,3-3 4165,-8 4-2352,-23 2 201,1 2-1,-39 12 1,12 2-1246,-63 33 1,-165 99-63,246-124-930,33-25 100,14 5 115,-4-3 132,0 0 0,1 0 0,-1-1 1,1 0-1,0 0 0,17 2 1,-5-2 250,0 1 1,0 1-1,26 9 1,-40-11-299,0 0-1,0 0 1,0 1 0,-1 0 0,0 0-1,1 1 1,-1 0 0,-1 0 0,1 0-1,-1 1 1,0-1 0,9 14 0,13 28-80,-15-24-59,1-2 0,1 1 0,18 19 1,-27-35-12,1-1 1,0 1-1,0-1 1,0 0 0,1 0-1,-1-1 1,1 0-1,0 0 1,1 0 0,-1-1-1,1 0 1,-1-1-1,15 4 1,-3-4 1,1-1 0,-1 0 0,0-1 0,1-1 0,-1-1 0,0-1 0,25-6 0,1-4 0,83-36 0,-82 28 0,-2-3 0,-1-2 0,-1-1 0,-1-2 0,-1-2 0,-2-2 0,-1-1 0,-2-2 0,-2-2 0,39-54 0,-31 30 0,-3-1 0,-2-2 0,-3-1 0,-3-2 0,-4-1 0,26-101 0,25-198 0,-70 336 0,-2 0 0,-2 0 0,-1-1 0,-1 1 0,-4-36 0,-1 54 0,4 13 0,0 1 0,0 0 0,0 0 0,0 0 0,0-1 0,0 1 0,0 0 0,0 0 0,-1 0 0,1-1 0,0 1 0,0 0 0,0 0 0,0 0 0,-1 0 0,1 0 0,0-1 0,0 1 0,0 0 0,-1 0 0,1 0 0,0 0 0,0 0 0,0 0 0,-1 0 0,1 0 0,0 0 0,0 0 0,0 0 0,-1 0 0,1 0 0,0 0 0,0 0 0,-1 0 0,1 0 0,-4 2 0,1 0 0,-1 1 0,1-1 0,0 1 0,0-1 0,0 1 0,0 0 0,1 0 0,-1 1 0,1-1 0,-3 4 0,-27 49 0,27-47 0,-117 269 0,58-122 0,-7 3-356,-68 162-2241,107-236 382,-38 164 0,65-220-1999,-3 42-1,8 17-9756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51.76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596 112 4080,'0'0'7768,"-11"-19"-6853,10 12 4656,18-10-5182,-15 15 1040,-5 0-1377,-42-34 71,42 34-59,0 1 4,-13-5-7,0 1-1,0 1 0,0 0 0,-1 1 1,1 1-1,-1 1 0,0 0 1,0 1-1,1 1 0,-1 0 1,0 1-1,-30 9 0,23-5 54,1 1-1,0 2 1,0 0 0,0 1-1,2 2 1,-1 0 0,1 1-1,-25 21 1,39-27-73,0-1-1,1 1 1,0 0-1,0 0 1,0 0-1,1 1 1,0 0-1,1 0 1,0 0 0,0 1-1,1-1 1,-4 13-1,5-9 11,0 0 1,0 0-1,1 0 0,1 0 0,0 1 0,0-1 0,2 0 1,3 18-1,0-8-16,2 1 0,1-1 0,1-1 0,0 0 0,2 0 0,0-1 0,2 0 0,0-1 0,21 24 0,-11-17-47,1-2 1,2 0-1,0-2 0,1 0 0,2-2 0,0-1 1,1-2-1,1 0 0,0-2 0,1-2 1,37 11-1,-44-18-418,1-2-1,0 0 1,0-2 0,1 0-1,-1-2 1,40-5 0,-37 1-2772,1-1-1,55-19 1,-42 9-4658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58.70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1178 161 10313,'5'-17'795,"-4"13"-491,0 0 0,0-1 0,0 1 0,0 0 0,-1 0 1,1-1-1,-1 1 0,0 0 0,-1-1 0,1 1 0,-3-8 0,-3-46 4680,5 32 2069,1 28-6868,-1-1 0,1 1-1,0 0 1,-1-1 0,0 1 0,1 0 0,-1-1 0,0 1 0,0-1-1,-2 4 1,-6 10 305,-4 22 223,2 1-1,2 0 0,-6 46 0,0-1-256,-151 599-311,-253 566-145,319-963 0,-113 363-171,49 8-933,131-419-4873,32-224 4987,1 0 1,0-1-1,3 18 0,-2-25 374,0-1-1,0 1 0,1-1 0,-1 0 0,1 0 0,0 1 0,0-1 0,0 0 0,1 0 0,-1-1 0,4 5 0,-2-4-978,1-1-1,-1 1 1,1-1-1,-1 0 0,1 0 1,8 3-1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59.39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129 189 11117,'-16'-63'3717,"12"41"120,1 0 1,-1-30-1,5 50-3587,-1 0-1,0 0 0,-1 0 1,1 1-1,0-1 0,0 0 0,-1 0 1,1 1-1,-1-1 0,0 0 1,1 1-1,-1-1 0,0 0 0,-1-1 1,1 3-196,1 0 1,0 0 0,-1-1 0,1 1-1,-1 0 1,1 0 0,-1 0-1,1 0 1,0 0 0,-1 0 0,1 0-1,-1 0 1,1 0 0,-1 0 0,1 0-1,-1 0 1,1 0 0,-1 0-1,1 0 1,0 0 0,-1 0 0,1 0-1,-1 1 1,1-1 0,-1 0-1,1 0 1,0 1 0,-1-1 0,1 0-1,0 1 1,-1-1 0,1 0-1,0 1 1,-1-1 0,1 0 0,0 1-1,0-1 1,0 1 0,-1-1 0,1 0-1,0 1 1,0-1 0,0 1-1,0-1 1,0 1 0,0-1 0,-1 0-1,1 1 1,-13 33-55,2 0 0,1 1 0,1 0 0,2 0 0,-3 50 0,-3 99 0,8 1 0,21 194 0,31-47 0,-38-291-1100,2 1-1,28 67 1,-28-84 99,1 0 0,1-1 0,1-1 0,1 0 0,25 29 0,-3-20-6660,2-11-5154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59.57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1 764 12893,'33'-148'2264,"-2"76"-119,2 2 55,4 4-308,0 3-236,13 2-312,10 1-256,17 0-256,14 9-196,9 8-424,11 7-652,6 12-284,-6 15-472,-8 21-416,-12 12-484,-18 21-228,-16 16-3273,-23 17-4592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0:59.7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1 221 10133,'93'-51'1956,"-46"20"-384,-3 10-320,13 0-528,10 3-284,13-3-860,21 6-720,12 0-1020,8 0-1452,13 3-2149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0.07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260 0 12705,'-11'4'850,"0"0"1,0 0-1,1 1 0,0 1 1,0 0-1,0 0 0,0 1 1,1 0-1,1 1 0,-1 0 1,1 0-1,-10 13 0,1 3 301,0 0 0,2 2 0,-21 45 0,28-54-956,2 0-1,0 1 1,1 0 0,0 0 0,2 1 0,0-1 0,1 1 0,1 0 0,1-1 0,0 1 0,5 25 0,-4-34-197,1 1-1,1-1 1,0 0 0,0-1-1,1 1 1,0 0 0,0-1-1,1 0 1,0 0 0,1 0-1,0-1 1,1 0 0,-1 0-1,2-1 1,-1 1 0,1-1-1,0-1 1,0 0 0,1 0-1,0-1 1,16 8 0,-9-7-52,-1 0 1,1-2-1,0 0 1,1 0-1,-1-2 0,1 0 1,-1-1-1,1-1 1,-1 0-1,1-1 1,0-1-1,-1 0 0,0-2 1,28-8-1,-26 5 33,0 0 0,-1-1 0,0-1-1,0-1 1,-1 0 0,0-2 0,-1 1 0,0-2-1,-1 0 1,0-1 0,-1 0 0,15-22-1,0-9 371,-3 0-1,-2-2 0,-1 0 1,-3-2-1,18-70 1,-9 2 756,-64 259-1105,27-89-3022,-2 109 0,6-57-947,0-35-3418,4-3-4996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0.61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451 0 11321,'0'1'97,"0"0"0,0-1 0,0 1-1,0 0 1,0 0 0,-1-1 0,1 1 0,0 0-1,0-1 1,0 1 0,-1 0 0,1-1 0,0 1 0,-1 0-1,1-1 1,0 1 0,-1-1 0,1 1 0,-1-1-1,1 1 1,-1-1 0,1 1 0,-1-1 0,1 1 0,-2 0-1,-14-7 1454,13 5-1176,1-1 1,0 1-1,-1 0 0,1 0 1,-1 0-1,1 0 0,-1 0 0,1 1 1,-1-1-1,0 1 0,1 0 1,-5 0-1,-14 3 1560,0 1 1,-34 11-1,-90 44 1378,24-8-1027,106-45-1958,5-3 196,20-12-260,-7 7-263,1 0 0,-1 1 0,0-1 0,1 1 0,-1 0 0,1 0 0,-1 0 0,1 0 0,0 0 0,-1 1 0,1 0 0,0 0 0,-1 0 0,1 0 0,0 0 0,-1 1 0,6 1 0,7 2 0,1 0 0,19 10 0,-34-13 0,9 3 0,1 1 0,-1 1 0,-1 0 0,1 1 0,-1 0 0,0 0 0,0 1 0,-1 0 0,0 1 0,-1 0 0,0 1 0,0-1 0,-1 2 0,-1-1 0,1 1 0,-1 0 0,5 16 0,-5-9 0,0 0 0,-2 0 0,0 1 0,-1 0 0,-1 0 0,-1 0 0,-1 0 0,0 0 0,-2 0 0,-5 29 0,-4-3 0,-2 0 0,-2-2 0,-1 1 0,-3-2 0,-47 79 0,53-104 0,0-6 0,7-15 0,4-17 0,3 9 0,1 0 0,1 1 0,0 0 0,1-1 0,0 1 0,9-17 0,41-66 0,-45 80 0,32-50 0,2 1 0,3 2 0,3 2 0,2 3 0,3 2 0,2 2 0,91-64 0,-132 105 0,1 1 0,0 0 0,1 2 0,0 0 0,0 1 0,29-8 0,-41 13 0,0 1 0,0 0 0,0 0 0,0 1 0,-1 0 0,1 0 0,0 0 0,0 0 0,0 1 0,0-1 0,0 1 0,0 0 0,0 1 0,-1-1 0,1 1 0,-1 0 0,1 0 0,-1 1 0,0-1 0,0 1 0,0 0 0,0 0 0,0 1 0,0-1 0,-1 1 0,0-1 0,0 1 0,0 0 0,4 7 0,-3-2 0,0 0 0,0 0 0,-1 1 0,0-1 0,-1 1 0,0 0 0,-1 0 0,1 20 0,-8 83 0,6-104 0,-7 36-747,-2 0 1,-18 56-1,-2 9-1095,-17 88-6868,37-148 2236,11-6-4043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0.9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463 109 13701,'-20'-8'1445,"9"3"-163,-1 0 0,0 1 0,0 0 0,-13-2 0,20 6-925,0-1 0,0 1 0,0 0 0,1 0 0,-1 1 0,0-1 0,0 1 0,1 0 1,-1 1-1,0-1 0,1 1 0,-1 0 0,1 0 0,-8 5 0,-6 6-29,2 0 1,0 1-1,1 1 1,0 1 0,1 0-1,1 1 1,1 0-1,0 1 1,-18 37-1,0 11 957,-35 110 0,55-144-1533,2-1 1,-8 53-1,14-66 58,1 0 0,1 0 0,1 0 0,0 1 0,1-1 0,6 21-1,-3-19-284,0 0-1,2-1 0,0 1 0,1-1 0,1-1 0,1 0 0,14 21 0,-17-30 91,1 0 1,0 0-1,0 0 1,1-1-1,1 0 1,-1-1-1,1 0 0,0 0 1,1-1-1,-1-1 1,1 0-1,1 0 1,18 5-1,-14-6-142,1-1-1,0 0 1,1-1-1,-1-1 1,0-1 0,0 0-1,32-5 1,-23 0-34,-1-1 0,0-1 0,0-2 0,37-17 0,-5-5-41,-2-2-1,-1-3 1,67-57 0,-62 41 775,-2-1-1,82-103 1,72-141 2946,-53 11 2149,-146 265-3391,-11 22-1719,0 0 0,-1 0 0,1 0 0,-1-1 0,1 1 1,-1 0-1,1 0 0,-1 0 0,1 0 0,-1 0 1,0 0-1,0 0 0,1 0 0,-1 0 0,0 0 0,0 0 1,0 0-1,0 0 0,0 0 0,-1 2 0,0 25 396,0 0 0,-2-1 0,-2 1 0,0-1-1,-10 28 1,11-38-354,-24 72 564,-73 160 1,35-95-1470,-40 131-4226,81-205 885,16-28-2519,4-1-5428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1.2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10 12289,'18'4'653,"-12"-2"-319,0-1 0,0 1-1,0-1 1,1-1-1,-1 1 1,0-1-1,0 0 1,0-1-1,1 1 1,-1-1-1,7-2 1,22-3 1645,0 1 1,56 1-1,80 9 1453,-90-1-2388,-55-3-768,141 10 1385,-147-8-1478,-1 1 1,0 0-1,0 1 1,0 1-1,-1 1 1,25 13-1,-39-17-132,1-1-1,0 1 1,-1 1-1,0-1 1,0 1-1,0-1 1,0 1-1,0 0 1,-1 1 0,0-1-1,0 1 1,0-1-1,0 1 1,-1 0-1,3 7 1,-3-4-103,0 0 1,-1 0-1,1 0 0,-2 0 1,1 0-1,-1 0 0,-1 0 1,1 0-1,-3 12 1,-3 3-623,-1 0 1,-1 0 0,-1 0 0,-1-1 0,0-1 0,-15 21-1,1 1-1584,17-28 209,-1-1 1,-18 25-1,12-23-3695,6 5-3284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1.55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198 0 3460,'46'0'1230,"-45"1"-1186,1 0 1,-1 0-1,0 0 0,1 0 1,-1 0-1,0 0 1,0 0-1,0 1 0,0-1 1,0 0-1,0 1 1,0-1-1,0 1 1,0-1-1,-1 1 0,1-1 1,0 1-1,-1-1 1,0 1-1,1 2 0,0 0 80,1 1 149,1 1 0,-2 0 0,1 1 0,-1-1 0,1 0 0,-2 0 0,1 1 0,-1-1 0,0 0 0,0 1 0,-1-1 0,-2 10 0,-1-2 882,-2-1-1,1 0 1,-2-1 0,-14 23-1,-15 19 1060,9-13 18,-26 49 1,47-77-1900,-20 39 1648,-34 100-1,55-133-1795,0 0-1,1 1 1,1-1 0,1 1-1,0 0 1,2 0-1,0-1 1,2 1 0,3 23-1,-3-32-135,1 1-1,0-1 0,0 0 1,1 0-1,1 0 0,0 0 1,0-1-1,1 0 0,0 0 1,1 0-1,0-1 0,1 0 1,0 0-1,0-1 1,1 0-1,0-1 0,0 1 1,0-2-1,1 1 0,21 8 1,-26-13-36,0 0 1,0-1-1,0 1 1,0-1 0,0 0-1,1-1 1,-1 0-1,0 1 1,0-2-1,1 1 1,-1-1 0,0 1-1,0-1 1,1-1-1,9-3 1,-9 3-8,1-1 0,-1-1 0,0 1 0,0-1 0,0 0 0,0 0 0,-1 0 0,1-1 1,-1 0-1,8-11 0,-8 9-1,-1 0 0,0 0 1,-1 0-1,1 0 0,-2-1 1,1 0-1,-1 1 0,2-13 0,3-66-36,-6 54-31,-2-77-2019,-4-1 0,-22-119 0,24 203 1190,-14-49-10040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2.23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1 511 11289,'2'0'187,"-1"1"-1,1-1 1,-1 0 0,1 0 0,0 0-1,-1 0 1,1 0 0,-1 0-1,1 0 1,0 0 0,-1-1-1,3 0 1,10-1 5593,-13 2-5569,0 1 1,1-1-1,-1 1 0,0-1 1,0 1-1,0 0 1,0 0-1,1-1 1,-1 1-1,0 0 0,-1 0 1,1 0-1,0 0 1,0 0-1,0 0 1,0 0-1,-1 0 0,2 2 1,9 23 1339,4 22 72,-9-34-1215,-2 1 1,7 30 0,5 79 740,-15-121-1029,19 0-112,-16-3-4,1 0 0,-1 0 0,0-1 0,0 1 0,0-1 0,0 0 1,0-1-1,0 1 0,0-1 0,0 1 0,4-3 0,46-30 31,-29 18-45,12-5-9,50-21 0,-71 35 10,1 1 0,0 1 0,0 1 1,0 0-1,30-2 0,-39 6 11,-1 0-1,0 0 1,1 1 0,-1 0-1,1 1 1,-1 0-1,0 0 1,12 5 0,51 32-18,-50-27 29,37 18 0,-40-23-2,2 1-37,0 0 0,39 9 0,-52-16 0,0 0 1,1 0-1,-1 0 0,1-1 1,-1 0-1,1-1 0,-1 1 1,1-1-1,-1 0 0,0-1 1,1 0-1,-1 0 0,0 0 1,8-4-1,29-24-201,-38 26 180,0-1-1,-1 0 1,1 0 0,-1 0 0,0-1 0,0 1 0,-1-1 0,0 0 0,0 0 0,4-11-1,4-8-540,0 1-776,-20 29 225,4 1 922,-1 1 0,1-1 0,1 1 1,-5 8-1,-11 48-745,19-60 773,1 0 32,3 30-217,18-39 298,-9 1 119,-1-1 1,1 0-1,-1 0 1,0-1 0,-1-1-1,14-11 1,57-60 430,-66 63-392,83-91 1276,-5-4 1,127-199-1,-205 288-435,32-36-1,-46 58-848,-1 1 0,1-1 0,-1 1 0,1-1 0,-1 1 0,1 0 0,-1-1 0,1 1 0,-1-1 0,0 1 0,1 0 0,-1 0 0,0-1 0,1 1 0,-1 0 0,0-1 0,0 1 0,0 0 0,0 0 0,0-1 0,0 1 0,0 1-1,-1 8 107,0 1 0,-1-1 0,0 1-1,0-1 1,-2 0 0,1 0 0,-1-1-1,0 1 1,-1-1 0,-8 12 0,-1 6-23,-105 188-50,-38 78-441,147-271 53,-13 27-2830,3 1 0,-28 103 0,33-64-4439,2-11-4759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3.62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199 83 13185,'-11'-61'2867,"11"60"-2571,-1 0 0,1 0 0,0-1 0,-1 1 0,1 0 0,-1 0-1,1 0 1,-1-1 0,0 1 0,1 0 0,-1 0 0,0 0 0,-1-1 0,2 1-171,-1 1 1,0 0-1,1-1 1,-1 1-1,0-1 0,1 1 1,-1 0-1,0-1 1,1 1-1,-1 0 0,0 0 1,1 0-1,-1-1 1,0 1-1,0 0 1,1 0-1,-1 0 0,0 0 1,0 0-1,1 0 1,-1 1-1,0-1 1,1 0-1,-1 0 0,0 0 1,0 1-1,1-1 1,-1 0-1,0 1 1,-1 9 919,0 0 0,1 0 1,0 1-1,1-1 0,2 16 1,-1 10-117,-40 318 527,15-184-1304,-54 641-152,72-704-151,-2 254-2264,11-314 1662,2 0 0,1 0 0,3-1 0,2 0-1,28 74 1,-33-104-1354,1-1-1,1 0 1,10 15-1,39 38-12160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3.87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 42 14485,'-1'-3'490,"-1"0"-1,-1-1 0,1 1 0,0 0 1,-1 0-1,1 0 0,-1 0 1,0 1-1,0-1 0,0 1 0,0-1 1,-10-4 8497,19 7-7676,15 2-1041,0 0 0,1 1-1,-2 1 1,41 14 0,81 39 493,-111-44-763,-1 2 0,0 1 0,-1 2 0,-1 1 0,36 31 0,-55-42 0,-1 1 0,0 0 0,0 1 0,-1 0 0,0 0 0,-1 0 0,10 22 0,-13-24 0,0 0 0,-1 1 0,0-1 0,0 0 0,-1 1 0,0 0 0,-1-1 0,0 1 0,0-1 0,-1 1 0,0-1 0,-3 13 0,-1-4-70,-2 0 0,1 0 0,-2-1 1,0 0-1,-1 0 0,-1-1 0,-1 0 0,0 0 0,-13 13 0,-21 18-663,-57 46-1,97-88 684,-165 131-4761,109-97 612,-2-5-3443,36-19-3273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4.4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68 380 15237,'-56'5'3047,"45"-4"5198,38 6-5895,31 13-1455,-1 2 0,80 43 0,98 81-142,-195-119-714,-1 2 1,-2 2-1,-1 1 0,35 42 0,-59-59-46,0 0-1,-2 1 0,1 0 0,-2 1 0,12 28 0,-17-33 6,-1 0 0,1 0 0,-2 0 0,0 0 0,0 1-1,-1-1 1,0 0 0,-1 1 0,-3 18 0,2-25 11,0 0-1,0 0 1,-1 0 0,0-1-1,0 1 1,0 0 0,-1-1-1,0 0 1,0 0 0,0 0-1,-1 0 1,0 0 0,0-1-1,0 1 1,0-1 0,-1 0-1,1 0 1,-10 5-1,10-7-1,0 0-1,0 0 0,0 0 0,0-1 0,0 0 0,0 0 0,0 0 0,0 0 0,-1 0 0,1-1 0,0 0 0,-1 0 0,1 0 0,0-1 0,0 1 0,-1-1 0,1 0 1,0 0-1,0 0 0,0-1 0,0 0 0,0 1 0,0-1 0,1-1 0,-7-3 0,6 2-15,0 0 1,0 0-1,1-1 1,0 1-1,-1-1 1,2 0-1,-1 0 0,0 0 1,1 0-1,0 0 1,0-1-1,1 1 1,-1 0-1,1-1 1,0-8-1,-1-3-103,1-1 0,1 1 1,3-31-1,2 18-376,1 1-1,2 0 1,1 0 0,1 1-1,1 0 1,22-38 0,4 3-1405,66-87 0,-51 87 709,3 2 1,2 3-1,3 2 1,2 3-1,2 3 1,3 2-1,84-45 1,-15 24 1242,-134 67 50,0 1 0,0 0 0,0 1 0,0-1 0,0 0 0,1 1 0,-1-1 0,0 1 0,0-1 0,1 1 0,-1 0 0,0 0 0,0 0 1,1 0-1,-1 1 0,4 0 0,-5 0-17,0-1 1,0 1 0,0 0 0,0-1 0,0 1 0,0 0-1,0 0 1,0 0 0,-1 0 0,1 0 0,0 0-1,-1 0 1,1 0 0,0 0 0,-1 0 0,1 1 0,-1-1-1,0 0 1,1 0 0,-1 0 0,0 2 0,1 5 172,-1-1 0,0 0 1,-1 0-1,1 1 0,-1-1 0,-1 0 1,0 0-1,-2 8 0,-65 147 3542,52-112-2898,2 1 1,-15 103-1,26-124-726,2-1-1,1 1 0,2 0 1,0 0-1,3 0 0,11 52 1,-11-71-167,0 0 0,0 0 0,1-1 0,0 1 0,1-1 0,0-1 1,1 1-1,0-1 0,0 0 0,1-1 0,0 1 0,1-2 0,0 1 0,0-1 0,1 0 1,-1-1-1,1 0 0,1-1 0,-1 0 0,1-1 0,0 0 0,0 0 0,0-1 0,0-1 1,1 0-1,13 1 0,-12-2-27,1 0-1,0-1 1,-1 0 0,1-1 0,0 0 0,-1-1 0,1-1 0,-1 0 0,0-1-1,0-1 1,0 0 0,0 0 0,-1-1 0,0-1 0,0 0 0,-1 0-1,0-2 1,0 1 0,-1-1 0,0-1 0,16-18 0,-20 17 7,1 0 1,-2 0 0,0-1 0,0 1 0,-1-1-1,0 0 1,-1-1 0,-1 1 0,0 0-1,0-1 1,-1 1 0,-1-24 0,-2 10-3,-1 0 0,-1-1 0,-1 1 0,-1 0 0,-11-26 0,4 16-7,-3 2 0,0 0-1,-2 0 1,-2 2 0,-45-57 0,49 69-247,-2 0 0,0 2 0,-1 0 1,-1 2-1,-1 0 0,0 1 1,-1 1-1,-1 0 0,-36-14 0,47 23-122,-1 1 0,1 1-1,-1 0 1,0 0-1,0 1 1,0 1-1,-13 0 1,20 1-35,0 1 0,1 0 0,-1 0 0,1 0 0,-1 0 0,1 1 0,-1 0-1,-4 3 1,6-3-168,1 0 0,0 0 0,-1 0 0,1 1 0,0-1 0,1 1 0,-1 0 0,0 0 0,1 0-1,0 0 1,-1 0 0,-2 7 0,-10 31-9112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4.9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879 132 11845,'-12'-9'465,"-72"-57"3869,77 60-3839,0 1 1,0-1-1,0 1 1,0 0 0,-1 1-1,0 0 1,0 0-1,0 0 1,0 1 0,-1 1-1,1-1 1,-1 1-1,0 1 1,1 0 0,-12-1-1,10 3-252,-1 0 1,1 0-1,0 1 0,-1 0 0,1 1 0,0 0 0,0 1 0,1 0 1,-1 0-1,1 1 0,-13 9 0,6-3-240,1 1 0,0 1-1,1 1 1,0 0 0,1 0 0,1 2 0,0-1 0,1 2-1,1-1 1,0 1 0,1 1 0,1 0 0,-6 19 0,11-24-221,0 0 0,1 0 1,0 1-1,1-1 1,0 23-1,2-28 113,-1 0 0,1-1 1,1 1-1,-1 0 0,1-1 0,1 1 0,-1-1 1,1 0-1,1 0 0,7 12 0,-8-15 75,0-1 0,0 0 0,0-1 0,1 1 0,-1 0 0,1-1 0,5 3 0,-3-2 34,-5-2 22,0-1 1,0 1 0,0-1-1,0 0 1,0 1-1,1-1 1,-1 0 0,0 0-1,0 1 1,0-1 0,1 0-1,-1 0 1,0 0 0,0-1-1,0 1 1,1 0 0,-1 0-1,0-1 1,2 0-1,2 0 126,-3 1-49,1-1 0,-1 0 0,1 0 0,-1 1 0,0-1 0,1-1 0,-1 1 0,0 0 1,0 0-1,0-1 0,0 1 0,0-1 0,0 0 0,-1 0 0,1 0 0,0 0 0,-1 0 0,1 0 0,-1 0 0,0 0 0,0 0 0,1-3 0,5-11 924,0 0 0,4-23 1,1 2 628,-9 30-1584,-2 3-58,1 0 1,-1 1-1,1 0 0,-1-1 1,1 1-1,5-6 1,-7 8-16,1 1 0,0-1 0,0 1 0,-1-1 0,1 1 0,0-1 0,0 1 0,0-1 0,0 1 0,0 0 0,0 0 0,0-1 0,-1 1-1,1 0 1,0 0 0,0 0 0,0 0 0,0 0 0,0 0 0,0 0 0,0 0 0,0 1 0,0-1 0,0 0 0,0 1 0,0-1 0,0 0 0,-1 1 0,1-1 0,0 1 0,0-1 0,0 2 0,11 6 1,-1 0 0,0 1 0,-1 1 0,0 0 0,0 0 0,-1 1 0,11 17 0,-3-2 0,-2 0 0,18 42 0,-15-20 0,-2 0 0,-3 0 0,-1 2 0,-3-1 0,-2 1 0,-2 1 0,-2-1 0,-3 1 0,-6 56 0,-6-4 0,-5-1 0,-4 0 0,-49 139 0,26-122 0,-59 115 0,96-221 0,-101 198 0,84-173 0,-1-1 0,-48 54 0,63-79 0,-1 0 0,-1-1 0,0-1 0,-1 0 0,0-1 0,0 0 0,-1-1 0,-18 9 0,28-16 0,0 1 0,0-1 0,0 1 0,0-1 0,0-1 0,0 1 0,0 0 0,0-1 0,-1 0 0,1 0 0,0 0 0,0-1 0,-1 1 0,1-1 0,0 0 0,0 0 0,0 0 0,0-1 0,0 0 0,0 0 0,1 0 0,-1 0 0,1 0 0,-1 0 0,1-1 0,0 0 0,0 0 0,0 0 0,0 0 0,0 0 0,1-1 0,-1 1 0,1-1 0,0 1 0,-3-8 0,1 1 0,0 0 0,0 0 0,1 0 0,1 0 0,-1 0 0,2-1 0,0 1 0,-1-11 0,7-88 0,-4 98 0,5-42-360,2 1 0,2 0 1,3 0-1,32-85 0,-17 73-684,3 0 0,2 2 0,43-59 0,3 13-994,6 4 0,4 4-1,134-118 1,-114 124-3992,-1 5-3595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5.20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10 622 9537,'1'-1'275,"-1"0"0,0 0-1,1 0 1,-1-1 0,0 1 0,1 0 0,-1 0 0,0 0 0,0 0-1,0-1 1,0 1 0,0 0 0,0 0 0,0 0 0,-1-1 0,1 1 0,0 0-1,-1 0 1,1 0 0,-1 0 0,1 0 0,-2-2 0,-3-8 1014,4 10-1101,1 0 1,-1-1 0,1 1 0,0 0 0,0-1 0,-1 1 0,1 0 0,0-1-1,0 1 1,0-1 0,0 1 0,1 0 0,-1-1 0,0 1 0,1 0 0,-1-1-1,0 1 1,1 0 0,0 0 0,-1-1 0,2-1 0,0 1 41,0 0 0,0 0 0,1 0 0,-1 0 0,0 0 0,1 0 0,-1 1 0,1-1 0,5-1 0,3-2 240,0 2 0,0 0 0,1 0 1,17-2-1,4 3-125,-1 1 1,0 2 0,0 1 0,0 1 0,0 2-1,0 1 1,-1 2 0,0 0 0,0 3 0,-1 0-1,45 25 1,-52-24-279,0 2 0,-1 0 0,-1 1 0,0 2 1,-1 0-1,0 1 0,-2 1 0,0 0 0,-1 2 0,-2 0 0,0 0 0,-1 2 0,-1 0 0,17 40 1,-25-45-31,0 0 0,-1 0 1,-1 0-1,0 1 0,-2 0 1,0-1-1,-1 1 1,-4 27-1,1-23-25,-1 0 0,-1 0 0,-1-1 0,-1 1 0,-1-2 0,-16 32 0,18-43-7,-1 0 0,0-1 1,0 0-1,-16 15 0,22-23 1,1 0 0,-1 0-1,0 0 1,0 0 0,1 0-1,-1 0 1,0 0 0,0-1-1,0 1 1,0 0 0,0-1-1,0 1 1,0-1 0,0 1-1,0-1 1,-1 1 0,1-1-1,0 0 1,0 0 0,0 1-1,0-1 1,-1 0 0,1 0-1,0 0 1,0 0 0,0-1-1,0 1 1,-1 0 0,1 0-1,0-1 1,0 1 0,0-1-1,0 1 1,0-1 0,0 1-1,0-1 1,0 1 0,0-1-1,0 0 1,0 0 0,0 0-1,0 1 1,1-1 0,-1 0-1,0 0 1,1 0 0,-1 0-1,0 0 1,1 0 0,-1 0-1,1-1 1,-1-1-1,-2-4 16,1 0-1,-1 0 0,2 0 1,-1-1-1,1 1 0,0-1 1,0-7-1,2-22-14,3 0 0,0 1 0,15-53 0,40-104-961,-23 92-1207,4 3 0,4 1 1,5 2-1,4 3 0,105-141 1,-73 138-3664,10 12-3484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5.48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844 0 9277,'-4'1'330,"0"-1"0,0 0 0,0 1 0,0-1 0,0 1 0,0 1-1,0-1 1,1 0 0,-1 1 0,0 0 0,1 0 0,-1 0 0,1 0 0,-7 5 0,-16 10 929,-8-2 693,-43 12 0,-21 10-569,56-16-1052,1 2 0,1 2 0,-39 32 1,-102 98 322,161-137-622,1 1 1,0 0-1,2 2 0,1 0 0,0 0 0,1 2 0,-18 37 0,32-58-23,0 1 0,0-1-1,0 1 1,0 0 0,0-1 0,1 1 0,0 0-1,-1-1 1,1 1 0,0 0 0,0-1 0,0 1-1,0 0 1,1 0 0,-1-1 0,1 1-1,0 0 1,-1-1 0,1 1 0,1-1 0,-1 1-1,0-1 1,0 0 0,1 1 0,0-1 0,-1 0-1,3 3 1,-3-5 7,0 1 0,-1 0-1,1-1 1,-1 1 0,1-1 0,0 1-1,0-1 1,-1 0 0,1 1 0,0-1-1,0 0 1,-1 1 0,1-1 0,0 0-1,0 0 1,0 0 0,-1 0 0,1 0-1,0 0 1,0 0 0,0 0 0,0 0-1,1 0 1,27-5 512,-1 0 0,1-2 0,-2-2 0,34-13 0,112-58 1996,-110 49-1481,197-105 1885,-252 131-2928,1 1 0,0 1 0,17-5 0,-25 7 0,0 1 0,1-1 0,-1 1 0,1 0 0,-1 0 0,0-1 0,1 1 0,-1 0 0,1 0 0,-1 0 0,1 0 0,-1 1 0,0-1 0,1 0 0,-1 1 0,1-1 0,-1 1 0,0-1 0,0 1 0,1-1 0,-1 1 0,0 0 0,0 0 0,0 0 0,1 0 0,-1 0 0,0 0 0,0 0 0,-1 0 0,1 0 0,0 0 0,0 0 0,0 1 0,0 1 0,0 4 0,0-1 0,-1 1 0,0-1 0,-1 0 0,1 1 0,-1-1 0,0 1 0,-1-1 0,-2 7 0,1 2 0,-8 23-1752,-2 0 0,-1 0 0,-1-1-1,-26 42 1,16-31-433,19-34-209,0 0 0,-7 25 0,0 31-9261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6.24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514 1 9741,'-1'2'2394,"-1"-1"-2286,1 1 224,0-1 1,0 1-1,0-1 1,0 1-1,-1-1 1,1 0-1,0 0 1,-1 0-1,1 0 1,-1 0-1,0 0 1,1 0-1,-1 0 1,0-1 0,1 1-1,-1 0 1,0-1-1,0 0 1,1 1-1,-1-1 1,0 0-1,0 0 1,0 0-1,0 0 1,1 0-1,-3-1 1,-22 2 804,0 2 1,0 0 0,0 2-1,-49 16 1,-100 46 4443,138-51-5304,32-13-277,-2 1 0,-24-2 0,13-5 0,18 3 0,-1 0 0,1 0 0,-1 0 0,0 0 0,1 0 0,-1 0 0,1 0 0,-1 0 0,1-1 0,-1 1 0,0 0 0,1 0 0,-1-1 0,1 1 0,-1 0 0,1 0 0,-1-1 0,1 1 0,0-1 0,-1 1 0,1 0 0,-1-1 0,1 1 0,0-1 0,-1 1 0,1-1 0,0 1 0,0-1 0,-1 1 0,1-1 0,0 0 0,0 1 0,0-2 0,4-4 0,-2 4 0,-1 0 0,1 0 0,0 0 0,0 0 0,0 1 0,0-1 0,0 1 0,0-1 0,0 1 0,0 0 0,1-1 0,-1 1 0,1 0 0,-1 1 0,0-1 0,1 0 0,-1 1 0,1-1 0,0 1 0,-1 0 0,1 0 0,-1 0 0,5 1 0,8 0 0,-1 0 0,25 7 0,-18-2 0,0 1 0,0 0 0,0 2 0,-1 0 0,35 23 0,-23-10 0,-2 1 0,41 39 0,-55-46 0,-1 1 0,-1 0 0,-1 1 0,0 0 0,-1 1 0,-1 0 0,0 1 0,11 34 0,-16-38 0,-1 0 0,-1 0 0,-1 1 0,0 0 0,-2 0 0,1 0 0,-2 0 0,0-1 0,-1 1 0,-1 0 0,-8 32 0,-13 22 0,16-59 0,6-15 0,4-16 0,4-2 0,0 0 0,2 1 0,0 0 0,22-35 0,58-74 0,-85 123 0,145-177 0,-118 151 0,1 1 0,2 2 0,47-33 0,-71 55 0,1 1 0,0 1 0,0 0 0,0 0 0,18-4 0,-26 8 0,0 1 0,1-1 0,-1 1 0,0-1 0,0 1 0,0 0 0,0 0 0,0 1 0,0-1 0,0 1 0,1-1 0,-1 1 0,0 0 0,-1 0 0,1 0 0,0 1 0,0-1 0,0 1 0,-1-1 0,1 1 0,-1 0 0,1 0 0,2 4 0,-1-2 0,0 0 0,-1 1 0,0 0 0,0 0 0,0 0 0,-1 0 0,1 0 0,-1 1 0,-1-1 0,3 8 0,-3-2 0,1 0 0,-2 0 0,0 0 0,0 0 0,-3 21 0,0-8 0,1-7 0,0 0 0,-9 32 0,4-25 0,2 2 0,-4 40 0,10-53 0,4-12 0,3-8 0,85-74 0,3 4 0,4 4 0,115-62 0,-181 116 0,1 2 0,46-16 0,-68 28 0,-1 1 0,1 1 0,0 0 0,0 1 0,1 1 0,-1 0 0,0 0 0,0 1 0,1 1 0,16 3 0,-26-3 2,1 0 0,-1 0 1,0 1-1,1 0 0,-1-1 0,0 2 0,0-1 0,0 0 1,0 1-1,-1 0 0,1 0 0,-1 0 0,1 0 1,-1 0-1,0 1 0,0-1 0,-1 1 0,1 0 1,-1 0-1,0 0 0,0 0 0,0 0 0,0 1 0,-1-1 1,1 1-1,-1-1 0,0 5 0,1 12-46,0-1-1,-2 1 1,-1-1-1,-5 37 1,4-39-43,-13 79-3068,3-26-1763,4-1-3511,7-4-4604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7.00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484 163 12169,'-2'1'1983,"-3"2"-1438,0-1 0,0 0-1,-1-1 1,1 1 0,0-1 0,-1 0 0,1-1-1,-1 1 1,1-1 0,-1 0 0,-10-2 0,-29 3 1645,-70 28 1025,74-17-1654,-44 6 0,57-11-628,22-5-715,1-1 0,-1 1 0,0-1 1,1 0-1,-1-1 0,0 1 0,0-1 0,0 0 0,0 0 0,0-1 0,-8-2 0,14 3-218,-1 0 0,0 0 0,1 0 0,-1 0 0,1 0 0,-1 0 0,0-1 0,1 1 0,-1 0 0,1 0 0,-1-1 0,0 1 0,1 0 0,-1-1 0,1 1 0,-1-1 0,1 1 0,-1-1 0,1 1 0,0-1 0,-1 1 0,1-1 0,0 1 0,-1-1 0,1 1 0,0-1 0,0 0 0,-1 1 0,1-1 0,0 1 0,0-1 0,0-1 0,4-4 0,-2 4 0,0 0 0,0-1 0,0 1 0,0 0 0,0 1 0,0-1 0,1 0 0,-1 0 0,0 1 0,1 0 0,0-1 0,-1 1 0,1 0 0,0 0 0,-1 0 0,1 1 0,0-1 0,0 1 0,0-1 0,0 1 0,-1 0 0,1 0 0,0 0 0,0 1 0,0-1 0,0 1 0,0-1 0,4 3 0,5 0 0,1 1 0,-1 1 0,0 0 0,19 11 0,-18-8 0,-1 2 0,0-1 0,-1 1 0,0 1 0,0 0 0,-2 1 0,1 0 0,-1 0 0,-1 1 0,0 0 0,-1 1 0,0-1 0,-2 1 0,9 26 0,-6-9 0,-1-1 0,-1 1 0,-1 0 0,-2 1 0,-1-1 0,-3 32 0,-1-30 0,1 43 0,0-75 0,1-1 0,0 1 0,0-1 0,0 1 0,0-1 0,0 1 0,0-1 0,0 1 0,0-1 0,0 0 0,0 1 0,0-1 0,1 1 0,-1-1 0,0 1 0,0-1 0,0 0 0,0 1 0,1-1 0,-1 1 0,0-1 0,1 0 0,-1 1 0,0-1 0,0 0 0,1 1 0,-1-1 0,1 0 0,-1 0 0,0 1 0,1-1 0,-1 0 0,1 0 0,-1 0 0,0 0 0,1 1 0,-1-1 0,1 0 0,-1 0 0,1 0 0,-1 0 0,0 0 0,1 0 0,-1 0 0,1 0 0,-1 0 0,1 0 0,7-3 0,-1-1 0,0 1 0,0-1 0,-1 0 0,1-1 0,-1 1 0,0-1 0,0-1 0,0 1 0,5-8 0,68-83 0,-39 47 0,61-79 0,49-55 0,-122 153 0,1 1 0,1 2 0,57-41 0,-85 66 0,1 0 0,0 0 0,1 0 0,-1 1 0,0-1 0,0 1 0,1-1 0,-1 1 0,1 0 0,-1 1 0,1-1 0,0 1 0,-1-1 0,1 1 0,-1 0 0,1 0 0,0 1 0,-1-1 0,1 1 0,-1-1 0,1 1 0,-1 0 0,1 1 0,-1-1 0,0 1 0,1-1 0,-1 1 0,0 0 0,0 0 0,0 0 0,0 1 0,-1-1 0,1 1 0,3 4 0,3 5 0,0 0 0,-1 1 0,0 0 0,-1 0 0,-1 1 0,9 27 0,-7-26 0,-6-13 0,0 0 0,1 0 0,-1 0 0,0 0 0,1 0 0,-1-1 0,1 1 0,0-1 0,-1 0 0,1 0 0,0 0 0,0 0 0,0 0 0,0-1 0,0 1 0,-1-1 0,1 0 0,5 0 0,6-1 0,-1 0 0,0-2 0,15-3 0,19-3 0,-33 8 0,-1 1 0,1 1 0,-1 0 0,1 1 0,-1 0 0,0 1 0,1 1 0,-2 0 0,1 1 0,0 0 0,20 13 0,10 8 0,71 56 0,-109-78 0,28 22 0,-6-3 0,2-2 0,35 20 0,-59-38 0,-1-1 0,1 0 0,0 0 0,0 0 0,0-1 0,1 0 0,-1 0 0,0 0 0,0 0 0,0-1 0,1 0 0,-1 0 0,0-1 0,1 1 0,-1-1 0,0 0 0,0-1 0,0 1 0,0-1 0,0 0 0,0 0 0,0 0 0,-1-1 0,1 0 0,-1 0 0,0 0 0,7-7 0,4-4 0,-2-1 0,0-1 0,0 0 0,-2-1 0,17-31 0,40-93 0,-50 99 0,1 1 0,3 0 0,50-71 0,-70 109 0,1 0 0,0 0 0,0-1 0,0 2 0,0-1 0,0 0 0,1 1 0,-1-1 0,1 1 0,0 0 0,0 1 0,7-4 0,-8 5 0,0-1 0,0 1 0,0 0 0,0 0 0,0 0 0,0 0 0,0 0 0,0 1 0,0-1 0,-1 1 0,1 0 0,0 0 0,0 0 0,0 0 0,-1 1 0,1-1 0,-1 0 0,4 4 0,-1-2 0,-1 1 0,0 0 0,0 0 0,-1 0 0,1 1 0,-1-1 0,0 1 0,0 0 0,0 0 0,3 10 0,15 56 0,-21-70 0,13 53 0,69 270 0,-77-306-904,0-1-1,2 1 1,0-1-1,1 0 1,15 22 0,-18-32 63,0 1 1,1-2 0,0 1 0,0 0-1,0-1 1,1 0 0,0-1 0,0 0-1,1 0 1,0 0 0,-1-1 0,17 6 0,-1-2-12594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7.1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91 136 13181,'-43'-69'3281,"29"48"-201,-3 3-284,1-9 5677,16 45-8669,13 12-876,7 0-392,0 3-653,0 10-1183,7 2-3385,3 18-6308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7.96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1 351 15781,'3'-15'1221,"2"1"-1,0 0 0,1 0 0,0 0 0,1 0 0,1 1 0,12-17 1,-15 24-785,0 0 0,1 1 0,0-1 0,0 1 0,0 0 0,1 1 0,-1 0 0,1 0 0,0 0 0,0 1 0,1-1 0,-1 2 0,1-1 1,-1 1-1,16-2 0,-11 2-425,1 1 0,-1 0 0,1 1 1,-1 0-1,1 1 0,-1 0 0,1 1 1,-1 0-1,0 1 0,0 0 0,0 1 1,0 1-1,-1 0 0,0 0 0,0 1 1,0 1-1,0 0 0,-1 0 0,0 1 1,-1 0-1,9 10 0,-7-5-11,-1 0 0,0 1 0,-1 0 0,-1 0 0,0 1 0,-1 1 0,0-1 0,-1 1 0,-1 0 0,-1 0 0,0 0 0,-1 1 0,-1-1 0,-1 1 0,0 0 0,-1-1 0,-1 1 0,0 0 0,-1 0 0,-7 25 0,-8 35 0,16-54 0,1-22 0,0 0 0,0 0 0,1 0 0,-1 0 0,0 0 0,1 0 0,0 0 0,-1 0 0,1 0 0,-1 0 0,1 0 0,0 0 0,0-1 0,-1 1 0,1 0 0,0 0 0,0-1 0,0 1 0,0-1 0,0 1 0,0-1 0,0 1 0,0-1 0,0 1 0,0-1 0,0 0 0,0 0 0,0 1 0,0-1 0,0 0 0,0 0 0,1 0 0,-1 0 0,0 0 0,0-1 0,0 1 0,0 0 0,0 0 0,0-1 0,0 1 0,2-1 0,5-2 0,0 0 0,0-1 0,14-7 0,-16 8 0,41-25 0,-1-2 0,57-49 0,47-31 0,-122 93 0,-1 2 0,2 0 0,0 3 0,48-16 0,-60 23 0,1 2 0,0 0 0,0 0 0,1 2 0,-1 0 0,0 1 0,0 1 0,0 1 0,27 6 0,132 48 0,-47-11 0,-98-36 0,9 4 0,0-2 1,0-2-1,57 6 0,-87-14 0,1-1-1,-1 0 1,1 0 0,-1-1 0,0-1-1,1 0 1,-1 0 0,0-2-1,0 1 1,0-1 0,-1 0 0,1-1-1,-1-1 1,0 1 0,-1-1 0,1-1-1,11-10 1,-13 7-20,0 1-1,0-1 1,-1 0 0,0 0 0,-1-1-1,0 0 1,6-15 0,-3 2-19,-1-1-1,7-36 1,-11 40 40,-1 1-1,-1-1 1,-1-41-1,-1 56 7,-1 0 1,1 0-1,-1 0 0,0 1 0,-1-1 1,1 0-1,-1 0 0,0 1 0,-1-1 1,1 1-1,-1 0 0,0-1 0,-1 1 1,1 1-1,-1-1 0,0 0 0,-7-6 1,8 10-11,0-1 1,0 1-1,1 0 1,-1 0 0,0 0-1,0 1 1,0-1-1,0 1 1,0 0 0,0 0-1,0 0 1,0 0-1,0 0 1,0 0-1,0 1 1,0-1 0,0 1-1,0 0 1,0 0-1,-4 3 1,-2-1-1,1 1 1,0 1-1,0 0 1,0 0-1,-11 10 1,9-5-4,0 0-1,1 1 1,1 1 0,0-1 0,0 1 0,1 1 0,0 0 0,-7 21 0,3-2-49,1 2 1,-8 49 0,16-71 0,1 0 1,0 0 0,1 0-1,0 0 1,1 0-1,0 0 1,1 0 0,0-1-1,1 1 1,1 0 0,0-1-1,0 0 1,1 0-1,0 0 1,8 11 0,-9-15 71,1-1 1,0 0 0,0-1 0,0 1 0,0-1-1,1 0 1,0 0 0,0-1 0,1 1-1,-1-1 1,1-1 0,0 1 0,-1-1-1,2 0 1,-1-1 0,0 0 0,0 0 0,1-1-1,-1 1 1,1-2 0,0 1 0,-1-1-1,1 0 1,12-2 0,-10 0 40,-1 0 1,0 0-1,1-1 1,-1 0-1,-1-1 1,1 0 0,0-1-1,-1 1 1,0-1-1,0-1 1,-1 0-1,14-12 1,5-4-14,-21 17-46,1 1 0,0 0 0,-1 1 0,1-1 0,9-3 0,-14 7 0,0-1 0,0 1 0,1-1 0,-1 1 0,0 0 0,0 0 0,1-1 0,-1 1 0,0 0 0,1 0 0,-1 0 0,1 0 0,-1 1 0,0-1 0,0 0 0,1 0 0,-1 1 0,0-1 0,1 1 0,-1-1 0,0 1 0,0 0 0,0-1 0,0 1 0,0 0 0,0 0 0,0 0 0,0 0 0,0 0 0,0 0 0,0 0 0,0 0 0,-1 0 0,2 2 0,5 11 0,-1 0 0,-1 0 0,0 0 0,0 1 0,3 26 0,5 81 0,-10-80 0,6 129 0,-8 0 0,-30 251 0,-100 333 0,97-609 0,-7-2 0,-6-1 0,-67 144 0,111-286 0,-9 25 0,-2-2 0,-1 1 0,-1-2 0,-1 1 0,0-2 0,-2 0 0,-23 22 0,13-19 0,-1-1 0,-39 25 0,57-42 0,0-1 0,0 0 0,0-1 0,-1 0 0,0-1 0,0 0 0,0 0 0,0-1 0,-1-1 0,1 0 0,-1-1 0,0 0 0,0 0 0,1-2 0,-1 1 0,0-1 0,1-1 0,-1 0 0,1-1 0,0 0 0,-1-1 0,1 0 0,1 0 0,-13-8 0,11 4 0,0 0 0,1 0 0,0-1 0,1-1 0,0 0 0,0 0 0,1-1 0,1 0 0,-1-1 0,2 1 0,0-2 0,0 1 0,1-1 0,1 0 0,0 0 0,1-1 0,0 1 0,-3-23 0,5 9 0,1-1 0,1 1 0,1-1 0,1 1 0,2 0 0,9-37 0,-4 31 0,1 1 0,2 1 0,30-60 0,159-262 0,-174 309-157,2 2 0,2 1 0,2 1 1,2 2-1,1 2 0,50-40 0,-55 50-123,128-104-3581,5 6 1,217-121-1,-189 142-2640,8 8-3821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8.75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1424 586 11517,'7'-20'849,"-5"14"-238,1 0 0,-1 0 0,0 0 0,1-12 0,-3 15-393,0 1 1,0 0-1,0-1 1,0 1-1,-1 0 1,1-1-1,-1 1 1,1 0-1,-1-1 0,0 1 1,0 0-1,0 0 1,0 0-1,0 0 1,-1 0-1,1 0 1,-3-3-1,-1 0 180,-1-1 0,0 1-1,0 0 1,0 0 0,0 0-1,-1 1 1,0 0 0,1 1-1,-2-1 1,1 1 0,0 1 0,-1-1-1,1 1 1,-1 1 0,0-1-1,1 1 1,-1 1 0,0-1-1,-8 2 1,-18 1 45,0 2 0,0 1 0,0 2 0,1 2 0,0 1 1,-43 19-1,-9 10 736,-86 55 0,91-47-1179,2 4 0,2 4 0,3 3 0,2 3 0,3 3 0,3 3 0,-78 104 0,130-154 0,1 1 0,1 0 0,1 1 0,0 0 0,2 1 0,0 0 0,-7 28 0,13-43 0,1 0 0,0 1 0,1-1 0,-1 1 0,1-1 0,0 1 0,0-1 0,0 1 0,1-1 0,0 0 0,0 1 0,0-1 0,1 0 0,0 0 0,0 1 0,0-1 0,1-1 0,-1 1 0,1 0 0,1-1 0,-1 1 0,0-1 0,1 0 0,0 0 0,0 0 0,0-1 0,0 1 0,1-1 0,-1 0 0,1-1 0,0 1 0,0-1 0,7 3 0,6 1-16,0-1 1,0 0-1,1-1 1,0-1-1,0-1 1,0-1-1,0-1 0,0 0 1,28-5-1,5-3-40,-1-2-1,60-21 1,-51 10 83,-1-2 1,87-48-1,103-79 141,-37 21-93,-211 129-75,0-1 0,0 0 0,0 0 0,0 1 0,0-1 0,0 1 0,1-1 0,-1 1 0,0 0 0,0-1 0,0 1 0,1 0 0,-1 0 0,0 0 0,1 0 0,-1 0 0,0 0 0,2 0 0,3 9 0,-5-7 0,2 3 0,1 0 0,-1 0 0,-1 1 0,1-1 0,-1 1 0,0 0 0,0 0 0,0 0 0,0 8 0,-1-6 0,1-1 0,0 0 0,0 0 0,1 0 0,-1 0 0,1 0 0,6 8 0,1-2-106,0-1 0,1-1 0,1 0 0,0 0 0,0-1 0,1-1 0,1 0 0,-1-1-1,1 0 1,0-1 0,1-1 0,30 10 0,-21-11-78,0 0 0,1-2-1,-1-1 1,1-1 0,0 0-1,0-2 1,-1-1 0,1-1 0,-1-2-1,1 0 1,40-14 0,-42 10 198,1 0-1,-1-2 1,-1 0 0,0-1 0,-1-2 0,0 0 0,23-21-1,-16 10 86,-2-2 0,-1 0-1,-1-2 1,24-38 0,5-23 370,-4-3 0,53-142 0,-101 233-462,88-228 620,75-167 318,-156 382-945,-4 15 0,-4 15 0,0-12 0,-4 66 0,-3-1 0,-18 76 0,6-42 0,-113 543 0,5 19 0,117-585-2211,1 129 1,9-176 1223,3 0 1,0 0 0,2 0-1,2-1 1,0 0-1,24 58 1,-25-76-1340,0-1 0,16 23 0,17 7-9153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8.9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483 112 12321,'123'-75'3940,"-115"71"-3643,-1 1-1,1 0 0,0 0 0,-1 0 0,1 1 0,11-1 0,-3 0 162,2-1 27,0 1-1,0 0 1,0 2-1,1 0 1,-1 1-1,0 1 1,28 4-1,-34-3-309,0 1 0,-1 0 1,1 1-1,-1 0 0,0 1 0,0 0 0,-1 1 0,1 0 0,11 10 0,-19-14-140,-1 0-1,1 0 1,-1 0-1,0 1 1,0-1-1,0 1 1,0 0-1,0 0 0,0 0 1,-1 0-1,1 0 1,-1 0-1,0 0 1,0 0-1,0 0 1,0 1-1,-1-1 0,1 0 1,-1 1-1,0-1 1,0 0-1,0 1 1,0-1-1,-1 0 1,0 1-1,1-1 0,-1 0 1,0 0-1,0 1 1,-1-1-1,1 0 1,-1 0-1,1 0 1,-1-1-1,0 1 0,0 0 1,-3 2-1,-5 7 21,-1 0 1,-1 0-1,0-1 0,0-1 0,-1 0 0,0-1 0,-20 11 0,-109 47 92,130-62-135,-100 39-676,-130 32 0,1-16-3089,174-48 625,29-5-2483,17-1-3913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9.18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226 1 15641,'-3'2'19,"2"-1"342,-1 0-1,1 0 0,0 0 0,-1 0 1,1 0-1,0 0 0,0 0 0,0 1 1,0-1-1,0 0 0,0 1 0,0-1 1,0 1-1,1-1 0,-1 1 0,1-1 1,-1 1-1,1-1 0,-1 1 0,1-1 1,0 1-1,0 0 0,0-1 0,0 1 1,0 2-1,-1 143 2220,-7 0 0,-29 159 0,-58 120-2580,82-371 0,-3 10-1724,4 1 0,-8 111 0,19-146 523,1 0 0,2 0 0,1 0 0,1-1 0,2 1 0,1-1 0,2 0 0,12 31 0,12 6-12601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9.3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137 132 12981,'28'-63'2634,"-26"60"-2358,0 0-1,0 0 1,0 0-1,0 0 0,0 0 1,1 0-1,-1 0 1,1 1-1,0 0 0,0-1 1,0 1-1,0 0 1,0 0-1,0 1 0,0-1 1,5-1-1,0 0 261,3-2-54,1 1 0,0 0 0,1 2 0,-1-1-1,1 1 1,-1 1 0,1 0 0,-1 1 0,1 0 0,-1 1 0,1 0-1,-1 1 1,1 1 0,-1 0 0,0 0 0,0 1 0,0 1-1,19 10 1,-19-9-347,0 1-1,-1 0 0,0 1 1,0 0-1,0 0 0,-1 1 1,0 1-1,-1 0 0,0 0 1,-1 0-1,0 1 0,-1 1 1,0-1-1,0 1 0,-1 1 1,-1-1-1,5 15 0,-9-19-106,1 1-1,-1 0 1,0 0-1,0-1 1,-1 1 0,-1 0-1,1 0 1,-1 0-1,-1 0 1,0-1-1,-4 14 1,1-10-20,0 0 0,-1 0 1,-1-1-1,0 1 1,0-1-1,-1-1 0,-9 10 1,-8 4-29,0-1 1,-1-1 0,-1-1-1,-1-2 1,-33 17 0,-25 10-2278,-99 36 1,144-64 376,7-3-1956,3-4-4933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09.89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0 547 12545,'1'-4'406,"0"-1"1,1 1-1,-1 0 0,1 0 0,0 0 0,0 0 1,0 0-1,0 0 0,1 0 0,-1 0 0,1 1 1,0 0-1,0-1 0,7-4 0,-4 4 312,0 0-1,0 1 0,1 0 1,-1 0-1,1 0 0,0 1 1,0 0-1,0 0 0,10-1 1,-6 2-509,0 1 1,0 0 0,0 1-1,-1 0 1,1 0 0,0 1-1,-1 1 1,0-1 0,1 2-1,-1 0 1,0 0 0,0 0-1,-1 2 1,0-1 0,0 1-1,0 0 1,0 1 0,8 9-1,2 1 216,-2 2-1,0 0 1,0 1-1,-2 1 1,-1 0-1,19 37 1,-23-38-436,0 0-1,-1 1 1,-2 0-1,0 0 1,-1 1 0,-1 0-1,-1 0 1,-1 0 0,-1 0-1,-1 1 1,-1-1-1,-1 1 1,-6 33 0,-15 60-523,21-111 452,1-9 21,-1-9 77,1 0 0,0 1 0,1-1 0,1 0-1,0 0 1,1 1 0,0-1 0,1 1 0,9-20 0,59-110-20,-65 129-8,27-44-280,2 1 0,3 2 0,2 1-1,2 2 1,2 3 0,2 1 0,3 2-1,1 3 1,97-62 0,-106 79 224,2 2 1,0 2-1,1 1 0,94-25 0,-137 44 97,0 1-1,1-1 1,-1 1-1,0 0 1,0 0-1,1 0 1,-1 0-1,0 1 1,0-1-1,1 0 1,-1 1-1,0 0 1,0-1-1,0 1 1,0 0-1,0 0 0,0 0 1,0 0-1,0 1 1,0-1-1,0 1 1,-1-1-1,1 1 1,0-1-1,1 4 1,0-1 31,0-1 1,-1 1-1,0 0 1,0 1-1,0-1 1,0 0-1,-1 0 0,1 1 1,-1-1-1,1 10 1,-2 12 240,-1 1 1,-1-1-1,-1 0 1,-10 36-1,2-7 12,3-10-201,2 1 1,1-1-1,3 79 1,3-109-96,1 0 1,0 0-1,1 0 0,0-1 1,2 0-1,-1 1 1,2-1-1,0-1 0,0 1 1,2-1-1,-1 0 0,2-1 1,-1 0-1,2 0 1,15 15-1,-9-14-17,0 0 0,0-1 0,2-1 0,-1-1 0,1 0 0,1-1 0,-1-1 0,2-1 0,28 7 0,-31-10 0,0 0 0,0-2 0,0 0 0,1-1 0,-1-1 0,0 0 0,1-1 0,-1-1 0,0-1 0,0 0 0,27-10 0,-34 10 0,0-2 0,-1 0 0,0 0 0,1 0 0,-2-1 0,1-1 0,-1 1 0,0-1 0,0-1 0,-1 0 0,0 0 0,9-12 0,-9 8 0,0-1 0,0 0 0,-1-1 0,-1 1 0,0-1 0,-1 0 0,0 0 0,1-18 0,-2 0 0,-1 0 0,-2 1 0,-2-1 0,0 0 0,-2 1 0,-2 0 0,-15-53 0,9 51-200,0 1 0,-3 0 0,0 1-1,-2 0 1,-1 1 0,-25-29 0,14 22-223,-2 2 0,-2 1 0,-1 2 0,-39-29 0,59 51-160,0 0 1,0 1-1,-1 1 0,-27-12 1,35 18 0,1 0 1,-1 0 0,0 1-1,1 0 1,-1 0-1,-9 0 1,13 1-68,-1 1 0,0-1 0,0 1 0,1-1 0,-1 1 0,1 0 0,-1 0 0,1 1 0,-1-1 0,1 1 0,0 0 0,-5 2 0,6-1-707,-1-1 0,1 1 0,0-1 0,-1 1 1,1 0-1,1 0 0,-4 6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10.23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260 109 11365,'25'-49'3584,"7"-11"11824,-34 64-14224,-97 168-242,14-28-658,56-91-284,2 1 0,3 2 0,-20 70 0,39-84 0,5-41 0,0-1 0,-1 1 0,1 0 0,0-1 0,0 1 0,0-1 0,0 1 0,0-1 0,0 1 0,0-1 0,0 1 1,0-1-1,0 1 0,0-1 0,0 1 0,0-1 0,0 1 0,1-1 0,-1 1 0,0-1 0,0 1 0,1-1 0,-1 1 0,0-1 0,1 1 0,-1-1 0,0 0 0,1 1 0,-1-1 0,0 1 0,1-1 0,-1 0 0,1 0 0,-1 1 1,1-1-1,-1 0 0,1 0 0,-1 1 0,1-1 0,0 0 0,11-7-24,-11 6 9,11-9-54,0-1-1,-1 0 1,18-23-1,9-9-46,-10 14 136,-17 16-44,1 1 0,0 0 0,1 1 0,0 0 0,17-10 0,-25 18 8,-1 1 1,1 0 0,0 0 0,0 0-1,0 1 1,0 0 0,0 0-1,0 0 1,0 0 0,1 1-1,-1 0 1,0 0 0,0 0-1,1 1 1,-1 0 0,0 0-1,0 0 1,0 1 0,0-1 0,0 1-1,7 4 1,201 106-7568,-208-109 6870,-1-1 0,1 0 0,0 0 0,0 0 0,0-1 0,1 0 0,-1 0 0,0 0 0,9 0 0,63 5-13465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10.79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472 49 10221,'-8'-26'2595,"4"19"3107,2 6-5217,0-1-1,1 1 0,-1-1 0,0 1 1,0 0-1,0 0 0,0 0 1,0 0-1,0 0 0,0 0 0,0 0 1,0 1-1,-1-1 0,1 1 0,0 0 1,0 0-1,-4-1 0,1 2-117,0 0 0,0 1 0,-1-1 0,1 1 0,0 0 0,-8 5 0,-2 1-136,0 2 0,0 0 0,1 0 0,1 1 0,0 1 0,0 0 0,-18 24 0,4 0 326,-39 69 1,33-46-558,-40 100 0,63-131 0,1 0 0,1 0 0,2 1 0,0 0 0,2 0 0,0 35 0,4-55 1,0 1 0,0-1 1,1 1-1,1-1 0,0 0 0,0 1 0,1-1 0,7 17 1,-8-22-5,0-1 1,0 1 0,1-1 0,0 0 0,-1 0-1,1 0 1,0 0 0,0 0 0,0 0-1,1-1 1,-1 0 0,1 0 0,-1 0 0,1 0-1,0 0 1,0-1 0,0 1 0,0-1-1,0 0 1,0 0 0,0-1 0,0 1 0,6-1-1,6-1-114,0 0 0,0-1 1,0 0-1,0-2 0,-1 0 0,1 0 0,-1-2 0,0 0 0,-1 0 0,27-17 0,-5 0-63,-2-2 0,-1-1 0,33-32-1,78-89-201,78-70-17,-219 214 402,2 0 1,-1 0-1,0 0 0,0 1 0,1 0 1,0 0-1,-1 0 0,9-2 0,-7 3 20,-5 1-16,-1 0 0,1 0 0,0 1 0,0-1 1,0 0-1,0 1 0,0-1 0,0 1 0,-1-1 0,1 1 0,0-1 0,0 1 0,-1 0 0,1-1 0,0 1 0,-1 0 1,1-1-1,-1 1 0,2 2 0,-1-1 18,5 4 11,0 1 0,0 0 0,-1 1 0,-1-1 1,1 1-1,-1 0 0,0 0 0,-1 1 0,0-1 1,0 1-1,2 16 0,13 35 180,11 15 90,-26-65-249,1-1 1,0 0 0,1-1-1,0 1 1,0-1-1,1 0 1,0 0 0,0-1-1,11 10 1,-6-8 27,1-1 0,0-1 0,0 0 1,22 8-1,-30-13-89,27 14-166,-28-10-195,5 41-1653,-6-38 1300,0 0 0,0-1 1,-1 1-1,0 0 0,0 10 1,-1-15 231,1 0 1,-1 1 0,1-1-1,0 0 1,0 0 0,0 1-1,1-1 1,-1 0 0,1 0-1,0 0 1,0-1 0,1 1-1,-1 0 1,5 4 0,17 16-5891,9 2-2234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10.9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10 203 9133,'-10'-34'2092,"20"13"1040,0 3-2024,0 3-224,7-12 197,-7 12-1085,0 3-600,4 0-465,2 0-291,-6-6-768,0 0-1460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17.43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9 142 11941,'-7'-9'2206,"5"-1"6889,10 3-2482,4 2-8820,14-2 2606,0 0 0,0 2 1,0 1-1,1 1 0,38 1 0,13-3 13,483-21 759,-324 19-859,631-1-39,-253 7-1003,-505-5 292,-51 2-1211,-4 2-3701,-61 2 4695,1 0 0,-1-1 1,1 0-1,0 0 0,-1 0 0,-6-3 0,-16-4-6235,0 0-2696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17.73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500 1 12045,'-183'16'3962,"82"-21"-179,93 5-3480,-28 0 2003,-60 8 1,92-7-2139,0-1 0,1 1 0,-1 0 0,0 0 1,0 0-1,0 1 0,1 0 0,-1-1 0,1 1 1,-1 0-1,1 1 0,0-1 0,0 1 0,0-1 1,-5 7-1,6-7-66,0 1-1,1 0 1,-1 0 0,1 0 0,-1 0 0,1 1-1,0-1 1,1 0 0,-1 0 0,0 1 0,1-1-1,0 0 1,0 1 0,0-1 0,0 0-1,0 1 1,1-1 0,0 0 0,0 4 0,3 4 58,0-1 1,0 0 0,1 0 0,0 0 0,1-1-1,0 0 1,0 0 0,1 0 0,0-1-1,10 9 1,16 13 262,43 32 0,-46-40-250,322 229 166,107 88-131,-423-309-208,-3 2 0,0 1 0,-2 2 0,-2 1 0,-1 1 0,28 50 0,-43-63 0,-1 1 0,-1 0 0,-2 1 0,0 1 0,-2-1 0,0 1 0,-2 0 0,-1 0 0,-1 1 0,-2 0 0,-3 45 0,-3-34-149,-1 0 0,-2-1 0,-2 0 0,-2-1 0,-1 0 0,-21 42 0,-14 13-692,-65 93 0,67-117-704,-3-3-1,-69 71 0,-47 20-5211,105-101 707,10-6-3564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17.90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249 119 16217,'-1'-2'407,"1"0"-1,-1-1 0,1 1 0,-1 0 0,0-1 0,0 1 0,0 0 0,0 0 0,-1 0 1,1 0-1,-1 0 0,1 0 0,-1 0 0,0 0 0,1 1 0,-1-1 0,0 0 0,0 1 0,0 0 1,0-1-1,-1 1 0,1 0 0,0 0 0,-3 0 0,-19-13 1811,13 8-1468,1 0 1,-1 1-1,1 0 1,-24-6 0,-7-4-335,38 14-466,0-1-1,0 1 0,-1-1 1,1 1-1,0 0 0,0 0 1,-1 0-1,1 1 0,-1-1 1,1 1-1,-1 0 0,1 0 1,-7 1-1,0-1-687,6 0-1234,11 1-6119,3 6 5171,0-2-189,30 15-9098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0.74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944 564 10085,'6'-39'1036,"-2"15"228,-1 0 0,-1-32 0,-3 36-13,0 1 0,-2-1 0,0 1 0,-11-33 0,8 34-767,0 1 0,-1 0 0,-1 0-1,-1 1 1,0 0 0,-1 1 0,-1 0 0,0 0 0,-1 1 0,-1 1 0,0 0 0,-1 0-1,0 1 1,-1 1 0,0 1 0,-20-11 0,20 14-410,-1 1 0,1 0-1,-1 1 1,0 1 0,0 1 0,0 0 0,-1 1-1,1 0 1,-30 2 0,24 2 88,1 1 1,-1 1-1,1 1 0,0 0 0,0 2 1,-38 17-1,34-11-37,-1 1 0,2 2 0,0 0 0,1 1 0,1 2 0,0 0-1,2 1 1,0 2 0,2-1 0,0 2 0,-22 38 0,29-42-184,1 1-1,0 1 1,2 0-1,1 0 1,0 0-1,2 1 1,0 0 0,-2 36-1,6-47 25,1 0 0,1 1-1,-1-1 1,2 0 0,0 0 0,0 0-1,1 0 1,0 0 0,1 0 0,0-1-1,0 0 1,1 0 0,1 0 0,0 0-1,0-1 1,1 0 0,0 0-1,15 14 1,-8-12-15,0-1 0,0 0 0,1 0 0,1-2 1,-1 0-1,1 0 0,1-2 0,-1 0 0,1-1 0,0 0 0,1-1 0,-1-2 0,1 1 0,-1-2 0,1 0 0,29-3 0,-23-1 78,-1 0 0,1-2-1,0 0 1,-1-2 0,0 0-1,-1-2 1,1 0 0,-2-2-1,1 0 1,-2-1 0,33-26 0,7-15 672,57-66 0,-47 46-379,-67 70-321,-1 1 0,1-1 0,0 0 0,0 1 0,0 0 0,0-1 0,0 1 0,1 1 0,-1-1 0,1 0 0,-1 1 0,7-2 0,-8 3 0,0 0 0,0 0 0,-1 0 0,1 1 0,0-1 0,0 1 0,0-1 0,0 1 0,0 0 0,0-1 0,-1 1 0,1 0 0,0 0 0,0 0 0,-1 1 0,1-1 0,-1 0 0,1 1 0,-1-1 0,0 0 0,0 1 0,1 0 0,-1-1 0,0 1 0,1 3 0,4 8 0,-1 0 0,0 0 0,-1 1 0,0-1 0,-1 1 0,0 0 0,-2 0 0,1 27 0,0-11 0,0-11 0,0 5 0,-1 0 0,-1 0 0,-1 0 0,-1 0 0,-1 0 0,-6 25 0,-46 189 0,34-164 0,-5 0 0,-2-2 0,-3-1 0,-51 82 0,-2 7 0,66-120-158,17-39 97,1 0 0,-1 0 1,1 0-1,0 0 0,-1 0 0,1 0 1,0 0-1,0 0 0,0 0 0,0 0 1,0 0-1,0 0 0,0 0 0,0 0 1,1 2-1,-1-3 4,0 0 1,0 1-1,1-1 1,-1 1-1,0-1 1,1 0-1,-1 1 1,0-1-1,1 0 1,-1 1-1,1-1 1,-1 0-1,0 0 1,1 1-1,-1-1 1,1 0-1,-1 0 1,1 0-1,-1 0 1,1 0-1,-1 1 1,2-1-1,0 0-191,1-1-1,0 1 1,0 0 0,0-1-1,0 1 1,0-1 0,-1 0-1,1 0 1,3-2 0,21-12-1786,-1-2 0,-1-1 0,-1-1 0,43-43 0,-5 5-3066,30-23-4500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0.92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353 0 12041,'-37'43'2675,"25"-31"-1746,1 1 1,0 0 0,1 0-1,1 1 1,0 1 0,1 0 0,1 0-1,0 0 1,-8 28 0,-80 289 7568,58-156-8338,-15 193 0,20 183-224,38-137-3451,0-355 2275,2 0 0,2 0 0,3-1 0,38 105 0,-20-98-6294,5-9-5000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1.06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11 682 16225,'-10'-45'2833,"16"15"-521,18-19-156,9 13-480,18-3-360,9-3-291,30-6-265,31-7-520,36 1-1080,28-3-709,15-6-827,11-1-820,11 7-2909,9 15-5388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1.27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 0 16073,'-34'94'3433,"48"-61"-173,-8 9-276,-2-24-435,-1 15-409,7 21-408,0-14-1136,-13 5-596,3 3 0,-7 0 0,4-2 0,6 5-264,-6-9-1972,-4 0-720,11-18-733,6 0-3263,0 1-6734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1.42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0 136 14581,'40'-57'1857,"-33"45"-373,0-13-208,3 7-428,10 6-176,0 0-188,10 12-336,27 6-520,-3 12-604,6 12-600,7 4-340,-3 14-289,-4 9-1915,0 9-3081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1.62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34 323 10161,'-1'-3'2423,"-4"-11"-520,2 8-1138,0 0 0,1 0 0,0 0 0,0 0 0,1 0 0,0 0 0,0-1 0,0 1 0,1 0 0,-1-1 0,2-7 0,2 4-376,1-1 1,0 1-1,0-1 1,1 1-1,1 0 1,-1 1-1,2 0 1,-1 0-1,1 0 1,0 0-1,1 1 1,17-14-1,-12 12 60,0 0-1,1 1 1,0 0-1,1 1 1,0 0-1,0 1 1,0 1-1,21-5 1,-21 8-449,-1 1 0,1 0 0,0 1 0,0 1 0,-1 0 0,1 1 0,0 0 0,-1 2 0,1 0 0,-1 0 0,1 1 0,-1 1 0,-1 0 0,1 1 0,-1 1 0,0 0 0,0 0 0,-1 2 0,0-1 0,0 2 0,13 13 0,-14-12 0,0 1 0,-1 1 0,0-1 0,0 2 0,-2-1 0,0 1 0,0 0 0,-1 1 0,-1 0 0,-1 0 0,0 0 0,0 1 0,-2 0 0,0 0 0,-1 0 0,-1 0 0,0 0 0,-1 0 0,-3 22 0,-2-11 0,-2 0 0,-1-1 0,-1 0 0,-1 0 0,-1-1 0,-1 0 0,-2-1 0,0-1 0,-2 0 0,-17 21 0,-14 10 0,-1-3 0,-93 77 0,126-115-593,0 0 1,-2-1-1,1-1 1,-1-1-1,-1 0 0,0-1 1,0-1-1,-1-1 1,-24 7-1,18-7-1036,-6 0-1489,7-5-3525,-5-6-5824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2.36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1 236 9805,'23'-13'902,"-11"5"281,1 2 1,22-10-1,-34 15-940,0 1 0,0 0 0,0-1 0,1 1 0,-1-1 0,0 1 0,0-1 0,-1 0 0,1 1 0,0-1 0,0 0 0,0 0 0,0 0 0,-1 0 0,1 1 0,0-1 0,-1 0 0,1 0 0,0 0 0,-1-1 0,0 1 0,1 0 0,-1 0 0,0 0 0,1 0 0,-1 0 0,0 0 0,0 0 0,0-1 0,0 1 0,0 0 0,0 0 0,0 0 0,0 0 0,-1 0 0,1-1 0,0 1 0,-1 0 0,0-1 0,-9-13 6624,9 19-6036,-8 47-555,2 0-1,-1 54 1,-6 54-11,10-129-265,2 0 0,1 0 0,2 1 0,1-1 0,1 0 0,1 0 0,9 30 0,-12-56 0,0 0 0,0 0 0,0-1 0,1 1 0,-1-1 0,1 1 0,0-1 0,0 0 0,0 1 0,0-1 0,0 0 0,1 0 0,-1-1 0,1 1 0,0 0 0,0-1 0,0 0 0,0 1 0,0-1 0,1-1 0,-1 1 0,1 0 0,-1-1 0,1 0 0,-1 1 0,1-1 0,0-1 0,0 1 0,-1-1 0,1 1 0,0-1 0,0 0 0,0 0 0,0-1 0,-1 1 0,5-2 0,8-2 0,-1 0 0,-1-1 0,1 0 0,-1-1 0,0-1 0,0-1 0,24-16 0,68-55 0,76-52 0,-157 116 0,1 0 0,0 2 0,1 0 0,0 2 0,36-9 0,-52 17 0,-1 2 0,1-1 0,0 1 0,0 1 0,-1 0 0,1 1 0,0 0 0,0 0 0,-1 1 0,1 1 0,-1 0 0,17 6 0,4 6 0,-1 0 0,46 33 0,-48-29 0,63 31 0,-81-45-1,1-1 0,0-1 0,0 0 1,1 0-1,-1-1 0,1-1 0,-1 0 0,1 0 0,-1-1 0,1-1 1,0 0-1,-1 0 0,23-7 0,-2-3-2,-1-1 0,0-2-1,40-24 1,49-22 13,-112 57-8,1 0-1,0 1 0,0-1 0,0 2 1,0-1-1,1 1 0,-1 1 1,0 0-1,0 0 0,1 1 0,-1 0 1,16 4-1,2 3-1,-1 2 1,47 23-1,-50-22-1,0 0 1,0-2-1,1 0 1,29 6-1,-40-13 1,1 0 0,-1-1 0,1 0 0,0-1 0,0 0 0,-1-2 0,1 1 0,0-2 0,16-4 0,-24 5 0,-1 0 0,0 0 0,0 0 0,-1-1 0,1 1 0,0-1 0,-1 0 0,0-1 0,0 1 0,0-1 0,0 0 0,0 0 0,-1 0 0,1 0 0,-1-1 0,0 1 0,-1-1 0,1 0 0,-1 0 0,0 0 0,0 0 0,0 0 0,-1 0 0,0-1 0,0 1 0,0-8 0,0-5 0,-1 0 0,-1-1 0,0 1 0,-2 0 0,0 0 0,-1 1 0,-1-1 0,0 1 0,-1-1 0,-1 2 0,-12-22 0,5 14 0,-2 0 0,0 1 0,-2 0 0,0 2 0,-1 0 0,-34-28 0,39 37-60,-1 2 1,0 0-1,-1 1 1,1 0-1,-27-9 1,31 14-73,0 0 0,0 1 0,0 0 0,-1 1 0,1 0 0,0 1 1,-1 0-1,1 1 0,-19 2 0,26-2-362,-1 1 1,1 1-1,-1-1 1,1 1-1,0-1 0,-1 1 1,1 0-1,0 1 1,0-1-1,0 1 0,1 0 1,-1 0-1,1 0 1,-1 0-1,1 1 1,0-1-1,-4 6 0,6-6-256,-1 0-1,1 0 0,0 0 1,-1 0-1,1 0 0,1 0 0,-1 0 1,0 0-1,1 5 0,1 33-10964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2.56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345 54 13685,'9'-45'3431,"-8"36"3309,-2 13-2280,-10 27-3225,2 1 1,-8 42-1,-3 16-490,-134 411-745,34-116 0,114-363-1090,0 0 0,2 0 0,1 1 1,-1 39-1,4-54 482,0 0 1,1 0 0,-1 0-1,2 0 1,-1-1-1,1 1 1,0-1 0,0 1-1,1-1 1,0 0-1,1 1 1,-1-2 0,1 1-1,1 0 1,-1-1 0,1 0-1,7 7 1,26 11-12794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2.70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60 184 14361,'-60'-9'9537,"80"-3"-7849,27 0-380,13 3-267,17 3-417,27-6-784,24-6-904,22-3-877,14-12-1355,14 2-3229,20 10-6064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3.75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1019 14161,'1'-2'2138,"9"-11"-1327,0 1 0,1-1 1,0 2-1,1 0 0,0 0 0,23-14 1,-12 8 5,47-33 491,116-62 0,-132 83-1121,-2-1-1,-2-3 0,-1-2 0,46-43 0,-84 66-44,0 0 0,-1 0 0,0-1 0,-1 0 0,-1 0 0,0-1 0,-1 0 0,0-1 0,-1 1 0,7-29 0,-9 23 158,0-1 0,-1 0 0,-1 0 0,-2 0 0,0 0 0,-1 0 0,-5-31 0,5 45-67,-1 0 0,0 0 0,0 0-1,-1 0 1,-5-11 0,4 11 28,4 6-251,0 1 0,0 0 0,0 0 1,0 0-1,0 0 0,-1-1 1,1 1-1,0 0 0,0 0 1,0 0-1,0 0 0,0-1 0,0 1 1,-1 0-1,1 0 0,0 0 1,0 0-1,0 0 0,0 0 0,-1 0 1,1 0-1,0-1 0,0 1 1,0 0-1,0 0 0,-1 0 1,1 0-1,0 0 0,0 0 0,0 0 1,-1 0-1,1 0 0,0 0 1,0 0-1,0 0 0,-1 0 0,1 1 1,0-1-1,0 0 0,0 0 1,0 0-1,-1 0 0,1 0 1,0 0-1,0 0 0,0 0 0,0 1 1,0-1-1,-1 0 0,-7 3 15,-1 1 0,1-1 0,0 1-1,0 1 1,0 0 0,1 0-1,0 0 1,0 1 0,-9 9 0,2 1-15,0 1 1,1 1 0,-12 22 0,-32 61-11,-81 202 0,-13 124 0,146-411 0,-14 42 4,-51 160 16,56-163-82,-16 111-1,29-157-32,1-1-1,-1 1 0,1 0 1,1-1-1,0 1 0,0-1 1,0 1-1,1-1 1,0 1-1,4 8 0,-3-13 29,0 1-1,-1 0 0,2-1 1,-1 0-1,0 1 1,1-1-1,0-1 0,0 1 1,0 0-1,0-1 0,0 0 1,1 0-1,0 0 1,-1-1-1,1 0 0,9 4 1,-3-3-8,0-1-1,0 1 1,0-2 0,0 1-1,0-2 1,1 1 0,-1-1 0,0-1-1,22-4 1,8-4-33,52-19 0,-53 15 115,100-33 236,25-7 256,-160 52-483,132-38 458,177-26-1,-223 51-785,-1-4 1,-1-4-1,102-39 0,-153 45 221,0-2 1,-2-2-1,0-2 0,47-37 0,-73 51 81,40-34-75,-47 41 87,-1-1 0,0-1-1,0 1 1,0 0 0,-1 0-1,1-1 1,0 1 0,-1-1 0,1 1-1,-1-1 1,0 0 0,0 1-1,0-1 1,0 0 0,-1 0-1,1 0 1,-1-3 0,0 5 9,0 0-1,0 0 1,0 0 0,0 1 0,-1-1-1,1 0 1,0 0 0,-1 1 0,1-1 0,0 0-1,-1 1 1,1-1 0,-1 0 0,1 1 0,-1-1-1,1 0 1,-1 1 0,0-1 0,1 1 0,-1-1-1,0 1 1,1 0 0,-1-1 0,0 1 0,-1-1-1,-24 0 247,-21 16 144,32-8-258,1 0 1,1 1-1,-1 1 0,1 0 1,1 1-1,-13 12 0,1 2 287,-37 47-1,52-60-377,1 1 0,0-1 0,1 1 0,0 0 1,1 1-1,0-1 0,-3 15 0,8-24-50,0 1 1,0 0-1,1 0 0,-1-1 0,1 1 1,0 0-1,0 0 0,1 0 1,-1 0-1,1-1 0,-1 1 0,1 0 1,1 0-1,-1-1 0,0 1 0,1-1 1,0 1-1,-1-1 0,1 0 1,1 0-1,-1 0 0,0 0 0,1 0 1,0 0-1,-1 0 0,1-1 0,0 0 1,0 1-1,7 3 0,0-2-73,-1 1 0,0-1 0,1-1 0,0 1-1,0-2 1,0 1 0,0-2 0,16 2 0,88-2-688,-104-2 702,50-3-686,-1-3 0,83-21 0,-122 23 397,0-1 0,-1-1 0,32-16 0,132-78-2000,-148 80 1897,-1-2 0,-1-1 1,0-1-1,-2-2 0,-2-2 0,0 0 1,-2-2-1,-1-1 0,37-59 0,-31 38 153,-2-1 0,29-72 0,32-122 379,-57 139 1303,31-168-1,-62 254-758,-1 0-1,-1 0 0,0 0 1,-2 0-1,-6-35 0,7 57-551,0 0-1,0 1 1,0-1-1,0 0 1,0 0-1,0 0 1,-1 1-1,1-1 1,0 0-1,0 0 1,-1 0-1,1 1 1,-1-1-1,1 0 1,-1 1-1,1-1 1,-1 0-1,1 1 1,-1-1-1,1 0 1,-2 0-1,1 1-14,1 0-1,-1 0 0,1 0 0,-1 1 1,1-1-1,-1 0 0,0 0 1,1 0-1,-1 0 0,1 1 1,-1-1-1,1 0 0,-1 1 0,1-1 1,-1 0-1,1 1 0,0-1 1,-1 0-1,1 1 0,-1-1 1,1 1-1,-1 0 0,-21 36 1683,-131 341-712,27 16-610,89-272-397,24-81-22,-80 276 29,71-225-109,-17 137 0,37-202-527,0 0-1,1 1 1,2-1 0,1 0 0,10 48 0,-9-62-249,1-1 0,0 1 0,1-1 0,0 0 0,15 21 0,-14-24-159,0-1 1,1 0-1,0 0 0,0-1 1,1 0-1,0-1 0,0 1 1,13 6-1,46 17-10752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4.03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600 541 6685,'40'-140'4619,"-27"103"-3007,-3 0 0,0 0 0,-3-1 0,4-58 0,-10 73 233,-6-42-1,2 25 219,3 39-1910,0-1-1,0 1 1,0 0-1,0-1 1,0 1 0,-1-1-1,1 1 1,0 0-1,-1-1 1,1 1-1,-1-1 1,1 1-1,-1 0 1,0 0-1,0-1 1,1 1-1,-1 0 1,0 0-1,-2-2 1,2 3-70,0 0 1,0 0-1,0 0 0,0 0 1,0 0-1,0 0 0,0 0 0,0 1 1,0-1-1,-1 0 0,1 1 1,0-1-1,1 0 0,-1 1 1,0-1-1,0 1 0,0-1 0,0 1 1,0 0-1,0-1 0,1 1 1,-1 0-1,0 0 0,0 0 1,1 0-1,-1-1 0,1 1 0,-1 1 1,-9 12 330,2 0 1,0 0-1,0 1 1,-8 22-1,4-7-348,-169 461-8,37 15-70,41-148 12,-19 68 0,112-383-595,1 0-1,2 0 1,-1 57-1,7-85 278,1 1 0,1-1 0,0 0-1,1 0 1,1 0 0,0 0 0,1 0 0,1 0 0,0-1 0,1 0-1,1 0 1,14 24 0,-17-33-495,1 0 0,-1 0 0,1 0 0,0 0 0,0-1 0,0 0 1,1 0-1,-1-1 0,1 1 0,0-1 0,0-1 0,0 1 0,7 1 0,39 7-11071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4.25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182 21 14377,'-1'-1'255,"1"0"0,-1 0 0,1 0-1,-1 0 1,1 0 0,-1-1 0,0 1 0,0 0-1,1 0 1,-1 1 0,0-1 0,0 0-1,0 0 1,0 0 0,0 0 0,0 1 0,0-1-1,-1 1 1,1-1 0,0 1 0,0-1-1,0 1 1,-1-1 0,1 1 0,0 0 0,-2 0-1,-4-1 4007,27 5-2149,38 6-1256,-1 3 0,0 3 1,-2 2-1,0 2 1,64 33-1,-103-45-853,1 1-1,-1 1 1,-1 0-1,0 1 1,0 1-1,18 18 1,-29-26-5,-1 1 1,1-1-1,-1 1 0,0 0 1,0 0-1,0 0 1,-1 1-1,1-1 0,-1 1 1,2 9-1,-4-11-2,1 0 0,-1 0 0,0 0 0,0 0 0,-1 0 0,1 0 0,-1 0 0,0 0 0,0 0 0,0 0 0,-1 0 0,1 0 0,-1-1 0,0 1 0,0 0 0,0-1 0,-3 4 0,-4 3-166,-1 1 0,0-2-1,0 1 1,-1-1 0,0-1 0,-1 0-1,0 0 1,-17 7 0,-5 1-1044,-70 22 0,34-19-1586,-118 16-1,20-18-7530,137-16 512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5.39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629 850 5925,'55'-34'2367,"-2"-2"0,-2-3 0,87-84 0,-122 106-1949,-1 0 0,-1-1 0,0 0 0,-2-2 0,0 1 0,-1-1 0,-1-1 0,-1 0 0,-1 0 0,0-1 0,-2 0 0,-1 0 0,-1-1 0,3-30 0,-7 31 41,0 1 0,-2-1 0,0 0 0,-1 0 1,-2 1-1,0 0 0,-1 0 0,-1 0 0,-1 1 1,-12-23-1,19 41-396,1 1 0,-1-1 1,0 1-1,1-1 0,-1 1 1,0-1-1,0 1 1,0 0-1,0-1 0,0 1 1,0 0-1,0 0 0,-1 0 1,1 0-1,0 0 0,-1 0 1,1 0-1,0 0 0,-1 1 1,1-1-1,-1 0 0,1 1 1,-1-1-1,0 1 0,1 0 1,-1-1-1,0 1 0,1 0 1,-1 0-1,1 0 0,-1 0 1,0 0-1,-2 1 0,0 1 46,0 0 0,1 0 0,0 0 0,-1 1 0,1-1-1,0 1 1,0 0 0,0 0 0,1 0 0,-1 0-1,1 0 1,-4 7 0,-10 17 254,2 1 0,-21 58 0,-13 69 746,19-54-822,-217 589-287,176-504 0,-20 49 0,-164 485 0,220-597 0,4 1 0,6 1 0,-14 247 0,37-339 0,2 0 0,1 0 0,2 0 0,1-1 0,2 1 0,1-1 0,12 32 0,-15-51 0,1 0 0,1-1 0,0 0 0,0 0 0,1 0 0,1-1 0,0 0 0,12 11 0,-14-15 0,1-1 0,0 0 0,0-1 0,0 0 0,1 0 0,0-1 0,0 0 0,0 0 0,0-1 0,0-1 0,1 1 0,18 1 0,-14-3 0,0-1 0,0 0 0,0-1 0,0 0 0,0-1 0,0-1 0,0 0 0,0-1 0,24-11 0,-28 10 0,1 0 0,-1-1 0,0 0 0,-1-1 0,1 0 0,-1 0 0,0-1 0,-1 0 0,0-1 0,-1 0 0,1 0 0,-2-1 0,7-11 0,-7 11 0,0-2 0,-1 1 0,-1 0 0,0-1 0,0 0 0,-1 0 0,-1 0 0,0 0 0,-1-1 0,0 1 0,-1-1 0,0 1 0,-1 0 0,-2-14 0,-3 1-1,-2 0 1,0 0-1,-2 1 1,0 0-1,-20-33 1,-81-106-18,77 117-5,2 0-1,-47-95 0,71 123 13,1 0-1,1 0 0,0-1 0,2 1 0,0-1 0,1 0 1,1 0-1,1 0 0,1-1 0,0 1 0,1 0 0,6-29 1,-3 30-115,1 0 1,1 0 0,1 0-1,0 1 1,1 0 0,1 0-1,1 1 1,11-16 0,-3 10-42,0 0 0,2 1 0,1 1 1,37-29-1,3 7-90,3 3 0,1 3 1,79-33-1,-26 15-78,3 5-1,157-41 1,-266 86 281,-6 2 47,-1 1 1,0 0-1,1 0 0,-1 1 0,1-1 0,-1 1 0,8 1 1,30-4-17,-39 3 276,-4-2-237,0-1 1,1 1 0,-1 0 0,0 0 0,1-1 0,0 1 0,-1 0 0,1 0-1,0 0 1,0 0 0,1 0 0,0-2 0,-17-26 108,13 27-61,2 0-6,-1-2-29,-1 0 1,1 0-1,-1 0 1,0 0 0,0 1-1,0-1 1,-1 1-1,1 0 1,-6-7 0,7 9 16,-7 11 17,1 0 0,1 0 0,0 0 0,0 0 0,1 1-1,0 0 1,1 0 0,-4 13 0,-11 24 50,0-9-41,2 1-1,2 0 1,1 1 0,2 1-1,2 0 1,-6 55-1,15-89-70,1 0-1,0 0 1,0 1-1,1-1 1,0 0-1,0 0 1,1 0-1,-1-1 1,2 1-1,-1 0 1,1 0-1,0-1 1,0 0-1,0 0 1,1 0-1,0 0 1,9 10-1,-6-10-14,-1 0 0,1-1-1,1 0 1,-1 0 0,0-1 0,1 0 0,0 0-1,0 0 1,0-1 0,1-1 0,-1 1-1,1-2 1,-1 1 0,11 0 0,-1 0-5,0-2 1,1 0-1,-1-1 1,0 0-1,1-2 1,-1 0-1,0-1 0,-1-1 1,28-11-1,-23 6 33,0-2-1,-1 0 0,-1-1 1,0-1-1,0-1 0,29-30 1,-14 8 79,-23 23 77,1 0 0,0 0-1,2 2 1,-1 0 0,1 0 0,28-15-1,-39 25-105,-1 0-1,1 1 0,-1-1 1,1 1-1,-1 0 1,1 0-1,-1 1 1,1-1-1,7 0 0,-9 2-42,0 0 0,0-1 0,0 1 0,0 0 0,0 0 0,0 0 0,0 0-1,-1 0 1,1 0 0,0 1 0,-1-1 0,1 1 0,-1-1 0,1 1 0,-1-1 0,0 1-1,0 0 1,0 0 0,0 0 0,1 2 0,10 18-11,0 0 1,1-1-1,1-1 0,1 0 0,0-1 1,28 26-1,-25-35-10,-15-9-3,0 0 0,0-1 0,0 1 0,0-1 1,0 0-1,0 0 0,0 0 0,0 0 0,0-1 0,0 1 0,0-1 0,-1 0 0,1 1 1,0-1-1,0-1 0,0 1 0,-1 0 0,1-1 0,-1 1 0,1-1 0,-1 0 0,0 0 1,1 0-1,-1 0 0,0 0 0,0 0 0,-1 0 0,4-5 0,4-8-25,-1 0 0,0 0-1,-1-1 1,5-17-1,-1 5-2,107-303-448,-29 75 270,73-231 191,-140 404 528,-15 51-197,-5 26-211,-3 8-64,-28 92-38,-83 178 0,74-188 0,-44 98 0,-152 378 0,221-524-1434,1 1 0,2 0 0,-9 76 0,18-99 657,0-1-1,2 0 1,0 1 0,0-1 0,1 0-1,5 19 1,-4-24 309,0 0 0,0 0 0,1 0-1,0-1 1,0 1 0,1-1 0,0 0-1,0 0 1,1-1 0,0 1 0,6 4-1,34 20-12518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27.79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1004 1376 7709,'-43'5'3786,"39"-4"-436,4 0-3171,0-1 0,-1 1 0,1 0 0,-1 0 0,1 0 0,-1 0 0,0-1 0,1 1 0,-1 0 0,0-1 0,1 1 0,-1 0 0,0-1 0,0 1 0,0-1 1,-1 1-1,1 0-56,0-1 1,0 1-1,0-1 1,0 1 0,0-1-1,0 1 1,0 0 0,1-1-1,-1 1 1,0 0-1,1 0 1,-1 0 0,0 0-1,1-1 1,-1 1 0,1 0-1,-1 2 1,-3 0 501,0 0 0,0 0-1,0 0 1,0-1 0,-6 3 0,2-1 622,0-2 0,0 1 0,0-1 0,0 0 0,0 0 0,-15 0 0,40-27-1072,-3 12-175,0-1 0,27-18 0,-25 20 0,-1 0 0,22-23 0,-15 7 0,0-1 0,-2-1 0,-2-1 0,0 0 0,-2-2 0,-2 0 0,19-60 0,-16 30 0,-3-1 0,-3 0 0,5-89 0,-15 43 0,-5 0 0,-27-167 0,29 263 0,-1 0 0,0 1 0,-10-25 0,11 32 0,-1 0 0,0 1 0,0-1 0,0 1 0,-1 0 0,1 0 0,-1 0 0,-1 0 0,1 1 0,-10-8 0,14 12 0,-2-2 0,0 1 0,0 0 0,1 0 0,-1 1 0,0-1 0,0 0 0,0 0 0,0 1 0,0-1 0,0 1 0,0 0 0,0 0 0,0-1 0,0 1 0,0 1 0,-2-1 0,-3 0 0,-1 0 0,0 0 0,1 1 0,-1 0 0,0 0 0,0 1 0,1 0 0,-1 0 0,1 1 0,0-1 0,0 2 0,0-1 0,0 1 0,0 0 0,-8 7 0,0 4 0,1 0 0,0 0 0,1 2 0,1-1 0,0 2 0,1 0 0,1 0 0,1 1 0,-9 27 0,-6 24 0,-17 93 0,37-145 0,-31 157 0,9 2 0,-4 179 0,22 361 0,9-461 0,-21 923 0,23-924 0,2-203 0,1 0 0,27 95 0,-31-138 0,2 0 0,-1-1 0,1 1 0,8 13 0,-11-19 0,1-1 0,-1 0 0,1 0 0,0 1 0,0-1 0,0 0 0,0-1 0,0 1 0,0 0 0,0-1 0,1 1 0,-1-1 0,0 1 0,1-1 0,-1 0 0,1 0 0,0 0 0,-1-1 0,1 1 0,0-1 0,3 1 0,6-2 0,0-1 0,0 0 0,0 0 0,0-1 0,-1-1 0,1 0 0,-1 0 0,0-1 0,0-1 0,0 0 0,-1 0 0,0-1 0,0-1 0,9-8 0,8-9 0,0-2 0,-2-1 0,30-42 0,-32 36-163,-2-1 0,-1-1 1,-1 0-1,-3-2 0,0 0 0,-3-1 1,13-60-1,-17 53-51,-2 0 0,-2-1 0,-2 0 0,-2 0 0,-2 0 0,-9-60 0,5 79 98,-1-1 1,-1 1 0,-2 0-1,0 0 1,-2 1 0,-15-27 0,16 37 55,-1 0-1,0 1 1,-1 0 0,0 1 0,-1 0 0,-1 1 0,-1 0 0,0 2 0,-31-22 0,9 13-16,-1 2 0,-1 1-1,0 3 1,-1 0-1,-72-14 1,-214-18-511,89 17 59,227 28 472,0 1-1,1-2 0,-1 0 0,0 0 0,1-1 0,-1 0 1,-15-9-1,22 11 41,1 0 1,-1 0-1,1 0 1,-1 0-1,1 0 1,0-1-1,0 1 1,0-1-1,0 1 0,1-1 1,-1 0-1,1 0 1,-1 0-1,1 0 1,0 0-1,0 0 1,0 0-1,1 0 1,-1 0-1,1 0 1,0 0-1,0-1 1,0 1-1,0 0 1,0 0-1,1 0 1,0-5-1,1 4 9,-1-1 0,1 1 0,0 0 0,0 0 0,0 1 1,1-1-1,-1 0 0,1 1 0,0-1 0,0 1 0,7-6 0,43-29-40,-39 29 14,53-33-25,2 3-1,121-48 1,157-37-61,-318 114 97,189-57-100,-19 7 30,4 4 30,-14 5 8,-183 49 49,0 0 0,0 1 0,0 0 0,0 0 1,1 1-1,11 0 0,-9 0 5,-5 0 22,10 12 163,-14-11-167,1 1-1,0-1 1,-1 0-1,1 0 1,0 0 0,-1 1-1,0-1 1,1 0-1,-1 1 1,0-1 0,0 0-1,1 1 1,-1-1 0,0 0-1,0 1 1,-1-1-1,1 0 1,0 1 0,0-1-1,-1 0 1,1 1-1,0-1 1,-1 0 0,0 0-1,1 1 1,-1-1-1,0 0 1,-1 2 0,-31 41 407,18-27-214,-39 57 279,3 2 0,3 2 0,4 3 0,-37 91 1,74-154-439,1 0 0,1 0 0,0 0 0,-2 28 0,6-41-38,1 1-1,0 0 1,0 0-1,1 0 1,0-1-1,0 1 0,0 0 1,3 7-1,-3-10-4,0-1-1,0 1 0,1-1 0,-1 1 1,1-1-1,0 0 0,-1 0 0,1 1 1,0-1-1,0-1 0,1 1 0,-1 0 1,0 0-1,1-1 0,-1 1 0,1-1 0,4 2 1,7 1 3,0 0 0,0-2 0,0 1 0,1-2 0,-1 0 0,0-1 0,1 0 0,-1-1 0,0 0 0,22-6 0,16-6 13,73-28 0,-115 37-22,26-9-12,-1-2 0,52-30 0,-73 37-23,-1-1 0,0-1-1,0 0 1,-1 0 0,0-1 0,-1-1-1,0 0 1,15-22 0,-23 28 4,-1 1 0,1-1 0,-1 0 0,-1 1 0,1-1 0,-1 0 0,0 0 0,0 0 0,-1 0 0,0 0 0,0 0 0,0 0 0,-1 0 0,0 0 0,0 0 0,0 0 0,-1 0 0,0 0 0,0 1 0,-4-9 0,-4-5-20,0 1 1,-1 0-1,-1 0 1,-22-26-1,8 17 9,0 1 0,-2 1 0,-1 1 1,-1 2-1,0 1 0,-2 1 0,0 2 0,-2 1 0,-45-17 0,66 30 28,1 0 0,-1 1 0,0 0 1,0 1-1,1 0 0,-2 1 0,1 1 0,0 0 1,0 1-1,0 0 0,0 1 0,1 0 0,-20 6 1,30-7 30,4 3 7,2 2-28,0 0 0,1-1 0,0 0 0,0 0 0,0 0 0,1-1 0,-1 0 0,1 0 0,0 0 0,0 0 0,0-1 0,1 0 0,-1-1 0,1 1 0,0-1 0,0 0 0,0-1 0,10 1 0,19 3-28,0-3 1,50-2-1,-71 0 20,107-4-189,-1-6 1,-1-5-1,234-61 1,-323 67 205,0-1 0,-1-2 0,0-1 0,-1-2 0,0-1 0,31-22 0,-56 35-5,-1 0-1,1 0 1,-1 0 0,0 0-1,0-1 1,0 1 0,0-1-1,-1 0 1,0 0 0,1 0-1,-1 0 1,-1 0 0,1 0-1,0-1 1,-1 1 0,1-5-1,-1 0 6,-1 0 0,0 1-1,0-1 1,-1 0 0,0 1 0,0-1-1,-3-8 1,1 4-13,2 7-2,0 1 0,0-1 1,-1 1-1,1 0 0,-1-1 1,0 1-1,-1 0 0,1 0 0,-1 1 1,0-1-1,0 0 0,0 1 1,-6-6-1,5 8 0,1 1-1,-1-1 1,0 1 0,1 0 0,-1 0 0,0 0-1,0 1 1,1-1 0,-1 1 0,0 0-1,-6 0 1,6 0 19,-9 1 46,-1 1 0,1 0-1,0 0 1,0 1 0,0 1 0,-15 6-1,-75 38 360,74-34-273,26-12-116,0-1 1,0 1-1,0 0 0,0 0 1,0 0-1,1 0 0,-1 0 1,1 1-1,-1-1 1,1 1-1,-3 4 0,5-7-23,0 1 0,0-1 0,-1 1 0,1-1 0,0 1 0,0-1 0,0 1 0,0-1 0,0 1 0,0-1 0,-1 1 0,1 0 0,1-1 0,-1 1 1,0-1-1,0 1 0,0-1 0,0 1 0,0-1 0,0 1 0,1 0 0,-1-1 0,0 1 0,0-1 0,1 1 0,0 0 1,0 0 1,1 0-1,-1 0 1,0 0 0,0-1-1,1 1 1,-1 0-1,1-1 1,-1 1-1,0-1 1,1 1 0,-1-1-1,1 0 1,1 1-1,33 1 46,0-1 0,-1-1 0,43-6 0,-8 1-3,-3 0-48,9 0 22,88 4 0,-142 3-17,0 0 0,0 1 0,-1 1 0,1 2 0,-1 0 0,0 1 0,-1 0 0,33 19 0,-44-21 0,-1 0-1,0 1 1,0 0 0,-1 1-1,0 0 1,0 0-1,-1 0 1,0 1 0,0 0-1,0 0 1,-1 1-1,-1 0 1,1-1-1,-1 1 1,-1 1 0,0-1-1,3 15 1,-2-4 23,-2 0 0,0 0 0,-2 0 0,0 0 0,-1 0 0,-1 0 0,-7 30 0,-8 18 99,-8 48 127,25-112-253,-1 0 1,1 0 0,-1 0-1,1 0 1,0 0 0,1 0-1,-1 0 1,1 0 0,0 0-1,0 0 1,0-1 0,0 1-1,1 0 1,-1 0 0,1-1-1,0 1 1,0-1 0,0 0-1,1 0 1,-1 0 0,1 0-1,0 0 1,0 0 0,0 0-1,0-1 1,0 0 0,0 1-1,1-1 1,-1-1 0,1 1-1,-1 0 1,1-1 0,0 0-1,6 2 1,6 0-255,0 0 0,0-1 0,0-1 1,1-1-1,-1 0 0,1-1 0,16-3 0,128-33-4205,-73 14 786,13-1-2775,8-4-3905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32.27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285 1618 8281,'0'0'1655,"0"3"-198,-18 51 7319,14-44-9347,-21 26 4122,25-35-3447,0-1-1,0 1 1,-1 0 0,1-1 0,0 1-1,0-1 1,-1 1 0,1-1 0,0 1-1,-1-1 1,1 1 0,0-1 0,-1 1-1,1-1 1,-1 0 0,1 1 0,-1-1 0,1 1-1,-1-1 1,1 0 0,-1 0 0,1 1-1,-1-1 1,1 0 0,-1 0 0,1 0-1,-1 1 1,0-1 0,1 0 0,-1 0-1,1 0 1,-1 0 0,0 0 0,1 0 0,-1 0-1,1 0 1,-1-1 0,0 1 0,1 0-1,-1 0 1,1 0 0,-1-1 0,1 1-1,-2-1 1,-16-2 2072,25-18-1998,-5 15-166,1 1 0,-1 0 0,1 0 1,0 0-1,0 0 0,1 1 0,-1-1 0,6-4 0,18-24 30,-4-3-31,-1-1 0,-2-1 0,-2-1 0,-1 0 0,-2-2 0,-1 0 0,-3 0 0,-1-1 0,6-68 0,1-69-18,-13 0-22,-5 113 10,1 42 9,-1 0 0,-1 1 0,-1-1 0,-6-25 0,6 40 6,0-1-1,0 1 0,-1 0 1,0 1-1,-1-1 0,0 1 1,0-1-1,-1 1 1,0 1-1,0-1 0,0 1 1,-12-9-1,14 13 3,0 1 1,0-1-1,0 1 0,-1 0 1,1 0-1,-1 0 0,1 1 0,-1 0 1,0 0-1,1 0 0,-1 0 1,0 1-1,-5-1 0,-3 2 1,0-1 1,0 2-1,-20 4 0,19-2 2,1 1-1,0 0 0,0 1 0,0 1 0,1 0 1,0 1-1,0 0 0,1 1 0,0 0 0,0 1 0,1 0 1,1 0-1,0 1 0,0 1 0,-9 14 0,14-18 1,0 0-1,0 0 0,0 0 1,1 0-1,0 0 0,1 1 0,0-1 1,0 1-1,1 0 0,0 0 1,0 13-1,2-15 0,0-1 0,0 1 0,0-1 0,1 0 0,0 1 0,1-1 0,-1 0 1,1 0-1,0 0 0,0-1 0,1 1 0,0-1 0,0 1 0,0-1 0,1-1 0,9 9 0,4 1-59,1-1-1,1-1 0,-1 0 0,2-2 0,0-1 0,0 0 1,0-1-1,1-2 0,0 0 0,39 5 0,20-2-364,131-3 0,-188-6 396,108-2-328,152-23-1,-198 12 264,-1-4 0,144-49 0,-167 40 226,-58 24-110,-5 9-25,0 0 10,-1 0 0,0 0 0,0 0 0,0-1 1,-1 1-1,0-1 0,-1 0 0,1 1 0,-1-2 0,0 1 0,-6 6 1,-12 20 16,-26 52 13,-57 141-1,96-199-37,1 0 0,1 0 0,-6 38 0,11-47 16,0 1-1,1-1 1,1 1 0,1-1 0,0 1-1,4 18 1,-3-31-14,0 0-1,0 0 0,0 0 1,0 0-1,1 0 0,0-1 1,0 1-1,0-1 0,1 0 1,0 0-1,-1 0 1,1-1-1,0 1 0,1-1 1,-1 0-1,1 0 0,-1 0 1,1-1-1,0 0 0,0 0 1,0 0-1,0 0 0,0-1 1,1 0-1,-1 0 1,10 1-1,20-6 3,1 0 0,-1-3 0,0-1 0,-1-1 0,0-2 0,0-1-1,34-19 1,0-4-100,-1-4 0,78-58 0,-111 71 5,-2-1 1,0-2 0,-2-1 0,-1-1 0,-2-2 0,-1-1 0,41-70 0,-64 99 65,0 0 0,0 0 0,-1-1 0,1 1 0,-2-1 0,1 1 1,0-1-1,-1 0 0,0 0 0,-1 0 0,1 0 0,-1 0 0,-1-8 0,0 6 2,-2 0-1,1 0 0,-1 0 1,0 1-1,-1-1 0,0 1 1,0 0-1,-6-8 0,4 13-7,-2 2 53,0 1 0,1 1 0,-1 0 0,1 0-1,-1 0 1,1 1 0,0 0 0,0 0 0,0 1 0,0 0 0,1 0-1,-1 1 1,1-1 0,0 1 0,0 1 0,-7 9 0,-10 12 142,1 0 0,-24 42 0,42-63-146,-12 20 54,1 1 0,1 1 0,-11 31-1,20-47-51,1 1-1,0-1 1,1 1-1,1 0 0,0 0 1,1 1-1,0-1 1,1 0-1,2 24 1,0-30-12,0 0 0,1 0 1,-1 0-1,1 0 0,1 0 0,-1-1 1,1 1-1,0-1 0,1 0 1,-1 0-1,1-1 0,0 1 1,1-1-1,-1 0 0,1-1 1,0 1-1,0-1 0,1 0 1,-1-1-1,1 1 0,10 2 1,5 2-11,0-1 0,1-1 1,0-1-1,0 0 1,38 0-1,2-3-118,0-3 1,0-2-1,113-22 1,-64-1-494,132-48 0,111-82-331,-268 108 757,-3-3 1,121-95 0,-160 103 134,-37 33 46,-7 9 12,-1-1 0,0 0 0,0 1 0,0-1 0,0 0 0,0 1 0,-1-1 0,1 0 1,0 1-1,-1-1 0,1 1 0,-1-1 0,0 1 0,0-1 0,1 1 0,-1-1 0,0 1 0,0-1 0,-2-1 0,0 2-3,0 0 0,1 0 0,-1 0 0,0 1 0,0-1 0,0 1-1,1 0 1,-1 0 0,0 0 0,0 0 0,0 0 0,-3 2 0,-40 8 37,45-10-39,-38 14 37,0 1 1,1 3-1,1 1 1,-44 29-1,35-18-25,1 1-1,1 2 1,-46 48 0,68-60-147,2 2 0,1 0 0,1 1 0,1 1 1,1 1-1,-25 54 0,40-78 118,0-1 0,1 1 0,-1-1 0,0 1 1,0 0-1,1-1 0,-1 1 0,1 0 0,0 0 0,-1-1 0,1 1 0,0 0 1,0 0-1,0-1 0,0 1 0,0 0 0,1 0 0,-1 0 0,1-1 0,-1 1 1,1 0-1,-1-1 0,1 1 0,0 0 0,0-1 0,0 1 0,0-1 0,0 1 1,0-1-1,0 0 0,0 0 0,1 1 0,-1-1 0,3 2 0,-1-2 3,1 1-1,0-1 1,-1 0-1,1 0 1,0-1 0,0 1-1,0-1 1,0 1-1,0-1 1,0 0-1,0-1 1,0 1-1,0-1 1,6-1 0,26-9-32,0-2 0,-1-1 0,59-33 0,98-72 322,-57 32 810,-125 81-864,-1 1-1,1-1 0,0 2 1,0 0-1,0 0 0,20-5 1,-27 9-162,1 0 0,-1-1 0,1 1 0,-1 1 0,1-1 0,-1 0-1,1 1 1,-1 0 0,0-1 0,1 1 0,-1 1 0,0-1 0,0 0 0,1 1 0,-1 0 0,0 0 0,-1 0 0,1 0 0,0 0 0,0 0 0,-1 1 0,0-1 0,1 1 0,-1 0 0,3 5 0,13 22 196,-13-22-197,0 1 1,0-1 0,1 0 0,7 7 0,-10-12-83,0 0 0,0 0 0,1-1 0,-1 1 0,1-1 0,0 0 0,0 0 0,0 0 0,-1-1 0,2 1 0,-1-1 0,0 0 0,5 1 0,-8-2 15,12 2-184,1 0-1,-1-1 0,1 0 1,-1-1-1,1 0 0,-1-2 0,1 1 1,24-7-1,57-20-711,-86 24 842,1 0 0,-1 0 0,0-1 0,0 0 0,0-1-1,-1 1 1,0-2 0,0 1 0,0-1 0,-1 0 0,0-1-1,-1 0 1,9-12 0,-2-3 4,-1 0 0,-2 0 0,14-41 1,-19 49 31,19-69 7,26-169 1,-37 172 176,3-18 818,-5-1 0,-3 0 0,-11-185 0,-2 263 502,4 22-1389,-1 1 1,1 0-1,0 0 1,0 0 0,0-1-1,0 1 1,0 1-1,0-1 1,0 0-1,0 0 1,0 0-1,0 0 1,-1 3-1,-7 12 79,0 0 0,1 1-1,1-1 1,1 2 0,0-1-1,1 1 1,-4 25 0,-5 16-38,-131 421-131,120-402-1913,3 0-1,-18 124 1,37-171 806,0 1 1,2-1 0,1 1 0,2 0 0,1-1 0,1 1-1,2-1 1,1 0 0,18 46 0,22 19-11875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34.82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223 1431 6341,'1'-6'378,"-1"4"-219,1 1 0,-1-1-1,0 0 1,0 1 0,1-1 0,-1 0 0,1 1 0,-1-1 0,1 1-1,0-1 1,0 0 0,-1 1 0,1 0 0,0-1 0,0 1 0,1 0-1,-1-1 1,0 1 0,0 0 0,2-1 0,-2 1 4,0 0 1,0 0-1,-1 0 0,1 0 1,0 0-1,-1 0 0,1-1 1,-1 1-1,1 0 1,-1 0-1,1 0 0,-1-1 1,0 1-1,0 0 0,1 0 1,-1-3-1,0 1 290,2-8 1091,0 0 0,-1 0 0,0 0 0,-1 1 0,-1-18 0,-1-1 1204,1 0 724,-3 23-2363,-2 15 53,-49 112-730,6 2 0,6 2-1,-42 199 1,82-309-432,0-1 0,1 1 0,1-1 0,1 1 0,0 0 0,1 0 0,0-1 0,5 21 0,-4-30 0,-1 0 0,1 0 0,0-1 0,0 1 0,0 0 0,1-1 0,0 0 0,0 0 0,0 0 0,0 0 0,0 0 0,1 0 0,0-1 0,-1 0 0,2 0 0,-1 0 0,0 0 0,0 0 0,1-1 0,-1 0 0,1 0 0,0 0 0,0-1 0,0 1 0,0-1 0,0 0 0,7 0 0,5-1 0,0 0 0,0-1 0,0 0 0,0-2 0,-1 0 0,1-1 0,-1 0 0,0-2 0,0 0 0,0 0 0,14-10 0,12-7 0,-1-3 0,61-49 0,217-214 0,-316 285 0,1 1 0,-1 0 0,1 0 0,0 0 0,8-5 0,5 2 0,-13 7 0,0-1 0,0 1 0,-1 0 0,1 1 0,0-1 0,-1 1 0,1-1 0,-1 1 0,0 0 0,0 0 0,1 1 0,-1-1 0,-1 1 0,1-1 0,0 1 0,4 5 0,25 21 0,-15-18 0,1-2 0,0 0 0,0-1 0,0-1 0,1-1 0,0-1 0,40 6 0,-21-6 0,0-3 0,0-1 0,51-5 0,-68 2-53,-1-1 0,0-1-1,0-1 1,0 0 0,-1-2 0,35-16 0,-43 18 11,-1-1 0,-1 0 0,1-1 0,-1 0 0,0 0 0,-1-1 0,0 0 0,0 0 0,0-1 0,-1 0 0,-1 0 0,1-1 1,7-16-1,-6 4-109,-1 0 1,0 0-1,-2 0 1,0-1 0,-2 0-1,-1 0 1,0 0 0,-2 0-1,0 0 1,-7-39 0,0 23 45,-1 1 0,-2 0 0,-2 0 1,-2 1-1,-24-49 0,23 56 47,-1 1 1,-2 0-1,-1 1 0,-1 1 0,-1 1 0,-1 1 0,-1 0 0,-41-31 0,68 77 62,0-14-3,1-1 1,-1 1-1,1-1 0,1 0 1,-1-1-1,1 1 0,0-1 1,10 7-1,59 35 0,-73-46 0,37 17-9,0-1 0,1-2 0,1-2 0,0-2-1,71 11 1,-70-15-8,0-2-1,1-2 1,-1-2-1,1-1 0,-1-2 1,0-3-1,0-1 1,81-22-1,-108 22 21,1-1 1,-1 0-1,0-1 1,0-1-1,22-18 1,-28 20-6,-1 0 1,0-1 0,0 0 0,-1 0 0,0-1 0,0 0 0,-1 0 0,0-1-1,7-14 1,-11 20-4,1-1-1,-1 0 0,1 0 0,0 1 1,7-7-1,-5 5-42,-3 4 20,4 23 21,-5-15 22,-1 0 0,0-1 0,0 1 0,0 0 0,-1 0 0,0 0 0,0 0 0,-3 9 0,-21 50 186,5-16-48,-73 169 310,63-155-363,2 1 0,-30 103-1,56-158-92,0 0-1,0 0 1,1 0-1,0 0 1,1 0-1,0 0 1,0 0-1,1 0 1,0 0-1,0 0 1,1-1-1,3 11 1,-2-14-13,-1 0 0,1 0-1,0 0 1,0 0 0,1 0 0,0-1 0,-1 1 0,1-1 0,1 0-1,-1 0 1,1-1 0,-1 1 0,1-1 0,0 0 0,0 0 0,1-1-1,-1 0 1,0 0 0,10 3 0,3-1-17,0 0 0,0-1 0,1-1 0,-1 0 0,1-2 0,0 0 0,-1-1 0,1-1 0,-1 0 0,1-2 0,20-6 0,-17 3-41,0-1-1,0-1 1,-1-1-1,0-1 1,-1-1-1,0-1 1,-1 0-1,27-25 1,-34 25-2,-1 0 1,0 0 0,-1-1-1,-1 0 1,0-1-1,11-25 1,-12 23 6,4-7-32,-2-1 0,0 0 1,-1-1-1,-2 0 0,8-52 0,-13 60 47,-1-1 0,0 1 0,-2 0 0,0-1 0,-1 1-1,-1-1 1,0 1 0,-1 0 0,-8-18 0,8 26 27,-1 0-1,0 1 1,-1-1 0,0 1 0,-1 0-1,0 1 1,0-1 0,0 1 0,-1 1-1,-1-1 1,1 1 0,-1 1 0,0 0-1,-1 0 1,1 1 0,-22-9 0,9 6-40,-1 1 1,0 1-1,-1 1 1,1 0 0,-1 2-1,-44 0 1,82 2 7,0 0 1,27-7-1,-14 3-18,-20 4 31,535-97-2295,-529 95 2283,29-6-166,0-1 0,74-29 0,-109 35 195,0 0 1,0-1-1,-1 0 1,0 0-1,9-8 1,-5 3 0,-9 8 13,1-1-1,-1 1 1,0-1 0,0 1-1,0-1 1,0 1 0,-1-1-1,1 0 1,-1 1-1,1-5 1,0 1-3,-1 3 12,0 0 1,0 0-1,0 0 1,-1 0-1,0 0 1,1 1-1,-1-1 1,0 0-1,-2-4 0,2 4-14,0 1 6,1 0-1,-1 0 0,0 0 1,1 0-1,-1 0 1,0 0-1,0 0 0,-1 0 1,1 1-1,0-1 1,-2-2-1,0 1-5,-4 1 8,-11 3 13,-1 0 1,1 2-1,-1 1 0,1 0 1,0 1-1,0 1 0,-20 10 1,15-6 2,1 1 0,0 2 0,1 0 0,1 1 0,-20 18 0,39-31-10,-1 0 1,1 0-1,0 1 0,0-1 1,-1 0-1,1 0 0,0 1 1,0-1-1,1 1 0,-1-1 1,0 1-1,0-1 0,1 1 1,-1 0-1,1-1 0,-1 1 1,0 2-1,2-2-1,-1-1 1,0 0 0,0 0-1,1 0 1,-1 0-1,0 0 1,1 0 0,-1 0-1,1 0 1,0 0 0,-1 0-1,1 0 1,0 0-1,-1 0 1,1-1 0,0 1-1,0 0 1,0 0-1,1 0 1,4 2-1,0 0-1,0 0 1,0-1-1,0 0 1,0 0-1,0 0 1,8 0-1,41 4-7,58-1-1,-12-1 108,-47-1-104,171 16-61,-170-12 89,-1 3 0,57 17 1,-99-23-32,0 0 1,-1 0-1,1 2 1,-1-1-1,0 1 1,-1 1-1,0 0 1,0 0-1,10 11 1,-14-13 2,-1 1 0,0 0 1,-1 0-1,1 0 1,-1 1-1,-1 0 0,1 0 1,-1 0-1,0 0 0,0 0 1,-1 1-1,0-1 0,-1 1 1,0-1-1,1 12 1,-2 12-3,-2 0 0,-1 0 0,-8 33 0,5-36 8,1 1-1,2 0 1,1 55 0,2-81-3,0 0 0,1 0 0,0 1 0,-1-1 0,1 0-1,1 0 1,-1 0 0,0 0 0,1 0 0,-1-1 0,1 1 0,0 0 0,0-1 0,0 1 0,4 3 0,-1-2-3,0 0-1,0-1 1,0 0 0,0 0 0,0 0-1,1-1 1,-1 0 0,8 2 0,2 0 13,0-1 1,0-1 0,1 0-1,-1-1 1,0-1-1,17-1 1,-9-2-4,1-1 0,-1 0 1,0-2-1,0-1 0,0-1 0,-1-1 0,-1 0 1,1-2-1,-1-1 0,-1 0 0,0-1 1,-1-2-1,-1 0 0,0 0 0,-1-2 0,-1 0 1,19-26-1,19-42 58,-20 27-78,-28 48 25,-1 1 0,0-1 0,-1 0 1,5-15-1,7-17-20,16-16-84,-30 55 49,0-1 132,4-14-115,-4 13 2,-2 1 6,-3-8 32,1 1 1,-2-1-1,1 1 0,-1-1 0,-9-15 1,2-1 96,2 0 0,0 0 0,3-1 0,0 0 0,-3-53 0,8 26 259,2 1-1,13-91 0,-7 90 116,-2 0-1,-3-69 0,-2 122-444,0 0 1,0 0-1,-1 0 0,0 0 0,1 0 1,-1 0-1,0 0 0,0 1 0,-1-1 0,1 0 1,-1 0-1,1 1 0,-4-4 0,5 5-23,-1 0-1,0 1 0,0-1 0,0 0 1,1 1-1,-1-1 0,0 1 1,0-1-1,0 1 0,0 0 0,0-1 1,0 1-1,0 0 0,0 0 0,0 0 1,0-1-1,0 1 0,0 0 1,0 0-1,0 0 0,0 1 0,0-1 1,0 0-1,0 0 0,0 0 0,0 1 1,1-1-1,-1 1 0,0-1 1,0 1-1,0-1 0,0 1 0,0-1 1,1 1-1,-1 0 0,0-1 0,0 2 1,-5 3 97,1 1 0,0 0 0,1 0 0,-1 0 0,1 0 0,1 0 0,-1 1 0,-4 12 0,-15 62 822,16-53-661,-116 369 708,-24-6-449,131-350-536,-101 269 0,25 6 0,86-290 0,1 0 0,2 1 0,0-1 0,2 1 0,4 51 0,-2-67 0,1 0 0,0 0 0,1 0 0,1 0 0,-1 0 0,2-1 0,-1 1 0,1-1 0,1 0 0,0-1 0,0 1 0,1-1 0,0-1 0,1 1 0,0-1 0,13 10 0,-9-9-80,1-1 0,0 0 0,0-1 1,1-1-1,0 0 0,0-1 0,0 0 0,1-1 0,-1-1 0,1 0 1,20 0-1,-6-2-182,1-1 0,-1-1 0,0-2 0,55-12 0,-41 3-188,1-1-1,-2-2 0,69-36 0,-78 35 211,37-19-288,-2-3 0,-2-3-1,112-92 1,-130 93 338,-1-1 0,-3-2-1,43-54 1,-67 73 166,-1-2 1,-1 0-1,-2-1 1,0-1-1,-2 0 0,-1-1 1,16-56-1,-27 81 55,-1 0 0,0 0 1,-1 0-1,1 0 0,-1 0 0,0-1 0,0 1 1,0 0-1,0 0 0,-1 0 0,0 0 0,0 0 1,0 0-1,0 0 0,0 0 0,-1 0 0,0 1 1,0-1-1,0 0 0,0 1 0,0-1 0,-1 1 1,0 0-1,1 0 0,-1 0 0,0 0 0,-1 1 1,1-1-1,0 1 0,-1 0 0,1 0 0,-8-3 1,3 1 29,-1 1 1,1 1-1,-1 0 1,0 0 0,0 0-1,0 1 1,0 1-1,0-1 1,0 2 0,0-1-1,0 1 1,0 0-1,0 1 1,-9 3-1,-2 3 39,-1 1 0,1 0 0,1 2 0,0 0-1,1 2 1,0 0 0,0 0 0,2 2 0,0 0-1,-23 28 1,9-5 10,2 1 0,1 1 0,-37 78 0,58-106-117,1 0 1,0 0-1,1 0 1,0 0-1,1 1 1,-4 23-1,7-32-45,0-1-1,0 1 1,0 0 0,0-1-1,1 1 1,-1 0-1,1-1 1,0 1-1,0-1 1,0 1-1,1-1 1,-1 0-1,1 1 1,0-1-1,0 0 1,0 0-1,0 0 1,0 0-1,1 0 1,-1-1-1,1 1 1,0-1 0,0 0-1,0 1 1,0-1-1,0-1 1,7 4-1,-3-2-29,0-1 0,0 0 0,0-1 0,1 0 0,-1 0 1,1 0-1,-1-1 0,1 0 0,-1-1 0,0 0 0,1 0 0,-1 0 0,0-1 0,0 0 0,0 0 0,0-1 0,9-4 0,3-3-34,0 0-1,-1-1 1,0-1 0,30-27-1,-19 10 201,-1 0 1,-1-2-1,-2-1 0,-1-1 0,27-52 0,79-188 1363,-84 165-932,115-242 2686,-154 338-2993,-5 9-65,-1-1-1,2 0 0,-1 1 0,0-1 0,1 1 0,0 0 0,4-5 1,-13 46 298,-3-2-441,-1 0 0,-2 0 0,-25 51 0,-63 103 0,80-155 0,-45 80-538,-60 111-2555,103-178 1936,1 0 0,-26 99 1,44-137 310,1 0 1,1 1-1,0-1 1,0 0-1,1 1 1,0-1-1,1 1 1,0-1-1,1 0 1,0 1-1,0-1 1,8 18-1,27 43-10844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36.2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34 420 8545,'28'-37'2360,"-27"35"-2139,0 1 1,0-1-1,0 0 0,0 1 1,-1-1-1,1 0 1,0 1-1,-1-1 0,0 0 1,1 0-1,-1 0 0,0 1 1,0-1-1,0 0 0,0 0 1,0 0-1,-1 0 1,1 1-1,-1-3 0,0 2-28,1 1-1,0 0 0,-1 0 0,1-1 1,0 1-1,0 0 0,0-1 0,0 1 0,0 0 1,0-1-1,0 1 0,1 0 0,-1-1 1,0 1-1,1 0 0,-1 0 0,1-1 1,-1 1-1,2-2 0,-1 2 100,0-1-1,-1 1 1,1-1-1,0 1 1,-1-1 0,0 0-1,1 1 1,-1-1-1,0 1 1,0-1 0,0 0-1,0 1 1,0-1-1,0 1 1,0-1-1,0 0 1,-1 1 0,1-1-1,-1 1 1,1-1-1,-1 1 1,0-1 0,1 1-1,-3-3 1,1 0 5524,1 9-5392,-52 297-349,46-243-79,3 1 1,3 0-1,7 71 0,-5-118 4,1 0 0,0 0 0,1 0 0,0-1 0,1 1 0,1-1 0,0 0 0,1 0 0,0 0 0,0-1 0,1 0 0,1 0 0,0-1 0,0 0 0,1 0 0,0-1 0,1 0 0,0 0 0,0-1 0,1-1 0,0 0 0,1 0 0,-1-1 0,1-1 0,0 0 0,20 6 0,-11-7 0,-1 0 0,1-1 0,1-1 0,-1-1 0,0-1 0,0-1 0,0-1 0,0-1 0,0 0 0,0-2 0,0 0 0,-1-2 0,0 0 0,0-1 0,-1-1 0,0-1 0,-1 0 0,0-2 0,-1 0 0,0-1 0,0 0 0,-2-2 0,17-18 0,-7 2 0,-2-1 0,-1-2 0,29-57 0,38-117 0,-41 89 0,-38 99 0,-2 10 0,-2 13 0,-1 15 0,-5-17 0,9 93 0,4 27 0,-10-100 0,2 1 0,0-1 0,2-1 0,0 1 0,11 21 0,-13-33 0,0 0 0,1-1 0,-1 1 0,2-1 0,-1-1 0,1 1 0,0-1 0,1 0 0,0-1 0,0 1 0,0-2 0,1 1 0,11 5 0,-7-5 0,1-1 0,0 0 0,1-1 0,-1 0 0,1-1 0,-1-1 0,1 0 0,0-1 0,0-1 0,0 0 0,0-1 0,0-1 0,-1 0 0,1-1 0,-1 0 0,27-11 0,-21 5 0,0 0 0,0-2 0,-2 0 0,1-1 0,-1-1 0,-1-1 0,-1 0 0,0-1 0,0-1 0,22-31 0,-2-7 0,-2-1 0,-3-2 0,-2-1 0,-3-1 0,-3-1 0,-2-1 0,-3-1 0,-2-1 0,11-99 0,-24 125 0,-3 27 0,1 0 0,0 0 0,5-19 0,-6 29 0,0 0 0,1 0 0,-1 1 0,0-1 0,0 0 0,0 0 0,0 0 0,0 0 0,1 0 0,-1 0 0,0 1 0,0-1 0,0 0 0,0 0 0,1 0 0,-1 0 0,0 0 0,0 0 0,0 0 0,1 0 0,-1 0 0,0 0 0,0 0 0,0 0 0,1 0 0,-1 0 0,0 0 0,0 0 0,0 0 0,0 0 0,1 0 0,-1 0 0,0 0 0,0 0 0,0 0 0,1 0 0,-1-1 0,0 1 0,0 0 0,0 0 0,0 0 0,0 0 0,1 0 0,-1 0 0,0-1 0,0 1 0,0 0 0,0 0 0,0 0 0,0 0 0,0-1 0,0 1 0,1 0 0,-1 0 0,0 0 0,0-1 0,5 18 0,-5-16 0,84 321 0,-66-262 0,-3 1 0,-2 0 0,7 101 0,-19-139 0,-1 1 0,-1-1 0,-1 0 0,-1 0 0,-1 0 0,-1 0 0,-1 0 0,-1-1 0,-1 0 0,-1-1 0,-1 1 0,-1-2 0,-13 21 0,2-13 0,0-1 0,-1-1 0,-2-1 0,0-1 0,-30 20 0,-149 91 0,110-89 0,6-4 0,284-135-828,-123 61 603,151-65-329,217-105-333,-371 164 772,-3-2 0,106-84 0,-137 93 77,-1-1 1,-2-2-1,-1-1 0,-1-2 1,45-72-1,12-51-34,-78 137 65,0 0 0,-1-1 0,-1 0 0,-2-1-1,4-26 1,-10 50 8,1-6 8,0-1 0,0 0-1,-1 0 1,-1-12 0,1 19-6,0 0 0,-1 0 1,1 0-1,0 0 0,0 0 0,-1 0 1,1 0-1,-1-1 0,1 1 0,-1 0 1,1 0-1,-1 1 0,0-1 0,1 0 1,-1 0-1,0 0 0,0 0 0,1 0 1,-1 1-1,0-1 0,0 0 0,0 1 1,0-1-1,0 1 0,0-1 0,0 1 1,0 0-1,0-1 0,0 1 0,-1 0 1,1 0-1,0-1 0,0 1 0,0 0 1,0 0-1,0 0 0,0 0 0,-2 1 1,-6 1 14,0 0 0,-1 1 0,1 0 0,1 1 0,-1 0 0,0 0 0,1 1 0,0 0 0,-10 9 0,-5 4 139,-38 40 0,20-14-30,3 2-1,1 2 1,2 1-1,3 2 0,2 1 1,-33 76-1,55-106-98,0 0-1,1 1 1,1 0-1,2 0 0,-4 33 1,8-46-19,-1 0 1,1 1-1,1-1 0,0 0 1,1 0-1,0 0 0,0 0 1,1 0-1,0 0 0,1-1 1,0 0-1,0 1 0,1-1 1,12 16-1,-6-13-18,0 0 0,1-1 1,1 0-1,0-1 0,0-1 1,1 0-1,0-1 0,29 13 1,-8-7-107,2-1 1,62 12 0,-28-12-578,1-3 0,0-3 0,142-6 0,-105-10-3983,208-44 0,-216 31-1491,-3 1-3588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37.84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1102 8721,'6'15'11954,"-5"-12"-11392,0-2-473,0 1 0,1 0 1,-1-1-1,0 1 1,0-1-1,1 1 0,-1-1 1,1 0-1,-1 0 1,1 1-1,-1-1 1,1 0-1,0 0 0,0-1 1,-1 1-1,1 0 1,0 0-1,0-1 0,0 1 1,0-1-1,0 0 1,0 0-1,0 1 0,0-1 1,0 0-1,0-1 1,0 1-1,0 0 0,0-1 1,0 1-1,-1-1 1,1 1-1,3-2 0,6-2 83,-1 0 0,0-1 0,0 0 0,-1 0 0,14-11 0,13-15 720,0-3 0,-3 0 1,43-58-1,-63 76-689,111-155 1389,-68 91-1071,26-42-3,-5-4 0,76-171-1,-118 224-491,-23 49-28,-32 63-1,-117 204 3,-14 30 0,130-230 0,-4 2 0,3 1 0,2 1 0,2 1 0,-18 76 0,34-116 1,1-1-1,0 1 1,1-1 0,0 1-1,0-1 1,0 1-1,1-1 1,0 1 0,1-1-1,-1 0 1,1 1 0,1-1-1,-1 0 1,1 0-1,1-1 1,6 12 0,-4-11-5,-1-1 1,1 0-1,1 0 0,-1 0 1,1-1-1,0 1 1,0-2-1,0 1 1,1-1-1,0 0 1,0-1-1,0 0 0,0 0 1,11 2-1,1-1-79,0-1-1,-1-1 1,1-1-1,0-1 1,0-1-1,0 0 0,0-1 1,-1-2-1,24-6 1,-8 0-37,-1-1 0,-1-2-1,0-2 1,39-22 0,-31 10 2,-1-1-1,-2-2 0,-1-2 1,-1-1-1,-2-2 1,-1-1-1,44-64 0,-75 98 100,-1 0-1,1 0 0,-1 0 1,0 0-1,1 0 0,-1 0 0,0-1 1,0 1-1,0 0 0,-1-1 0,1 1 1,-1-1-1,1 1 0,-1-1 0,0 1 1,0-1-1,0 1 0,0-1 0,0 1 1,0-1-1,-1 1 0,0-1 1,1 1-1,-1 0 0,0-1 0,-1-2 1,0 4-5,0-1 1,0 0 0,0 1 0,0-1 0,0 1 0,0-1 0,0 1 0,0 0-1,-1 0 1,1 0 0,0 0 0,-1 1 0,1-1 0,-1 1 0,1-1 0,-1 1-1,1 0 1,-1 0 0,1 0 0,-1 0 0,1 0 0,-1 1 0,1-1 0,0 1-1,-4 1 1,-9 2-170,-1 1 0,1 1 0,0 1 0,0 0 0,-18 12 0,-70 53-1384,61-40 977,18-15-135,1 1 0,1 1 0,-38 42 0,58-59 666,1 0-1,-1-1 1,1 1-1,-1 0 0,1 1 1,0-1-1,0 0 1,0 0-1,0 0 1,0 1-1,0-1 1,1 1-1,-1-1 1,1 0-1,-1 1 1,1 4-1,1-5 51,-1-1 0,1 1-1,-1-1 1,1 1 0,0-1 0,-1 0-1,1 1 1,0-1 0,0 0 0,0 0 0,0 1-1,0-1 1,0 0 0,1 0 0,-1 0-1,0 0 1,0-1 0,1 1 0,1 1 0,7 2 87,0-1 1,0 0 0,0-1 0,0 0 0,19 1 0,-23-2-11,38 1 746,1-2 1,-1-3 0,0 0-1,-1-3 1,44-12-1,-45 9-245,0-2-1,56-24 1,-49 16-490,0-2 0,-2-3 0,0-1 0,-1-3 0,-2-2 0,-1-1 0,-2-2 0,-1-2 0,-2-2 0,47-57 0,-40 35-79,116-133 1194,-161 191-1165,1 0 0,0 1 0,0-1 0,-1 0-1,1 0 1,0 0 0,0 0 0,0 1-1,0-1 1,0 0 0,0 1 0,0-1 0,0 1-1,0-1 1,0 1 0,0-1 0,0 1-1,0 0 1,0 0 0,0-1 0,1 1-1,-1 0 1,0 0 0,0 0 0,0 0 0,2 1-1,-2 0 1,0 0 0,1 0 0,-2 0 0,1 0 0,0 0 0,0 0-1,0 1 1,0-1 0,-1 0 0,1 1 0,-1-1 0,1 0 0,-1 1-1,1-1 1,-1 1 0,0-1 0,1 3 0,0 11 65,0 0 0,-3 28 0,2-41-84,-19 341 542,16-279-965,-3 0 0,-2-1 0,-4 0 0,-33 109 0,38-152 70,2-5-40,0 0 0,-1-1 0,0 1 0,-11 17 0,13-27 273,0-1-1,1 1 1,-2-1 0,1 0-1,0 0 1,-1 0-1,0-1 1,1 1 0,-1-1-1,-1 0 1,1-1 0,0 1-1,-1-1 1,1 0-1,-7 1 1,2-1-15,0-1-1,1 0 1,-1 0 0,-11-2-1,8 1-2,12 0 127,0 0 1,0 0 0,0 0-1,0 0 1,0 0-1,0-1 1,0 1 0,0 0-1,0 0 1,0-1 0,0 1-1,0-1 1,0 1 0,0-1-1,0 1 1,1-1-1,-1 1 1,0-1 0,0 0-1,1 1 1,-1-1 0,0 0-1,1 0 1,-1 0 0,1 1-1,-1-1 1,1 0 0,-1 0-1,1 0 1,-1 0-1,1 0 1,0 0 0,0 0-1,0 0 1,-1 0 0,1 0-1,0 0 1,0 0 0,0 0-1,0 0 1,1 0 0,-1 0-1,0 0 1,0 0-1,1 0 1,-1 0 0,0 0-1,1 0 1,-1 0 0,1 0-1,0-1 1,18-15-15,0 0 0,0 2 0,2 0 1,0 1-1,0 1 0,27-12 0,20-12-54,55-37 275,-3-6 0,205-178 1,-279 215-38,154-154 1186,-166 159-833,-1-1 0,-2-1 0,35-63 0,-63 98-465,-1 0 0,1 0 0,-1 0 1,-1 0-1,1 0 0,-1 0 0,0 0 1,0-1-1,0 1 0,-1 0 0,0-1 0,0-5 1,0 9-40,-1 0 0,1 0 0,-1 0 0,1 0 0,-1 0 0,0 0 0,1 1 0,-1-1 0,0 0 0,0 0-1,0 1 1,0-1 0,-1 1 0,1-1 0,0 1 0,-1-1 0,1 1 0,-1 0 0,1 0 0,-1 0 0,0 0 0,0 0 0,1 0 0,-1 0 0,0 0 0,0 1 0,0-1 0,0 1 0,0-1 0,0 1 0,1 0 0,-1 0 0,-3 0 0,-7 0 9,-1 1 0,1 1 0,-1 0 0,1 1 0,0 0 0,0 1 0,0 0 0,0 1 0,1 0 0,0 1 0,0 0 0,0 1 0,1 0-1,0 0 1,-12 13 0,0 0 5,1 2-1,1 0 1,1 1-1,2 1 1,-23 38-1,24-33-3,0 1 1,2 0-1,1 1 0,-16 63 1,26-80-35,0 0 0,1 1 0,1-1 1,0 0-1,1 1 0,1-1 0,0 0 1,1 0-1,0 1 0,2-1 0,-1-1 1,1 1-1,1 0 0,8 13 0,-8-17-23,0 0 0,1-1 0,0 0 0,0-1 0,1 0 0,0 1 0,1-2 0,0 1 0,0-1 0,1-1 0,-1 0 0,1 0 0,1 0 0,-1-1 0,1 0 0,0-1 0,0 0 0,0-1 0,1 0 0,-1-1 0,1 0 0,21 1 0,-16-2 28,1-1 0,0-1 0,-1-1 0,1 0 0,-1-1 0,1-1 0,-1 0 0,0-1 0,0-1 0,-1-1-1,0 0 1,0-1 0,-1 0 0,26-20 0,2-9 140,-1-2-1,-2-1 0,40-53 0,46-49 64,-113 129-161,18-17 158,58-44-1,-76 64-146,2 0-1,-1 1 1,1 1-1,0 0 1,26-9-1,-35 16-26,-1-1 0,1 1 0,1 0 0,-1 0 0,0 0 0,0 1 0,0 0 0,0 0 0,1 0 0,-1 0 0,0 1 0,0 0 0,0 0 0,0 1 0,0-1 0,0 1 0,0 0 0,-1 0 0,1 1-1,-1-1 1,8 7 0,-6-4 14,0 0 0,-1 0 0,0 0 0,0 1 0,0 0 0,-1 0 0,0 0 0,0 1 0,-1-1 0,1 1 0,-1 0 0,3 13 0,-3-9 30,-1 0 0,-1 0 1,0 0-1,-1 0 0,0 1 0,0-1 0,-5 21 0,-1-6 92,-1-1 0,-1 1 0,-1-1 0,-2-1 0,0 0 0,-24 35 0,-4-3 17,-3-3-1,-2-1 1,-3-3-1,-1-1 1,-63 46-1,106-90-173,-16 12-630,0 1 1,1 1-1,1 1 0,1 1 1,1 0-1,-16 25 1,32-43-1651,14 6-8172,-9-4 8070,15 11-7808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37.98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21 54 13221,'-20'-33'7425,"40"30"-7745,-3 3-816,-7-18-15070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5.46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710 910 8229,'32'-16'1462,"39"-24"0,-60 32-809,-1 0-1,1 0 0,-1-1 0,-1 0 1,0-1-1,0 0 0,9-14 0,-2-1 281,-1-1-1,-2-1 0,0 0 0,-2-1 0,-1 0 0,-1 0 0,-1-1 0,6-52 0,-8 32 413,-2-87-1,-5 110-1015,-1 1-1,-2-1 0,0 1 0,-2-1 0,-9-27 0,12 47-257,1 0 0,0 0 0,-1 1 0,0-1 0,-1 1 0,1-1 0,-1 1 0,0 1 0,0-1 0,-1 0 0,1 1 0,-1 0 0,0 0 0,0 0 0,0 1 0,-8-4 0,5 4 16,-1 0-1,1 0 1,-1 1-1,0 0 1,0 0-1,0 1 0,0 0 1,0 1-1,-1 0 1,-9 2-1,-13 3 101,1 1 0,0 2 0,0 1-1,0 2 1,-36 18 0,21-7-172,1 1-1,1 3 1,1 2-1,1 2 1,-38 36 0,49-38-18,2 2 1,1 1-1,1 1 1,2 1-1,1 1 1,-31 61-1,44-72 3,1 0 0,1 1 0,1 1 0,1-1 0,2 1 0,0 0 0,2 1 0,0-1 0,2 1 0,1-1 0,1 1 0,1-1 0,1 0 0,1 1 0,2-1 0,0-1 0,2 1 0,12 27 0,7 3 0,2-2 0,3-1 0,2-1 0,2-2 0,2-1 0,2-2 0,62 54 0,344 254 0,-379-306 0,152 122 0,-210-162-22,0 1 0,0 0 1,-1 0-1,0 1 0,-1 0 0,0 1 0,6 12 0,-12-20-1,1 1-1,-1-1 0,0 0 0,0 1 0,0-1 0,0 1 0,-1 0 0,0-1 0,1 1 0,-1-1 0,-1 1 0,1 0 0,0-1 0,-1 1 0,0-1 0,0 1 0,0-1 0,0 1 0,0-1 0,-1 0 0,1 1 0,-1-1 0,0 0 0,0 0 0,0 0 0,-1-1 0,-4 6 0,-1-1-249,-1 0 1,1-1-1,-1 0 1,-1-1-1,1 0 0,-1 0 1,0-1-1,0 0 1,0-1-1,-11 2 1,-20 4-1215,-50 3 0,85-12 1314,-34 4-1311,0-2 1,0-2 0,-45-6 0,46 0-2559,-55-14-1,34 2-4731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6.42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110 2787 8145,'3'6'1349,"5"14"1829,-8-19-3004,0 0 0,-1 0-1,1 0 1,-1-1 0,1 1 0,-1 0 0,1-1-1,-1 1 1,1 0 0,-1-1 0,0 1 0,1 0 0,-1-1-1,0 1 1,1-1 0,-1 1 0,0-1 0,0 0-1,1 1 1,-1-1 0,0 0 0,0 0 0,0 1 0,0-1-1,1 0 1,-1 0 0,0 0 0,0 0 0,0 0-1,-1 0 1,-37 2 2991,35-2-1667,-20 3 1124,-2-3-628,20-33-112,8 20-1688,0 0 0,0 0 0,1 1 0,1-1 0,7-17 0,0-1-43,42-114 192,78-155 0,-39 100-324,152-428-555,-204 498 365,-6-1 0,34-266 0,-52 128 4,-16 203 118,-3-1-1,-12-67 1,11 111 33,0 1 0,-2 0 0,0 0-1,-11-23 1,16 41 14,-1-1-1,0 1 0,0 0 0,-1 0 0,1 0 0,-1 0 0,0 0 0,0 1 0,0-1 0,0 1 0,-1 0 1,1 0-1,-1 0 0,0 0 0,0 1 0,0-1 0,0 1 0,-1 0 0,1 0 0,0 1 0,-1-1 1,1 1-1,-1 0 0,0 0 0,1 1 0,-6-1 0,4 2 2,0 0 1,0 0-1,0 1 1,0 0-1,0 0 1,0 0-1,1 1 1,-1-1-1,1 2 0,0-1 1,0 0-1,0 1 1,0 0-1,1 0 1,-1 0-1,-4 7 1,-8 9 46,2 1 0,-20 32 0,10-8 76,2 1-1,2 1 1,-29 95-1,25-46 107,-14 108 0,15-16-31,8 1 0,9 1 0,20 234 0,-7-353-224,3 0 0,4-1 1,2 0-1,3-1 0,4-1 0,50 111 0,-55-145-171,2 0 0,1-1-1,1-1 1,2-1-1,1-1 1,2-1-1,0-2 1,2 0-1,1-2 1,1-1-1,1-1 1,2-2 0,-1-1-1,38 16 1,-26-18-70,0-2 0,1-2 1,1-2-1,0-1 1,0-3-1,1-2 1,0-2-1,0-2 1,1-2-1,-1-2 0,0-2 1,0-2-1,48-13 1,-45 5 99,-1-1 0,-1-3 0,0-1 0,-2-3-1,0-2 1,-1-1 0,-2-3 0,-1-1 0,-1-3 0,-2-1 0,66-71 0,-49 38 37,76-121 0,26-85 475,-130 219 423,-2 0 0,34-97 0,-58 135 72,-6 13 283,-13 19 73,10-8-928,0 1 0,2 0 0,-1 0 0,1 0 0,1 1 0,-1 0 0,-2 13 0,-17 89 1082,18-78-965,-38 206 325,34-187-792,-5 110 1,14-144-454,1 1 1,1-1 0,1 1 0,1-1-1,10 36 1,-10-46-446,1-1-1,0 1 0,1 0 1,10 15-1,-10-18-575,1 0 0,-1-1 0,1 1 0,1-1 0,-1 0 0,9 5 0,18 8-9042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6.57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24 43 12805,'-10'-12'2124,"-3"3"3333,30-3-4837,-4 3-388,10 15-636,24 9-644,0 6-788,0 0-877,7 9-1703,3 10-3421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7.05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10597,'0'0'11470,"1"3"-10201,5 16-772,-2 1 1,0 0-1,-2 0 0,0 0 1,-1 0-1,-2 22 0,1-6-171,5 36 0,1 3-72,-5-44-156,2-1 0,9 39 0,-10-61-94,0 0 0,0 0 0,1 0 0,1 0 0,-1-1 0,1 1 0,1-1 0,-1 0 0,1-1 0,0 1 1,1-1-1,-1 0 0,7 6 0,-7-10-1,1 1 1,-1-1-1,0 0 1,0 0-1,1-1 0,-1 0 1,1 0-1,-1 0 1,1 0-1,-1-1 0,1 0 1,0 0-1,-1-1 1,1 1-1,6-3 0,-7 2 0,12-2 8,0 0 0,-1-2-1,1 0 1,-1-1 0,0 0-1,26-16 1,85-62 109,-102 66-53,-17 13-43,194-132 744,-157 110-386,1 1 0,79-30 0,-104 48-236,0 2 0,1 0 0,-1 2 0,1 0 0,28-1 0,-36 5-82,0 0 1,0 1-1,0 1 1,0 0 0,0 0-1,0 2 1,-1 0-1,0 0 1,16 8-1,183 99 348,-193-101-480,1-2 0,0-1 1,0 0-1,30 5 0,-26-6-23,-12-3 45,0-1 1,0 0-1,1-1 0,-1 0 0,0-1 0,1 0 1,-1-1-1,1-1 0,-1 0 0,0 0 0,0-1 1,0-1-1,0 0 0,-1-1 0,13-6 0,-16 7 31,0-1 0,0-1 0,-1 1 0,0-1 0,0-1 0,0 1-1,-1-1 1,0 0 0,0 0 0,-1-1 0,0 0 0,0 0-1,0 0 1,-1-1 0,-1 1 0,1-1 0,-2 0 0,4-12-1,-6 17 36,1 0-1,-1 0 1,1 0-1,-1 0 1,0-1-1,-1 1 0,1 0 1,-1 0-1,1 0 1,-1 0-1,-1 0 0,1 0 1,0 0-1,-1 0 1,0 0-1,0 1 0,0-1 1,-4-4-1,4 6 22,0 0 0,0 0 0,0 0 0,0 0 0,-1 1 0,1-1-1,-1 1 1,1 0 0,-1-1 0,1 1 0,-1 0 0,0 0 0,0 1 0,1-1 0,-1 1-1,0-1 1,0 1 0,0 0 0,0 0 0,1 0 0,-1 0 0,0 1 0,0-1 0,0 1 0,1 0-1,-6 1 1,-7 5-10,0 0-1,0 1 1,1 0 0,0 2-1,0-1 1,1 2-1,1-1 1,-1 2-1,2 0 1,0 0 0,-14 19-1,10-9-14,1-1 1,1 2-1,1 0 0,1 0 0,1 1 1,-12 44-1,20-60-95,0 1 1,1 0-1,0-1 1,0 1-1,1 0 1,0 0-1,0 0 1,1 0-1,0-1 0,1 1 1,0 0-1,6 16 1,-3-15-173,0-1 0,1 1 0,-1-1 0,2 0-1,0 0 1,0-1 0,0 1 0,1-2 0,11 10 0,6 0-630,0 0-1,1-2 0,0-1 1,1-1-1,1-2 1,54 16-1,63 9-6635,19-2-5046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7.89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387 232 9249,'72'-78'2425,"-70"76"-2253,0-1 0,-1 0 0,1 1 0,-1-1 1,0 0-1,1 0 0,-1 0 0,-1 0 0,1 0 0,0 0 1,-1 0-1,1-1 0,-1 1 0,0 0 0,0 0 1,0 0-1,-1 0 0,1 0 0,-1 0 0,-1-5 0,0-2 484,-5-51 4995,7 59-5518,-1 1 0,0 0 0,0 0 0,0 0 0,1 0 1,-1 1-1,0-1 0,0 0 0,-1 0 0,1 0 0,0 1 0,0-1 0,0 1 0,0-1 0,0 1 0,-1-1 1,1 1-1,0 0 0,0-1 0,-1 1 0,1 0 0,0 0 0,-1 0 0,1 0 0,0 0 0,-1 0 0,1 0 1,-2 1-1,-2 4 53,0 0 1,0 0-1,1 0 1,0 1 0,0 0-1,0-1 1,-5 12-1,-4 4 172,-237 427 3365,224-395-3510,3 2 0,-23 77 0,38-100-138,0-1 1,3 2-1,0-1 1,3 0-1,1 63 0,2-86-62,0 0-1,1 0 0,0-1 0,0 1 1,1-1-1,0 1 0,0-1 1,1 0-1,0 0 0,1 0 0,-1-1 1,1 1-1,1-1 0,0 0 1,0-1-1,0 1 0,1-1 0,-1-1 1,2 1-1,-1-1 0,0 0 1,1-1-1,16 7 0,5 1-2,2-2 1,0-2-1,0 0 0,0-2 1,45 3-1,103 2 44,29 4-35,-172-10-50,1 1-1,-1 2 0,56 20 1,-83-24 26,0 0 0,-1 0 1,1 0-1,-1 1 1,0 1-1,-1-1 0,1 1 1,6 8-1,-12-13 3,-1 1-1,0 0 1,0 0 0,0-1-1,0 1 1,0 0-1,0 0 1,0 0 0,-1 0-1,1 0 1,-1 0-1,1 0 1,-1 1 0,0-1-1,0 0 1,0 0-1,0 0 1,0 0 0,0 0-1,-1 0 1,1 1-1,-1-1 1,1 0 0,-3 3-1,1 1-9,-1 0 0,0-1 0,0 1 1,-1 0-1,1-1 0,-7 7 0,2-4 8,-1 0 1,0-1-1,0 0 0,-1 0 1,0-1-1,-16 8 1,-68 24-37,33-17-446,0-2 1,-1-3-1,-1-2 1,-98 7-1,158-20 360,0-1-1,1 0 1,-1 0-1,0 1 1,1-1-1,-1-1 1,0 1 0,1 0-1,-1-1 1,0 1-1,1-1 1,-1 0-1,-3-2 1,6 3 78,0-1 0,0 0-1,0 1 1,0-1 0,0 0 0,1 0-1,-1 1 1,0-1 0,0 0 0,1 1 0,-1-1-1,0 0 1,1 1 0,-1-1 0,0 1 0,1-1-1,-1 1 1,1-1 0,-1 0 0,1 1 0,-1 0-1,1-1 1,0 1 0,-1-1 0,1 1 0,-1 0-1,1-1 1,0 1 0,-1 0 0,2-1-1,17-9-662,-1 1-1,30-10 0,98-35-1279,-1-5 0,144-85-1,-151 67 1288,339-207 752,-466 277 73,-1 0 1,1-1-1,-1 0 0,-1 0 1,1-1-1,9-14 1,-17 21 391,-1 4-388,1 2-107,-1 0 0,1 0-1,0-1 1,0 1-1,0-1 1,1 0-1,-1 0 1,1 0 0,0 0-1,0 0 1,0 0-1,0-1 1,0 1-1,0-1 1,1 0-1,-1 0 1,1 0 0,0-1-1,-1 1 1,1-1-1,0 0 1,8 2-1,0-1 170,1 0 0,-1 0 0,1-1 0,20-1 0,-28-1-4,1 0 1,-1 0-1,1 0 0,-1-1 1,1 0-1,-1 0 0,0 0 1,0-1-1,0 1 0,0-1 1,-1 0-1,1-1 0,4-3 0,-6 4 122,1-1-1,-1 1 1,0 0-1,0-1 1,-1 1-1,1-1 1,-1 0-1,0 0 1,0 0-1,0 0 1,1-5-1,-2 7 113,2 27 358,11 108-67,26 463 887,-41-524-1550,-3 0 0,-3-1-1,-3 0 1,-4 0-1,-2-1 1,-35 90 0,9-65-443,-4-2-1,-4-2 1,-119 162 0,124-194-70,-2-2 0,-3-2 0,-2-2 1,-2-3-1,-2-2 0,-117 75 0,147-107 224,-54 23 1,70-35 221,-1 0 1,1-1 0,-1 0 0,0-1 0,1 0-1,-1-1 1,0 0 0,-16-1 0,25 0 41,-1 0 1,1 0-1,-1 0 1,1-1-1,0 1 1,-1-1-1,1 0 0,0 1 1,-1-1-1,1 0 1,0 0-1,0 0 1,0-1-1,0 1 1,0 0-1,0-1 0,0 1 1,0-1-1,0 0 1,1 0-1,-1 0 1,1 1-1,-1-1 0,1-1 1,0 1-1,0 0 1,0 0-1,0 0 1,0-1-1,0 1 0,1 0 1,-1-1-1,1 1 1,0-1-1,-1 1 1,1-4-1,1-4 73,0 0 0,1 0-1,0 0 1,0 0 0,1 0 0,0 1-1,8-16 1,9-13 68,1 0 0,1 2 0,3 0 0,30-34 0,128-127 251,37-17-755,9 10 1,294-200-1,-320 259-1027,19-12-2576,-77 59-4399,-87 62-1722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8.9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1212 7061,'5'12'728,"-3"-7"139,0 1-1,1-1 1,-1 0-1,1 1 1,0-1-1,1-1 1,7 10-1,-8-11-459,-1 1-1,0 0 0,1 0 0,-1-1 1,-1 1-1,1 0 0,0 1 0,-1-1 1,1 8-1,3 3 680,11 25 2177,-16-39-3143,0 0 1,0 0-1,0 0 0,0 0 0,0 0 0,0 0 0,0 0 0,0 1 0,0-1 0,0 0 0,-1 0 0,1 0 0,0 0 0,-1 0 0,1 0 0,-2 1 0,1 2 226,-3 17 6282,6-23-6101,19-26-490,-1 0 0,27-52 0,1 0-56,-45 75 19,236-378 0,-175 269 0,71-176 0,-99 201 0,-4-2 0,20-95 0,-52 184 0,1-1 0,-1 1 0,0 0 0,1-1 0,-1 1 0,0 0 0,-1-1 0,1 1 0,0 0 0,-1-1 0,1 1 0,-2-3 0,2 5 0,0-1 0,-1 0 0,1 0 0,-1 1 0,1-1 0,-1 1 0,1-1 0,-1 0 0,0 1 0,1-1 0,-1 1 0,0-1 0,1 1 0,-1 0 0,0-1 0,1 1 0,-1 0 0,0-1 0,0 1 0,1 0 0,-1 0 0,0 0 0,0-1 0,-1 1 0,-2 1 0,0 0 0,0 0 0,0 1 0,0-1 0,0 1 0,0-1 0,0 1 0,1 1 0,-1-1 0,1 0 0,-1 1 0,1 0 0,0-1 0,0 1 0,-3 4 0,-58 68 0,-95 142 0,75-77 0,7 3 0,6 3 0,-72 215 0,85-150-8,50-170 0,2 0 0,2 0 0,1 59 0,4-78-1,0-1 0,2 1 0,1 0 0,1-1 0,0 1 0,2-2 0,15 35-1,-14-40 0,0 0-1,1-1 1,1 0-1,1 0 1,0-1-1,0-1 0,1 0 1,1 0-1,0-1 1,1-1-1,14 9 1,1-3-107,1-1 1,0-2-1,1-1 0,0-1 1,1-1-1,0-2 1,1-2-1,-1-1 1,1-1-1,49-1 1,-22-4-10,-1-3 0,0-3 0,-1-2 1,113-33-1,-97 16 121,-1-3 1,-2-3-1,-1-3 1,-2-3 0,-1-3-1,-2-3 1,-2-2-1,62-61 1,-116 98 76,1 2 53,-1-2-1,0 1 1,-1-1-1,0 0 1,0-1-1,-1 0 1,0 0-1,-1-1 1,6-12-1,-9 4 374,-3 18-492,0 1 0,1-1-1,-1 0 1,0 1 0,0-1 0,0 1-1,0-1 1,0 0 0,0 1 0,0-1-1,0 1 1,0-1 0,0 0 0,-1 1-1,1-1 1,0 1 0,0-1-1,0 1 1,-1-1 0,1 0 0,0 1-1,-1-1 1,1 1 0,0 0 0,-1-1-1,1 1 1,-1-1 0,1 1-1,0-1 1,-1 1 0,1 0 0,-1-1-1,1 1 1,-1 0 0,0 0 0,1-1-1,-1 1 1,1 0 0,-1 0-1,1 0 1,-1 0 0,0 0 0,1 0-1,-1 0 1,1 0 0,-1 0 0,0 0-1,1 0 1,-1 0 0,1 0-1,-1 0 1,0 0 0,1 1 0,-1-1-1,1 0 1,-1 0 0,1 1 0,-1-1-1,1 0 1,-1 1 0,1-1-1,-1 1 1,1-1 0,-1 1 0,0 0-4,-5 2 0,0 0-1,1 0 1,0 1-1,-1 0 1,1 0-1,1 0 1,-1 0-1,1 1 1,-1 0-1,1 0 1,1 0-1,-1 0 1,1 1-1,0-1 1,0 1-1,0 0 1,1 0-1,0 0 1,0 0-1,-2 13 1,3-10-13,-1 0 1,1 0-1,1 1 0,0-1 1,0 1-1,1-1 1,0 0-1,1 0 0,0 1 1,0-1-1,1 0 0,0-1 1,1 1-1,4 9 1,-1-7-425,0-1 1,1-1-1,0 1 1,1-2 0,0 1-1,0-1 1,0 0-1,1-1 1,1 0 0,13 7-1,46 17-4454,2-10-3502,-24-11-3206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9.0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 46 10609,'-33'-15'8289,"36"0"-7569,4 0-412,20 24-1460,23 9-592,-20 6-1073,7 3-1275,3 9-3045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9.5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55 10925,'6'-28'2319,"-6"27"-2073,0 0-1,1 0 1,-1 0 0,1 0-1,-1 0 1,1 0 0,-1 0-1,1 1 1,0-1 0,0 0-1,-1 0 1,1 0 0,0 1 0,0-1-1,0 0 1,1 0 0,27-10 8790,-26 10-8862,0 1 0,0 1 1,0-1-1,-1 0 0,1 1 0,0-1 0,0 1 1,0 0-1,-1 0 0,1 0 0,0 0 0,-1 0 0,1 0 1,-1 1-1,3 2 0,-1 0-85,0 0-1,-1 0 1,0 0 0,0 1 0,0 0-1,3 6 1,1 3 99,16 33 231,-2 1 0,18 59 0,-25-66-471,-8-21 37,-3-11-6,0 0 1,0 0-1,1 0 0,0 0 0,1-1 0,6 10 1,-9-15 15,0-1 1,0 0 0,1 0-1,-1 0 1,1 0 0,0 0 0,-1-1-1,1 1 1,0-1 0,0 1 0,0-1-1,0 0 1,0 0 0,0-1-1,0 1 1,0-1 0,0 1 0,0-1-1,1 0 1,-1 0 0,0 0-1,0-1 1,4 0 0,9-2 7,-1-1-1,1 0 1,-1-1 0,26-13-1,58-35 12,-66 34-23,134-72 81,-143 79-77,1 2 1,0 1-1,0 0 1,51-8-1,-61 15 2,1 1-1,-1 1 1,1 1-1,-1 0 1,27 5 0,68 26-54,-95-27 31,-10-4-5,0 0 0,1 0 0,-1 0 0,0-1 1,0 1-1,1-1 0,-1 0 0,0-1 0,1 0 0,-1 1 0,0-2 1,0 1-1,0-1 0,0 1 0,0-1 0,0-1 0,0 1 0,-1-1 1,1 1-1,-1-1 0,0-1 0,0 1 0,0-1 0,0 1 0,0-1 1,-1 0-1,0 0 0,0-1 0,0 1 0,0-1 0,-1 1 0,1-1 1,-1 0-1,-1 0 0,2-5 0,-2 9 36,-1 0 0,1 0 0,-1-1 0,0 1 1,0 0-1,1 0 0,-1 0 0,0 0 0,0 0 0,0 0 0,0 0 0,-1-1 0,1 1 0,0 0 0,0 0 1,-1 0-1,1 0 0,0 0 0,-1 0 0,1 0 0,-1 0 0,0 0 0,1 0 0,-1 0 0,0 0 0,1 0 1,-1 1-1,0-1 0,0 0 0,0 0 0,0 1 0,0-1 0,0 1 0,0-1 0,0 1 0,0-1 0,0 1 1,0-1-1,0 1 0,-1 0 0,-2-1 26,1 1 1,0 0-1,0 0 1,0 1 0,0-1-1,0 1 1,0 0-1,0-1 1,0 1-1,1 0 1,-1 1-1,0-1 1,0 1 0,-3 2-1,-7 5 96,0 2 0,0 0 0,1 0 0,1 1 1,0 0-1,0 1 0,1 0 0,-11 22 0,17-28-152,0 0 0,1 0 1,0 0-1,1 1 0,0-1 1,0 1-1,0 0 0,1-1 1,0 1-1,0 0 0,1 0 1,0 0-1,1 0 0,0-1 1,0 1-1,0 0 0,1-1 1,0 1-1,1-1 0,4 11 1,-1-9-310,0 1 0,0-2 0,1 1 0,1-1 0,-1 0 1,1 0-1,0-1 0,1 0 0,0-1 0,0 0 1,0 0-1,20 8 0,11 3-4768,77 22 1,-106-36 3690,73 19-10807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0.86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930 408 9609,'3'-16'902,"-1"1"0,0-1-1,-1 0 1,-1 0 0,-1 1 0,0-1 0,-3-17 0,-1 10 52,-2 0 1,0 0 0,-2 0-1,-13-27 1,15 38-440,0 0 1,-1 0-1,0 1 0,-1 0 1,0 1-1,-1 0 0,0 0 1,-22-16-1,29 25-423,0-1 0,0 1 0,0 0 0,0 0 1,0 0-1,0 1 0,0-1 0,0 1 0,0-1 0,0 1 0,-1 0 0,1 0 0,0 1 0,0-1 0,0 0 0,-6 3 1,-40 15 507,40-13-471,1 0 1,0 0-1,0 0 0,0 1 0,1 1 0,0-1 0,0 1 0,-10 13 0,-2 6 333,-19 35 0,27-42-276,-22 41 356,-41 103 0,-10 72 408,63-172-890,-172 566-60,152-459 0,-33 308 0,68-399 0,4 0 0,14 139 0,-6-176 0,1 0 0,2 0 0,2-1 0,1-1 0,3 0 0,34 69 0,-36-88-59,1 0 0,1-1 0,0 0 0,2-1 0,0-1 1,1 0-1,1-2 0,1 0 0,0-1 0,1-1 0,0-1 0,1 0 0,42 15 0,-29-15-68,0-3 0,0 0 0,1-3-1,0-1 1,0-1 0,0-2 0,1-2 0,69-6-1,-60-1-184,-1-2 0,0-1-1,-1-3 1,0-1-1,-1-3 1,0-1-1,-1-2 1,56-36-1,-72 38 69,-1-1 0,-1-1 0,-1-1 0,0-1 0,33-42 0,-42 45 110,-1-1-1,-1 0 1,-1-1 0,-1 0-1,0-1 1,-2 0-1,0-1 1,6-30 0,-10 29 64,-1 0 1,-1 0 0,-1 0 0,-1 0-1,-2 0 1,0 0 0,-1 0 0,-1 1 0,-1-1-1,-1 1 1,-2 0 0,0 1 0,-12-25-1,-17-22 92,-2 2 0,-74-94 0,86 123 283,-25-47 0,43 67-132,0-1 0,1 0 0,1 0 0,1 0 0,-5-28 0,10 40-121,0-1 0,0 0 0,1 0-1,0 0 1,0 0 0,1 1 0,0-1-1,0 0 1,1 0 0,0 1 0,0-1-1,0 1 1,1-1 0,0 1 0,0 0-1,0 0 1,1 0 0,0 1-1,0-1 1,1 1 0,-1 0 0,1 0-1,0 1 1,1-1 0,7-4 0,0 1 29,1 0 0,1 0 1,-1 2-1,1 0 0,0 1 1,0 0-1,1 1 1,-1 1-1,1 0 0,16 0 1,-2 2-5,0 1 1,0 2-1,-1 1 1,1 2 0,0 0-1,-1 2 1,0 1-1,-1 2 1,0 0-1,0 2 1,-1 1 0,-1 2-1,0 0 1,36 29-1,-41-27-39,0 1 0,-1 0-1,0 2 1,-2 0 0,0 1-1,-2 1 1,0 0-1,-2 2 1,0-1 0,-1 2-1,-2 0 1,-1 0 0,0 1-1,-2 0 1,-1 1-1,3 27 1,-6-8 12,-2-1 1,-6 73-1,-21 89 38,-2 12-34,26-203-59,0 0 1,1 1 0,1-1-1,1 1 1,0-1-1,1 0 1,11 31-1,-12-40-17,1-1 0,0 1-1,0-1 1,1 0 0,0 0 0,0 0-1,0-1 1,1 0 0,0 1-1,0-2 1,0 1 0,0 0-1,1-1 1,0 0 0,0-1 0,0 1-1,0-1 1,1 0 0,-1 0-1,1-1 1,7 2 0,3-1-89,1-1-1,0 0 1,0-2 0,0 0 0,0 0 0,0-2 0,0 0 0,-1-2-1,1 0 1,17-6 0,5-4-303,-2-1 1,0-2-1,46-28 0,-21 4-89,-2-2 0,-2-3 0,-2-3 0,56-62 0,-91 89 400,-1-1 0,-2 0 0,0-2 0,-1 0 0,20-41 0,-37 64 118,0-1 0,0 1 0,-1 0 0,1-1 0,-1 1 0,1 0 0,-1-1 0,0 1 0,0-1 0,0 1 0,-1 0 0,1-1 0,0 1 0,-1-1 0,0 1 1,1 0-1,-1 0 0,0-1 0,-2-1 0,-1-7 226,4 11-231,0 0-1,0 0 1,0 0 0,0-1-1,0 1 1,0 0 0,0 0-1,0 0 1,0 0 0,0 0-1,0-1 1,0 1-1,-1 0 1,1 0 0,0 0-1,0 0 1,0 0 0,0 0-1,0 0 1,0-1 0,0 1-1,-1 0 1,1 0-1,0 0 1,0 0 0,0 0-1,0 0 1,0 0 0,-1 0-1,1 0 1,0 0-1,0 0 1,0 0 0,0 0-1,-1 0 1,1 0 0,0 0-1,0 0 1,0 0 0,0 0-1,0 0 1,-1 0-1,1 0 1,0 0 0,0 0-1,0 0 1,0 0 0,0 1-1,-1-1 1,1 0-1,0 0 1,0 0 0,0 0-1,0 0 1,0 0 0,0 0-1,0 1 1,-13 4 171,0 1 1,1 0-1,0 0 1,0 2-1,1 0 1,0 0-1,0 1 1,1 0-1,0 0 1,1 1-1,0 1 1,0 0-1,1 0 0,1 0 1,0 1-1,-10 24 1,15-32-151,1 0 0,0 1 0,0-1 0,0 0 0,1 1 1,-1-1-1,1 1 0,0-1 0,0 1 0,1-1 0,-1 1 0,1-1 0,0 1 0,1-1 0,-1 0 1,1 1-1,-1-1 0,1 0 0,0 0 0,5 6 0,-4-6-14,0 1 0,1-1-1,-1 0 1,1 0 0,0 0 0,0 0-1,1-1 1,-1 0 0,1 1 0,0-2-1,0 1 1,-1-1 0,2 1 0,-1-1-1,0-1 1,8 3 0,7-2-32,1-1 1,-1 0-1,1-1 0,-1-2 0,1 0 1,-1-1-1,0-1 0,0-1 1,0 0-1,34-16 0,-32 11-89,0-1 0,-1-1 0,0-1 0,-1-1 0,0-1 0,-1 0 0,-1-2 1,31-35-1,-42 43-9,-1 0 0,0 0 0,0-1 0,-1 0 0,0 0 0,-1 0 0,0-1 0,0 1 0,-1-1 0,-1 0 0,3-18 0,-5 12-21,0 1 0,0-1 0,-2 1 1,0-1-1,0 1 0,-2 0 0,-6-19 1,-5-3-59,-1 1 0,-2 0-1,-1 2 1,-2 0 0,-41-51 0,-35-23-115,66 77 147,-53-71 1,84 102 154,0 0 0,1 0 0,-1 0 0,0 0 0,1 0 0,-1 0 0,1 0 0,-1 0-1,1 0 1,-1 0 0,1 0 0,-1 1 0,1-1 0,0 0 0,0 0 0,-1 1 0,1-1 0,0 0 0,0 1-1,0-1 1,0 1 0,0-1 0,1 0 0,2-1 6,1 0 0,0 0 1,0 0-1,0 1 0,1 0 0,-1 0 0,0 0 0,0 0 0,1 1 1,-1 0-1,6 0 0,64 11 19,-59-8-45,37 7-22,-1 3 0,0 2 0,77 33 0,-101-35 32,0 1 0,-2 1 1,0 1-1,-1 1 0,0 2 0,-2 0 1,38 40-1,-51-47 3,-1-1 0,0 2 0,-1-1 0,0 1 0,-1 0 0,-1 1-1,0 0 1,-1 0 0,0 0 0,-1 0 0,3 18 0,-5-11-1,-1 2-1,0-1 0,-1 0 1,-2 0-1,0 0 0,-10 40 1,-15 32-39,15-59 9,2 2 0,-5 37 0,14-72 42,1 1 0,-1 0 0,1 0-1,0 0 1,0 0 0,1 0 0,-1 0 0,1-1-1,-1 1 1,1 0 0,0 0 0,0-1 0,0 1 0,0 0-1,1-1 1,-1 1 0,1-1 0,-1 1 0,1-1-1,0 0 1,0 0 0,0 0 0,0 0 0,0 0 0,1 0-1,-1-1 1,0 1 0,1-1 0,-1 1 0,1-1-1,0 0 1,-1 0 0,6 1 0,5 1-8,-1-1 0,0 0 0,1-1 0,0 0 1,21-2-1,-4-2 15,-1 0-1,0-3 1,0 0 0,0-2 0,-1-1-1,0-1 1,0-1 0,-1-2 0,-1 0-1,0-2 1,-1-1 0,-1-1 0,0-1-1,-2-1 1,0-1 0,-1-1 0,-1-1-1,22-31 1,-33 38 1,0 0-1,-2-1 1,0 0-1,-1-1 1,0 1-1,-1-1 1,-1 0 0,-1 0-1,0-1 1,-1 1-1,-1-1 1,-1 1-1,-1-1 1,0 1-1,-5-25 1,1 19-83,0 0 0,-2 0-1,-1 0 1,0 1 0,-2 0 0,0 1 0,-2 0-1,0 1 1,-2 0 0,-28-34 0,32 45-319,0-1 0,0 1 1,-1 1-1,0 0 0,-1 0 0,1 1 1,-2 0-1,-19-7 0,29 13-29,0 0-1,0 0 1,0 0 0,0 1-1,0-1 1,-1 1-1,1 0 1,0 0-1,0 0 1,0 0 0,0 0-1,-1 1 1,1-1-1,0 1 1,-3 1-1,2-1-284,-44 15-7375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1.6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616 722 10657,'-8'-6'310,"-1"0"0,0 1 0,0 0 0,0 1 0,-18-7 0,14 9-7,0 0 1,0 0-1,0 1 1,0 1 0,0 0-1,-14 3 1,-5-1 242,6 0-66,0 0-1,1 2 1,-1 1 0,-38 13 0,45-12-302,0 2 0,1 0 0,0 1 0,1 1 0,0 0 0,0 1 0,-28 25 1,39-30-140,0-1 1,0 1 0,0 1-1,1-1 1,0 1 0,0 0 0,1 0-1,-1 0 1,2 1 0,-1-1-1,1 1 1,0 0 0,1 0 0,0 0-1,0 0 1,0 1 0,1-1-1,1 0 1,-1 1 0,1-1-1,2 12 1,0-13-26,0-1 1,1 1-1,-1-1 0,1 0 0,1 0 1,-1 0-1,1 0 0,0-1 0,0 0 0,0 1 1,1-1-1,0-1 0,0 1 0,0-1 1,1 0-1,0 0 0,10 5 0,0 0 81,0-2 0,0 0 0,1-1 0,0 0 0,31 5 0,-26-8 238,1-1 0,-1-1 0,1 0 1,0-2-1,-1-1 0,1-1 0,-1 0 1,0-2-1,0-1 0,0 0 0,-1-2 1,36-17-1,0-7 1473,-54 30-1421,7 17 197,-9-8-547,0 0 1,0 0-1,0 0 1,-1 0-1,0 1 1,-1-1-1,1 0 1,-1 0-1,-1 0 1,0 0-1,0 0 1,-5 13-1,-2 11 26,-159 569 492,-5 22-391,42-53-71,129-559-87,0 1-46,0 0-1,0-1 1,1 1-1,1 19 1,0-29 34,0-1 0,0 1-1,0-1 1,0 1 0,0-1 0,0 1-1,0-1 1,0 0 0,0 1 0,0-1 0,1 1-1,-1-1 1,0 1 0,0-1 0,0 0 0,1 1-1,-1-1 1,0 1 0,0-1 0,1 0-1,-1 1 1,0-1 0,1 0 0,-1 1 0,0-1-1,1 0 1,-1 0 0,1 1 0,-1-1 0,0 0-1,1 0 1,-1 0 0,1 1 0,-1-1-1,1 0 1,-1 0 0,0 0 0,1 0 0,-1 0-1,1 0 1,-1 0 0,1 0 0,-1 0 0,1 0-1,-1 0 1,1 0 0,-1-1 0,1 1-1,-1 0 1,0 0 0,1 0 0,-1-1 0,1 1-1,-1 0 1,0 0 0,1-1 0,-1 1 0,1-1-1,27-25-427,-19 18 292,98-103-1584,176-235 1,177-360 462,75-298 858,-521 973 427,133-330 274,-115 278-20,-4-2 0,33-175 0,-60 254-174,0-1 0,-1 1-1,0 0 1,0 0 0,0 0 0,-2-7-1,2 13-79,0-1-1,0 1 0,0-1 0,0 1 1,-1-1-1,1 1 0,0-1 1,0 1-1,-1-1 0,1 1 0,0-1 1,0 1-1,-1 0 0,1-1 1,-1 1-1,1-1 0,0 1 0,-1 0 1,1-1-1,-1 1 0,1 0 1,-1 0-1,1-1 0,-1 1 0,1 0 1,-1 0-1,-1 0 12,1 0-1,0 0 1,0 1 0,0-1-1,-1 1 1,1-1 0,0 1-1,0-1 1,0 1 0,0 0-1,0-1 1,0 1 0,0 0-1,0 0 1,0 0 0,-1 1-1,-10 12 182,1 0-1,-1 0 1,2 1-1,-17 33 1,-27 75 416,38-85-485,7-17-86,-204 531 1002,194-489-1001,2 2 0,3 0 0,3 0 0,2 1 0,4 0 0,4 97 0,3-141-120,1-1-1,0 1 0,2-1 0,1 0 1,0 0-1,2-1 0,0 1 0,1-2 1,1 1-1,1-2 0,1 1 0,25 30 1,-25-36-54,1 0 0,0 0 0,1-1 0,1-1 0,0 0 0,0-1 0,1-1 0,0 0 0,1-1 0,0-1 0,0-1 0,0 0 0,1-1 0,0-1 0,26 3 0,-14-5 34,0-1 0,0-2-1,0 0 1,0-3 0,-1 0-1,1-2 1,-1 0-1,0-3 1,32-13 0,-23 5 22,0-2 0,-1-1 1,-1-2-1,-1-2 1,61-54-1,-67 53 94,-13 12 162,-1-1 0,0 0 1,0-1-1,-2 0 0,23-34 0,-34 44 470,-3 7-198,-10 14 44,6-8-383,0 1 0,1-1-1,-6 17 1,7-18-134,1 1-1,1-1 0,-1 1 0,1-1 1,1 1-1,-1 0 0,1-1 1,1 1-1,-1 0 0,1-1 0,1 1 1,-1-1-1,1 1 0,0-1 1,1 0-1,0 0 0,0 0 0,1 0 1,0 0-1,8 11 0,-1-5-358,0-1-1,1 0 1,0-1-1,1 0 1,0-1-1,1 0 0,20 10 1,-10-8-379,0-1 0,0-1 0,2-1 0,27 5 0,4-3-1311,1-3 0,0-2 0,89-3 0,-50-7-2152,-3-4-2128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1.75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429 9 9693,'-44'3'1968,"27"-15"20,-6 15-72,3 0-151,-7 3 11,-13 3 36,3 4-200,7 5-280,-7-3-252,4 6-256,-4 9-168,10-3-404,10 0-840,0 3-372,11-15-940,-1 6-1012,-3 1-3113,13 5-5280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2.44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586 1060 14001,'28'-10'2252,"-23"8"-302,-20 19 1518,-11 14-2177,2 2 1,1 1-1,1 0 0,-16 39 0,-15 21-40,-227 376 1127,256-432-2277,1 1 0,3 1 0,1 1 0,2 0 0,-14 53 0,30-91-114,0 1 0,1-1 0,-1 0 0,1 1 0,-1-1 0,1 1 0,0-1 0,0 0 0,1 1 0,-1-1 0,1 1 0,-1-1 0,1 0 0,0 1 0,3 4 0,-3-6-1,0-1 0,0 0 0,1 1 1,-1-1-1,0 0 0,1 0 0,-1 0 0,0 0 1,1 0-1,0 0 0,-1 0 0,1 0 0,-1-1 1,1 1-1,0-1 0,0 1 0,-1-1 0,1 0 1,0 0-1,0 1 0,3-2 0,1 1-19,1-1 0,0-1-1,-1 1 1,1-1 0,-1 0 0,1-1-1,-1 0 1,0 0 0,0 0-1,0 0 1,0-1 0,-1 0-1,10-9 1,10-14-87,-1 0 0,-2-2 0,34-55 0,41-104-147,138-355-124,-31 62 293,-131 331 188,102-159 1,-144 260 27,3 2-1,43-47 1,-66 80-10,2 1 1,0 1-1,1 0 0,0 1 1,0 1-1,1 0 0,1 1 1,0 0-1,0 1 0,33-11 1,-42 18-61,-1 0 1,1 0 0,-1 0 0,1 1-1,-1 0 1,1 1 0,-1-1 0,1 1-1,-1 0 1,1 1 0,-1-1 0,0 1-1,0 1 1,0-1 0,10 7 0,-1 0-25,-2 0 0,1 1 1,22 23-1,-24-20-23,0 1 1,-1 0-1,0 1 1,-1 0-1,-1 1 1,-1 0-1,0 0 1,-1 1-1,0 0 1,5 27-1,3 10-1,-2 1 0,-3 1 0,4 77 0,-15 171 0,-8-205-250,-40 178-1,-50 90-969,-25 121-787,114-439 100,3 0 0,2 1-1,3 0 1,1 0-1,8 64 1,5-60-3756,12-7-3285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3.55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5 750 13705,'-1'-4'209,"0"0"0,0-1 0,0 1 0,1 0-1,0 0 1,0-1 0,0 1 0,0 0 0,1 0-1,0 0 1,0-1 0,2-6 0,1 5 78,0 0 0,1 0 0,-1 0-1,1 1 1,0 0 0,1 0 0,-1 0 0,9-6 0,21-15 483,1 2 1,1 1-1,49-22 0,250-75 20,12 27-1162,-268 73 190,136-33-358,456-131-714,-646 175 1375,48-23 1,-71 30 248,-8 2-114,0-1-218,-1 1 1,0-1 0,1 1-1,-1 1 1,1-1-1,-1 1 1,1 0-1,-1 0 1,1 1-1,0 0 1,-1-1-1,1 2 1,0-1-1,-7 5 1,6-2-5,0 0-1,0 0 1,0 1 0,1-1 0,0 1-1,0 1 1,0-1 0,1 1 0,0 0 0,-4 9-1,3-5-8,1 0-1,1 1 1,0-1-1,0 0 1,1 1-1,1 0 1,0 0-1,0-1 1,1 1 0,1 0-1,0 0 1,4 18-1,0-10-5,0-1 0,1 1 0,1-1 0,1 0 0,0-1 0,17 26 0,-21-38-18,1 1 1,0-1 0,0 0-1,0 0 1,1 0-1,0-1 1,0 0-1,0 0 1,1-1 0,-1 1-1,1-1 1,0-1-1,0 1 1,1-1 0,-1-1-1,1 1 1,-1-1-1,1-1 1,0 1 0,0-1-1,0-1 1,0 1-1,-1-1 1,1-1 0,0 1-1,0-1 1,0-1-1,0 0 1,-1 0 0,12-4-1,15-7 17,-1-1-1,51-29 1,-59 28-9,0 2-1,1 0 1,0 2 0,0 0 0,1 2-1,1 1 1,39-6 0,69-3-6,68-13 31,-149 17 0,99-37 1,-118 36 58,49-14 1,-78 27-92,0 1 0,0-1 0,-1 1 0,1 0 0,0 1 1,0 0-1,-1 0 0,1 0 0,0 1 0,-1 0 0,0 0 0,1 1 0,-1-1 0,0 2 0,9 5 0,33 13 2,2-9-143,70 9 0,-99-18 125,-9-3-6,0-1-1,0 0 1,1 0-1,-1-1 1,0-1-1,0 0 1,0-1-1,0 0 0,0-1 1,-1 0-1,17-9 1,-22 11 15,4-8-6,2-8-22,-10 15 42,1 1 1,-1-1-1,1 0 0,0 1 1,0 0-1,0 0 0,0 0 0,1 0 1,-1 0-1,0 0 0,7-1 1,-1-1-9,-8 3 2,1 1-1,0-1 0,-1 1 0,1-1 1,0 1-1,0 0 0,-1 0 0,1 0 1,0 0-1,0 0 0,-1 0 0,1 0 1,2 1-1,5 0 6,32-3 34,70-13-1,-65 8 38,-21 2-82,0-2 0,-1 0 0,37-17 0,-8 3 63,-23 9-62,-19 7 24,1 0 1,0 1-1,0 0 1,16-2-1,-23 5-4,-1 1-1,0 0 1,1 0-1,-1 0 1,0 1-1,1-1 0,-1 1 1,0 0-1,0 0 1,0 1-1,1-1 1,-1 1-1,-1 0 1,1 0-1,0 0 1,0 0-1,3 4 0,33 27 103,-2 1-1,-1 3 0,49 61 0,-73-78-176,-1 0 0,-1 1 0,11 31 0,-20-48 45,1 5-36,-1 0 0,0 0 0,0 0 0,-1 0 0,0 0 0,-1 0 0,0 0 0,-1 13 0,0-10-1,-1 10-49,-1 0 1,-2 0-1,0-1 1,-1 1-1,-9 20 1,-13 50-313,-2 6-158,19-69 348,-9 44 0,20-70 176,0-8-5,1-7 44,0 0 1,1 1 0,1-1 0,0 1 0,0 0 0,1 0-1,1 0 1,0 0 0,0 1 0,1-1 0,1 1-1,-1 1 1,1-1 0,14-13 0,33-35 29,3 2 1,2 3 0,3 2-1,2 3 1,1 2-1,3 4 1,1 3-1,109-45 1,-169 80 45,1 0 0,0 1-1,0 0 1,0 0 0,1 1 0,-1 1-1,18-1 1,-26 2-55,1 0-1,-1 0 0,0 0 1,0 1-1,1-1 1,-1 1-1,0-1 1,0 1-1,0 0 1,0 0-1,0 0 0,0 0 1,0 0-1,0 1 1,0-1-1,0 0 1,-1 1-1,1 0 1,-1-1-1,1 1 0,-1 0 1,1 0-1,-1 0 1,0 0-1,0 0 1,0 0-1,0 0 1,0 0-1,-1 0 0,1 0 1,-1 0-1,1 1 1,-1-1-1,0 0 1,0 0-1,0 1 1,0-1-1,0 0 0,0 0 1,-1 4-1,-9 58 215,6-49-194,1 0 0,1 1 0,1-1 0,0 24 0,1-34-33,1 0 0,0 0 1,0-1-1,0 1 1,1 0-1,-1-1 0,1 0 1,0 1-1,0-1 0,1 0 1,-1 0-1,1 0 1,0 0-1,0 0 0,0-1 1,1 1-1,-1-1 0,1 0 1,4 3-1,4 2 11,1-1 0,0 0 0,0-1 0,0-1-1,1 0 1,-1 0 0,27 4 0,-29-7-16,0-1 1,1 0-1,-1 0 0,1-1 1,-1-1-1,1 0 0,-1 0 1,1-1-1,-1-1 0,15-5 1,-22 7 1,0-1-1,0 0 1,-1 0 0,1 0-1,-1 0 1,1 0 0,-1-1 0,0 1-1,0-1 1,0 0 0,0 0 0,-1 0-1,1-1 1,-1 1 0,0-1-1,0 1 1,0-1 0,0 0 0,-1 1-1,1-1 1,-1 0 0,0 0 0,0 0-1,-1 0 1,1 0 0,-1 0 0,0 0-1,0-1 1,0 1 0,0 0-1,-1 0 1,0 0 0,-1-4 0,-4-14 3,0 1-1,-2-1 1,0 2 0,-20-35 0,22 44 0,-4-8-209,-48-87 66,47 89-2156,-24-28-1,33 42-174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3.84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80 9693,'25'-21'877,"28"-20"2426,-42 34-749,-10 6-2293,1 0 0,-1 0 0,0 0 0,0 0 0,1 0 0,-1 0 0,1 0 0,-1 1 0,1-1 0,-1 1 0,1-1 0,2 0 0,-2 2-179,-1-1 0,1 1 0,-1-1 1,1 1-1,-1 0 0,0 0 0,1 0 0,-1 0 1,0 0-1,0 0 0,0 0 0,1 0 0,-1 0 1,0 0-1,0 1 0,-1-1 0,2 2 0,1 1 60,0 1-1,-1 0 0,0 0 0,0-1 1,0 1-1,0 0 0,-1 1 0,0-1 1,0 0-1,0 0 0,-1 0 0,1 1 1,-2 6-1,-1 9 215,0 0 0,-6 21 0,4-24-150,-3 12 280,-23 55 0,21-63-313,1 1 0,1-1 1,1 1-1,-5 36 0,11-58-163,-1 0 0,1 0 0,0 0 0,0 0-1,0 0 1,0 0 0,0 0 0,0 0 0,0 0 0,0 0 0,0 0 0,0 0-1,1 0 1,-1 0 0,0 0 0,1 0 0,-1 0 0,1 0 0,-1 0 0,1 0-1,-1 0 1,1-1 0,0 1 0,-1 0 0,1 0 0,0-1 0,0 1 0,0 0 0,0-1-1,-1 1 1,1-1 0,0 1 0,0-1 0,0 1 0,0-1 0,0 0 0,0 1-1,0-1 1,0 0 0,0 0 0,2 0 0,3 0 40,0-1 0,0 0 1,1 0-1,-1 0 0,10-4 0,-9 2-21,14-5 164,-1-1 0,1-1 0,-2-1 0,21-14 0,35-19 141,-53 33-259,1 2 0,-1 0 1,2 2-1,-1 0 0,1 2 1,44-5-1,-49 9-51,0 1 0,0 1 0,1 1 1,-1 0-1,0 2 0,-1 0 0,1 1 1,-1 1-1,21 9 0,-7 0-464,-1 2 1,0 1-1,-1 1 1,-1 2-1,51 47 1,17 33-4143,-3 8-5043,-45-54 251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4.0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416 1 13633,'-97'84'1816,"57"-51"-359,3-2-289,3-1-292,-3-3-296,7 0-488,0 3-688,0-3-844,0-3-701,-4 3-2347,18 7-3485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4.49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285 15 11717,'0'-1'144,"0"1"1,0-1-1,0 0 1,0 1-1,0-1 0,1 1 1,-1-1-1,0 0 1,1 1-1,-1-1 0,0 1 1,1-1-1,-1 0 1,1 1-1,-1-1 0,1 1 1,-1 0-1,1-1 1,-1 1-1,1-1 0,-1 1 1,1 0-1,0-1 1,-1 1-1,1 0 0,-1 0 1,1-1-1,0 1 1,-1 0-1,1 0 0,0 0 1,-1 0-1,1 0 1,0 0-1,0 0 0,-1 0 1,1 0-1,0 0 1,-1 0-1,1 1 0,-1-1 1,1 0-1,0 0 1,0 1-1,-7 17 2610,-28 91 3014,-27 86-1551,-74 275-2081,111-364-3731,5 1 1,-9 165-1,27-233 155,2 0 1,6 40-1,-4-58-324,2 0 1,0 0 0,1 0-1,0-1 1,13 26 0,16 10-8660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4.83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35 1 12025,'-34'11'3656,"33"-10"-3455,1 1 1,0-1-1,0 1 1,0-1-1,0 0 1,0 1 0,1-1-1,-1 1 1,0-1-1,1 0 1,-1 1-1,1-1 1,0 2-1,3 8 171,1 0 0,0 0 0,0-1 0,1 0 0,1 0 0,0 0 0,0-1-1,12 12 1,-1 0 30,30 36 227,92 83 0,-110-114-730,2-1 1,1-2-1,1-1 1,67 32-1,-39-28-249,1-3 0,1-2 0,1-3 0,1-3-1,0-3 1,82 4 0,-124-14 296,0-2-1,0-1 0,0-1 1,0-2-1,-1 0 0,1-1 1,41-15-1,-50 14 76,0-1-1,-1 0 1,0-1-1,0-1 1,-1 0-1,0 0 1,-1-2-1,0 0 1,0 0 0,-1-1-1,-1 0 1,14-21-1,1-11 393,-2-1 1,20-58-1,-4 9 1156,-38 94-1526,-1-1 0,1 1 0,-1-1 0,0 1 0,1-1 0,-1 0 0,0 1 1,1-1-1,-1 1 0,0-1 0,0 0 0,1 1 0,-1-1 0,0 0 0,0 1 0,0-1 0,0 0 0,0 1 0,0-1 0,0 0 0,0 1 0,0-1 0,-1 0 0,1 1 0,0-1 1,0 0-1,-1 1 0,1-1 0,0 0 0,-1 1 0,1-1 0,0 1 0,-1-1 0,1 1 0,-1-1 0,1 1 0,-1-1 0,1 1 0,-1 0 0,1-1 0,-1 1 0,1-1 0,-2 1 0,0-1 34,0 1-1,0 0 0,1 0 0,-1 0 0,0 0 0,0 0 0,0 1 0,1-1 0,-1 1 0,0-1 0,0 1 0,1-1 1,-1 1-1,-3 2 0,-4 4 145,-1 1 0,2 1 0,-1 0 0,1 0 0,0 1-1,-7 13 1,12-20-181,-68 109 455,-95 203 1,23 19-5331,117-259-277,-15 83 0,19-36-5652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5.08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0 327 10597,'3'-6'3,"4"-11"1557,-1 0 1,0 0-1,-1-1 1,0 1-1,-2-1 1,2-26-1,0-59 4231,3 37-5250,-7 63-1990,3 5-919,6 3 314,-1 0 1,-1 0-1,1 1 0,12 10 0,2 11-8731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30.46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61 377 11857,'-60'-63'2128,"63"42"-360,20-9-335,38 6-281,173-24 380,-40 23-996,61 1-216,56-3-432,68 3-376,50 6-488,56 0-520,44-3-589,41 6-2447,33-3-3521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30.87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187 301 13481,'-102'-58'2489,"98"55"-2084,0 1 0,0 0 0,-1 0 0,1 0-1,-1 0 1,1 1 0,-1 0 0,0 0 0,1 0 0,-1 0 0,0 1-1,0 0 1,-8 0 0,0 1 888,14-2-1076,0-1 0,-1 1-1,1-1 1,0 1-1,0-1 1,0 1-1,0 0 1,0-1-1,0 1 1,0 0-1,0 0 1,1 0 0,1-2-1,11-4 11,0 0 0,0 0 0,1 2-1,0 0 1,0 0 0,0 1 0,25-2 0,534-67 480,6 40-2324,-563 32 1572,1901-46-8831,-1754 45 7743,295-1-4231,8 5-3102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7.43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987 52 13993,'-8'-42'3106,"6"33"-427,-14 17 1908,-4 16-2883,16-19-962,-51 62 2236,-69 66 0,-205 229-2978,258-270 0,4 2 0,-68 127 0,119-191-39,-14 27-698,1 0 1,-27 80-1,51-120 499,0 0 1,0 1-1,2-1 1,0 1-1,1 0 0,1 0 1,1 0-1,0-1 1,1 1-1,1 0 1,1 0-1,1-1 0,6 20 1,-7-29-273,0 0-1,0-1 1,1 0 0,0 0 0,1 0 0,-1 0-1,1-1 1,0 0 0,1 0 0,0 0 0,8 6-1,-6-6-717,1-1-1,-1 0 0,1 0 1,0-1-1,13 5 0,43 8-9484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7.6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1 269 13457,'77'-99'2300,"-44"60"-179,14 2-121,-3 13-236,-4 3-320,7 3-280,3 6-308,3 0-124,18 6-564,9 12-708,4 9-240,6 12-496,-3 9-508,4 16-344,-11 17-208,-16 12-2737,-21 13-4032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7.74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20 10 8121,'-20'15'1640,"40"-6"-276,0-3-292,17-3-236,27 3-292,-4-9-396,17 0-604,14-9-448,6 0-756,13-4-1520,11 13-1361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8.17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1591 9633,'0'0'14056,"4"-4"-13101,19-10-529,0 0 1,0 2 0,2 0-1,27-8 1,33-16 77,-37 12-356,0-2 0,-2-2 1,-1-2-1,-1-2 0,-2-2 0,-1-1 0,-2-3 0,-1-1 0,-3-1 0,-1-2 1,47-76-1,-41 44-93,-2-1 0,-4-3 1,33-109-1,-31 59 62,26-183 0,-59 291-65,-1-1-1,-1 0 1,-2-32-1,1 52-44,0 0 0,0 0 0,0 0 0,0 0 0,0 0 0,0 0 0,0 0 0,0 0 0,0 1 0,-1-1 0,1 0 0,0 0 0,-1 0 0,1 0 0,-1 0 0,1 1 0,-1-1 0,1 0 0,-1 0 0,0 1 0,1-1 0,-1 0 0,0 1 0,1-1 0,-1 1 0,0-1 0,0 1 0,0-1 0,1 1 0,-1-1 0,0 1-1,0 0 1,0 0 0,0-1 0,0 1 0,0 0 0,0 0 0,0 0 0,0 0 0,1 0 0,-1 0 0,0 0 0,0 0 0,0 1 0,0-1 0,-1 1 0,-2 0 24,0 1-1,-1 0 1,1 0-1,1 0 0,-1 1 1,0-1-1,1 1 1,-7 5-1,-7 14 103,1 0 0,0 1-1,2 0 1,-13 28 0,26-49-127,-176 382 998,23 14-551,131-336-364,-87 247-410,89-238-13,3 0-1,-12 104 1,28-154 211,1 0 0,1 0 0,0 0-1,2 0 1,0 0 0,1 0 0,13 39 0,-13-49 62,1-1-1,0-1 1,1 1 0,0-1 0,1 1-1,0-1 1,0-1 0,1 1 0,0-1 0,0-1-1,1 1 1,0-1 0,0 0 0,1-1-1,0 0 1,0-1 0,13 7 0,-4-6 11,0 0 0,0 0 0,1-2-1,-1-1 1,1 0 0,0-1 0,0-1 0,0-1 0,0 0 0,0-2 0,0 0 0,28-7 0,2-5 77,0-1 0,-1-2-1,67-35 1,101-64 845,86-40 1989,-265 142-2507,-13 9-263,-23 4-91,0 1 1,1 0-1,-1 0 0,0 1 1,1-1-1,-1 0 0,0 0 1,1 1-1,-1-1 0,0 1 1,1-1-1,-1 1 0,0-1 0,0 1 1,0 0-1,0 0 0,0-1 1,0 1-1,1 0 0,-2 0 1,1 0-1,0 0 0,0 0 1,0 0-1,0 1 0,-1-1 1,1 0-1,-1 0 0,1 0 1,-1 1-1,1-1 0,-1 0 1,1 2-1,-1 3-6,0 0 0,-1 0 0,1-1 0,-1 1-1,0 0 1,-3 8 0,0 0-48,4-13 8,-8 31-1364,-3 43 1,9-57-1690,2 1 0,3 24 0,5 24-14430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8.46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552 45 12429,'25'-9'416,"0"0"1,1 2-1,-1 1 0,1 1 0,52-4 1,13 11-1121,0 4 0,117 23 0,-200-27 718,-1-1 0,0 1 0,0 0 1,0 1-1,0 0 0,0 0 1,-1 0-1,9 7 0,-12-8 66,0 1-1,0-1 1,0 1-1,-1 0 0,1 0 1,-1 0-1,0 0 1,0 0-1,0 1 0,0-1 1,-1 1-1,1-1 1,-1 1-1,0-1 0,0 1 1,0 0-1,0 0 1,-1 4-1,1 4 244,-1 1 1,-1-1-1,0 0 1,0 0-1,-2 1 0,-3 12 1,-30 73 1491,33-89-1628,-44 91 2598,-117 182 0,95-171-1694,-277 420 2024,94-151-3116,20 10-3389,216-359 2146,0-1-1,2 2 1,2 0-1,0 0 1,-8 44-1,19-71 538,0 1 0,1-1 0,0 0 0,0 0 0,0 1 0,0-1 0,3 9 0,16 30-8189,-19-44 8796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9.0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381 514 12461,'29'3'872,"-13"-2"37,-1 0 1,0 1 0,0 1 0,0 1 0,24 8 0,-36-11-794,0 1-1,-1-1 0,1 1 1,-1-1-1,1 1 1,-1 0-1,0 0 1,0 0-1,1 0 1,-1 0-1,-1 0 1,1 1-1,0-1 1,-1 1-1,1-1 0,-1 1 1,0 0-1,1-1 1,-1 1-1,-1 0 1,1 0-1,0 0 1,-1 0-1,1 0 1,-1 0-1,0 0 1,0 0-1,0 0 0,0 0 1,-1 0-1,1 0 1,-1-1-1,0 1 1,0 0-1,0 0 1,-2 3-1,-2 8 2,-2 0 0,0 0 0,-1 0 0,0-1 0,-1 0 0,0-1 0,-1 0 0,-1 0 0,1-1 0,-23 17 0,-12 6-11,-81 45 0,92-58-170,-82 40-369,28-17-510,84-42 669,0 1 1,0-1-1,0 1 1,1 0 0,-1-1-1,-5 8 1,8-10 246,1 0 1,0 0 0,0 0 0,0 1-1,0-1 1,0 0 0,0 0 0,0 0-1,-1 0 1,1 1 0,0-1 0,0 0-1,0 0 1,0 0 0,0 1 0,0-1-1,0 0 1,0 0 0,0 0 0,0 0-1,0 1 1,0-1 0,0 0-1,0 0 1,0 0 0,0 1 0,0-1-1,0 0 1,1 0 0,-1 0 0,0 1-1,0-1 1,0 0 0,0 0 0,0 0-1,0 0 1,0 0 0,1 1 0,-1-1-1,0 0 1,0 0 0,0 0 0,0 0-1,1 0 1,19 1-868,21-8 66,0-2-1,-1-1 0,0-3 1,0-1-1,62-31 1,177-119-484,239-194 2822,-306 181-180,-134 108 290,2 4-1,88-55 1,-166 119-1538,1-1 0,-1 1-1,0 0 1,0 0 0,1 0-1,-1 0 1,0 0 0,1 0 0,-1 0-1,1 1 1,-1-1 0,1 1-1,-1 0 1,1 0 0,0 0-1,-1 0 1,1 0 0,-1 1 0,1-1-1,-1 1 1,1-1 0,-1 1-1,5 2 1,-6-2-20,1 1 0,-1-1-1,1 1 1,-1-1 0,1 1 0,-1 0-1,0 0 1,0 0 0,0 0 0,0 0-1,0 0 1,0 0 0,0 0 0,-1 0-1,1 0 1,-1 0 0,0 1 0,1-1-1,-1 0 1,0 0 0,0 0 0,0 1-1,-1-1 1,1 0 0,-1 3 0,-5 19 372,0 0 0,-2 0 1,-17 37-1,-42 66 466,-89 113 82,99-158-1568,3 3-1,-56 117 0,73-116-296,35-81 809,0 0-1,0 0 0,0 0 1,1 0-1,0 0 1,0 1-1,1-1 0,-1 1 1,1-1-1,1 0 1,0 8-1,-1-11 41,1 1 0,0-1 0,0 0 0,0 1 0,0-1 0,0 0 0,0 0 0,0 0 0,1 0 0,-1 0 0,1 0 1,0 0-1,-1-1 0,1 1 0,0 0 0,0-1 0,4 3 0,1-2-18,-1 1 0,1-1 0,0 0 0,0-1-1,0 0 1,0 0 0,0 0 0,0-1 0,0 0 0,1-1 0,-1 1 0,0-1 0,8-3 0,69-18-256,-2-4 0,134-62 0,-99 38 308,-87 37 15,0 2-1,1 0 1,0 2 0,0 1-1,40-4 1,-9 0-759,-27 4 330,24-3-598,-1-3 0,68-26-1,-31 9 329,-92 30 542,31 12-1113,-31-10 427,14 6-2439,-13-6 2730,-1 1 1,1-1-1,0 0 0,-1 0 0,1 0 0,0-1 0,0 1 0,6-1 0,14 0-3297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9.2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4088,'51'15'612,"-41"-24"-2328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9.62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550 363 5805,'0'0'12233,"-3"2"-10825,-4 5-725,0 1 0,1 0-1,-1 0 1,1 0-1,1 1 1,0 0 0,-5 11-1,-26 76 1074,3-8-781,12-46-699,-3 0-1,-1-2 1,-53 65 0,-107 98-103,161-178-204,-44 44-2,106-103 8,2 1 0,75-48 1,-39 30-98,118-83-1222,154-115-1848,-188 125 2342,5 6 0,5 8 1,200-96-1,-367 204 910,-1 1-1,1-1 0,-1 1 0,1 0 1,0 0-1,-1 0 0,1 0 1,0 1-1,0-1 0,0 1 1,0-1-1,0 1 0,-1 0 1,1 0-1,0 0 0,0 1 1,0-1-1,0 1 0,0 0 0,-1-1 1,1 1-1,3 2 0,-5-2-2,0 0 0,0 0 0,0 0 0,-1 0 0,1 0-1,0 0 1,0 0 0,-1 0 0,1 0 0,-1 0-1,1 0 1,-1 1 0,1-1 0,-1 0 0,0 0 0,0 1-1,1-1 1,-1 2 0,0 1 20,-1 0-1,1 0 1,-1-1-1,0 1 1,0 0-1,0-1 1,0 1-1,-3 5 1,-29 50 654,-1-2 0,-72 88 0,2-3-854,-85 166-5237,179-291 3892,0 1-1,1 1 1,1-1-1,1 1 1,-5 23 0,-1 32-7300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29.77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0 109 13977,'47'-63'2449,"-13"45"-181,12 6-660,-2 3-272,6 3-256,88 6-420,-51 3-956,3-3-592,7 9-772,4-6-744,-7 9-2997,-7 6-4344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31.44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1 326 6729,'60'-12'1476,"-36"-6"104,23-6-316,-7 0-160,13-6-176,14 0-180,24 0-152,26-1-16,30 1-684,27 6-636,24-6-568,23 9-2428,20 0-2397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31.67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12 10017,'0'0'4196,"30"-3"-3112,24 0-124,6 3-183,27-3-121,27 0-156,23 3-172,27 0-88,27 9-452,27-6-716,20 3-657,6-6-719,1 3-1664,16-3-2809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57.94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55 72 8141,'-14'-72'15553,"11"73"-14289,1-1-1089,0 0-1,-1 0 0,1 0 1,0 1-1,0-1 0,0 1 1,0 0-1,0-1 0,0 1 0,0 0 1,0 0-1,-3 2 0,4-1-70,0 1-1,0-1 1,0 0-1,0 0 1,1 0-1,-1 0 0,1 1 1,-1-1-1,1 0 1,0 1-1,-1-1 1,1 0-1,1 1 1,-1 1-1,34 1420 3888,-14-1120-9489,-12-227 21,37 145 0,-18-130-7854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58.28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115 480 11925,'-28'-34'1332,"-33"-51"-1,58 80-1043,0-1-1,0-1 1,1 1 0,-1 0-1,2-1 1,-1 1 0,1-1-1,0 0 1,0 1 0,1-1-1,-1 0 1,3-11 0,-2-12 1041,-3-3 139,1 19-593,1-1 0,0 1 0,3-28 0,-1 37-740,0 1 1,0-1-1,0 1 0,1-1 0,-1 1 0,1-1 0,0 1 1,1 0-1,-1 0 0,1 0 0,-1 0 0,1 0 0,1 1 1,-1-1-1,0 1 0,5-4 0,1 2-16,-1-1-1,1 1 1,0 0 0,1 1-1,-1 0 1,1 1 0,0 0-1,0 0 1,0 1 0,0 0-1,0 1 1,13 0 0,8 1 95,0 2 1,58 10 0,-23 2-76,-1 2-1,0 4 1,-2 2 0,0 3-1,-2 3 1,70 43 0,-50-20-99,-3 3 1,-2 3-1,124 122 1,-168-146-52,0 1-1,-3 2 1,-1 1 0,-1 1 0,-3 1-1,28 59 1,-43-79 5,-1 1 1,-1 0-1,-1 0 0,-1 0 0,-1 1 1,0 0-1,-2-1 0,0 1 0,-1 0 1,-2 0-1,0 0 0,-1 0 0,-1 0 0,-1 0 1,0-1-1,-11 27 0,1-16-7,-1-1 0,-2 0-1,-1-1 1,-1-1 0,-2-1-1,0-1 1,-2-1 0,-48 42-1,-15 2-2,-130 80-1,-447 239-3745,515-306 690,134-74 2333,-15 10-634,8-2-2512,22-16 3804,-1 0 0,0 0 0,0 0 0,0 0 0,0 0-1,0 0 1,0 0 0,0 0 0,0 0 0,0 0 0,0 0 0,0 0-1,1 0 1,-1 0 0,0 0 0,0 2-1623,0-2 1623,0 0 0,0 0-1,0 0 1,0 0 0,0 0 0,0 0 0,0 0 0,0 0 0,0 1-1,0-1 1,0 0 0,0 0 0,0 0 0,0 0 0,-1 1-1218,15 6-7281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58.63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55 14081,'45'-38'2556,"-40"35"-2165,-1 1 0,1 0 0,0 0 1,0 0-1,0 1 0,1 0 0,-1 0 0,0 0 1,0 0-1,1 1 0,-1 0 0,0 0 1,1 0-1,8 3 0,-1-2 145,23 3 31,0 1 0,0 2 0,-1 1 1,0 2-1,0 1 0,-1 2 0,-1 1 0,0 2 0,41 27 1,-39-20-450,-2 1 0,-1 1 0,-2 2 0,0 1 0,-1 1 0,-2 2 0,-2 0 0,25 39 0,-32-38-93,-2 1 0,0 0 1,-3 1-1,0 1 1,-3 0-1,0 0 0,-3 1 1,0 1-1,-3-1 0,-1 1 1,-2-1-1,-1 1 1,-2 0-1,-1-1 0,-2 1 1,-2-1-1,-1 0 0,-2-1 1,-1 0-1,-26 54 0,28-72-12,0 0 0,0-1 0,-2-1 0,0 0-1,-1 0 1,0-1 0,-1 0 0,-1-1-1,0-1 1,0 0 0,-32 19 0,44-30 0,0-1 0,1 1 1,-1 0-1,0-1 0,0 1 0,0-1 1,0 0-1,0 0 0,0 0 0,0 0 1,0 0-1,0 0 0,0 0 0,0 0 1,0-1-1,0 1 0,0-1 0,0 0 1,0 1-1,1-1 0,-1 0 0,0 0 1,0 0-1,1 0 0,-1-1 1,1 1-1,-1 0 0,-1-3 0,0 1 7,0-1 0,0 1-1,0 0 1,1-1 0,0 0-1,0 0 1,0 0 0,0 0-1,0 0 1,1 0 0,-2-6 0,1-11-9,1 0 0,1 0 0,0 0 0,2 0 0,0 0 0,2 0 0,7-25 0,52-141-664,-59 180 596,27-69-1098,3 1 0,4 2 0,3 2 0,2 2-1,79-95 1,-72 108-1826,2 1 0,2 3 0,87-65 0,-47 51-5640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1:59.33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1 693 10549,'12'-6'1637,"-6"12"177,-6-5-1714,1-1-1,-1 1 1,0-1-1,0 1 1,1 0-1,-1-1 1,1 1-1,-1-1 1,0 1-1,1-1 1,-1 1-1,1-1 1,-1 0-1,1 1 1,-1-1-1,1 1 1,0-1-1,-1 0 1,1 0-1,-1 1 1,1-1-1,0 0 1,-1 0-1,1 0 1,0 0-1,0 0 1,29-10 3046,-2-2-1926,99-27 1555,149-48-116,-190 56-2142,94-50 0,-161 72-453,-1-1 0,0 0 0,-1-2 0,0 0 0,-1 0 0,-1-2 0,22-23 0,-34 32-60,0 0-1,0 0 1,0 0-1,-1-1 1,0 0-1,0 1 1,0-1-1,-1 0 1,0 0-1,0 1 1,0-1-1,-1 0 1,0 0-1,0 0 0,0 0 1,-1 0-1,0 0 1,0 0-1,0 0 1,-3-5-1,-2-6-6,0 0 0,-2 0-1,0 1 1,-1 0 0,-13-18 0,16 26 0,-1 0 0,0 1 0,0 0 1,-15-10-1,-12-12-159,33 28 163,0 1 0,0-1 0,0 1 0,0-1 0,0 1-1,-1-1 1,1 1 0,0 0 0,0-1 0,-1 1 0,1 0 0,0 0 0,0 0-1,-1 0 1,-1 0 0,2 0-45,0 1 0,0-1 0,0 0 0,-1 0 0,1-1 0,0 1 0,0 0 1,0 0-1,0 0 0,-1-1 0,1 1 0,0-1 0,0 1 0,-2-2 0,20 48-1916,-14-35 1723,-9-15-98,4 3 336,1 0 0,-1-1 0,1 1 0,-1 0 0,0 0 0,0 0 0,0 0 0,0 0 0,0 0 0,0 1 1,0-1-1,0 1 0,0-1 0,-3 1 0,-4 1 125,1 1 0,-1 1 0,0-1 0,1 1 0,-1 1 0,1 0 0,-13 7 0,-4 3 154,-7 2 72,0 2-1,2 1 0,0 2 0,1 1 1,2 1-1,0 2 0,1 0 0,-42 56 1,27-23 51,2 0 1,3 3-1,-45 104 0,71-140-335,0 1-1,2 0 1,0 1-1,2 0 1,1 0-1,1 0 1,2 1-1,0-1 1,3 32-1,1-42-37,0 1-1,1 0 1,1 0-1,0-1 1,2 0 0,0 0-1,0 0 1,2-1-1,0 0 1,1 0 0,0-1-1,2 0 1,-1-1-1,2 0 1,13 13 0,-4-9-24,1-1 1,1-1 0,0-1 0,2-1 0,-1-1 0,1-1 0,1-1 0,0-2 0,0 0-1,1-2 1,0-1 0,42 5 0,-21-7-45,0-2-1,-1-1 1,1-3-1,0-2 1,-1-2-1,70-18 1,-83 15-3,0-1 1,-1-2 0,0-1 0,-1-2-1,0-1 1,34-24 0,-46 26 26,-2-1-1,1-1 1,-2-1 0,0 0-1,-1-1 1,-1-1 0,-1-1-1,0 0 1,-2 0 0,18-39-1,-12 20-11,-3 0 0,-1-1 1,-2-1-1,12-75 0,-20 76 46,-1 0-1,-2 0 1,-2 0 0,-1 0-1,-2 0 1,-2 1 0,-18-63 0,17 81-126,-1 0 0,0 0 0,-2 1 1,0 0-1,-2 1 0,-20-27 1,22 34-250,0 1 0,-1 0 0,0 1 0,-1 0 1,0 0-1,0 2 0,-1-1 0,0 2 0,-1 0 1,-19-8-1,25 13-292,1 0 0,-1 1 1,1 0-1,-1 0 0,0 0 1,1 1-1,-1 1 0,1-1 1,-1 1-1,0 0 0,1 1 1,-9 2-1,-23 13-5573,11 6-2897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0.03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448 28 8669,'-23'-9'3341,"17"6"-2703,0 0 0,1 1 0,-1-1 1,0 1-1,0 1 0,-1-1 1,1 1-1,0 0 0,0 1 0,-1-1 1,1 1-1,0 0 0,0 1 0,-1 0 1,1 0-1,-11 3 0,2 2-165,1 1 1,1 0-1,-1 1 0,1 1 1,1 0-1,-1 1 0,1 0 1,1 0-1,0 1 0,1 1 1,0 0-1,1 1 0,0-1 1,-11 22-1,2 1-196,2 0 1,1 1-1,2 1 0,1 0 0,-9 54 1,10-18 293,-6 142 1,17-189-614,1 1 0,0-1 0,3 0 0,0 0-1,1 0 1,2 0 0,0-1 0,2 0 0,22 44 0,-23-55 5,0-1 0,0 0 0,1-1 0,1 0 0,0 0 0,1-1 0,0-1 0,0 0 0,1 0 0,1-1 0,0-1 0,0 0 0,0 0 0,1-2 0,0 1 0,0-2 0,1 0 0,20 4 0,-4-4-224,0-2 0,1 0-1,-1-3 1,1 0 0,-1-2 0,1-1 0,-1-2-1,0-1 1,40-13 0,-38 8-49,0-2 0,-1 0 0,-1-2-1,0-2 1,-1-1 0,-1-1 0,-1-1 0,34-31 0,-26 15 57,-1-2 1,-2-1 0,-1-1 0,-3-2 0,-1-1-1,-2-1 1,-3-2 0,25-62 0,-44 96 221,0 0 1,0-1 0,-1 1-1,-1-1 1,0 0 0,-1 1-1,0-1 1,-1-14 0,0 26 38,-1-1-1,1 1 1,0 0 0,-1 0 0,1 0-1,-1-1 1,0 1 0,1 0-1,-1 0 1,0 0 0,0 0 0,0 0-1,1 0 1,-1 1 0,0-1 0,0 0-1,0 0 1,-1 1 0,1-1 0,0 0-1,0 1 1,0-1 0,0 1 0,0 0-1,-1-1 1,1 1 0,0 0 0,0 0-1,-1-1 1,1 1 0,0 0 0,-1 0-1,1 1 1,0-1 0,0 0-1,-1 0 1,-1 1 0,-4 0 72,-1 1 1,1-1-1,-1 2 1,1-1-1,-14 7 1,7-1 45,1 0 0,0 1 1,1 1-1,0 0 0,1 0 1,0 2-1,0-1 0,1 1 1,-9 15-1,1 1 63,1 0 0,2 1 1,-16 42-1,27-60-145,0 0 1,1 1 0,0 0 0,0-1-1,1 1 1,1 0 0,0 0 0,1 0-1,0 0 1,1 0 0,2 14-1,-1-18-27,0 0-1,1 1 0,0-1 0,0 0 0,1-1 0,0 1 0,0-1 0,1 0 1,0 0-1,0 0 0,1 0 0,-1-1 0,1 0 0,1 0 0,-1-1 0,13 8 1,-3-4-182,0 0 1,1-1-1,0-1 1,0-1-1,1 0 1,0-1 0,0-1-1,0-1 1,1-1-1,-1 0 1,1-1 0,20-2-1,27-4-2505,0-4 0,69-17 1,-66 12-1622,43-8-5592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0.81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847 1292 12129,'-16'-20'2076,"5"4"76,0 1 0,-24-23 1,29 33-1799,0 0 0,-1 0 0,1 0 0,-1 1 0,0 1 0,-1-1 1,1 1-1,0 0 0,-12-3 0,3 2-46,-1 1 0,1 1 1,0 0-1,-1 1 0,1 0 1,-1 2-1,1 0 0,-1 0 0,1 2 1,-29 8-1,24-4-131,0 1-1,0 1 1,1 1 0,1 1-1,0 1 1,0 0 0,-20 20-1,4 0-80,2 1 0,2 2 0,1 2-1,2 0 1,1 2 0,3 1 0,-21 44-1,36-65-115,0 0 0,2 0 0,0 1-1,1 0 1,2 0 0,0 0 0,-2 29-1,5-41-15,1 0 0,1-1 1,-1 1-1,1-1 0,1 1 0,0-1 0,0 0 0,0 1 0,1-1 0,4 8 0,-5-10-5,1-1 0,1 1 0,-1-1 0,1 0 0,0 0 0,0 0 0,0 0-1,0-1 1,0 1 0,1-1 0,0-1 0,0 1 0,-1 0 0,2-1 0,7 3 0,0-2-86,1-1-1,-1 0 1,0 0 0,1-1 0,0-1 0,-1 0 0,1-1 0,-1-1 0,0 0 0,1 0 0,-1-2-1,0 1 1,0-2 0,18-8 0,-1-1-20,-2-1-1,1-2 1,-2-1-1,49-41 1,-41 26 85,-1-2 1,-2-1-1,-1-1 1,-2-2-1,-2-1 0,26-51 1,-4-8 62,58-167 1,-79 179 18,24-127 0,-2-94 363,-47 281-324,18-132 1183,0-162 1,-14 337-247,-2 8-705,-2 1 0,-1-1 0,-1 48 0,-13 80 396,11-149-674,-90 599 946,17-139-465,64-387-680,5 0 0,6 143-1,0-204 118,0 1 0,1 0 1,0-1-1,1 1 0,1-1 0,8 20 0,-9-28 15,1 0 0,0-1-1,0 0 1,0 0 0,1 0 0,0 0 0,0-1 0,1 0 0,-1 0-1,10 6 1,-9-7 12,1 0 0,-1 0 1,1 0-1,-1-1 0,1 0 0,0-1 0,1 0 0,-1 0 0,0 0 0,1-1 0,13 1 0,-10-2-22,1 0-1,0-2 0,0 1 0,-1-1 0,1-1 0,20-7 0,-3-3-115,0-1 0,-1-1-1,-1-1 1,42-33 0,-24 12-60,-1-3 0,47-53 0,67-97-134,-103 123 312,-40 48 84,10-10 170,-2-1 0,35-61 0,-44 55 341,-13 33-224,1 7-17,6 15-86,-2-5-63,0 0 0,-1 0 0,0 1 0,3 20 0,-4-3 10,-2-11-62,1-1 0,1 1 0,1-1-1,13 37 1,-16-52-80,1 0 0,-1 0 0,1 0 0,0-1 0,0 1 0,1-1 0,-1 0 0,1 0 0,0 0 0,0 0 0,0-1 0,1 1 0,-1-1 0,1 0 0,0-1 0,0 1 0,0-1 0,0 0 0,0 0 0,0-1 1,1 1-1,-1-1 0,1 0 0,6 0 0,-4 0 5,1-1 0,0 0 1,0 0-1,0-1 1,0 0-1,0-1 0,0 0 1,-1 0-1,1-1 1,-1 0-1,0-1 1,9-4-1,147-92 87,-159 97-58,1-1 1,0 1 0,0 0 0,0 1 0,11-4 0,-14 5-15,-2 2-16,0 0 0,0 0-1,0-1 1,0 1 0,-1 0-1,1 0 1,0 0 0,-1 0 0,1 0-1,-1 0 1,1 1 0,-1-1-1,0 0 1,1 0 0,-1 0-1,0 0 1,0 2 0,1-3 5,1 12-1,-1 0 1,0 0-1,0 0 1,-1 0-1,-1 0 1,0 0-1,0 0 1,-1 0-1,-7 21 1,4-10-38,-1 7-742,0 1 0,2 1 0,1 36 0,3-56-60,0-1 1,1 1 0,1-1 0,0 0-1,0 1 1,1-1 0,1 0-1,0 0 1,0-1 0,1 1 0,0-1-1,7 10 1,-9-16-72,1 0 1,-1 0-1,1 0 0,0 0 0,0-1 1,7 5-1,42 20-8935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1.1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5 13721,'1'0'201,"1"-1"0,-1 0-1,1 1 1,-1-1 0,1 1 0,0-1-1,-1 1 1,1 0 0,0 0 0,-1 0-1,1 0 1,0 0 0,-1 0 0,1 0-1,-1 0 1,1 1 0,0-1 0,2 2-1,21 19 3124,-13-9-2505,57 62 3891,-53-54-3988,-1 2-1,-1 0 0,20 40 0,-15-20-316,-1 0-1,-3 2 1,-1 0-1,-3 0 1,12 82-1,-21-95-373,0 0-1,-2 1 1,-2-1-1,-1 0 1,-1 0-1,-1 0 1,-2 0-1,-1-1 0,-18 43 1,-2-13-182,-3 0 0,-2-2 0,-3-2 0,-63 78 0,64-97 38,33-35 313,3-12-85,0 0 0,0 0 0,1 0 1,0 1-1,1-1 0,7-17 0,31-55 149,-20 43-179,170-272-335,-158 262-28,18-25-1056,3 2 1,4 3 0,2 3 0,131-112 0,-154 150 14,1 2 0,1 1 0,62-28 0,55-9-6782,-68 37-836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1.4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1 442 8133,'26'-7'3089,"-17"5"-2202,0-1-1,1 1 1,-1-2 0,0 1 0,0-1 0,-1-1-1,1 0 1,8-7 0,61-48 3499,-2 2-363,99-99-1,-138 112-3223,-35 42-771,1-1 0,-1 0 0,0 1 0,-1-1-1,1 0 1,-1 0 0,0 0 0,0 0 0,0-1-1,0 1 1,0-4 0,-1 7-28,0 0 0,0 0 0,0 0 0,0 0 0,0 0 0,-1 0 0,1 1 0,0-1 0,0 0 0,-1 0 0,1 0 0,0 1 0,-1-1 0,1 0 0,-1 0 0,1 1 0,-1-1 0,1 0 0,-1 1 0,0-1 0,1 0 0,-1 1 0,0-1 0,1 1 0,-1-1 0,0 1 0,0-1 0,1 1 0,-1 0 0,-1-1 0,-2 1 0,1-1 0,0 1 0,0 0 0,0 0 0,-1 0 0,1 0 0,0 0 0,0 1 0,-4 0 0,-4 2 0,0 0 0,1 1 0,-1 1 0,-16 8 0,11-2 0,0 1 0,1 1 0,0 0 0,1 1 0,-13 17 0,-56 83 0,63-83 0,1 2 0,2 0 0,1 1 0,2 0 0,-15 55 0,24-71 0,1 2 0,1-1 0,0 0 0,1 1 0,1-1 0,1 1 0,1-1 0,0 1 0,2-1 0,0 0 0,1 1 0,8 21 0,-5-26-155,1-1 0,0-1 0,1 1 0,0-1 0,1-1 0,1 0 0,-1 0 0,2-1 0,0 0 0,0-1 0,1-1 0,0 0-1,23 12 1,10 2-1122,1-1-1,91 26 1,149 25-10195,-130-43-836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2.72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28 32 10285,'-3'-22'1542,"1"12"5602,-4 28-2119,0 13-4156,1 1 1,2-1 0,1 1 0,1-1-1,6 45 1,-2-12-9,4 449 1984,12 245-5324,-17-722 1759,16 173-3229,-13-168 1124,3-1-1,2 1 1,15 41-1,8 1-8660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2.95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5 607 11573,'-2'-36'655,"1"22"-277,0 1-1,1-1 0,0 0 0,1 0 1,1 1-1,0-1 0,1 1 0,0-1 1,8-18-1,4-3 637,1 0 1,2 2 0,2 0-1,33-43 1,-39 59-791,0 1 0,1 1 1,0 0-1,2 1 1,-1 1-1,2 0 0,0 1 1,0 1-1,30-13 0,-16 12-298,-1 2-1,2 1 1,-1 2-1,1 1 0,0 2 1,0 1-1,1 1 1,-1 2-1,0 1 0,48 8 1,-49-3-465,0 1 0,-1 1 0,0 1 0,0 2 0,-1 2 0,0 0 0,-2 2 0,1 1 0,-2 1 0,45 38 0,-55-40-339,-1 2 0,-1 0 0,-1 0 1,0 2-1,-1 0 0,-1 0 0,10 24 1,23 60-5685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3.06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1 528 11365,'37'-48'1936,"-10"18"-236,3 0-207,3-3-325,14-1-216,13-5-296,17-6-516,17-9-640,20-1-800,7 1-733,3 0-2499,6 3-3529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3.39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76 1 8889,'-14'6'2118,"-1"-1"1,-20 4 0,35-8-1985,-1-1 1,0 1 0,1-1-1,-1 1 1,0 0 0,1-1-1,-1 1 1,1 0 0,-1-1-1,1 1 1,-1 0-1,1 0 1,-1-1 0,1 1-1,0 0 1,0 0 0,-1 0-1,1-1 1,0 1 0,0 0-1,0 1 1,-1 0 264,1 2-155,-1-1 0,1 1 0,0 0 0,0 0 0,0-1 0,0 1 0,1 0 0,0 0 1,-1-1-1,1 1 0,1-1 0,-1 1 0,0-1 0,1 1 0,0-1 0,3 6 0,4 5 244,0-1 0,16 18 1,0-6-122,1-1 1,1-1 0,50 32-1,-22-15-505,-35-26-20,1-1 0,0-1 0,1-1 0,0-1 1,1 0-1,0-2 0,41 9 0,-43-13 77,-1 0 0,1-2 0,0-1 0,0 0 1,0-2-1,0 0 0,0-1 0,0-1 0,26-8 0,-36 7 66,-1 0 0,0 0 0,-1-1 0,1 0 0,-1-1 0,0 0 0,0 0 0,-1-1 0,1 0 0,-2-1-1,10-10 1,-1-3 237,0-1 0,-1-1 0,15-31 0,-26 44 42,0 1-1,-1-1 1,0 0-1,0 0 1,-1-1 0,0 1-1,0-21 1,-2 2 1048,-5-41 1,4 65-417,-2 6-569,0 0-314,1 0 1,-1 1-1,1-1 0,-1 1 1,1-1-1,0 1 0,0 0 1,-1 0-1,1 0 0,0 0 1,1 0-1,-1 1 0,0-1 0,1 0 1,-1 1-1,1 0 0,0-1 1,0 1-1,0 0 0,0-1 1,0 1-1,1 0 0,-1 0 1,0 3-1,-1 13-402,1-1 0,1 35 1,1-16-534,-1-21 464,-6 152-5014,-1-55-2934,0-29-2663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3.82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177 12 10557,'-30'-11'4285,"27"10"-2495,-1 1-198,-4 0-1041,1 0-1,-1 1 1,0-1-1,0 1 1,1 1 0,-1 0-1,1 0 1,-1 0-1,1 1 1,0 0-1,0 0 1,0 1-1,0 0 1,1 0-1,0 1 1,0 0-1,-10 10 1,15-13-507,1 0 1,0 1-1,0-1 0,0 1 0,0-1 1,0 1-1,0-1 0,1 0 1,-1 1-1,1-1 0,0 0 1,0 1-1,1 1 0,-1 0 30,7 17-151,2 0-1,0 0 1,23 32 0,-16-27-711,20 42 1,-27-40 365,-1 0 0,-1 0 0,-1 1 1,-1 0-1,-2 1 0,-1-1 0,-1 1 0,-2-1 1,-1 1-1,-9 57 0,-3 12-220,12-96 855,5-5-29,16-11 51,0 0-1,-1-2 1,-1 0 0,26-28 0,16-13 425,-8 11 95,76-60 1297,-103 87-1521,1 1-1,1 0 0,35-14 0,-56 28-418,0 0-1,1 1 0,-1 0 0,0 0 1,0 1-1,1 0 0,-1 0 1,1 0-1,-1 1 0,1 0 0,-1 0 1,1 1-1,0-1 0,-1 1 1,0 1-1,1-1 0,-1 1 0,0 1 1,0-1-1,0 1 0,0 0 1,0 0-1,-1 1 0,1-1 0,-1 1 1,0 0-1,0 1 0,-1-1 1,1 1-1,-1 0 0,0 0 0,0 1 1,5 9-1,-1 0-84,0 0 0,-1 1 0,-1-1 1,0 2-1,-1-1 0,5 27 0,4 103-144,-6-35-1113,28 106-4309,-27-182-51,26 68-1,-8-48-6153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4.27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294 20 10797,'-1'0'50,"-3"0"361,-1 1 0,1 0 0,-1-1 1,1 0-1,-1 0 0,0-1 0,1 1 0,-1-1 1,1 0-1,-1 0 0,1-1 0,0 1 1,-1-1-1,1 0 0,-8-4 0,11 5-285,0 0 0,0 1-1,1 0 1,-1-1 0,0 1 0,0 0-1,-1-1 1,1 1 0,0 0-1,0 0 1,0 0 0,0 0 0,0 0-1,0 0 1,0 0 0,0 0-1,0 0 1,0 0 0,0 1 0,0-1-1,0 0 1,0 1 0,0-1-1,0 1 1,0-1 0,0 1 0,0 0-1,1-1 1,-2 2 0,-25 25 1359,24-23-1221,-16 22 203,1 0 0,1 2 0,1 0 0,2 0 0,1 2 0,1 0 0,1 0 0,2 1 0,1 0 0,2 1 0,-3 33 0,8-49-547,0 1 0,2 0 1,0 0-1,1 0 0,0 0 1,2-1-1,0 1 0,1-1 1,0 0-1,1 0 0,1-1 1,18 30-1,-17-32-111,1 0 1,1-1-1,0 0 1,0 0-1,1-1 1,1 0-1,0-1 1,1 0-1,-1-1 1,2-1-1,-1 0 1,1-1-1,30 11 1,-26-13 78,1-1 1,0-1 0,0-1-1,0 0 1,1-2-1,-1 0 1,0-1 0,0-1-1,0-1 1,0-1 0,-1 0-1,1-1 1,-1-1 0,35-17-1,-17 5 257,0-3 0,-1 0 0,-1-3 0,0 0-1,56-57 1,-74 64 162,-5 6 123,0 0 0,1 0 0,0 1 0,21-14 0,-30 23-108,-11 25 121,-3 9-920,2 0 0,-7 46-1,7-18-1148,5-36-326,-3 51 0,7-72 1575,17-10-15,-11 4 394,0 0-1,0-1 1,0 1-1,-1-1 1,1-1 0,7-5-1,28-15 337,-15 14-200,2 1-1,-1 2 0,1 0 0,0 2 0,55-3 0,85-9-1561,-2-16-4122,-99 18 1249,0 3-2161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4.75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1 405 9725,'8'-4'539,"1"0"0,1 1 0,-1 1 0,0-1 0,1 1 0,0 1 1,-1 0-1,17 1 0,11-3 538,246-27 2585,-256 27-3487,1120-124 2977,-1060 116-3097,780-110-898,-746 99-128,141-29-5040,-233 43 1386,-8 0-2639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04.95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118 88 7573,'-69'-41'1971,"23"-4"5855,43 44-6216,8 3 139,33 15-408,-1 2-1,-1 1 1,-1 2 0,47 38 0,-15-4 23,64 69 0,-87-78-1096,-2 2-1,-2 2 0,-2 1 0,-2 2 0,53 110 0,-74-132-190,-2 1 1,-2 1-1,0 0 0,-3 0 0,-1 1 0,-1 0 0,-2 0 0,-1 0 0,-2 1 1,-2-1-1,-1 0 0,-8 46 0,-2-32-137,-2-1 0,-2 0 0,-2-2 0,-25 48-1,-111 167-1060,-13-37-2759,47-83-1916,52-61-495,-2 6-6103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10.33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131 2298 6725,'-2'1'65,"-17"4"2103,0 0 1,-32 16-1,49-20-612,-2 1-72,-26 13 1264,27-14-1566,6-4 19,38-41 446,2 2 0,95-73-1,642-357 301,-597 369-1801,-73 41-56,696-404-421,-28-40-1931,-510 297 708,-203 151-1246,106-122 0,-169 178 2463,0-1 1,-1 1 0,1 0-1,-1-1 1,0 1 0,1-1-1,-1 1 1,0-1 0,0 1-1,-1-1 1,1 0 0,-1 0-1,1 1 1,-1-1 0,0 0-1,0 0 1,0 1 0,0-1-1,0 0 1,-1 0 0,1 1-1,-1-1 1,0 0 0,0 1-1,-2-6 1,-9-7-6777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10.57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339 25 8209,'-1'-1'208,"1"0"0,0 0 0,-1 0 0,1-1 0,0 1 0,0 0 0,0 0 0,0 0 0,0 0 0,0 0 0,0 0 0,1-1 0,-1 1 0,0 0 0,0 0 0,6-5 5097,-8 6-5207,-36 0 3162,-40 5-1,66-3-2807,1-1-1,-1 2 0,1 0 1,0 0-1,0 1 0,0 0 1,1 1-1,-15 8 0,22-10-386,0-1-1,0 1 1,0 0 0,0 0-1,1 0 1,0 0 0,-1 0-1,1 1 1,0-1 0,1 1-1,-1-1 1,0 1-1,1 0 1,0-1 0,0 1-1,0 0 1,0 0 0,1 0-1,0 0 1,0 0-1,0 0 1,0 0 0,0 0-1,1 0 1,-1 0 0,1-1-1,3 9 1,2 7 69,2 1 1,0-1-1,21 37 1,27 41 31,77 187 0,-116-239-534,-2 0 1,-2 1 0,10 66-1,-21-93 92,-1 0-1,0 0 0,-1 0 0,-1 0 0,-1 0 1,-1 0-1,-1-1 0,0 1 0,-1-1 0,-1 0 0,-13 27 1,0-11-739,-1-1 0,-2-1 0,-29 32 0,30-38 134,1-4-547,0 0 0,-37 30 0,-14 4-4241,22-16-1863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10.76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429 40 10857,'-110'-9'2416,"70"6"-320,-4-6-215,4 3-241,-14 0 700,18 3-1524,5 0-436,1 3-372,7 0-624,3 0-948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33.46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1835 178 4556,'-21'-15'368,"-2"-2"563,-39-22 0,36 23-286,-1 2 1,0 1 0,0 1-1,-51-15 1,28 18-382,-1 1 0,-1 3 0,1 3 0,-1 1 0,1 3 0,-1 2 0,1 2 0,0 3 0,1 1 0,0 3 0,0 2 0,2 2 0,0 3 1,-83 46-1,50-19-38,2 4 0,-103 88 0,138-101-157,1 3 0,3 1 0,1 3 0,2 1 0,-33 55 0,56-80-38,2 2 0,1-1 0,1 2-1,0-1 1,2 1 0,1 1 0,1-1 0,-4 34-1,9-39-17,0 0-1,1-1 0,1 1 0,1 0 0,0-1 1,2 1-1,0-1 0,1 0 0,1 0 0,0-1 1,18 34-1,-4-17 17,2-2 1,1 0-1,1-1 1,31 30 0,120 103-24,-114-110-20,-24-21 9,339 326-94,-323-301 55,-2 3 0,-3 1 1,-3 3-1,59 110 0,-94-153 27,0 2-1,-1 0 1,-1 0-1,-1 0 1,-2 1-1,0 0 1,-1 0-1,-2 1 1,-1-1-1,-2 39 1,-1-45 13,-1 1 1,-1-1 0,0 0 0,-1 0 0,-2 0 0,1-1-1,-2 0 1,-1 0 0,0-1 0,-1 0 0,-1-1 0,0 0-1,-1-1 1,-16 16 0,-2-3 8,-2-1 1,-1-1-1,0-3 0,-2 0 1,-1-2-1,-40 17 0,-4-9-743,77-24 557,3-2 156,-2 9-76,0 0 0,2 1 0,-1 0-1,3 19 1,19 314-76,-26 4 199,3 121 46,9-331 151,49 255 1,-36-306-65,4-1 1,4-2 0,73 157-1,-82-206-113,2-1 0,1-1 0,2-2 0,2 0 0,1-1 0,1-2-1,46 40 1,-37-41 2,1-1 0,2-3 0,0-1 0,1-1 0,2-3 0,59 20-1,-24-16-143,1-3 0,1-5-1,152 13 1,249-18-1569,-365-11 1104,394-18-2380,-290 2-915,-148 12 1013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49.9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1 403 8317,'471'-256'5573,"-193"128"-1059,-268 124-4205,0 0 1,0 1-1,0 0 0,12-1 0,-21 3-250,1 1-1,0 0 1,-1 0-1,1 0 1,-1 0-1,1 0 1,0 0-1,-1 1 1,1-1-1,0 1 1,-1-1-1,1 1 1,-1-1 0,3 2-1,-3-1-36,-1 0 0,1 0 0,0 0 0,-1-1 0,1 1 0,-1 0 0,1 0 0,-1 0 1,1 0-1,-1 0 0,0 0 0,1 0 0,-1 0 0,0 0 0,0 0 0,0 0 0,0 0 0,0 0 0,0 1 0,0-1 0,0 0 0,0 0 0,0 0 0,-1 0 0,1 1 0,-20 61 446,13-45-318,1 1 0,1 0 0,-5 39 0,9-53-169,1 0 0,0 0 0,0 1 0,0-1 0,1 0 0,0 0 0,0 0 0,0 0 0,1 0 0,0 0 0,0 0 0,0 0 0,0-1 0,1 1 0,0-1 0,0 1 0,0-1 0,0 0 0,8 6 0,-1-2-119,0-1-1,1 0 0,0 0 1,1-1-1,-1-1 0,1 0 0,0-1 1,1 0-1,21 4 0,11 0-455,63 2 0,43-8-394,197-23 0,-191 8 569,166 6 1,-248 9-783,112-11 1,74-35-6209,-170 23 3502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48.9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412 0 16237,'-24'95'6099,"13"-48"-2325,-17 45-1,-120 227-371,17-45-8959,94-201 143,13-29-3059,15-26-2384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49.12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21 55 12689,'-20'-33'7973,"30"23"-7425,3-2-148,4 27-280,13 10-664,7-10-724,7 15-612,-7-3-825,3 9-1747,0 9-3445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49.5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673 507 7869,'16'-22'1171,"-2"0"0,0-2-1,-2 0 1,0 0 0,-2-1 0,0-1 0,-2 0 0,-1 0 0,4-29 0,-7-51 2840,-2 19-757,-2 49-1937,-3 36-730,-1 9-72,-1 9-200,0-1 0,-4 26 0,-49 390 1567,-10 53-1210,-114 278-665,-49-15-8,143-504-521,-22 72-705,102-288 722,1 0-1,2 0 0,1 1 1,1 0-1,1 44 1,1-70 392,1 0 0,0 0 0,0 0 0,0 1 0,1-1 1,-1 0-1,0 0 0,1 0 0,0 0 0,-1 0 0,1 0 1,0 0-1,0 0 0,0 0 0,0 0 0,2 2 1,-3-4 68,1 0 0,0 0 1,-1 0-1,1 0 1,0 0-1,0 0 1,-1 0-1,1 0 1,0 0-1,-1 0 1,1 0-1,0 0 1,0-1-1,-1 1 1,1 0-1,-1 0 1,1-1-1,0 1 1,-1 0-1,1-1 1,0 1-1,-1-1 1,1 1-1,-1-1 0,1 1 1,-1-1-1,0 1 1,1-1-1,0 0 1,7-9-254,-1-1 1,0 1-1,7-17 0,3-11-59,-1 0 1,-2-1-1,-2-1 0,-2 0 0,-1 0 0,-2-1 0,1-42 1,-9-295 584,-6 122 652,7 234-812,2-1 1,0 0-1,1 1 1,1-1-1,1 1 0,1 0 1,1 1-1,13-29 0,-10 32-75,0 1-1,2 0 0,0 1 0,1 0 1,0 1-1,1 0 0,1 1 0,0 1 1,1 0-1,32-18 0,9-4-814,1 4 0,2 1 0,92-31 0,-83 39-1848,1 4 0,81-12 0,0 15-5444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50.96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326 275 7589,'-4'-32'1112,"2"22"-193,1 0 0,0-1 0,1 1 0,0-14 0,0-4 1194,-1-1 0,-1 1 0,-9-37 0,7 39-1058,3 25-1016,1 1 0,-1 0 0,1 0 0,-1 0 0,0 0 0,1 0 0,-1 0 0,0 0 0,1 0 0,-1 0 0,1 0 0,-1 0 0,0 0 0,1 0 0,-1 1 0,1-1 0,-1 0 0,1 0 0,-1 1 0,0-1 0,1 0 0,-1 1 0,1-1 0,0 1 0,-1-1 0,0 1 0,0 0 51,-8 5 115,0 1 0,1 1 1,0-1-1,0 1 1,0 1-1,1 0 1,0 0-1,-10 19 1,-40 91 502,34-66-489,-4 5 10,3 1-1,-26 100 1,43-133-379,2 1-1,1-1 1,1 1-1,2 0 0,0 0 1,2-1-1,1 1 1,10 52-1,-9-70 38,-1 1-1,2-1 1,-1 0 0,1 0-1,1 0 1,0 0 0,0-1 0,0 1-1,1-1 1,1-1 0,8 10-1,-10-13 50,-1-1 0,0 1 0,1-1 0,0 0-1,-1-1 1,1 1 0,0-1 0,1 0 0,-1 0 0,0 0-1,0-1 1,1 0 0,-1 0 0,1 0 0,-1-1-1,1 0 1,-1 0 0,1 0 0,-1-1 0,1 1 0,8-4-1,15-5-243,-1-2-1,28-14 0,14-7-455,-68 32 730,0-1 0,-1 0 0,1 0 0,0 1 0,0-1 0,0 1 0,0 0 0,-1-1 0,1 1 0,0 0 0,0 0 0,0 0 1,0 0-1,0 1 0,0-1 0,0 0 0,-1 1 0,3 0 0,-3 0 17,1 0 0,-1 0 0,-1 0 0,1 0-1,0 0 1,0 0 0,0 0 0,0 0 0,-1 0 0,1 0 0,0 0 0,-1 1-1,1-1 1,-1 0 0,0 0 0,1 1 0,-1-1 0,0 0 0,0 3-1,1 5-23,-2 1 0,1-1-1,-2 0 1,1 1 0,-4 12-1,-10 25-214,-1-2 0,-2 1-1,-25 44 1,14-30-228,-31 88 0,52-123 297,0-4-50,1 0-1,2 0 1,0 0-1,1 1 1,1 0-1,0 38 1,3-50 81,1 1 0,0 0 0,1 0-1,0-1 1,1 1 0,0-1 0,1 0 0,0 0 0,0 0 0,1 0 0,10 14 0,-6-12-29,1-1 0,0 0 0,0 0 0,1-1 0,0-1 1,1 0-1,21 13 0,1-5-210,0-1 0,1-2 0,1-1-1,0-2 1,70 13 0,17-6-1454,1-4 0,137-4-1,-125-12-408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43.76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149 119 13365,'-19'-46'2705,"3"7"2890,15 36-4908,0 0 1,0 0 0,1 0 0,-1 0 0,1 0-1,0 0 1,0 0 0,0-3 0,3 2 2729,2 18-1922,-1 15-1495,-1-1 0,-2 1 0,-1 0 0,-7 54 0,4-45 0,-55 495 0,26-272 0,6 173-1026,28-360 375,3-1 0,3 1 0,33 134 0,-31-174-1548,2 0-1,18 38 1,-19-50-1974,28 40 0,9 0-7036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44.1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865 345 13357,'-113'-94'2700,"49"44"224,44 36-1416,1-1-1,0-2 1,1 0 0,0 0 0,-22-32-1,23 29 333,-6-13 863,22 33-2697,1-1 1,0 1-1,-1 0 1,1-1 0,0 1-1,0-1 1,0 1-1,-1-1 1,1 1-1,0-1 1,0 1 0,0-1-1,0 1 1,0-1-1,0 1 1,0-1-1,0 1 1,0-1 0,0 1-1,0-1 1,0 1-1,0-1 1,0 1 0,0-1-1,1 1 1,-1-1-1,0 1 1,0-1-1,1 0 1,2 0-7,-1 0 0,1 1 0,-1-1 0,1 1 0,-1 0 0,1-1 0,0 1 0,-1 0 0,1 1 0,-1-1 0,1 0 0,0 1 0,-1-1 0,4 2 0,40 13 0,-12 1 0,0 1 0,-2 1 0,0 2 0,-1 1 0,45 42 0,-65-55 0,69 62 0,77 86 0,63 92 0,-161-179 0,293 352 0,-242-277 0,91 161 0,-170-253 0,-3 1 0,-2 1 0,-2 2 0,-3 0 0,-3 1 0,15 73 0,-28-100 0,-1 0 0,-1 0 0,-2 1 0,-1-1 0,-2 0 0,0 0 0,-2 0 0,-2 0 0,0 0 0,-2-1 0,-1 0 0,-2-1 0,0 0 0,-19 32 0,7-25 1,-1-1 0,-2 0 0,-1-2 0,-2-2 1,0 0-1,-2-2 0,-2-1 0,-64 41 0,19-21-14,-2-4 1,-2-3-1,-89 29 1,-18-4-2132,-3-7-1,-392 62 1,357-99-2262,78-27-4155,86-4-1782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44.42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418 127 16321,'-11'-12'1071,"-1"-1"0,-15-23 0,26 34-777,1 0 0,-1 1-1,1-1 1,-1 0-1,1 1 1,0-1-1,-1 0 1,1 0-1,0 1 1,0-1 0,0 0-1,1 0 1,-1 1-1,0-1 1,1-3-1,1-15 3349,-2 20-3610,-4-15 3160,-2 32-1620,5-15-1645,-22 76 171,-22 130 0,6 89-90,-1 10-41,-97 398 33,135-692 0,-55 312-5560,50-262 2815,2 1 0,4 0-1,6 69 1,2-72-10497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44.82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474 227 10957,'-2'-11'537,"0"-1"0,0 1 0,1 0 0,0-1 0,1 1 0,1 0 0,2-17 0,-2 23-181,0 0 0,1-1 1,0 1-1,0 0 0,1 1 0,-1-1 1,1 0-1,0 1 0,0-1 1,1 1-1,-1 0 0,1 0 0,0 0 1,0 1-1,0-1 0,0 1 0,1 0 1,8-4-1,-1 1 107,1 1-1,0 0 1,0 1 0,1 0-1,-1 1 1,1 1 0,15-1-1,12 1 477,47 3 0,-40 3-570,1 2 0,-1 1 0,0 3 0,-1 2 1,-1 2-1,0 2 0,0 2 0,-2 2 1,57 35-1,-74-38-277,0 2 1,-2 1-1,0 1 0,-1 1 1,-1 1-1,28 37 1,-37-40-78,-1 0-1,0 1 1,-1 0 0,-2 1 0,0 0-1,-1 1 1,-2 0 0,0 1 0,4 30 0,-7-17-217,-1 1 0,-2 0 1,-1 0-1,-3-1 0,-1 1 1,-1-1-1,-2 0 1,-2 0-1,-2 0 0,-18 43 1,6-27-329,-2-2 1,-2-1-1,-3 0 1,-1-3 0,-3 0-1,-44 46 1,0-13-667,-4-3 1,-2-4-1,-156 102 1,-310 134-1202,488-279 2550,-81 27 1,134-55-36,1 0 0,-1 0 0,-16 1 0,7-7 277,18 4-379,0-1-1,0 1 1,-1 0 0,1-1-1,0 1 1,0-1-1,0 1 1,0 0 0,0-1-1,0 1 1,0-1 0,-1 1-1,1 0 1,0-1-1,0 1 1,1-1 0,-1 1-1,0-1 1,0 1 0,0 0-1,0-1 1,0 1-1,0-1 1,0 1 0,1 0-1,-1-1 1,0 1 0,0 0-1,1-1 1,-1 1-1,0 0 1,0-1 0,1 1-1,-1 0 1,0 0 0,1-1-1,7-7 136,0 1 0,1 0-1,0 1 1,0 0 0,0 0-1,1 1 1,-1 0 0,1 1 0,1 0-1,13-4 1,2 1 404,1 1 0,-1 1 0,31-1 0,-38 4-239,1 1-1,-1 1 1,1 1 0,-1 1 0,0 0-1,0 2 1,0 0 0,0 1 0,0 1-1,-1 0 1,24 13 0,8 6 366,-1 2 0,-1 2 0,57 45 0,-61-37-360,-3 2 0,-1 1 0,58 76 0,82 150-2281,-60-89-2308,-35-61-2175,-40-62-19,10-8-3846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45.12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15 0 12473,'0'0'8729,"-2"4"-7056,-1 2-1390,1 1 0,0-1 0,1 0 0,-1 1 0,1-1 1,1 1-1,-1 0 0,1-1 0,0 1 0,1 0 0,-1-1 0,1 1 1,4 12-1,3 8 183,2 0 1,13 27-1,-4-11 103,147 340 1426,34-15-3208,43-11-3766,-64-130-1921,-112-155 1214,3-4-3354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45.35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2476 869 7461,'47'-82'941,"-11"19"777,36-87 0,-60 119-767,-1 0 0,-1 0-1,-2-1 1,-2-1-1,-1 1 1,-1-1 0,-1 0-1,-3 0 1,0 0-1,-2 1 1,-1-1 0,-10-40-1,11 66-648,0-1 1,-1 0-1,0 1 0,0 0 0,0-1 0,-1 1 1,0 1-1,-1-1 0,0 1 0,0-1 0,-6-5 1,8 9-167,0 1 0,0-1 1,-1 1-1,1 0 1,0 1-1,-1-1 0,1 0 1,-1 1-1,1 0 1,-1 0-1,0 0 0,1 0 1,-1 0-1,0 1 1,0 0-1,1 0 0,-1 0 1,0 0-1,0 0 1,0 1-1,1 0 0,-1 0 1,0 0-1,1 0 0,-5 2 1,-8 6 18,0 0 1,1 1-1,0 1 0,1 0 1,0 1-1,1 0 0,0 1 1,-15 21-1,-44 57-155,-84 139 0,88-124 0,-462 715 0,-23 36 0,157-216-3820,-124 362-9060,435-817-203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2:45.94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880 390 9181,'-69'4'613,"-142"1"1951,-122-6 3410,288 2-4854,1-2 1,-1-2 0,-75-14 0,108 12-400,13 0-222,29-5 238,20-2-183,0 3-1,73-5 1,901-45 1218,14 36-1255,-797 18-392,2299-16 365,4 28 10,-2104-5-369,-312-2-118,1431-1 302,-7-54-462,-752-25-2882,-635 48 904,-137 25-998,46-21 1,-74 28 3020,-1 0 0,1 0 0,0 0 0,0 0 1,0 0-1,0-1 0,0 1 0,0 0 0,0 0 1,0 0-103,0 0 102,-1 0 0,1 0 1,0 0-1,0 0 0,0 0 0,0-1 0,0 1 1,0 0-1,0 0 0,0 0 0,0 0 0,0 0 0,0 0 1,0 0-1,0-1 0,0 1 0,0 0 0,0 0 1,0 0-1,0 0 0,0 0 0,0 0 0,0 0 1,0-1-1,0 1 0,0 0 0,0 0 0,0 0 1,0 0-1,0 0 0,1 0 0,-1 0 0,0 0 0,0-1-101,0 1 101,0 0 0,0 0 0,0 0 1,0 0-1,0 0 0,1 0 0,-1 0 0,0 0 1,0 0-1,0 0 0,0 0 0,-19-15-9555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07.27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764 63 5581,'0'1'61,"-1"-1"0,0 1 0,0-1 0,1 1 0,-1-1 1,0 1-1,0-1 0,0 0 0,1 0 0,-1 0 1,0 1-1,0-1 0,0 0 0,0 0 0,0 0 1,1 0-1,-1 0 0,0 0 0,0 0 0,0-1 1,0 1-1,0 0 0,1 0 0,-1-1 0,0 1 1,0-1-1,0 1 0,1 0 0,-1-1 0,0 1 0,1-1 1,-1 0-1,0 1 0,1-1 0,-1 0 0,1 1 1,-1-1-1,1 0 0,-1 1 0,1-1 0,-1-1 1,0 0 101,-1 0 0,1 0 0,0 0 0,-1 0 0,0 1 0,1-1 0,-1 0 0,0 1 0,-2-2 0,-3 0 219,1 1 0,-1-1 1,0 2-1,0-1 0,0 1 0,-9-1 1,0 0 350,-24-6 701,-1 2 1,0 2-1,-80 2 0,100 4-1155,-1 0-1,1 2 0,0 0 0,0 1 0,1 1 0,-1 1 0,1 1 0,-36 20 1,30-12-51,10-8-66,-1 2 1,2 0 0,-1 1 0,1 0 0,1 1 0,0 1 0,-13 15-1,25-26-82,1 1-1,-1 0 0,1-1 1,-1 1-1,1 0 0,0-1 1,0 1-1,0 0 0,0 0 1,0 0-1,1 0 0,-1 0 1,1 0-1,0 0 0,0 0 1,0 0-1,0 0 0,1 0 1,-1 0-1,1 0 0,0 0 1,1 4-1,0-3 17,0 0 0,0 0 0,0-1 0,1 1 0,-1-1 0,1 1 0,0-1-1,0 0 1,0 0 0,0 0 0,1-1 0,-1 1 0,1-1 0,5 3 0,11 3 97,0-1 0,1-2 0,0 0 1,0 0-1,0-2 0,1-1 0,34-1 0,-19 1-22,449-4 887,4-33-640,-233 15-264,-191 15-151,830-66 335,-4-42-758,-856 106-241,19-2-368,-18 7-8643,-39-4 5376,0-8 2056,2 12 1192,-3-19-6514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07.54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285 33 9221,'-78'-29'2070,"73"27"-1646,-1 2-1,0-1 1,0 1 0,0-1-1,0 2 1,0-1 0,1 1-1,-1 0 1,0 0 0,0 0-1,1 1 1,-1 0 0,1 0-1,-1 0 1,-5 4 0,11-5-322,-1 0 1,1 1-1,0-1 1,-1 0 0,1 0-1,0 1 1,0-1-1,0 0 1,0 0 0,0 1-1,0-1 1,0 0-1,0 0 1,1 1 0,-1-1-1,0 0 1,1 0-1,0 3 1,0-1 167,2 6-93,1 0 0,-1-1 0,1 0 0,1 0 0,-1 0 1,2 0-1,-1-1 0,1 1 0,0-2 0,0 1 0,8 6 1,17 14 358,42 27 1,-41-31-313,24 18 79,93 67 415,158 150-1,-265-218-653,-3 2 1,-1 1 0,-3 1-1,-1 3 1,-2 0-1,-3 2 1,-1 1-1,24 63 1,-38-73-94,0 1 0,-3 0 0,-2 1-1,-1 0 1,-2 1 0,-2-1 0,-2 1 0,-2 0 0,-2 0 0,-1-1 0,-3 1-1,-1-1 1,-2 0 0,-2-1 0,-1 0 0,-23 47 0,5-26-198,-2-2 1,-4-1 0,-1-2 0,-4-1-1,-1-3 1,-85 83 0,-330 252-4632,444-378 4612,-37 26-2714,-99 52-1,92-56-406,-10 8-3209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08.8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534 106 13221,'-8'-61'3799,"-1"17"9317,8 49-11928,-105 376 61,48-193-1055,-6 32-194,-99 359 0,51 11 0,104-512 0,4 1 0,6 89 0,1-121 0,3-1 0,1 1 0,3-1 0,28 81 0,-33-112-288,2-1 1,0 1-1,0-1 0,2-1 1,0 0-1,0 0 0,1 0 1,0-1-1,1-1 0,19 15 1,-21-19-102,1 0 0,0-1 0,0 0 0,0-1 1,1 0-1,0-1 0,0 0 0,0 0 0,0-1 0,1-1 1,-1 0-1,1-1 0,-1 0 0,22-1 0,43-10-7342,1-12-5324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09.16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1072 187 9845,'-10'-25'793,"5"14"-217,1 0 1,-2 0-1,0 0 1,0 1-1,-1 0 0,-9-11 1,-29-48 7069,40 61-4512,25 24-1575,230 204 72,-137-116-1363,158 155 138,-201-185-315,104 145-1,-141-170-92,-3 1 0,-1 1 1,-3 1-1,26 78 0,-39-89-20,-1 0-1,-3 1 0,-2 0 0,-1 0 0,-2 1 0,-3 80 0,-5-83-9,-1-1-1,-2 0 0,-2-1 1,-1 1-1,-20 47 0,9-36-19,-3-1-1,-2-2 1,-44 63 0,15-38-33,-3-3 1,-3-2 0,-3-3-1,-107 83 1,2-26-510,-206 111 0,338-210 448,-619 322-5359,555-293 3021,22-10-3650,29-12-3927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09.56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158 283 13817,'-3'-17'811,"2"12"-318,1 1 0,-1-1 0,1 1 0,-1-1 0,-1 1 0,1 0 0,-1 0 0,1-1 0,-1 1 0,0 0 0,-1 0 0,1 1 0,-1-1 0,1 0 0,-1 1 0,-8-7 3030,-11 21-990,18-8-2346,0 1 0,0-1 0,0 1 0,0 0 0,1 0 0,0 0 0,0 1 0,0-1 0,0 1 0,1 0 0,0-1 0,-2 7 0,-3 10 537,-7 36-1,9-37-543,-4 22-161,2 0 0,2 0 0,1 1 0,2 0 0,3-1 0,1 1 0,2 0 0,13 59 0,-11-77-21,1-1 0,0-1 0,2 1 0,1-2 0,1 1-1,1-1 1,1-1 0,0 0 0,2-1 0,0 0 0,2-1 0,0-1-1,1-1 1,0 0 0,38 25 0,-30-27-17,0-1-1,0 0 1,1-2 0,1-2-1,0 0 1,0-2-1,1-1 1,38 5 0,-49-10-3,0-2 0,0 1 1,0-2-1,0-1 0,-1 0 0,27-7 1,-32 6 8,0-1 1,0-1 0,-1 0-1,0 0 1,0-1-1,0-1 1,0 0-1,-1 0 1,0-1 0,8-9-1,-8 6-36,-1 0 0,-1-1 0,0 0-1,-1-1 1,0 1 0,-1-1 0,0-1-1,-1 1 1,0-1 0,-1 0 0,-1 0-1,0 0 1,-1 0 0,0-24 0,-1-19-130,-3 1 0,-12-76 0,11 113 127,-4-32-81,-3 1 1,-2 0-1,-2 1 0,-2 1 1,-28-58-1,27 71-493,-2 1 0,-1 0 0,-2 2-1,-1 0 1,-1 2 0,-2 0 0,-43-38 0,63 63-10,-1 0 0,0 0 1,0 0-1,0 1 0,-10-3 1,-16-5-8244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09.9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77 40 12581,'55'-38'8755,"-53"37"-5719,-1 4-1878,4 10-731,-2 1 1,0 0 0,-1 0-1,0 0 1,-1 0 0,0 0-1,-3 19 1,-16 103 405,16-125-704,-96 367 891,76-305-903,13-22-9,9-50-106,0 1 0,1-1 0,-1 0 1,0 1-1,1-1 0,-1 1 0,1-1 1,0 1-1,-1-1 0,1 0 1,0 1-1,0-1 0,0 0 0,0 0 1,0 0-1,0 0 0,0 0 1,0 0-1,0 0 0,1 0 0,-1 0 1,0 0-1,1-1 0,-1 1 1,3 0-1,1-2 3,0 0 0,0-1 1,-1 1-1,1-1 0,0 0 1,0-1-1,-1 1 0,0-1 1,7-4-1,-3 2 2,23-19 11,-1 0 1,-1-2-1,-1-1 0,46-59 1,-34 38-12,34-36 100,130-116 0,-196 193-98,1 0 0,0 1 0,0 0 0,1 0 0,0 1 1,0 0-1,0 1 0,0 0 0,15-4 0,-20 7 18,0 1 0,0-1-1,0 1 1,0 0 0,1 0 0,-1 0-1,0 1 1,0-1 0,0 1-1,0 1 1,0-1 0,-1 1 0,1 0-1,0 0 1,0 0 0,-1 0-1,0 1 1,1 0 0,-1 0-1,0 0 1,0 0 0,4 6 0,2 3 21,0 1 0,-1 0 0,-1 0 0,0 0 0,10 24 0,24 78 130,-37-97-173,47 170-5,-23-72 0,-17-66-34,22 73-410,-31-113 111,1 0-1,1 0 1,-1 0-1,2 0 1,0-1-1,0 0 1,0 0 0,1 0-1,0-1 1,1 0-1,15 12 1,-18-16-72,0-1 1,0 0-1,0 0 0,1 0 1,-1-1-1,1 0 1,0 0-1,-1 0 0,1-1 1,0 1-1,0-1 1,0-1-1,0 1 0,0-1 1,0 0-1,0-1 0,0 1 1,0-1-1,0 0 1,-1-1-1,1 0 0,10-3 1,22-17-5710,5-9-3770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10.27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39 41 11685,'-30'-30'6094,"22"22"-4644,8 6 407,15 7 429,-6-1-3790,-8-4 1356,0 1 0,-1 0 0,1 0 0,0 0 0,-1-1 0,1 1 0,-1 0 0,1 0 0,-1 0 0,0 0 0,1 0 0,-1 0 0,0 0 0,0 0 0,0 0 0,0 0 0,1 0 0,-1 0 0,-1 2 0,1-2-299,3 6-240,-1-1-820,0 3-3862,1 6-2545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10.48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336 100 6649,'-4'-4'473,"1"-1"0,-1 0 1,0 1-1,1-1 1,0 0-1,0-1 1,-2-5-1,3 4 804,1 1 0,-1-1 0,1 1 0,0-1 1,1 0-1,0-8 0,-4 17 576,1-1-1602,0 1 0,0-1 0,0 1 0,0 0 0,0 0 1,0 0-1,1 1 0,0-1 0,-1 0 0,1 1 0,0 0 1,0-1-1,0 1 0,0 0 0,1 0 0,-3 6 0,-1 6 614,0-1-1,-4 26 0,4-12-52,-76 444 1918,25-121-1596,-33 208-4339,86-527 230,3 60 0,1-75 44,2 0-1,6 27 1,10 4-8903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10.68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27 254 13173,'-26'-6'2224,"39"-6"157,0 0-97,14-9-332,20-9-388,7 15-348,19 0-204,14 0-536,17 2-972,7-11-544,9-3-1112,4 0-1236,4 6-2329,9 6-4788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11.10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31 16 10365,'0'0'2600,"-13"-9"-236,-1 3 5625,11 24-6557,6 18-292,7-3-264,-3 6-183,10 4-189,3 2-756,7-3-745,-4 9-1019,-3 13-1308,0 2-3001,7-3-5740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13.31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406 478 14045,'-1'7'2114,"-3"13"-891,-1-1 0,0 1 0,-2-1 0,0 0 0,-18 32-1,-9 25 1242,-77 257 1262,92-269-3449,-114 401 153,91-299-1552,30-96-2485,21-155 2569,-3-126-1,-5 81 781,40-435-125,-26 467 887,3 0 0,5 2 0,59-158 0,-66 215 39,38-66 1,-47 94-419,0 0 0,0 0 0,1 1 0,1 0 0,0 0 0,0 1 0,1 0 0,0 1 0,21-13 0,-27 18-79,1 1 0,0 0 0,0 0-1,0 0 1,1 1 0,-1 0 0,0 0 0,1 0 0,-1 0-1,0 1 1,1 0 0,-1 0 0,0 1 0,10 1-1,-8 0-4,1 1-1,-1 0 1,0 0-1,1 0 0,-1 1 1,-1 0-1,1 0 0,-1 1 1,8 6-1,-2 1 10,0 0 1,-1 1-1,0 0 0,-1 1 1,-1 0-1,0 1 0,-1 0 0,11 25 1,-9-8-122,-1-1 0,-2 1 0,-1 0 0,-2 0 0,-1 1 0,-1 0 0,-2-1 0,-1 1 0,-2 0 0,-1-1 0,-12 48 0,-3-8-701,-4-2 0,-2 0 0,-67 126 0,-27 7-1250,105-181 1576,0-2 0,-21 25 0,33-43 430,6-3 330,15-3-2,0 0 1,0 1 0,0 0 0,0 2 0,0 0-1,32 4 1,183 36 880,130 14-2421,-233-44-1852,0-7 0,0-5 0,208-31 0,-324 31 2767,112-14-1711,-110 16 2189,1 0-1,-1 2 1,1 0-1,-1 1 0,23 6 1,-32-6 371,-1 1 0,0 0 0,0 1 1,0 0-1,0 0 0,7 6 0,-3-2 978,-9-6-1302,-1-1 0,0 1 1,0-1-1,0 1 0,0-1 0,0 1 0,0 0 1,-1-1-1,1 1 0,-1 0 0,1 0 0,-1 0 0,1 0 1,-1-1-1,0 4 0,0-3 156,23-12 1154,1-6-1317,1-1-1,-2-2 1,0 0-1,-1-1 1,-1-1 0,-1-1-1,-2-1 1,0 0-1,17-31 1,-24 37-217,-1-1 1,-1-1-1,-1 0 1,-1 0-1,0 0 1,-1-1-1,-2 0 1,0 0-1,-1 0 1,-1-1-1,0 1 1,-2 0-1,0-1 1,-4-22-1,2 34 25,0-1 0,-1 1 0,0 0-1,-1 0 1,1 0 0,-2 1 0,1-1 0,-1 1-1,0 0 1,-1 0 0,0 1 0,0 0 0,-1 0-1,0 0 1,0 1 0,-8-6 0,10 8 52,-1 1-1,1 0 1,0 0 0,-1 1 0,1 0-1,-1 0 1,0 0 0,0 1-1,0-1 1,1 1 0,-1 1 0,0-1-1,-1 1 1,1 0 0,0 0 0,0 1-1,0 0 1,1 0 0,-1 0-1,0 1 1,0 0 0,0 0 0,1 0-1,0 1 1,-1 0 0,-4 3 0,-1 1 110,1 1 1,1 0-1,0 0 1,0 0 0,0 1-1,1 1 1,0-1-1,1 1 1,0 1 0,1-1-1,-8 17 1,8-11-11,1 0 1,0-1-1,1 2 1,0-1 0,2 0-1,0 1 1,0 32-1,4-25-61,0 0 1,1 0-1,1-1 0,2 1 0,0-1 0,1 0 0,2 0 0,0-1 0,1 0 0,2-1 0,27 39 0,-27-45-125,2 0 1,-1-2-1,2 1 1,0-2-1,0 0 1,1-1-1,1 0 0,0-2 1,0 0-1,1 0 1,0-2-1,0 0 1,1-2-1,22 5 0,-1-3-321,0-1-1,1-3 0,-1-1 1,1-2-1,75-9 0,-75 2-77,-1-2-1,0-2 1,-1-2-1,0-1 1,-1-1 0,0-3-1,63-40 1,-47 22-287,-1-3 0,-2-2 0,-2-2 1,53-60-1,-93 92 619,1 1-1,-1-1 1,-1-1-1,0 1 1,-1-2 0,0 1-1,-1-1 1,0 0 0,7-23-1,-13 33 90,1 0 0,-1 0 0,1 0 0,-1 0 0,0 0 0,0 1 0,0-1 0,-1 0 0,1 0 0,-1 0 0,0 0 1,1 0-1,-1 0 0,-1 1 0,1-1 0,0 0 0,0 1 0,-1-1 0,0 1 0,1-1 0,-1 1 0,0 0 0,0 0 0,-1 0 0,1 0 0,0 0 0,-1 0 0,1 1 0,-1-1 0,1 1 0,-1-1 0,0 1 0,1 0 0,-4-1 0,-5-1 48,0 0 0,1 0 0,-1 1 0,0 1 0,0 0 0,0 0 0,-21 3 0,12 0-43,0 2-1,1 0 0,-1 1 0,1 1 0,0 1 1,1 0-1,-1 2 0,2 0 0,-1 1 0,1 1 1,1 0-1,0 2 0,0-1 0,-20 24 0,36-35-20,-1-1 0,1 1 0,-1 0 0,1 0 0,0 0 0,0 0 0,-1 0-1,1 0 1,0 0 0,0 0 0,0-1 0,0 1 0,0 0 0,0 0 0,0 0-1,0 0 1,1 0 0,-1 0 0,0 0 0,1 0 0,-1 0 0,1 0 0,0 2-48,-1-2 41,0 0 0,0 0 0,0 0 0,0 0 1,0 0-1,1 0 0,-1 0 0,0 0 0,1-1 0,-1 1 0,1 0 1,-1 0-1,1 0 0,-1 0 0,1-1 0,0 1 0,-1 0 0,1-1 1,0 1-1,0 0 0,-1-1 0,1 1 0,0-1 0,0 1 0,0-1 1,0 1-1,0-1 0,-1 0 0,1 1 0,0-1 0,0 0 0,0 0 1,0 0-1,0 0 0,0 0 0,0 0 0,0 0 0,0 0 1,0 0-1,0 0 0,1-1 0,4 1 20,39-2-695,81-15 0,-91 11 491,30-4-223,218-28-3316,-108 15-2016,-119 14 1854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13.66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565 1 12729,'-62'45'4190,"59"-43"-3940,0 0 1,0 1-1,0-1 1,1 1 0,0 0-1,-1 0 1,1 0-1,0 0 1,0 0-1,1 0 1,-3 6-1,-5 12 800,1 0-1,1 1 1,1 0 0,1 0-1,0 1 1,0 24 0,-8 106 218,-43 333 2958,-124 301-4207,55-271-125,82-285-1376,37-182 250,2 1 0,4 81 1,2-107 144,2 0 1,10 40 0,-13-62 925,-1-1 0,0 1 1,1 0-1,0-1 1,-1 1-1,1 0 1,0-1-1,0 1 1,0-1-1,0 1 1,0-1-1,0 1 1,0-1-1,0 0 0,1 1 1,-1-1-1,0 0 1,1 0-1,-1 0 1,1 0-1,-1 0 1,1-1-1,0 1 1,-1 0-1,1-1 1,0 1-1,-1-1 0,1 0 1,0 1-1,2-1 1,-1 0-37,-1-1 0,1 1 0,-1-1 0,1 1 0,-1-1 0,0 0 0,0 0 0,1 0 0,-1 0 0,0 0 0,0-1 0,0 1 0,0-1 0,0 1 0,0-1 0,-1 0 0,1 0 0,0 0 0,1-2 0,16-35-4614,0-13-2721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14.40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 1194 11205,'-5'-19'313,"2"11"-126,1 0-1,0 0 1,0 0-1,1-1 1,0 1-1,1 0 0,0-1 1,0 1-1,1 0 1,2-13-1,0 5 270,1 1 1,1-1-1,0 1 0,1 0 0,1 0 1,9-15-1,-10 21-254,0 0 1,0 1-1,0 0 1,1 0-1,0 1 1,1 0-1,0 0 1,0 1-1,1 0 1,-1 0-1,15-6 0,0 2-120,0 2 0,1 1 0,0 1 0,0 0 0,1 2 0,-1 1 0,1 1-1,0 1 1,0 1 0,0 2 0,-1 0 0,1 2 0,-1 0 0,1 2-1,-2 0 1,37 16 0,-43-15-96,1 2-1,-1 0 1,0 1-1,-1 1 1,0 0 0,-1 1-1,-1 1 1,1 0-1,18 24 1,-24-25 4,0 1-1,-1 1 1,0 0 0,-1 0 0,0 0-1,-1 1 1,-1 0 0,0 0 0,-1 0-1,-1 1 1,-1-1 0,2 27 0,-5-18 7,-1 0 0,0 0 0,-2-1 0,-1 1 0,-1-1 0,-1 0 0,-1 0 0,-18 35 1,25-56 40,17-3-92,0 0 2,0-2 0,0 0 0,0 0 0,30-12 1,77-40-496,-77 33 229,485-261-699,-358 161 3137,-170 121-1888,-6 3-14,-14 13 76,-8 7 29,-23 27 0,41-41-289,1 0-1,-1 1 1,1 0 0,1 0 0,0 0-1,0 1 1,-4 14 0,9-23-34,0 0 0,0 0 0,1 0 0,-1 0 0,1 0 1,-1 0-1,1 0 0,-1 0 0,1 0 0,-1 0 0,1 0 0,0 0 0,0-1 0,-1 1 0,1 0 1,0-1-1,0 1 0,0 0 0,1 0 0,0 0-1,1 2 1,0-1 0,0 0 0,0 0 0,0 0 0,0 0 0,1 0 0,-1-1 0,1 1 0,0-1 0,-1 0 0,1 0 0,0 0 0,0-1 0,-1 1 0,1-1-1,6 0 1,6-1-25,0 0-1,28-6 0,11-6-253,0-2-1,0-2 0,-2-3 1,-1-1-1,0-4 0,-2-1 0,74-52 1,-121 76 250,0 0 1,-1-1-1,1 1 0,-1-1 1,1 0-1,-1 1 1,0-1-1,2-4 1,3-5-71,-5 10 29,-5 2-107,-34 0 66,38 3 145,7 28 64,-8-31-97,0 0-1,0 0 1,0 0-1,0 0 1,0 1-1,1-1 1,-1 0-1,0 0 1,0 0-1,0 0 1,0 0-1,0 1 1,0-1-1,0 0 1,0 0-1,0 0 1,0 0-1,0 0 1,1 0-1,-1 1 1,0-1-1,0 0 1,0 0-1,0 0 1,0 0-1,1 0 1,-1 0-1,0 0 1,0 0-1,0 0 1,0 0-1,0 0 1,1 0-1,-1 0 1,0 0-1,0 0 1,0 0-1,0 0 1,1 0-1,-1 0 1,0 0-1,0 0 1,0 0-1,21 1-46,-1 0-1,0-1 0,0-2 0,0 0 0,0-1 1,0-1-1,-1-1 0,1 0 0,34-16 0,63-30-374,43-42-2549,-35 20 838,-81 46 1764,-1-1 1,-1-2 0,-1-3 0,66-66-1,-87 76 533,-1-1-1,-1 0 0,-1-1 0,19-37 0,-22 33 519,-1-1 0,-1 0 0,-1-1 0,7-34 0,-12 41 23,-3 8 164,0 0 0,0 0 0,-1-24 0,18 69 703,23 66-1099,-6-9-2620,-26-66-2132,25 40-1,-16-30-3705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14.56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1 333 11729,'16'-16'1796,"4"1"-324,-10-3-112,4 6-275,16-6-233,24-6-216,3 0-308,13 3-744,17-9-648,17-4-645,3-8-751,10 3-1476,24 0-2753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15.62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58 34 11169,'0'-33'10362,"-4"36"-8949,0 1-1207,-1 1 1,0-1-1,1 1 0,0 1 1,0-1-1,0 0 0,1 1 1,0 0-1,0 0 0,0 0 0,1 0 1,0 0-1,0 1 0,0-1 1,1 1-1,0-1 0,0 1 1,1-1-1,0 1 0,1 10 0,1 14 74,2 1 0,0-1 0,3 0 0,0-1 0,2 1-1,13 28 1,-14-42-231,0 0 0,2 0-1,0-1 1,1 0 0,0-1 0,1-1-1,1 1 1,1-2 0,0 0 0,0-1-1,20 13 1,-8-9-158,1-1 0,0-1 0,1-1-1,1-2 1,0-1 0,0-1 0,1-2 0,32 4 0,-22-6-74,1-2 0,-1-1 0,1-2 1,0-3-1,63-10 0,-89 10 156,-1 0-1,1-1 0,-1-1 1,0 0-1,-1-1 1,1-1-1,-1 0 0,17-12 1,-23 13 50,0 1 1,0-1-1,-1-1 1,0 1-1,0-1 0,-1 0 1,0 0-1,0-1 1,-1 1-1,1-1 1,-2 0-1,1-1 1,-1 1-1,-1 0 0,3-12 1,-2 7 175,-1 0-1,0-1 1,-1 1 0,0-1 0,-1 1-1,-1-1 1,0 1 0,-5-25 0,5 38-182,1-1 0,0 1 0,0-1 0,0 0 0,0 1 0,0-1 0,0 1 0,-1-1 0,1 1 0,0-1 1,0 1-1,-1-1 0,1 1 0,0-1 0,-1 1 0,1 0 0,0-1 0,-1 1 0,1-1 0,-1 1 0,1 0 0,-1-1 0,1 1 1,-1 0-1,1 0 0,-1-1 0,1 1 0,-1 0 0,1 0 0,-1 0 0,1 0 0,-1 0 0,0 0 0,1 0 0,-1 0 0,0 0 1,-1 1 22,1 0 1,-1 0 0,1 0 0,-1 0 0,1 0 0,0 1 0,0-1-1,-1 0 1,1 1 0,0-1 0,-1 4 0,-4 5 131,1 1 0,0 0 0,-4 15 1,-9 64 191,3 0-1,-5 168 1,8-75-156,-1-42-215,-7-2 0,-5 0 0,-51 155 0,40-187-305,-54 111-1,60-158 70,-2-2 0,-3-1 0,-50 63 0,59-89 78,-1-2 0,-1-1 0,-2-1 0,0-1 0,-2-2 0,-41 24 0,67-44 127,0 0 1,0 0-1,0-1 0,0 0 0,0 0 0,-1-1 0,1 0 0,-1 0 0,1 0 0,-1-1 0,0 0 0,-7 0 0,12-1 12,-1 0 0,1-1 0,0 1 0,-1-1-1,1 0 1,-1 1 0,1-1 0,0 0 0,0 0 0,0-1 0,-1 1-1,1 0 1,0-1 0,0 1 0,1-1 0,-1 0 0,0 0 0,0 1-1,1-1 1,-1 0 0,-1-4 0,0-2-69,0 0 0,0 0 1,1 0-1,0-1 0,1 1 0,-1-1 0,2 1 1,-1-1-1,1 0 0,0 1 0,1-1 0,3-14 1,6-19-266,2 1 1,2 0-1,1 1 1,37-66-1,102-141-664,-57 116 734,6 5 1,5 4-1,168-148 1,-269 264 286,155-131-34,-131 113 48,2 2 0,0 1 0,45-22 1,-73 41-8,1-1 1,-1 1 0,0 1 0,1-1 0,-1 1-1,1 0 1,0 0 0,-1 1 0,1-1 0,0 1-1,-1 0 1,1 1 0,0 0 0,-1 0 0,1 0 0,-1 0-1,1 1 1,8 3 0,0 3 1,0 1 0,0 0 0,0 1-1,22 22 1,-20-17 3,36 25 0,-31-28-32,0-1 1,1-1 0,0-1 0,0 0-1,1-2 1,32 6 0,-11-6-139,0-2 0,64 0 0,-108-6 158,1 1-1,-1 0 1,1 0-1,0-1 1,-1 1 0,1 0-1,-1-1 1,1 1-1,-1-1 1,1 1-1,-1-1 1,1 1-1,-1 0 1,1-1-1,-1 0 1,0 1-1,1-1 1,-1 1-1,0-1 1,1 0-1,-1 1 1,0-1-1,0 1 1,0-1-1,0 0 1,1 1-1,-1-1 1,0 0-1,0 1 1,0-1-1,0 0 1,-1 1-1,1-2 1,0 1-9,0-2 6,0 1 0,-1-1 0,1 1 1,-1-1-1,1 1 0,-1-1 0,0 1 0,0-1 0,0 1 1,0 0-1,-1 0 0,1-1 0,-1 1 0,1 0 1,-1 0-1,0 0 0,0 1 0,-2-3 0,-47-34-66,22 18 65,3-1 0,2-1 0,-32-35 1,48 47-1,0 1 1,0-1 0,1-1-1,1 1 1,0-1-1,0-1 1,1 1 0,0-1-1,-4-19 1,7 20 8,2-1 0,-1 1 0,1 0 0,1 0-1,0 0 1,1-1 0,0 1 0,1 0 0,0 1 0,0-1 0,7-12 0,-5 12-3,0 1-1,1 0 0,0 1 1,0-1-1,1 1 1,1 0-1,-1 1 1,1 0-1,1 0 1,-1 1-1,20-13 1,0 4 5,1 0 0,51-18-1,-59 26 12,1 0 0,-1 2-1,28-5 1,-43 10-8,1 0 1,-1 0-1,1 1 1,-1 0-1,1 0 1,-1 0-1,1 1 1,-1 0-1,0 0 1,1 1-1,-1-1 1,0 1-1,0 1 1,0-1-1,10 7 0,-11-4 2,-1 0-1,1 0 0,-1 0 0,-1 0 0,1 0 0,-1 1 0,0 0 0,0 0 0,-1 0 1,1 0-1,-1 0 0,-1 0 0,1 0 0,0 11 0,0-7 4,0 0-1,1 0 0,0-1 1,8 19-1,-9-25-7,0 0 0,1 0 0,-1 0 0,0 0 0,1-1 0,-1 1 0,1-1 0,0 1 0,0-1 0,0 0 0,0 0 0,0 0 0,1 0 0,-1-1 0,1 0 0,-1 1 0,7 0 0,0 0 19,0-1-1,0-1 1,0 1-1,-1-2 1,1 1-1,0-1 1,0-1 0,0 0-1,-1 0 1,1-1-1,-1 0 1,1-1-1,-1 0 1,0 0-1,-1-1 1,1 0 0,-1-1-1,0 0 1,0 0-1,-1-1 1,0 0-1,8-9 1,-13 14 379,-3 5-341,-5 16-223,1 0-1,1 1 1,1-1-1,1 1 1,-1 29 0,4-36-676,0 0 0,1 0 1,5 22-1,-4-25-517,0 0 0,1-1-1,0 1 1,1-1 0,7 11 0,10 8-7439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15.8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36 64 9741,'24'20'625,"-16"-13"-301,0-1 0,0 1 1,-1 1-1,0 0 0,0 0 0,0 0 0,-1 1 1,-1-1-1,1 2 0,-1-1 0,-1 0 0,4 12 1,-1-1 328,-2-8-309,-1 0 0,0 0-1,-1 0 1,0 1-1,-1-1 1,-1 1 0,0-1-1,-1 19 1,-3 4-71,-1 0 1,-1-1-1,-2 0 1,-2 0-1,-1-1 1,-2 0-1,0 0 0,-3-2 1,-34 57-1,43-77-34,-1-1-1,0 1 1,-1-1-1,-13 13 0,20-42 63,7-5-242,0 0 0,2 0 0,1 1 0,1 0 0,19-33 0,-4 6-40,117-224-1683,-60 144-1756,11 9-4213,-58 83 407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16.27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1 326 5925,'8'-17'1820,"2"0"0,0 0 0,18-22 0,-3 3 391,-14 20-1409,21-30 1353,1 0-1,44-45 1,-74 92-2086,-1 1-1,0-1 0,1 1 1,-1 0-1,0-1 1,0 1-1,0 0 1,-1 0-1,1 1 0,2 3 1,-2 2-48,-1-1 1,0 0-1,0 0 0,-1 0 1,0 0-1,0 0 0,-1 1 1,-2 10-1,1-3 8,-68 376 281,56-326-370,7-30-373,-1-1 1,-23 62 0,30-94 257,16-10-53,-8 3 182,68-42-403,-32 18 84,75-35 0,-65 39 220,-23 10-37,0 1 1,65-18-1,-89 30 62,-33-12-10776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54.84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57 805 11005,'-47'13'1536,"37"-11"4465,13-6-5457,2-4-418,1-1 0,1 2 1,-1-1-1,2 1 0,-1 0 1,1 0-1,0 0 1,0 1-1,0 1 0,1 0 1,11-6-1,19-7 188,55-17-1,60-11-6,177-28 1,-188 45-166,655-116 464,8 25-1574,-151 24-1949,49-13-4961,-337 52 33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55.49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375 254 6569,'-20'-6'1328,"18"5"-1147,-1-1 0,1 2 1,-1-1-1,0 0 0,1 1 0,-1-1 0,0 1 1,1-1-1,-1 1 0,0 0 0,1 1 0,-1-1 1,0 0-1,1 1 0,-4 0 0,-174 38 5286,55-18-1309,120-20-3004,15-1-917,0-1 0,0 0 1,0-1-1,11-3 0,10-2-87,686-86-385,-428 61-1008,120-18-1376,181-21-4741,-195 29-1110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9T17:23:56.42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20 175 11193,'-5'-1'80,"-10"-7"2570,16 7-2491,0 0 0,0 1-1,0-1 1,0 0-1,0 0 1,0 1 0,0-1-1,0 0 1,0 1 0,1-1-1,-1 1 1,0 0 0,0-1-1,1 1 1,1 0 0,18-5 295,0 1 1,-1 2 0,1 0-1,0 1 1,26 2 0,0 0-86,1561-12 1926,6-36-6294,-494-7-3656,-522 21 439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25.60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2102 354 12461,'-38'-108'4143,"31"86"-2707,-1 2 1,-1-1-1,-1 1 1,-18-27 0,21 38-1094,0 0 0,0 1 1,-1-1-1,0 2 0,-1-1 1,0 1-1,0 1 0,0-1 1,-1 2-1,0-1 0,-13-5 1,9 6 5,1 1 1,-1 0 0,0 1 0,0 0 0,0 1-1,-1 0 1,1 1 0,-1 1 0,-27 3 0,20 1-136,1 0 1,0 2 0,0 0-1,1 2 1,-37 18 0,-1 8-198,2 3 1,1 2 0,-59 56 0,112-93-15,-142 128-3,6 6 0,6 7 0,6 5 0,-114 176 0,-15 77 0,211-321 0,4 2 0,3 1 0,-32 106 0,58-149 0,1-1 0,1 2 0,3-1 0,-2 44 0,8-71 0,0 1 0,0-1 0,1 1 0,1-1 0,0 1 0,1-1 0,1 0 0,0 0 0,1 0 0,0-1 0,0 0 0,2 1 0,-1-2 0,2 1 0,-1-1 0,11 10 0,-3-7 0,0-1 0,2 0 0,-1-1 0,2-1 0,-1-1 0,2 0 0,-1-1 0,1-1 0,0-1 0,1-1 0,0 0 0,25 3 0,21 0 0,-1-2 0,103-3 0,3-11-2309,292-49-1,163-75-12020,-620 130 14120,175-39-10414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27.11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43 2738 11833,'-26'39'11655,"23"-42"-10479,1-1-1028,0 0-1,0 0 1,1 0 0,-1 0-1,1 0 1,0 0-1,0-1 1,0 1-1,1 0 1,0-1-1,-1 1 1,1 0 0,1-1-1,-1 1 1,1-1-1,0 1 1,0 0-1,2-8 1,5-12 100,2 0 0,13-25 0,-8 16 128,115-269 683,119-420 1,-182 475-964,56-396 1,-114 575-53,17-184 226,-23 196-143,-3 0 0,-9-80 0,-1 86-10,9 49-104,1 0 0,0 0 0,-1 0 0,1-1 0,0 1 0,-1 0 0,0 0 0,1 0 0,-1 0 0,0 0 0,1 0-1,-1 0 1,0 0 0,0 0 0,0 0 0,0 1 0,0-1 0,0 0 0,0 1 0,0-1 0,0 0 0,0 1 0,0-1 0,0 1 0,-1 0 0,1-1 0,0 1-1,0 0 1,0 0 0,-1 0 0,1 0 0,0 0 0,0 0 0,-1 0 0,1 0 0,0 0 0,0 1 0,0-1 0,-1 0 0,1 1 0,-2 0 0,-3 2 29,1-1 1,-1 1 0,1 0 0,0 1-1,0-1 1,-9 9 0,1 4-17,0 1 1,2-1-1,0 2 1,0 0-1,2 0 1,0 1 0,-8 27-1,-77 248-26,22 9 0,50-208 0,-43 211 0,-36 428 0,98-682 0,2 0 0,11 99 0,60 276 0,-63-395 0,19 52 0,-23-76 0,1 1 0,0-1 0,1 0 0,8 12 0,-3-8 10,1 1-1,0-1 1,0-1-1,1 0 1,1 0-1,-1-1 1,2-1-1,-1 0 1,2-1 0,28 12-1,-24-13-41,0-2 0,1 0 0,-1-1-1,1-1 1,0-1 0,0 0 0,0-2 0,20-2 0,3-3-286,-1-2 1,0-3 0,-1-1 0,0-1-1,-1-3 1,0-1 0,64-37 0,-30 8-71,-3-4 0,-1-2 0,-3-3 1,-2-4-1,-3-2 0,-2-2 0,69-95 0,-119 143 455,-1 0 1,0 0-1,-1 0 0,-1-1 0,0 0 0,-1-1 0,7-24 0,-12 36-41,-1 0 1,1 0 0,0 1 0,-1-1 0,1 0-1,-1 0 1,0 1 0,-1-1 0,1 0 0,-1 0-1,1 1 1,-1-1 0,0 0 0,0 1 0,-1-1-1,1 1 1,-1-1 0,0 1 0,0 0 0,0-1-1,0 1 1,0 0 0,-1 1 0,0-1 0,1 0-1,-1 1 1,0-1 0,0 1 0,0 0 0,-1 0-1,1 0 1,0 0 0,-1 1 0,1-1 0,-1 1-1,1 0 1,-1 0 0,0 0 0,-4 0 0,-5 0 23,0 0 1,0 0-1,0 1 0,1 1 1,-1 0-1,0 1 1,1 1-1,-1-1 1,1 2-1,0 0 0,0 0 1,-12 7-1,-12 7 42,1 1-1,-51 37 1,61-37-60,1 1 0,1 0 0,-24 28 1,36-36-100,1 1 1,0 0 0,1 1-1,0 0 1,1 0-1,1 1 1,-9 25 0,13-29-101,1 0 0,1 0 0,-1 0 1,2 1-1,0-1 0,0 1 0,1-1 1,0 0-1,4 14 0,-4-22 113,0 1 0,1 0 0,-1-1 1,1 1-1,-1-1 0,1 0 0,0 1 0,1-1 0,-1 0 0,0 0 0,1-1 0,0 1 1,-1 0-1,1-1 0,0 0 0,1 1 0,-1-1 0,0 0 0,0-1 0,1 1 0,-1-1 1,1 1-1,0-1 0,-1 0 0,1 0 0,0-1 0,0 1 0,7-1 0,3 1-70,1-1 0,0-1 0,-1-1 0,1 0 0,24-7 0,24-12 523,-2-2-1,104-57 1,28-12 2254,-164 80-2185,-22 9-359,1-1 0,-1 1-1,1 1 1,0-1 0,0 1 0,0 1 0,0-1 0,12 1 0,-12 1-50,125-5 497,-113 3-513,0-1 0,0-1 0,0-1 0,30-12 0,-12-2-47,-2-1-1,0-2 1,-1-1 0,-2-2-1,35-32 1,85-60-8,-139 108 1,2-3-4,1 2 0,1 0 0,30-12 0,-44 21 15,0-1 0,1 1 0,-1 0 1,0 0-1,1 0 0,-1 1 0,1-1 1,-1 1-1,1 0 0,0 0 1,-1 1-1,1-1 0,-1 1 0,0 0 1,1 0-1,-1 1 0,0-1 0,1 1 1,-1 0-1,0 0 0,7 6 1,-6-4 3,-1 0 1,1 1 0,-1 0 0,1 0-1,-2 0 1,1 1 0,0-1 0,-1 1 0,0 0-1,0 0 1,-1 0 0,0 0 0,0 0 0,0 1-1,-1-1 1,0 0 0,0 1 0,-1 0 0,1-1-1,-2 11 1,0 4 7,-1 1 0,0 0 0,-2-1 0,-1 0 0,0 0-1,-2 0 1,-9 21 0,-75 133 27,59-118-75,31-57 39,1 1 0,-1 0-1,0 0 1,1 0 0,-1 0 0,1 0-1,-1 0 1,1 0 0,-1 0 0,1 0-1,0 0 1,-1 0 0,1 0-1,0 0 1,0 0 0,0 0 0,0 0-1,0 0 1,0 1 0,0-1 0,0 0-1,0 0 1,1 0 0,-1 0 0,0 0-1,1 0 1,-1 0 0,1 0-1,-1 0 1,1 0 0,-1 0 0,1 0-1,1 1 1,-1-1-1,1-1 1,-1 0-1,1 1 0,-1-1 0,1 0 0,-1 0 0,1 0 0,0 1 1,-1-2-1,1 1 0,-1 0 0,1 0 0,-1 0 0,1-1 1,-1 1-1,1-1 0,-1 1 0,1-1 0,-1 0 0,0 0 1,1 1-1,1-3 0,54-37-92,-1-2 1,-3-3 0,57-61-1,134-169-145,-219 246 225,283-365 17,-302 385 6,29-39 111,66-71 0,-98 116-122,-1 1 15,0-1 1,1 1 0,-1-1 0,1 1-1,0 0 1,0 0 0,0 0-1,0 1 1,0-1 0,6-2 0,-8 4-9,0 0 0,-1 0 0,1 0 0,0 0 0,0 0 0,0 0 0,0 1 0,0-1 0,0 0 0,0 0 0,0 1 0,0-1 0,0 1 0,-1-1 0,1 1 0,0-1 0,0 1 0,1 0 0,0 2 14,0-1 0,1 1 0,-1 0 1,0 0-1,0 0 0,-1 0 0,3 5 0,-2-3 0,10 20 80,-2 1 1,-1 0-1,0 0 0,4 34 0,0 4 73,-4 0 0,3 97-1,-12-138-174,-1 0 1,-1-1-1,-1 1 0,-1-1 0,-1 0 1,-1 0-1,-1 0 0,-1 0 0,0-1 1,-22 36-1,6-22 17,-1-1-1,-2-1 1,-2-2 0,-1-1-1,-1-1 1,-1-1 0,-1-2-1,-44 26 1,3-9-511,-2-3 1,-2-3-1,-84 26 1,185-93-4307,-8 15 2943,0 1 1,1 0-1,1 1 0,0 0 0,22-11 1,51-23-10184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27.65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353 542 10637,'2'4'344,"0"1"0,0-1-1,1-1 1,0 1 0,-1 0 0,1-1 0,1 1-1,-1-1 1,0 0 0,1 0 0,0 0 0,0-1-1,0 1 1,0-1 0,0 0 0,0 0 0,0 0 0,1-1-1,-1 0 1,1 1 0,-1-2 0,1 1 0,5 0-1,25 0 44,0-2-1,-1-2 1,1-1-1,-1-1 1,0-2-1,0-1 1,-1-2-1,0-2 1,49-23-1,-67 25-289,0 1 1,-1-2-1,0 0 0,0-1 0,-1 0 0,-1-1 0,0 0 0,-1-1 0,0-1 0,10-18 0,-4 2 220,-1-1-1,-2 0 0,-1-1 1,9-39-1,-19 62-167,-1 1 0,0-1 1,-1 1-1,0-1 0,0 1 0,-1-1 0,0 0 0,-3-13 1,3 19-97,-1 1 1,0 0-1,0 0 1,0 0-1,0 0 1,-1-1-1,1 1 1,-1 1-1,0-1 1,1 0-1,-1 0 1,-1 1-1,1-1 1,0 1-1,-1 0 1,1-1-1,-1 1 1,1 0-1,-1 1 1,0-1-1,0 0 1,0 1 0,0 0-1,0-1 1,-1 1-1,-5-1 1,1 1 41,0 1 1,-1-1 0,1 1-1,0 1 1,0 0 0,0 0-1,0 0 1,0 1 0,0 0 0,0 1-1,0 0 1,-8 4 0,-12 8 345,-47 32 1,69-43-390,-60 43 372,2 4-1,-61 63 1,-103 129 289,52-23-304,156-189-408,0 1 0,2 1-1,1 0 1,2 1-1,-16 52 1,28-78-1,1 1 0,0-1 0,1 1 0,0 0 0,0 0 0,1 0 0,2 15 0,-2-21 0,1 0 0,-1 0 0,1 0 0,0 0 0,0 0 0,1 0 0,-1 0 0,0-1 0,1 1 0,0 0 0,-1-1 0,1 0 0,0 1 0,0-1 0,1 0 0,-1 0 0,0 0 0,1 0 0,-1 0 0,1-1 0,0 1 0,-1-1 0,1 0 0,6 2 0,4 0 0,1 0 0,-1-1 0,1-1 0,0 0 0,-1-1 0,1-1 0,0 0 0,-1-1 0,1 0 0,22-7 0,14-7 0,65-30 0,-111 44 0,10-3 0,25-13 0,0-1 0,-2-2 0,65-46 0,149-116 0,-192 137 0,91-91 0,-116 102 0,356-365 0,-381 391 0,1-2 0,0 0 0,0 1 0,2 0 0,-1 1 0,16-10 0,-24 17 0,1 0 0,0 0 0,0 1 0,0 0 0,0-1 0,0 1 0,0 1 0,0-1 0,0 1 0,0-1 0,0 1 0,1 0 0,-1 1 0,0-1 0,0 1 0,0 0 0,0 0 0,0 0 0,0 0 0,0 1 0,0-1 0,-1 1 0,5 3 0,6 4 0,0 0 0,0 2 0,-1-1 0,0 2 0,13 15 0,52 70 0,-71-87 0,37 50 0,-3 1 0,-3 3 0,-3 0 0,-2 3 0,45 136 0,-69-174 0,-2 1 0,-1 0 0,-1 1 0,-2-1 0,-1 1 0,-1 0 0,-2-1 0,-1 1 0,-2-1 0,0 1 0,-2-1 0,-2 0 0,0-1 0,-2 0 0,-1 0 0,-2-1 0,0-1 0,-2 0 0,-1-1 0,-1 0 0,-1-1 0,-39 40 0,24-33 2,-2-2 0,-1-1 0,-1-2-1,-1-1 1,-1-3 0,-83 38 0,56-35-43,-2-4 1,0-2-1,-126 19 1,7-16-3069,125-20-1555,2-1-4792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35.10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8 0 10989,'0'0'5965,"-1"4"-4419,-2 24-169,1 0 0,1 1 1,5 48-1,20 90 692,-4-43-925,21 425 1255,-34 3-1258,-2-64-471,1-223-465,12 339-974,34-4-4137,-48-571 4253,19 114-2260,-18-123 1163,0 0-1,2 0 1,0-1-1,17 33 1,16 4-8910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35.40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141 152 10945,'-37'-11'911,"27"8"-465,0 0-1,1 0 1,-1-1-1,1 0 1,0 0 0,0-1-1,-12-10 1,20 15-358,0-1 0,-1 1 0,1-1 1,0 0-1,0 0 0,0 0 0,1 0 0,-1 0 1,0 0-1,0 0 0,0 0 0,1 0 0,-1 0 1,0 0-1,1 0 0,-1 0 0,1-1 0,0 1 1,-1 0-1,1 0 0,0-1 0,0 1 0,0 0 1,0 0-1,0-1 0,0 1 0,0 0 0,0-1 1,0 1-1,0 0 0,1 0 0,-1 0 0,1-1 0,-1 1 1,1 0-1,-1 0 0,1 0 0,0 0 0,-1 0 1,1 0-1,0 0 0,0 0 0,0 0 0,1-1 1,3-2 62,-1 0 0,1 0 1,0 1-1,-1 0 0,2 0 1,-1 0-1,0 1 1,0-1-1,1 1 0,7-1 1,19-3 208,0 1 0,0 2 1,1 1-1,49 3 1,134 25 439,-185-22-681,66 11 104,0 4 0,107 36 1,-14 4-71,191 88 0,-56 17-302,-293-145 104,-1 1-1,-1 2 0,0 1 0,-2 2 1,-1 1-1,-1 0 0,35 49 1,-53-64 36,0 0 0,-2 1 1,1 0-1,-1 0 0,-1 1 1,0-1-1,-1 1 0,-1 0 1,0 0-1,0 1 1,-1-1-1,-1 1 0,0-1 1,-1 1-1,-1-1 0,0 1 1,0-1-1,-2 0 0,1 1 1,-2-1-1,0 0 0,0-1 1,-13 25-1,3-12-11,-2 0 0,-1-1 0,0-1 0,-2 0 0,-1-1 0,-23 19 0,-146 108-154,-388 210-1580,436-277 779,19-12-291,-76 45-1995,73-34-1925,22-8-3104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35.72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0 278 13433,'28'6'1361,"1"2"-1,-2 1 1,1 1-1,40 21 0,99 66 302,-147-85-1384,32 19-77,-2 2 1,-1 2 0,-1 3 0,-3 1-1,-1 2 1,47 57 0,-60-62-133,13 14 56,-3 2 0,56 91 1,-76-105-82,0 1 1,-3 1-1,-1 0 1,22 86-1,-34-106 8,-2 0-1,0 0 0,-1 0 0,-1 0 1,-1 1-1,0-1 0,-2 0 1,0 0-1,-2 0 0,0 0 0,-1 0 1,-15 36-1,15-47 52,1 0 1,-1-1-1,-1 0 1,0 0-1,0-1 1,0 1-1,-1-1 1,0-1-1,-14 11 0,17-14-61,1-1 0,-1 1-1,1-1 1,-1 0 0,0-1-1,0 1 1,0 0-1,0-1 1,0 0 0,0 0-1,0 0 1,-1-1-1,1 1 1,0-1 0,0 0-1,-1 0 1,1-1 0,0 1-1,0-1 1,0 0-1,0 0 1,0 0 0,0-1-1,-6-2 1,6 1-14,0 1 1,0-1-1,1 0 1,0-1-1,-1 1 1,1 0-1,0-1 1,1 0-1,-1 0 1,1 0-1,0 0 1,-1 0-1,2 0 0,-4-9 1,1-2 3,1 0 1,0 0-1,-1-21 1,3 1-228,1-1 0,2 1 0,2 0 1,1 0-1,10-38 0,60-173-1865,-75 244 2037,41-110-1665,5 1 0,70-121 0,155-187-5329,-184 308 3219,3 12-1640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35.95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207 0 8217,'-2'3'66,"-10"13"677,0 1 0,2 0 0,0 0 0,1 1 0,1 0 0,-10 32 0,-9 43 1888,11-40-1237,-14 73 0,30-125-1383,-29 255 1703,9 27-580,17-234-930,2 0-1,3-1 1,10 76-1,-6-89-135,1 0-1,1-1 1,3 0 0,16 41-1,-17-53-34,1-1-1,0-1 0,2 1 1,0-2-1,1 0 1,1-1-1,23 22 0,-30-32-22,0-2-1,1 1 0,0-1 0,0 0 1,0-1-1,1 0 0,0-1 0,0 0 0,0 0 1,0-1-1,1 0 0,-1-1 0,1 0 1,0-1-1,-1 0 0,1-1 0,13 0 0,-15-1-5,0-1 0,0 1 0,0-2 0,0 1-1,-1-1 1,1 0 0,-1-1 0,0 0-1,0 0 1,0-1 0,0 0 0,-1-1 0,0 1-1,0-1 1,0-1 0,-1 1 0,0-1-1,0 0 1,-1 0 0,8-14 0,-5 4-1,-1 0 0,0 0-1,-1-1 1,-2 0 0,1 0 0,-2 0 0,0 0 0,-2-1 0,0 1 0,-2-32-1,-4-3-21,-2 1-1,-21-77 0,2 39-426,-5 2 1,-3 1 0,-88-161-1,103 214-262,-2 1-1,-29-35 1,-5 11-2101,43 47 690,0 0 0,-26-15 0,20 16-5215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36.19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116 0 12345,'-14'13'639,"1"-2"219,1 0 0,0 1 0,1 0 0,-11 15 0,18-19-561,0-1 1,0 1-1,0 0 0,1 0 0,0 0 1,1 1-1,-1-1 0,2 1 0,-1-1 1,1 1-1,1 12 0,-1 75 1838,21 156 0,-11-193-1848,2-1 1,3-1-1,2 0 0,28 62 1,-34-94-413,2-2 0,1 0 1,0 0-1,2-1 0,1-1 1,20 23-1,-27-35-331,1 0 0,0 0 1,0-1-1,1 0 0,0 0 0,1-1 0,-1-1 1,1 0-1,0-1 0,1 0 0,-1-1 0,1 0 0,0-1 1,14 2-1,39-2-5597,1-5-3748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37.09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1821 9993,'1'3'204,"0"-1"-1,0 0 1,0 0-1,0 1 1,1-1 0,-1 0-1,1 0 1,-1 0 0,1-1-1,0 1 1,0 0-1,0-1 1,0 1 0,0-1-1,0 0 1,0 1-1,0-1 1,0 0 0,1 0-1,-1 0 1,0-1 0,1 1-1,-1-1 1,5 1-1,9 2 475,1-1-1,24 0 0,-32-2-538,77 0 390,-1-3 0,1-5 0,-1-3 0,0-3 0,156-50 0,-185 45-485,-1-2 0,66-35 0,-104 47-20,-1-1 0,0 0 0,-1-1 1,-1 0-1,1-1 0,-2-1 0,0 0 0,0-1 0,-1-1 1,-1 0-1,11-20 0,-20 34-11,-1-1 1,0 1-1,0-1 1,0 0-1,-1 1 1,1-1-1,0 0 0,-1 0 1,1 0-1,-1 0 1,0 1-1,1-1 1,-1 0-1,0 0 0,0 0 1,0 0-1,0 0 1,-1 0-1,1 0 1,0 0-1,-1 1 0,1-1 1,-1 0-1,0 0 1,0 0-1,1 1 1,-1-1-1,0 0 0,-1 1 1,1-1-1,0 1 1,0-1-1,-1 1 1,1 0-1,-1 0 0,1-1 1,-1 1-1,1 0 1,-1 0-1,0 0 1,1 1-1,-1-1 1,0 0-1,0 1 0,0-1 1,0 1-1,1-1 1,-1 1-1,0 0 1,0 0-1,0 0 0,0 0 1,-2 1-1,-12 1 50,0 0-1,1 2 0,-1 0 0,1 0 0,0 2 0,0 0 1,1 0-1,0 2 0,0 0 0,0 0 0,1 1 1,0 1-1,-19 18 0,5 0 59,0 2 0,2 0 1,1 1-1,-29 51 0,35-52-91,2 0 0,2 2 0,1 0 0,1 0 1,2 1-1,1 0 0,1 1 0,-4 56 0,11-71-22,1 1-1,0-1 1,2 1-1,0-1 1,2 0 0,0 0-1,8 23 1,-7-28-5,1 0-1,0-1 1,1 0 0,1 0 0,0-1-1,1 0 1,0 0 0,1-1 0,0 0-1,17 13 1,-12-13-8,0-1-1,0 0 1,2-2-1,-1 0 1,1 0-1,0-2 1,0 0-1,1-1 1,-1 0-1,1-2 1,0 0 0,21 0-1,-2-2-39,0-1-1,0-2 1,0-1 0,0-3-1,40-10 1,-22 0-119,-1-2 0,-1-2 0,-1-3 0,71-43 0,-42 15-349,137-112 1,-172 124 385,-3-1-1,-1-3 1,-2-1 0,-2-3 0,53-83 0,-83 115 157,0 1 0,-1-1 0,0-1 0,-2 1 0,0-1 1,0 0-1,2-17 0,-6 28-3,-1 0 0,1 0 0,-1 0 0,0 0 0,0 1 0,0-1 0,-1 0 0,0 0 0,0 0 0,0 1 0,0-1 0,-1 0 0,0 1 0,0 0 0,0-1 0,0 1 0,-1 0 0,0 0 0,1 0 0,-1 0-1,-1 1 1,1-1 0,-1 1 0,1 0 0,-1 0 0,0 0 0,-7-4 0,3 4 14,1 0 0,-1 1-1,1 0 1,-1 0 0,0 1 0,1 0-1,-1 0 1,0 1 0,0 0-1,0 0 1,0 1 0,1 0 0,-11 2-1,1 1 5,1 1-1,-1 0 0,1 1 1,0 1-1,-15 9 0,7 0-20,1 0 0,0 2 0,2 0 0,0 1 0,1 2 0,1 0 0,1 1 0,1 0 0,1 2 0,1 0 0,1 1 0,1 0 0,-14 40 0,24-55-93,0 1 0,0 0 0,2 0 0,-1 0 0,1 0 0,1 0 0,0 1 0,1-1 0,0 0 0,0 0-1,1 0 1,1 0 0,6 18 0,-7-23-68,1 1-1,-1-1 1,1 0 0,1 0-1,-1-1 1,1 1-1,0-1 1,0 0 0,1 0-1,-1 0 1,1 0-1,0-1 1,1 0-1,-1 0 1,1 0 0,0-1-1,0 1 1,0-1-1,0-1 1,0 1 0,0-1-1,1 0 1,-1-1-1,10 2 1,-2-3-116,1 0 1,0-1-1,-1-1 0,1 0 1,-1-1-1,0 0 0,0-1 0,0-1 1,0 0-1,-1-1 0,1 0 1,-1-1-1,22-17 0,-13 8 97,-1-1-1,0-1 0,-1-1 0,-1-1 0,-1-1 1,25-37-1,-18 15 239,-1-1 0,-2-1 0,-2-2 0,-2 0 0,16-64 0,38-252 776,-68 338-809,87-725 3195,-59 434-748,-29 292-1991,0-1 1,11-35-1,-14 59-465,0 0 0,0 1-1,0-1 1,0 0 0,0 0 0,1 1-1,-1-1 1,0 0 0,1 1-1,-1-1 1,0 0 0,1 1-1,-1-1 1,0 0 0,1 1-1,-1-1 1,1 1 0,-1-1-1,1 1 1,0-1 0,-1 1 0,1-1-1,-1 1 1,1 0 0,0-1-1,-1 1 1,1 0 0,0 0-1,-1-1 1,1 1 0,0 0-1,0 0 1,-1 0 0,1 0 0,0 0-1,0 0 1,-1 0 0,1 0-1,0 0 1,0 0 0,-1 0-1,1 1 1,0-1 0,-1 0-1,1 0 1,0 1 0,-1-1 0,1 0-1,0 1 1,2 2 83,0-1-1,0 1 1,0 0-1,0-1 1,-1 1 0,1 0-1,3 7 1,2 9 160,0-1-1,-1 1 1,-1 1-1,4 25 1,-4-20-103,74 334 1347,86 313-443,-151-627-1177,1-2 0,2 0-1,2-1 1,1-1-1,48 66 1,-58-93-31,0 0 0,1-1 1,0 0-1,1-1 0,0 0 0,1-1 1,0-1-1,1 0 0,0-1 0,1 0 1,0-2-1,0 1 0,1-2 0,0-1 1,0 0-1,0-1 0,0 0 1,19 0-1,-22-3 45,0-1 0,0 0 0,-1-2 0,1 1 0,0-2 0,-1 1 0,0-2 1,1 0-1,24-12 0,-22 8 6,0-2 1,-1 0-1,0 0 1,0-2 0,-1 0-1,20-22 1,3-13-53,-2 0 0,-3-3 1,45-87-1,-49 84 66,4-12 4,-19 37 23,1 1 1,31-44 0,-45 70 37,1 0 1,0 0-1,-1 0 1,1 0-1,0 0 0,0 0 1,0 0-1,0 0 1,0 0-1,0 1 1,0-1-1,0 0 0,0 1 1,0-1-1,1 1 1,-1-1-1,0 1 1,0-1-1,0 1 0,3 0 1,-3 0-3,0 0 0,0 1 0,0-1 0,0 1 0,0-1 1,0 1-1,0-1 0,0 1 0,0 0 0,0-1 0,0 1 0,0 0 1,0 0-1,0 0 0,-1-1 0,1 1 0,0 0 0,0 2 0,4 8 16,0-1 0,-1 1 0,6 22 0,-3-11 16,18 60 96,-14-43-71,2 0-1,1-1 1,2 0 0,25 41 0,-36-70-48,1 0 0,1 0 0,-1-1 0,1 0 1,1 0-1,0 0 0,0-1 0,0-1 0,1 1 0,0-1 0,0-1 0,0 1 0,1-2 0,0 1 0,0-1 0,0-1 0,0 0 0,0 0 0,1-1 0,20 1 0,-14-2 122,1-2 0,-1 0-1,1-1 1,-1-1-1,1 0 1,-1-1 0,0-1-1,26-11 1,5-8 750,68-42 0,-12 6 407,-103 59-1272,1 0 0,-1 0 0,1 0 0,-1 1 0,1-1 0,0 1 0,-1-1 0,1 1 0,0-1 0,-1 1 0,1 0 0,0 0 0,-1 0 0,1 0 0,0 0 0,-1 0 0,1 0 0,0 1 0,-1-1 0,1 1 0,-1-1 0,1 1 0,0 0 0,-1-1 0,1 1 0,-1 0 0,0 0 0,3 2 0,0 1-10,0 0-1,-1 1 0,0 0 0,0 0 1,0 0-1,4 8 0,-1 0-109,36 80-2052,5 7-3315,-39-86 2394,1 0 0,17 20 0,7 2-7468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37.39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76 11189,'150'59'2050,"-143"-55"-1809,1 0 0,0 1 1,-1 0-1,0 1 1,0 0-1,0 0 0,-1 0 1,0 1-1,0 0 1,-1 0-1,7 12 1,4 3 428,3 5-108,0 1-1,-2 1 0,-2 0 1,0 1-1,-2 0 0,-1 2 1,10 42-1,-17-53-374,-1 1 1,-2 0-1,0-1 0,-1 1 0,-1 0 0,-1 0 1,-1 0-1,-1 0 0,-1-1 0,-1 1 0,-1-1 1,-10 24-1,7-24 57,-1 0 1,0 0-1,-2-1 0,-1-1 0,0 0 1,-1-1-1,-1 0 0,-1-1 1,0 0-1,-22 15 0,32-27-149,-27 25 629,32-31-694,0 0 0,0 1 0,1-1 0,-1 1 1,0-1-1,1 0 0,-1 0 0,0 1 0,1-1 0,-1 0 0,1 0 0,-1 0 0,1 0 0,0 0 0,-1 0 0,1 0 0,0-1 1,-1-1-16,1 0 1,0 0 0,0 0 0,0 0-1,0 0 1,1 0 0,-1 0 0,1 0-1,-1 0 1,1 1 0,0-1 0,1 0-1,-1 0 1,0 0 0,3-3 0,31-41 12,-21 29-44,16-20-220,214-265-3002,23 21-2290,-183 203 3504,120-101-5605,-107 112 1225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37.50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734 1 7865,'-19'8'490,"14"-7"-313,0 1 0,0 0 1,0 1-1,1-1 0,-1 1 0,0 0 0,1 0 1,0 0-1,0 0 0,0 1 0,0 0 0,1 0 0,-6 7 1,-125 187 5676,-44 62-4698,-21-18-4915,97-131-1974,67-65 363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37.77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1504 9629,'2'-1'28,"162"-52"2982,128-10 3304,-130 32-5361,-74 9-1226,94-35 1,-157 47 241,0-1-1,-1-1 1,0-1 0,-1-1-1,-1-1 1,0-1-1,-1-1 1,0-1 0,32-37-1,-31 28 208,-2 0 1,-1-1-1,-1-1 0,-2-1 0,0-1 1,-3 0-1,15-46 0,40-160 2748,36-246-1,-102 463-2640,-1 13-73,0 1 0,0-1 1,0 1-1,0 0 0,1-1 0,0 1 0,1 0 0,-1 0 0,5-7 0,-1 8 460,-3 8-277,-2 19 26,-1-12-262,-32 366 1728,2-61-2322,14 145-4495,11-152-6780,4-167-463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39.84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169 2310 10597,'-37'-11'4304,"36"11"-4166,0-1 0,1 0-1,-1 0 1,0 0-1,0 0 1,1 0 0,-1 0-1,1 0 1,-1 0-1,1 0 1,-1-1 0,1 1-1,-1 0 1,1 0 0,0 0-1,0-1 1,0 1-1,0 0 1,0 0 0,0-2-1,0-2 272,-5-55 1347,3-1 0,10-111 0,0 66-960,35-338 955,-7 105-1226,1-464 20,-45 518 1385,14 394-385,28 154 1,-14-129-1034,150 1489-376,-139-1274-123,297 1915-13,-238-1881 2,-64-293-10,4-1 0,43 90 0,-66-164-100,0-1 1,1 0-1,1 0 1,0-1-1,12 13 1,-18-23 0,0 0 1,0 0 0,0 0 0,0 0 0,0-1-1,1 0 1,-1 1 0,1-1 0,0-1 0,0 1-1,-1 0 1,1-1 0,0 0 0,0 0 0,1 0-1,-1 0 1,0-1 0,0 0 0,0 0 0,0 0-1,1 0 1,-1 0 0,5-2 0,-2-1-84,0 1 0,0-1 0,-1-1 0,1 1 0,-1-1 1,0 0-1,0-1 0,0 1 0,-1-1 0,1 0 0,-1-1 0,0 1 1,7-13-1,6-8-764,25-53 1,-43 78 951,21-47-527,-2-2 0,-3 0-1,-1-1 1,-3-1 0,-2 0 0,4-80-1,-11 98 471,-2 0 0,-1 0-1,-1 0 1,-2 0-1,-1 0 1,-2 0 0,-2 0-1,-1 1 1,-1 1-1,-2 0 1,-1 0 0,-1 1-1,-2 1 1,-36-53 0,20 44 143,-1 2 1,-2 1 0,-2 1 0,-78-56 0,-183-96 474,180 118-290,82 47-173,-58-34 264,-140-109 0,208 143-314,1-1 0,0-2 0,2 0 0,1-1 0,1-1 1,1-2-1,2 1 0,1-2 0,-20-46 0,25 43-30,2-1-1,1 0 1,2-1-1,1 1 0,2-1 1,1 0-1,2 0 1,1 0-1,2-1 1,1 1-1,2 1 1,2-1-1,0 1 1,3 0-1,1 1 1,1 0-1,2 0 1,1 2-1,26-41 0,-5 19-10,3 2-1,3 2 1,1 1-1,2 2 1,3 3-1,1 1 0,73-46 1,-28 28-10,3 5 1,2 4-1,147-53 0,-176 79 2,115-27-1,-156 46 19,0 2-1,0 0 0,0 2 1,0 1-1,0 2 0,0 1 1,31 5-1,-47-4-17,-1 0 1,1 1-1,-1 1 0,0 0 1,0 1-1,0 0 0,-1 0 0,0 2 1,0-1-1,9 10 0,8 9-5,-2 1 0,26 36 0,-48-58 9,-2-3 3,0-1 0,0 1-1,0 0 1,0-1 0,0 0-1,0 1 1,0-1-1,1 0 1,-1 0 0,0 0-1,1-1 1,-1 1-1,1-1 1,-1 1 0,1-1-1,-1 0 1,1 0-1,-1 0 1,1 0 0,0 0-1,-1 0 1,1-1 0,-1 1-1,1-1 1,3-2-1,10-2-22,-1-1-1,28-16 0,-35 18 28,2-2 52,-3 2-57,1 0 0,-1 0-1,1 0 1,10-2 0,-16 5-1,0 1-1,0 0 1,-1-1 0,1 1-1,0 0 1,0 0 0,0 0-1,-1 0 1,1 0 0,0 0-1,0 0 1,0 1 0,-1-1-1,1 1 1,0-1 0,-1 1-1,1 0 1,0 0 0,-1 0-1,1 0 1,-1 0 0,1 0-1,-1 0 1,0 0-1,1 0 1,1 3 0,1 3 34,-1 1 1,1-1 0,-1 1-1,0 0 1,-1 0-1,0 0 1,0 0-1,1 14 1,2 8 58,-2-15-51,-1-1 10,1-1 0,1 0 0,0 0 0,0 0 0,2 0 0,9 18 0,-9-20 30,-5-9-71,-1 0 0,1 0 1,0 0-1,0 0 0,1 0 1,-1 0-1,0 0 1,1-1-1,-1 1 0,1 0 1,-1-1-1,1 1 0,0-1 1,-1 1-1,1-1 1,0 0-1,0 0 0,0 0 1,0 0-1,0 0 0,1 0 1,-1 0-1,0-1 0,0 1 1,0-1-1,3 1 1,5-2 2,0-1 1,-1 0 0,1 0 0,-1-1 0,0 0-1,1 0 1,-1-1 0,-1-1 0,1 1 0,-1-1-1,0-1 1,0 0 0,14-12 0,11-13 60,48-59 0,-65 71-80,54-65-24,-4 4 25,125-119 0,-174 186-1,-1 1 0,2 0 1,-1 1-1,2 0 0,-1 2 0,1 0 1,30-8-1,-44 15 5,2-1-1,1 1 0,-1 0-1,1 0 1,-1 1 0,1 0 0,0 0 0,-1 1 0,1 0-1,0 1 1,0-1 0,-1 1 0,1 1 0,-1-1 0,1 1-1,-1 1 1,0-1 0,1 1 0,9 6 0,5 1-20,11 4-286,57 15-1,-77-26 139,1-1-1,-1 0 1,0 0 0,1-2 0,-1 0-1,1 0 1,22-4 0,-10-2-53,0-1-1,0-1 1,-1-1 0,-1-1 0,1-2-1,-2 0 1,0-1 0,0-2 0,-1 0-1,26-24 1,11-17 166,-2-3 0,49-68-1,-91 109 152,11-15 477,-13 15-328,1 0 0,1 1 0,1 1 0,0 0-1,29-20 1,151-108 425,-122 87-196,146-88 0,-201 136-468,0 1-1,0 1 1,1 1 0,0 0-1,0 1 1,22-1 0,129-5-1218,-101 8 98,-6 0-788,-1-3-1,1-3 0,-1-3 1,70-22-1,-53 8-1968,-3-1-1807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39.95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40 399 8909,'-10'-88'312,"0"61"-56,7 9-76,-4-9-36,4 0-24,0 3-104,-1 3-76,8-4-208,9-20-304,0 12-484,4 0-1244,6 3-397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0.08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148 80 9057,'-2'-2'172,"1"0"-1,0 0 1,0-1 0,0 1 0,0 0-1,0 0 1,0-1 0,1 1 0,-1 0-1,1-1 1,0 1 0,-1-1 0,1 1-1,0-1 1,1 1 0,-1 0 0,1-4-1,1-19 3262,-3 24-3228,-1 0 0,1 0-1,0 0 1,-1 1 0,1-1 0,-1 0 0,1 0 0,-1 1 0,0-1 0,1 1 0,-1-1 0,1 1 0,-1 0-1,0-1 1,1 1 0,-1 0 0,-2 0 0,2 1-121,1 0-1,-1 0 1,0-1 0,1 1-1,-1 0 1,0 0 0,1 0-1,-1 1 1,1-1 0,-1 0-1,1 1 1,0-1 0,0 0-1,0 1 1,-1 0 0,1-1-1,-1 3 1,-13 33 528,13-32-487,-15 49 84,3 1 0,2 0 0,3 1 0,2 0 0,2 0 1,3 0-1,6 75 0,-3-122-329,0 1 0,1 0-1,-1-1 1,2 0 0,0 1 0,0-1 0,0 0 0,1 0 0,1-1 0,-1 1-1,1-1 1,9 11 0,-8-13-83,-1-1-1,0 0 1,1 0-1,0 0 1,0-1-1,1 0 1,-1 0-1,1-1 1,0 0 0,-1 0-1,2 0 1,-1-1-1,0 0 1,0 0-1,1-1 1,11 1-1,8-2-885,-1-2-1,1 0 0,0-2 0,0-1 1,-1-1-1,0-1 0,30-13 0,38-14-5372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0.21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75 0 4464,'-54'21'-1288,"34"-18"1096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0.32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0 142 7701,'10'-18'1292,"10"-12"-748,7 12-688,37-30-3676,-4 20 1231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1.110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1 157 9285,'51'-32'1551,"92"-44"-1,-122 67-1138,0 1 0,1 0-1,0 2 1,1 0 0,-1 2-1,1 0 1,43 0-1,-42 5-257,0 1 0,0 1 0,0 1 0,-1 1 0,1 2 0,-1 0 0,-1 1 0,1 1 0,-1 1 0,-1 1 0,0 1 0,-1 1 0,0 1 0,-1 1 0,0 0 0,-1 2 0,-1 0 0,-1 0 0,0 2 0,-1 0 0,-1 1 0,-1 0-1,15 33 1,-12-13 20,-2 1 0,-3 1-1,0 0 1,-3 0-1,-2 1 1,-1 0-1,-3 0 1,-3 65-1,-6-16 212,-5 0-1,-44 175 1,-117 275 710,7-22 153,146-445-999,3 2 0,-9 105 1,23-146-175,2 1 0,2 0 1,1 0-1,1 0 1,3-1-1,1 0 0,13 41 1,-14-59-41,1 0-1,1-1 1,1 1 0,1-2 0,0 1 0,1-1 0,0-1 0,2 0 0,24 23-1,-18-21-27,2-1 0,0-2 0,0 0 0,1-1 0,1-1 0,39 15 0,-6-9-115,0-3 0,2-2 0,0-3 0,0-3 0,102 2 0,250-29-548,-2-32 277,-230 28 223,-168 22 152,21-3-30,0 2-1,1 1 1,-1 1 0,41 5-1,-64-3 48,0 1 0,0-1 0,0 2-1,0-1 1,-1 1 0,1 0 0,-1 1-1,1 0 1,7 6 0,-10-6 22,-1-1 0,0 1 0,0 1 0,0-1 0,0 0 0,-1 1 0,0 0 0,0 0 0,0 0 0,0 0 0,-1 0 0,0 1 0,0-1 0,2 10 0,-2-2 82,0 1 1,-1-1-1,-1 1 1,0 0-1,0-1 0,-2 1 1,-5 25-1,-34 94 618,31-105-599,-76 214 710,-171 511 522,190-525-1218,-100 305 231,113-384-575,-111 214 0,139-314-137,-2-2 1,-2-1-1,-3-2 1,-1-1-1,-53 52 0,64-73-231,-1-2-1,-1 0 1,-1-1-1,0-2 0,-2-1 1,0-1-1,0-1 1,-1-2-1,-1 0 0,-49 10 1,6-8-2815,26-11-1742,1-7-4215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2.55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448 2061 6369,'-31'40'2093,"30"-39"-1914,0 0 0,0 0-1,1 0 1,-1 0 0,0 0 0,1 0-1,-1 1 1,1-1 0,-1 0 0,1 0-1,-1 0 1,1 0 0,0 1 0,-1-1 0,1 0-1,0 0 1,0 1 0,0-1 0,0 0-1,0 1 1,1-1 0,-1 2 0,1-2-40,-1-1 0,0 1 0,0 0 1,0 0-1,0-1 0,0 1 1,0 0-1,0 0 0,0-1 1,0 1-1,0 0 0,0 0 0,0-1 1,0 1-1,-1 0 0,1 0 1,0-1-1,-1 1 0,1 0 1,0-1-1,-2 2 0,2-1 227,-1 0 0,0 0 0,0 0 0,1 0-1,-1 0 1,0 0 0,0 0 0,0 0 0,0 0 0,0 0 0,0-1-1,0 1 1,0 0 0,-1-1 0,1 1 0,0-1 0,0 1 0,-1-1 0,1 0-1,0 0 1,0 1 0,-1-1 0,1 0 0,0 0 0,-1 0 0,0 0-1,-15-11 144,16 8-400,-1 0-1,1 0 1,0 0 0,0 0-1,0 0 1,0 0 0,0 0 0,1-1-1,-1 1 1,1 0 0,0-1-1,0 1 1,0 0 0,1 0-1,0-5 1,0 2 24,77-566 2955,-20 191-2795,-14-99-105,-40 321-105,-16-162 0,11 303-94,-1 1 1,0-1 0,-1 1 0,-1-1 0,-1 1 0,-8-20 0,12 35 11,0 0 1,0 0-1,0-1 1,0 1-1,-1 0 1,1 0-1,-1 0 1,1 0-1,-1 1 1,0-1-1,0 0 1,1 1-1,-1-1 1,0 1-1,-1-1 1,1 1-1,0 0 1,0 0-1,-3-1 1,3 2 11,-1 0 0,1 0 0,-1 0 1,1 0-1,0 0 0,-1 0 0,1 1 0,0-1 0,0 1 1,-1 0-1,1 0 0,0-1 0,0 1 0,0 1 1,0-1-1,-3 2 0,-5 5 71,1 0-1,0 1 1,1 0-1,-1 0 1,2 1 0,-11 17-1,-7 17-16,2 1-1,3 0 0,1 2 1,2 0-1,-18 84 0,-25 254-97,39-103 31,12 218 0,23-221 0,6-137 0,59 213 0,76 127 0,-138-437 0,-1-1 0,-1-1 0,-2 2 0,7 48 0,-18-78 0,-1-1 0,0 0 0,-1 0 0,0 0 0,-2 1 0,1-1 0,-2 0 0,0 0 0,-1 0 0,0-1 0,-1 1 0,0-1 0,-1 0 0,-9 15 0,3-11 10,-1-1 1,0 0-1,-1-1 1,-1 0-1,0-1 1,0-1-1,-2 0 0,-28 16 1,14-11-305,-2-1 1,0-2-1,-69 21 0,40-23-3285,62-13 3544,0 0 1,0 0-1,0 0 0,0 0 0,0 0 1,0 0-1,0 0 0,0-1 0,0 1 0,0 0 1,1 0-1,-1 0 0,0 0 0,0 0 1,0 0-1,0 0 0,0 0 0,0-1 0,0 1 1,0 0-1,0 0 0,0 0 0,0 0 1,0 0-1,0 0 0,0 0 0,0-1 1,0 1-1,0 0 0,0 0 0,0 0 0,-1 0 1,1 0-1,0 0 0,0 0 0,0 0 1,0-1-1,0 1 0,0 0 0,0 0 0,0 0 1,0 0-1,0 0 0,0 0 0,-1 0 1,1 0-1,0 0 0,0 0 0,0 0 0,0 0 1,0 0-1,0 0 0,0 0 0,0 0 1,-1 0-1,1 0 0,0 0 0,0 0 0,0 0 1,0 0-1,0 0 0,-1 0 0,4-8-641,0 1 0,0 0 0,1 0 0,0 1 0,0-1 0,1 1 0,8-10 0,47-39-6249,11-5-3674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3.30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1140 717 13353,'-248'33'3985,"205"-26"-2030,-78 24 1,98-24-1502,-36 11 1468,-107 47 0,128-46-1495,2 1 1,0 2-1,2 2 1,0 1-1,2 2 1,-57 59-1,68-62-304,2 1 0,0 0 0,2 1 0,0 1 0,2 1 0,1 0 0,2 1 0,1 0 0,-15 59 0,23-71-140,0-1 0,1 0-1,1 1 1,1-1 0,0 1 0,3 19 0,-1-27-71,0 0 0,0 1-1,1-1 1,0 0 0,0 0-1,1 0 1,0-1 0,1 1-1,0-1 1,0 0 0,1-1 0,7 9-1,-3-6-137,1 0-1,1-1 0,0 0 0,0 0 1,1-2-1,-1 1 0,2-2 1,-1 1-1,18 4 0,12 1-730,76 12-1,-21-6 150,-69-14 590,-23-4 193,0 1 0,0 0 0,-1 0-1,1 0 1,8 3 0,1 2 19,1-1-1,0-1 0,1-1 1,-1 0-1,0-1 1,1-1-1,24-1 1,7-3-19,59-12 1,-45 1-84,1-3 1,-2-2 0,0-3-1,-2-3 1,0-2 0,-2-3-1,84-59 1,-123 76 102,-2 0 1,23-24-1,-37 36 10,-1 0 0,0 0 0,0 0 0,0 0 0,0 0 1,0-1-1,0 1 0,0 0 0,0 0 0,0-1 0,-1 1 0,1-1 0,0 1 0,-1-1 0,1 1 0,-1-1 0,0 1 1,1-1-1,-1 1 0,0-1 0,0 1 0,0-1 0,0 1 0,0-1 0,-1 1 0,1-1 0,-1-1 0,0 1 3,0 1-1,0 0 0,0 0 0,-1 0 0,1 0 0,0 0 1,-1 0-1,1 0 0,0 0 0,-1 1 0,1-1 1,-1 1-1,0-1 0,1 1 0,-1-1 0,1 1 1,-1 0-1,0 0 0,1 0 0,-1 0 0,0 0 0,1 0 1,-1 0-1,-1 1 0,-17 2 36,0 1 0,0 1 0,0 1 0,1 1-1,0 0 1,-30 17 0,24-9-15,0 0-1,1 1 0,0 2 0,-24 23 1,32-25-11,1 1-1,-19 26 1,29-37-22,1 1 0,0-1 0,0 1 0,1 0 0,0 0 1,0 0-1,1 0 0,0 1 0,0-1 0,-1 11 0,3-16-3,-1 0 1,1 0 0,0 0-1,1 0 1,-1 0 0,0 0-1,0 0 1,1 0-1,0 0 1,-1 0 0,1 0-1,0-1 1,0 1 0,-1 0-1,2 0 1,-1-1 0,0 1-1,0 0 1,0-1-1,1 0 1,1 2 0,0-1-11,-1 0 1,1-1 0,0 0-1,0 0 1,0 1-1,0-2 1,-1 1 0,2 0-1,-1-1 1,0 1 0,0-1-1,4 0 1,5-1-32,1 0-1,-1 0 1,0-2-1,0 1 1,16-7 0,-5 0-5,-1-1 0,0-1 0,0-1 1,35-26-1,70-68-78,-29 12 46,-48 44 39,87-66 1,-39 45-532,-5-4 0,-2-4 0,-4-4 0,92-114 0,-142 149 943,-2-2 0,-2-2 0,-3-1 0,-2-1 0,-2-1 0,-3-2 0,-3 0-1,-1-2 1,-4 0 0,-2 0 0,10-106 0,-23 147 8,0 0-1,0 0 1,-6-28-1,6 45-328,0 0 0,0-1 0,0 1-1,-1 0 1,1 0 0,0 0 0,-1 0-1,1 0 1,0 0 0,-1 0 0,0 1-1,1-1 1,-1 0 0,1 0 0,-1 0-1,0 0 1,1 1 0,-1-1 0,0 0-1,0 0 1,0 1 0,0-1 0,0 1-1,0-1 1,1 1 0,-1-1 0,0 1-1,0 0 1,0-1 0,-2 1 0,1 0 14,1 0-1,-1 1 1,0-1 0,0 1 0,1-1 0,-1 1 0,0-1 0,1 1-1,-1 0 1,1 0 0,-1 0 0,1 0 0,-1 0 0,1 0 0,0 0 0,-3 3-1,0 2 68,0-1 0,0 1 0,0 0-1,1 0 1,-1 0 0,1 1 0,1-1-1,-3 12 1,-11 61 665,11-48-498,0-8-118,-1 12 127,1 1 1,2 0-1,3 66 0,12 159 633,-8-198-693,14 69 0,-9-98-271,0-1 0,20 44 0,-23-62-104,0-1 1,2 0-1,-1 0 0,2 0 0,0-2 1,1 1-1,0-1 0,0 0 0,2-1 0,-1 0 1,20 13-1,-16-14-118,1-1 1,0-1 0,0 0-1,1-1 1,0-1-1,0 0 1,1-2-1,-1 0 1,33 3 0,-4-4-220,0-3 0,0-1 0,1-3 0,79-16 0,177-61-670,-259 68 1106,-40 12 3,-20 16 7,9-10 36,-57 47-56,-5 4-3218,70-52 1356,3 0 1200,0-1-1,0 1 1,0-1-1,0 0 1,1 0 0,-1-1-1,1 1 1,0-1-1,-1 0 1,10 2 0,37 2-7505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3.41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265 37 14953,'0'21'1869,"-20"-24"283,-4-3-200,-9 6-132,2 0-268,-2-3-288,3 0-292,3 0-199,4 0-229,6 0-484,0 0-1017,10-16-3767,4 7-1841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7.03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273 1570 10005,'-31'25'1720,"25"-20"2424,3-4-2991,-31 10 5302,18-15-4278,14 3-2062,0-1-1,0 1 1,0-1-1,0 1 1,1-1-1,-1 1 1,0-1-1,1 0 1,0 0-1,-1 0 1,1 0-1,0 0 1,0 0-1,0 0 1,0-1-1,0 1 1,1 0-1,-1 0 1,1-1-1,-1 1 1,1 0-1,0-4 1,0-55 495,1 54-519,7-66 391,25-103 0,8-50-206,-35 152-253,-3 1 0,-3-1 0,-3 0 0,-4 0 0,-2 1 0,-4 0 0,-3 1-1,-3 1 1,-40-96 0,52 148 6,-2 1 0,-1-1 0,0 2 0,-14-19 0,23 35-20,1 1 0,0-1 0,0 1 0,-1-1 0,1 0 1,0 1-1,-1-1 0,1 1 0,0-1 0,-1 1 0,1 0 0,-1-1 1,1 1-1,-1-1 0,1 1 0,-1 0 0,1-1 0,-1 1 0,1 0 1,-1-1-1,0 1 0,1 0 0,-1 0 0,1 0 0,-1 0 0,0 0 1,1-1-1,-1 1 0,0 0 0,1 0 0,-1 1 0,0-1 0,1 0 1,-1 0-1,1 0 0,-1 0 0,0 0 0,0 1 0,-11 24 383,11-21-340,-7 21 136,2 0 1,1 1-1,1 0 1,2-1 0,0 1-1,2 31 1,21 169-168,-14-169 2,12 104-23,127 861 0,-108-831 0,9-1 0,9-3 0,101 232 0,-119-338 0,67 105 0,-73-137 0,3-2 0,1-1 0,53 51 0,-62-72 0,0-1 0,1-1 0,2-2 0,0-1 0,1-1 0,41 17 0,-46-25 0,1-1 0,0-2 0,0 0 0,1-2 0,0-1 0,0-2 0,0 0 0,53-3 0,-51-3-448,1-1 0,-1-1 0,-1-2 0,1 0 0,-1-3 0,0 0-1,-1-2 1,0 0 0,-1-3 0,-1 0 0,0-1 0,-1-2 0,-1 0 0,0-2 0,-2 0 0,22-26 0,-40 42 340,-1 0 0,0 0 0,0 0 0,-1 0 0,1 0 0,-1-1 0,1 1 0,-2-1 0,1 0 0,0 1 0,-1-1 0,0 0 0,1-6 1,-2 8 65,-1 1 0,1-1 0,0 1 0,-1 0 1,0-1-1,1 1 0,-1 0 0,0-1 1,0 1-1,-1 0 0,1 0 0,0 0 1,-1 0-1,1 0 0,-1 0 0,1 1 1,-1-1-1,0 0 0,0 1 0,0-1 0,0 1 1,0 0-1,0 0 0,0-1 0,0 2 1,-1-1-1,1 0 0,-5-1 0,-26-6-118,-1 1 0,0 1-1,0 3 1,-1 0 0,-39 3 0,12-1 59,6 0 48,-50-2 113,-129-19 0,204 17-24,0-1 1,0-2 0,1-1 0,0-1 0,0-2 0,2-1 0,-1-1 0,-44-30 0,59 33-35,0-1 1,1 0-1,0-1 1,1-1-1,0 0 1,1 0-1,0-1 1,-11-23-1,10 13-5,1-1 1,1 0-1,1-1 0,-10-50 0,9-1-38,3 0 0,6-150 0,50-366-200,41 4 267,-51 381 337,114-352-1,-101 427-209,-42 114-109,0 1 0,1 0 1,1 1-1,21-25 0,-30 39-29,1 0-1,-1 0 0,1 1 0,1-1 1,-1 1-1,0 0 0,1 0 1,0 0-1,-1 0 0,1 1 0,0 0 1,0 0-1,9-2 0,-10 4 0,0-1-1,1 1 1,-1 0 0,0 1-1,1-1 1,-1 1 0,0 0-1,0 0 1,0 0 0,0 0-1,0 1 1,0-1 0,0 1-1,0 0 1,0 0-1,-1 1 1,7 4 0,6 8 59,0 0 1,-1 2-1,0-1 0,-1 2 1,-1 0-1,-1 0 1,12 25-1,62 149 811,-83-184-840,107 330 1157,-27 11-469,-11-40-405,-59-257-295,69 223 264,-72-248-391,2 0 0,0-1 1,2-1-1,1 0 0,0-1 1,2 0-1,34 35 0,-44-51 12,1-2 0,-1 1 0,1-1 0,1 0 0,-1-1-1,1 0 1,0 0 0,0-1 0,0 0 0,0-1-1,1 0 1,0 0 0,0-1 0,13 2 0,-14-4 23,-1 0 1,1-1-1,-1 0 1,1 0 0,-1-1-1,1 0 1,-1 0-1,0-1 1,0 0 0,0 0-1,0-1 1,-1 0 0,0-1-1,1 0 1,-2 0-1,1 0 1,6-7 0,5-6-56,0-1 0,-2-1 0,0-1 1,-1 0-1,20-41 0,48-124-145,-41 82 252,31-82 637,-69 178-456,-1 0 1,2 0-1,-1 1 0,1-1 1,0 1-1,0 0 0,1 0 0,12-11 1,-11 18 634,2 4-613,1 0-1,-1 1 1,0 0-1,0 0 1,-1 1-1,0 1 0,0-1 1,9 11-1,60 71 601,-31-32-467,-23-31-509,1 0 1,51 39-1,-70-61-143,1 1-1,0-1 1,-1 0-1,1 0 1,0 0-1,1-1 1,-1 0-1,0 0 1,1-1 0,-1 0-1,1 0 1,-1 0-1,1-1 1,0 0-1,-1 0 1,1 0-1,8-3 1,-11 3-20,0-1 0,0 0-1,0 0 1,0-1 0,0 1 0,0-1 0,0 0 0,0 0 0,-1 0 0,1 0 0,5-5 0,13-22-5287,-4-11-4164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7.17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105 154 12129,'-64'-54'3948,"44"48"-2527,0 3 1679,30-15-3148,17-6-624,16 12-828,1-3-689,6-1-2555,10 10-3717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7.70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0 15061,'29'228'3129,"-12"-110"1801,35 130 0,44 77-90,-22-82-4963,-3-25-2548,-47-156-1188,-3-18-3381,-133-261 3712,104 200 3717,0 0-1,1-1 0,1 0 1,1 0-1,1-1 1,0 1-1,2-1 0,0 0 1,1 0-1,0 0 0,5-33 1,1 21-7,1 0 0,2-1 1,1 2-1,1 0 1,2 0-1,22-40 0,49-89 367,-80 152-594,0-2 476,-14 4 12,9 4-438,-1 0 10,0 1 0,1-1 0,-1 1 0,0 0-1,0 0 1,0 0 0,0 0 0,0 1 0,1-1 0,-1 1 0,0-1-1,0 1 1,0 0 0,-3 2 0,-37 21 31,29-15-111,10-7-185,8-2-252,5 0 172,0-1 1,-1-1-1,1 1 0,-1-1 1,1-1-1,14-6 0,52-29-1201,-54 27 1179,51-29-798,113-81-1,-155 97 1611,0 0 0,-2-3 0,-1 0 0,-1-1-1,39-57 1,-44 42 1058,-15 29-934,-4 11 1048,7 18-842,2 1-642,1-1 0,1-1 0,0 1 0,1-2 0,24 18 0,85 53 189,-118-81-432,1 1 1,0-2-1,0 1 1,0-1-1,0 0 1,0 0-1,0-1 1,0 1-1,1-2 0,-1 1 1,1-1-1,-1 1 1,0-2-1,1 1 1,-1-1-1,0 0 1,12-3-1,3-4-733,1 0 0,-1-2-1,33-20 1,-3 2-293,142-62-3900,-117 55 1737,12 4-1148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7.90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128 10 14437,'-24'-9'2753,"11"18"7788,0 0-9373,-1 3-224,7 30-180,1 24-108,-1 1-176,0 11-404,1 7-648,-4 2-1024,3 0-640,0-2-1345,0-4-3431,11 7-6826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8.630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524 504 12825,'-23'10'683,"1"2"0,0 1 0,1 1 0,0 1 0,1 0 1,1 2-1,0 0 0,2 1 0,-19 24 0,-10 21-198,4 2 1,2 1-1,3 3 1,4 0-1,-30 89 1,52-127-425,1 1 0,-6 44 0,14-65-54,0 0 1,1 0-1,1 1 0,0-1 0,0 0 1,1 1-1,1-1 0,0 0 1,0 0-1,7 19 0,-7-27-7,-1 0 0,1-1 0,0 1 0,0 0 0,0-1 0,0 0 0,0 1 0,0-1 1,1 0-1,-1 0 0,1 0 0,0 0 0,-1-1 0,1 1 0,0-1 0,0 0 0,0 1 0,0-1 0,0-1 0,0 1 0,0 0 0,0-1 0,0 1 0,1-1 0,-1 0 0,0 0 0,0-1 0,0 1 0,4-1 1,5-1-1,0-1 0,0 0 1,0-1-1,0 0 0,-1-1 1,14-7-1,18-15-4,-2-2 1,0-1-1,71-71 0,-76 64 26,3 3-1,0 1 1,78-48-1,-100 71-7,-1 1 0,1 1 0,1 1 0,0 0-1,0 1 1,0 1 0,0 1 0,1 0 0,0 2-1,0 0 1,-1 1 0,1 1 0,0 0 0,0 2-1,35 7 1,-25-2 0,-19-4-5,1 1-1,1-2 1,-1 0-1,0 0 1,1-1-1,-1 0 1,1-1 0,-1 0-1,0-1 1,19-3-1,99-42 17,-84 28-54,59-15 1,-86 29 34,0 1 1,-1 0 0,1 2 0,0 0 0,0 1-1,0 0 1,20 4 0,10 5-28,-20-3 131,44 2 0,-58-7-122,1-2-1,-1 0 0,0 0 0,0-1 0,1-1 0,-2-1 0,1 0 1,0 0-1,-1-2 0,0 1 0,21-13 0,-6-1 4,0 0 1,-2-2-1,47-47 0,47-57 409,82-80 2040,-191 197-2336,-1 0 1,1 1 0,0 0-1,0 0 1,1 1 0,0 1-1,0 0 1,20-5 0,12 0 121,52-6 1,-22 5-79,247-56-2002,-189 31-1003,235-97 0,-272 94 590,-27 9 200,-44 18-177,1 1 0,40-11 0,-12 13-3789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8.73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0 359 9205,'64'-48'1904,"-41"27"-400,14-15-308,-7 12-96,4-1-96,-1 4-167,4-9-189,3 6-140,1 0-248,-1 0-572,0 3-636,4 0-497,-14 0-3051,-3 2-3485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9.75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184 911 14577,'-50'-25'3157,"34"23"278,6 12-2764,9-8-144,-3 4-122,0 1-1,1 1 1,0-1 0,0 0-1,1 1 1,0-1-1,0 1 1,0 0-1,1-1 1,1 1-1,-1 14 1,-3 20 810,-7 32 504,-34 272 892,25 148-2611,23-416 0,2 1 0,5 0 0,2-1 0,28 92 0,-31-139 0,2-1 0,1-1 0,1 1 0,2-2 0,1 0 0,1-1 0,28 35 0,-36-52 0,0 1 0,1-1 0,1 0 0,0-1 0,0-1 0,0 1 0,1-2 0,1 0 0,-1 0 0,1-1 0,0 0 0,0-2 0,1 1 0,-1-2 0,1 1 0,0-2 0,0 0 0,26 0 0,-25-3-92,0-1 0,1-1 1,-1-1-1,0 0 0,-1 0 0,1-2 0,-1 0 0,0 0 1,0-1-1,-1-1 0,0-1 0,0 1 0,19-19 1,11-13-309,-2-2 0,43-58 0,-68 81 359,54-66-133,4 4 0,95-81 1,-127 127 358,1 2 0,2 2 0,1 2 0,1 2 0,1 2 0,68-25 0,-87 40 58,0 2 1,1 0 0,0 2-1,33-2 1,-48 7-196,0 0 1,0 1 0,1 1-1,-1 0 1,0 1-1,0 1 1,-1 0-1,1 1 1,-1 1-1,16 7 1,-23-9-49,0 1 0,-1 0 0,0 1 0,0-1 0,0 1 0,-1 0 0,1 1 0,-1 0 0,-1-1 0,1 1 0,-1 1 0,0-1 0,0 1 0,-1-1 0,1 1 0,1 8 0,2 9 0,-1 1 0,-1-1 0,3 38 0,-2-12 0,-6-48 0,1 0 0,-1 0 0,1 0 0,-1 0 0,1 0 0,0 0 0,-1 0 0,1 0 0,0-1 0,0 1 0,1 0 0,-1 0 0,0-1 0,0 1 0,1-1 0,-1 1 0,1-1 0,-1 0 0,3 2 0,-1-2 0,1 1 0,-1-1 0,0 0 0,0 0 0,1 0 0,-1 0 0,1-1 0,-1 1 0,1-1 0,5 0 0,7-2 0,1 0 0,-1-1 0,30-10 0,-30 9 0,33-9-81,-15 4-211,0 0 0,-1-2 0,47-23 0,-30 7 134,-2-2 1,61-48-1,-61 40 22,-2-3 1,-2-1-1,-1-3 1,-3-1 0,56-81-1,-86 110 109,0 0-1,-2 0 1,0-1 0,-1 0-1,0 0 1,-2 0 0,0-1-1,-1 0 1,0 0-1,-2-1 1,0 1 0,-1 0-1,-1-1 1,-1 1 0,0-1-1,-2 1 1,0 0 0,-1 0-1,0 0 1,-2 0-1,0 1 1,-1 0 0,-1 0-1,-11-18 1,3 9 8,9 17-1,1 0 1,0 0 0,1-1-1,0 0 1,1-1-1,-4-10 1,8 20 19,-1 0 0,1 0-1,0 0 1,0 0 0,0 0 0,0 0 0,0-1 0,0 1 0,1 0 0,-1 0 0,0 0 0,0 0 0,1 0 0,-1 0 0,0 0 0,1 0-1,-1 0 1,1 0 0,0 0 0,-1 1 0,1-1 0,0 0 0,1-1 0,1-1 0,0 1 0,0 0 0,0 0 0,1 0 0,-1 0-1,1 1 1,4-2 0,12-3-4,1 1 0,21-2-1,-25 4-5,178-29-51,141-27-553,-244 39-17,144-53 0,-137 30 243,-2-5 1,-1-3 0,114-84-1,-35 27 39,-146 93 317,1 1 1,0 2-1,1 0 1,41-8-1,-32 11-726,0-2-1,0-2 1,-1-1 0,-1-2 0,0-2-1,68-44 1,-83 47-372,-2-2-1,0-1 0,36-40 1,44-70-5042,-83 103 4577,22-29-3197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49.87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1 7057,'84'21'1076,"-64"6"360,0 6 56,0 0 4,0 0-428,1 6-168,-1 7-184,0 5-164,3 0-304,-3-3-628,-3-8-696,0-13-572,6 3-2116,7-3-2425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51.04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361 1309 14625,'-61'-44'1178,"-37"-27"3043,63 52-287,35 19-3894,0 0 0,-1 0 0,1 0 0,0 0 0,0 0 0,0 0 0,-1 0 0,1 0 0,0-1 0,0 1 0,0 0 1,-1 0-1,1 0 0,0 0 0,0 0 0,0 0 0,-1 0 0,1 0 0,0 1 0,0-1 0,0 0 0,-1 0 1,1 0-1,0 0 0,0 0 0,0 0 0,-1 0 0,1 0 0,0 0 0,0 1 0,0-1 0,0 0 0,-1 0 0,1 0 1,0 0-1,0 1 0,0-1 0,0 0 0,0 0 0,-12 11 487,1 1-1,1 0 1,0 0-1,0 1 1,1 0-1,1 1 1,0 0-1,1 0 1,1 0-1,0 1 1,-6 26 0,-4 26-286,3 1 0,3 0 0,-1 99 0,11-59-279,20 159-1,-9-184 39,31 111 0,-31-156 0,1-1 0,3 1 0,0-2 0,3 0 0,22 34 0,-30-55-1,0 0 0,2-1 1,-1-1-1,2 0 0,0-1 0,0 0 0,1-1 1,0 0-1,29 15 0,-37-23-90,1 1 0,0-2-1,0 1 1,0-1 0,0 0 0,0 0-1,1-1 1,-1 0 0,0 0 0,1-1-1,-1 0 1,1 0 0,-1-1 0,0 0-1,1 0 1,-1-1 0,0 0 0,0 0-1,0-1 1,0 0 0,0 0 0,-1 0-1,1-1 1,-1 0 0,0 0 0,6-6-1,-1 0-128,0-1-1,-1-1 0,0 0 0,0 0 0,-2-1 0,0 0 0,0 0 0,-1-1 0,-1 0 1,0 0-1,6-25 0,2-17-480,11-104 1,-16 89 403,45-241-582,-47 284 1009,1 0-1,1 1 1,2 0 0,1 0 0,1 1 0,1 1 0,1 0 0,1 1 0,1 0 0,1 2 0,1 0 0,2 1 0,0 1 0,0 1 0,43-28-1,-52 40 47,0-1-1,1 2 0,0 0 0,1 0 1,-1 1-1,17-3 0,-23 6-80,-1 1 0,0 0-1,1 0 1,-1 1 0,1 0 0,-1 0-1,1 1 1,-1-1 0,0 1 0,1 1 0,-1-1-1,0 1 1,0 0 0,0 0 0,10 7-1,-9-5 6,0 0 0,-1 1 0,0 0 0,0 1-1,-1-1 1,0 1 0,0 0 0,0 0-1,0 1 1,3 7 0,-1 1 72,0 1 1,-1 0-1,7 28 0,-9-27-114,1 0 0,0 0 0,2-1 0,0 0 0,1-1 0,0 1 0,12 15 0,-15-25-85,-1-1 0,1 1-1,1-1 1,-1 0 0,1 0 0,-1 0-1,1-1 1,1 0 0,-1 0 0,1-1 0,-1 0-1,1 0 1,0 0 0,0-1 0,0 0-1,0 0 1,1-1 0,-1 0 0,14 0 0,15-4-172,0-1 0,0-2 0,65-21 0,-54 10 95,0-1 0,48-28 1,-37 17-71,-13 6 86,-2-1 1,0-2-1,-2-2 1,-1-2 0,-2-2-1,0-1 1,48-57-1,-75 76 55,0-1 0,10-21 1,-15 24 11,1 1 1,0 0 0,0 1 0,1 0 0,11-10 0,-12 18-39,107 3 172,189-7-2675,-268 3 2174,0-2 1,0-1-1,-1-2 1,0-2-1,0-1 1,49-23 0,-66 25 298,0-2 0,0 0 1,-1-1-1,0 0 1,-2-2-1,1 1 1,-1-2-1,-1 0 1,14-21-1,6-16-32,44-92-1,13-21 188,-63 123 72,-1-2 61,3 2 0,59-67 0,-74 95-159,15-16 99,33-42 1,-55 62-139,0 1 1,-1-1-1,0 0 1,-1-1 0,0 1-1,-1-1 1,0 0-1,-1-1 1,4-15-1,-2 3 30,1 1 0,2-1 0,0 1 0,1 0 0,2 1 0,0 0 0,1 1 0,1 0 0,22-26 0,-34 46-27,17-17 57,-18 18-58,0-1-1,1 1 0,-1 0 0,0 0 0,1-1 1,-1 1-1,1 0 0,-1 0 0,0 0 0,1 0 1,-1-1-1,1 1 0,-1 0 0,1 0 0,-1 0 1,0 0-1,1 0 0,-1 0 0,1 0 0,-1 0 1,1 0-1,-1 0 0,0 1 0,1-1 0,-1 0 0,1 0 1,-1 0-1,0 0 0,1 1 0,-1-1 0,1 0 1,-1 0-1,0 1 0,1-1 0,-1 0 0,0 1 1,0-1-1,1 0 0,-1 1 0,0-1 0,0 0 1,1 1-1,-1-1 0,0 1 0,0-1 0,0 1 0,0-1 1,0 0-1,0 1 0,1-1 0,-1 1 0,0 0 1,1 7 14,0-1 1,0 1 0,0 0 0,-1 0-1,0 0 1,-1 0 0,0 0 0,0 0-1,-4 12 1,-27 79 121,20-65-62,-146 504 678,143-473-797,3-1 0,2 2 0,0 66 1,10-97-147,1 0 0,1 0 0,2 0 1,2 0-1,1-1 0,1 0 1,18 45-1,-18-62-6,0 0-1,2 0 1,0-1-1,1-1 1,0 1 0,1-2-1,1 0 1,0 0 0,1-1-1,0-1 1,1 0 0,1-1-1,0-1 1,0 0-1,1-1 1,0-1 0,1-1-1,-1 0 1,1-1 0,1-1-1,-1-1 1,23 2-1,-37-5 153,0-1-1,0 0 0,0 0 0,1 0 1,-1-1-1,0 1 0,0-1 0,0 0 1,0 0-1,0-1 0,0 1 0,0-1 1,0 0-1,0 0 0,-1 0 0,1-1 0,5-4 1,-7 5 25,0 0 0,0-1 1,0 1-1,0-1 0,-1 1 0,1-1 1,-1 0-1,0 0 0,0 0 1,0 0-1,0 0 0,0 0 1,-1 0-1,1 0 0,-1 0 0,0 0 1,0 0-1,0 0 0,0 0 1,0 0-1,-1 0 0,1 0 0,-1 0 1,-1-4-1,-27-75-576,19 60-51,1-1 0,1-1 0,1 1 0,2-1 1,0 0-1,1-1 0,0-48 0,8 11-1481,2 1 0,25-103-1,-3 75-1265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51.27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399 1 6889,'0'0'2511,"-3"2"-1582,-17 13-829,0 2 0,1 0 0,1 1-1,0 0 1,1 2 0,2 0 0,0 1 0,1 1 0,-14 27 0,-25 58-1792,5 3 0,-41 140 1,75-191 21,7-2 71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52.97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701 89 5432,'1'-3'207,"1"1"0,-1-1 0,0 0 0,0 1-1,0-1 1,-1 0 0,1 1 0,-1-1 0,0 0-1,1 0 1,-1 0 0,0 1 0,-1-1-1,1 0 1,0 0 0,-1 0 0,0 1 0,1-1-1,-1 0 1,0 1 0,0-1 0,-1 0 0,1 1-1,-1 0 1,1-1 0,-4-3 0,4 5-116,-1 0 0,1-1-1,0 1 1,0 1 0,-1-1 0,1 0 0,-1 0 0,1 0 0,0 1 0,-1-1 0,0 1 0,1-1 0,-1 1 0,1-1-1,-1 1 1,1 0 0,-1 0 0,0 0 0,1 0 0,-3 0 0,-31 6 498,19 0-378,-1 1-1,1 0 1,0 1 0,-17 13-1,-9 8 151,1 2-1,1 2 1,-55 59-1,49-40-120,3 2-1,1 2 0,-35 65 0,61-94-185,2 1 0,1 1 0,1 0 0,2 1 1,1 0-1,1 0 0,1 1 0,2 0 0,-1 37 1,6-46-29,2 1 0,0-1 0,2 0 1,0 0-1,2 0 0,0-1 0,2 0 1,0 0-1,1 0 0,18 28 0,8 6 37,3-1-1,56 62 0,212 221-25,115 139-1309,-354-391 918,-5 3 1,-3 3-1,86 181 1,-120-212 302,-3 2 0,-3 1 0,-2 0 0,-3 1 0,-3 1 0,-3 0 0,-3 0 0,-4 95 0,-6-79 375,-4-1 0,-3 0 1,-4 0-1,-4-2 0,-3 0 1,-46 107-1,62-170-135,0 0 0,0-1 1,-1 0-1,-20 25 0,28-39-187,0 0 0,0 0 1,0 0-1,0 0 0,0 0 0,0-1 0,0 1 0,0 0 1,0 0-1,0 0 0,0 0 0,0 0 0,0 0 1,0 0-1,0 0 0,0 0 0,0-1 0,0 1 0,0 0 1,0 0-1,0 0 0,0 0 0,0 0 0,0 0 1,0 0-1,0 0 0,0 0 0,0 0 0,0 0 0,0 0 1,0-1-1,0 1 0,-1 0 0,1 0 0,0 0 1,0 0-1,0 0 0,0 0 0,0 0 0,0 0 1,0 0-1,0 0 0,0 0 0,-1 0 0,1 0 0,0 0 1,0 0-1,0 0 0,0 0 0,0 0 0,0 0 1,0 0-1,0 0 0,0 0 0,-1 0 0,1 0 0,0 0 1,0 0-1,0 0 0,0 0 0,0 1 0,-4-12 10,1-1-1,1 1 0,0-1 1,0 1-1,1-1 1,1 1-1,0-1 0,0 0 1,2 1-1,-1-1 1,1 1-1,5-15 0,-1-8-57,-6 28 22,1 0 1,-1 0 0,1 1 0,1-1-1,-1 1 1,1-1 0,0 1-1,0-1 1,0 1 0,1 0 0,0 0-1,0 0 1,7-8 0,-9 12 24,0 1 0,1-1-1,-1 0 1,1 1 0,0-1 0,-1 1 0,1-1 0,-1 1 0,1 0 0,0 0 0,-1 0 0,1 0 0,-1 0 0,1 0 0,0 0 0,-1 0 0,1 1 0,-1-1 0,1 1 0,-1-1 0,1 1-1,-1-1 1,1 1 0,-1 0 0,1 0 0,-1 0 0,0 0 0,1 0 0,1 2 0,40 37 84,-38-35-69,36 38 128,7 9-56,3-3 1,69 53-1,-53-55-337,3-3-1,2-3 0,1-3 1,2-4-1,115 37 0,-106-46-2004,2-4 0,148 16 0,-4-21-5042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8:53.83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85 6685,'75'-20'240,"-17"3"135,-1 4 1,67-8-1,-43 12 252,0 4-1,160 11 1,-191-1-498,0 3 0,0 2 0,-1 1 1,-1 3-1,92 39 0,-121-44-69,-1 1 0,0 1-1,0 0 1,-1 1 0,-1 1 0,0 0 0,-1 2 0,0-1 0,-1 2 0,-1 0 0,0 1 0,-1 0 0,-1 0 0,-1 2 0,0-1-1,-2 1 1,0 0 0,-1 1 0,-1 0 0,0 0 0,-2 1 0,0-1 0,-2 1 0,0 39 0,-9 29 209,4-64-209,1 1 0,1 0 0,1 0 0,3 27 0,-1-45-46,-1 1 1,2-1-1,-1 0 0,1 1 0,0-1 0,1 0 0,0 0 0,0-1 0,1 0 0,0 1 0,0-1 0,1-1 0,0 1 0,0-1 0,0 0 0,9 6 1,5 2 1,1-1 1,1 0 0,0-2 0,1 0 0,0-2-1,48 13 1,151 19 105,-216-40-118,171 12 283,-20-2 800,-156-11-1076,0 0-1,0 0 1,0 1 0,0-1-1,0 0 1,0 0 0,0 1-1,0-1 1,0 0 0,0 1-1,-1-1 1,1 1 0,0-1-1,0 1 1,0 0 0,-1-1-1,1 1 1,0 0 0,-1-1-1,1 1 1,-1 0 0,1 0-1,-1-1 1,1 1 0,-1 0-1,1 0 1,-1 0 0,0 0-1,1 0 1,-1 0 0,0 0-1,0 0 1,0 0 0,0 0-1,0 0 1,0 0-1,0 0 1,0-1 0,0 1-1,0 0 1,-1 0 0,1 0-1,0 0 1,-1 0 0,1 0-1,-1 1 1,-3 8 73,0 0 0,-1 0-1,-9 14 1,9-15-50,-11 17 38,1 1 1,2 0-1,1 2 0,1-1 0,2 1 1,1 1-1,1-1 0,1 1 0,1 1 1,2-1-1,2 1 0,0-1 0,7 53 1,1-42-41,2-1 1,1 0-1,3 0 1,1-1 0,1-1-1,2 0 1,2-1 0,2-1-1,26 36 1,34 32 7,141 144-1,-17-22-36,-141-146-267,-4 3-1,-4 3 1,59 119-1,-80-131-389,-2 2 0,-5 1-1,-2 2 1,23 128-1,-40-146-1232,2 66-1,-14 60-3943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07.88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968 0 10849,'-17'19'614,"5"-6"138,0 1 1,1 0-1,0 1 0,-13 25 1,-52 123 4764,37-76-3892,-92 227 1575,94-221-2663,31-76-456,-170 449 1698,-57 367-1004,147-409-3246,15 0-4355,54-291 546,8-16-3898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08.15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97 302 12341,'3'-17'610,"-1"-1"0,2 2-1,0-1 1,1 0 0,14-28-1,-13 34-238,0 0-1,1 1 0,0 0 1,1 0-1,0 1 0,0 0 0,1 0 1,19-13-1,-13 12-112,0 1 1,1 1-1,0 0 1,0 1-1,1 1 1,-1 0 0,2 1-1,-1 1 1,0 1-1,1 1 1,0 0-1,-1 1 1,22 2-1,8 2 21,1 2 0,-1 2 0,78 22 0,-69-13-155,-1 3 0,-1 2 0,-1 2 0,-1 2 0,-1 3 0,53 38 0,-74-44-96,0 2 0,-2 1 0,-1 1 0,0 1 1,-2 2-1,-2 0 0,0 2 0,-2 1 0,-2 0 0,23 51 0,-28-49-59,-2 1 0,-1 0 0,-1 1 0,-2 1 0,-2-1 0,-1 1 0,-2 0 0,-2 0 0,-6 70 0,-1-64-3,-2 0 0,-1-1 1,-3 0-1,-1-1 0,-2 0 0,-2-1 1,-2-1-1,-28 45 0,6-22-15,-3-3 0,-2-1 0,-94 91-1,-182 128-226,-17-20-873,5-2-4414,264-195 28,24-12-3391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08.62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47 25 10481,'-4'-2'240,"2"1"-20,0 0-1,0 1 1,-1-2 0,1 1-1,0 0 1,0 0 0,0-1-1,0 1 1,1-1 0,-1 1-1,0-1 1,-3-5 3255,6 11-2755,7 22-350,2-1 0,0 0 0,18 29-1,8 19-60,-9-9-145,-3 1-1,-3 0 1,-2 2-1,14 104 1,-27-120-111,-2 1 0,-3 0 0,-2-1 1,-2 1-1,-2 0 0,-21 86 1,14-93 3,-2 0-1,-1-1 1,-3-1 0,-1-1 0,-2-1 0,-36 53 0,51-85 3,-1-1-1,0 0 1,0 0-1,-13 10 1,16-15 32,24-30 32,27-29-453,104-94 1,194-122-1055,-267 219 1150,2 4 1,146-66-1,-193 101 247,68-20 0,-92 32 51,0 0 0,-1 0 0,1 1 0,0 0 0,0 1 0,0 0 0,0 0 0,0 0 0,0 2 0,0-1 0,-1 1 0,1 0 0,12 5 0,-16-4 14,0 0 0,0 0 0,-1 1-1,1-1 1,-1 1 0,0 0 0,0 0 0,-1 0-1,1 1 1,-1-1 0,0 1 0,0 0 0,0 0-1,-1 0 1,1 0 0,-1 1 0,1 7 0,3 10 218,-2-1 1,3 48-1,-3-22-74,-1-20-90,2 0 1,1-1 0,14 44-1,-17-62-115,1-1 0,0 1 0,1-1 0,-1 0-1,2 0 1,-1 0 0,1-1 0,0 0 0,0 0 0,1 0-1,0-1 1,0 0 0,1 0 0,12 7 0,-2-5-28,0 0 0,1-2 0,0 0-1,0-1 1,0 0 0,1-2 0,-1 0 0,1-2 0,0 0 0,0-1 0,30-4 0,-12-1-54,-1-1 1,0-3 0,0-1 0,-1-1-1,39-18 1,-54 18 27,0 0 0,-1-1 1,0-1-1,-1-1 0,-1 0 0,0-2 1,-1 0-1,0-1 0,-1 0 0,-2-2 0,1 1 1,-2-2-1,-1 0 0,0-1 0,-2 0 1,10-25-1,-13 26 16,0 0 1,-2 0 0,0 0 0,-1-1-1,-2 0 1,0 0 0,-1 0-1,-1 0 1,0 0 0,-2 0 0,-1 0-1,0 0 1,-2 1 0,0-1-1,-1 1 1,-1 0 0,-1 1 0,-14-24-1,6 17 22,-2 0 0,-1 1 0,-1 1-1,-1 0 1,-1 2 0,-1 1 0,-36-26-1,27 24-253,-1 2 0,-1 2 0,-1 1-1,0 1 1,-58-18 0,78 30-912,-1 2 0,0 0 0,1 0 0,-24 0 0,27 4-1009,39 9-6854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09.24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944 1335 11669,'-59'-8'2055,"-63"-16"-1,104 19-1558,0 0 1,-1 1-1,0 2 1,0 0-1,1 1 0,-1 0 1,0 2-1,0 0 1,0 1-1,0 1 0,1 1 1,-1 1-1,-22 8 0,14-2-194,2 0-1,0 2 0,0 0 1,1 2-1,1 1 1,1 1-1,0 0 0,1 2 1,1 1-1,0 0 0,-30 43 1,25-25-77,1 2-1,2 0 1,2 1 0,-22 66 0,32-75-150,1 2 0,1-1 0,2 1 0,2 0 0,1 0 0,2 58 0,1-84-124,1 0 0,0 0 0,1 0 0,0 0 0,0 0 0,1-1 1,0 1-1,0-1 0,1 1 0,0-1 0,9 13 0,-10-17-10,0 0-1,0 0 1,0 0-1,0 0 1,1 0-1,-1-1 1,1 1-1,-1-1 1,1 0-1,0 0 1,0 0-1,0-1 1,0 1-1,0-1 1,0 0-1,1 0 1,-1-1-1,0 1 0,0-1 1,1 0-1,-1 0 1,0 0-1,1-1 1,4 0-1,4-3-3,1 0-1,-1-1 1,1-1-1,-1 0 0,-1-1 1,0 0-1,0-1 0,0 0 1,-1-1-1,0 0 1,0-1-1,-1 0 0,16-21 1,2-8-40,-1 0 0,40-84 0,8-33-12,-8-3 1,78-273 0,39-424-186,-134 563 403,-44 268 554,-4 48 120,-2-16-769,5 178 1260,15 311 334,-17-468-1564,77 630 760,-75-629-863,2-1 1,1 0-1,2 0 1,0-1 0,2 0-1,21 34 1,-27-51-25,0-1 0,1 0 1,1 0-1,0 0 1,0-1-1,0-1 0,1 1 1,0-1-1,0-1 0,1 1 1,0-2-1,0 1 1,1-1-1,-1-1 0,1 0 1,0-1-1,0 0 0,22 3 1,-22-5-3,-1 0 1,1-2-1,0 1 1,-1-1 0,1-1-1,-1 1 1,0-2-1,1 0 1,-1 0-1,0-1 1,14-7-1,-7 1-40,1 0 0,-2-2 0,1 0 0,-2-1 0,17-17 0,48-61-307,45-71-104,-62 76 318,-44 59 146,1 1-1,36-37 1,-54 61 92,-1 0 1,1 1-1,0-1 1,0 1-1,0-1 1,0 1-1,0 0 0,0 0 1,0 0-1,0 0 1,0 0-1,1 0 1,-1 1-1,0-1 1,0 1-1,1 0 1,-1-1-1,0 1 0,1 0 1,-1 0-1,0 1 1,1-1-1,-1 0 1,0 1-1,1-1 1,-1 1-1,0 0 0,0 0 1,0 0-1,4 2 1,2 3 29,1 0 0,-1 1 0,0 0 0,0 0 0,9 12 0,-1-2 9,-3-4-9,0-1 0,1 0 1,0-1-1,1 0 1,1-2-1,-1 1 1,2-2-1,19 8 1,-24-12-35,0 0-1,1-1 1,-1-1 0,1 0 0,-1-1 0,1 0 0,0 0-1,0-2 1,-1 0 0,1 0 0,0-1 0,17-5 0,-9 0 262,-1-1 0,0 0 0,-1-2 1,0 0-1,0-2 0,-1 0 0,-1 0 1,0-2-1,-1 0 0,0-1 0,-1-1 0,-1 0 1,0-1-1,-1 0 0,19-36 0,-36 61-372,1 0 0,0 1 0,0-1 0,1 1-1,0 0 1,0 0 0,1 0 0,0 0 0,1 0-1,-1 0 1,2 0 0,0 0 0,0 0 0,0 0-1,1 0 1,0 0 0,1-1 0,4 10-1,-2-6-500,0-1-1,1 1 0,0-1 0,1-1 1,0 1-1,1-1 0,0 0 0,0-1 1,1 0-1,0 0 0,1-1 0,16 11 0,0-4-3783,53 22-1,-15-13-3661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09.560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0 641 9093,'17'-27'3182,"-7"12"568,-17 30-1435,4-4-1825,-1 0-1,2 0 1,-1 1 0,2-1 0,-1 1 0,2-1 0,-1 1-1,3 18 1,-1 4 286,-1-19-480,-1 20 265,2 0 0,1 0 0,13 61 1,-13-87-630,0 0 0,1 0 0,0 0 0,1 0 0,0-1 0,0 0 0,1 0 0,0 0 0,0 0 0,1-1 0,0 0 1,0 0-1,1 0 0,0-1 0,0 0 0,0 0 0,1-1 0,0 0 0,12 6 0,-1-4-294,0-1-1,1 0 1,-1-2-1,1 0 0,0-1 1,0-1-1,0-1 1,39-3-1,1-4-1130,100-23-1,-63 6 414,0-5-1,-1-5 0,-3-3 1,91-49-1,-112 46 833,-2-4 1,-2-2 0,-3-3-1,-1-3 1,79-82-1,142-221 4056,-247 303-2848,75-112 3434,-119 191 1094,-15 37-4919,15-44 78,-5 13-306,2 1 0,1 0 0,2 0 1,-1 43-1,6-53-598,1-1 0,2 1 1,0 0-1,2-1 0,0 1 0,17 46 0,-8-38-1121,1-1 0,2 0 0,23 35-1,-19-37-2855,33 37-1,-2-12-6141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09.70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1 323 12217,'40'-24'2052,"13"-6"-228,14 12-251,14 3-345,13 0-304,29-1-220,32 1-348,25-6-592,15 3-684,16 3-92,13-3-408,11-6-393,12-6-775,5 0-1160,6-4-2409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09.80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51 40 3688,'-50'-40'-1084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10.07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878 376 6349,'1'-2'223,"1"-1"0,-1 1 0,0-1 0,0 1 1,0-1-1,0 0 0,-1 1 0,1-1 0,-1 0 1,1 1-1,-1-1 0,0 0 0,0 0 0,0 0 0,0 1 1,-1-1-1,1 0 0,-2-3 0,1 1 130,1 0 0,-1-1 1,1 1-1,0 0 0,1-8 0,6-8 738,0 1 0,1 0 1,1 0-1,13-23 0,-12 26 57,0-1-1,-2 0 1,0 0 0,10-38-1,-18 55-1051,0-1-1,1 1 1,-1-1-1,0 1 1,0 0-1,0-1 1,0 1-1,0 0 0,0-1 1,0 1-1,0-1 1,0 1-1,-1 0 1,1-1-1,-1 1 1,1 0-1,-2-2 1,2 2-51,-1 1 0,1-1 0,-1 1 1,0-1-1,1 1 0,-1 0 0,0-1 0,1 1 1,-1 0-1,0-1 0,1 1 0,-1 0 1,0 0-1,0 0 0,1 0 0,-1 0 0,0 0 1,0 0-1,1 0 0,-1 0 0,0 0 0,0 0 1,0 1-1,-6 1 130,-1 1-1,1 0 1,0 0 0,1 1-1,-8 5 1,-12 9 273,2 0 0,0 2 1,1 1-1,-32 38 0,15-10 83,-42 66-1,66-88-425,1-1 0,0 2 0,3 0 0,0 1 0,2 0 0,0 1 0,3 0 0,-6 37 0,10-41-63,2 0 0,0 1-1,2-1 1,0 0 0,2 0 0,1 0-1,2 0 1,0-1 0,1 1 0,12 25-1,0-11-90,1 0-1,2-2 0,54 72 0,102 95-725,-40-48 1,-122-137 633,0 0-1,-2 1 1,0 0 0,20 45-1,-30-58 107,-1 1-1,0 0 1,-1 0 0,0 0-1,0 0 1,-1 0-1,0 0 1,-1 0 0,0 0-1,0 0 1,-1 1-1,0-1 1,-1 0 0,0 0-1,0 0 1,-7 16-1,1-10 4,0-1 0,0 0 0,-1-1 0,-1 0 0,-1 0 0,0-1 0,0 0 0,-1-1 0,0-1 0,-1 0 0,-19 11 0,-14 6-58,-2-2-1,-54 21 1,-320 100-2047,135-82-2779,265-60 3807,-9 1-649,6-4-4461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10.910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509 361 11857,'-10'2'429,"1"0"0,-1-1 0,0 0 1,0-1-1,0 0 0,0-1 0,0 0 0,0 0 0,-9-3 0,11 2-53,1 1-1,-1 0 1,0 0-1,0 0 1,1 1-1,-1 1 1,0-1-1,1 1 1,-1 1-1,0-1 1,1 1-1,-12 5 1,8-2-18,0 0 1,1 1 0,0 1-1,0-1 1,0 2-1,1-1 1,-12 14 0,0 4 160,0 1 0,2 1 1,0 1-1,-26 57 0,32-58-415,1 1 1,2 1-1,0 0 0,2 0 1,2 1-1,1 0 0,1 1 1,1-1-1,2 0 0,1 1 0,1-1 1,2 1-1,1-1 0,1 0 1,1 0-1,2-1 0,1 0 1,2 0-1,1-1 0,0 0 1,2-1-1,2-1 0,0 0 0,2-1 1,0-1-1,40 39 0,-34-39-177,2-1-1,0-1 1,2-2-1,0-1 1,1-1-1,1-1 1,0-2 0,57 20-1,-59-26-27,1-1 1,0-2-1,-1-1 0,2-1 1,-1-2-1,0 0 0,1-2 1,-1-2-1,0 0 0,45-11 1,-47 6 31,-1-1 1,1-1 0,-2-2-1,1 0 1,43-28 0,-52 28 23,-1-1-1,-1 0 1,0 0 0,0-2-1,-2 0 1,1 0 0,-2-2-1,21-32 1,-31 45 35,-1 0-1,1 0 0,-1-1 1,0 1-1,0-1 1,-1 1-1,1-1 1,-1 1-1,1-1 1,-1 1-1,0-1 1,-1 1-1,1-1 0,-1 1 1,1-1-1,-1 1 1,0 0-1,0-1 1,0 1-1,-1 0 1,1-1-1,-1 1 1,0 0-1,0 0 0,0 1 1,-4-6-1,4 6-151,1 2-639,0 0 717,0 1 0,-1-1 0,1 1 0,0-1-1,0 1 1,0 0 0,0-1 0,0 1 0,0 0-1,0 0 1,0 0 0,0-1 0,0 1-1,0 0 1,0 0 0,1 0 0,-1 1 0,0-1-1,1 0 1,-1 0 0,1 0 0,-1 0 0,1 1-1,0-1 1,-1 0 0,1 0 0,0 1 0,0-1-1,0 0 1,0 0 0,0 1 0,0-1-1,0 0 1,1 2 0,2 1-152,-1 1 0,1-1 0,1 0 0,-1-1 0,1 1 0,4 3 0,-8-6 264,2 0 719,2-1-604,54-2-130,0-3 0,-1-2 0,84-21 0,-41 0-618,104-44 1,-167 57 428,54-30 0,121-87-360,-188 116 484,-1 0 0,-1-2 0,-1-1 0,-1 0 0,0-2 0,21-28 0,-26 30 45,31-42 51,-2-2 0,55-107 0,44-146 1089,-136 298-971,10-26 500,1 0-1,3 2 1,41-66 0,-62 107-648,0 1 1,0 0-1,1 0 0,-1 0 1,0 0-1,0 0 0,0 0 1,0 0-1,0-1 0,0 1 1,0 0-1,0 0 0,0 0 1,0 0-1,0 0 0,0 0 1,0 0-1,0 0 0,1 0 1,-1 0-1,0 0 0,0 0 1,0-1-1,0 1 0,0 0 1,0 0-1,0 0 0,0 0 1,1 0-1,-1 0 0,0 0 1,0 0-1,0 0 0,0 0 0,0 0 1,0 0-1,0 0 0,1 0 1,-1 0-1,0 0 0,0 0 1,0 0-1,0 1 0,0-1 1,0 0-1,0 0 0,0 0 1,0 0-1,1 0 0,-1 0 1,0 0-1,0 0 0,0 0 1,0 0-1,0 0 0,0 0 1,0 1-1,0-1 0,0 0 1,0 0-1,0 0 0,0 0 1,0 0-1,0 0 0,0 1 1,5 4 166,-2 0 0,1 1 1,-1 0-1,0 0 0,0 0 1,0 0-1,-1 0 0,0 0 1,0 1-1,-1-1 0,0 1 1,0 0-1,0 10 0,0 14 269,-7 52 1,2-40-103,1 275 964,4-293-1292,2-1 0,0 1 0,1-1-1,1 0 1,2 0 0,0-1 0,2 0 0,12 25 0,-16-39-64,0 0 0,0 0 1,1-1-1,0 0 0,0 0 0,1-1 0,0 1 0,1-1 1,0-1-1,0 0 0,0 0 0,0 0 0,1-1 0,0 0 1,0-1-1,1 0 0,-1 0 0,1-1 0,0 0 0,0-1 1,0 0-1,11 0 0,-11-2 6,1 0 0,0 0 0,0-1 0,-1-1 0,1 0 0,0 0-1,-1-1 1,12-5 0,2-3 72,46-26 0,-67 35 44,13 17 105,-14-12-174,1 1 1,-1 0-1,-1 0 0,1 0 0,-1 0 1,1 0-1,-1 1 0,0-1 0,-1 0 1,1 0-1,-1 1 0,1-1 1,-2 1-1,1-1 0,0 0 0,-1 1 1,-1 3-1,1 13 19,1-9-209,1 1 1,0-1-1,1 1 1,0-1-1,1 0 0,0 0 1,1 0-1,0 0 1,1-1-1,1 0 1,9 16-1,-5-13-342,1-1 0,-1 0 0,2-1 0,0 0 0,0-1 0,1 0 0,25 15 0,-5-7-571,2-2-1,0-1 1,0-2-1,2-2 1,-1-1-1,63 11 1,4-8-358,0-3 0,154-5 0,209-36-30,-7 1-301,-251 15 4732,-203 14-1614,-8-2-71,-25-8 315,9 4-757,0-1 0,1-1-1,-31-17 1,47 23-983,-1 0 0,1 0 0,0 0 0,0 0 0,0-1 0,0 1-1,0-1 1,0 1 0,1-1 0,-1 0 0,1 1 0,-1-1 0,0-5 0,-2-21-5552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11.70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503 1773 11941,'-287'46'1922,"72"-8"2513,273-38-2754,303-25-506,-36-5-744,111-9-62,123-10-56,122-7-86,114-7-78,95-4-16,76-8-18,4355-286 443,-4300 297-412,-53-1 18,-67 0 49,-83-6-101,-88-2-26,-88-3-5,-91-4-45,-88-2-109,-92-3-293,-83-4-631,-99 13-417,-159 61 653,-1-1-1,0-2 1,42-32-1,-62 43 28,0-1 1,-1-1-1,1 1 1,-2-1-1,1-1 1,-1 1-1,8-15 0,-11 13-852,1 0 0,-2 0-1,0 0 1,0-1 0,2-14-1,-5 26 1567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12.03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0 477 12541,'103'-36'1275,"167"-55"2317,-88 42-1715,306-42 1,827 8-56,11 94-1318,-1105-7-424,1163 26 249,-1340-29-321,278 0 38,-221-4-8,105-18 0,-203 21-38,-1-1 0,0 1 0,1 0 0,-1-1 0,0 1 0,1-1 0,-1 0 0,0 0 0,0 0 0,0 0 0,4-2 0,-6 2 0,0 0 0,0 1-1,0-1 1,0 0 0,-1 0-1,1 0 1,0 1 0,0-1-1,0 0 1,-1 0 0,1 1-1,0-1 1,-1 0 0,1 0-1,0 1 1,-1-1-1,1 0 1,-1 1 0,1-1-1,-1 1 1,0-1 0,1 1-1,-1-1 1,1 1 0,-1-1-1,0 1 1,0-1 0,1 1-1,-1 0 1,-1-1 0,-7-5-24,-1-1 1,0 2-1,-1-1 1,1 2 0,-1-1-1,-21-4 1,-77-12-427,79 16 256,-207-26-3246,76 18-3218,14 6-3470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13.96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886 2265 9301,'0'-20'355,"0"-21"1106,7-55 1,77-365 4951,29 6-4264,15-63-2085,-45-6 588,-83 523-651,2-21 77,0 0 0,-2 0 0,0 1 0,-4-25 0,-2 31 181,5 15-252,1 0 1,0 0-1,-1 0 0,1-1 1,-1 1-1,1 0 0,0 0 1,-1 0-1,1 0 0,0 0 1,-1 0-1,1 0 0,0 0 1,-1 1-1,1-1 0,0 0 1,-1 0-1,1 0 0,0 0 1,-1 0-1,1 1 0,0-1 1,-1 0-1,1 0 1,0 0-1,-1 1 0,1-1 1,-23 32 446,22-32-442,-15 28 341,1 1 1,1 0-1,2 1 1,-14 48-1,-22 138 911,43-193-1145,-74 513 2169,28 11-562,10-103-734,3-85-337,-84 974 149,102-912-817,40 492-1,-7-752 39,42 191 1,-42-293-183,3 0 1,2-2-1,2 0 1,3-1-1,3-1 1,48 78-1,-57-109-166,1 0-1,1-1 1,1-1-1,1-1 1,1-1 0,26 19-1,-36-30 84,0-1-1,0-1 1,0 0-1,1-1 1,0 0-1,0-1 1,0 0-1,1-1 1,0 0-1,0-1 1,0-1-1,0-1 1,0 0-1,24-1 1,-34 0 127,0 0 0,0-1 0,1 0 1,-1 0-1,0 0 0,-1 0 0,1-1 0,0 1 0,0-1 0,-1 0 0,1 0 0,0 0 1,-1-1-1,0 1 0,0-1 0,0 0 0,0 0 0,4-4 0,-6 4 31,0 0 0,1 0-1,-1 0 1,0 0 0,-1-1 0,1 1-1,0 0 1,-1 0 0,0 0 0,0-1-1,0 1 1,0 0 0,0 0-1,-1-1 1,1 1 0,-1 0 0,0 0-1,0 0 1,0 0 0,-1 0-1,1 0 1,-1 0 0,1 0 0,-4-3-1,-8-14-251,-2 0 1,0 1-1,-2 0 0,-36-31 0,-90-61-574,84 67 606,-363-309-1012,321 255 880,-170-215-1,216 237 286,4-2 0,3-3 0,-69-157 0,91 171 67,3-1-1,3-1 0,3-1 0,3-1 0,-8-119 0,20 122 42,4-1-1,3 1 0,2 0 1,4 0-1,3 1 1,2 1-1,3 0 1,3 1-1,3 2 0,3 0 1,3 2-1,2 1 1,2 1-1,45-53 1,-9 23-6,155-149-1,106-52 48,-137 125 157,-9 1-99,-178 157-68,0 1 0,0-1 0,1 2 0,0-1 0,1 2 0,-1-1 0,1 1 0,0 0 0,0 1 0,0 0-1,0 1 1,18-2 0,-21 3 9,0 1 0,0 0-1,-1 0 1,1 1 0,0 0-1,-1 0 1,1 0 0,-1 1-1,1 0 1,-1 0 0,0 1 0,0 0-1,0 0 1,0 0 0,0 1-1,-1 0 1,1 0 0,-1 0-1,0 1 1,7 7 0,-6-3 5,1 0 0,-1 1 0,-1 0 0,0 0 0,0 0 0,-1 0 0,5 21 1,-2 4 21,4 41-1,-9-54-37,0 0 0,2 1-1,1-1 1,1-1-1,11 30 1,-14-45-38,0 0 0,1-1 1,0 1-1,0-1 0,1 0 1,-1 0-1,1 0 0,0 0 1,0-1-1,1 0 1,-1 0-1,1-1 0,0 1 1,0-1-1,0 0 0,0-1 1,0 1-1,1-1 0,-1-1 1,1 1-1,0-1 0,11 0 1,6 0-136,0-1-1,0-1 1,-1-1 0,1-1 0,25-7 0,5-3-22,0-3 1,-1-3-1,-1-1 0,-1-3 1,65-39-1,-15-3 1099,132-110-1,-190 143 43,-42 32-898,0 0 0,0 0 0,0 0 0,0 0 0,1 0 0,-1 0 1,0 0-1,0 0 0,0 1 0,0-1 0,0 0 0,0 1 0,0-1 0,0 1 1,0-1-1,0 1 0,1 1 0,0-1 58,1 0-54,-1 0 0,1 1 0,-1-1-1,1 1 1,-1 0 0,0-1 0,0 1-1,0 0 1,0 0 0,0 1 0,0-1-1,0 0 1,1 3 0,18 40 313,-17-35-276,1 0 0,0 0-1,7 11 1,-4-11-104,0 0 1,1-1-1,0 0 0,0 0 0,1-1 1,0 0-1,1-1 0,-1-1 1,21 10-1,-15-9-102,2-1 1,-1 0-1,0-1 0,1-2 1,0 1-1,22 0 1,-5-3-88,0-2 0,0-1 0,0-2 0,-1-2 1,1 0-1,55-20 0,-64 17 125,-1-2-1,0 0 1,0-2 0,31-21 0,-12 2-166,49-46 0,-84 71 204,2 0 0,-1 1-1,0 1 1,1-1-1,0 2 1,1-1 0,-1 2-1,0-1 1,1 2-1,0 0 1,20-2 0,-18 2-11,17-3-208,223-40-1700,-211 35 1172,-1-3 0,0-1-1,70-35 1,-61 24-877,2-2 107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14.79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271 1594 15929,'-238'-54'7788,"206"45"-5635,64 1-228,405-41-2223,-250 34-515,1459-164-8802,-670 33 5068,-844 121 3980,-2-6-1,237-90 1,-341 111 496,0-2 1,-1-1-1,0-1 1,-1-1-1,28-22 1,-46 32 55,-1 0 0,1 0 0,-1-1 0,0 1 0,0-1 0,-1 0 0,0 0 0,0 0 0,0-1 0,0 0 0,-1 0 0,-1 0 0,1 0 1,-1 0-1,0 0 0,0 0 0,-1-1 0,0 1 0,-1-1 0,0 1 0,0-1 0,0 1 0,-1-1 0,-1-7 0,-3-1-9,0 2 0,0-1 0,-2 0 0,0 1 0,0 0 0,-1 1 0,-1 0 0,-16-19 0,-10-7 14,-51-44 0,-175-130 520,212 179-118,-2 2 0,0 3 1,-93-38-1,124 59-155,-1 1 1,0 0 0,0 2-1,-1 1 1,-23-2 0,39 5-124,1 1 1,-1 0 0,0 0 0,0 0 0,1 1 0,-1 0 0,0 0 0,1 0 0,-1 1-1,1 0 1,-1 0 0,1 0 0,0 1 0,0 0 0,0 0 0,0 0 0,0 0 0,1 1-1,-1 0 1,1 0 0,0 0 0,0 0 0,-5 8 0,5-3 63,0 1 0,0-1 0,1 1 0,0 0 0,1 0 0,0 0 0,0 0 0,1 0 0,0 1 0,1-1 0,0 0 0,1 0 0,0 1 0,1-1 0,0 0 0,6 17 0,5 13 328,1-1-1,36 67 0,170 254 1234,-64-116-1124,-99-147-355,-5 2-1,78 207 1,-116-263-222,-2 1 0,-1 0 0,-2 1 0,-3 0 0,-1 1 0,-3-1 0,-1 1 0,-2-1 0,-2 1 0,-12 53 0,4-54-79,-2 0 0,-2-1 0,-2-1 0,-34 63 0,18-49-205,-3-3 1,-70 86-1,16-43-1451,-4-5 0,-174 134-1,97-100-4060,0-17-3608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15.72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44 15 9749,'-43'-15'6132,"49"30"-6512,28 7-484,9-13-316,14 3-944,10 0-1220,10 3-1661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3.910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1094 463 10217,'0'0'3100,"0"2"-1645,-2 13 89,2-12-1321,-1 0-1,1 1 1,-1-1 0,0 0-1,1 0 1,-2 0 0,1 0-1,0 0 1,0 0-1,-1 0 1,-2 3 0,-273 429 6996,-98 245-4145,143-171-1243,180-369-1032,-59 252 0,101-344-788,1 1-1,3 0 0,2 0 0,2 0 1,5 51-1,-1-79-11,1-1 0,1 1-1,1-1 1,1-1 0,1 1 0,11 22 0,-12-29 1,2-1 0,-1 0 1,1 0-1,1-1 0,0 0 1,1 0-1,0-1 0,1 0 1,22 15-1,-21-17 0,1-2 0,-1 0 0,1 0 0,0-1 0,1-1 0,-1 0 0,1-1 0,-1-1 0,1 0 0,0 0 0,0-2 0,0 1 0,21-4 0,-3-1 0,-1-1 0,1-2 0,-2-1 0,58-23 0,-35 7-184,-1-3 0,-1-1-1,-2-3 1,77-62 0,158-177-1479,-187 166 987,-5-4-1,-5-4 0,-5-4 0,74-140 1,-114 173 295,-3-1 0,46-150 0,-66 165 213,-4-1 0,-2-1 0,-3 0-1,0-74 1,-10 92 107,-3-1 0,-2 1 1,-2-1-1,-3 2 0,-2-1 0,-3 1 0,-1 1 0,-3 1 0,-2 1 0,-2 0 0,-2 2 0,-2 1 0,-37-48 0,26 45 47,-3 1 0,-1 2-1,-2 3 1,-2 1-1,-2 2 1,-2 2 0,-1 2-1,-2 3 1,-1 2-1,-116-47 1,131 64 25,-1 1-1,0 3 1,-1 1 0,0 2 0,-1 2 0,1 2 0,-1 1-1,0 2 1,1 2 0,-65 12 0,77-9-200,0 2 0,1 1 0,0 2 0,0 0 0,1 2 1,1 1-1,0 1 0,0 1 0,2 1 0,0 1 0,1 2 0,1 0 1,0 1-1,2 1 0,-30 39 0,41-46-529,-1 0 1,2 0-1,0 1 0,1 0 1,0 0-1,1 1 0,1 0 0,1 0 1,0 0-1,1 1 0,-2 20 1,6-8-3936,6 52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4.32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456 0 13157,'4'7'644,"-1"0"0,0 0 1,-1 0-1,0 0 0,0 1 0,0-1 0,-1 1 0,0-1 0,-1 11 0,-1 8 453,-5 38 0,3-46-429,-20 229 2884,-7 55-1527,-110 337 159,34-194-1325,3 121-101,44 4-147,58-539-587,-2 16 52,6 89 0,-2-125-67,0 0 0,1 0 0,0 0 0,1 0 0,0-1 0,1 1 0,0-1 0,0 0 0,1 0 0,1-1 0,0 1-1,0-1 1,12 14 0,-12-19-19,0 1 0,-1-1-1,1 0 1,1-1 0,-1 1 0,0-1-1,1 0 1,0-1 0,-1 0-1,1 0 1,0 0 0,0-1 0,1 0-1,-1 0 1,0-1 0,0 0-1,0 0 1,0 0 0,12-3 0,11-4-113,0 0 0,-1-2 0,36-16 0,-48 19 76,106-43-243,273-95-268,-343 129 505,1 2 1,0 2 0,0 3-1,1 3 1,86 1-1,-118 5 37,0 1 0,0 1-1,0 2 1,-1 0-1,1 1 1,27 12-1,-41-14 14,0 0-1,0 0 0,-1 1 1,1 1-1,-1 0 0,-1 0 1,1 0-1,-1 1 0,0 0 1,0 0-1,-1 1 0,0-1 1,0 2-1,-1-1 0,0 1 0,-1-1 1,5 12-1,-6-8 7,0 0 0,-1 1 0,0-1-1,0 1 1,-2-1 0,0 1 0,0-1-1,-1 1 1,0-1 0,-1 1 0,-1-1 0,0 0-1,-1 0 1,-9 23 0,-3-2 31,-1-2-1,-1 0 1,-2 0 0,-24 28-1,-16 9 43,-4-1 0,-2-4 0,-86 64 0,-24 9 46,-113 77 40,70-60-265,159-112-326,35-23-461,21-15-449,12-8-464,63-39-4937,75-62 1,-29 14-3694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4.66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858 1171 9509,'259'-228'4918,"-2"1"-1519,-211 180-2757,-3-1 0,-1-2 0,-3-2 0,61-108 0,-75 114-182,-14 28-165,0-1 1,-1 0-1,-2 0 0,0-1 1,-1 0-1,0-1 0,-2 1 0,3-26 1,-7 27 195,-1 1 0,-3-28 1,3 45-452,0 0 0,0 0 0,0-1 0,0 1 0,-1 0 0,1 0 1,0-1-1,-1 1 0,1 0 0,0 0 0,-1 0 0,1 0 0,-1 0 0,0-1 1,1 1-1,-1 0 0,0 0 0,0 0 0,0 1 0,1-1 0,-1 0 0,0 0 1,0 0-1,-2 0 0,1 1-1,1 0 0,-1 0-1,0 0 1,1 0 0,-1 0 0,0 0 0,1 1 0,-1-1 0,0 1 0,1 0-1,-1-1 1,-2 2 0,-1 1 89,-3 0-35,1 1 0,0 1 0,0-1 0,0 1 0,0 0 0,1 1 0,0 0 0,0 0 0,1 0 0,0 0 0,0 1 0,-5 8 1,-7 15 345,-22 56 0,38-83-418,-59 161 1088,-50 225 1,85-292-872,-89 352 509,-59 223-557,98-379-190,-83 284 0,138-512 0,-144 387 0,129-375-97,-3-2-1,-4-1 1,-3-3 0,-2-1-1,-4-3 1,-100 104 0,144-165-59,-12 13-753,-43 32 0,56-47 568,0 0 0,0-1 0,0 1 0,-1-1 0,1 0 0,-1-1 1,0 0-1,0 0 0,1 0 0,-1-1 0,0 0 0,-11 0 0,15-1-6,1 0-1,-1-1 1,1 1 0,-1-1-1,0 0 1,1 1-1,-1-1 1,1 0 0,0 0-1,-1-1 1,1 1-1,0 0 1,0-1-1,0 0 1,0 1 0,0-1-1,0 0 1,0 0-1,0 0 1,1 0-1,-1 0 1,1 0 0,-1-1-1,1 1 1,0 0-1,0-1 1,0 1-1,0-1 1,1 1 0,-1-1-1,0-3 1,-3-56-11232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4.82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54 42 12677,'-44'-15'4669,"38"0"-3665,2 3-240,18 24-2680,19 21-3169,-13 0-4044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5.15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610 0 11705,'43'22'1059,"-19"-10"779,0-1 1,32 10-1,-50-19-2655,4 2 5190,-11-3-4228,1-1-1,0 1 0,0-1 1,0 1-1,0 0 0,0-1 1,-1 1-1,1-1 0,0 1 0,-1-1 1,1 1-1,0-1 0,-1 0 1,1 1-1,0-1 0,-1 1 1,1-1-1,-1 0 0,1 1 1,-1-1-1,1 0 0,-1 1 0,1-1 1,-1 1-1,-19 10 170,0 0 0,0 0 1,0-2-1,-27 8 0,-21 9 28,25-5-223,1 1 0,1 2-1,1 2 1,2 2 0,0 1 0,2 2 0,1 1 0,2 2-1,-55 71 1,70-78-86,1 0 1,1 2-1,1 0 0,1 0 0,2 1 1,-13 50-1,19-55-10,1 0 0,2 1 0,1 0 0,0-1 1,2 1-1,1 0 0,1 0 0,11 49 0,-6-48-18,1 0 0,1-1-1,1 0 1,1 0 0,1-1-1,2-1 1,0 0 0,2-1-1,21 25 1,-21-31-101,0 0 0,1-2 1,1 0-1,0-1 0,1-1 0,0-1 0,1 0 0,0-1 0,1-2 1,0 0-1,36 10 0,-32-14-159,-1 0 1,0-2-1,1 0 0,0-2 1,0-1-1,-1 0 1,1-2-1,0-1 0,-1-1 1,0-2-1,0 0 1,0-1-1,29-13 0,-17 4-1077,-2-1 0,64-43 0,-57 29-2651,65-61-1,-22 9-5386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5.37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568 1 12393,'-46'5'1488,"27"-4"-679,1 1-1,0 0 1,0 2 0,0 0 0,-25 10 0,22-6-272,0 2 1,1 0 0,0 1 0,0 1-1,1 1 1,1 0 0,0 2 0,1 0-1,0 1 1,2 0 0,0 1 0,0 1-1,2 1 1,-13 21 0,7 0-225,1 2 1,2-1 0,2 2 0,1 0-1,3 0 1,1 1 0,3 1-1,1-1 1,2 77 0,6-65-500,2-1 0,2 0-1,3 0 1,2-1 0,2 0 0,3-1 0,35 75 0,-25-72-925,3 0 0,61 85 0,-68-111-46,2-2 1,0 0 0,2-1-1,0-1 1,55 37-1,-72-56 274,0-1-1,1 0 1,-1 0-1,1-2 1,0 1-1,0-1 1,1-1-1,17 4 1,31-6-6358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5.54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0 9997,'47'16'1780,"10"5"-140,3-12-244,4-3-216,6-3-187,4 0-161,23-3-220,7 0-280,13 0-692,1-12-1096,2 3-945,1-3-1783,-1-9-3193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6.85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439 123 6173,'4'-8'611,"1"-1"0,-1 2 0,2-1 0,-1 0 0,1 1 0,0 0 0,0 1 0,1-1 0,0 1 1,0 0-1,1 1 0,0 0 0,0 0 0,0 1 0,13-6 0,-12 7-377,0 0-1,0 0 0,0 1 1,0 1-1,0 0 1,0 0-1,0 0 1,1 1-1,-1 0 1,0 1-1,0 0 0,0 1 1,0 0-1,0 0 1,14 6-1,1 2-62,-1 2-1,0 0 1,-1 1 0,0 2-1,-1 0 1,0 1 0,-1 1-1,-1 1 1,-1 1-1,-1 1 1,-1 0 0,27 42-1,-39-55-167,0 0-1,-1 0 0,0 0 0,0 1 1,0-1-1,-1 1 0,0 0 1,-1-1-1,0 1 0,0 0 1,0 0-1,-1 0 0,0 0 0,-1 0 1,0 0-1,0 0 0,0-1 1,-1 1-1,-1 0 0,1-1 0,-1 1 1,0-1-1,-1 0 0,0 0 1,0 0-1,0-1 0,-1 1 0,0-1 1,0 0-1,-1 0 0,1-1 1,-1 0-1,-1 0 0,1 0 0,-1-1 1,-9 5-1,-17 8-308,-1-2 0,0-1-1,-1-2 1,0-2 0,-40 7-1,-190 20-2904,218-32 2441,-212 17-6138,146-15 631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7.21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605 112 8873,'3'-12'866,"8"-36"4112,-11 45-4596,1 0 0,-1 0-1,0 0 1,0 0 0,0 0-1,-1 0 1,1 0 0,-1 0-1,1 1 1,-1-1 0,0 0-1,-2-5 1,2 7-219,0 0-1,1 1 1,-1-1 0,1 1-1,-1-1 1,0 1 0,1-1-1,-1 1 1,0-1 0,0 1-1,1-1 1,-1 1-1,0 0 1,0 0 0,0-1-1,1 1 1,-1 0 0,0 0-1,0 0 1,0 0 0,0 0-1,1 0 1,-1 0-1,0 0 1,0 0 0,0 0-1,0 1 1,1-1 0,-1 0-1,0 1 1,0-1 0,1 0-1,-1 1 1,0-1-1,1 1 1,-1-1 0,0 1-1,1-1 1,-2 2 0,-31 27 506,29-24-221,-45 51 1659,-80 120 1,109-146-1779,-44 64 3,5 2 0,-49 110-1,86-158-341,3 1-1,2 1 0,2 1 1,2 1-1,2 0 1,-6 89-1,16-107-192,1 0-1,1 0 1,2-1-1,1 1 1,2-1-1,1 1 1,1-2 0,2 1-1,2-2 1,1 1-1,1-1 1,1-1-1,2-1 1,1 0-1,26 31 1,-13-25-1152,1-1 0,2-2-1,1-1 1,45 29 0,-36-31-2656,80 39 0,46 4-7719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7.83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1522 13405,'3'-2'267,"1"-1"0,0 1 0,0-1 0,0 1 0,0 0 0,0 0 0,0 1 0,8-3-1,61-13 2377,98-11 1,107 1-351,-238 23-2025,220-15 855,70 2-193,76 0-224,78 1-200,74-2-50,65-4-81,62-8-67,3159-189 410,-3120 171-650,-50-5-26,-65-10-86,-71-8-245,-81-16-363,-85-15-230,-281 70 336,100-49 0,-145 58-82,82-56 1,-111 66 315,0-1 1,0-1-1,-1 0 1,-1-1-1,-1 0 1,20-29-1,-29 37 34,0 0-1,-1-1 1,0 1-1,0-1 1,0 0-1,-2 0 1,1 0-1,-1-1 1,2-16-1,-4 19-214,0 0 0,0-1-1,-1 1 1,0 0 0,-1 0 0,1-1 0,-1 1-1,-1 0 1,1 0 0,-1 1 0,0-1-1,-7-10 1,-4-1-2085,0 0 1,-1 1-1,-20-17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8.73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309 13 14981,'-45'-12'2831,"47"13"-2441,0 1 1,0-1 0,0 1 0,-1 0 0,1-1 0,0 1 0,-1 0-1,1 0 1,-1 0 0,0 0 0,0 1 0,1-1 0,-2 0 0,1 0-1,0 1 1,0-1 0,-1 0 0,1 1 0,-1 2 0,8 54 1406,-8-9-439,-2 0 1,-17 96 0,-38 96-2178,41-180-235,-9 17-2286,-3-1 0,-43 82 0,39-89-1864,-14 29-6217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8.90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18 13609,'20'-18'3993,"1"21"-2753,-5 3-312,4 3-244,7 9-336,-7 3-604,7 10-816,13 2-956,4 6-3145,-1 9-4116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9.09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348 0 18186,'-8'41'792,"-43"175"4652,6-32 830,10 0-4207,-24 109-2063,23-116-432,-8 31-5460,33-170-180,-25 58 0,13-50-5263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49.23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61 510 14949,'-60'-48'2725,"70"27"-565,17-16-452,13 10-344,3 0-372,24-3-152,31-6-264,29-3-808,24-4-444,19-2-952,21-6-940,14-3-3429,9 2-5232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50.10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195 1315 11301,'-22'5'540,"-96"20"4603,80-27-1276,26 1-2802,8 1 502,4-3-256,1-1-1125,1-1 0,-1 1 0,0 0 0,1 0 0,0 0 0,0 0 0,1 0 0,-1 0 0,1 0 0,5-6-1,38-30 565,-15 15-335,41-43 34,-2-2 1,-4-3 0,101-144-1,231-454-89,-371 622-361,-23 41-3,1-1 0,0 0-1,1 0 0,0 1 0,8-10 0,-13 17 4,-1 0 0,1 0 0,0 0 0,0 0 0,0 0 0,0 0 0,0 0 0,0 0 0,0 1 0,0-1 0,1 0 0,-1 1 0,0-1 0,0 1 0,1-1 0,-1 1 0,0 0 0,1 0 0,-1-1 0,0 1 0,1 0 0,-1 0 0,0 0 0,1 0 1,-1 1-1,0-1 0,0 0 0,1 0 0,-1 1 0,0-1 0,1 1 0,-1-1 0,0 1 0,0 0 0,0-1 0,0 1 0,0 0 0,0 0 0,0 0 0,2 1 0,1 4 2,0 1 0,0-1 0,-1 1 0,0-1 1,0 1-1,0 0 0,-1 0 0,0 1 0,1 10 0,2 2 4,23 107 12,-6 2 1,-5 0-1,-6 2 1,-6-1 0,-20 233-1,5-285-33,-4 0 0,-3-1-1,-3 0 1,-4-2 0,-3 0 0,-3-2-1,-72 125 1,49-98-244,52-100 239,1 1-1,-1-1 1,1 1-1,-1 0 1,1 0-1,-1-1 1,1 1-1,0 0 1,0 0-1,-1-1 1,1 1 0,0 0-1,0 0 1,0 0-1,0-1 1,0 1-1,0 0 1,0 0-1,0 0 1,0-1-1,0 1 1,0 0-1,0 0 1,1 0 0,-1-1-1,0 1 1,1 0-1,-1 0 1,0-1-1,1 1 1,-1 0-1,1-1 1,-1 1-1,1 0 1,0-1-1,-1 1 1,1-1 0,-1 1-1,1-1 1,0 1-1,0-1 1,-1 0-1,1 1 1,1-1-1,1 1-63,0 0 0,0-1 1,1 0-1,-1 0 0,0 0 0,0 0 0,1 0 0,-1-1 0,0 1 0,4-2 0,5-2-142,1-1 1,-1 0-1,1 0 1,-1-2-1,19-12 1,56-50-770,-59 45 618,506-441-4401,-169 141 2807,-239 212 1559,147-117 887,-272 228-486,17-9 636,-18 10-590,1 1 1,-1-1 0,1 0-1,-1 1 1,0-1 0,1 1-1,-1-1 1,1 1 0,-1-1-1,0 1 1,0 0 0,1-1-1,-1 1 1,0-1 0,0 1-1,0-1 1,1 1 0,-1 0-1,0-1 1,0 1 0,0 0-1,0-1 1,0 1 0,0-1-1,0 1 1,-1 1 0,1 15 180,-1 0 0,-1 0 1,0 0-1,-2-1 1,-8 28-1,7-29-129,1 0-1,0 0 1,1 1 0,1 0 0,0-1-1,1 1 1,2 30 0,1-35-69,0 0 1,0 0 0,1 0-1,0-1 1,1 1-1,1-1 1,-1 0 0,2 0-1,-1 0 1,1-1-1,1 0 1,0 0 0,0-1-1,1 1 1,-1-2-1,2 1 1,-1-1 0,1 0-1,0-1 1,1 0-1,18 8 1,15 4-151,1-2 0,0-3 0,1-1-1,68 9 1,-68-14 57,0 1-1,0 3 0,-1 1 1,76 34-1,-99-35 68,115 51-38,-119-56-109,-1-1 0,1-1-1,0 0 1,0-2 0,0 0-1,29 0 1,-8-5-372,0-1 0,0-2 0,-1-2 0,41-13 0,142-60-687,-194 70 1156,203-93 913,-34 14 715,-164 79-2633,0 1-1,1 2 1,0 1-1,39-2 0,50-12-1951,-65 8 1912,7-2 1020,0-2-1,79-33 0,-92 21-797,-50 29 847,0 0 0,0 0 0,0 0-1,0-1 1,0 1 0,0 0-1,0 0 1,0 0 0,0 0-1,0 0 1,0 0 0,0 0 0,-1 0-1,1 0 1,0 0 0,0 0-1,0 0 1,0 0 0,0-1 0,0 1-1,0 0 1,0 0 0,0 0-1,0 0 1,0 0 0,0 0-1,0 0 1,0 0 0,0 0 0,0 0-1,0 0 1,0-1 0,0 1-1,0 0 1,0 0 0,0 0 0,1 0-1,-1 0 1,0 0 0,0 0-1,0 0 1,0 0 0,0 0-1,0 0 1,0 0 0,0 0 0,0-1-1,0 1 1,0 0 0,0 0-1,0 0 1,0 0 0,0 0-1,1 0 1,-1 0 0,0 0 0,0 0-1,0 0 1,0 0 0,0 0-1,0 0 1,0 0 0,0 0 0,-11-10-2868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56.52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680 112 7597,'12'-9'1247,"-6"6"-491,-1-1 1,0 0 0,0 0-1,0 0 1,-1-1-1,1 0 1,4-6 0,-8 9 785,-1-2-189,0 2-1213,0-1-1,0 1 0,0 0 0,0-1 0,-1 1 1,1 0-1,-1-1 0,0 1 0,0 0 0,1 0 1,-1-1-1,-1 1 0,1 0 0,0 0 0,0 0 1,-1 0-1,1 1 0,-3-3 0,2 2-41,-1 1-1,0-1 1,1 1 0,-1-1-1,0 1 1,0 0-1,0 0 1,1 1-1,-1-1 1,0 0 0,0 1-1,0 0 1,0 0-1,0 0 1,0 0-1,-6 1 1,-8 2 205,0 1 0,1 0 0,-1 2 1,1 0-1,0 0 0,0 2 0,-14 9 0,-105 71 1441,128-83-1683,-45 33 539,2 2 0,-51 52 0,79-68-427,0 0 0,2 1-1,0 2 1,2 0 0,1 0 0,-14 34-1,26-51-131,1 2 0,0-1-1,0 0 1,2 1 0,-1 0 0,1-1-1,1 1 1,0 0 0,1 0-1,0 0 1,1 0 0,0 0 0,1 0-1,1-1 1,-1 1 0,2-1-1,8 21 1,-3-14-32,1 0 1,1-1-1,1 0 0,0 0 0,2-1 1,-1-1-1,2 0 0,0-1 0,27 19 1,-2-5-565,1-3-1,2-1 1,0-2 0,2-1 0,77 23 0,-36-20-1718,1-3 0,107 10 0,39-14-6416,-122-14 351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56.71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1 9861,'3'3'969,"1"1"0,-1-1 0,-1 1 0,1 0 0,-1 0 0,1 0 0,2 7 0,1 5 447,0 1-1,3 18 1,-5-15-744,20 84 2225,11 112-1,-5 104-2992,-8-67-7161,-14-193 496,4-5-4466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57.36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452 68 10513,'6'-7'5662,"-27"8"-3646,-36 15-88,6 5-1255,0 3 0,-47 31 0,76-41-566,2 1 0,0 0 0,0 2 0,2 0 0,0 1 0,-30 39 0,46-54-101,1-1-1,-1 1 1,1-1 0,0 1-1,-1-1 1,1 1-1,0 0 1,1 0-1,-1-1 1,0 1-1,1 0 1,0 0-1,-1 0 1,1 0-1,0 0 1,1 0-1,-1 3 1,1-5-2,0 1-1,-1-1 1,1 1 0,0-1 0,0 0 0,0 1 0,-1-1 0,1 0 0,1 0-1,-1 0 1,0 0 0,0 0 0,0 0 0,1 0 0,-1 0 0,0 0 0,1 0-1,-1-1 1,1 1 0,-1-1 0,1 1 0,-1-1 0,1 1 0,-1-1-1,1 0 1,-1 0 0,1 0 0,0 0 0,-1 0 0,1 0 0,-1 0 0,1 0-1,-1-1 1,3 0 0,10-2-11,1 0 0,0-1 0,-1-1 1,0 0-1,14-8 0,70-42 6,-55 30-10,-34 20 11,25-15-14,1 2 1,61-23-1,-86 37 10,1 1 0,-1 0 0,1 1 0,0 0 0,0 1 0,0 0 0,0 0 0,-1 2 0,1-1 0,0 1 0,0 1 0,0 0 0,-1 0-1,18 7 1,-8 0-3,-1 2-1,26 17 1,-27-15-96,0-2 1,28 13-1,-38-21 72,1-1-1,-1 0 0,1-1 0,-1 0 0,1 0 0,-1-1 1,1 0-1,0 0 0,-1-1 0,11-2 0,11-3-73,43-14 0,-57 14 92,0-1 0,-1 0 0,0 0 0,0-2 1,-1 0-1,14-11 0,69-70-73,-72 65 90,1 0 0,53-38 0,-77 61-2,0 1 0,0-1 0,1 0 0,-1 1 1,1-1-1,0 1 0,-1 0 0,1 0 1,0 0-1,0 0 0,0 1 0,0-1 0,-1 1 1,1-1-1,0 1 0,0 0 0,0 0 0,0 1 1,0-1-1,0 1 0,0-1 0,0 1 0,-1 0 1,1 0-1,0 0 0,0 0 0,-1 0 0,1 1 1,-1-1-1,1 1 0,-1 0 0,0 0 0,0 0 1,4 4-1,0 1 8,-1 1 1,-1-1-1,1 1 0,-1 0 1,-1 1-1,1-1 1,-2 1-1,1-1 0,-1 1 1,1 10-1,-1-3 27,8 37-56,-9-52 20,-1 0-1,0 0 0,1 1 0,-1-1 1,1 0-1,-1 0 0,1 0 1,0 0-1,-1 0 0,1 1 1,0-1-1,0 0 0,-1-1 0,1 1 1,0 0-1,0 0 0,0 0 1,0 0-1,1-1 0,-1 1 0,0-1 1,0 1-1,0-1 0,0 1 1,1-1-1,-1 1 0,0-1 1,0 0-1,1 0 0,-1 0 0,0 0 1,2 0-1,17-4 12,1 0 0,-1-2 1,0 0-1,37-18 0,68-48 102,-82 45 122,68-30 0,-107 55-202,-1 0 1,1 1-1,0 0 0,0 0 1,0 0-1,0 0 1,0 0-1,0 1 1,0 0-1,0 0 0,0 0 1,0 0-1,1 1 1,4 1-1,-6-1 1,0 0 1,-1 0-1,0 1 0,1-1 0,-1 1 1,0 0-1,0 0 0,0 0 0,0 0 1,0 0-1,0 0 0,0 0 1,-1 1-1,1-1 0,-1 1 0,0-1 1,1 1-1,-1-1 0,0 1 0,-1 0 1,2 5-1,0 4 29,-1-1 1,0 1 0,0 0-1,-2 0 1,1 0 0,-1-1-1,-1 1 1,0 0-1,-1-1 1,-5 14 0,-5 11 98,-34 66 1,42-92-294,0-1 0,-1 1 0,-1-1 0,0-1 0,0 1 0,-1-1 1,1 0-1,-2-1 0,1 0 0,-1 0 0,0-1 0,-12 6 0,8-5-730,-1-1 0,1-1 0,-19 5 0,10-4-2677,-37 3 1,-13-2-6387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58.65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228 0 5505,'-3'2'1320,"2"-1"-1214,-6 3 253,1 0-1,0 0 1,0 1 0,0-1-1,1 1 1,0 1 0,0-1-1,0 1 1,0 0-1,1 0 1,0 0 0,0 1-1,1-1 1,-1 1 0,-3 14-1,-43 368 3908,23-133-3989,8-101-1476,-11 67-5371,14-134 111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58.90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700 0 5865,'-53'3'1488,"36"6"-140,-20 0-124,-10 7-220,14 2-220,-4 3-120,-14 6-120,5 6-132,-5 6-84,-2 9-84,3 1-276,-1-4-428,4 9-456,-3-6-416,3 1-1968,17-7-1581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09:59.05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0 10981,'141'30'1672,"-87"-24"-232,2 3-296,-5-3-236,9 6-183,7 3-209,3 0-560,7 7-792,7-1-617,-4 3-807,-6 3-1460,-7 6-2369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0.65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449 339 8385,'5'-24'1997,"-1"1"-1,-2-1 1,1-29 0,-1 13 530,-1 32-1988,0 1 1,-1-1-1,1 0 1,-1 0 0,-1 1-1,0-1 1,0 0-1,0 1 1,-1-1-1,0 1 1,-5-13 0,-9-8 1402,15 25-1229,0 0-135,-5-33 760,-13 45-970,15-7-329,0 0 0,1 0-1,-1 1 1,1-1 0,-1 1-1,1 0 1,0 0-1,0 1 1,0-1 0,-4 7-1,-21 42 200,23-41-195,0-1 0,-1 0 0,-9 13 0,14-21 195,-2-1-150,-1 2-61,3-2-16,0 0 1,0 0-1,0 0 0,-1 0 0,1-1 1,0 1-1,0 0 0,-1-1 1,1 1-1,-1-1 0,1 1 0,0-1 1,-1 0-1,1 0 0,-1 1 0,1-1 1,-1 0-1,1 0 0,-1 0 0,1-1 1,0 1-1,-3-1 0,-38-14 303,40 15-170,-10-7 53,12 7-184,-1 0 1,0-1-1,0 1 0,0 0 1,0 0-1,0-1 1,0 1-1,1 0 0,-1-1 1,0 1-1,0-1 0,0 1 1,1-1-1,-1 1 0,0-1 1,1 0-1,-1 1 0,0-1 1,1 0-1,-1 0 1,1 1-1,-1-1 0,1 0 1,0 0-1,-1-1 0,1-34-8,0 26-5,1 1 0,0-1 0,3-15 0,0 16 0,0 9 0,2 10 0,-6-9 0,9 20 0,-2 0 0,0 1 0,5 37 0,5 75 0,-8 28 0,-21 293 0,-120 540 0,99-821 0,-51 315 0,70-322-384,14-60-4268,5-83-151,3-13-2140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1.12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67 1233 12381,'-20'-7'1091,"-6"-2"396,5 3 4961,41-13-3125,-11 14-3038,-1-1 0,1 1-1,0 1 1,0 0 0,0 0-1,16-4 1,68-12 707,-34 8-550,-41 7-325,701-186-2021,-663 172 1445,0-3 0,-2-2-1,95-57 1,-117 60 278,0-2 1,-2-1 0,0-1-1,-2-2 1,-1-1 0,45-58-1,-41 39-24,-1-1-1,42-96 1,-58 112 246,-2-1 0,-2 0 0,-1-1-1,-2 1 1,6-62 0,-12 92 46,-1 0 0,1 1 0,-1-1 0,0 0 0,0 0 0,-1 1 0,1-1 0,0 0 0,-1 0 0,0 1 0,0-1 0,0 1-1,0-1 1,-2-4 0,2 7-44,0-1-1,1 1 0,-1-1 1,0 1-1,1 0 0,-1-1 1,0 1-1,0 0 0,0 0 1,1 0-1,-1 0 0,0 0 0,0-1 1,0 1-1,1 1 0,-1-1 1,0 0-1,0 0 0,0 0 1,1 0-1,-1 0 0,0 1 1,0-1-1,1 0 0,-1 1 1,0-1-1,1 1 0,-1-1 1,0 1-1,0 0 0,-8 6 307,0 1 0,0 0 0,1 1 0,-13 18 1,4-2 375,1 1 1,1 0 0,-19 47 0,-23 89 1204,36-98-1444,-132 415-288,35-103-209,-23 88-338,69-150-7850,59-231 303,11-10-5443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1.49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49 34 14761,'8'-28'2717,"-6"23"-255,-4 5-2198,0 0 0,1 0 0,-1 1 0,0-1 0,1 0 0,-1 1 0,0-1 0,1 1 0,-1 0 0,1 0 0,-1-1 0,1 1 0,-1 0 0,1 0 0,0 0 0,-1 1 0,1-1 0,0 0 0,0 0 0,0 1 0,0-1 0,0 0 0,0 1 0,0-1 0,1 1 0,-1 0 0,0-1 0,1 1 0,-1 2 0,-2 6 210,1 1 0,1-1 0,-1 21 0,1-12 482,-10 259 1278,13-214-2293,2 0-1,18 85 0,-21-140 60,1-1 0,1 1 0,0-1 0,0 1 0,0-1 0,1 0 0,0-1 0,1 1 0,5 7 0,-6-11 0,-1 0 0,1 0 0,0-1 0,0 0 0,0 0 0,1 0 0,-1 0 0,1-1 0,-1 1 0,1-1 0,0 0 0,0-1 0,0 1 0,0-1 0,0 0 0,0 0 0,6 0 0,-1-1 0,0-1 0,1 0 0,-1-1 0,0 0 0,0 0 0,0-1 0,0 0 0,-1-1 0,1 0 0,-1 0 0,0-1 0,8-6 0,18-12 0,47-43 0,-81 65 0,255-240-361,-125 111 299,-127 127 74,0-1 0,0 1 0,0-1 0,1 1 0,9-5 0,-13 8-2,0-1 0,0 1 0,0 0 0,0-1 1,0 1-1,0 0 0,1-1 0,-1 1 0,0 0 0,0 0 0,0 0 0,0 0 0,1 0 0,-1 0 0,0 1 1,0-1-1,0 0 0,0 1 0,0-1 0,1 0 0,-1 1 0,0 0 0,0-1 0,0 1 0,0-1 0,0 1 0,-1 0 1,1 0-1,0 0 0,0-1 0,0 1 0,0 2 0,2 4-8,0 0 0,0 0 0,-1 1 0,0-1 0,-1 1 1,0-1-1,1 11 0,-2-12-1,4 117 1,-5-97-19,1 0 0,2 1-1,0-1 1,1 0 0,13 46 0,-13-66-200,-1 1-1,1-2 0,0 1 0,0 0 0,1 0 1,-1-1-1,1 0 0,1 0 0,8 9 0,-10-11-140,1 0 0,-1-1 0,1 1 0,0-1-1,0 0 1,0 0 0,0 0 0,0-1-1,0 1 1,0-1 0,0 0 0,1 0 0,-1-1-1,0 1 1,8-1 0,69-4-10069,-29-3-919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2.45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211 169 12141,'-57'29'5483,"54"-28"-3916,-2-2-1101,-1 1 1,1 0-1,-1 0 0,1 0 0,-1 1 1,1 0-1,0 0 0,-7 2 0,3-1-101,0 0-23,0 1 1,0 1-1,0 0 0,-9 5 1,15-8 132,0-2-58,-5-1-504,-9-5 1280,17 7-1156,0-1 1,0 0 0,-1 1-1,1-1 1,0 1 0,0-1-1,0 0 1,0 1 0,0-1-1,0 0 1,0 1-1,0-1 1,0 1 0,0-1-1,0 0 1,1 1 0,-1-1-1,0 1 1,0-1 0,0 0-1,1 1 1,-1-1-1,0 1 1,1-1 0,-1 1-1,1-1 1,-1 1 0,1-1-1,1-1 11,0 0-1,0 0 0,0 0 1,1 0-1,-1 1 0,0-1 0,1 1 1,-1-1-1,1 1 0,-1 0 1,1 0-1,-1 0 0,1 0 1,0 1-1,0-1 0,-1 1 1,1 0-1,0 0 0,0 0 1,0 0-1,-1 0 0,1 0 1,0 1-1,0-1 0,4 3 1,-1-2 11,0 1 0,-1 0 1,1 0-1,-1 1 1,0-1-1,0 1 1,0 1-1,0-1 0,0 1 1,-1-1-1,1 1 1,5 8-1,-3-3-4,-1 1 0,0 0 0,-1 0 0,0 0 0,0 1-1,-1-1 1,-1 1 0,0 0 0,0 0 0,-1 1 0,-1-1 0,0 0 0,0 1 0,-1 11 0,-19 185 426,19-207-479,-1 0-1,1-1 1,0 1 0,0 0-1,0 0 1,0 0 0,0-1-1,0 1 1,0 0 0,0 0-1,1 0 1,-1-1 0,0 1 0,0 0-1,1 0 1,-1-1 0,0 1-1,1 0 1,-1-1 0,1 1-1,-1 0 1,1-1 0,-1 1-1,1-1 1,0 1 0,-1-1-1,1 1 1,-1-1 0,1 1 0,0-1-1,0 1 1,1-1 0,0 1-4,0-1 1,1 0-1,-1 0 1,1 0-1,-1 0 1,1 0 0,-1 0-1,1-1 1,-1 1-1,3-2 1,0 0-12,-1-1 0,0 0 0,0 0 0,0-1 0,0 1 0,0-1 0,0 0 0,-1 0 0,0 0 0,0 0 0,0 0 0,0-1 0,-1 0 0,3-5 0,5-7-47,28-38-138,2 1 1,71-71 0,-109 123 192,0 0 0,0 0 0,0 0 0,0 1 0,0-1 0,0 1 0,0-1 0,1 1 0,-1 0 0,1-1 0,-1 1-1,1 1 1,-1-1 0,1 0 0,3 0 0,-4 1 5,-1 0-1,1 0 0,-1 1 1,0-1-1,1 0 0,-1 1 1,1-1-1,-1 1 0,0 0 0,1-1 1,-1 1-1,0 0 0,0 0 1,0 0-1,1 0 0,-1 0 1,0 0-1,0 0 0,0 0 1,0 1-1,3 5-3,0 0 0,-1 0 0,0 0-1,0 0 1,-1 0 0,0 1 0,0-1 0,1 9 0,-1-4 13,1 0 1,9 23 0,-7-24 5,-4-10-14,-1 0-1,1 0 1,0-1-1,-1 1 1,1 0-1,0-1 1,0 1-1,-1-1 1,1 1-1,0-1 1,0 1-1,0-1 1,0 0-1,0 0 1,0 1-1,0-1 1,0 0-1,0 0 1,1 0-1,1 1 2,-1 0-2,0-1 0,1 1 0,-1-1 0,1 0 1,-1 1-1,1-1 0,-1 0 0,1-1 0,-1 1 0,1 0 0,-1-1 0,1 1 0,-1-1 0,1 0 0,3-1 0,39-23-16,-25 13 20,49-30 2,-28 18 31,44-21 1,-60 34 26,1 2 0,0 0 0,0 2 0,1 1 0,0 1 0,0 1 0,0 2 0,0 0 0,0 2 0,32 4 0,79 14 66,25 1-27,-133-17-98,1-2 0,0 0 1,39-7-1,-43 0-43,1-2-1,-2 0 1,1-2 0,-1 0-1,-1-2 1,34-23 0,-40 22-97,-18 12 86,1 0 0,0 1 0,-1-1 0,1 0 0,0 1 0,0 0 0,0 0 0,0-1 0,0 1 0,1 0 0,-1 1 0,0-1 0,0 0 0,4 0 0,0-17-304,-4 15 307,0-1 0,-1 0 0,1 0 0,1 1 0,-1 0 0,1-1 0,-1 1 0,6-5 1,10-14-171,-16 19 203,-1 1 0,0 0-1,1 0 1,0 0 0,-1 0 0,1 0-1,0 0 1,0 1 0,4-3 0,-4 2-2,0 1 0,0-1 0,0 0 1,0 1-1,0-1 0,0 0 0,-1 0 1,1-1-1,2-3 0,-4 5 17,0 0-1,1 0 1,-1 0 0,0 0 0,0-1-1,0 1 1,0 0 0,0 0-1,0-1 1,0 1 0,0 0-1,0 0 1,-1 0 0,1 0 0,0-1-1,-1 1 1,1 0 0,-1 0-1,1 0 1,-1 0 0,1 0 0,-1 0-1,0 0 1,0 0 0,0 0-1,1 0 1,-3-1 0,-3-5 4,0 5 4,-13 4 7,1 1 0,-1 2 0,1-1 0,0 2 0,0 1 1,0 0-1,-28 16 0,14-5 20,0 2-1,-42 33 1,63-44-26,0 2 0,1-1 0,0 1 0,0 0 0,1 1-1,1 0 1,0 1 0,1 0 0,-6 14 0,12-24-11,0 1 0,0 0 0,0 0 0,1 0 0,0 0 0,0-1 0,0 1 0,0 0 0,1 0-1,-1 0 1,1 0 0,0 0 0,0-1 0,0 1 0,1 0 0,-1-1 0,1 1 0,3 3 0,-5-6 2,2 1-2,-1 0-1,1 0 1,-1 0-1,1 0 1,0-1-1,0 1 1,-1-1-1,1 1 0,0-1 1,1 0-1,-1 0 1,0 0-1,0 0 1,0 0-1,1 0 0,3 0 1,39 5-49,-37-5 39,8-1-7,-1 1 0,0-2 0,1 0 0,-1-1 0,0 0 0,0-1 0,17-6-1,98-44-3,-93 36 299,62-20 1,-97 37-269,-1-1-1,1 0 1,0 1-1,0-1 0,0 1 1,0-1-1,0 1 1,-1 0-1,1 0 1,0 0-1,0 0 1,0 0-1,0 0 1,0 1-1,0-1 1,0 1-1,-1-1 1,1 1-1,0-1 1,0 1-1,-1 0 1,1 0-1,0 0 1,-1 0-1,1 0 0,-1 1 1,1-1-1,-1 0 1,0 1-1,2 1 1,0 3-2,-1 0 0,1 1 0,-1-1-1,-1 1 1,1-1 0,-1 1 0,1 8 0,-1-1-60,1-2-301,1-1 0,-1 0-1,2-1 1,-1 1 0,10 18 0,-9-23-548,-1 0-1,1 0 1,0-1 0,8 9 0,-8-10-412,-1-1 1,1 0 0,0 0-1,0-1 1,0 1 0,0-1 0,8 4-1,15 5-9242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2.81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31 22 13653,'1'0'120,"-1"-1"0,0 1 1,0 0-1,0-1 0,1 1 0,-1 0 0,0-1 0,0 1 0,0 0 0,0-1 0,1 1 1,-1-1-1,0 1 0,0 0 0,0-1 0,0 1 0,0-1 0,0 1 0,0 0 0,0-1 0,0 1 1,0-1-1,-1 1 0,1 0 0,0-1 0,0 1 0,0 0 0,0-1 0,0 1 0,-1 0 1,1-1-1,0 1 0,0 0 0,-1-1 0,-13-4 4257,1 2 2430,27 48-4402,-12-27-2153,1 3-101,-1 1 1,-1 0 0,-1-1-1,-1 1 1,-1 0-1,-6 32 1,3-41-145,3-5-7,0 0 0,1-1 0,-1 1 1,1 0-1,1 9 0,-1 1 0,1-17 0,0-1 0,0 1 0,0-1 0,0 1 0,0 0 0,0-1 0,0 1 0,0-1 0,0 1 0,0-1 0,0 1 0,0-1 0,0 1 0,0-1 0,1 1 0,-1-1 0,0 1 0,0-1 0,1 1 0,-1-1 0,0 0 0,1 1 0,-1-1 0,0 1 0,1-1 0,-1 0 0,1 1 0,2-1 0,1 0 0,-1 0 0,0 0 0,1 0 0,-1-1 0,0 0 0,1 1 0,-1-1 0,0 0 0,0-1 0,0 1 0,4-2 0,39-25 0,9-11 0,1 3 0,72-34 0,-122 67 0,0 0 0,0 1 0,0 0 0,0 0 0,1 0 0,-1 1 0,0 0 0,1 0 0,-1 1 0,1 0 0,-1 0 0,1 0 0,-1 1 0,1 0 0,-1 0 0,1 0 0,-1 1 0,0 0 0,0 1 0,0-1 0,0 1 0,0 0 0,-1 0 0,1 1 0,-1 0 0,7 6 0,-3-1 0,0 1 0,0 1 0,-1-1 0,-1 1 0,0 1 0,0-1 0,-1 1 0,0 1 0,-1-1 0,6 24 0,-6-11-262,-2 0-1,-1 1 1,0-1 0,-2 0-1,-1 1 1,-1-1 0,-1 0-1,-8 33 1,9-52-686,0 0 1,-1 0-1,0 0 0,0-1 1,0 1-1,-1-1 0,1 1 0,-1-1 1,-8 7-1,-8 14-4585,-2 13-6879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3.56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192 55 5937,'-1'-2'328,"0"1"0,-1-1 0,1 1 0,0-1 0,1 0 0,-1 1 1,0-1-1,0 0 0,1 0 0,-1 0 0,1 0 0,-1 1 0,1-1 1,0 0-1,0 0 0,0 0 0,0 0 0,0 0 0,0 0 1,1 0-1,-1 0 0,1 0 0,-1 1 0,1-1 0,0 0 0,-1 0 1,4-3 3766,-5 7-3363,-2 19 3,0-1-1,2 1 0,1 28 0,0 19 514,-25 393 4090,-19 235-2061,8-318-2860,-12 213-2569,38-371-1503,1-73-3190,5-88 1654,0 20-6823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3.87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1 130 9969,'11'27'537,"0"0"520,0 1 0,9 41 0,-2 9 1086,4 0-1,3-2 0,67 140 1,-66-168-1603,2-1 0,1-1-1,3-2 1,2-1 0,1-2 0,70 63 0,-94-95-440,0 0-1,0-1 0,1 0 0,0-1 0,0-1 0,0 0 1,1 0-1,0-1 0,0-1 0,1 0 0,-1-1 1,1-1-1,0 0 0,-1 0 0,1-2 0,22 0 0,-18-3-46,0 0 0,0 0 0,-1-2-1,0 0 1,0-1 0,0-1 0,0 0-1,-1-2 1,0 1 0,-1-2-1,0 0 1,18-17 0,8-10 10,72-86 1,24-55-261,-52 65-449,-17 22-315,154-182-1161,-96 152-1533,-93 95 1116,0 2 0,45-25 0,11 4-7804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5.39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221 0 7101,'-84'21'5776,"73"-19"-4978,1 0 1,-1 1-1,1 1 0,0-1 0,0 1 0,0 1 1,1 0-1,0 0 0,-1 1 0,-13 12 0,22-17-707,0 0 1,0 0-1,0 0 0,0 0 0,0 0 0,0 0 0,0 0 1,0 0-1,1 0 0,-1 0 0,1 0 0,-1 0 0,1 0 0,-1 0 1,1 1-1,-1-1 0,1 0 0,0 0 0,0 1 0,0-1 0,0 0 1,0 1-1,0-1 0,0 0 0,0 0 0,0 1 0,0-1 1,1 0-1,-1 0 0,1 1 0,-1-1 0,1 0 0,-1 0 0,1 0 1,0 0-1,-1 0 0,1 0 0,0 0 0,0 0 0,1 2 0,3 0 50,-1 0 0,1 0 0,0 0 0,0-1 0,0 1-1,0-1 1,0 0 0,10 2 0,38 7 622,99 7 1,64-10-118,-156-7-498,1303 2 1014,-927-11-1058,307-8 20,-357 5-52,-228 6-66,521-40-181,-670 43 118,18-3-137,-26 4 172,0 1 0,-1 0-1,1 0 1,-1-1-1,1 1 1,0 0 0,-1-1-1,1 1 1,-1-1-1,1 1 1,-1 0 0,0-1-1,1 1 1,-1-1-1,1 1 1,-1-1-1,0 0 1,1 1 0,-1-1-1,0 1 1,0-1-1,0 0 1,1 1 0,-1-1-1,0 1 1,0-1-1,0 0 1,0 1 0,0-1-1,0-1 1,0 1-23,-1 0 1,1 0-1,0 0 1,-1 0 0,1 0-1,0 0 1,-1 0-1,0 0 1,1 0 0,-1 0-1,1 0 1,-1 0-1,0 1 1,0-1-1,0 0 1,1 0 0,-1 1-1,0-1 1,0 0-1,0 1 1,0-1 0,0 1-1,0-1 1,0 1-1,-2-1 1,-33-6-579,24 6 341,-271-35-5971,92 25-2679,93 10-170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5.89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701 370 5577,'9'-4'559,"1"-1"0,-1 0 0,-1-1 0,1 0 0,-1 0 0,0-1 0,0 0 0,-1 0 0,0-1 0,0 0 0,-1 0 0,0-1 0,7-12 0,-5 7 78,-1 1 0,0-1 1,-1-1-1,-1 1 1,0-1-1,-1 0 0,-1 0 1,0 0-1,1-27 0,-4 30-347,1 7-128,-1 1-1,0-1 0,0 0 0,0 1 0,-1-1 0,1 1 0,-1-1 1,0 1-1,-1-1 0,1 1 0,-1-1 0,-4-7 0,6 11-115,-1 1-1,1-1 0,0 0 0,-1 1 1,1-1-1,-1 0 0,1 1 0,-1-1 1,0 1-1,1-1 0,-1 1 1,1-1-1,-1 1 0,0-1 0,1 1 1,-1-1-1,0 1 0,0 0 0,1 0 1,-1-1-1,0 1 0,0 0 0,0 0 1,1 0-1,-1 0 0,0 0 1,0 0-1,0 0 0,-1 0 0,-1 1 83,0 1-1,0 0 0,1 0 0,-1-1 1,0 1-1,1 1 0,-5 3 1,-6 8 262,1-1-1,1 2 1,0 0 0,1 0 0,0 1 0,-14 32 0,-36 117 1638,49-131-1672,-151 490 2517,-3 10-2630,21-65-1425,22 4-4589,84-290 885,24-63-1393,14 10-5386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6.46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728 94 9365,'2'-25'4455,"9"-43"5647,-12 89-7603,-6 37 1,0-12-1545,-3 30 7,-3-1 1,-24 75-1,-61 143-958,-191 369-776,262-604 263,-65 129-2515,28-58-885,4 1-5115,25-47-3521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6.75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117 401 12677,'-43'38'1988,"-28"10"6601,68-46-6540,29 10 1423,-5-8-3008,0 0 0,0-2 0,0 0 0,34-2 0,-53 0-438,672-25 1750,5-31-2034,-453 36 386,1308-135-2832,-1390 134 886,150-42 0,-19-29-4512,-252 82 3084,37-19-1,-52 23 1130,1-1 1,-1 1-1,-1-1 1,8-8-1,-15 14 2080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7.20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117 76 3956,'-50'8'1414,"40"-7"-223,6-1 59,-49 0 9450,54-2-10572,-1 1 0,0-1 0,1 1 0,0-1 1,-1 1-1,1 0 0,0-1 0,0 1 0,0 0 0,0-1 0,0 1 0,0 0 0,0 0 1,0 0-1,0 0 0,0 0 0,2-1 0,23-14 518,-9 10-340,-1 1 0,1 0-1,1 1 1,-1 1 0,0 1-1,36 0 1,-16 0-33,470-4 370,-241 8-2335,199-10-7620,-213 5-1219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8.06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380 26 9345,'-1'1'166,"0"-1"1,0 0 0,0 0-1,0 1 1,-1-1-1,1 0 1,0 0 0,0 0-1,0 0 1,-1 0-1,1 0 1,0-1 0,0 1-1,0 0 1,0-1-1,0 1 1,-1 0 0,1-1-1,0 0 1,0 1-1,0-1 1,0 1 0,0-1-1,1 0 1,-1 0-1,0 0 1,0 0 0,0 1-1,1-1 1,-1 0-1,0 0 1,1 0 0,-1-1-1,1 1 1,-1-1-1,-2-2 417,2 3-401,0 0 0,0 1 0,0-1 0,0 1 0,0 0 0,0-1 0,-1 1-1,1 0 1,0 0 0,0-1 0,0 1 0,0 0 0,0 0 0,-1 0 0,1 1-1,0-1 1,0 0 0,-2 1 0,1-1 325,-1 0-222,-1 1-1,1 0 1,0 0 0,-1 0 0,1 0-1,0 0 1,0 1 0,-1-1-1,1 1 1,0 0 0,1 0 0,-1 0-1,0 0 1,1 1 0,-1-1 0,1 1-1,0-1 1,-1 1 0,-2 6 0,-2 2 375,1 0 0,0 0 0,0 1 0,-5 17 0,-52 229 3273,28-96-3982,-8 31-31,-30 325 1,73-516 48,-5 124-3170,11-63-1528,-4-53 2553,1 1 0,-1-1-1,9 17 1,16 18-10782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8.46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1 115 13381,'12'-12'831,"2"1"0,0 0 0,0 0 0,0 2 0,1 0 0,1 0 0,0 2 0,0 0 0,0 0 0,1 2 0,0 0 0,33-5 0,-30 9-427,-1 0 1,0 2-1,1 0 1,-1 1-1,0 1 1,0 1-1,0 1 1,-1 0-1,0 1 1,29 14-1,-30-11-288,-1 0-1,0 1 0,-1 0 0,0 1 0,0 1 1,-2 1-1,1 0 0,-1 0 0,-1 2 1,-1-1-1,0 1 0,-1 1 0,0 0 1,-1 0-1,-1 1 0,-1 0 0,8 29 0,-9-22-81,-1 1-1,-2 0 0,0 1 0,-2-1 0,-1 0 1,-1 1-1,-4 24 0,-1-13-68,-2 0 0,-1-1 0,-2 0 0,-18 40 1,-6-4-187,-3-2 1,-3-2 0,-90 115-1,28-54-81,108-145 230,7-1 55,0 0 1,0 1-1,2 0 0,23-20 0,-1 0 14,460-433-14,-380 369 162,193-128 0,-238 183 189,3 3-1,1 3 0,2 4 0,107-34 1,-153 59-178,0 3 0,0 0 1,0 2-1,1 1 0,0 2 1,0 1-1,33 4 0,-50-2-149,-1 1 0,0 0 0,0 2-1,0-1 1,0 2 0,-1 0-1,1 0 1,-1 1 0,0 1-1,-1 0 1,0 1 0,0 0 0,0 1-1,-1 1 1,-1-1 0,0 2-1,16 19 1,-15-12-7,0 0 0,-1 1 0,-1 0 0,-1 1 0,-1 0 0,-1 0 0,0 1 0,-2-1 0,5 41 0,-6 2 0,-1 1 0,-9 65 0,-6-3 17,-42 177 0,-56 119-251,65-255-301,5-2-2847,13 1-5958,12-10-6986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8.99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90 115 13877,'-7'-114'13552,"7"117"-11254,-1 77 704,-4 113-2964,4-149-38,-42 706 0,41-721 0,-28 511 0,31-509 49,1 0 0,11 53 0,-9-67-1224,1-1-1,10 23 1,-10-29-1268,0 0 0,0 0 0,1-1 0,12 14 1,5 2-11748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9.16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55 14169,'50'-21'1996,"0"3"-191,-6 9-5,13 2-36,-4 7-316,7 7-240,17 2-240,11 6-220,15 9-708,18 3-656,10 6-628,3 3-684,3 3-592,-10 4-3317,-16 5-4980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09.290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125 235 13389,'-124'21'7505,"144"-36"-5837,40-9-164,27 9-296,34-6-268,33 0-592,40-3-1044,24-6-1080,20-4-1088,10-2-3421,6 0-5672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52.89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319 98 4204,'23'-9'2349,"-26"-9"97,0 3-1227,2 12-99,0 1-78,-3-3-543,0 0-1,-1 0 1,1 1 0,-1-1 0,0 1 0,0 0 0,0 1-1,-8-4 1,9 5-370,0 1 1,0-1-1,0 1 0,-1 0 1,1 1-1,0-1 0,-1 1 1,1 0-1,0 0 0,-1 0 1,1 1-1,0-1 0,-7 3 1,-39 6 674,36-8-625,1 1 0,0 1 0,0 0-1,1 0 1,-1 1 0,1 1-1,0 0 1,0 1 0,-19 11-1,30-16-136,-1 0-1,0 1 0,1-1 0,-1 0 1,1 1-1,-1-1 0,1 1 0,0 0 1,-1-1-1,1 1 0,0 0 0,0 0 1,0 0-1,1 0 0,-1-1 1,0 1-1,1 0 0,-1 0 0,1 1 1,0-1-1,0 0 0,0 0 0,0 0 1,0 0-1,0 0 0,0 0 0,0 0 1,1 0-1,-1 0 0,1 0 1,1 3-1,0-2 30,0 1 1,1-1 0,0 1-1,-1-1 1,1 0 0,0 0-1,0 0 1,1-1 0,-1 1-1,1-1 1,-1 0 0,1 0-1,0 0 1,5 2 0,18 5 278,0-1 1,1-1-1,45 5 0,92 1 440,-103-10-568,304 15 810,215 16-52,500 95-395,-559-61-1776,-521-68 1184,220 23-1141,-177-21-106,0-1 0,77-10 0,-119 9 1093,-1 0 0,0 0 0,0 0 0,1-1 0,-1 1 0,0-1 0,1 1-1,-1-1 1,0 1 0,0-1 0,0 1 0,1-1 0,-1 0 0,1-1 0,-2 2 52,1-1-1,-1 1 1,0-1 0,0 1 0,1-1 0,-1 1 0,0-1 0,0 1 0,0-1-1,0 1 1,0-1 0,0 1 0,0-1 0,0 1 0,0-1 0,0 1 0,0-1 0,0 1-1,0-1 1,0 1 0,0-1 0,-1 1 0,1-1 0,0 1 0,-1-1 0,-1-2-646,0-1 0,-1 1 0,0 0 1,1 1-1,-1-1 0,0 0 0,-7-4 1,-35-17-7540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25.40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2148 234 4276,'0'0'1504,"2"-3"-138,6-27 956,-8 27-1294,-3-18 608,-1 5-967,0-1 0,-2 2 0,0-1-1,-12-22 1,15 32-591,0 1 0,0 0 0,0 1 0,-1-1 0,0 0 0,0 1 0,0 0 0,-1 0 0,1 0 0,-1 1 0,0-1 0,0 1 1,0 0-1,-1 0 0,1 1 0,-1 0 0,1 0 0,-1 0 0,0 1 0,1-1 0,-1 1 0,0 1 0,0-1 0,-6 1 0,-14 1 3,1 1 1,-1 2-1,1 0 1,-32 10-1,26-6 2,-11 1-41,-266 70 117,234-56-144,2 2 0,-78 40-1,122-51 2,2 1-1,0 0 0,1 2 0,0 1 1,1 1-1,-25 27 0,42-39-6,0 1 0,1 0-1,0 0 1,0 0 0,1 1 0,0 0 0,0 0 0,1 0 0,1 1-1,-1-1 1,1 1 0,1 0 0,0 0 0,0 0 0,1 0-1,1 0 1,-1 0 0,2 0 0,-1 0 0,1 0 0,1 0 0,3 14-1,4 2-25,1-1 0,1-1 0,1 0 0,1-1 0,2 0 0,0-1 0,29 33 0,13 7 33,70 60 1,99 74 19,38 36-19,-35-3-8,-200-197-19,-2 2 0,-2 1 0,-1 2 0,-2 0-1,25 56 1,-41-78 5,0 1 0,-1-1-1,-1 1 1,0 0-1,-2 0 1,0 0 0,0 1-1,-1-1 1,-1 0-1,-1 1 1,-1-1 0,0 0-1,-1 0 1,0 0-1,-1 0 1,-1 0 0,-1-1-1,0 0 1,-1 0 0,-1-1-1,0 0 1,-1 0-1,-19 23 1,-10 5 9,-2-2 0,-2-1 1,-1-2-1,-68 42 0,-205 109-382,269-162 318,-687 375-1100,662-359 1004,-45 24-201,116-66 354,1 0-1,0 1 1,-1-1 0,1 0 0,-1 0 0,1 0 0,0 1 0,-1-1-1,1 0 1,-1 0 0,1 0 0,-1 0 0,1 0 0,-1 0-1,1 0 1,-1 0 0,1 0 0,0 0 0,-1 0 0,1 0-1,-1 0 1,1 0 0,-1 0 0,1 0 0,-1 0 0,1 0-1,0-1 1,-1 1 0,1 0 0,-1 0 0,1-1 0,0 1-1,-1-1 1,0-15-47,14-24-34,-13 39 80,14-26 18,1 1-1,1 0 1,1 2-1,1 0 0,26-27 1,-16 17 53,-11 13 127,1 1 1,38-34-1,-54 53-188,0 0 1,0 0-1,0 1 0,-1-1 0,1 0 1,0 1-1,0-1 0,0 1 0,0-1 0,1 1 1,-1 0-1,0 0 0,0 0 0,0 0 1,0 0-1,0 1 0,0-1 0,0 1 1,0-1-1,0 1 0,0 0 0,0-1 0,0 1 1,-1 0-1,1 0 0,0 1 0,0-1 1,-1 0-1,1 0 0,-1 1 0,1-1 0,-1 1 1,0 0-1,2 2 0,4 6 25,0 1-1,0 0 1,-1 0-1,-1 1 0,0 0 1,0 0-1,3 15 1,15 97 275,-13-60-210,10 86 230,1 157-1,-17-220-245,-21 621 317,3-568-368,-6-2 0,-6-1 1,-6-1-1,-6-1 0,-100 234 1,10-95 22,-78 183-132,69-47-118,43-113-380,79-256 307,2 1-1,2 0 1,-9 77 0,18-102 168,1 0 0,1 0-1,1 0 1,0 1 0,2-1 0,-1 0-1,2-1 1,1 1 0,0-1 0,0 1-1,2-1 1,13 23 0,3-5-161,2 0-1,50 52 1,-41-49-4,39 54 1,-66-80 249,0 1 0,-1 0 0,0 0 0,-1 1 0,-1 0 0,0 0 0,4 18 0,-7-25 27,1-1 0,-1 0 0,2 0 0,-1 0 0,0 0 0,1 0 1,0 0-1,0 0 0,0-1 0,1 0 0,0 0 0,0 0 0,0 0 0,0 0 0,0-1 0,1 1 0,7 3 0,8 4 13,1-2 0,0 0-1,24 7 1,10 3 46,14 8-30,-31-14 25,45 23 0,-73-30 109,-1 1-1,1 0 0,11 12 1,-17-16-122,-2-1-17,1-1 1,-1 1 0,1-1-1,0 0 1,-1 0 0,1 0-1,0 0 1,0-1 0,0 1-1,5 0 1,4 1 42,7 5 105,-11-4-86,-1 0 1,1-1-1,-1 0 0,1 0 0,11 0 1,-19-1-91,1-1 0,0 0 1,0 1-1,-1-1 1,1 1-1,0-1 1,0 1-1,-1-1 1,1 1-1,-1 0 1,1-1-1,0 1 1,-1 0-1,1 0 1,-1-1-1,0 1 0,1 0 1,-1 0-1,0 0 1,1-1-1,-1 1 1,0 0-1,0 0 1,0 0-1,1 0 1,-1 0-1,0 0 1,0-1-1,0 1 1,-1 0-1,1 0 0,0 0 1,0 0-1,0 0 1,-1-1-1,1 1 1,0 0-1,-1 0 1,0 1-1,-4 5 10,-18 17 186,21-23-185,3 0-12,0-1-1,-1 0 1,1 1 0,-1-1-1,1 0 1,-1 1-1,1-1 1,-1 1-1,1-1 1,-1 1 0,1-1-1,-1 1 1,1-1-1,-1 1 1,0-1-1,0 1 1,1 0 0,-1-1-1,0 1 1,1 1-1,8 12 122,-7-13-135,0 0 1,0 1-1,-1-1 0,1 1 0,-1-1 0,1 1 0,-1-1 0,0 1 0,0 0 1,1-1-1,-1 1 0,0 0 0,-1 0 0,1 0 0,0 0 0,0 0 1,-1 0-1,1 0 0,-1 0 0,0 0 0,0 0 0,0 0 0,0 0 0,0 1 1,0-1-1,0 0 0,0 0 0,-1 0 0,1 0 0,-1 0 0,0 0 1,0 0-1,0 0 0,-2 3 0,-40 73-1281,43-76 1256,-1 0 0,0 1 0,1-1 0,-1 0 0,1 0 0,0 0 0,-1 0 0,1 1 0,0-1 0,1 0 0,-1 0 0,0 0 0,0 0 0,1 1 0,-1-1 0,1 0 0,0 0 0,0 0 0,0 0 0,0 0 0,0 0 0,0 0 0,0-1 0,1 1 0,-1 0 0,1-1 0,-1 1 0,1-1 0,0 1 0,2 1 0,4 2-69,0 0 0,1-1 1,-1 0-1,1-1 0,11 4 0,-19-7 96,53 25-249,-21-8 65,-26-13-91,-1 0 0,1 0 0,-1 0 0,0 1 0,0 0 0,-1 0 0,1 1 0,-1 0 0,-1 0 1,1 0-1,4 9 0,-7-13-691,1 5-788,11 25-2490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0.64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434 21 9141,'-20'-21'7514,"21"39"-5129,8 26 919,-6-37-2904,-1-1 1,-1 1 0,1 0-1,-1 0 1,0 9 0,12 181 4089,0-3-2318,-18-69-1752,-4 0 1,-7 0 0,-44 177-1,-136 356-2249,129-450-424,-29 135-6917,92-320 5930,-2 38 0,7 11-7136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1.01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6 1065 12921,'-1'0'125,"1"0"-1,-1 1 1,1-1 0,0 1-1,-1-1 1,1 1 0,0-1-1,-1 1 1,1-1 0,0 1-1,-1-1 1,1 1 0,0-1-1,0 1 1,0 0 0,-1-1-1,1 1 1,0-1-1,0 1 1,0 0 0,0-1-1,0 1 1,0-1 0,0 1-1,1 0 1,-1-1 0,0 1-1,0-1 1,0 1 0,0 0-1,1-1 1,-1 1-1,0-1 1,1 1 0,-1-1-1,0 1 1,1-1 0,-1 1-1,1-1 1,-1 0 0,1 1-1,-1-1 1,1 0 0,-1 1-1,1-1 1,-1 0 0,1 1-1,-1-1 1,1 0-1,-1 0 1,1 0 0,1 1-1,1 1-177,3 1 540,1 0 0,0 0 0,0 0 0,0-1 0,0 0 0,0 0 0,1-1-1,-1 0 1,11 0 0,9-1 240,34-5 0,-36 3-272,25-4 184,93-23 1,-100 19-434,74-18-180,-2-5 0,-1-5 1,214-104-1,-291 122-52,0-2 1,-2-1-1,-1-2 1,-1-1-1,-1-2 1,40-44-1,-50 47 44,-3-1-1,0-1 0,-1 0 1,-2-1-1,0-1 0,-2 0 1,-2-1-1,17-60 0,-8-10 379,-16 66 115,1 1-1,3 0 0,20-56 1,-27 85 427,-3 11 40,-30 168-830,-8-2 1,-7-2-1,-136 327 1,-98 93 36,85-187-4572,140-278-530,47-104 1301,-8 39 1,8 18-9818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1.34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82 776 14521,'38'-37'5843,"-30"28"-5209,0 1 1,1 0-1,0 0 0,0 1 1,18-11-1,129-66 1507,76-45-1176,-165 88-833,86-71 1,-32 3-93,-103 91-34,-2-1 1,0 0-1,-1-2 0,18-30 1,-31 48 3,0-1 1,0 0-1,0 0 1,-1 0 0,1 0-1,-1 0 1,0 0-1,0-1 1,0 1 0,-1-8-1,0 11 1,0-1-1,-1 1 1,1 0-1,-1-1 0,1 1 1,-1 0-1,1 0 1,-1 0-1,0-1 1,0 1-1,0 0 1,0 0-1,0 0 0,0 0 1,0 1-1,0-1 1,0 0-1,0 0 1,0 0-1,0 1 1,-1-1-1,1 1 0,0-1 1,0 1-1,-1 0 1,1-1-1,0 1 1,-1 0-1,1 0 1,0 0-1,-1 0 0,1 0 1,-1 0-1,1 0 1,-2 1-1,-7-1 77,0 1 0,-1 1 0,1-1 0,0 2 0,0-1 0,1 2-1,-1-1 1,-13 8 0,-8 6 389,-32 23-1,-54 46 501,5 5 1,-148 153-1,210-191-976,-78 103 0,109-128 0,1-1 0,2 2 0,0 0 0,2 1 0,2 1 0,-11 38 0,19-56 0,1 1 0,1-1 0,0 1 0,1 0 0,1 15 0,1-23 0,-1 0 0,1 0 0,0 0 0,1 0 0,-1 0 0,1 0 0,0-1 0,1 1 0,-1-1 0,1 1 0,0-1 0,0 0 0,1 0 0,5 6 0,-1-4-145,1 0 0,0 0 0,0 0 0,1-1-1,0-1 1,0 0 0,1 0 0,-1-1 0,1 0 0,0-1 0,0 0 0,19 2 0,0-1-1119,0-2 1,0-1-1,53-5 1,126-32-7630,-174 29 6543,104-20-9250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1.61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111 16 14029,'-105'-15'7721,"100"15"-5778,8 2-376,15 12-919,1-1 1,0-1-1,1 0 0,34 14 0,22 11 6,250 170 843,-277-170-1462,-2 2 0,-2 1-1,-2 3 1,52 66-1,-84-95-56,-1 0 0,0 1-1,-1 1 1,-1 0-1,-1 0 1,0 0-1,-1 1 1,-1 0-1,5 27 1,-8-33 16,-1-1 0,-1 0 0,0 1 0,0-1 0,-1 0 0,0 0 0,-1 1 0,0-1 0,0 0-1,-2 0 1,1-1 0,-1 1 0,0-1 0,-1 1 0,0-1 0,0-1 0,-11 14 0,1-6 125,-1-1 1,0 0-1,-1-2 0,-1 0 0,0 0 0,-1-2 1,0 0-1,-1-1 0,0-1 0,-25 7 1,43-15-70,0 0 0,-1 0 0,1 0 0,-1-1 0,1 1 0,-1-1 0,1 1 0,-1-1 0,1 0 0,-1 0 0,0 0 0,1 0 0,-1 0 0,1-1 0,-4 0 1,5 0-45,1 0 0,-1 1 1,1-1-1,-1 1 0,1-1 1,-1 0-1,1 1 1,0-1-1,-1 0 0,1 0 1,0 1-1,0-1 1,-1 0-1,1 0 0,0 1 1,0-1-1,0 0 1,0 0-1,0 0 0,0 1 1,0-1-1,0 0 1,1 0-1,-1 0 0,0 1 1,0-1-1,0 0 1,1 0-1,-1 1 0,1-2 1,4-8-13,1 0 0,-1 1 0,2-1 0,-1 1 0,11-10 0,199-185-1334,-92 93-447,-64 54 652,227-209-4389,-91 96-3030,-57 56-2889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2.11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594 10 12297,'15'8'1711,"-19"-13"105,-6-7 3705,11 43-4037,-1 0 1,-1 1-1,-2-1 1,-10 51-1,-43 125 1556,-26 34-2560,-156 321 0,58-179-480,176-374 0,0 1 0,1 0 0,0 0 0,-3 20 0,5-29 0,1 0 0,-1 1 0,1-1 0,0 1 0,0-1 0,0 1 0,0-1 0,0 1 0,0-1 0,0 1 0,0-1 0,1 1 0,-1-1 0,0 1 0,1-1 0,0 1 0,-1-1 0,1 0 0,0 1 0,-1-1 0,1 0 0,0 1 0,0-1 0,0 0 0,0 0 0,0 0 0,1 0 0,-1 0 0,0 0 0,0 0 0,1-1 0,-1 1 0,0 0 0,1-1 0,-1 1 0,0-1 0,1 1 0,-1-1 0,1 0 0,2 1 0,9-2-6,1-1 0,-1 0 0,0-1 0,0 0-1,0-1 1,-1 0 0,20-10 0,15-4-84,-4 3 15,1 2 0,0 2 0,1 2 0,55-4 1,-78 12 52,-1 0 0,1 2 0,0 0 0,-1 2 0,1 0 0,-1 2 0,0 0 1,0 1-1,0 1 0,38 20 0,-51-23 9,0 1 0,0 0 0,-1 0 0,1 1 0,10 11 0,-16-14 5,1 0 1,-1-1-1,0 2 0,0-1 1,0 0-1,0 0 1,-1 1-1,1-1 0,-1 0 1,0 1-1,0 0 1,0-1-1,0 1 1,-1 0-1,0-1 0,1 1 1,-2 5-1,0-2 5,-1 1 1,0-1-1,0 1 0,-1-1 1,0 0-1,-1 0 0,1 0 0,-1 0 1,-1-1-1,1 1 0,-1-1 0,0 0 1,-1-1-1,1 1 0,-1-1 0,0 0 1,-8 5-1,-16 10 15,-1-1 0,-46 21 0,53-28-47,-24 7 20,33-15-14,14-7-11,7-2-23,51-37-48,105-58 0,-103 66 48,290-146 211,-274 150 238,1 2-1,147-31 1,-196 54-349,1 0 1,-1 2-1,35 1 0,-55 2-37,-1 0 0,1 0 0,-1 1-1,1 0 1,-1 0 0,1 1-1,-1 0 1,0 0 0,0 0 0,0 0-1,0 1 1,0 0 0,-1 1 0,1-1-1,-1 1 1,0 0 0,0 0 0,0 1-1,5 6 1,-8-8 0,-1 0 0,0-1 0,0 1 0,0 0 0,0 0 0,0 0 0,-1 0 0,1 0 0,-1 1 0,0-1 0,0 0 0,0 0 0,0 0 0,-1 0 0,1 0 0,-2 3 0,-14 42 0,8-33 77,0 0 1,-1 0-1,-1-1 1,-1 0-1,-16 17 0,-10 13-1332,6 5-4357,30-48 5457,1-1-1,0 0 0,0 1 1,-1-1-1,1 0 0,0 1 1,0-1-1,0 0 0,-1 1 1,1-1-1,0 0 0,0 1 1,0-1-1,0 1 0,0-1 1,0 0-1,0 1 0,0-1 1,0 1-1,0-1 0,0 0 1,0 1-1,0-1 0,0 1 1,0-1-1,0 0 0,0 1 1,1-1-1,-1 0 0,0 1 1,0-1-1,0 0 0,1 1 1,-1-1-1,0 0 0,0 1 1,1-1-1,-1 0 0,0 0 1,1 1-1,-1-1 0,0 0 1,1 0-1,-1 0 0,0 0 1,1 1-1,-1-1 0,1 0 1,-1 0-1,0 0 0,1 0 1,-1 0-1,1 0 0,-1 0 1,0 0-1,1 0 0,-1 0 1,1 0-1,0 0 0,3 1-1665,16 4-10398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2.24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61 94 13337,'-57'-54'2316,"54"36"189,3 0 5111,23 15-7500,21 9-788,-11 6-968,4 3-1144,-3 6-3381,3 12-5480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2.52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35 82 16582,'-11'30'850,"7"-20"-414,0 0 1,0 0-1,1 0 0,1 0 1,0 0-1,0 1 0,1-1 1,0 1-1,1-1 0,0 1 1,1-1-1,3 21 0,9 45 3477,3 17-489,17 41-1384,28 105-1686,-41-175-388,44 99 0,-55-146 34,0-1 0,12 17 0,-18-29 0,1 1 0,-1-1 0,1 1 0,0-1 0,0 0 0,0 0 0,0-1 0,1 0 0,0 1 0,-1-1 0,7 2 0,-8-4 0,0-1 0,0 0 0,0 0 0,0 0 0,0 0 0,0 0 0,0 0 0,0-1 0,0 1 0,0-1 0,0 0 0,-1 0 0,1 0 0,0 0 0,0-1 0,-1 1 0,1-1 0,-1 0 0,5-3 0,5-5 0,-1 0 0,16-19 0,-25 27 0,56-71 0,85-136 0,-24 28 0,-57 99-1089,3 3 0,77-73 0,14 18-4069,-102 94 472,63-34-1,-15 17-7298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2.96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139 317 10361,'-27'51'9722,"41"-48"-6050,-11-3-3029,6 2-16,1-1-1,-1 0 0,0-1 0,1 0 1,-1 0-1,0-1 0,1 0 1,-1-1-1,0 0 0,13-5 1,-3 1-257,0-2-1,-1 0 1,31-18 0,-33 13-370,1 0 0,-1 0 0,-1-2 0,-1 0 0,25-32 0,-15 17 0,71-77 0,-89 102 0,-7 9 0,-7 12 0,-120 160 0,47-69 0,-16 23 0,-84 126 0,159-220 0,-22 52 0,39-76 0,0 1 0,1 0 0,0 0 0,1 0 0,0 0 0,1 0 0,1 0 0,0 17 0,1-22 0,1-1 0,1 0 0,-1 0 0,1 0 0,0 0 0,1-1 0,0 1 0,0-1 0,0 1 0,1-1 0,-1 0 0,2 0 0,-1 0 0,1-1 0,0 0 0,0 0 0,0 0 0,0 0 0,1-1 0,0 0 0,0 0 0,0 0 0,1-1 0,-1 0 0,9 2 0,3 2 0,1-2 0,0 0 0,0-1 0,1-1 0,-1 0 0,1-2 0,38-2 0,-47 0 0,0 0 0,0-1 0,0 0 0,0-1 0,0-1 0,10-4 0,23-11 0,55-33 0,-89 46 0,1-1 0,-2 0 0,1 0 0,-1-1 0,0-1 0,-1 0 0,1 0 0,-2 0 0,12-19 0,-10 10 0,-1 1 0,-1-1 0,0-1 0,5-23 0,-6 10 0,0 1 0,-2-1 0,-1 0 0,-2-1 0,-1 1 0,-1 0 0,-12-61 0,3 46 0,-2 0 0,-2 0 0,-2 1 0,-34-69 0,34 87-131,-1 1 0,-1 0 1,-1 2-1,-2 0 0,0 1 0,-2 1 1,-35-28-1,55 49-133,1-1 0,-1 2 1,0-1-1,0 0 0,0 0 1,0 1-1,0 0 0,-1 0 0,1 0 1,0 0-1,-1 0 0,1 0 1,0 1-1,-1 0 0,-3 0 0,5 0 119,1 0-1,0 0 0,0 0 0,0 1 0,0-1 0,0 0 0,0 1 0,0-1 0,0 1 0,0-1 0,0 1 0,0-1 0,1 1 0,-1 0 0,0-1 0,0 1 0,0 0 0,1 0 0,-1 0 0,0 0 0,1-1 0,-1 1 0,1 0 0,-1 0 0,1 0 0,-1 0 0,1 0 0,0 0 0,0 0 0,-1 1 0,1-1 0,0 0 0,0 0 0,0 0 0,0 0 0,0 0 1,0 0-1,0 0 0,1 0 0,-1 2 0,12 42-6822,9 3-4597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3.23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10 151 13481,'-10'-66'11507,"25"76"-9266,-11-5-1871,3 2-143,0 1 0,-1 0 0,0 1 0,-1-1 1,1 1-1,-1 0 0,-1 0 0,0 1 0,0 0 0,-1-1 0,-1 1 0,4 16 0,0 15 382,1 73-1,-6-76-437,-2 0 0,-1 0 0,-10 45 1,9-67-166,-1-1 1,0 1 0,-1-1 0,-1 0 0,0 0 0,-2-1 0,1 1 0,-2-2 0,1 1-1,-12 12 1,17-24 2,4-9 0,0 0 1,0-1-1,1 1 0,-1 0 1,2 0-1,-1 0 0,1 0 1,0 0-1,0 1 0,1-1 1,5-7-1,7-8-10,34-34 1,-35 40-36,35-36-899,3 3-1,102-75 1,138-59-4937,-221 144 795,115-44 1,-59 39-5721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3.55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184 59 11221,'-33'22'720,"10"-8"359,1 1-1,-30 27 0,16-17 2452,21-15-1873,15-10-1633,0 0 0,0 0 0,-1 0 0,1 0 0,0 0 0,0 0 1,0 0-1,0 0 0,0 0 0,0 0 0,0 0 0,0 0 0,-1 0 1,1 1-1,0-1 0,0 0 0,0 0 0,0 0 0,0 0 1,0 0-1,0 0 0,0 0 0,0 1 0,0-1 0,0 0 0,0 0 1,0 0-1,0 0 0,0 0 0,0 0 0,0 1 0,0-1 0,0 0 1,0 0-1,0 0 0,0 0 0,0 0 0,0 0 0,0 1 1,0-1-1,0 0 0,0 0 0,0 0 0,0 0 0,0 0 0,0 0 1,1 0-1,-1 0 0,0 1 0,0-1 0,0 0 0,0 0 0,0 0 1,0 0-1,0 0 0,0 0 0,1 0 0,-1 0 0,6 6 212,0 0-1,0-1 0,1 0 1,-1 0-1,1 0 0,0-1 0,1 0 1,-1 0-1,1-1 0,-1 0 1,1 0-1,0-1 0,0 0 0,14 1 1,17 2 236,73-1 0,-73-4-246,76 1 222,117-16 0,-170 7-335,-1-2 0,0-3 0,93-34 0,-128 37 36,-1-2 0,0 0 0,-1-2 0,0-1 0,28-23 0,-50 36-97,-1 1 0,1-1 0,0 0 0,-1 0 0,1 0 0,-1 0 0,1 0 0,-1 0 0,0 0 0,0 0 0,0-1 0,0 1 0,-1 0 0,2-3 0,-2 4-16,0 0-1,0 0 0,0-1 1,0 1-1,0 0 0,0 0 1,0 0-1,0 0 1,0 0-1,0 0 0,0 0 1,-1-1-1,1 1 0,0 0 1,-1 0-1,1 0 0,-1 0 1,1 0-1,-1 0 1,0 1-1,1-1 0,-1 0 1,0 0-1,0 0 0,0 1 1,1-1-1,-1 0 0,-2 0 1,0-1 46,-1 1 0,0 0 0,0 1 0,0-1 0,0 1-1,0-1 1,0 1 0,0 1 0,0-1 0,-6 1 0,-46 11 512,48-10-496,-31 9-34,0 2-1,1 2 1,1 1 0,0 2 0,1 2 0,1 1 0,1 1 0,1 2 0,-32 31 0,47-39-64,1 1 0,2 1 0,-1 0 0,2 1 0,0 0 0,-10 22 0,19-32 0,1-1 0,1 1 0,-1 0 0,1 0 0,1 0 0,-1 0 0,2 0 0,-1 0 0,1 1 0,1-1 0,0 1 0,0-1 0,1 0 0,0 1 0,0-1 0,1 0 0,5 16 0,-1-12-27,1 0 0,0 0 1,1 0-1,0-1 0,1 0 0,1-1 1,-1 0-1,2 0 0,-1-1 0,2-1 0,-1 0 1,1 0-1,24 12 0,4-1-720,0-2-1,1-1 1,56 14-1,41 3-2083,2-5 0,1-7-1,198 7 1,-232-25 1406,0-5 1,128-17 0,-180 10 449,0-2 0,-1-3 0,-1-2 0,0-3 0,-1-1 0,53-30 0,-36 10-3020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4.14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543 874 8245,'0'0'40,"-1"0"1,1-1-1,0 1 1,-1 0-1,1 0 1,0 0-1,0 0 1,-1-1-1,1 1 1,0 0-1,-1 0 1,1-1-1,0 1 1,0 0-1,0-1 1,-1 1-1,1 0 1,0-1-1,0 1 1,0 0-1,0-1 1,0 1-1,0 0 0,-1-1 1,1 1-1,0 0 1,0-1-1,0 1 1,0-1-1,0 1 1,0 0-1,1-1 1,-1 1-1,0 0 1,0-1-1,0 1 1,0 0-1,0-1 1,0 1-1,1 0 1,-1-1-1,0 1 1,0 0-1,0 0 1,1-1-1,-1 1 1,0 0-1,0 0 1,1-1-1,-1 1 1,0 0-1,1 0 1,-1 0-1,0-1 1,1 1-1,-1 0 1,0 0-1,1 0 1,-1 0-1,0 0 1,1 0-1,-1 0 1,1 0-1,39-6 2234,1 0 503,-31 3-2196,0 0-1,0 0 0,0-1 1,-1-1-1,1 1 0,-1-1 1,0-1-1,-1 0 0,1 0 1,-1-1-1,0 0 1,-1 0-1,8-9 0,147-210 7314,-34 44-7033,-56 87-861,110-134 0,-158 203 0,-23 25 0,-1 1 0,1-1 0,-1 1 0,0-1 0,1 1 0,-1 0 0,1-1 0,-1 1 0,1 0 0,-1-1 0,1 1 0,-1 0 0,1 0 0,0 0 0,-1-1 0,1 1 0,-1 0 0,1 0 0,-1 0 0,1 0 0,0 0 0,-1 0 0,1 0 0,-1 0 0,1 0 0,0 0 0,-1 1 0,1-1 0,-1 0 0,1 0 0,-1 0 0,1 1 0,-1-1 0,1 0 0,-1 1 0,1-1 0,-1 0 0,1 1 0,-1-1 0,1 1 0,-1-1 0,0 0 0,1 1 0,-1-1 0,0 1 0,1-1 0,-1 1 0,0 0 0,0-1 0,0 1 0,1-1 0,-1 1 0,0 0 0,9 35 0,-7 4 0,-2 0 0,-7 63 0,4-64 0,-41 609 0,7-344 0,28-262 0,-1-1 0,-2 0 0,-2 0 0,-1-1 0,-24 41 0,27-61-17,0 0 1,-2-1-1,0 0 0,-2-1 1,0-1-1,-1-1 1,0 0-1,-38 26 0,25-24 78,-1 0-1,-1-2 0,0-2 1,-1-1-1,-43 12 0,10-9-1007,-128 15-1,-58-14-5972,116-13-1054,18-5-5232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39.35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1 244 8657,'83'-21'1204,"11"3"-284,10-9-224,27 6-124,13 0-120,16 0-4,45 0-428,36-4-556,40-2-524,24 6-2296,30 0-1677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5.92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6 147 11221,'-1'-2'219,"0"1"-1,0-1 1,1 1-1,-1-1 1,1 0-1,-1 1 1,1-1-1,0 0 1,0 0-1,-1 1 1,1-1 0,1 0-1,-1 1 1,0-1-1,0 0 1,1-2-1,13-33 4396,2-6 616,-15 41-5040,0-1 0,0 1 1,-1 0-1,1 0 1,1 0-1,-1 0 0,0 0 1,0 1-1,1-1 1,-1 0-1,1 1 1,0-1-1,-1 1 0,4-3 1,1-1 271,2 4 357,0 3-679,0 1-1,0-1 0,-1 1 0,1 1 1,-1-1-1,0 2 0,0-1 0,0 1 0,-1-1 1,1 2-1,-1-1 0,0 1 0,-1 0 1,1 0-1,-1 1 0,-1-1 0,1 1 1,4 10-1,7 16 220,0 0 0,19 66 1,-30-83-304,9 32-48,-2-1-1,-2 2 1,-2-1-1,-3 1 1,-2 0-1,-1 0 1,-8 73 0,2-20-443,4-98 315,3-5-13,12-7 115,0-1 1,0 0 0,-1-1 0,0-1-1,-1 0 1,-1-1 0,17-18 0,-10 10 43,68-72 166,40-39-142,-125 129-50,140-120 196,-124 108-147,1 1 0,1 1 0,1 0-1,-1 1 1,44-15 0,-57 24-44,0 1-1,1-1 1,-1 1 0,0 0-1,1 0 1,-1 1 0,1 0 0,-1 1-1,0 0 1,1 0 0,-1 0-1,0 1 1,0 0 0,0 0-1,0 1 1,0 0 0,6 3-1,0 2-4,-1 1-1,0 0 0,-1 0 0,0 1 0,0 1 1,-1 0-1,12 18 0,22 30-36,-18-21 63,1-2 0,63 63-1,-80-90-56,0 0 1,0-1-1,1 0 0,0-1 1,1 0-1,0-1 0,0 0 0,0-1 1,0-1-1,1 1 0,0-2 0,0 0 1,0-1-1,21 2 0,-21-4 7,0 0 0,-1-1-1,1 0 1,0-1 0,-1-1-1,1 0 1,-1 0 0,0-2-1,0 1 1,-1-1 0,1-1-1,-1 0 1,0-1 0,0 0-1,-1-1 1,0 0 0,-1 0-1,1-1 1,-2 0 0,1-1-1,7-11 1,32-46 255,9-13 132,76-83-1,-131 161-362,0 0 0,1 0 0,-1 0 0,0 1 0,1-1 0,-1 0 0,1 1 0,-1 0 0,1-1 0,0 1 0,-1 0 0,1 0 0,0 1 0,0-1 0,0 1 0,-1-1 0,1 1 0,0 0 0,0 0 0,0 0 0,0 0 0,0 1 0,0-1 0,0 1 0,-1 0 0,1 0 0,0 0 0,0 0 0,-1 0 0,1 0 0,-1 1 0,1-1 0,-1 1 0,1 0 0,-1 0 0,0 0 0,0 0 0,0 0 0,0 0 0,0 1 0,2 4 0,12 34-664,12 49 1,-16-43-4214,-1 0-5499,-7-22-2827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6.06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34 121 11585,'-26'-48'2272,"19"27"-368,14 6-279,-4-3 743,10 9-1400,-3 0-344,7 15-164,3 0-324,4 6-768,12 15-968,-9 0-844,0 9-2665,3 10-4064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6.29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1 13197,'-1'27'356,"5"185"3031,0-158-1382,2 0 0,3 0 1,2-1-1,34 97 1,-36-125-1607,2-1 0,1 0-1,1 0 1,1-1 0,1-1 0,1 0 0,1-2 0,1 1 0,0-2 0,2 0 0,38 28 0,-43-37-362,0-1 1,0 0-1,1-1 1,0 0-1,0-2 1,1 0-1,0 0 1,0-2-1,0 0 1,0-1-1,1-1 1,0 0 0,-1-2-1,1 0 1,0 0-1,-1-2 1,1 0-1,-1-2 1,1 1-1,-1-2 1,-1 0-1,1-2 1,-1 1-1,0-2 1,0 0-1,27-20 1,-8 2-748,-2-3-1,-1-1 1,-1-1 0,38-50-1,90-150-8492,-98 141 2608,8 7-3838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6.56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135 345 14485,'-11'48'969,"4"-18"719,-14 43 0,0-21 688,-11 35 1400,21-45-2332,1 1 1,2 0 0,-4 66 0,11-89-1263,1 0 0,1 0 1,0 0-1,2 0 1,0-1-1,2 1 0,0-1 1,1 0-1,1 0 1,9 19-1,-11-29-182,1-1 0,-1 0 0,1 0 0,1 0 0,0-1 0,0 1 0,0-2 0,1 1 0,0-1 0,0 0 0,0-1 0,1 0 0,0 0 0,0-1 0,0 0 0,0-1 0,1 1 0,0-2 0,-1 0 0,1 0 0,0-1 0,0 0 0,0 0 0,16-2 0,-12 0 0,-1 0 0,1-1 0,0-1 0,0 0 0,-1-1 0,1-1 0,-1 0 0,0 0 0,-1-1 0,0-1 0,0 0 0,0-1 0,-1 0 0,0-1 0,0 0 0,18-22 0,-11 8 0,-2-2 0,-1 0 0,-1-1 0,-1-1 0,-1 0 0,-1-1 0,-2 0 0,6-29 0,-3-1 0,-3-1 0,-2 1 0,-1-63 0,-6 62-29,-3 0 1,-2 0-1,-3 0 0,-3 1 1,-34-108-1,41 154-541,-1 1 1,0-1-1,-1 1 1,-12-18-1,16 27 382,1 1-1,0 0 1,0 0-1,0 0 1,-1 0-1,1 0 1,0 0-1,-1 1 1,1-1-1,-1 0 1,1 1-1,-1-1 0,1 1 1,-1-1-1,1 1 1,-1 0-1,0-1 1,1 1-1,-1 0 1,0 0-1,1 0 1,-1 1-1,1-1 1,-1 0-1,-2 1 0,0 0-263,0 1 0,0-1-1,1 1 1,-1-1 0,1 1-1,-1 0 1,-4 4 0,5-3-236,1-1 0,0 1 0,-1 0 0,1 0 0,1 0 0,-1 0 0,0 0 0,1 0 0,-2 4 0,-14 39-10675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6.85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0 121 13161,'68'-63'1917,"-59"54"-1166,0 1-1,1 1 1,20-13 0,-24 18-258,-1-1 0,1 1 0,-1 1 0,1-1 0,-1 1 0,1 0 0,10 0 0,-12 1-330,1 1 0,-1-1-1,1 1 1,-1 0 0,1 0-1,-1 0 1,0 1 0,0 0-1,0 0 1,0 0-1,0 0 1,0 0 0,0 1-1,-1 0 1,1 0 0,-1 0-1,0 0 1,3 4 0,4 4 34,-1 1 0,0 0-1,-1 0 1,9 17 0,0 10-66,-2 1 1,-1 0-1,-2 0 0,-1 1 0,-3 1 0,-1-1 0,-2 1 0,-2 1 0,-3 48 0,-1-60-314,-2 0-1,-1 0 1,-1-1 0,-2 1-1,-1-1 1,-1-1 0,-1 0-1,-2 0 1,-1-1 0,-31 50-1,36-67 100,0-1 0,-1 1-1,-11 10 1,18-19 82,0-1-1,1 1 1,-1 0-1,0-1 1,0 1-1,0-1 1,0 0-1,0 0 1,0 0-1,-1 0 1,1 0 0,0 0-1,0 0 1,-1-1-1,1 1 1,0-1-1,-1 0 1,1 1-1,-1-1 1,1 0-1,0 0 1,-1-1-1,1 1 1,-1-1-1,-2 0 1,3 0 23,1 0 0,0 0-1,0 0 1,0 0 0,0 0 0,0 0 0,1-1-1,-1 1 1,0 0 0,0 0 0,1-1-1,-1 1 1,1 0 0,-1-1 0,1 1 0,-1-1-1,1-2 1,-3-25 322,4 16-195,1 1 0,-1-1 0,2 1 0,0 0 0,0-1 0,1 1 0,9-18-1,4-3 129,27-41-1,-15 33-292,1 1 1,3 1-1,48-44 1,123-94-2322,-165 145 1600,-10 8 4,118-93-3131,-113 93 1389,1 1 1,56-27-1,32 2-6816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27.34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1 741 8941,'15'6'462,"1"-1"1,-1-1-1,1-1 1,0 0-1,1-1 1,-1 0-1,0-2 1,1 0-1,-1-1 1,20-3-1,10-4 1196,-1-2 0,65-23 0,-67 18-1087,-1-2-1,0-2 0,-1-1 0,-1-2 0,73-55 1,-93 61-264,-2 0 1,0-2 0,-1 0 0,0 0 0,-2-2 0,0 0 0,-1-1-1,-2 0 1,0-1 0,-1 0 0,-1-1 0,12-40 0,-20 53-196,0 1-1,0-1 1,-1 0 0,0 0 0,-1 0 0,0 0 0,-1 1 0,0-1 0,0 0-1,-1 0 1,-5-14 0,6 20-77,0 0 1,-1 0-1,0 1 0,0-1 1,0 1-1,0 0 0,-1-1 0,1 1 1,-1 0-1,0 0 0,0 1 0,0-1 1,0 1-1,0-1 0,0 1 0,-1 0 1,1 0-1,-1 0 0,0 1 0,1-1 1,-1 1-1,0 0 0,0 0 0,0 0 1,0 1-1,0-1 0,0 1 1,0 0-1,0 0 0,-6 1 0,-1 1 5,1 1-1,0-1 1,-1 2 0,1-1-1,0 1 1,1 1-1,-1 0 1,1 0 0,0 1-1,0 0 1,1 1-1,-12 10 1,-1 4 31,0 1-1,-26 37 1,32-37-55,2 0-1,0 0 1,1 1 0,2 1-1,0 0 1,1 1 0,2 0-1,0 0 1,2 0-1,1 1 1,1 0 0,0 30-1,2-42-55,2 0 0,-1-1 0,2 1-1,0-1 1,0 1 0,1-1 0,1 0-1,0 0 1,1 0 0,1-1 0,9 18-1,-9-21-42,0-1 0,0 0 0,1-1 0,0 1 0,0-1 0,1-1 0,0 1 0,0-1 0,0 0 0,1-1 0,0 0 0,0-1 0,0 0 0,0 0 0,21 5 0,-19-7 35,0 0-1,0-1 1,0 0 0,0-1 0,1 0 0,-1 0 0,0-1-1,0-1 1,0 0 0,0 0 0,0-1 0,0-1-1,-1 0 1,1 0 0,18-12 0,-15 7 100,-1 0 0,0-1 1,-1 0-1,0-1 0,0 0 1,-1-1-1,-1 0 1,0-1-1,-1 0 0,12-22 1,25-51 751,4 2 1,63-81 0,-84 128-527,2 1 0,1 1-1,2 2 1,1 2-1,2 1 1,53-33-1,-75 54-221,1 0 0,0 1-1,0 1 1,1 0 0,0 1-1,0 1 1,1 1 0,-1 0-1,1 2 1,25-2-1,-28 4-54,-1 1 0,1 1 0,-1 0 0,1 1 0,-1 0 0,0 1 0,0 1 0,0 0 0,-1 1-1,0 0 1,0 1 0,-1 0 0,15 12 0,-10-4-1,0 0 0,-1 1 0,-1 1 0,0 0 0,-2 1 0,0 1 0,-1 0 0,-1 0 0,0 1 0,-2 1 0,0 0 0,-1 0 0,7 34 0,-7-16 0,-1 0 0,-2 0 0,-1 0 0,-3 0 0,-1 0 0,-2 1 0,-7 41 0,3-46-5,-2-1 0,-1 0-1,-2 0 1,-1 0 0,-2-2 0,-1 0-1,-38 59 1,24-51 21,-1-1 1,-2-2-1,-1-1 1,-2-1-1,-46 34 1,16-21-775,-1-3 0,-108 55 1,-148 39-6401,141-80-512,-6-14-5069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33.18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1599 1 10673,'0'0'7126,"-12"1"-5974,-22 4-478,1 1 0,-1 2 0,2 1 0,-40 17 0,35-8-198,-1 1 0,2 2 0,-43 34 0,-96 87 1080,136-109-1290,-118 104 725,6 8 0,-231 285 1,329-360-815,3 1 0,-48 91 1,84-136-142,2 1 1,0 0-1,2 1 1,0 0-1,2 0 1,2 1-1,0 0 1,2 1-1,1-1 1,1 34-1,4-42-23,1-1 0,1 1 0,1-1 0,0 1 0,2-1-1,0-1 1,1 1 0,1-1 0,1-1 0,1 0 0,0 0 0,2-1 0,-1-1 0,2 0 0,0 0 0,32 25-1,-10-13-89,1-2 0,1-1-1,1-2 1,2-2 0,0-1-1,82 26 1,-7-13-715,1-4 0,130 14-1,247-6-2719,-378-36 1326,217-26 0,-265 14 194,-1-3 0,0-3 0,-1-2-1,94-42 1,-67 15-4434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33.54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1010 167 6697,'-102'-79'5063,"87"70"-4245,-1-1 0,0 2 0,0 0 0,0 1 0,-26-7 0,0 4-160,0 2-1,0 2 1,-1 2 0,0 1-1,0 3 1,-66 7 0,78-3-515,-1 2 0,1 0 1,0 2-1,1 2 1,0 1-1,0 1 0,1 1 1,1 2-1,-40 26 0,59-34-105,0 0 0,1 0 0,0 1 0,0 0 0,0 0-1,-11 18 1,17-23-32,1-1 1,-1 1-1,1 0 0,-1 0 0,1 0 0,0 0 0,0 0 0,1 0 1,-1 0-1,0 0 0,1 0 0,0 0 0,0 0 0,0 0 0,0 0 1,0 0-1,1 0 0,-1 0 0,1 0 0,0 0 0,0 0 0,0 0 1,0 0-1,1 0 0,-1 0 0,1-1 0,-1 1 0,1 0 1,0-1-1,3 4 0,3 0 1,0 1 1,0-1-1,1-1 1,0 0-1,0 0 1,0-1-1,0 0 0,1 0 1,-1-1-1,1 0 1,0-1-1,0 0 1,0 0-1,0-1 1,18-1-1,15-1 10,0-1 0,57-11 0,-33-1 362,-1-3 1,70-28-1,-10 3 1188,-123 41-1524,0 0 1,0 0-1,-1 0 0,1 1 0,0-1 0,0 1 0,0 0 0,0 0 0,0 0 1,0 0-1,0 0 0,0 1 0,0-1 0,-1 1 0,1 0 0,0 0 0,4 2 0,-5-2-12,0 1 0,0 0-1,-1-1 1,1 1 0,0 0-1,-1 0 1,1 0 0,-1 0-1,1 0 1,-1 0 0,0 1-1,0-1 1,0 0-1,0 1 1,0-1 0,0 3-1,0 7 2,1 0-1,-2-1 0,1 1 0,-2 0 0,1 0 1,-5 17-1,-20 82-1062,16-79-230,1 0 0,-5 53 0,7-36-1012,4-35 575,0 0 0,0 1 1,2-1-1,0 15 0,9 11-7294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33.87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0 332 11721,'6'-50'1786,"-6"48"-1513,1-1 0,-1 1-1,0 0 1,0 0 0,0-1 0,0 1-1,0 0 1,0 0 0,-1 0-1,1-1 1,-1 1 0,-1-4 0,0 1 636,3 3-753,0 0-1,0 0 1,0 1-1,0-1 1,1 1-1,-1-1 1,0 1-1,1 0 0,0-1 1,-1 1-1,1 0 1,0 0-1,-1 0 1,1 0-1,0 0 1,0 1-1,2-2 1,5 3-17,-1 0 0,1 0 0,-1 0 0,0 1 0,0 0 0,0 1 0,0 0 1,13 7-1,32 17 85,-3 2 0,0 2 0,-2 2 0,-1 2 0,-2 2 0,79 86 0,-99-97-253,-1 2-1,-2 1 0,-1 1 0,-1 1 0,-2 0 0,19 45 0,-31-61 6,-1 1 1,-1-1-1,0 1 1,-1 0-1,0 0 1,-2 0-1,1 18 0,-3-23 12,0 1 0,0 0 0,-1 0 0,-1-1 0,0 1-1,-1-1 1,0 0 0,0 0 0,-1 0 0,-11 16-1,7-15 19,-1 0 0,-1-1 0,1 0 0,-2 0 0,1-1 0,-2-1 0,1 0 0,-1-1 0,-1 0 0,1-1-1,-1-1 1,0 0 0,-1 0 0,-26 5 0,37-11 15,1 1 0,-1-1-1,1 0 1,-1 0 0,0 0 0,1 0-1,-1-1 1,1 1 0,-1-1 0,0 0-1,1 0 1,0 0 0,-1-1-1,1 1 1,0-1 0,0 0 0,-4-2-1,5 2-3,0 1 0,0-1-1,0 1 1,0-1 0,0 0-1,1 0 1,-1 0 0,0 0-1,1 0 1,0 0 0,-1-1-1,1 1 1,0 0-1,0-1 1,0 1 0,0-1-1,1 1 1,-1-1 0,1 1-1,-1-1 1,1 1 0,0-6-1,3-2 31,0 0 1,1-1-1,0 1 0,1 0 1,0 1-1,1-1 0,0 1 1,10-13-1,-15 21-45,29-38 74,2 1-1,58-53 1,88-61-208,-75 65-91,183-168-1505,-99 86-1448,3 6-4738,-110 97-478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41.14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4321 1 10293,'0'0'1539,"1"4"-28,7 24 222,5 17 1207,10 66 1,-7 194 1864,-10-131-3353,8 160 346,10 170-323,42-6-478,-58-452-919,-2-9-21,2-1 0,19 53 0,-24-80-40,0-1 0,1 0 0,-1-1 0,2 1 1,-1-1-1,1 1 0,1-1 0,-1-1 0,1 1 1,0-1-1,0 0 0,1 0 0,0-1 0,0 0 0,15 8 1,-15-11-41,-1 0 1,1 0 0,-1-1 0,1 0-1,0-1 1,-1 1 0,1-2 0,0 1-1,-1 0 1,9-3 0,2 1-36,1 0-81,0-1 1,0-1 0,0-1-1,-1-1 1,0 0-1,0-1 1,0-1 0,21-14-1,20-7-301,-55 28 386,0-2 38,-1 0-1,1 1 1,0 0 0,0 0 0,0-1 0,0 2-1,0-1 1,0 0 0,4-1 0,1-1-8,-123 71-649,-2-5-1,-3-5 1,-179 59 0,71-45 211,-272 49 0,-331 15-164,-4-28-288,-61 8-1270,896-115 2182,-593 90-3607,203-15-5330,296-54 2035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42.28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2 870 9637,'0'1'85,"0"0"-1,-1 1 1,1-1-1,0 0 1,-1 0 0,1 0-1,0 0 1,0 0 0,0 0-1,0 0 1,0 1 0,0-1-1,0 0 1,1 0-1,-1 0 1,0 0 0,1 0-1,-1 0 1,1 0 0,-1 0-1,1 0 1,-1 0 0,1 0-1,-1 0 1,1 0-1,0 0 1,0 0 0,1 1-1,1-1 86,1 1-1,0-1 0,-1 0 0,1 0 0,0 0 0,0 0 0,-1-1 0,5 1 0,24 0 623,0-1 0,0-1-1,56-10 1,-17 2-146,375-40 702,1652-154-145,-779 124-1337,659-51 524,-1929 126-255,146-17 357,-162 15-365,0-1 0,0-1 0,53-22 1,-80 28-108,-1 0 0,0-1 0,-1 1 0,1-1 1,0 0-1,-1-1 0,0 1 0,1-1 0,-1 0 0,5-7 1,-7 8-11,0 0 0,0 0 0,-1-1 0,1 1 0,-1-1 0,0 1 0,0-1 0,0 0 0,-1 1 0,1-1 0,-1 0 0,0 0 0,0 1 0,0-1 0,0 0 0,-2-7 0,-2-5 21,3 12-44,0 0-1,0 0 1,0 0 0,0 0-1,0 0 1,1-1 0,0 1 0,0 0-1,0 0 1,0 0 0,1-1-1,0 1 1,-1 0 0,2 0 0,-1 0-1,0 0 1,1 0 0,3-7-1,8-3 23,0 0 0,1 1 0,0 1 0,1 0 0,0 1 0,1 0 0,0 2 0,1-1 0,0 2 0,0 1 0,1 0 0,26-7 0,-42 14 18,1-1 0,-1 1 0,0-1 0,1 1-1,-1 0 1,0 0 0,1 0 0,-1 0 0,0 1 0,0-1 0,1 1 0,-1-1 0,0 1-1,0 0 1,0 0 0,1-1 0,-1 2 0,0-1 0,0 0 0,-1 0 0,1 1 0,0-1-1,0 1 1,-1-1 0,1 1 0,-1 0 0,1 0 0,-1 0 0,0 0 0,1 0 0,-1 0-1,0 0 1,-1 0 0,1 0 0,1 3 0,2 9 125,0-1-1,-1 1 0,-1 0 1,1 21-1,21 627 1731,-17-334-2068,-11 692-4091,-13-738 712,1-97-2384,0-42-2353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43.27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147 4 8961,'-1'-1'291,"0"1"0,0 0-1,1-1 1,-1 1 0,0 0 0,0-1 0,0 1 0,0 0-1,0 0 1,0 0 0,0 0 0,0 0 0,0 0 0,0 0 0,0 0-1,0 0 1,0 1 0,0-1 0,1 0 0,-1 0 0,0 1 0,0-1-1,0 1 1,0-1 0,0 1 0,-2 1-34,1 0 1,0 1-1,0-1 1,0 0-1,0 1 1,0-1-1,0 1 0,-1 3 1,-4 8 207,1 1 0,-7 22 0,13-36-283,-20 68 1106,2 1 1,4 1 0,3 0 0,-3 115-1,43 413 998,-27-570-2219,52 387-839,-13-134-1907,-3 23-2623,-11-105-1798,-4-41-3276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43.78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1160 6 8825,'-2'-1'181,"-1"0"1,1 0-1,-1 0 1,1 1-1,0-1 1,-1 1 0,1 0-1,-1 0 1,1-1-1,-1 2 1,1-1-1,-1 0 1,1 0-1,-1 1 1,1-1-1,-5 3 1,3 0 118,0 0 0,0 0 1,0 0-1,0 1 0,1 0 1,0-1-1,0 1 0,-4 5 0,-32 49 1422,2 2-1,3 1 1,3 2-1,2 1 0,3 1 1,-25 102-1,-63 423 2883,106-541-4336,-173 838 304,-91-20-7995,93-402-3434,103-249 14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0.42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1 12913,'2'2'238,"1"1"1,0-1-1,0 1 0,-1 0 0,0 0 1,1 0-1,-1 0 0,0 0 0,-1 1 1,1-1-1,0 1 0,-1-1 0,0 1 1,0-1-1,0 1 0,0 0 0,0 4 1,6 19 989,0 3-283,-1 1 0,-2 0 0,-1 1-1,-1-1 1,-2 1 0,-3 33 0,0 20 171,-13 342 2013,2-174-2244,13-185-527,14 116 0,-11-168-339,1-1 0,1 1-1,0-1 1,1 0 0,1 0 0,0 0-1,1-1 1,1 0 0,0 0 0,0 0-1,15 15 1,-15-20-47,0-1-1,1 0 1,0-1 0,0 0-1,0 0 1,1-1-1,0 0 1,0-1 0,1 0-1,-1-1 1,1 0 0,0 0-1,0-1 1,1-1 0,-1 0-1,16 1 1,-2-3-112,-1-1 1,0-1-1,0-1 1,0-1-1,0-1 0,0-1 1,-1-2-1,39-17 1,16-13-465,78-51 0,-121 68 470,101-69-389,-77 48 540,90-45 0,-148 86 18,0 0 1,0 0 0,1 1-1,-1-1 1,0 1 0,1-1-1,-1 1 1,1-1 0,-1 1-1,1 0 1,-1 0 0,0 0-1,1-1 1,-1 2-1,1-1 1,-1 0 0,1 0-1,-1 0 1,1 1 0,-1-1-1,0 1 1,1-1 0,-1 1-1,0-1 1,1 1-1,-1 0 1,0 0 0,2 1-1,-1 1 19,1 0 0,-1 0-1,0 1 1,0-1 0,0 1 0,-1-1-1,1 1 1,-1 0 0,0-1-1,1 5 1,-1-4-35,1 0 0,-1 0 0,1 0 0,0 0 1,0 0-1,0-1 0,0 1 0,1-1 0,0 0 0,-1 1 0,1-1 0,0 0 0,1-1 0,-1 1 1,0 0-1,1-1 0,0 0 0,-1 0 0,1 0 0,0 0 0,0-1 0,0 0 0,0 1 0,5-1 1,8 3-112,1-2 1,0 0 0,0-1-1,22-2 1,-33 1 12,52-5-1496,0-2 1,81-21-1,12-2-6816,-144 30 7581,5-2-140,-1-3-4005,2-2-1343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0.57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101 293 5493,'-20'-150'1396,"3"107"-108,0 13-20,11 18-112,-5-3-180,1 0 332,0 0-996,0 3-344,27 24-5744,0 3 1371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0.82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16 0 8229,'-1'13'669,"2"-11"-523,-1 1 0,0-1-1,0 0 1,0 0 0,0 0-1,0 1 1,0-1 0,-1 0-1,1 0 1,-1 0-1,0 1 1,1-1 0,-1 0-1,0 0 1,0 0 0,0 0-1,-1-1 1,1 1 0,0 0-1,-3 2 1,4-3-11,0 0 0,0 0-1,0 0 1,0 0 0,0 0 0,0 0-1,0 0 1,0 0 0,0 0 0,0 0-1,1 0 1,-1 0 0,0 0 0,1 0-1,-1 0 1,1 0 0,0 1 0,0-1 169,0 2-117,1 0 0,-1-1-1,1 1 1,0 0 0,0-1 0,0 0 0,0 1 0,1-1 0,-1 0 0,1 0 0,-1 0 0,1 0 0,0-1-1,-1 1 1,1-1 0,0 0 0,0 0 0,0 0 0,0 0 0,0 0 0,0 0 0,1-1 0,-1 0 0,3 1 0,14 0 97,-1-1 0,34-3-1,-29 1-13,93-9 459,-55 2 579,-138-3-458,21 15-647,44-1-456,-1-1 0,0 0 0,0-1 0,1 0 0,-1-1 0,0 0 0,1-1 0,-1 0 0,1-1 0,-13-4 0,21 5-126,1 1 0,-1 0 0,1-1-1,0 0 1,-1 1 0,1-1 0,0 0 0,0 0 0,0 0 0,-3-5 0,5 6 31,-1 0 1,0-1-1,1 1 1,0 0-1,-1 0 0,1-1 1,0 1-1,-1 0 1,1-1-1,0 1 1,0 0-1,0-1 1,0 1-1,0-1 1,1 1-1,-1 0 1,1-3-1,12-19-7030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1.08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18 1 10145,'-3'5'612,"1"1"-1,-1-1 1,1 1 0,0 0-1,1 0 1,-1 0 0,1 0 0,0 0-1,1 0 1,0 0 0,0 11-1,2-5-131,0 1-1,1-1 1,0 0 0,6 16-1,18 76 1062,-26-101-1370,22-13 74,-12 3-217,0 0 0,0-1 0,-1 0 0,0-1 0,0 0 0,12-15 0,11-11 16,-20 23-35,0 0-1,1 1 1,0 0-1,1 1 1,0 0-1,1 2 1,25-12-1,-34 18-5,0 0-1,1 0 0,-1 1 0,1 0 0,-1 0 0,1 0 0,-1 1 1,1 0-1,-1 1 0,1 0 0,-1 0 0,1 0 0,-1 1 0,0 0 1,0 1-1,0-1 0,0 1 0,0 1 0,0-1 0,7 7 0,-5-3-130,-1 0-1,0 0 0,-1 1 0,1 0 0,-2 1 1,1 0-1,-1 0 0,-1 0 0,1 0 1,5 17-1,14 22-3116,9-2-4146,-3-15 234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1.48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153 9 11769,'-1'-1'200,"-1"0"-1,1 0 1,-1 0-1,1 1 1,-1-1-1,0 0 1,1 1 0,-1-1-1,0 1 1,0-1-1,1 1 1,-1 0-1,0 0 1,0 0 0,0 0-1,1 0 1,-1 0-1,0 1 1,-2 0-1,1 1 246,1 0 0,0 0 0,-1 0 0,1 0 0,1 1 0,-1-1 0,0 1 0,0 0 0,1 0 0,0-1 0,-1 1 0,0 4 0,-10 27 1115,1 1-1,2 0 1,1 0 0,-5 54 0,6-35-759,-19 163 964,21-143-3219,6 110 0,2-140-2380,19 83 1,-4-75-3087,7-1-4511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2.39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14 640 11549,'-13'-9'1964,"39"-12"-376,28-18-396,6 3-135,14-1-1,16-2-220,18-9-132,22-3-148,8-1-80,12-2-180,11 3-360,3 0-472,0 5-712,0 4-848,-10 6-3033,-13 9-4088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2.58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28 0 12621,'-27'82'2100,"37"-49"-395,-3-18-341,-11 9-320,4 6-268,4-9-164,2 6-296,-6-5-348,4-1-296,2 0-468,-2 0-408,9-6-432,1 0-337,16-18-9612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3.09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59 4620,'2'-4'199,"-1"1"0,1 0 0,0 0 0,0 1 0,0-1 0,0 0 0,1 1 0,-1-1 0,1 1 0,-1 0 0,1 0 0,0 0 0,0 0 0,0 0 0,0 1 0,6-3 0,2 0 251,0 2 0,0-1 0,19 0-1,-13 1-7,-12 1-266,1 1 1,-1 0 0,0 0 0,1 0 0,-1 1 0,1-1-1,-1 1 1,0 1 0,1-1 0,-1 1 0,0 0-1,0 0 1,0 0 0,6 5 0,-9-4-82,0 0-1,0-1 1,0 2 0,0-1 0,-1 0 0,0 0-1,0 0 1,1 1 0,-2-1 0,2 6 0,-2-2-47,1 0 0,-2 0 0,1 0 1,-1 0-1,0 1 0,0-1 0,-1 0 0,-4 10 1,0 7-235,5-22 51,1 1-2,-1 1 106,-1 1 9,3 19-17,1-17 243,0 1 0,1 0-1,-1-1 1,8 14 0,3 10 936,-11-23-927,-1 1 1,0-1-1,-1 1 1,0-1-1,0 1 0,-1-1 1,0 1-1,0-1 0,-1 1 1,-4 10-1,-3 12 56,-18 36-1,22-56-541,0 0 0,1 0 0,0 0 0,1 0 0,-3 15 0,6-22 8,0 1 1,0 0 0,0-1-1,1 1 1,-1 0-1,1-1 1,1 1-1,-1-1 1,0 1-1,1-1 1,0 0-1,0 0 1,0 0-1,1 0 1,4 7 0,16 13-1006,8 10-232,-30-32 1463,1 0 0,-1 0 0,0 0 0,0 0 0,0 0 0,0 1 1,0-1-1,0 0 0,0 0 0,-1 1 0,1-1 0,-1 1 0,1-1 0,-1 3 0,-1 5 122,-1 1 1,-1-2-1,1 1 1,-1 0-1,-1 0 1,0-1-1,0 0 0,-1 0 1,0 0-1,-1 0 1,0-1-1,-12 14 1,2 1 8,14-20-94,7-4-124,10-1-126,1-1 0,-1-1 0,0 0 0,-1-1 0,1-1-1,-1 0 1,23-14 0,94-71-2478,-40 26 1830,-20 20 1355,95-67 3414,-150 100-3175,2-2-14,0 0 1,-2 0 0,20-24-1,-30 32-918,-1 0-1,1 1 1,0 0-1,1 0 1,-1 0 0,11-6-1,10-7-2097,-3 3-253,14-5-616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35.040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47 667 10957,'0'0'73,"0"1"-1,0-1 1,0 1 0,-1-1-1,1 1 1,0-1 0,0 1-1,0-1 1,0 1 0,0-1-1,-1 1 1,1-1 0,0 1-1,0-1 1,-1 1 0,1-1-1,0 1 1,-1-1 0,1 0 0,-1 1-1,1-1 1,0 0 0,-1 1-1,1-1 1,-1 0 0,1 0-1,-1 1 1,1-1 0,-1 0-1,1 0 1,-1 0 0,1 1-1,-1-1 1,0 0 0,-15-13 3055,4 0-1295,11 13-1575,1-1-1,-1 1 0,1-1 0,-1 1 1,1-1-1,0 1 0,-1-1 0,1 0 1,-1 1-1,1-1 0,0 1 0,0-1 1,-1 0-1,1 1 0,0-1 0,0 0 1,0 1-1,0-1 0,0 0 0,0 1 1,0-1-1,0 0 0,0 0 0,0 1 1,0-1-1,0 0 0,1 0 0,14-18 1541,27-7-1292,-23 20-169,0 0 1,1 1-1,-1 1 0,1 1 1,25-1-1,-29 3-204,735-14 2326,198 53-2259,207 2-218,-992-40 18,0-7 0,176-31 0,-304 32-94,-1-2 0,0-1 0,-1-2 0,0-1-1,48-25 1,-72 32-25,-1-1-1,1 0 0,-1 0 1,0-1-1,0 0 1,-1-1-1,12-13 0,-18 17 25,1 0-1,0 0 0,-1 0 1,0 0-1,0-1 0,0 1 1,-1 0-1,1-1 0,-1 0 1,0 1-1,-1-1 0,1 0 0,-1 1 1,0-1-1,0 0 0,0 1 1,0-1-1,-1 0 0,0 1 1,-2-6-1,-1-1-131,0 0-1,-1 0 1,-1 1 0,1 0 0,-2 0-1,0 0 1,0 1 0,0 0-1,-1 0 1,0 1 0,-1 0 0,-11-8-1,-8-4-893,-1 1 0,-57-29-1,-65-17-3248,50 32-2230,35 18-2363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35.81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945 18 8133,'-3'-18'3045,"8"27"1682,6 17-658,-7-10-4499,-2 0 1093,-1-1 0,0 1 1,-3 20-1,1 8 379,1 65 866,-10 310 2768,-102 489-1577,-48-6-3254,-13-81 207,-50-16-697,124-540-3348,33-141-444,48-95 1318,-1-2 0,-25 27 0,5-14-8284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36.33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17 2946 6093,'-7'-35'1270,"2"-1"0,2 1 0,1-1 0,4-41 0,24-147 3914,-9 136-3738,35-108 0,44-85 52,-76 227-1286,366-853 1563,-272 689-2003,263-374 1,-372 585 169,7-12-218,1 1 0,0 0 0,1 1 0,1 0 0,1 1 0,0 1 0,25-17 0,-39 31 175,-1 0 0,1 0 0,-1 0 0,1 1 1,-1-1-1,1 0 0,-1 1 0,1 0 0,0-1 0,-1 1 1,1 0-1,0 0 0,-1 0 0,1 0 0,0 0 1,-1 0-1,1 0 0,0 0 0,-1 1 0,1-1 0,2 2 1,-1-1-76,0 1 0,-1 0 0,1 0 0,-1 0 0,1 0 0,-1 0 0,0 1 0,0-1 0,0 0 0,0 1 0,1 3 0,3 3-850,-2 2 1,1-1-1,-1 1 1,0-1-1,3 20 1,4 53-6791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36.86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1 159 5380,'0'-3'162,"0"0"0,0 0 0,0 0 0,0 0 0,1 0-1,-1 0 1,1 0 0,0 0 0,0 0 0,0 1-1,0-1 1,0 0 0,1 0 0,-1 1 0,1-1 0,0 1-1,0-1 1,0 1 0,0 0 0,0 0 0,0 0-1,1 0 1,-1 0 0,1 0 0,-1 1 0,5-3 0,9-4 486,0 1 1,0 1 0,27-8 0,-34 11-412,39-9 697,1 1-1,82-6 0,107 7 614,-214 9-1412,651 9 2142,3 29-1245,-569-31-911,335 27 247,393 15-655,-599-45-3334,-238-3 3570,0 0 0,0 0 0,0 0 0,0 0 0,0 0 0,0 0 0,1-1 0,-1 1 0,0 0 0,0 0 0,0 0 0,0 0 0,0 0 0,0 0 0,0-1 0,0 1 0,0 0 0,0 0 0,0 0 0,0 0 0,0 0 1,0-1-1,0 1 0,0 0 0,0 0 0,0 0 0,0 0 0,0 0 0,0-1 0,0 1 0,0 0 0,0 0 0,0 0 0,0 0 0,0 0 0,0 0 0,0-1 0,0 1 0,0 0 0,0 0 0,-1 0 0,1 0 0,0 0 0,0 0 0,0 0 0,0 0 0,0-1 0,0 1 0,-1 0 0,1 0 0,0 0 0,0 0 0,0 0 0,0 0 0,0 0 0,0 0 0,-1 0 0,1 0 0,0 0 0,0 0 0,0 0 0,-12-8-1201,6 6 695,0 1 0,0 0 0,1 0 1,-1 0-1,0 1 0,-9 0 0,-63 8-5102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37.28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0 155 5124,'14'17'639,"-11"-12"-218,1 0 0,-1 0 0,1 0 0,0-1 0,1 1 0,-1-1 0,1 0 0,0 0 0,0-1 0,0 1 0,0-1 0,1 0 0,-1-1 0,1 1 0,9 2 0,6-3 835,1 0 1,0-1-1,30-3 0,-44 1-934,1 0 0,-1-1 0,-1 1-1,1-1 1,0-1 0,0 0 0,-1 0-1,1 0 1,-1-1 0,0 0-1,0 0 1,-1-1 0,7-5 0,-6 4-112,-3 2 1,0 1 1,0-1 0,0 0 0,-1 0 0,1 0 0,-1-1-1,0 1 1,0-1 0,-1 1 0,1-1 0,-1 0-1,3-9 1,-5 9-130,0 1-1,1-1 0,0 1 1,0 0-1,0 0 0,1-1 1,-1 1-1,1 0 1,0 0-1,0 0 0,1 1 1,-1-1-1,1 0 0,-1 1 1,1 0-1,0-1 0,1 1 1,-1 0-1,0 1 1,1-1-1,0 1 0,-1-1 1,1 1-1,0 0 0,0 0 1,0 1-1,1-1 0,3 0 1,20-5 68,0 0 0,0 2 1,1 2-1,33-1 0,124 7 105,-139-1-234,789 36-5372,-370 0-4253,-237-16-836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0:37.66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31 10 10441,'-30'-9'7153,"40"21"-5317,20 3 68,23-6-208,24-3-260,37 3-260,27 6-296,26 3-164,28 6-211,16-3-549,13 0-845,7-2-819,-3-16-1636,0 6-3085,-4 12-5916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01.32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247 109 10377,'0'-5'470,"0"0"0,1 0 1,0 0-1,0 0 0,0 0 0,0 1 1,1-1-1,-1 0 0,1 1 0,1-1 1,-1 1-1,4-6 0,-4 8-86,-1-1 0,1 1 0,-1-1 0,1 1 0,-1-1 1,0 0-1,0 0 0,-1 1 0,2-6 0,1-3 3311,-6 14-2489,-1 1-940,0 1 0,0-1 0,1 1 1,0 0-1,0 0 0,0 1 0,0-1 0,-3 11 1,-14 57 1075,8-27-596,11-42-683,-114 396 2859,25 8-2856,86-375-66,0 1 0,3 0 0,0 0 0,3 0 0,0 0 0,14 61 0,-11-75 0,1-1 0,0-1 0,2 1 0,0-1 0,16 26 0,-17-33 0,0-1 0,1-1 0,0 1 0,0-1 0,1-1 0,1 1 0,-1-1 0,1-1 0,18 10 0,-21-14 0,0 0 0,0-1 0,1 0 0,-1-1 0,1 1 0,-1-2 0,1 1 0,-1-1 0,1 0 0,0 0 0,11-3 0,-9 2 0,1 0-3,1-2-1,0 1 1,-1-2 0,0 1-1,1-2 1,-1 1 0,16-11-1,70-51-320,-74 50 190,20-16-31,99-67-217,-114 82 318,-1 2 1,2 0-1,43-14 1,-38 18 9,1 1 1,1 1-1,47-4 1,-70 12 40,0 0 0,0 1 1,0 0-1,0 1 0,0 0 1,-1 1-1,1 1 0,0 0 1,-1 1-1,0 0 0,0 0 1,22 13-1,-28-13 8,-1 0-1,0 1 0,0-1 1,0 1-1,0 0 0,-1 0 1,0 1-1,0-1 1,0 1-1,-1 0 0,0 0 1,0 0-1,3 9 0,0 7-373,0 0-1,5 35 1,-6-23-533,-3-20-94,-1 0-1,0 24 1,-2-28 213,1 0 1,0 0 0,1 0-1,0-1 1,3 14 0,-3-20 579,0 0 0,0-1 0,1 1 0,-1-1 0,0 1 0,1-1 0,0 0 0,-1 0 0,1 1 0,0-1 0,0 0 0,0-1 0,1 1 0,-1 0 0,0 0 0,1-1 0,-1 0 0,1 1 0,-1-1 0,1 0 0,0 0 0,4 1 0,3 0-49,1-1-1,-1 1 1,0-1-1,1-1 1,-1 0-1,1-1 1,-1 0-1,1 0 1,-1-1-1,0-1 1,0 1-1,0-2 1,0 1-1,13-8 1,11-7 159,-2-2 0,49-38 0,-64 45 92,199-177 2091,4-2 3014,-218 191-5024,0-1 0,0 1 0,0 0 0,0-1 0,0 1 0,0 0 0,0 1 0,1-1 0,-1 0-1,0 1 1,1-1 0,-1 1 0,0-1 0,1 1 0,-1 0 0,1 0 0,-1 0 0,0 1 0,1-1-1,-1 0 1,0 1 0,1 0 0,-1-1 0,0 1 0,0 0 0,0 0 0,1 0 0,-1 1 0,0-1-1,0 0 1,-1 1 0,1 0 0,2 2 0,5 5 83,-2 0 0,1 0 0,-1 1-1,-1 0 1,6 12 0,-9-17-87,3 6 1,0-1 1,1 0-1,1 0 0,0 0 1,0-1-1,1 0 0,0-1 1,18 13-1,-20-16-39,1 0 0,0-1 0,0 0-1,1-1 1,-1 1 0,1-2 0,0 1 0,-1-1-1,1 0 1,0-1 0,0 0 0,0-1 0,13 0-1,-12-1 22,-1 0-1,1-1 1,0 1-1,-1-2 0,1 0 1,-1 0-1,14-7 0,-19 8-17,0 0 0,0-1 0,0 1 0,-1-1 0,1 0 0,-1 0 0,0 0 0,0-1-1,0 1 1,0-1 0,-1 1 0,1-1 0,-1 0 0,0 0 0,0 0 0,0-1-1,-1 1 1,0 0 0,0 0 0,2-9 0,-3 4-14,0 1 1,-1-1-1,0 0 0,0 0 1,0 1-1,-1-1 0,-1 1 1,0-1-1,0 1 0,0 0 0,-1 0 1,0 0-1,0 1 0,-1-1 1,0 1-1,-1 0 0,-10-10 1,-7-7-219,-1 2 1,-2 0-1,-39-26 1,56 42-14,-8-5-185,1 0 0,-21-9 0,29 17-184,0 0 0,0 0 1,0 1-1,0 0 1,0 0-1,-1 1 0,1 0 1,-10 0-1,11 1-309,-2-1-427,2 2-3973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01.70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191 842 9693,'-6'-12'385,"3"8"-183,0 0-1,1-1 1,0 1-1,0-1 1,0 1-1,0-1 1,1 0-1,0 1 1,0-1-1,0 0 1,0 0-1,2-13 4519,-4 22-4053,-27 53-175,1 1 1,4 1-1,1 2 0,-26 110 1,50-168-492,-1-1 1,0 0 0,1 1-1,-1-1 1,1 1 0,0-1-1,0 0 1,0 1 0,0-1-1,0 1 1,1-1 0,-1 0 0,1 1-1,-1-1 1,1 0 0,0 0-1,0 1 1,0-1 0,0 0-1,0 0 1,0 0 0,1 0-1,-1 0 1,1 0 0,0 0 0,-1-1-1,1 1 1,0-1 0,0 1-1,0-1 1,0 0 0,4 2-1,-1-1 0,0-1-1,0 0 0,0 0 0,0 0 1,0-1-1,0 0 0,0 0 0,0 0 1,0-1-1,0 0 0,0 0 1,0 0-1,0 0 0,0-1 0,6-3 1,7-4-63,0 0 1,-1-2 0,-1 0 0,0-1 0,0-1 0,-1 0 0,-1-1 0,0 0 0,17-25 0,4-10-494,54-102 0,-55 81 352,-2-2-1,-5-1 0,-2-1 1,-3-1-1,-4-1 1,14-133-1,-11 24 589,-20 180-299,-1 1 0,0 0 0,0 0 0,0 0 0,-1 0 0,0 0 0,1 0-1,-4-8 1,4 11-70,0 1 0,0 0 0,0-1-1,0 1 1,-1 0 0,1-1 0,0 1-1,0 0 1,0 0 0,-1-1 0,1 1-1,0 0 1,0 0 0,-1-1 0,1 1-1,0 0 1,-1 0 0,1 0 0,0-1-1,0 1 1,-1 0 0,1 0 0,0 0-1,-1 0 1,1 0 0,0 0 0,-1 0-1,1 0 1,-1 0 0,1 0 0,0 0-1,-1 0 1,1 0 0,-1 1 14,-1-1 0,1 1 0,0 0 1,0 0-1,0 0 0,0 0 0,0 0 0,0 0 0,0 0 1,1 0-1,-1 1 0,0-1 0,0 2 0,-9 17 164,1 1-1,1 0 1,1 0 0,1 1-1,0-1 1,-2 28 0,-7 143 439,12-127-426,-4 42-40,-5 138-1560,15-82-3279,3-117-205,0-3-2935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01.85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60 9409,'87'-24'1548,"-37"15"-488,11 3-220,2 3-240,1 3-692,6-3-784,1-6-1108,6 6-1148,16 0-1257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03.83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415 766 9729,'0'0'3483,"3"-1"-1906,27-4 1358,-26 5-1690,6-9 1129,13-19 4574,-16 14-4102,4 4-2001,-1 1-539,-8 7-34,-3 5-101,-23 49-1662,23-50 1452,0-4-313,-1 0 302,1-1-1,0 1 0,-1 0 0,1 0 0,-1 0 0,0 0 1,1 1-1,-1-1 0,0 0 0,0 1 0,0-1 0,-1 1 1,1 0-1,0 0 0,0 0 0,-4-1 0,0-2 89,4 3-111,-2 0-35,0 1 88,1 0 23,0 0 1,0-1-1,0 1 1,0-1-1,0 1 1,0-1 0,0 0-1,0 0 1,0-1-1,0 1 1,1 0-1,-1-1 1,1 0-1,-1 1 1,1-1 0,-4-3-1,7 3 2,-1-1 0,0 1 0,0 0 0,1 0 0,-1 0 0,1 0 0,0 0 0,-1 0 0,1 0-1,0 0 1,0 0 0,2-2 0,-1 1 8,3-7 20,0 0 0,0 0 0,1 1 0,8-11 1,27-37 87,38-63 90,63-121 126,-39 64 197,-124 185-468,9 0-28,1 0 0,0 1 1,0 1-1,1 0 0,0 0 1,1 1-1,-16 23 1,-49 94 143,59-98-171,-16 28 76,3 2 1,-26 79-1,44-108-39,2 1 0,1 0 0,2 0 1,1 1-1,1-1 0,3 54 0,5-45-97,1 0-1,2 0 1,1-1 0,3 0-1,1-1 1,22 46-1,14 13-302,67 99 0,-99-171 287,43 77-194,-53-90 226,-2 0-1,1 0 0,-2 0 0,0 1 0,0-1 1,1 18-1,-4-26 26,-1 0 1,0 0-1,0 1 0,-1-1 1,1 0-1,-1 0 0,0 0 1,0 0-1,-1 0 1,1 0-1,-1 0 0,0 0 1,-1-1-1,1 1 1,-1-1-1,-3 5 0,0-2 0,0-1 0,0 0 0,-1 0 0,0-1 0,0 0 0,0 0 0,-1-1 0,-14 7 0,-7 0-5,0-1 1,-1-1-1,0-2 0,-39 4 0,2-2-406,-1-3-1,1-3 0,-1-3 0,-106-13 0,165 12 137,-33-8-549,41 8 743,0 1 0,0-1 0,-1 1 0,1-1 0,0 0 0,0 0 0,0 1 0,0-1 0,0 0 0,0 0 0,0 0 0,0 0 0,0 0 0,0-1 0,0 1 0,1 0 0,-1 0 0,0 0 0,1-1 0,-1 1 0,1 0 0,0-1 0,-1 1 0,1 0 0,0-1 0,0 1 0,0 0 0,0-2 0,1-5-519,0 1-1,1 0 1,0 0 0,1 0-1,0 0 1,0 1-1,0-1 1,1 1 0,0-1-1,0 1 1,0 0-1,1 1 1,0-1 0,0 1-1,0 0 1,1 0-1,0 1 1,0-1 0,0 1-1,7-3 1,62-28-8454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04.41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633 117 7433,'0'-8'524,"1"1"0,0-1 0,0 1 0,0-1 0,1 1 0,0 0 0,5-10 0,-7 15-198,1 0 0,0 0-1,0-1 1,-1 1 0,0-1 0,1 1 0,-1 0 0,0-1-1,0 1 1,0-1 0,0 1 0,-2-5 0,2 3 338,-1 3-570,1 1-1,-1-1 1,1 1 0,-1-1-1,1 1 1,-1-1 0,0 1 0,1-1-1,-1 1 1,0-1 0,1 1 0,-1 0-1,0 0 1,1-1 0,-1 1-1,0 0 1,0 0 0,1 0 0,-1 0-1,0 0 1,-1 0 0,1 0 131,-5-1-86,0 1 0,1 0 0,-1 0-1,0 0 1,0 1 0,1 0 0,-1 0 0,0 1 0,1-1 0,-1 1 0,1 0 0,-1 1 0,-5 3 0,-4 1 43,-20 9 90,1 2-1,1 1 0,1 2 1,-32 26-1,-110 106 239,168-148-500,-14 13 2,2 1 0,-1 1 0,2 0 0,1 2 0,1 0 0,0 0 0,-12 29-1,26-49-9,0 0-1,0 0 1,0 0-1,0 0 0,0 0 1,1 0-1,-1 0 0,1 1 1,-1-1-1,1 0 1,0 0-1,0 1 0,0-1 1,0 0-1,1 0 0,-1 1 1,0-1-1,1 0 0,0 0 1,-1 0-1,1 1 1,0-1-1,2 2 0,-1-2 1,0 0-1,0 0 1,0-1-1,0 1 1,1-1-1,-1 0 1,1 1-1,-1-1 1,1 0-1,-1-1 1,1 1-1,-1 0 1,1-1-1,0 1 1,0-1-1,2 0 1,11 0 2,0 0 0,-1-2 0,1 0 0,28-7 0,1-7 2,0-1 1,0-2-1,-2-3 0,76-49 1,49-25 5,-166 95-11,0-1 1,1 1-1,-1 0 1,1 0-1,0 0 0,-1 0 1,1 1-1,0-1 1,-1 1-1,1 0 0,0-1 1,0 1-1,-1 0 0,1 1 1,0-1-1,0 0 1,4 2-1,-6-1 2,1 0 0,-1 0-1,1 0 1,-1 0 0,1 0 0,-1 1 0,0-1-1,0 0 1,0 1 0,0-1 0,0 1 0,0-1-1,0 1 1,0 0 0,0-1 0,-1 1 0,1 0-1,-1 0 1,1 2 0,0 7 11,0 0-1,0-1 1,-2 1 0,1 0-1,-1-1 1,-5 19 0,-5 11 54,-2 1 1,-26 56-1,-14 40 0,43-103-136,1 1-1,2 1 1,1-1-1,2 1 1,2 0-1,2 51 1,2-70-352,0 1 0,1-1 0,0 0 0,2 0 0,0 0 0,1-1-1,0 1 1,1-1 0,1-1 0,1 1 0,0-2 0,1 1 0,1-1 0,0-1 0,15 15 0,-16-18 210,0-1 0,1-1 0,0 0 0,1 0 0,-1-1 0,2-1-1,-1 0 1,0 0 0,1-1 0,0-1 0,1 0 0,-1-1 0,0 0 0,1-1 0,0-1 0,-1 0 0,1-1-1,0 0 1,-1-1 0,1-1 0,0 0 0,-1-1 0,0 0 0,1-1 0,13-6 0,-1 0 306,-1-2 0,-1 0 1,0-2-1,-1 0 0,38-32 1,-22 12 210,-2-2 0,38-48-1,35-42-50,44-54-586,111-109 89,-264 288 240,50-42 167,5-5-5227,-43 36 936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05.78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704 111 10565,'-2'13'892,"-1"0"0,0 0 0,-1 0 1,0 0-1,-1 0 0,0-1 0,-1 0 0,-12 18 0,-106 192 5641,-42 120-2877,44-86-2234,-58 184-296,165-401-1051,3-6-89,0 1 0,-10 55 0,21-85-73,4-8-39,21-53-134,-3 0-1,15-65 1,6-16-55,43-92-153,70-109-260,-94 224 489,103-147 0,-134 222 190,0 1-1,3 2 0,1 1 1,1 2-1,3 1 1,76-52-1,-95 73 36,1 1 0,0 1 0,1 1 0,0 1 0,30-8 0,-44 14 12,-1 0-1,1 1 1,0 0 0,0 0 0,0 1-1,0 0 1,0 0 0,0 0 0,-1 1-1,1 0 1,0 0 0,0 1 0,-1 0-1,1 0 1,0 0 0,-1 1 0,0 0 0,0 0-1,0 1 1,0 0 0,9 7 0,-12-7 2,0 0 0,0 0 0,0 0 0,0 1 0,0-1 0,-1 0 0,0 1 0,0 0 0,0-1 0,-1 1 0,1 0 0,-1 0 1,-1 0-1,1 0 0,0 0 0,-1 0 0,0 0 0,-1 0 0,1 0 0,-1 0 0,0 0 0,0 0 0,0 0 0,0 0 0,-5 8 1,-2 5-12,0-1 0,-2 0 0,0-1 0,-1 0 0,-19 22 0,-58 57-925,-5-4 1,-111 85-1,-20 17-1323,215-185 2095,0 0-1,1 0 1,0 1 0,0 0 0,1 1 0,0 0 0,0 0 0,1 1-1,-6 13 1,12-22 121,0 0 0,-1 1 0,1-1 0,0 0 0,0 1 0,0-1 0,1 0 0,-1 0 0,1 1 0,-1-1 0,1 0 0,0 0 0,-1 0 0,1 0 0,0 0 0,1 0 0,-1 0 0,0 0 0,0 0 0,1 0 0,-1 0 0,1-1 0,0 1 0,-1-1 0,1 1 0,0-1 0,3 2 0,4 4-59,1-1 1,1 0-1,19 8 0,404 182 432,-417-189-320,1 0-1,-1-2 0,1 0 1,0 0-1,1-2 0,-1 0 1,1-1-1,-1-1 1,1-1-1,-1-1 0,1 0 1,35-8-1,-22 2-25,-1-2 1,0-1-1,0-1 1,-1-2-1,0-1 1,41-27-1,-54 30 59,-1-2-1,17-15 0,-32 27-35,0 0 173,-2-1-162,0 0 1,-1 0-1,1 1 0,-1-1 0,0 1 0,1 0 1,-1-1-1,0 1 0,0 0 0,0 0 0,0 0 1,-2-1-1,1 3-9,0 0-1,0 0 1,0 0 0,1 0 0,-1 0 0,0 0-1,1 1 1,-1-1 0,1 1 0,-1 0-1,1 0 1,0 0 0,0 0 0,0 0-1,0 0 1,0 0 0,0 1 0,0-1 0,-1 5-1,2-7-9,0 1-1,0 0 0,1 0 0,-1 1 1,0-1-1,1 0 0,-1 0 0,1 0 1,0 0-1,-1 0 0,1 1 0,0-1 1,-1 0-1,1 0 0,0 1 0,0-1 0,0 0 1,0 0-1,0 1 0,0-1 0,1 0 1,-1 0-1,0 0 0,1 1 0,-1-1 1,1 0-1,-1 0 0,1 0 0,-1 0 1,1 0-1,0 0 0,0 0 0,-1 0 1,1 0-1,0 0 0,0 0 0,0 0 1,0-1-1,0 1 0,0 0 0,0-1 1,0 1-1,1-1 0,-1 1 0,2 0 1,7 1-31,1-1 1,-1 0 0,1-1 0,0 0 0,-1-1-1,1 0 1,0-1 0,-1 0 0,19-6 0,-5 2-19,31-11-9,0-3 1,-2-2 0,93-53-1,-115 59 48,5-5-398,-1-1 0,-1-2 0,61-56 0,78-102-2950,-142 143 3429,-1-2 0,-2-1-1,-2-1 1,-2-2 0,-1 0 0,-3-1 0,17-58 0,-32 90 225,-4 12 773,-4 6-10,-1 5-635,-19 36 28,3 1 1,1 1-1,3 1 1,1 1-1,-7 52 1,-25 257 367,40-263-675,4 0 0,10 104 1,-5-183-121,0 1 1,1-1 0,0 0 0,1 0-1,1 0 1,1 0 0,10 19 0,-15-36-21,1 1 1,-1-1-1,1 1 0,-1-1 1,1 0-1,-1 0 1,0 0-1,0 0 0,1 0 1,-1 0-1,0 0 1,2-3-1,-1 2 2,0 0 0,-1 0-1,1 0 1,0-1 0,-1 1 0,0-1 0,1 1-1,-1-1 1,0 0 0,0 1 0,-1-1-1,1 0 1,0 0 0,-1-3 0,1-41 41,-1 30-49,-14-163-187,3 72-3000,10 105 2913,1 1 0,0-1 0,0 1 0,1-1-1,-1 1 1,1-1 0,-1 1 0,1-1-1,0 1 1,-1 0 0,3-4 0,-2 4-140,0 1 0,0-1 0,0 1 1,0-1-1,1 1 0,-1 0 1,0-1-1,1 1 0,-1 0 0,1 0 1,0 0-1,-1 0 0,1 0 0,0 1 1,-1-1-1,3 0 0,10-3-5496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06.10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204 19 8969,'7'-18'3749,"-16"39"1000,-8 18-2879,-29 72-322,5 2-1,-30 139 1,62-212-1426,1 1 0,3 0 0,1 0 0,3 72 0,2-104-104,0 0 1,0-1 0,1 1 0,0 0 0,0-1 0,1 0-1,0 0 1,1 0 0,-1 0 0,2 0 0,9 13 0,-12-18 1,-1-6 6,1-2-61,0 0 0,0 0 0,-1 0 0,1 0 0,-1 0 0,-1-1 0,1 1 0,0-9 0,-11-49-1151,-16-36-4876,25 96 3418,5-12-9027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06.23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28 0 7881,'0'0'7320,"-10"21"-6536,3-6-3,0 9-929,4 0-217,13-11-2651,0 2 1136,13-18-6493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06.42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31 0 11165,'7'12'9221,"-1"10"-8709,4-7-104,0 9-152,-3-3-356,-4 15-600,-6 24-264,0-8-472,-7 2-384,-7 3-617,-3 6-1627,0 7-2993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06.59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0 348 10113,'84'-82'1476,"-44"43"-20,0 6-180,0 3-140,1 6-199,5-1-185,5 4-228,2 0-304,4-6-796,4 9-765,-11 0-627,3 9-2072,4 9-2941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4.81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364 384 10429,'3'-16'751,"0"-1"340,-2 2 4526,-19 33-2552,13-12-2693,0 0 0,1 0 0,0 1 0,0-1 1,1 1-1,0 0 0,-4 14 0,-11 59 1563,4-16-850,3-22-494,-51 173 1587,13-75-1273,-45 139 409,74-221-985,-19 91 0,35-132-320,2 0 1,0 1 0,0-1 0,2 0 0,2 31-1,-2-44-49,1 1-1,0-1 1,-1 1-1,1-1 1,1 1-1,-1-1 1,1 0-1,0 0 1,0 0-1,0 0 1,0 0-1,1 0 1,-1 0-1,1-1 1,0 1-1,0-1 1,1 0-1,-1 0 1,1 0-1,-1 0 1,1-1-1,0 1 1,0-1-1,0 0 1,0 0-1,8 2 1,1-2-120,0 0 1,0-1-1,1 0 0,-1-1 1,0-1-1,0 0 0,1-1 1,-1 0-1,13-4 0,119-45-1203,-124 43 1185,372-175-1918,64-26 785,-437 202 1372,1 0 1,-1 2 0,1 0 0,0 1-1,33-2 1,-49 6-18,1 0 0,0 0 0,0 1 0,-1-1 0,1 1 1,0 0-1,-1 1 0,1-1 0,-1 1 0,0 0 0,1 1 0,-1-1 0,0 1 0,0 0 0,0 0 0,-1 1 1,1 0-1,-1-1 0,0 1 0,0 1 0,0-1 0,-1 0 0,1 1 0,-1 0 0,3 6 0,0 2 74,-6-11-113,1 0 0,0 0 0,-1 0 0,1 0 0,0 0 0,0-1 0,0 1 0,0 0 0,0-1 0,1 1 0,-1-1 0,0 1 0,1-1 0,-1 1 0,1-1 0,-1 0 0,1 0 0,0 0 0,0 0 0,-1 0 0,1 0 0,0 0 0,0-1 0,0 1 0,3 0 0,5 0-41,0 1-1,-1-2 1,1 1-1,0-1 0,0-1 1,0 0-1,0 0 1,0-1-1,-1 0 0,1-1 1,16-7-1,1-3-122,0-1 0,37-28 0,-13 8-3,-41 30-7,-9 10 80,-16 21 40,3-5 10,13-20 43,0 0-1,0 0 1,0-1 0,0 1 0,0 0 0,1-1 0,-1 1 0,1-1 0,-1 1 0,1-1 0,-1 1 0,1-1 0,0 0-1,3 2 1,0-3-35,-1 0-1,1 0 0,0-1 0,-1 1 1,1-1-1,-1 0 0,1-1 0,-1 1 1,1-1-1,-1 1 0,5-4 1,7-1-23,17-8 4,0-2 0,0-1 0,-2-2 0,0-1 1,-1-2-1,32-29 0,97-83 37,-146 122-15,1 1 1,0 0-1,25-14 1,-36 23 23,1 0 0,0 0 1,0 0-1,0 0 1,0 1-1,0 0 1,1 0-1,-1 0 1,0 0-1,0 1 0,1-1 1,-1 1-1,0 0 1,1 1-1,-1-1 1,0 1-1,1-1 0,-1 1 1,8 3-1,-1 2-101,1-2-1,0 1 0,0-2 1,0 0-1,1 0 0,-1-1 1,1 0-1,0-1 0,-1-1 1,1 0-1,0-1 0,-1 0 1,1-1-1,-1 0 1,1-1-1,-1 0 0,0-1 1,0-1-1,0 0 0,-1 0 1,20-13-1,-24 12 66,-1 0-1,1-1 1,-2 0-1,1 0 1,-1 0-1,0 0 1,0-1-1,-1 0 1,0 0-1,0 0 1,-1-1-1,0 1 1,2-11-1,-1 6-6,1 0 1,0 0-1,1 0 0,10-16 0,3 6-176,2 1 0,0 0 0,2 1 0,0 2 0,1 0 0,29-16 0,-6 2-165,490-372-993,-511 387 1756,49-26-1,-74 43-342,-1 0 0,1 1 0,0-1 0,0 1 0,0-1 0,0 1 0,0-1 1,0 1-1,0 0 0,0-1 0,0 1 0,1 0 0,-1 0 0,0 0 0,0 0 0,0 0 0,0 0 0,0 0 0,0 0 0,0 0 0,0 0 0,0 1 0,0-1 0,0 1 0,0-1 0,0 0 0,0 1 0,0 0 0,0-1 0,0 1 0,0-1 0,0 1 0,0 0 0,-1 0 0,1 0 0,0-1 0,-1 1 0,1 0 0,0 0 0,-1 0 0,1 0 0,-1 0 0,0 0 0,1 0 0,-1 0 0,0 0 0,1 0 0,-1 0 0,0 0 0,0 0 0,0 1 0,0 1 0,0 5 104,1 0 0,-2 1 0,1-1-1,-1 1 1,-4 14 0,-14 40 259,-3-1 0,-41 80 0,26-62-241,7-16-510,-43 112-692,65-151-572,-7 41 1,13-49-114,0 0 0,1 0 0,2 25 0,5-5-6289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5.970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28 4712 6593,'-3'0'166,"-16"2"1067,18-2-1180,1 0 1,0 1-1,-1-1 1,1 1-1,-1-1 1,1 0-1,0 1 1,-1-1-1,1 1 1,0-1-1,0 1 1,-1-1-1,1 0 1,0 1-1,0-1 1,0 1-1,0 0 1,-1-1-1,1 1 1,0-1 0,0 1-1,0-1 1,0 1-1,0-1 1,0 1-1,0-1 1,1 1-1,-1-1 1,0 1-1,0-1 1,0 1-1,1 0 54,-1 1-1,1-1 0,-1 0 0,1 0 1,0 0-1,-1 0 0,1 0 1,0 0-1,0-1 0,-1 1 1,1 0-1,0 0 0,0 0 0,0-1 1,0 1-1,0-1 0,0 1 1,0 0-1,0-1 0,1 0 1,-1 1-1,0-1 0,0 0 0,0 0 1,0 1-1,1-1 0,-1 0 1,0 0-1,2-1 0,46-3 1606,-39 2-1430,68-13 900,0-4 0,0-3 0,-2-4 0,-1-2 0,121-67 0,264-170 1063,-348 190-1803,201-176 0,-107 50-1353,-9-10 0,-10-7 0,263-400-1,-336 426-517,-7-4-1,-9-4 1,103-306-1,-156 373 616,-5-1 0,-7-3 0,20-174 0,-45 231 75,-3-1 1,-4 1 0,-4-1-1,-3 1 1,-3 0 0,-4 1-1,-25-83 1,-17-3-2860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7.84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1384 269 4608,'-15'-69'1888,"14"66"-1724,0 0 0,1 0 0,0 0 0,-1 0 0,1 0 0,1 0 0,-1 0 0,0 0 1,2-5-1,-1-11 380,-3 2 83,-2 1 1,0 0-1,-1-1 0,-1 1 1,-13-27-1,11 25-7,7 16 155,-1 4-230,-4 7-268,1 0 0,0 1 0,0 0 0,1 0 0,0 0-1,1 0 1,0 1 0,0-1 0,0 16 0,-12 39 448,-13 10-52,-2-1 0,-46 80 0,-77 106 164,20-51-407,-99 169-20,117-161-224,10 5 0,-124 383 0,75-7-20,152-587-164,1-6-4,0 0 1,0-1-1,0 1 1,0 0-1,1 0 1,0 0-1,0-1 1,0 1-1,1 0 0,0 0 1,0 0-1,0-1 1,2 6-1,-3-9 4,0 0-1,1 0 0,-1 0 1,1 0-1,0 0 0,-1 0 0,1 0 1,0 0-1,-1 0 0,1 0 1,0 0-1,0 0 0,0-1 0,0 1 1,2 1-1,-1-2-2,0 0-1,1 0 1,-1 1-1,0-2 1,1 1 0,-1 0-1,1 0 1,-1-1-1,0 1 1,0-1-1,1 0 1,-1 0 0,0 0-1,0 0 1,0 0-1,3-2 1,0 0-16,0 0 0,0-1 0,-1 0 0,1 0 0,-1 0 0,5-6 0,66-94-407,38-48-182,-89 125 470,0 0 0,2 1 0,39-28 0,3 6-95,1 3 1,3 4-1,99-43 1,243-69-327,-205 93 352,1 8-1,237-26 1,437 6-9,-566 63 162,165 0-18,-258-1-8,-176 7 38,66-8-101,-99 9-3,-1-1-1,0-1 1,0 0-1,0-2 1,16-6-1,0-10-782,-31 22 878,1-1 1,-1 1-1,1-1 1,-1 1-1,1-1 1,-1 1-1,1-1 1,-1 0-1,0 1 0,1-1 1,-1 0-1,0 1 1,1-1-1,-1 0 1,0 1-1,0-1 1,0 0-1,0 1 1,0-1-1,0 0 1,0 1-1,0-1 1,0 0-1,0 0 1,0 1-1,0-1 0,0 0 1,-1 1-1,1-2 1,-16-16-611,10 12 352,-5-3-458,0-1-1,0 2 1,-1-1-1,0 1 1,-1 1-1,-17-7 1,-27-8-4570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8.07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321 0 5400,'-64'154'4073,"41"-84"-1680,3 0 0,-15 102 0,6-27-1168,-22 116-72,-14 58-2536,54-268-180,-9 90 0,18-11-4257,7-66 103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8.30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419 111 6229,'14'-16'789,"2"1"1,0 1 0,31-22 0,-40 32-509,0 0 1,0 0-1,0 1 1,1 0-1,-1 0 0,1 1 1,-1 0-1,1 0 1,0 1-1,0 0 1,0 1-1,0-1 0,0 1 1,8 2-1,-1 1-16,0 0-1,0 2 1,0-1-1,-1 2 1,0 0-1,0 1 1,-1 0-1,1 1 1,-2 1-1,1 0 1,-1 1-1,0 0 1,-1 0-1,-1 1 1,0 1-1,10 14 1,-3-3-59,-2 0 1,-1 1 0,-1 1-1,0 0 1,-2 1-1,-2 0 1,0 0 0,6 34-1,-11-36-147,-1 0 0,-1 0 0,-2 0 0,0 0 0,-1 0 0,-2 0 0,0 0 0,-2 0 0,0 0 0,-2-1 0,0 0-1,-2 0 1,-1-1 0,0 0 0,-2-1 0,0 0 0,-1-1 0,-1 0 0,-1-1 0,-1-1 0,-24 22 0,3-7-137,-2-3 0,-1 0 1,-2-3-1,0-2 0,-2-1 0,-68 26 0,-89 17-2709,0-24-4947,153-36 522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8.58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9 149 9073,'-1'3'1399,"-2"5"-918,3-7-402,-1 0-1,0 1 0,1-1 1,-1 0-1,1 1 0,0-1 1,-1 0-1,1 1 0,0-1 1,0 0-1,0 1 0,0-1 0,0 1 1,0-1-1,0 0 0,0 1 1,1-1-1,-1 0 0,0 1 1,1-1-1,-1 0 0,1 1 1,0-1-1,-1 0 0,1 0 1,0 0-1,0 0 0,0 1 0,-1-1 1,1 0-1,0-1 0,1 1 1,-1 0-1,0 0 0,2 1 1,17 12 363,0-1 1,0-1 0,2-1 0,-1-1 0,1-1 0,32 9-1,145 29 573,-171-42-892,22 5 59,0-3 0,57 2 0,-90-8-134,1-2 0,0 0 0,-1-1 0,1 0 0,-1-2 1,1 0-1,-1-1 0,-1 0 0,28-14 0,-40 17-41,0 0-1,0-1 1,0 1 0,0-1-1,-1 0 1,1 0-1,-1 0 1,0 0 0,0-1-1,0 1 1,0-1 0,-1 0-1,0 1 1,1-1-1,-1-1 1,-1 1 0,1 0-1,0 0 1,-1-1-1,0 1 1,0-1 0,-1 1-1,1-1 1,-1 1 0,0-1-1,0 1 1,0-1-1,-1 1 1,-1-7 0,0 2-8,0 1 1,-2-1 0,1 0 0,-1 1-1,0 0 1,0 0 0,-1 0 0,0 1 0,-1-1-1,0 1 1,0 1 0,0-1 0,-15-11-1,4 7-3,0 0-1,-1 1 0,-1 1 1,0 0-1,0 2 0,0 0 1,-1 1-1,0 1 0,0 1 0,-34-3 1,31 5 10,0 1-1,1 2 1,-1 0 0,0 1-1,1 1 1,-1 2 0,1 0-1,0 1 1,-30 13 0,43-15-5,0 1 1,0-1 0,0 2-1,1-1 1,0 1-1,0 0 1,1 1 0,0 0-1,0 0 1,0 1-1,1 0 1,0 0 0,1 0-1,0 0 1,-8 19 0,10-20-112,1 0 1,0 0 0,1 0 0,0 0 0,0 0 0,1 1 0,-1-1-1,1 0 1,1 1 0,1 10 0,1-8-313,-1 0-1,2-1 1,-1 1-1,1 0 1,1-1 0,0 0-1,0 0 1,13 16-1,112 125-10854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8.84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0 157 6633,'27'-8'1281,"0"0"1,1 2-1,45-4 1,37-7 1162,-105 16-2355,38-8 1161,0-3 1,77-31 0,-118 42-1183,1 0 1,-1 0-1,0 0 1,0 0 0,-1-1-1,1 1 1,0 0-1,0-1 1,-1 0 0,1 1-1,-1-1 1,1 0-1,-1 0 1,2-3 0,-3 4-55,0 1 0,1-1 0,-1 1 0,0-1 0,0 1 0,0 0 0,0-1 0,0 1 0,0-1 0,0 1 0,0-1 0,0 1 0,0 0 0,-1-1 0,1 1 0,0-1 0,0 1 0,0-1 0,0 1 0,-1 0 0,1-1 0,0 1 0,0 0 0,-1-1 0,1 1 0,-1-1 0,-19-4 208,2 5-156,0 1-1,0 0 1,0 2 0,1 0-1,-1 1 1,1 1 0,-1 1-1,1 0 1,1 1 0,-1 1-1,1 0 1,1 1 0,0 1-1,0 1 1,1 0 0,0 1-1,1 0 1,0 1 0,-12 16-1,9-9-103,1 1-1,0 0 1,2 1-1,1 0 1,1 1-1,0 1 1,2-1-1,1 2 1,1-1-1,0 1 1,2 0-1,2 0 1,-2 31-1,5-21-577,2 0-1,1 0 1,2-1 0,1 0-1,12 39 1,-9-46-1162,1 0-1,1 0 1,25 42 0,6-7-4874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9.10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1 293 4600,'68'-143'1088,"-63"134"-893,0 0-1,1 1 1,0-1 0,0 1 0,1 0 0,0 1 0,0 0-1,1 0 1,0 0 0,0 1 0,1 0 0,0 1-1,0 0 1,14-6 0,-11 5 106,-1 0-103,1 1 0,-1 1 0,1 0 0,0 1 0,0 0 0,0 1 0,0 0 0,0 1 1,1 0-1,-1 1 0,0 0 0,1 1 0,-1 0 0,0 1 0,0 1 0,0 0 0,0 0 0,0 1 0,-1 1 0,0 0 0,0 0 1,0 1-1,0 1 0,-1 0 0,12 10 0,-7-4-43,-1 0 0,-1 1 0,0 0 0,0 1 0,-2 1 1,0-1-1,0 2 0,-2 0 0,0 0 0,-1 1 0,-1-1 0,0 2 0,-2-1 1,0 1-1,4 29 0,-7-23-5,-2-1 0,0 1 0,-2 0-1,-1-1 1,0 1 0,-12 39 0,5-33-17,-1 0-1,-1-1 0,-2-1 1,-28 46-1,32-60-21,-1 0-1,0 0 1,-1-1-1,-1 0 0,0-1 1,-1-1-1,-1 0 1,1-1-1,-27 14 0,32-21-30,7-7-20,12-12-12,27-23-353,103-79-3585,-47 39-1865,-33 30-857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19.19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27 7901,'0'0'1844,"14"-12"-580,6 3 508,3 6-2320,4 0-1032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40.58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278 129 9381,'0'0'6274,"2"-2"-4980,55-84 5711,-56 83-6682,-1 0 0,0 0 0,0 0 0,0 0 0,0 0 0,0 0 0,-1 0 1,0-6-1,-2 2 866,3 26-180,5 61-300,-4 0-1,-3 0 1,-4 0 0,-3-1-1,-34 135 1,-46 84-2960,-20-4-5520,64-170 143,9-2-5050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40.87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22 0 14117,'-3'3'254,"1"0"0,0-1 0,1 1-1,-1 0 1,0 0 0,1 0-1,0 0 1,-1 0 0,1 0 0,0 0-1,1 0 1,-1 1 0,0 5 0,0 53 2006,1-30-932,4 188 3289,25-4-4684,-13-129-1259,4 24-2874,-13-80-903,14 40 0,-10-50-1989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41.78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225 424 12585,'16'-4'567,"-11"2"-333,0 0 0,0 1 0,1 0 1,-1 0-1,0 0 0,1 0 0,-1 1 1,0 0-1,1 0 0,-1 1 1,8 1-1,-4 0 189,0 0 1,0 1-1,-1 0 0,1 0 1,13 8-1,-18-8-309,0-1 0,-1 1 0,1-1 0,-1 1 0,1 0 0,-1 1 0,0-1 0,0 1 0,0-1 0,-1 1 0,1 0 0,-1 0 0,0 0 0,3 8 0,-2 1-34,0-1-1,-1 0 1,-1 1-1,0-1 0,-1 1 1,0 0-1,-1-1 1,0 1-1,-1-1 1,0 1-1,-1-1 1,-1 0-1,0 0 0,0 0 1,-1-1-1,-1 0 1,-12 20-1,-10 10 10,-2-1-1,-1-1 0,-42 39 1,51-55-27,-68 62 48,56-55-107,-42 48 0,74-76 17,9-3-33,0 0-1,0 0 0,0-1 0,0 0 1,-1 0-1,1-1 0,-1 1 0,8-6 1,-5 4-19,217-129-1222,-124 68 493,-78 51 604,52-34-394,3 4 0,144-60 1,-213 101 669,0 0 1,0 0 0,0 1-1,15-2 1,-23 4-77,0-1 0,-1 1-1,1 0 1,0 0 0,0 0 0,0 0 0,-1 0-1,1 1 1,0-1 0,-1 0 0,1 1-1,0 0 1,-1-1 0,1 1 0,0 0 0,-1 0-1,1-1 1,-1 1 0,1 0 0,-1 1 0,0-1-1,1 0 1,-1 0 0,0 1 0,0-1 0,0 0-1,0 1 1,0-1 0,0 1 0,0 0 0,-1-1-1,1 1 1,-1-1 0,2 4 0,-2 4 72,0-1 0,0 0 0,0 0-1,-1 0 1,0 0 0,-1 0 0,0 0 0,0-1 0,-4 11 0,2-8-26,1 0 0,0 0-1,1 1 1,0-1 0,0 14 0,0-1 11,2 24 104,0-45-199,0 0 1,1 0-1,-1 0 1,1 0 0,0 0-1,-1 0 1,1 0 0,0 0-1,0-1 1,0 1 0,0 0-1,1 0 1,-1-1 0,0 1-1,1-1 1,-1 0-1,1 1 1,0-1 0,-1 0-1,3 2 1,4 0-18,-1-1-1,1 1 1,-1-2 0,1 1-1,0-1 1,-1 0 0,1 0-1,0-1 1,0 0 0,0 0-1,-1-1 1,1 0 0,0-1-1,-1 1 1,15-6 0,5-3-119,-1-1 0,0-1 0,27-18 0,-4-1-374,-1-2 0,59-54-1,75-89-461,-92 72 885,-43 38 13,40-72-1,-66 103-45,-11 19 20,-6 8-118,-1 1-1,2 0 1,-1 0-1,1 0 1,0 0-1,1 1 1,-1 0 0,1 0-1,0 0 1,1 1-1,0 0 1,7-5-1,-11 9 26,4 1 111,0 0-1,0-1 1,0 0-1,0-1 1,0 0-1,-1 0 1,1 0-1,0 0 1,8-6-1,14-4 30,-22 9 27,1 0 1,-1 0 0,-1-1 0,1 0-1,0-1 1,-1 1 0,11-11 0,36-43 72,-32 32 4,-19 23-24,9-3 54,-10 5-85,-1 1 0,1-1 0,0 1-1,0 0 1,-1-1 0,1 1 0,0 0-1,0-1 1,0 1 0,-1 0 0,1 0-1,0 0 1,0-1 0,0 1 0,0 0-1,-1 0 1,1 0 0,0 1 0,0-1-1,1 0 1,17 14 59,44 39 173,25 23 486,-85-71-675,1-1-1,-1 1 1,0 0-1,0 0 1,0 0-1,-1 0 0,0 1 1,0-1-1,0 1 1,-1-1-1,1 1 0,-1 0 1,-1-1-1,1 1 1,-1 0-1,0 0 0,0 0 1,-1-1-1,0 1 1,0 0-1,-2 6 1,-3 11 26,-1 1 1,-1-1-1,-19 38 1,-64 98-219,55-102-428,-29 66 0,63-118 567,0-1-1,1 1 0,-1-1 0,1 1 0,0-1 0,0 1 0,1 0 0,-1-1 0,1 1 1,0 0-1,1-1 0,-1 1 0,1 0 0,0-1 0,0 1 0,0 0 0,3 4 0,-2-7 58,0-1-1,0 0 0,0 0 0,0 0 0,1-1 0,-1 1 0,0-1 0,0 1 0,1-1 0,-1 0 0,1 1 0,-1-1 0,0-1 0,3 1 1,0-1 111,-1 0 1,0 0 0,1 0 0,-1-1 0,0 0 0,7-4 0,21-6 711,-32 16-767,-1 4-73,0 0-1,0 0 1,-1 0 0,0-1 0,0 1 0,-1-1 0,0 1 0,0-1-1,-1 0 1,-8 13 0,-7 7-114,-31 33 0,18-22-188,21-25-99,0-2 0,-1 1 0,-1-2-1,0 0 1,0 0 0,-28 14 0,38-22-132,3-6-627,2-6 538,0 1-1,1-1 1,0 0-1,0 1 1,1 0-1,0 0 1,1 0-1,0 0 1,0 1 0,1-1-1,12-12 1,16-13-3656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42.41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3180 320 6821,'-36'-91'1550,"34"85"-1311,-1 0-1,0-1 1,0 1-1,-1 0 0,0 1 1,0-1-1,-1 1 0,1-1 1,-1 1-1,0 1 1,0-1-1,-1 1 0,1 0 1,-1 0-1,0 0 1,-9-3-1,11 4-91,-15-6 175,-1 1-1,0 1 1,0 0 0,0 2-1,0 0 1,-1 1 0,-37-2-1,11 5 75,1 1 1,-65 9-1,37 3-63,2 4 1,-1 3 0,2 2-1,1 4 1,-128 65 0,45-5 418,-196 145 0,152-86-159,6 8-1,-250 259 1,50 56 43,329-380-516,5 3 1,4 2-1,-71 166 1,109-218-86,0 1 0,3 0 0,2 1 0,1 0 0,2 1 0,-2 65 0,9-89-23,1 0-1,0 1 0,2-1 0,0 0 0,1 0 1,1 0-1,1-1 0,0 0 0,1 0 0,1 0 1,1-1-1,1 0 0,0 0 0,1-2 0,1 1 1,22 23-1,-9-17-22,1-2 1,1 0-1,0-2 1,2-1-1,0-1 1,0-1-1,2-2 1,0-1-1,0-2 1,59 13-1,-4-8-141,1-4-1,167 1 0,-94-18 16,0-6 1,-1-7-1,0-7 1,-2-7-1,247-86 1,-173 31 6,-4-10 0,418-248 0,-428 207 44,228-190 1,-319 224 22,-6-7 1,202-242 0,-268 284 27,-3-2 1,-3-2-1,42-88 1,-74 127 17,0 0 0,-3-1 0,-1-1 0,-1 0 0,-2-1 0,-2 0 0,-2 0 0,-1-1 0,-2-59 1,-3 77 15,-1-1 0,-2 1 0,0 0 0,-1 0 0,-1 1 0,-1 0 0,-1 0 0,-1 0 0,0 1 0,-15-21 0,10 20-8,-1 1 0,-1 1 0,0 0 0,-2 1 0,0 1 0,-1 1 0,0 0 0,-1 2 0,-1 0 0,-25-11 0,-14-4-22,-2 2-1,0 2 1,-1 4-1,-2 2 0,-85-12 1,0 14-528,-1 7 0,-173 10 1,-300 62-4724,444-34 1145,16 4-2208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47.56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0 408 5785,'12'2'238,"-5"-2"-31,0 1-1,0 1 1,0 0-1,0-1 1,-1 2-1,1-1 1,-1 1 0,11 6-1,35 27 1344,-1 1 0,49 49-1,53 39-472,-142-117-995,1-1 1,0 0-1,1-1 1,-1 0-1,1-1 1,1 0-1,-1-1 0,0 0 1,1-1-1,24 1 1,-19-3-11,-1-1 0,1-1 0,0-1-1,-1-1 1,1 0 0,-1-1 0,23-9 0,-7 0-48,-2-2 0,1-2 0,-2 0 0,-1-3 1,0 0-1,-1-2 0,49-47 0,-12 1-1217,-4-2 1,-2-4 0,64-102 0,-68 89-1973,1 5-1200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48.53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12 100 7461,'-2'-9'-6,"-1"-1"840,1 0 0,0 0 0,1 0 0,0 0 1,0 0-1,2-18 0,0 25 24,11 17 589,-5-4-1197,0 1 1,-1 0-1,0 0 1,0 0-1,-1 0 1,0 1-1,-1 0 1,4 22-1,11 108 583,-14-89-480,27 169 421,-24-187-668,1 0 0,1 0 0,2-1 0,19 37 0,-25-58-62,2 0 0,-1-1 0,1 0 0,1-1 1,0 0-1,1 0 0,0-1 0,20 16 0,-21-20-21,0 0-1,0-1 0,0 0 1,1-1-1,-1 0 0,1-1 1,0 1-1,1-2 0,-1 0 1,0 0-1,1 0 0,17-1 1,-2-3-17,1 0 0,-1-2 0,0-1 0,0-1 0,0-2 0,-1 0 0,36-17 1,-6-2-373,0-3 0,56-41 0,-46 25-1022,-3-4 0,-1-2 0,86-96 0,-35 19-3096,7-6-2478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48.99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30 52 10017,'-4'-6'624,"1"-1"1,0 1-1,0-1 0,1 0 1,-3-8-1,5 11 1906,-6 23-774,4-1-1406,1 0 1,1 0-1,0 1 1,6 30-1,0 10 26,-4-17-182,2-1 1,2 1 0,1-1 0,3 0 0,1-1 0,24 59 0,-30-90-168,0 1 1,1-1-1,0 0 0,1-1 0,0 1 0,0-1 0,1-1 1,0 1-1,0-1 0,1 0 0,-1-1 0,2 0 0,-1-1 1,1 0-1,-1 0 0,1-1 0,1 0 0,-1-1 0,0 0 1,19 2-1,3-1-109,0-1 0,0-2 0,0-1-1,0-2 1,58-10 0,-33 0-786,-1-1-1,-1-3 1,61-27-1,65-41-5987,-61 22-1449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49.77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0 7017,'8'23'1550,"-8"-23"-1517,0 0 0,0 1-1,0-1 1,1 0-1,-1 0 1,0 0-1,0 1 1,0-1 0,0 0-1,0 0 1,0 0-1,0 0 1,0 1-1,0-1 1,0 0-1,1 0 1,-1 0 0,0 0-1,0 1 1,0-1-1,0 0 1,0 0-1,1 0 1,-1 0-1,0 0 1,0 0 0,0 0-1,1 0 1,-1 1-1,0-1 1,0 0-1,0 0 1,1 0 0,-1 0-1,0 0 1,0 0-1,0 0 1,1 0-1,-1 0 1,0 0-1,0 0 1,1-1 0,7 2 297,0-1 0,-1 1 0,1 0 0,0 1 0,0 0 1,0 0-1,-1 1 0,1 0 0,-1 0 0,0 1 1,7 4-1,-3-1 62,0 2 0,0-1-1,-1 2 1,0-1 0,16 21 0,0 8 369,-1 2-1,37 78 0,-45-82-372,-1-2-141,-9-18-55,0 1 1,1-2-1,1 1 1,1-1 0,0-1-1,1 1 1,16 15-1,-25-28-166,1 0-1,0 0 0,0 0 0,0-1 1,0 1-1,1-1 0,-1 1 0,0-1 1,1 0-1,-1-1 0,1 1 1,-1-1-1,1 1 0,-1-1 0,1 0 1,-1 0-1,1 0 0,-1-1 1,1 1-1,-1-1 0,6-2 0,3-1 24,0 0-1,0-1 1,-1-1-1,20-12 1,25-21-400,-2-1 1,51-50-1,21-38-4030,-71 73-691,1 6-2975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51.57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53 4556,'0'0'8914,"0"-3"-8419,9-21 699,3 0 4785,-11 23-5444,-2 4-490,-1 0 0,1 1 1,0-1-1,1 1 1,-1-1-1,0 0 0,1 1 1,0-1-1,0 1 0,0-1 1,0 1-1,1-1 1,-1 1-1,1-1 0,0 1 1,0-1-1,0 0 0,0 1 1,1-1-1,-1 0 1,1 0-1,4 5 0,3 6 41,2 0-1,-1-1 0,22 19 0,-1-4-48,2-1 0,0-2 0,2-1 0,65 32 0,-27-21-465,119 38 0,-59-34-1302,152 25-1,144-1-5965,-179-33-549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52.00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31 54 8665,'-8'-33'2197,"6"27"1929,1 4-3678,0 1 0,0 0-1,0 0 1,-1 0 0,1 0 0,0 0 0,-1 0 0,1 0-1,-1 0 1,1 0 0,-6-1 2936,26 9-1944,113 36-803,243 45-1,144-12-9258,-377-58 4532,96 14-6225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52.53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30 4644,'6'-1'13683,"2"-7"-10696,3-10-3232,-10 15 2591,-1 8-1664,2 11-494,-1 0 1,2 0-1,0 0 1,1-1-1,1 1 0,0-1 1,1 0-1,1 0 1,13 22-1,9 9-183,54 68 1,-34-57-792,3-2 1,81 68 0,131 84-3745,-237-188 4012,151 113-5429,13 0-3710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53.15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123 106 5477,'0'-2'156,"0"1"0,0-1 0,0 0 0,0 0 0,0 0 1,-1 0-1,1 1 0,-1-1 0,1 0 0,-1 0 0,0 1 1,1-1-1,-1 0 0,0 1 0,0-1 0,0 1 1,0-1-1,-1 1 0,1-1 0,0 1 0,-1 0 0,1 0 1,-3-2-1,3 2-15,1 0 1,-1 1-1,1-1 1,-1 0-1,1 0 1,0 1-1,-1-1 0,1 0 1,0 0-1,-1 0 1,1 1-1,0-1 1,0 0-1,0 0 0,0 0 1,0 0-1,0 0 1,0 1-1,0-1 1,0 0-1,1 0 1,-1-1-1,3-13 1002,-2 12 91,-5-5 527,-8-11 3889,1 34-5294,0 1 0,1 0 1,1 1-1,1 0 0,0 1 0,1-1 0,1 1 1,-4 21-1,7-27-227,2 1 0,-1 0 0,2-1 0,0 1 0,0 0 0,1-1 0,1 1 1,0 0-1,0-1 0,2 0 0,-1 1 0,2-1 0,7 17 0,0-9-44,1 0-1,0-1 0,2 0 1,0-1-1,1 0 0,1-2 1,0 0-1,1-1 1,40 26-1,-13-14-302,1-2 0,2-2 0,70 24-1,-9-12-1632,183 33 0,122-7-5922,-343-52 5691,210 27-8627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54.503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37 107 8541,'0'0'12477,"-3"-2"-11901,-28-23 3138,33 23-3395,25-51 422,-25 51-984,-20-10-8896,2 2 3644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56.03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78 1516 4624,'0'0'8274,"-16"-25"-8160,12 23-110,-23-4-46,4 9-7,16-2 136,12-4 663,27-14-528,1 2 0,59-18 0,277-48 157,7 26-240,-316 47-114,1019-101 174,3 44-91,-314 22-81,2564-319 673,-2229 194-185,-768 123-617,-251 41 163,-79 4-40,-7 2-129,-38 36 286,39-36-147,6-2-46,89 4 18,143-12 0,-144 3-6,1331-74-414,-1381 77 382,274-22 10,-260 16 14,0-2 0,0-3 1,75-26-1,-120 34 4,0 0 0,-1-1 0,1 0 1,-1-1-1,0 0 0,-1-1 0,0 0 1,0 0-1,-1-1 0,0 0 0,0-1 1,13-20-1,9-23 147,-27 45-130,0 0 0,0 1 0,0-1 0,1 1-1,0 0 1,1 0 0,-1 0 0,1 1 0,1 0 0,-1 0 0,12-7 0,0 3 7,0 2 0,1 0 0,1 1 0,-1 1-1,1 0 1,0 2 0,31-3 0,144-2-3422,-194 9 3346,1 0-311,0 0 0,1 0 1,-1 0-1,0-1 0,0 1 1,0-1-1,0 0 0,0 0 1,0 0-1,0 0 0,3-1 1,-1-1-1189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56.36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1257 188 4228,'-18'-76'1473,"18"74"-1335,-1-1-1,1 0 1,0 0-1,0 1 1,0-1-1,0 0 0,1 0 1,-1 1-1,1-1 1,0 0-1,-1 0 1,1 1-1,3-5 1,0-4 396,3-27 2004,-2 18 485,8 54-1430,-2 10-1290,-2 0-1,-3 0 1,-1 1-1,-2 0 1,-2 0-1,-2 0 1,-2 0-1,-9 45 1,-15 51 139,-53 166 0,-207 495-693,-67-22-2585,125-329-318,87-176-229,-32 72-2930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57.04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107 661 2692,'148'-166'2086,"-69"73"-1236,-24 27-11,-3-2 1,59-105-1,-60 100 90,-50 71-895,0 0 0,1 1 0,-1-1 0,0 1 0,1-1 0,0 1 0,-1 0 1,1 0-1,0 0 0,-1 0 0,1 0 0,0 0 0,0 0 0,0 0 0,0 1 0,0-1 0,0 1 0,0-1 0,0 1 1,0 0-1,0 0 0,0 0 0,0 0 0,0 0 0,0 0 0,0 1 0,0-1 0,0 1 0,0-1 0,3 2 1,0 1 39,-1-1 0,1 1 0,-1-1 0,0 1 1,0 1-1,0-1 0,0 0 0,0 1 1,-1 0-1,0 0 0,4 5 0,5 13 160,-1-1 0,0 1 0,-2 1-1,-1 0 1,0 0 0,6 42-1,-4-4 191,1 98-1,-12-34-125,-6-1 1,-5-1-1,-38 162 1,-116 357 419,34-197-431,-112 417-471,74 19-1271,157-761 627,4 0 0,6 1 0,6 0 0,35 237 0,-3-213-2122,12-23-1041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58.047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1986 3464,'3'-9'190,"0"0"-1,1 0 1,0 0-1,1 1 1,0 0-1,0-1 1,0 2-1,1-1 1,1 1-1,-1 0 1,1 0-1,0 0 1,1 1-1,0 0 1,14-8-1,12-5 138,2 2-1,58-21 0,-60 25-96,254-86 669,425-88 1,222 19-529,13 46-171,1483-111-14,11 60 70,729-23 153,-2951 182-310,455-35 215,-11-39 129,-574 70-292,124-40-1,-167 41-80,-1-2-1,-1-2 1,-1-2-1,51-35 0,-62 37-50,1 2-1,1 1 0,0 2 0,2 1 0,-1 2 0,63-13 0,236-24 46,-287 45-55,535-38-4,-490 45 18,133 18 0,-176-14-36,490 85 121,-244-35-145,167 21-204,-197-37 185,-150-28 73,1-4 1,0-5 0,208-22-1,-295 15 9,-1-1-1,0-1 0,-1-1 0,42-17 0,-16 2 107,91-24 0,-127 42-128,1 0 1,0 2 0,0 0-1,0 0 1,0 2-1,0 0 1,0 2 0,0 0-1,26 7 1,-41-8 1,-1 0 0,1 0 1,-1 0-1,0 1 0,1 0 0,-1 0 0,0 0 1,0 0-1,0 0 0,4 4 0,-6-4-7,0-1 1,0 0-1,0 0 0,0 1 0,0-1 0,-1 0 0,1 1 0,0-1 0,-1 1 0,1-1 1,-1 1-1,0-1 0,0 1 0,1-1 0,-1 1 0,0 0 0,0-1 0,0 1 0,0-1 1,-1 1-1,1-1 0,0 1 0,-1-1 0,1 1 0,-1-1 0,0 1 0,1-1 0,-2 3 1,-13 17 11,0 0 1,-1 0-1,-2-2 1,-27 25 0,20-20-17,1 1 0,-22 31 0,27-29 7,1 0 0,2 1 0,0 1 0,2 0 0,-14 45 0,-9 39-6,-60 126 0,62-169-606,-3-2 1,-83 115-1,-105 75-3907,94-119 809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1:58.92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24 788 4836,'-24'0'5838,"28"0"-5650,0-1 1,0 1-1,-1-1 0,1 0 0,0 0 0,-1 0 1,1 0-1,-1 0 0,1-1 0,3-2 0,13-5 221,451-141 2534,14 41-1997,1344-162 416,24 134-3029,-1146 104-480,297-9-3103,-306 19-1106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2:01.021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228 828 5489,'-10'1'432,"0"0"0,0-1 1,0 0-1,0 0 0,-1-1 1,1 0-1,-15-5 0,5 1 969,1-1 0,-36-17 1,52 22-1245,1 0 0,-1-1 0,1 1 0,-1-1 0,1 1 0,0-1 0,0 0 0,0 0 0,0 0 0,0 0 1,0 0-1,0 0 0,1-1 0,-4-4 0,5 5-82,-1 0 0,1 0 0,-1 0 0,1 0 0,0 0 0,0 0 0,-1 0 0,2 0 0,-1 0 0,0 0 0,0 0 0,1 0 0,-1-1 0,1 1 0,-1 1 0,2-4 0,2-1 12,-1-1 0,2 1 0,-1 0 0,1 0 0,0 0 0,0 1 0,0 0 0,1 0-1,0 0 1,10-6 0,14-8 118,1 2 0,63-26-1,78-15 72,-167 57-268,567-138 407,24 41-354,-149 38-63,60 4-114,59 8-350,1094-36-2344,8 57-3965,-1014 28 816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2:01.59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0 156 3776,'30'-45'1009,"-22"30"-266,0 2 0,2-1 0,-1 1 0,2 0-1,-1 1 1,23-18 0,-27 31-352,5 5-272,-2 2 0,1-1 0,-1 1 0,0 1 0,-1-1 0,0 1 0,0 1 0,-1 0 0,0 0 0,-1 0 1,0 1-1,7 17 0,5 19 368,22 85-1,-35-115-394,17 77 350,-4 0 0,7 121 0,-17 199 306,-59 258 36,-42 0-304,34-263-305,-41 728-811,99-940-561,8-1-1,8-1 1,75 351-1,-29-339-2137,13-26-1422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2:02.77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1306 3720,'0'0'1788,"1"4"-1347,-1-2-389,1 1 0,0-1 1,0 1-1,0 0 0,0-1 0,1 0 0,-1 1 0,0-1 0,1 0 1,0 0-1,0 1 0,-1-1 0,1 0 0,0-1 0,0 1 0,1 0 1,-1-1-1,0 1 0,1-1 0,-1 0 0,1 0 0,-1 1 0,1-2 1,3 2-1,21 6 157,-1-2 0,1-1 0,0-1 1,32 0-1,122-4 348,-114-2-389,869-37 558,8-30-484,-486 34-203,3412-283 279,-1930 153-214,-1750 150-115,1127-100 27,-7-35 145,-1281 146-152,772-128 57,-499 65 83,-162 32 21,190-73-1,-251 78-118,-30 9 36,1 3 0,1 1 1,1 3-1,75-10 0,-56 19-91,-1 4 0,88 8 0,138 34-446,-79 11-12,-128-28 331,103 26-79,276 62 124,-287-80-45,200 8 0,133-18 151,-364-17 12,-109-3-60,57 0 26,190 30 0,-3 13-92,-79-14-112,280 35-102,-114-17 260,-347-45 245,0-2 1,1 0 0,-1-1 0,27-4-1,7 2-40,0 3-1,-1 2 0,62 13 1,-20-3-96,320 32 54,-364-39-8,-40-4-105,0 0 0,0-2 1,1 0-1,-1 0 0,0-2 1,23-2-1,-31 1 30,0 0 0,0 0 0,0-1 0,0 0 0,0 0 0,-1-1 0,1 0 0,10-8 0,4-4 377,0-1-1,-1-2 1,-1 0-1,-1-1 1,21-29 0,-39 48-367,-1 0 0,1 0 1,0-1-1,0 1 1,0 0-1,0 0 0,0 0 1,1 0-1,-1 0 1,0 0-1,0 0 0,1 1 1,-1-1-1,2 0 1,-3 1-22,1 0 0,-1 0 0,0 0 0,1 1 0,-1-1 0,0 0 0,1 0 0,-1 0 0,0 1 0,1-1 0,-1 0 0,0 1 0,0-1 0,1 0 0,-1 1 0,0-1 0,0 0 0,0 1 0,0-1 1,1 0-1,-1 1 0,0-1 0,0 1 0,0-1 0,0 0 0,0 1 0,0-1 0,0 0 0,0 1 0,0-1 0,0 1 0,0 0 0,-7 50 705,7-47-745,-15 62 614,-37 100 0,27-93-371,-150 383 376,-24-7-152,67-157-240,-145 365-584,41 16-2053,55 36-4920,142-509 1707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2:03.808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 2005 4276,'0'0'2428,"6"-12"-519,-5 11-1835,1-1-1,-1 0 0,0 1 1,0-1-1,1 1 0,-1 0 1,1-1-1,-1 1 0,1 0 1,0 0-1,-1 0 0,1 0 1,0 0-1,0 0 0,0 1 1,0-1-1,0 1 0,-1-1 1,5 0-1,8-2 199,924-217 2725,21 76-2579,1599-87-80,12 155-676,-1804 74 210,1043 10-144,-235-12 142,-9-72 222,-752-21 524,-17-70 748,-664 129-1003,-2-6-1,-2-6 0,-2-5 0,-2-6 1,146-97-1,-200 112-166,128-79 291,-179 115-448,1 2 0,1 0 0,-1 1 0,1 1 0,0 1 0,0 0 0,1 2 0,0 1 0,-1 0 0,25 2 0,27 5 11,120 24 0,-86-11-69,155 22-272,535 71-825,-571-91 630,349-12-1,-513-11 268,-1-3-1,86-18 1,-128 19 93,1 0 1,-1-1-1,-1-1 1,1-1 0,-1 0-1,0-2 1,-1 0-1,0 0 1,-1-2-1,0 0 1,21-22 0,-31 27-2,0 0 0,0 0 0,-1 0 0,0 0 0,-1-1 0,0 0 0,0 0 0,-1 0 0,1 0 0,-2-1 0,1 1 0,-1-1 0,-1 1 0,0-1 0,0 0 0,0 0 1,-1 0-1,-1 0 0,1 1 0,-1-1 0,-1 0 0,0 0 0,0 1 0,-6-14 0,-2 3-623,0 1-1,-2 1 1,0 0 0,-1 1 0,-21-21-1,-25-16-2576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2:04.029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433 0 7921,'-33'103'1500,"16"-46"-160,0 6-232,4 4-84,-1-1-272,-6 6-144,-3 28-112,-1 17-292,-6 25-564,-17 12-508,-13 21-936,-7 5-1696,0 7-1937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2:05.06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1033 40 4848,'17'-33'1066,"-14"27"1902,-4 12-2170,-9 37 96,-3-1 0,-30 71-1,9-26-191,-177 543 2057,23 12-1751,149-506-877,-12 40-31,-207 740-1071,115-312-201,118-460 827,7 2 1,-1 175 0,20-246 167,10 76 0,-8-126 123,1-1-1,1 1 1,2-1 0,0-1-1,1 1 1,23 42 0,-26-57 34,1 0 1,0 0-1,0-1 1,1 0 0,0-1-1,1 1 1,-1-1 0,1-1-1,1 1 1,-1-1-1,1-1 1,0 0 0,1 0-1,-1 0 1,1-2 0,0 1-1,0-1 1,0 0-1,0-1 1,0 0 0,1-1-1,-1 0 1,0-1 0,21-1-1,8-4-11,-1-2 0,1-1 0,-1-2 0,-1-1 0,47-22 0,-43 16 11,-2-2-1,0-1 1,-1-2 0,-2-2-1,65-53 1,-82 60 20,0-1 0,-2 0-1,0-1 1,-2-1 0,0 0 0,-1-1-1,-1-1 1,-1 0 0,0-1 0,-2 0-1,12-41 1,-17 24 92,-5 34-64,0 1 0,0-1 0,1 0-1,0 0 1,0 0 0,1 1-1,0-1 1,0 1 0,3-6 0,2 0-15,0 1 0,1 1 0,0-1 0,1 1 0,0 1 0,0 0 1,1 0-1,0 1 0,1 0 0,-1 0 0,1 1 0,1 1 1,13-5-1,23-8 34,92-19 0,-126 33-34,179-34 4,2 8 0,326-9 0,396 73-31,329 130-1465,-1139-141-2875,-86-16 118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2:05.375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198 25 5156,'-37'-12'1225,"10"6"-521,-3-1-140,10 14-224,0 2-252,6 0-220,-2-6-340,-1 0-152,0 3-1381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2:06.056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32 399 5937,'11'-54'3686,"-2"11"-1193,15-47-1,-19 67-1610,0-1 1,-2 0-1,0-1 1,-2-48-1,-1 64-627,-1-19 146,-2 23-214,0 16-108,1-4-127,0-1 1,-1 0 0,0 0-1,0 0 1,0 0 0,0-1-1,-1 1 1,-8 8 0,10-12 94,2 2-842,-1-1 784,1 1 1,1-1-1,-1 1 0,0-1 0,1 1 0,-1-1 0,1 1 1,0-1-1,0 1 0,1-1 0,-1 0 0,1 0 0,0 1 1,2 3-1,-2-5 12,-2 1-428,1 0 415,-1 0 0,1 0 0,-1 0 0,0 0 0,0 0-1,0 0 1,0 0 0,-1 0 0,1 0 0,-1 0 0,0 0-1,0 0 1,0 0 0,0 0 0,0-1 0,-1 1 0,1 0-1,-1-1 1,0 1 0,0-1 0,0 0 0,0 1 0,0-1-1,-5 3 1,-1 6-92,-6 8 71,6-13-3741,2 14 2330,3-11-92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2:06.792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623 28 4940,'0'0'1388,"0"-3"-187,0 2-1025,0 0-1,0 0 1,0 0 0,0 0 0,0 0 0,0 1 0,0-1-1,-1 0 1,1 0 0,0 0 0,0 0 0,-1 0 0,1 1 0,-1-1-1,1 0 1,0 0 0,-1 0 0,1 1 0,-1-1 0,0 0 0,1 1-1,-1-1 1,0 1 0,1-1 0,-1 0 0,0 1 0,0-1 0,1 1-1,-1 0 1,0-1 0,0 1 0,0 0 0,0-1 0,-1 1-1,-17 10 3196,2 3-3904,-13 18 1484,0 2-1,-36 53 1,10-14-254,2-2-212,2 2 0,4 2 0,-53 109 0,76-129-362,3 1 1,2 1-1,2 0 0,3 2 1,3 0-1,-6 61 0,17-96-100,1 1-1,1 0 1,1 0-1,1-1 1,1 1-1,2-1 1,0 0-1,1 0 0,1-1 1,1 0-1,2 0 1,0-1-1,0 0 1,18 20-1,-21-30-23,1-1 0,0 0 0,0 0 0,1-1-1,1 0 1,0-1 0,0 0 0,0-1 0,1-1 0,0 1 0,0-2 0,1 1-1,0-2 1,0 0 0,0 0 0,0-2 0,0 1 0,23 0 0,-11-3-6,0-1 0,0-2 1,0 0-1,0-1 0,0-2 1,-1-1-1,0 0 0,-1-2 1,28-14-1,4-5-12,-2-3-1,97-75 1,82-94-15,-219 188 35,-8 8-1,57-51 0,66-78-1,-126 131 29,-17 16 19,12-10-39,-3 4 2,0 1 0,1-1 0,0 1-1,0 0 1,1 1 0,0-1-1,1 1 1,0 0 0,0 0-1,-1 10 1,0 10 13,0-1 0,2 38 0,3-51-17,0 0 1,1-1 0,0 1-1,1 0 1,1-1 0,1 0-1,0 0 1,1 0 0,11 20-1,-5-15-57,1-1 0,0 0-1,1-1 1,1 0-1,30 27 1,-42-43-5,0 1 1,0-1 0,1 1 0,-1-1-1,1 0 1,-1 0 0,1 0-1,0-1 1,0 1 0,-1-1 0,1 0-1,0 0 1,0-1 0,0 1-1,0-1 1,0 1 0,1-1 0,-1-1-1,0 1 1,0-1 0,0 1-1,0-1 1,0 0 0,0 0 0,-1-1-1,1 1 1,0-1 0,-1 0-1,1 0 1,-1 0 0,1 0 0,4-5-1,8-7-221,0 0-1,-1-2 0,0 0 0,21-29 1,-35 44 269,24-33-177,2 2-1,1 2 0,2 0 0,0 2 0,37-26 0,347-216-177,-339 226 343,143-79 123,-216 122-105,-1 0-1,1 0 1,0 1 0,0-1 0,0 0-1,-1 1 1,1-1 0,0 1-1,0 0 1,0 0 0,0-1 0,0 1-1,0 1 1,0-1 0,0 0-1,-1 0 1,1 1 0,0-1-1,0 1 1,3 1 0,1 1 17,-1 1 0,0 0 1,0 0-1,0 1 0,6 6 1,-8-8-3,8 8-17,1-1-1,0-1 0,1 0 1,0 0-1,0-2 1,1 1-1,20 6 0,8 2 63,57 12 0,-61-18-198,2-2 0,-1-2 0,1-2 1,0-1-1,0-2 0,0-2 0,0-1 0,51-11 0,-1-9-2408,-28 4-2226,-46 13 2811,31-7-3076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12:06.934"/>
    </inkml:context>
    <inkml:brush xml:id="br0">
      <inkml:brushProperty name="width" value="0.05" units="cm"/>
      <inkml:brushProperty name="height" value="0.05" units="cm"/>
      <inkml:brushProperty name="color" value="#E5F420"/>
    </inkml:brush>
  </inkml:definitions>
  <inkml:trace contextRef="#ctx0" brushRef="#br0">164 380 8581,'14'-39'1824,"6"6"-184,-10 21-124,-10-18-184,3 2-152,-16-2-235,-14-12-165,3 12-164,1-3-264,0 6-356,-1 0-712,11 18-868,-11-7-1089,1 1-1311,6 6-2837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2:59.2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1199 933 6661,'0'0'43,"0"0"0,1 0 1,-1 0-1,0 0 0,0 0 1,0 0-1,1 0 0,-1 0 1,0-1-1,0 1 0,1 0 1,-1 0-1,0 0 0,0 0 0,1 0 1,-1 0-1,0 0 0,0 0 1,0 1-1,1-1 0,-1 0 1,0 0-1,0 0 0,1 0 1,-1 0-1,0 0 0,0 0 1,0 0-1,1 1 0,-1-1 1,0 0-1,0 0 0,0 0 1,0 0-1,1 1 0,-1-1 1,0 0-1,0 0 0,0 0 1,0 1-1,0-1 0,0 0 1,0 0-1,0 1 0,1-1 1,-1 0-1,0 0 0,0 0 1,0 1-1,0-1 0,0 1 1,-6 21 7604,5-18-6567,-1 2-770,2-1-94,-1-1 0,0 0 0,-1 0 0,1 0 0,-1 0 0,0 0 0,0 0 0,0 0 0,0 0 0,0-1 0,-1 1 1,0-1-1,0 0 0,0 0 0,0 0 0,0 0 0,-1 0 0,-4 2 0,-33 21 4017,39-25-3567,-2 0-39,-33 1 466,34-2-692,-9-35 402,10 20-688,2-1 0,0 0 1,4-29-1,-1 17-61,0-4-4,13-57 0,-1 15-4,4-47-9,-5 0 1,-5 0-1,-7-130 0,-3 236-13,1 4-3,-1-1-1,0 1 0,-5-22 0,6 32-16,0 0 0,-1-1 0,1 1 0,0 0-1,-1 0 1,1 0 0,-1 0 0,1 0-1,-1-1 1,0 1 0,1 0 0,-1 0 0,0 0-1,0 1 1,0-1 0,0 0 0,1 0-1,-1 0 1,0 1 0,-1-1 0,1 0 0,0 1-1,0-1 1,0 1 0,0-1 0,0 1-1,-1 0 1,1-1 0,0 1 0,0 0 0,0 0-1,-1 0 1,1 0 0,0 0 0,0 0-1,-1 0 1,1 0 0,0 1 0,0-1 0,0 0-1,-2 1 1,-5 3 53,0 0 1,1 0-1,-1 1 0,1 0 0,0 0 0,1 0 0,-1 1 1,1 0-1,0 1 0,0-1 0,-5 10 0,-9 14 306,-23 46 0,23-38-135,1-2-221,1 2 0,2 0-1,2 0 1,1 2 0,2-1 0,2 2 0,2-1 0,1 1-1,0 46 1,6-40-8,2 0-1,2 0 0,3-1 0,1 1 0,2-2 1,3 1-1,31 76 0,-10-49 1,3 0 0,91 129 0,119 115 0,-157-207 0,-78-95 0,0 0 0,-1 2 0,-1-1 0,-1 1 0,0 0 0,10 28 0,-17-39 0,-1-1 0,1 0 0,-1 1 0,0-1 0,0 1 0,-1-1 0,0 1 0,0-1 0,0 1 0,0-1 0,-1 1 0,0-1 0,0 0 0,-1 1 0,1-1 0,-1 0 0,0 0 0,-1 0 0,1 0 0,-1 0 0,0 0 0,0-1 0,-1 1 0,1-1 0,-1 0 0,0 0 0,-6 4 0,-1 0 0,0-1 0,0 0 0,-1 0 0,1-2 0,-1 1 0,-14 3 0,-81 18 0,78-20 0,-394 60 0,-8-33 0,204-19 0,179-13 0,14-1-10,-36 6-1,103-28-2374,5 6-900,64-17-1,-2 7-4741,5 4-4752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2:59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164 1467 9449,'12'-2'644,"-8"1"-337,0 0 0,0 0 0,0 0 0,0 1 0,0 0 0,0-1 0,0 2 0,0-1 0,0 0 0,0 1-1,0 0 1,6 2 0,-9-3-142,0 0-1,0 0 0,0 0 0,0-1 1,1 1-1,-1 0 0,0 0 0,0 0 1,0-1-1,0 1 0,0-1 0,0 1 0,0-1 1,0 1-1,0-1 0,-1 1 0,1-1 1,0 0-1,1-1 0,0 0 307,38-18 2150,-10 6-1606,-2-1-1,0-1 0,-1-1 1,0-2-1,34-31 0,-55 43-928,-1 1-1,1-1 1,-2 0-1,1 0 1,-1-1-1,0 1 0,0-1 1,-1 0-1,0 0 1,0 0-1,-1 0 0,0-1 1,-1 1-1,0-1 1,0-12-1,-1 15-55,0 0 0,-1 1 0,1-1-1,-2 1 1,1-1 0,0 1 0,-1-1 0,0 1 0,0 0 0,-1 0-1,1 0 1,-1 0 0,0 0 0,-1 1 0,1-1 0,-1 1 0,0 0-1,0 0 1,0 0 0,0 0 0,-1 1 0,1 0 0,-1 0-1,-7-4 1,4 4 20,-1 0-1,1 0 1,-1 1-1,0 0 1,0 1-1,0-1 1,0 2-1,0-1 1,0 1-1,0 1 0,0 0 1,0 0-1,1 0 1,-1 1-1,0 1 1,1-1-1,-1 1 1,-10 6-1,1 0 51,0 1-1,1 1 1,0 0-1,0 2 1,2-1 0,-29 31-1,27-24-19,0 0-1,1 2 1,2 0-1,0 1 1,1 0-1,1 1 1,1 1-1,1 0 1,-9 33-1,16-46-63,1 0 0,0 0 0,0 0 0,1 1 0,1-1 0,0 1 0,0-1 0,1 0-1,1 1 1,0-1 0,0 0 0,1 0 0,1 0 0,0 0 0,0-1 0,1 0 0,0 1 0,1-2-1,0 1 1,0-1 0,1 0 0,1 0 0,11 11 0,-2-4-34,1-1 0,1-1 0,0-1 0,0 0 0,2-2-1,-1 0 1,2-1 0,-1-2 0,39 12 0,-42-16-75,1-1 0,-1 0 0,1-2 0,0 0 0,-1 0 0,1-2 0,0-1 0,-1 0-1,1-1 1,-1-1 0,0-1 0,28-10 0,-20 2-118,-1 0 0,0-2-1,0 0 1,-2-2 0,0-1 0,-1 0 0,-1-2-1,0 0 1,-2-2 0,0 0 0,-2-1-1,-1-1 1,14-25 0,6-19-312,-3-1 1,-3-2-1,35-126 0,22-192-402,-29-6 466,-53 356 447,-1 11 51,33-203 961,-37 216 26,-9 21 10,-11 27 124,11-3-581,2 0-1,1 0 1,-4 57-1,4-26-33,-19 138 783,-53 492-647,73-624-1077,5 95-1,2-135-788,1 0-1,1 1 0,1-2 1,2 1-1,1-1 0,14 35 1,6-14-6523,4-11-5275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0.3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1056 10841,'22'3'692,"-15"-1"-61,0-1 1,1 0-1,-1 0 0,0-1 1,1 0-1,-1 0 1,0-1-1,13-2 1,43-17 1575,-37 13-1786,0-1-1,31-16 1,-19 6-111,-1-2 0,50-36 0,-73 45-258,0 0-1,-1-1 0,0-1 0,-1 0 1,-1-1-1,0 0 0,0-1 0,11-23 1,-9 10-16,-1-1 0,-2 0 1,-1 0-1,-1-1 0,5-39 1,-5 4 126,-1-94 1,-28-106 1364,16 228-1125,5 35-365,0 1-1,0 0 1,0 0 0,-1 0 0,1 0-1,0 0 1,-1 0 0,1-1 0,-1 1 0,1 0-1,-1 0 1,0 1 0,1-1 0,-1 0-1,0 0 1,0 0 0,0 0 0,0 0-1,1 1 1,-1-1 0,0 0 0,0 1-1,0-1 1,0 1 0,-1-1 0,1 1-1,0 0 1,0-1 0,0 1 0,0 0-1,0 0 1,0 0 0,-1 0 0,1 0 0,0 0-1,0 0 1,0 0 0,0 0 0,-1 0-1,1 1 1,0-1 0,0 0 0,0 1-1,0-1 1,0 1 0,0-1 0,0 1-1,0 0 1,0-1 0,0 1 0,0 0-1,0 0 1,1 0 0,-2 1 0,-1 3 85,0 0 0,0 0 0,0 0-1,1 0 1,0 1 0,0-1 0,0 0 0,1 1 0,0 0 0,0-1 0,0 1 0,1 9 0,-2-4 68,-33 364 3433,-22 166-2900,-110 201-724,132-601 0,-135 500 0,-11 40 0,106-330 0,65-291 0,4 0 0,2 1 0,7 114 0,0-145 0,2 1 0,1-1 0,1 0 0,2-1 0,19 44 0,-22-59 0,0-1 0,2 0 0,-1-1 0,2 1 0,-1-2 0,2 1 0,-1-1 0,2 0 0,-1-1 0,2-1 0,-1 1 0,1-2 0,17 10 0,-25-16 0,0 0 0,-1-1 0,1 0 0,0 1 0,0-2 0,0 1 0,0 0 0,0-1 0,0 1 0,0-1 0,0 0 0,0-1 0,0 1 0,0-1 0,0 0 0,0 1 0,0-2 0,0 1 0,-1 0 0,1-1 0,0 0 0,-1 0 0,1 0 0,-1 0 0,0 0 0,1-1 0,-1 0 0,-1 1 0,1-1 0,0 0 0,-1-1 0,1 1 0,-1 0 0,0-1 0,0 1 0,0-1 0,0 1 0,1-8 0,3-8 0,-1-1 0,-1 0 0,-1-1 0,-1 1 0,0-34 0,-13-106 0,5 100 0,0 3 0,-18-265 0,22 239 0,16-156 0,-11 214-3,2 0 0,1 0-1,1 0 1,0 1 0,2 1 0,1-1-1,1 1 1,1 1 0,1 0 0,1 1-1,1 0 1,1 1 0,0 1 0,2 0-1,0 2 1,1 0 0,0 1 0,2 0-1,0 2 1,33-17 0,-15 12-743,1 1 0,1 3 1,82-20-1,135-5-7507,-156 33 1223,7 6-4419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1.1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 29 14513,'4'-8'398,"6"-10"2822,-10 15-1107,-8 8-123,7-4-1806,0 1 1,-1-1-1,1 1 0,0-1 1,0 1-1,0 0 0,0-1 1,0 1-1,1 0 0,-1 0 1,0 0-1,1 0 1,0-1-1,-1 1 0,1 0 1,0 0-1,0 0 0,0 0 1,0 3-1,-1 10 565,-25 334 5200,-3 476-5801,32-396-148,-1-376-196,2-1 1,17 85-1,-17-118-463,1-1-1,0 0 1,2 0 0,0-1-1,1 0 1,1 0 0,0 0-1,1-1 1,1-1-1,21 25 1,-25-34-167,-1 0 1,1-1-1,0 1 0,0-1 1,1-1-1,-1 1 1,1-1-1,0-1 0,0 0 1,1 0-1,-1 0 1,10 1-1,44 0-10384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1.3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93 139 12993,'-32'-33'953,"19"21"93,1-1 0,1-1 0,-13-20 0,23 25 2427,9-1-2646,-7 9-472,0 0-228,0 0-1,0 0 0,1 0 1,-1 0-1,1 0 0,-1 0 0,1 0 1,0 0-1,-1 1 0,1-1 1,0 0-1,-1 1 0,1 0 0,0-1 1,0 1-1,-1 0 0,1 0 1,2 0-1,36 6 1160,-34-4-1099,85 22 1442,0 5 0,115 52 0,165 103-411,14 42-1214,-324-184-4,-2 3 0,-2 2 0,-2 3 0,49 57 0,-84-84 0,-1 1 0,-1 1 0,-2 1 0,0 1 0,-1 0 0,-2 1 0,-1 0 0,-1 1 0,-2 0 0,0 1 0,-2 0 0,-2 0 0,0 0 0,-2 1 0,-2 0 0,0-1 0,-2 1 0,-2 0 0,0 0 0,-2-1 0,-2 0 0,0 0 0,-16 37 0,2-18 5,-2-1 0,-2-1-1,-2-1 1,-2-2 0,-39 46 0,-6-3-344,-113 102 0,-132 71-3356,152-141-494,-1-7-5105,89-58-2662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1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63 13649,'4'-5'365,"-1"0"-1,1 0 1,-1 1 0,1 0-1,1 0 1,-1 0-1,0 0 1,1 1-1,0-1 1,0 1 0,0 0-1,0 1 1,0-1-1,11-2 1,-7 3 23,-1 1-1,1 0 1,-1 1 0,1 0-1,0 0 1,-1 1 0,1 0-1,-1 0 1,14 5 0,9 3 2,-1 2 1,-1 1-1,0 1 0,0 1 1,-2 2-1,0 1 1,0 1-1,30 28 0,-24-16-224,-1 1-1,-2 2 0,-1 1 1,-1 1-1,30 52 1,-41-58-158,0 1 0,-2 0 0,-2 2 0,-1-1 0,-1 1 0,-1 1 0,-2 0 0,-2 1 0,-1-1 0,-1 1 0,-2 0 0,-2 0 1,0 0-1,-3 0 0,-1-1 0,-8 36 0,-4-13-53,-3-1 1,-2-1-1,-51 92 0,48-111 40,18-31-10,13-22 34,23-37-46,48-69 0,-22 39-93,220-334-170,-200 314 234,169-177 0,-220 256 61,49-37 1,-67 58 0,1-1 0,0 1-1,0 1 1,0 0 0,0 0 0,1 0 0,-1 1 0,1 0 0,0 1 0,0 0-1,0 0 1,10 0 0,-15 2-2,0 0 0,0 1-1,0-1 1,0 1 0,0 0 0,0 0 0,-1 1-1,1-1 1,0 1 0,-1 0 0,1 0-1,-1 0 1,1 0 0,-1 0 0,0 1 0,0 0-1,0-1 1,0 1 0,-1 0 0,1 0-1,-1 1 1,0-1 0,0 1 0,3 4-1,2 9 1,0 0 0,-1 0-1,-1 1 1,3 20-1,-2-15-40,38 201-2323,-24-74-2554,-19-148 4804,0 11-1924,0-1 0,1 1 0,7 22 0,1-15-6506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1.9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0 170 10605,'14'-88'1644,"-8"61"-196,1 3-188,3 9-256,0 0 365,10 15-1121,17 12-692,-13 9-637,13 15-347,-7 0-720,-4 6-1492,1 10-2213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2.1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12 405 9289,'-5'12'670,"4"-10"-515,0-1-1,0 1 0,1 0 1,-1 0-1,0 0 0,1-1 1,-1 1-1,1 0 1,0 0-1,0 0 0,0 0 1,0 0-1,0 0 1,0 0-1,0-1 0,0 1 1,1 0-1,-1 0 0,1 0 1,0 0-1,-1-1 1,3 4-1,-1 2 352,0 0 1,0 1 0,0-1-1,-1 1 1,0-1-1,-1 1 1,0 9-1,2 21 1284,12 93 2356,-5-32-1784,41 184-1,-47-272-2276,0 1-1,1-1 1,0 0 0,0-1-1,1 1 1,1-1-1,0 0 1,0 0-1,1-1 1,0 1-1,11 9 1,-16-17-72,0-1-1,1 0 1,-1 0 0,0 1 0,1-2-1,-1 1 1,1 0 0,-1 0 0,1-1-1,-1 1 1,1-1 0,0 0-1,-1 0 1,1 0 0,0 0 0,-1 0-1,1-1 1,-1 1 0,1-1 0,-1 0-1,1 0 1,4-2 0,-1 1 3,0-1 0,0-1 0,0 1 0,-1-1 1,1 0-1,-1 0 0,8-8 0,2-7 10,-1 0 0,0 0 0,-2-1 0,18-37 0,32-95-62,-42 97-40,9-19-168,63-151-1721,-32 93 287,31-62-1898,-67 150-129,1 1 0,39-49 0,-33 54-4409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2.2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0 8485,'-16'109'1728,"19"-73"-360,0 0 32,1 3-88,-1 0-192,0-2-236,4 2-191,0 3-153,3 0-132,0 0-460,-3-2-788,3-7-525,-4-15-623,4 3-1968,0 0-2797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2.4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0 136 11421,'47'-60'1972,"-40"39"-176,0 0-211,6 9-277,-3-6-312,13 15-248,44 18 388,-33 6-812,3 9-408,0 12-300,3 4-760,3 11-688,-6 3-469,-7 6-2219,-6 1-3517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3.0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0 450 11081,'1'-19'1297,"1"0"-1,0 0 1,2 0-1,0 1 1,1-1-1,12-27 1,-10 35-1070,0-1 1,1 1 0,1 1 0,0-1 0,0 1 0,1 1 0,1 0 0,-1 0 0,1 1 0,1 1 0,-1-1 0,1 2 0,1 0 0,-1 0 0,24-6 0,10 0-135,0 3 0,1 1-1,0 3 1,0 1 0,0 3-1,0 2 1,0 1 0,48 10-1,-83-9-94,1 0 0,-1 0 0,0 1 0,0 1 0,0 0 0,17 10 0,-25-12 1,-1 0-1,1 0 0,-1 0 1,0 0-1,1 1 1,-1-1-1,-1 1 0,1 0 1,0 0-1,-1 0 0,0 0 1,0 0-1,0 0 1,-1 1-1,1-1 0,-1 1 1,0-1-1,0 1 0,0 8 1,-1 5 14,-1 0 0,0 0 0,-7 31 0,2-13-13,1 2-45,-2 4-119,0 45 1,7-76 119,0-1 1,0 1-1,1-1 0,1 0 1,0 1-1,0-1 0,1 0 1,0 0-1,8 16 1,-8-21 20,0 0 1,1 0-1,-1 0 1,1-1 0,0 0-1,0 0 1,1 0 0,-1 0-1,1 0 1,0-1-1,0 0 1,0 0 0,0-1-1,1 1 1,-1-1 0,1 0-1,-1 0 1,1-1 0,0 0-1,0 0 1,0 0-1,-1-1 1,1 1 0,0-2-1,11 0 1,0-1-1,-1-1-1,0-1 1,0-1 0,0 0 0,0 0 0,-1-2-1,28-15 1,64-47-6,-3-4-1,-3-4 0,-4-5 1,-3-4-1,98-116 1,-170 176-4,22-34 0,-42 57 15,-15-4 5,10 7 13,-1 0-1,1 1 1,-1-1 0,1 1 0,0 0-1,0 0 1,-1 0 0,1 0-1,0 0 1,0 1 0,0 0 0,0-1-1,0 1 1,1 0 0,-1 0-1,0 1 1,-2 2 0,-46 50-129,40-42 49,7-8 40,0 0 1,1-1-1,-1 1 0,1 0 0,0 1 0,0-1 1,1 1-1,0-1 0,0 1 0,-2 9 1,3-14 28,1 0 0,0 1 0,0-1 0,0 1 0,0-1 1,0 1-1,1-1 0,-1 0 0,0 1 0,1-1 0,-1 0 0,1 1 1,-1-1-1,1 0 0,-1 1 0,1-1 0,0 0 0,1 2 0,0-2 5,0 1-1,-1-1 0,1 0 0,0 0 0,0 0 0,0 0 0,0 0 0,0 0 0,0-1 0,1 1 0,-1-1 0,0 1 0,0-1 0,0 0 0,3 1 0,5-2 14,0 1-1,-1-1 0,1 0 0,-1-1 0,1 0 1,-1 0-1,1-1 0,-1-1 0,10-5 1,12-6 240,33-25 1,-38 24-64,-23 14-157,1-1-1,-1 1 0,1 0 0,-1 0 0,1 0 1,0 1-1,0-1 0,0 1 0,0 0 0,0 0 1,0 1-1,0-1 0,1 1 0,-1 0 1,0 0-1,0 0 0,0 1 0,0-1 0,0 1 1,0 0-1,0 0 0,0 0 0,0 1 0,0-1 1,4 4-1,-2-1-3,0 1 1,0 0-1,-1 0 0,0 1 1,0 0-1,-1 0 1,1 0-1,-1 0 0,0 1 1,-1-1-1,0 1 0,5 13 1,4 20 12,0 1 1,-3 0-1,6 66 1,-3 131 106,-9-147-171,9 130-34,-1 287-48,-20-389-38,-27 135 1,23-191 24,-3-2 0,-2 0 1,-51 110-1,56-143 72,-2-1 0,-1-1-1,-34 41 1,43-58 52,0-1 0,0 0-1,-1-1 1,0 0 0,0 0 0,-1-1-1,0 0 1,0 0 0,-1-1 0,1 0 0,-1-1-1,0 0 1,-1 0 0,-12 2 0,20-6 14,-1 1-1,1-1 1,-1 0 0,1 0 0,-1 0 0,1-1-1,-1 1 1,1-1 0,-1 0 0,1 0 0,-1 0-1,1 0 1,0-1 0,0 1 0,-1-1 0,1 0 0,0 0-1,1 0 1,-1 0 0,0 0 0,0-1 0,1 1-1,0-1 1,-1 0 0,1 0 0,0 0 0,0 0-1,1 0 1,-1 0 0,1 0 0,-1-1 0,1 1-1,-1-7 1,-2-5 61,1 0-1,0-1 0,1 1 0,1-1 0,1 0 1,1-22-1,5-6 50,1-1 0,2 1 1,20-59-1,58-129-103,-75 202-64,172-387-2330,-136 322-935,5 2 0,82-109-1,-20 61-5588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3.2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209 76 10085,'0'0'7593,"-17"-9"-6317,-3 0-160,6 0-360,1 0 296,-7 3-908,-4-3-700,8 0-1096,-4-1-1248,-14 7-2089,4 0-3952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4.9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342 473 7949,'9'-33'663,"-2"8"225,0 0 0,2 1 0,15-31 0,-12 25 1086,-2 0 0,10-41 0,-1 1 614,-16 56-1730,0 0 0,-1 1 0,0-1 0,-1 0 0,-1-17 0,0 25-670,0 2 620,-22 27 674,0 12-974,1 0 0,2 2 0,-17 47 1,-3 2 2,-18 31 32,-79 176 425,108-224-833,2 2 1,-19 94 0,39-137-135,1-1 0,1 1 0,2 0 0,1 0 0,1 0 0,5 41 0,-3-56-2,0-1 0,1 0 0,1-1 0,0 1 0,1 0 0,0-1 0,0 0 0,2 0 0,-1-1 0,1 0 0,0 0 0,1 0 0,1-1 0,-1 0 1,1-1-1,1 0 0,10 8 0,0-4-62,0-1 0,1-1 0,0 0 0,1-2 1,0-1-1,1 0 0,-1-2 0,1 0 0,0-1 1,0-2-1,0 0 0,1-2 0,-1 0 0,24-4 1,-6-2-34,-1-1 1,0-2-1,0-1 1,-1-2-1,0-2 1,-1-2 0,42-24-1,-50 23 22,0-2 0,-2-1 0,0-1-1,45-46 1,-57 51 42,-2 0 1,-1-1-1,0-1 0,-1 0 0,0 0 0,-2-2 0,0 1 1,13-41-1,-21 53 20,0-1 0,0 0 0,-1 1 0,0-1 1,-1 0-1,1 0 0,-2 0 0,1 1 0,-1-1 1,0 0-1,0 0 0,-1 1 0,0-1 0,-1 1 0,-3-9 1,3 11 4,0 0 1,-1 0-1,1 0 1,-1 1 0,0-1-1,0 1 1,0 0 0,0 0-1,-1 0 1,0 1 0,0-1-1,0 1 1,0 0 0,0 1-1,0-1 1,-1 1 0,0 0-1,1 1 1,-1-1-1,-10 0 1,3 1 1,-1 1-1,1 0 1,-1 1-1,1 1 1,-1 0 0,1 1-1,0 0 1,0 1-1,0 0 1,1 1-1,0 1 1,0 0 0,0 0-1,0 1 1,-10 10-1,17-14 6,0 1 0,0 1 0,1-1-1,-1 1 1,1 0 0,1 0-1,-1 0 1,-5 10 0,-2 7-4,2-1 1,-12 40-1,19-56 0,1 0 0,0 0 1,0 0-1,1 0 0,0 1 0,0-1 1,0 0-1,0 0 0,1 1 0,0-1 0,0 0 1,0 0-1,1 0 0,3 8 0,-1-5 8,1 0 0,0 0 1,1-1-1,0 0 0,11 11 0,-4-5 0,1-2-1,0 0 1,1-1 0,0 0-1,0-2 1,1 1 0,1-2-1,-1 0 1,1-1 0,0-1-1,0 0 1,25 3 0,22 0-8,0-3 0,70-3 0,-101-2 2,238-16-2006,-267 17 1774,0-1 0,-1 0 1,1 1-1,0-1 0,-1 1 0,1 0 1,-1 0-1,1 0 0,-1 1 0,1-1 0,-1 1 1,6 4-1,-8-5 106,-1 0 0,1 0-1,-1 0 1,0 0 0,1 0 0,-1 0 0,0 0-1,0 0 1,1 0 0,-1 0 0,0 0 0,0 0-1,0 0 1,0 0 0,0 0 0,0 0 0,-1 0 0,1 1-1,-1 0-247,1 2-65,0 0 1,-1-1-1,0 1 1,0-1-1,0 1 1,0-1-1,-1 1 1,1-1-1,-1 1 1,-3 3-1,2-1-442,3-5 609,-1 0 0,1 0 0,0 0 0,0 0 0,0 0 0,0 0 0,0 0 0,0 0 0,0 0 0,0 0 0,0 0 0,0 0 0,1 0 0,-1 0 0,0 0 0,1 0 0,-1 0 0,1 0-1,0 0 1,0 4-1154,3 18-5059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5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0 332 12797,'9'-20'900,"-6"12"-270,0 1 1,0-1-1,0 1 1,-1-1 0,2-13 7141,13 257-3681,-1-52-3491,-10-75-340,-1 290 272,-6-378-499,1-17 7,15-22-6,-11 11-29,18-28-54,-3-1-1,26-65 1,-12 25-269,176-344-3397,-165 332 1430,79-121 0,15 29-8017,-103 144 2122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5.4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54 9057,'-17'-15'2040,"31"9"6453,-7-12-8153,-1 3-504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6.8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1979 8553,'14'-49'2275,"2"0"0,3 1 0,1 1 0,34-57 0,-25 57-1199,3 1 0,1 2 0,2 1 0,3 1 0,63-55 0,233-158 1569,-46 66-2150,9 13 1,6 13 0,480-184 0,-587 275-3441,298-70 0,-471 137 2214,0 0 0,1 1 0,0 1 0,-1 2 0,32 1 0,-53 0 546,0 0-1,1 0 1,-1 0 0,0 0 0,1 1-1,-1-1 1,0 1 0,0-1 0,1 1-1,-1 0 1,0 0 0,0 0 0,0 0-1,0 1 1,0-1 0,0 0 0,0 1-1,-1-1 1,1 1 0,2 3 0,-3-3-117,-1 0 0,0 0 0,0 1 0,0-1 0,0 0 0,0 0 0,0 1 0,-1-1 0,1 0 1,-1 0-1,1 0 0,-1 0 0,0 0 0,0 0 0,0 0 0,0 0 0,0 0 0,0 0 0,-1 0 0,1 0 1,-3 1-1,-30 38-6918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7.0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13 8609,'-17'-12'4492,"34"27"-2536,-4 0-215,-3 12-177,7 27-236,6 1-240,-6 17-172,6 6-184,1 13-132,-1 14-152,14 4-208,-3 8-460,-1-2-648,4-4-656,7-5-620,-14-10-3509,7-11-4668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7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1 430 11821,'274'-127'7867,"-237"112"-7392,130-57 724,-147 62-1082,0-1-1,-1-1 0,0-1 0,-1-1 1,27-26-1,-42 38-98,-1-1 1,0 1-1,0-1 1,0 0-1,-1 0 1,1 0-1,-1 0 0,1 0 1,-1 0-1,0 0 1,0 0-1,0 0 0,-1 0 1,1-1-1,-1 1 1,0 0-1,0-1 1,0 1-1,0 0 0,0-1 1,-1 1-1,-1-6 1,1 7-13,0-1 0,0 1 0,0 0 1,0 0-1,0 0 0,0 0 0,-1 0 1,1 0-1,-1 0 0,0 0 0,0 0 1,1 1-1,-1-1 0,0 1 0,0-1 0,-1 1 1,1 0-1,0 0 0,0 0 0,0 0 1,-1 0-1,1 1 0,-1-1 0,1 0 1,0 1-1,-1 0 0,1 0 0,-1 0 1,-2 0-1,-6 1 0,1 1 0,0 1 1,1 0-1,-1 0 0,0 0 0,1 2 1,0-1-1,0 1 0,0 0 0,0 1 1,1 0-1,0 0 0,0 1 0,1 0 1,0 0-1,0 1 0,1 0 0,0 0 1,0 0-1,-7 16 0,8-16-5,1 1 0,0 0 0,1 0 0,0 1 0,0-1 0,1 1 0,0-1 1,1 1-1,-1 16 0,3-19-4,-1 0 0,1 0 0,0 0 0,0-1 0,1 1 0,0 0 0,0-1 1,1 1-1,0-1 0,0 0 0,0 0 0,1 0 0,0 0 0,6 7 0,-8-11-2,1 1-1,0 0 0,0-1 0,0 1 1,0-1-1,0 0 0,0 0 0,1 0 0,-1 0 1,1-1-1,4 2 0,12 4-29,1-2-1,30 5 1,-42-9 30,0-1-1,0 1 1,1-2-1,-1 1 1,0-1-1,0-1 1,0 1 0,0-2-1,0 1 1,0-1-1,-1-1 1,1 1-1,14-10 1,-6 2 5,-1-1-1,-1-1 1,0 0-1,21-25 1,-19 17 16,-1-1-1,15-26 0,-17 25 42,1 0-1,29-34 0,-39 52-47,0-1-1,1 1 1,0 0 0,0 0 0,0 1-1,1 0 1,-1 0 0,1 0-1,0 1 1,0 0 0,0 1-1,1-1 1,13-1 0,-7 2-8,1 1 0,-1 1 0,0 0 0,1 1 0,-1 1-1,0 0 1,0 1 0,0 1 0,0 0 0,-1 0 0,1 2 0,-1 0 0,13 7 0,-15-6 3,-1-1 0,0 1 0,0 1-1,0 0 1,-1 0 0,-1 1 0,1 0 0,-1 1 0,-1 0-1,0 0 1,0 0 0,-1 1 0,0 0 0,-1 0 0,6 19-1,-6-8 9,-1 0 0,-1 0-1,-1 0 1,-1 0 0,-1 1-1,-1-1 1,0 0-1,-2 0 1,-1 0 0,-11 37-1,1-16-86,-2-1 0,-2 0 0,-1-1 0,-34 51 0,24-51-1838,27-39 332,9-27-5965,-4 17 6066,18-37-5696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7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1 6329,'-1'1'189,"0"0"0,0 0 1,0 0-1,0 0 0,0 0 1,0 1-1,1-1 0,-1 0 1,0 1-1,1-1 0,-1 1 1,1-1-1,-1 1 1,1-1-1,-1 1 0,1-1 1,0 1-1,0-1 0,0 1 1,0-1-1,0 2 0,7 42 2187,-4-31-1136,8 36 537,2 0-1,27 67 1,-21-65-1049,142 500 962,-150-508-1995,54 216-2830,-16-91-1852,-23-101 774,3-4-2021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8.0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98 1 9417,'0'0'1567,"0"3"-168,2 13-752,-1 0 0,0 1 0,-1-1 0,-1 0 0,-1 1-1,0-1 1,-6 22 0,-6 10-720,-20 50 0,17-62-431,11-26 205,1 1 0,1-1 1,-4 14-1,25-45 151,-1-3 439,20-44 0,-27 49 131,0 0 0,2 1-1,0 0 1,1 1 0,20-24 0,-31 41-375,0-1 0,-1 0 1,1 0-1,0 1 0,0-1 1,0 0-1,0 1 0,-1-1 1,1 1-1,0-1 0,0 1 1,0-1-1,0 1 0,1 0 1,-1-1-1,0 1 0,0 0 1,0 0-1,0 0 0,0 0 0,0 0 1,0 0-1,0 0 0,0 0 1,0 0-1,1 1 0,0-1 1,0 1 1,0 1 0,0-1 1,0 1-1,0-1 0,0 1 0,0 0 1,0 0-1,-1 0 0,1 0 0,-1 0 1,3 3-1,2 7 35,1 1 0,-2-1-1,6 18 1,-11-30-75,13 48-427,-2-1 1,8 73-1,1 7-7527,-7-63-811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8.4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384 154 6825,'1'-11'799,"0"1"1,-1 0 0,-1-1 0,1 1-1,-2-1 1,1 1 0,-1 0 0,-1 0-1,0-1 1,-1 2 0,1-1 0,-2 0-1,-5-8 1,9 15 452,-3 7 169,-3 1-1141,1 1-1,0 0 1,1 0-1,0 1 1,0 0 0,0 0-1,1 0 1,0 0 0,0 1-1,0 0 1,1 0 0,1 0-1,-1 0 1,1 0-1,1 0 1,-2 15 0,-14 355 3895,12-167-2855,-113 1166 558,32-498-1932,68-675-22,-12 189-59,27 1-4461,5-363 3219,1-1-1,11 47 1,-7-51-3149,15 35-1,-2-18-7264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8.7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 12425,'2'-1'146,"-1"1"-1,0-1 1,0 1-1,1 0 1,-1-1-1,0 1 1,1 0-1,-1-1 1,0 1-1,1 0 1,-1 0-1,0 0 1,1 1 0,1-1-1,-6 14 2462,-7 12-1075,7-12-897,1 1 0,1-1 0,0 0 0,1 0 0,2 22 0,17 74 1153,-10-67-1317,22 93-446,58 153 1,-43-150-1939,2 5-2273,-15-51-3621,-17-57-170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9.0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18 251 6185,'-2'-6'152,"-1"-2"216,0 0 0,0 0 1,1 0-1,1 0 0,-1 0 0,1 0 0,0 0 1,1 0-1,0-1 0,0 1 0,1 0 1,0 0-1,1 0 0,-1 0 0,5-11 0,-3 12-19,0 0 0,1 1 0,-1 0 0,1 0 0,1 0-1,-1 0 1,1 0 0,0 1 0,0 0 0,0 0-1,1 1 1,0-1 0,0 1 0,0 0 0,0 1-1,1-1 1,-1 1 0,1 1 0,0-1 0,0 1 0,0 0-1,10-1 1,-15 3-326,-1 0 1,0 0-1,1 0 0,-1 0 0,0 0 1,1 0-1,-1 0 0,0 0 0,1 1 1,-1-1-1,0 1 0,0-1 0,1 1 1,-1-1-1,0 1 0,0 0 0,0-1 1,0 1-1,0 0 0,0 0 0,0 0 1,0 0-1,1 1 0,9 10 163,-1 0 0,-1 0 0,9 17 0,-14-22-149,0 0 1,-1 1-1,0 0 0,-1-1 0,1 1 0,-2 0 0,1 0 0,-1 0 0,0 1 0,-1-1 1,0 0-1,0 0 0,-3 16 0,1 0 26,-2 33 16,1-15-14,1 0 0,4 55 0,0-83-74,0 0 1,0-1 0,2 0-1,-1 0 1,2 0 0,0 0-1,0-1 1,1 1-1,1-1 1,0-1 0,12 16-1,8 2-168,2 0-1,1-2 0,62 44 1,-48-38-62,44 40 0,-80-65 214,-1 0 0,0 0 0,0 0-1,-1 1 1,0 0 0,0 0 0,7 18 0,-11-22 14,0 1 1,0 0 0,-1 0-1,0 0 1,0 0 0,0 0 0,-1 1-1,0-1 1,0 0 0,0 0-1,-1 0 1,0 0 0,0 0 0,-4 11-1,-1-3-5,0-1-1,-1 0 0,0-1 1,-1 0-1,-1 0 0,0 0 1,0-1-1,-15 12 0,-95 76-140,79-69 92,-12 10-164,-86 70-2607,136-108 2186,-8 8 361,21 8-13116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9.5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1 211 7709,'2'21'489,"9"57"2536,-9-70-2840,0 0-1,0 0 1,1 0 0,0-1-1,0 1 1,1-1 0,6 11-1,-1-8-148,1 0 0,-1 0 0,2-1 0,-1-1 0,1 0-1,1 0 1,-1-1 0,1 0 0,1-1 0,21 8 0,-29-12-38,-1 0 1,1-1 0,0 1 0,0-1 0,1 0 0,-1 0 0,0 0 0,0-1 0,0 0 0,0 0 0,1 0 0,-1-1 0,0 0 0,0 0 0,0 0 0,7-3 0,8-1 2,-16 4 15,0 0 0,0 0 1,-1-1-1,1 0 0,-1 0 1,1 0-1,-1 0 0,0 0 1,1 0-1,-1-1 0,0 0 1,-1 0-1,1 0 0,0 0 1,-1 0-1,0 0 0,0 0 0,0-1 1,0 0-1,0 1 0,-1-1 1,1 0-1,-1 1 0,1-7 1,2-10 246,-2 1-1,0-1 1,-1-38 0,0 5 461,0 26-150,2 0 0,0 0-1,2 1 1,1-1-1,1 1 1,11-26-1,-17 50-540,-1 1-1,0 0 1,1 0 0,-1 0-1,1 0 1,-1 0-1,1 0 1,0 0-1,-1 0 1,1 0-1,0 0 1,0 0-1,0 0 1,0 1-1,-1-1 1,1 0-1,0 0 1,0 1-1,0-1 1,1 1-1,-1-1 1,0 1-1,0-1 1,0 1 0,0 0-1,0 0 1,1-1-1,0 1 1,1 1 11,-1-1 0,0 1 1,0 0-1,0 0 0,0 0 1,0 0-1,0 0 1,0 1-1,0-1 0,0 0 1,-1 1-1,1-1 0,2 4 1,4 6 102,0-1 0,-1 1 0,0 0 0,7 16 0,-4-3-2,-1 0 0,-1 0 0,-2 1 0,0 0 0,-2 0 0,3 47-1,-6-33 17,-3 0 0,-1 0 0,-15 70 0,-11-3 22,-4-2 0,-55 116-1,84-211-176,-8 20 7,-94 234 208,82-194-193,-28 127-1,52-190-31,-1 1-1,1-1 1,0 0 0,0 0-1,0 0 1,1 1 0,2 8-1,-1-1-41,-2-14 45,0 0-1,0 0 0,0 0 1,0 0-1,0 0 1,0 0-1,0 1 1,0-1-1,0 0 0,0 0 1,0 0-1,0 0 1,0 0-1,0 0 1,0 1-1,0-1 0,0 0 1,1 0-1,-1 0 1,0 0-1,0 0 1,0 0-1,0 0 0,0 0 1,0 1-1,0-1 1,0 0-1,0 0 1,0 0-1,0 0 0,1 0 1,-1 0-1,0 0 1,0 0-1,0 0 1,0 0-1,0 0 0,0 0 1,0 0-1,1 0 1,-1 0-1,0 0 1,0 0-1,0 0 0,0 0 1,0 0-1,0 0 1,0 0-1,1 0 1,-1 0-1,0 0 0,0 0 1,0 0-1,0 0 1,0 0-1,0 0 1,0 0-1,1 0 0,-1 0 1,0 0-1,0 0 1,0 0-1,0-1 1,0 1-1,0 0 0,0 0 1,0 0-1,0 0 1,0 0-1,8-4-34,-1 0 0,0-1-1,-1 0 1,1 0 0,-1 0 0,0 0-1,-1-1 1,1 0 0,-1-1 0,0 1 0,0-1-1,-1 0 1,0 0 0,0 0 0,-1-1-1,4-9 1,3-17-288,-1 1 0,8-57 0,-12 59 35,45-385-4281,-14 91-747,-20 235 1620,7 7-1744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09.9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442 468 5929,'-7'-7'805,"-1"-1"0,2 0 1,-1 0-1,1-1 1,0 0-1,1 0 0,0 0 1,0-1-1,-3-10 1,7 19-712,1-1 1,-1 0 0,0 1 0,0-1 0,0 1 0,-1-1 0,1 1 0,0 0-1,0-1 1,-1 1 0,1 0 0,-1 0 0,1 0 0,-1 0 0,1 0 0,-1 0-1,0 0 1,0 0 0,1 1 0,-1-1 0,0 1 0,0-1 0,0 1 0,1 0-1,-1 0 1,0 0 0,0 0 0,-3 0 0,-2 1 53,-1-1 0,1 2-1,0-1 1,-1 1 0,-12 4 0,3 2-10,1 1-1,-1 0 1,1 1 0,1 1 0,0 0-1,0 1 1,1 1 0,1 0 0,-14 18-1,11-11-56,0 0-1,2 1 1,1 1-1,0 0 0,2 1 1,-9 25-1,18-44-67,1 0-1,0 0 1,0 1-1,0-1 1,0 0-1,1 0 1,-1 0-1,1 1 1,0-1-1,1 0 1,-1 1-1,1-1 1,0 0-1,0 0 1,0 0-1,0 0 1,1 0-1,-1 0 1,1 0-1,0 0 1,5 6-1,-5-8-10,1 0-1,-1 0 1,1 0 0,-1 0-1,1 0 1,0 0 0,-1-1-1,1 1 1,0-1 0,0 0-1,0 0 1,0 0 0,1 0-1,-1-1 1,0 1 0,0-1-1,0 0 1,0 1 0,1-2-1,-1 1 1,0 0 0,0-1-1,0 1 1,1-1 0,-1 0-1,0 0 1,0 0 0,4-3-1,4-1 2,0-1 0,-1 0 0,0-1-1,0-1 1,-1 1 0,1-1 0,-2-1-1,1 0 1,-1 0 0,-1-1-1,0 0 1,0 0 0,-1 0 0,0-1-1,0 0 1,-2 0 0,6-16 0,4-21 115,-3 0 1,12-98-1,-19 115 14,3-31 215,-5 30-38,2 1 0,1 0-1,1 0 1,2 1 0,19-51 0,-26 79-290,-1 1-1,1-1 1,0 1 0,0-1 0,-1 1-1,1 0 1,0-1 0,0 1 0,1 0-1,-1 0 1,0 0 0,0 0 0,0 0 0,1 0-1,-1 0 1,1 0 0,-1 0 0,0 1-1,1-1 1,-1 0 0,1 1 0,0-1-1,-1 1 1,1 0 0,-1 0 0,1-1-1,0 1 1,-1 0 0,1 0 0,2 1 0,-1 0-6,0 0 0,-1 0 0,1 0 0,-1 0 0,1 0 0,-1 0 0,0 1 0,1 0 1,-1-1-1,0 1 0,0 0 0,0 0 0,0 0 0,-1 0 0,1 0 0,2 4 0,6 14 43,-1-1-1,-1 2 1,-1-1-1,6 25 0,15 92-24,-23-108-70,28 198-1587,-27-163-950,-5 102 0,-8-44-2853,8-3-3074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10.3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266 1758 4704,'-23'10'850,"12"-5"96,0 0 0,-1 0 0,1-1 0,-1-1 0,0 0 0,-12 1 0,-2-2 847,-35 1 1638,56-3-3052,1 0 0,0 0 0,0-1-1,0 1 1,0-1 0,0 0 0,0-1 0,0 1 0,0-1 0,-7-3 0,10 4-292,0 0 0,0 0 0,0 0 0,0 0 0,1 0-1,-1 0 1,0 0 0,1 0 0,-1 0 0,1 0 0,-1 0 0,1 0 0,-1 0 0,1 0 0,0-1-1,-1 1 1,1 0 0,0 0 0,0 0 0,0-1 0,0 1 0,0 0 0,1-2 0,-1 0 37,1-1 1,0 1 0,0 0-1,0 0 1,0 0 0,0 0-1,1 1 1,2-5 0,8-6 189,1 0 1,0 1 0,1 0 0,0 2-1,1-1 1,0 2 0,20-11 0,-22 13-169,124-65 967,86-32-59,179-70 141,291-65-159,-680 236-1022,1867-532-2290,-966 281-3293,-569 153 1341,-125 31-1738,-7-1-4863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10.8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1746 7689,'13'-60'1996,"17"9"-292,10-4 64,7-8-44,14-6-115,22-7-241,38-8-260,30-12-220,36-7-156,38-5-148,33-7-128,36 0-88,28-2-264,23-10-748,23 1-820,4-7-1032,10 6-2693,10 7-4132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12.0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1 604 9309,'33'-12'1840,"1"-4"12,26-2-184,1 0-76,16-3-223,33-3-285,27-6-260,18-3-172,22 0-144,17-7-84,17-2-224,10-6-504,14 3-492,6-6-636,-7-1-728,-6-8-2733,-23 0-3860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14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212 1 9181,'0'0'7104,"2"2"-5574,2 1-1229,-1 1 0,0 0 0,0-1 0,0 1 0,-1 0 0,1 1 0,-1-1 0,0 0 0,0 1 0,0-1 0,-1 1 0,2 6 0,0 7 342,-1 0 0,1 20 0,-2-11-74,10 372 3709,-47 205-2074,-35-24-2311,2-23-2513,20 4-2165,23-188-3891,25-361 8223,-13 206-10630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15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10729 91 5304,'25'-1'596,"-21"0"77,-1 0-1,1 0 0,-1 0 0,0-1 0,0 1 1,0-1-1,0 1 0,0-1 0,0 0 1,0 0-1,0-1 0,3-2 0,-5 3 162,-3 1-103,-21-5-355,0 1 0,-1 0-1,1 2 1,-1 1 0,-37 1-1,12 0-79,-559-5 758,114 3-773,-160-9-68,113 5-175,-496-2 32,400 7-29,-2548 29-9,1512 29 47,666-19-74,904-33-100,-197 2 86,6-24-1658,292 18 1533,0 0 0,0 0 0,0 0 1,0-1-1,0 1 0,0-1 0,0 1 0,0-1 0,0 0 0,0 0 0,1 0 0,-1 0 0,0 0 0,1 0 0,-1-1 0,0 1 0,-1-3 0,2 3-75,1 0 0,0-1-1,-1 1 1,1 0 0,0 0 0,0-1-1,0 1 1,0 0 0,0-1 0,1 1 0,-1 0-1,0 0 1,0-1 0,1 1 0,-1 0 0,1 0-1,-1 0 1,1 0 0,0-1 0,-1 1-1,1 0 1,0 0 0,0 0 0,0 0 0,0 0-1,-1 1 1,3-2 0,35-28-7334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17.1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148 962 4480,'-48'3'2518,"42"-3"-1955,-1 0 0,0 0 0,0 0 0,1 1 0,-14 3 0,17-3-274,-1 0 1,1-1-1,0 1 0,-1-1 0,1 0 0,-1 0 0,1 0 0,-6-1 0,3 0 225,2 1 528,9-2 14,42-10-222,0 1 0,1 2 0,95-4 0,-84 9-540,2127-125 2496,-1652 104-2531,563-24 65,587-30-5,-9-40-34,-515-18 589,-851 80-586,-223 37-100,122-47 1,-205 66-193,-1 0 1,0 0-1,1 0 0,-1 0 1,0 0-1,0-1 1,0 1-1,0-1 1,0 1-1,0-1 1,0 0-1,0 0 0,-1 0 1,1 0-1,-1 0 1,2-2-1,-3 3-1,1 1 0,-1-1 0,0 0 0,0 0-1,0 1 1,0-1 0,0 0 0,0 1 0,0-1-1,0 0 1,0 0 0,0 1 0,0-1 0,-1 0-1,1 1 1,0-1 0,0 0 0,-1 1 0,1-1-1,0 0 1,-1 1 0,1-1 0,-1 1 0,1-1-1,-1 0 1,1 1 0,-1-1 0,1 1 0,-1 0-1,1-1 1,-1 1 0,0-1 0,1 1 0,-1 0-1,0 0 1,1-1 0,-1 1 0,0 0 0,0 0-1,0 0 1,-6-2-81,1 1-1,-1 0 1,1 0-1,-1 1 1,1 0-1,-1 0 1,0 0-1,1 1 1,-1 0-1,1 1 1,-1-1-1,1 1 1,0 0-1,0 1 1,0-1-1,-8 6 1,8-5-7,5-3 60,0 1 0,0-1-1,0 1 1,0 0 0,0-1-1,0 1 1,0 0 0,0 0-1,0 0 1,0 0 0,0 0-1,1 0 1,-1 0 0,0 0-1,1 0 1,-1 0-1,0 0 1,1 0 0,0 0-1,-1 1 1,1-1 0,0 0-1,-1 3 1,6 8-2793,9-6-5443,-14-42 5920,4 15 1837,-1 11 567,0 0 1,1 0 0,0 1 0,1-1-1,0 1 1,1 0 0,0 1 0,0-1-1,0 1 1,1 0 0,1 1 0,-1 0-1,1 0 1,14-9 0,21-9-536,-34 21-545,0 0 0,-1-1 0,15-11-1,-21 14-388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18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236 195 3948,'0'0'4073,"-3"0"-3075,-5 2-544,5-1-226,1-1 0,-1 1 0,1-1 0,-1 1 0,0-1 0,1 0 0,-1 0 0,0 0 0,1 0 0,-1-1 0,0 1 0,-2-1-1,-13-6 459,0 2-1,0 0 1,-34-4-1,48 8-640,0 0-1,1 0 1,-1 1 0,0-1-1,1 1 1,-1 0 0,0 0-1,0 0 1,1 1 0,-1 0-1,0-1 1,1 1 0,-1 0-1,1 1 1,-1-1 0,1 1-1,0-1 1,-1 1 0,-4 4-1,7-6-38,1 0 0,0 1 0,-1-1 0,1 0 0,0 0 0,0 0 0,-1 1 0,1-1 0,0 0 0,0 0 0,0 0 0,-1 1 0,1-1 0,0 0 0,0 0 0,0 1 0,0-1 0,0 0 0,0 1 0,-1-1 0,1 0 0,0 1 0,0-1 0,0 0 0,0 0 0,0 1 0,0-1 0,0 0 0,0 1 0,0-1 0,0 0 0,1 1 0,-1-1 0,0 0 0,0 0 0,0 1 0,0 0 0,14 7 156,29 3 32,-37-10-174,97 18 395,129 6 0,107-13 234,-155-8-423,1086 4 1081,-714-19-432,-375 1-214,-171 3-653,-10 6-15,1 0 0,0 0 1,-1 0-1,1 1 1,0-1-1,0 0 1,-1 0-1,1 1 1,0-1-1,0 1 0,0-1 1,0 1-1,0-1 1,0 1-1,0-1 1,0 1-1,2-1 1,76-10-253,-75 11 273,-3-1-12,-1 1 0,1-1 0,-1 1 0,1-1 0,0 1 0,-1-1 0,1 1-1,0-1 1,-1 1 0,1 0 0,0-1 0,0 1 0,-1 0 0,1 0 0,0 0 0,0-1 0,0 1 0,-1 0 0,2 0 0,0 0-11,-1 0 1,1 0-1,-1 0 1,0-1-1,1 1 1,-1 0-1,0-1 1,1 0-1,-1 1 1,0-1-1,0 0 1,0 1-1,2-2 1,5-11-89,1 0 0,0 1 0,1 0 0,0 1 0,1 0 0,0 1 0,1 0 0,0 0-1,15-7 1,2-1-156,1 2 0,59-23 0,-62 25 21,-20 9 215,-5 4 72,0 0-2,-1 0 1,0 0-1,0 1 1,1-1-1,-1 0 1,1 1-1,-1-1 1,0 1-1,1-1 1,-1 1-1,1 0 1,-1 0-1,1 0 1,-1-1-1,1 1 1,1 1-1,-13 36 679,-19 44-1,14-43 151,-17 73-1,-60 684 3373,61-424-3636,-61 507-1545,64-633-751,-2-57-2198,-8 8-5212,24-109-230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19.1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44 119 7345,'-5'-14'752,"3"10"-429,1 0 0,-1 0 0,0 1 0,0-1 0,0 0 0,0 1 0,-1-1 0,1 1 0,-6-5 0,8 5 391,1 0 0,-1 0 0,1 0 0,-1 0 0,1 0 0,0 0 0,0 0 0,0 0 0,1 1-1,1-4 1,-9-23 4260,14 74-3417,2-1 1,19 52-1,7 26-293,-8 9-645,-5 1-1,-7 1 1,0 134 0,-17-83-2200,-41 304 0,26-369 256,-27 173-3546,7-99-2548,-9-2-5385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20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 4608,'0'-2'167,"-1"0"0,1 0-1,0 0 1,1 0 0,-1 0-1,0 0 1,0 0 0,1 0-1,-1 0 1,1 0 0,0 0-1,0 1 1,-1-1-1,1 0 1,1 0 0,4-6 6146,-2 75-3186,19 107 0,-10-88-2256,14 103 413,2 236 0,-57 300-1386,0-363-3009,-5 0-4796,32-350 7561,-11 167-8485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21.8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 27 5164,'-40'-27'9407,"47"53"-7078,25 102-637,-6 1 0,12 187 0,-29 49-940,-31 3-2091,-46 119-3826,27-207-751,13-76-1408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22.6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13 179 6317,'-6'-21'607,"5"17"-394,-1 0-1,1 0 1,0-1 0,0 1-1,1 0 1,-1 0-1,1 0 1,0-1 0,0 1-1,1 0 1,0-5 0,12-24 3655,-12 33-3758,0 0 0,0 0 0,-1 0 0,1 0 0,0 0 0,0 1 0,0-1 0,0 0 0,-1 1 1,1-1-1,0 0 0,0 1 0,-1-1 0,1 1 0,0-1 0,-1 1 0,2 1 0,-1-1 114,10 7 291,-1 2 0,0-1 0,0 2 0,-1-1 0,13 20 0,35 66 729,-32-51-808,222 337 1497,-179-292-1662,5-3-1,83 78 0,-108-121-164,2-2 1,65 42-1,-79-62-64,1-1 1,0-1 0,2-2 0,54 17 0,-73-29-40,-1-1-1,1-1 1,0-1-1,0 0 1,0-2-1,0 0 1,0-2-1,0 0 1,0-1-1,0-1 1,0 0-1,0-2 1,-1 0-1,0-2 1,0 0-1,-1-1 1,0-1-1,0 0 1,-1-1-1,0-1 1,0-1-1,-2-1 1,1 0-1,18-21 1,17-23-143,-2-3 0,-3-1 1,-3-2-1,49-98 0,29-84-2096,11-22-2446,-36 93-1870,-42 86 46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23.3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10125,'0'0'1452,"2"2"-188,26 33 754,-3 0 1,23 42 0,7 11-555,276 407 2185,-294-439-3487,-12-16-53,2-2-1,1 0 1,2-2-1,35 33 1,-42-48-89,0-2 0,1-1 0,1 0 0,1-2 0,0-1 1,1-1-1,1-2 0,0 0 0,0-2 0,1-1 0,0-1 0,1-2 0,0-1 1,0-1-1,0-2 0,0 0 0,34-4 0,-15-4-45,-1-2 0,0-2 0,0-2 1,-2-2-1,1-2 0,-2-2 0,0-2 0,-1-2 0,-2-2 0,63-45 0,-40 19-649,-2-3 0,-3-3 0,-2-2-1,-3-3 1,72-101 0,-93 112-815,-3-2 1,34-72-1,0-37-4397,-24 42-1536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24.0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70 7717,'-1'-3'175,"1"1"1,-1 0-1,1 0 0,-1-1 1,1 1-1,0-1 0,0 1 1,0 0-1,0-1 1,0 1-1,0 0 0,1-1 1,-1 1-1,1 0 1,-1-1-1,2-1 0,0 1 179,1 0 0,-1 1 0,0-1 0,1 1 0,0 0-1,-1 0 1,1 0 0,0 0 0,0 0 0,4-1 0,-4 1 881,0 5-19,9 8-600,-1 1 1,-1 0-1,0 1 1,0 0 0,-1 0-1,9 19 1,164 303 3647,-132-258-3603,3-1 0,81 87 0,-111-137-550,3 4 41,2-1 1,0-2-1,36 26 1,-39-33-45,1-2 1,1-1-1,36 16 1,-48-27-70,-1 0 1,1-1-1,0-1 1,0 0-1,0-1 1,1-1-1,-1-1 1,29 0-1,-16-3-13,0-2 0,0-1 0,0-1-1,-1-2 1,0 0 0,0-2 0,-1-1-1,26-15 1,31-22-137,80-62 0,-76 49-196,415-257-3712,-114 75-3308,-246 151 1640,-4 8-3114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24.8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10341,'2'32'1164,"3"0"1,0-1-1,3 0 0,0 0 1,14 32-1,-11-30-205,5 11 216,3-1 0,1-1 0,2-1-1,48 69 1,-56-92-946,1 0 1,0 0-1,1-1 0,0-2 1,2 1-1,0-2 0,1 0 0,0-1 1,1-1-1,0-1 0,1-1 0,0-1 1,0 0-1,1-2 0,1-1 0,-1 0 1,1-2-1,0 0 0,-1-2 0,27 0 1,22-3 104,-1-3 0,107-21 0,135-50 132,-204 41-653,-1-5-1,105-55 0,193-123-4874,-135 70-5250,-152 86-1210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29.0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1105 397 6021,'10'-75'3843,"-4"21"-1730,-4 41-1662,-1 0 0,0 0-1,0 0 1,-2 0 0,1-1 0,-2 1-1,0 0 1,0 1 0,-1-1-1,-1 0 1,0 1 0,-9-19 0,10 25-363,0 1 0,0 0 0,0 0 0,0 0 0,-1 0-1,0 1 1,0-1 0,0 1 0,-1 0 0,1 0 0,-1 0 0,0 1 0,0 0 0,0 0 0,-1 0 0,1 1 0,-1-1 0,1 1 0,-1 0 0,0 1 0,0 0 0,0 0 0,0 0 0,0 0 0,0 1 0,0 0 0,0 0 0,-10 3 0,-6 2 55,1 1 1,-1 0-1,2 2 1,-1 1-1,1 1 1,0 0-1,-30 22 1,8-1 62,2 1 0,-42 44 1,15-6 78,-78 108 0,-41 89 18,158-226-249,2 1-1,2 2 1,1 0 0,3 1-1,2 2 1,-19 70-1,34-102-45,1-1-1,0 0 0,1 0 0,1 1 1,0-1-1,1 0 0,1 1 0,0-1 1,0 0-1,7 16 0,-6-20 5,1 0-1,0 0 1,1-1-1,0 0 1,0 0-1,1 0 1,0 0-1,0-1 1,1 0-1,1 0 1,-1-1 0,1 0-1,0-1 1,15 10-1,-4-6-9,0 0 0,1-1 0,0-1 0,1-1 0,-1-1-1,1-1 1,30 4 0,-19-6 9,0-2-1,1 0 1,-1-3-1,47-7 1,-24-2-45,0-2 0,-2-3 0,1-2 0,-2-2 0,71-39-1,-85 38-25,-1-2 0,0-1-1,-2-2 1,-1-2-1,-1-1 1,-2-1-1,-1-2 1,-1-1-1,33-51 1,-60 83 55,-1 0 1,0-1 0,0 1-1,0-1 1,0 0-1,0 1 1,-1-1 0,1 0-1,0 1 1,-1-1 0,1 0-1,-1 0 1,0 0-1,0 1 1,0-1 0,1 0-1,-2 0 1,1 0-1,0 0 1,0 1 0,0-1-1,-1 0 1,1 0-1,-1 0 1,0 1 0,1-1-1,-1 0 1,0 1 0,0-1-1,0 1 1,0-1-1,0 1 1,-1-1 0,1 1-1,0 0 1,-1 0-1,1-1 1,-1 1 0,1 0-1,-1 0 1,1 0 0,-1 1-1,-2-2 1,-1 0-3,1 0 0,-1 1 0,0 0 0,0-1 0,1 2 0,-1-1 0,0 0 0,0 1 0,0 0 0,0 0 0,0 1 0,0-1 0,0 1 0,-7 2 0,9-1-1,-1 0-1,1 0 0,0 1 0,0-1 0,0 1 0,0 0 0,0 0 0,-3 4 1,5-6 6,23 6-94,-8-7 100,0 0 0,0-1 0,1-1-1,-1 0 1,18-6 0,29-5 8,-18 7-10,0 0 37,48-1 0,-76 7-21,1 0 1,0 2-1,0 0 0,0 1 0,-1 0 1,25 9-1,-2 4-134,-1 1-1,-1 3 1,55 37 0,-85-53-269,64 40-3064,-64-41 2660,-1-1 0,1 1 0,0-1-1,0 0 1,1-1 0,-1 1 0,0-1 0,1 0 0,-1-1 0,7 0 0,10 0-5931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29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0 236 6601,'2'2'317,"0"1"1,0-1 0,0 1-1,-1-1 1,1 1 0,-1 0 0,1 0-1,-1 0 1,0 0 0,0 0-1,-1 0 1,2 3 0,-6 39 2803,2-39-2946,-4 45 1696,6-47-1275,1-2-459,-1-1-128,1 1 1,-1-1-1,1 0 1,-1 1-1,1-1 1,0 0-1,0 0 0,-1 0 1,1 0-1,0 0 1,0 0-1,0 0 1,0 0-1,0 0 1,1 0-1,-1 0 0,0-1 1,0 1-1,3 1 1,-1-2 2,-1 0 1,1 0 0,0 0 0,0 0-1,0-1 1,0 1 0,0-1 0,3-1-1,25-4 50,15 0-64,-11 0-9,0 2 0,0 1 0,70 4 0,-101 0 39,14-6 33,-6 1-51,1 1-1,-2-1 1,1-1 0,0 0-1,-1-1 1,0 0 0,14-10 0,-10 6-10,1 0 1,25-10-1,-32 17 11,16-7-13,0 1-1,32-6 1,-45 13 3,1 1 1,-1 0 0,1 1-1,-1 0 1,1 1 0,-1 0-1,22 5 1,1 3-36,-11-2 52,0-1-1,0-1 1,1-1-1,0-1 1,31-1-1,-40-4-27,0-1-1,0 0 0,0-1 1,0-1-1,-1-1 1,0 0-1,0 0 0,-1-2 1,25-17-1,-29 18 32,-2-1 0,1 0-1,-1 0 1,0-1 0,8-13 0,11-11-73,-20 26-204,-6 5 255,0 0 0,0 0 0,0 1-1,1-1 1,-1 0 0,1 1 0,-1-1 0,1 1 0,0 0 0,-1 0 0,1 0 0,0 0 0,0 0 0,0 0 0,2-1 0,-2 4-32,1-1 0,-1 1 0,1-1 0,-1 1 1,0 0-1,0 0 0,0 0 0,0 0 1,0 0-1,2 4 0,7 6-337,-8-9 271,1-1 1,-1 0-1,1-1 1,0 1-1,-1-1 0,1 1 1,0-1-1,0 0 1,0 0-1,0-1 1,0 1-1,0-1 1,0 0-1,1 0 1,5-1-1,8-1-247,0-1 0,21-6 1,-13 0-51,1-1 0,27-15-1,4-1-888,-51 23 778,-1 0 0,0-1 1,0 1-1,0-1 0,-1 0 0,1-1 1,-1 1-1,8-10 0,1-3-3029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29.9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68 197 6245,'-3'15'3621,"2"-12"-2833,-2 27 290,3-27-705,-1 1-62,-10 27 80,-2 0 0,-21 37 0,33-66-167,3-5-200,-1 0 1,1 1 0,0-1 0,0 1-1,0-1 1,1 1 0,-1 0-1,1 0 1,3-2 0,2 0 26,-1 0 0,1 1 0,0 0 0,1 0 0,-1 1 1,0 0-1,1 0 0,-1 1 0,1 0 0,0 1 0,-1 0 0,1 0 0,-1 1 0,12 2 1,-11-2-31,0 1 0,-1 0 0,1 0 0,-1 1 0,0 0 0,0 1 1,0 0-1,0 0 0,-1 0 0,1 1 0,-1 0 0,0 1 1,10 10-1,-13-11-7,-1-1 1,0 1-1,-1-1 1,1 1-1,-1 0 0,0 0 1,0 0-1,-1 0 1,1 1-1,-1-1 1,0 0-1,0 1 1,-1-1-1,0 10 1,-1-5 82,0 0 0,-1 1 1,0-1-1,-1 0 0,0-1 0,-4 12 1,-11 7 1374,12-25-656,10-18-323,8-10-295,0 0-1,2 1 1,0 0 0,28-32 0,81-82-201,-79 96-1747,98-72-1,-7 24-4962,-66 49 123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30.2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6229,'0'21'1587,"0"-15"-226,1-1 0,0 1 1,0 0-1,1-1 1,-1 0-1,5 10 1,11 10-1224,-16-23-103,0 0 0,0 1 1,0-1-1,0 0 0,0 0 0,0 1 0,0-1 0,-1 1 0,1-1 0,-1 0 0,0 1 0,0-1 1,0 1-1,0-1 0,0 1 0,0-1 0,-1 1 0,1-1 0,-2 3 0,-15 39 235,16-42-246,18-9 38,-8 2-75,0 0-1,0 0 1,-1-1 0,0-1 0,0 1 0,0-1-1,10-12 1,-8 8 150,0 1 0,1 0 0,19-13 0,9 1 293,-39 22-417,1-1 0,0 1 0,0 0 1,0 0-1,0 0 0,0 0 0,0 0 1,0 0-1,0 0 0,0 0 0,0 1 1,0-1-1,0 0 0,-1 1 0,1-1 0,0 0 1,0 1-1,0-1 0,0 1 0,-1-1 1,1 1-1,0 0 0,0 0 0,2 0 26,-1 1-25,1 0-1,-1 0 0,0 0 0,0 0 0,1 0 0,-1 1 0,0-1 0,-1 0 0,1 1 0,0 0 0,-1-1 0,0 1 0,1 0 0,-1 0 0,0 0 0,0 0 0,0 4 0,7 59-197,-7-50 13,1 14-921,2 0 0,10 37 0,-5-36-1118,1-1-1,15 31 0,11 17-4547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30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458 0 11645,'-133'77'5059,"125"-72"-4732,0 0 0,1 1 0,0-1 0,0 2 0,0-1 0,1 1 0,0 0 0,-8 11 0,2-1 253,-21 28 562,2 1-1,1 2 1,3 1-1,-28 72 1,41-85-856,2 2 1,1 0 0,2 0-1,1 1 1,2 0-1,2 0 1,1 41-1,4-60-257,1 0 0,1-1-1,1 0 1,0 0-1,1 0 1,2 0 0,-1-1-1,2 0 1,1 0 0,0-1-1,1 0 1,1 0 0,0-1-1,1-1 1,1 0 0,0-1-1,1 0 1,1-1-1,0 0 1,1-2 0,0 0-1,1 0 1,0-2 0,0 0-1,1-1 1,30 10 0,-7-6-499,1-2 1,0-2-1,0-2 0,1-1 1,80-2-1,-90-5 191,0-2 0,0-1-1,0-1 1,-1-2 0,0-1-1,0-2 1,-1-1 0,33-17 0,157-104-567,32-16 656,-244 144 207,1 0 0,0 1 0,0 0 0,1 1 0,-1 0 0,1 0-1,0 1 1,21-1 0,-28 3-9,1 0 0,-1 1-1,1 0 1,-1 0-1,0 0 1,1 0 0,-1 1-1,0 0 1,0 0 0,0 0-1,0 0 1,0 1-1,-1-1 1,1 1 0,-1 0-1,1 0 1,-1 0 0,0 1-1,0-1 1,0 1 0,-1 0-1,1-1 1,3 10-1,9 19-163,-2 2-1,12 42 1,-12-36-2088,22 51 0,-10-38-3479,-1-1-3582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31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0 13629,'-3'67'2176,"-4"-13"-3,14 3-425,-14-2-64,0-4-268,4 3-268,3 9-204,0 4-256,0 11-104,0 3-176,-3 7-720,6 2-392,-6-14-712,-11-16-864,4-9-868,-3-6-2441,13-26-4576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31.3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59 10925,'31'-12'787,"-5"2"338,0 1 0,27-5 0,-26 9-330,1 1-1,-1 2 0,1 0 0,-1 2 0,1 1 0,48 8 0,-55-5-547,0 0 0,0 2-1,-1 0 1,0 2 0,-1 0-1,1 1 1,-2 1-1,1 1 1,23 18 0,-34-23-191,-1 1 0,1 0-1,-2 1 1,1-1 0,-1 1 0,0 1 0,-1-1 0,0 1 0,0 0 0,-1 0 0,0 0 0,0 0-1,-1 1 1,-1 0 0,0-1 0,2 16 0,-3-11-14,-1 0 1,0 1-1,-1-1 1,-1 0-1,0 1 1,-1-1-1,-1 0 1,0-1-1,-1 1 1,-12 25-1,-9 7-83,-2 0 1,-2-3-1,-2 0 0,-2-2 0,-40 38 0,-65 52-1803,-4-9-4103,84-72 1670,4-6-4956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31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204 346 11549,'-4'-13'361,"1"8"-134,1 0-1,-1-1 1,1 0 0,1 0-1,-1 1 1,1-1 0,0 0 0,0 0-1,1 0 1,0 0 0,0 0 0,0-1-1,1 1 1,2-10 0,8-16 1009,1 2-1,2-1 1,1 1 0,1 1 0,22-29-1,-37 56-1169,0 1-1,1-1 0,-1 0 0,1 0 0,-1 1 0,1-1 0,-1 1 1,1-1-1,0 1 0,0 0 0,0-1 0,0 1 0,0 0 0,0 0 1,0 1-1,0-1 0,0 0 0,4 0 0,-4 1-28,0 0 0,0 1 0,0-1 0,0 0-1,0 1 1,0 0 0,0-1 0,-1 1 0,1 0-1,0 0 1,0 0 0,-1 0 0,1 0 0,0 0 0,-1 0-1,3 3 1,1 2 17,0 0 0,0 1-1,-1-1 1,0 1 0,0 0-1,-1-1 1,0 2 0,0-1 0,2 11-1,97 511 764,-97-499-790,5 34 40,-2 0 0,-4 0 0,-2 0 0,-8 75 0,3-107-32,-2 0 0,-1 0 0,-2 0-1,-1-1 1,-2 0 0,0 0-1,-3-2 1,0 1 0,-2-2-1,-19 29 1,11-26-189,-1-1 0,-1-1-1,-2-1 1,-39 30 0,44-40-698,-1-1 0,-1-2 0,-39 19 0,21-19-1725,12-11-4257,13-2-3279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31.8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41 106 16309,'0'0'2709,"-17"-18"-593,0-1 984,14-2-1988,0 3 368,16 3-1196,4 0-864,10 15-444,-1 0-992,-9 6-7137,-3 6-2200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34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2072 9197,'-7'-8'564,"0"0"1,1-1 0,-9-17-1,13 22-342,0 0 1,1 0-1,0 0 0,0 0 1,0 0-1,0 0 0,1 0 1,-1 0-1,1 0 0,0 0 0,1-1 1,-1 1-1,2-6 0,9-33 686,2 2 0,1 0 0,3 0 0,1 2 0,2 0 0,39-57 0,-17 37-525,4 2 0,1 1 0,63-55 0,-37 48-196,2 4 1,3 3-1,2 3 0,2 4 1,173-76-1,-30 39 24,281-70 0,672-107-1062,21 63-2641,-839 144 1613,170-30-3780,-3 4-3477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58.4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38 155 4712,'0'1'57,"0"-1"-1,0 1 0,0-1 0,0 0 0,1 1 0,-1-1 1,0 1-1,0-1 0,1 1 0,-1-1 0,0 1 1,1-1-1,-1 0 0,0 1 0,1-1 0,-1 0 0,0 1 1,1-1-1,-1 0 0,1 1 0,-1-1 0,1 0 0,-1 0 1,1 0-1,-1 0 0,1 1 0,-1-1 0,1 0 1,-1 0-1,1 0 0,-1 0 0,1 0 0,-1 0 0,1 0 1,0 0-1,3-18 1733,-2 5 3240,-1 12-4969,-1 0-1,1 0 1,0 0 0,-1 0-1,1 0 1,-1 0-1,1 0 1,-1 0 0,1 0-1,-1 0 1,0 0-1,0 0 1,1 0-1,-1 0 1,0 0 0,0-2-1,5-14 1273,9-13-597,-13 27-417,3-15 202,1 5-148,-4 10 1155,-1 0-1309,3-23 509,-3 26-689,0 0 0,0-1 0,0 1 0,0 0 0,1 0 0,-1 0 0,0 0 0,0 0 0,0 0 0,0 0 0,1 0 0,-1 0-1,0 0 1,0 0 0,0 0 0,1 0 0,-1 0 0,0 0 0,0 0 0,0 0 0,0 0 0,1 0 0,-1 0 0,0 0 0,0 0 0,0 0 0,1 0 0,-1 0 0,0 0 0,0 0 0,0 0 0,0 0 0,0 1 0,1-1 0,-1 0 0,0 0 0,0 0 0,0 0-1,0 0 1,0 1 0,0-1 0,0 0 0,1 0 0,-1 0 0,0 0 0,0 1 0,0-1 0,0 0 0,0 0 0,0 0 0,0 0 0,0 1 0,0-1 0,0 0 0,0 0 0,3 8 389,0 0 0,0 0 0,-1 1 0,2 11 0,3 30 648,0 51 0,-4-48-489,6 91 132,-7 1 0,-5 1-1,-33 212 1,24-280-1520,-18 93-1980,22-137 148,-1 0 0,-25 59 1,21-59-3406,11-12-3636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59.0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1 101 10709,'9'-8'654,"-1"0"0,2 0-1,-1 1 1,1 1 0,0 0 0,1 0-1,-1 1 1,1 0 0,17-5 0,8 0 1243,63-10 0,-91 19-1755,0 1 0,0 0-1,0 0 1,0 0 0,0 1-1,0 0 1,0 1 0,0 0 0,0 0-1,-1 0 1,14 7 0,-5-1 87,-1 1 0,0 1 0,15 13 0,-21-16-170,-1 1 0,0 0-1,-1 1 1,0 0 0,0 0-1,-1 1 1,0 0 0,0 0-1,-1 0 1,-1 0 0,0 1 0,0 0-1,4 21 1,0-4 35,4 18-101,-2 0 0,-2 0 0,-2 1 0,-2 0 1,-2 1-1,-3-1 0,-1 0 0,-2 0 0,-2 0 1,-14 46-1,13-65-95,-2 0 0,-1-1 0,-1 0 0,-16 28 1,-6-12 5,31-41 57,3-7-24,7-19 51,1 1 1,1 0-1,1 0 0,1 1 1,22-30-1,-20 30 50,152-209-141,-128 186 94,2 1-1,83-69 0,-107 101 28,0 0-1,1 1 1,0 1-1,0 1 1,1 0-1,0 1 1,29-8-1,-40 14 0,0 0 0,0 1 0,0 0 0,1 0 0,-1 0 0,0 1 0,0 1 0,1-1 0,-1 1 0,0 0 0,0 1 0,0-1 0,0 1 0,0 1 0,0-1 0,-1 1 0,1 1 0,-1-1 0,1 1 0,-1 0 0,-1 0 0,1 1 0,7 8 0,-3-2 30,-1 1 0,0 0 0,-1 1 0,-1 0 0,0 1 0,-1-1 0,0 1 0,-1 0 0,-1 1 0,0-1 0,3 28 0,0 14 156,-3 102 0,-5-115-100,-1 60-47,2 85-463,1-182 364,-1 1-1,1-1 1,1 1 0,-1-1 0,1 1 0,0-1 0,1 0 0,-1 0 0,1 0 0,0 0 0,8 9 0,-9-12 19,0-1-1,0 0 1,1 1 0,-1-1 0,1 0-1,0-1 1,-1 1 0,1 0 0,0-1-1,0 1 1,0-1 0,0 0 0,0 0-1,0 0 1,1-1 0,-1 1-1,0-1 1,0 0 0,1 0 0,-1 0-1,0 0 1,0 0 0,0-1 0,1 1-1,4-2 1,13-6-43,0-1-1,-1-1 0,0 0 1,0-2-1,-1 0 0,0-1 1,21-21-1,-15 14-2,0 2-1,52-30 0,-71 45 84,-1 1-1,1 0 1,0 1-1,0-1 1,-1 1-1,1 0 1,0 0-1,0 1 1,0 0-1,0 0 0,0 0 1,0 1-1,0 0 1,0 0-1,0 1 1,-1-1-1,1 1 1,5 3-1,10 5 108,0 1-1,-1 1 1,25 20-1,13 7 105,-26-20-114,2-2-1,0-1 1,1-1 0,38 9-1,-57-19-89,1-1 0,0-1-1,-1-1 1,1 0 0,0-1-1,0-1 1,0 0 0,0-1-1,0-1 1,0-1 0,20-6-1,-29 5 0,1 0 1,-1-1-1,0 0 0,-1-1 0,0 1 0,1-1 0,-2-1 0,1 1 0,-1-1 1,0-1-1,0 1 0,8-16 0,-13 20-17,1 0 0,-1 0 0,0 0 0,0 0 0,0 0 0,0 0 0,-1 0 0,1 0 0,-1-1 0,0 1 0,0 0 0,0 0 0,-1-1 0,1 1 0,-1 0-1,1 0 1,-1 0 0,0 0 0,-3-6 0,1 0-5,-1 1 0,-1 0 0,0 0 0,0 0 0,-9-11 0,8 13-68,0 0 0,-1 0 1,0 1-1,0-1 0,0 2 1,0-1-1,-1 1 0,0 0 1,0 0-1,0 1 1,0 1-1,0-1 0,-15-2 1,-44-1-3556,2 10-5262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59.2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208 0 11401,'7'31'2084,"-4"26"-216,-3-9-167,-3 3-269,-4 10-300,0-1-164,-3 9-188,-3 4 4,-4-1-332,4 3-136,-8 4-248,5-7-244,-11-6-536,3-5-612,8-10-380,-1-3-412,0-3-2889,7-24-3960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59.4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0 128 7413,'6'-2'180,"31"-18"1349,1 2 1,0 2 0,77-21 0,-67 26-267,1 2 1,0 2-1,79-1 1,-112 9-1036,0 1 0,0 0-1,0 1 1,0 0 0,-1 1 0,21 9 0,-25-9-136,-1 2 0,0-1 0,-1 1 1,1 0-1,-1 1 0,0 0 0,-1 1 1,1 0-1,-2 0 0,9 11 0,-10-10-34,0 0-1,0 1 1,-1 0-1,0 0 0,0 0 1,-1 0-1,-1 1 1,5 21-1,-4-3-463,0 61 1,2 28-6198,3-55-4891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3:59.9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 0 6109,'-8'7'551,"1"0"0,0 1 0,1 0 0,-1 0 0,-8 16 0,13-20-393,0 0 0,0 0-1,0-1 1,1 1 0,0 1 0,0-1 0,0 0-1,0 0 1,0 0 0,1 0 0,0 1-1,0-1 1,0 0 0,1 0 0,-1 1 0,1-1-1,2 7 1,17 36 155,28 49 1,0-1 444,-47-94-724,-1 0 0,0 0 0,1-1 0,-1 1 0,0 0 0,1 0 0,-1 0 1,1-1-1,-1 1 0,1 0 0,0-1 0,-1 1 0,1 0 0,0-1 0,-1 1 0,1-1 0,0 1 0,0-1 0,-1 1 0,1-1 1,0 0-1,0 1 0,0-1 0,0 0 0,-1 0 0,1 1 0,0-1 0,0 0 0,0 0 0,0 0 0,0 0 0,0 0 1,0 0-1,0 0 0,-1-1 0,1 1 0,0 0 0,0 0 0,0-1 0,0 1 0,-1-1 0,1 1 0,0-1 0,0 1 0,-1-1 1,1 1-1,0-1 0,-1 1 0,1-1 0,0 0 0,-1 1 0,1-2 0,17-30 199,97-109-2182,-105 130 1825,0-1 1,1 1-1,0 1 0,1 0 0,0 1 1,22-13-1,-6 8 535,0 0 0,34-10 0,-59 23-81,43-2-83,-46 3-246,1 0 1,-1 0-1,1 1 1,0-1-1,-1 0 1,1 0-1,-1 1 1,1-1-1,-1 1 1,1-1-1,-1 1 1,1-1-1,-1 1 1,1-1-1,-1 1 1,0-1-1,1 1 0,-1-1 1,0 1-1,1 0 1,-1-1-1,0 1 1,0-1-1,0 1 1,1 0-1,-1 0 1,0 1-5,6 8-170,2 4-85,0 0 0,0 0 0,14 14 0,-18-23 229,0-1 0,1 0 0,-1 0 0,1 0 0,0-1-1,0 0 1,1 0 0,-1 0 0,1 0 0,-1-1 0,1 0-1,6 1 1,13 2-161,0-1-1,1-1 1,0-2-1,35-1 1,-16-1-4112,-22 1-587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0.0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28 4228,'-43'-27'1881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3.5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97 2220,'3'1'551,"25"13"5506,-27-16-5573,1-1 20,0 1-1,-1-1 1,1 1-1,-1-1 1,0 1 0,0-1-1,0 0 1,0 0-1,0 0 1,0 0-1,-1 0 1,1-3 0,-1-10-897,0 13 562,4-2 0,0 1 1,-1 0-1,0-1 1,0 0 0,0 0-1,-1 0 1,3-6-1,-3 6-252,-1 2 1901,2 7-1395,36 66 758,39 97 0,-49-102-803,112 222 695,-8-21-571,38 85-101,96 223-98,-256-547-891,-1 0 0,9 46 0,-19-70-489,-2-3-1393,-1-1 1539,0 1 0,0-1-1,0 0 1,0 0 0,1-1-1,-1 1 1,0-1 0,-4-3 0,-4-11-6561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3.9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1520 10721,'10'56'766,"-6"-29"-187,1-1-1,1-1 0,1 1 0,14 31 0,-7-27-23,2-1-1,0-1 1,2-1 0,1 0 0,2-1-1,0-2 1,2 0 0,0-1 0,31 23-1,-21-21-284,1-1 0,1-1 0,1-3 0,1 0 0,0-3 0,73 24 0,-76-32-223,1-1 1,0-1 0,0-2 0,0-2-1,0-1 1,0-1 0,1-3-1,-1 0 1,0-3 0,0 0 0,-1-3-1,1 0 1,-2-3 0,1 0 0,-2-3-1,1 0 1,-2-2 0,0-1-1,-1-2 1,-1-1 0,-1-1 0,0-2-1,32-35 1,-13 4-50,-2-3 0,-3-2 0,-3-1 1,-2-2-1,-3-2 0,27-70 0,-10-1-14,-5-1 0,27-147 0,-10-73-181,-55 267-351,-3 0 0,-6-91 1,-1 151-397,-10-53 0,10 74 479,1 1 1,-2 0 0,1-1 0,-1 1 0,0 0 0,0 0 0,-1 1 0,0-1 0,0 1-1,-1 0 1,-9-11 0,13 16 180,0 0 0,0 1-1,0-1 1,0 0 0,0 0-1,0 0 1,-1 1 0,1-1-1,0 1 1,-1-1 0,1 1-1,0-1 1,-1 1 0,-1-1-1,-25 5-6067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4.3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6 11085,'11'-5'4839,"-13"5"-4531,1 1 0,-1 0 1,0-1-1,1 1 0,-1 0 1,1 0-1,-1 0 0,1 0 1,0 0-1,-1 0 0,1 0 0,-2 3 1,0 2 76,-1 0 0,1 0 0,1 1 0,-1 0 0,1-1 0,0 1 0,1 0 0,-1 0 0,1 0 0,0 12 0,1 11 626,4 36-1,-1-32-440,39 393 731,-15-176-5369,-9 1-6714,-15-167 557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4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51 12189,'-7'-51'3841,"24"57"-1193,0 0-2134,0 1 0,0 1 0,-1 0 0,0 1 0,20 15 0,-27-17-402,0 1 0,-1 1 1,0-1-1,0 2 0,-1-1 0,0 1 0,0 0 1,-1 0-1,6 15 0,-3-5-12,-1-1 0,-1 2 1,-1-1-1,-1 1 0,5 41 0,-9-45-70,-1-1 0,0 1 0,-1-1 0,-1 1 0,-1-1 0,0 0 0,-1 0 0,-10 23 1,5-18-72,-1 0 0,0-1 1,-2 0-1,-1-1 1,0-1-1,-1 0 1,-1 0-1,-31 27 0,21-24-573,-1-1-1,-1-1 0,-1-2 0,0 0 1,-48 19-1,65-32-267,1 0 0,-1-1 0,0 0 0,-1 0 0,1-1 0,0-1 1,-1 0-1,1 0 0,-1-1 0,-12-2 0,-9-8-6135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5.3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148 847 10325,'-4'8'503,"1"-1"1,-1 1-1,2 0 0,-5 15 1,5-14-20,0-1 0,-1 1 0,-8 16 0,-64 94 1859,52-86-1968,22-30-317,-1-1 0,1 1-1,-1 0 1,1 0-1,0 0 1,0-1 0,1 1-1,-1 0 1,0 0-1,1 0 1,0 5 0,4-10 80,13-4-95,-1-1 0,0-1 0,0-1 1,-1 0-1,21-17 0,70-67 27,-18 15-163,-51 47 65,-21 16 69,2 0 1,0 1-1,1 1 0,34-17 0,-51 29-28,-1 0 1,1 0-1,-1 0 1,1 0-1,0 1 0,0-1 1,-1 0-1,1 1 1,0 0-1,0-1 1,-1 1-1,1 0 1,0 0-1,0 0 1,0 0-1,0 0 1,-1 0-1,1 1 0,0-1 1,0 1-1,-1-1 1,1 1-1,0 0 1,-1-1-1,1 1 1,0 0-1,-1 0 1,1 0-1,-1 0 1,0 1-1,1-1 0,-1 0 1,0 1-1,0-1 1,0 0-1,1 1 1,-2 0-1,1-1 1,0 1-1,0-1 1,0 3-1,13 32 179,16 73 0,-27-100-179,0-1 1,0 0-1,1 1 0,0-1 0,0-1 0,10 14 0,-8-12-10,-4-7-31,27-5-71,-26 4 86,0-1 1,0 0-1,0-1 1,0 1 0,0 0-1,0-1 1,-1 0-1,1 1 1,0-1 0,0 0-1,-1-1 1,1 1-1,0 0 1,-1-1 0,1 1-1,3-4 1,7-9-449,-1 0 1,0-1-1,0-1 1,-2 0-1,18-34 1,-17 28-382,1 1-1,1 1 1,23-29 0,53-50-1254,92-133 0,-164 206 2231,29-39 722,-41 59-738,0 0 1,1 0-1,-1 1 1,1-1-1,1 1 1,-1 1-1,11-7 1,-5 4 46,-10 6 3,2 2-142,22 8-1057,1-1-1,43 6 1,-69-13 922,1-1 1,-1 0-1,0 0 0,0 0 1,1 0-1,-1 0 1,0-1-1,0 1 0,0 0 1,1-1-1,-1 1 1,0 0-1,0-1 0,0 1 1,2-2-1,4-2-198,3 1 278,0 0 1,0-1 0,-1 0 0,1-1 0,8-6 0,-12 7 469,-1 0 0,0 0 0,0-1 0,0 0 0,0 0 0,-1 0 0,0 0 0,7-12 0,-8 9-150,0 0 1,0-1-1,-1 1 0,2-13 0,-2 17-353,-1 0-1,0 0 1,1 0-1,0 0 1,0 1 0,0-1-1,0 1 1,1-1-1,-1 1 1,1 0-1,0 0 1,0 0 0,0 0-1,0 1 1,1-1-1,3-1 1,164-120-436,-171 124 528,0 0 0,0 0 0,0 0 0,1-1 0,-1 1 0,0 0 1,0 0-1,0 0 0,0-1 0,1 1 0,-1 0 0,0 0 0,0 0 1,0 0-1,1 0 0,-1 0 0,0-1 0,0 1 0,0 0 0,1 0 1,-1 0-1,0 0 0,0 0 0,1 0 0,-1 0 0,0 0 0,0 0 1,1 0-1,-1 0 0,0 0 0,0 0 0,1 0 0,-1 0 0,0 0 1,0 1-1,0-1 0,1 0 0,-1 0 0,0 0 0,0 0 0,0 0 1,1 0-1,-1 1 0,0-1 0,0 0 0,0 0 0,0 0 0,1 0 1,-1 1-1,0-1 0,0 0 0,0 0 0,0 1 0,0-1 0,0 0 1,0 0-1,0 0 0,0 1 0,1-1 0,-1 0 0,0 0 0,0 1 1,0-1-1,0 0 0,-1 0 0,1 1 0,0-1 0,0 0 0,0 1 0,-6 32 1160,-17 42-364,22-73-790,-34 89 811,-11 35-207,22-46-685,11-41-462,1 1 1,3 0 0,1 0 0,-3 43 0,-2 67-3444,12-146 3398,10-19-611,1-6 809,-1-1 1,12-42-1,-12 33-683,16-34-1,10-6-387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5.5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0 4548,'-17'9'1293,"21"13"-493,-1-1-592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5.6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67 3100,'23'-66'-348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5.7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3276,'0'0'556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5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0 5444,'-27'9'937,"7"1"-173,13 5-172,-3 0-260,0 0-404,3-3-912,-6 0-1061,3-3 61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6.1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0 139 5412,'2'-2'1155,"0"0"-1024,-1 0 0,1 0 1,0 0-1,0 1 0,0-1 0,0 0 0,0 1 0,0-1 0,0 1 0,0 0 0,1 0 1,-1 0-1,1 0 0,-1 0 0,1 0 0,-1 1 0,1-1 0,-1 1 0,1-1 0,-1 1 0,4 0 1,-3 0-109,0-1 0,1 1 1,-1-1-1,0 0 1,0 0-1,0 0 0,0 0 1,0-1-1,5-2 1,2-2 48,17-5 669,0-2 1,25-16 0,-50 28 57,-3 15-438,0-1 1,-6 22 0,-1 20-777,8-53 345,1 0 0,-1 0 1,0-1-1,1 1 0,-1 0 0,1 0 1,0 0-1,0 0 0,0 0 0,0-1 1,0 1-1,0 0 0,0-1 0,0 1 1,1 0-1,-1-1 0,1 0 0,-1 1 0,1-1 1,-1 0-1,1 0 0,0 0 0,2 1 1,-2 0-29,1-1 0,0 0-1,1 0 1,-1 1 0,0-2 0,0 1 0,0 0 0,0-1 0,1 1 0,-1-1 0,5 0 0,0-2 21,0 0 0,-1-1 0,1 1 1,-1-2-1,1 1 0,-1-1 0,0 0 0,7-5 0,52-46 514,-30 24-347,-21 20-360,0 1 0,1 1 1,0 0-1,0 1 0,1 1 1,0 1-1,23-6 0,-9 2-2512,-11 6 270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6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0 12093,'-6'6'411,"4"-4"-213,-1 0 0,1 0 0,0 1 0,0-1 0,0 0-1,0 1 1,0-1 0,1 1 0,-1 0 0,1-1 0,0 1 0,0 0 0,0 0 0,0 0 0,0 0 0,0 0 0,1 0-1,0 0 1,-1 0 0,1 4 0,-3 24 1473,-1 0 0,-11 38 0,-8 54 1398,13 16-609,12 219 0,42 142-1282,-33-389-1052,34 267-3363,-43-362 2873,23 173-4468,-19-159-22,20 58-1,-4-40-4985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07.4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2846 10737,'4'-18'374,"-3"9"-52,0-1-1,1 1 0,0 0 0,1-1 0,0 1 0,0 0 0,1 1 0,0-1 0,1 1 0,-1-1 0,2 1 1,-1 1-1,9-9 0,2 3 126,1 0 1,1 1 0,1 1-1,-1 1 1,23-9-1,-12 5-164,413-154 1429,-345 135-1531,656-206 454,-99 32-395,-9-26-155,-19-36-92,638-379-1,-757 340-11,-502 304 19,468-305 143,-402 260-124,46-30-44,-97 68 13,0 0 0,0 2 0,43-15 0,-58 23 0,0 0 1,0 0 0,0 0-1,0 1 1,1 0 0,-1 0-1,0 0 1,0 1 0,0 0-1,0 0 1,0 0 0,0 1-1,5 1 1,5 4-94,-1 0 0,24 16 0,-20-12-33,128 89-962,-95-67 828,-5-3-117,52 24 1,-86-48 335,1-1 0,0 1 1,-1 1-1,1 0 0,-1 0 1,-1 1-1,1 1 1,12 13-1,-20-17 50,-1 0 1,0 0-1,0 1 0,-1-1 0,0 1 0,0 0 0,0 0 0,-1 0 1,0 0-1,0 0 0,0 10 0,0 8 23,-6 40 1,3-43 8,-55 384 1045,7-59-126,10 115-258,21 1 0,43 498 0,-18-858-627,19 191 41,0-94 10,13 97-55,-37-292-186,-7-6-864,-59-13-348,-1 3 0,-129-7 0,-143 18-3697,322 2 4781,-144 4-3527,-9 8-1742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10.0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9652 2171 5348,'2'-3'969,"1"0"-1,-1 0 0,0 0 0,-1 0 1,1 0-1,0-1 0,-1 1 0,0-1 1,0 1-1,0-1 0,0 0 0,-1 1 0,1-8 1,-5 13-736,-33 17 119,-52 37 0,-1 1-115,-20 3-116,-3-4-1,-2-5 0,-233 69 0,195-85-94,-2-6 1,-1-7-1,0-7 0,-188-5 0,39-23 112,-360-61-1,160-12 82,11-41-105,422 102-111,2-2-1,1-3 1,-88-53 0,118 58-52,1-1-1,1-2 1,2-2 0,1-1 0,1-1 0,-48-63 0,23 9-182,4-2 0,-48-106 0,53 96 91,17 37 49,-2 1-1,-2 2 1,-55-67 0,71 102 77,-1 1-1,-1 1 1,0 1-1,-2 0 1,0 2-1,-1 1 1,-1 1-1,0 1 1,-54-21-1,36 22 62,0 1-1,-1 3 1,-1 2-1,1 1 1,-1 3-1,-75 2 1,-6 10 182,-144 27 1,-97 45 98,188-37-58,125-30-188,21-4 213,-58 8 0,82-16-271,0 0 0,0 0 0,0-1-1,0 0 1,0-1 0,0 0 0,0-1-1,0 0 1,0 0 0,1-1 0,-1-1-1,1 1 1,0-1 0,0-1 0,-14-9-1,-76-51 9,63 38-40,-1 3 0,-1 1 0,-1 2-1,-74-29 1,110 49 10,-34-11 10,-1 1 1,-51-7-1,2 7-31,-1 3-1,0 4 1,-145 13-1,-84 38 129,-76 8-27,365-53-56,-1-1-1,0-1 1,0-2-1,0-1 1,-43-9-1,56 8-18,0-1-1,1 0 0,0-1 1,0 0-1,0-2 1,1 0-1,0 0 0,0-1 1,1-1-1,0 0 1,-13-15-1,11 9-6,0 0 1,1-2-1,1 1 0,0-2 1,2 0-1,0 0 0,1-1 0,-8-23 1,-89-257 8,85 252-33,17 40 14,1-1 0,0 0-1,0 0 1,-4-17 0,8 25 9,0 0-1,0 0 1,0 0-1,-1 0 0,1 0 1,-1 0-1,1 0 1,0 0-1,-1 0 0,0 0 1,1 0-1,-1 0 1,0 0-1,1 0 0,-1 1 1,0-1-1,0 0 1,0 0-1,0 1 1,1-1-1,-1 1 0,0-1 1,0 1-1,0-1 1,0 1-1,0 0 0,-1-1 1,1 1-1,0 0 1,0 0-1,-2-1 0,-29 5-94,32-4 96,-5 0 2,0 0-1,-1-1 1,1 0 0,0 0-1,0 0 1,0-1-1,0 1 1,-4-4 0,4 2 3,0 0 0,1 0 1,-1-1-1,1 0 0,0 0 1,0 0-1,-4-6 0,-6-7-77,-27-22 138,16 18-117,21 17 48,0 0 0,1 1 0,-2 0 1,1 0-1,0 0 0,-5-2 0,7 4-115,-1 1-399,0 1 355,0 0 0,1-1-1,-1 1 1,0 0 0,1 0-1,-1 1 1,1-1-1,-1 1 1,1-1 0,0 1-1,-1 0 1,1-1 0,-3 5-1,2-3-505,1 1 1,0-1-1,-1 1 0,1 0 0,1 0 0,-1-1 0,0 1 0,1 0 0,0 0 1,0 1-1,0-1 0,1 0 0,-1 0 0,1 5 0,2 8-5622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10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1 5533,'-17'33'7617,"16"-31"-6483,-9 30-138,0 1 0,3 0-1,0 0 1,-3 63 0,10-89-907,-7 82 165,3 1 0,5-1 0,21 151 0,-14-194-1870,2 0-1,2-1 1,26 66 0,-22-66-4251,-6-21 815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10.5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 5509,'0'0'159,"0"-1"0,0 1 0,0 0 0,1 0 1,-1-1-1,0 1 0,0 0 0,0 0 0,1 0 1,-1 0-1,0-1 0,0 1 0,1 0 0,-1 0 1,0 0-1,1 0 0,-1 0 0,0 0 1,0 0-1,1 0 0,-1 0 0,0 0 0,1 0 1,-1 0-1,0 0 0,0 0 0,1 0 0,-1 0 1,0 0-1,1 0 0,-1 0 0,0 0 1,0 0-1,1 0 0,-1 1 0,0-1 0,0 0 1,1 0-1,0 14 1018,-1-11-1132,0 0 0,0 0 0,0-1-1,1 1 1,-1 0 0,1 0-1,-1 0 1,1-1 0,0 1 0,2 4-1,4 3 62,0 0-1,0 0 1,1-1 0,0 0-1,1-1 1,-1 1-1,2-2 1,-1 1-1,1-1 1,1-1 0,-1 0-1,14 6 1,-8-6-104,1-1 0,0 0-1,0-1 1,0-1 0,0 0 0,1-1 0,27-1 0,6-5-775,-1-2 0,0-3 1,0-1-1,88-32 0,-46 9-2505,4-5-1371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11.3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0 239 10457,'20'-24'3884,"-20"3"-2188,4 6-211,2-3-257,1 0-200,3-4-168,3 1-180,1 3-144,-1 0-132,4 6-264,0 0-640,-11-6-3556,1-3-1253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12.8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160 0 8101,'-14'3'1131,"11"-2"-931,0-1 0,1 1 0,-1-1 0,0 1 0,0 0 0,0 0 0,0 0 0,1 0 0,-1 1 0,1-1 0,-1 1 0,1 0 0,-1-1 0,1 1 0,0 0 0,0 0 0,0 1 0,0-1 0,0 0 0,-2 4 0,-10 20 393,1 0 1,1 2-1,2-1 0,0 1 1,2 1-1,1 0 0,1 0 0,2 0 1,-1 34-1,3 8-420,3 0 1,4 0-1,20 109 0,-10-113-1824,42 119 0,-49-166 909,1 0-1,0-1 1,20 28 0,-19-34-1152,0 1 0,21 19 0,-4-8-3227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13.0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42 156 5717,'-2'-38'1889,"6"-55"1,-3 88-1080,0 4-737,-1 0 1,1-1-1,0 1 1,0 0-1,0-1 1,0 1-1,0 0 1,1 0 0,-1 0-1,0 0 1,0 0-1,1 0 1,-1 0-1,1 1 1,-1-1-1,1 0 1,-1 1 0,2-1-1,0 1-45,-1 1 0,0 0 0,0 0 0,0 0 0,0 0 0,0 0 0,0 0 0,0 1 0,0-1 0,-1 0 0,1 1 0,0 0 0,-1-1 0,1 1 0,-1 0 0,0 0 0,3 3 0,18 40 233,-15-29-215,-1 1-1,0-1 1,-2 1-1,1 0 0,-2 0 1,-1 0-1,0 1 1,-1-1-1,0 1 0,-2-1 1,0 1-1,-6 25 1,-7 5-73,-3-1 1,-2-1-1,-1-1 1,-38 61 0,42-78-201,14-26 147,1 0 0,0 1 0,0-1 0,0 0 0,0 0 0,1 0 0,-1 1 0,0-1 0,1 0 0,0 0 0,-1 1 0,1-1 0,0 1 0,0-1 0,1 0 0,-1 1 0,1 2 0,0-3-88,0-1-1,-1 1 1,1-1 0,0 0-1,0 1 1,0-1 0,1 0-1,-1 0 1,0 1 0,0-1-1,1 0 1,-1 0 0,1-1-1,-1 1 1,1 0 0,-1 0-1,1-1 1,-1 1 0,1-1-1,-1 1 1,1-1 0,0 0-1,1 1 1,44 5-4068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13.3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82 112 6485,'-4'0'244,"0"0"1,1-1 0,-1 0 0,0 0 0,1 1-1,0-2 1,-1 1 0,1 0 0,-1-1 0,1 0-1,0 0 1,0 0 0,-5-4 0,6 5-167,0-1 634,1 1-670,1 1 0,0-1 0,0 0 0,-1 1 0,1-1 0,0 1 0,-1-1 0,1 1 0,0-1 0,-1 1 0,1-1 0,-1 1 1,1-1-1,-1 1 0,1-1 0,-1 1 0,1 0 0,-1-1 0,0 1 0,1 0 0,-1 0 0,0-1 0,0 1-8,0 0 0,1-1 0,-1 1 0,0 0 0,1-1 0,-1 1 0,0-1 0,1 1-1,-1 0 1,0-1 0,1 0 0,-1 1 0,1-1 0,-1 1 0,1-1 0,-1 0 0,1 1 0,0-1 0,-1 0 0,1 1-1,0-1 1,0 0 0,-1-1 0,1-1-24,0 0 0,-1 0 0,2 0 0,-1 0 0,0 0 0,1 0 0,-1 0 0,1 0 0,0 0 0,0 0 1,0 0-1,0 0 0,0 0 0,1 0 0,0 1 0,-1-1 0,1 1 0,0-1 0,3-2 0,-4 4-11,-1 1 0,1 0 0,-1-1 0,1 1 0,0 0 0,-1 0 0,1 0 0,-1-1 0,1 1-1,0 0 1,-1 0 0,1 0 0,-1 0 0,1 0 0,0 0 0,-1 0 0,1 0 0,-1 1 0,1-1 0,0 0 0,-1 0 0,1 0 0,-1 1 0,1-1 0,-1 0 0,1 1 0,-1-1 0,1 0 0,-1 1 0,1-1 0,-1 0 0,1 1 0,-1-1 0,0 1 0,1-1 0,-1 1 0,0-1-1,1 2 1,11 17 10,52 128-1214,-60-141 1084,-1 0-1,1-1 1,-1 0-1,2 0 1,-1 0-1,0 0 1,1-1 0,0 1-1,0-1 1,0 0-1,1-1 1,-1 1-1,1-1 1,0 0-1,0-1 1,0 1 0,0-1-1,0 0 1,1-1-1,-1 0 1,11 1-1,13 1-104,0-3 0,-1 0 0,46-7 0,-68 6 316,21-2 102,8-2 304,0 2-1,51 3 1,68 16 109,-60-5-1547,144 0-1,22-36-1994,-102 6 2744,265-32 4480,-403 49-4225,0 1 0,0 1 0,0 1 0,22 3 0,45 2-2312,-44-6 130,22 0-353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5:24.8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1738 7661,'-13'-6'754,"-3"-1"169,2 5 5797,16 1-6467,0 1-1,-1-1 1,1 0-1,0 0 1,-1 0-1,1 0 1,-1 0-1,1-1 1,-1 1-1,3-3 1,4-3 311,23-15-17,1 2-1,1 1 0,0 1 0,2 2 1,0 2-1,45-13 0,525-101 257,-372 86-776,639-123-249,315-61-99,-405 72 126,2176-453-805,-2656 541 460,145-32-1036,-158 25-2471,-278 70 3258,4-1 1,-38 6-10804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5:26.0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1746 5320,'0'-1'355,"1"0"0,0 0 0,-1-1-1,1 1 1,0 0 0,0 0-1,0 0 1,0 0 0,0 0 0,0 0-1,0 1 1,1-1 0,-1 0-1,0 0 1,2 0 0,0 30 3659,-3-23-4207,-1 0 375,1-1 1,0 1 0,0-1-1,1 0 1,0 1 0,0-1-1,0 0 1,0 0-1,1 0 1,0 0 0,0 0-1,0 0 1,1 0 0,0-1-1,5 9 1,-5-9 48,0 0 1,-1 1-1,0-1 1,0 1-1,0 0 1,-1-1-1,1 1 0,-1 0 1,0 0-1,0 7 1,0-5-95,0 0 0,0 0 1,1 0-1,0 0 0,0-1 1,5 8-1,125 202 1883,-100-156-1094,43 59 1,-61-100-656,1 0 1,0-1 0,2-1 0,0 0 0,1-1-1,33 23 1,-41-34-198,-1-1 0,1 1 0,-1-1-1,1-1 1,0 0 0,1 0 0,-1-1-1,0 0 1,1-1 0,-1 0 0,1-1 0,-1 0-1,1 0 1,-1-1 0,1-1 0,-1 0-1,0 0 1,0-1 0,18-7 0,12-8 15,-1-1-1,0-2 1,50-37 0,-68 44-59,763-580-668,-568 420-174,698-569-3587,-329 277-218,-196 163-3385,-242 193 572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5:26.9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1013 4520,'-2'-9'854,"5"7"112,27 19 16558,-53 5-17298,20-15-138,0 1 1,1-1 0,0 1 0,0 0 0,1 0 0,0 0 0,0 0-1,1 10 1,-4 27 325,-8 19 67,-1 5-92,2 0-1,-1 115 0,13-144-252,3 1 0,1-1 0,17 65 0,-16-82-57,2 1-1,1-1 1,1-1 0,0 1 0,2-2-1,1 0 1,18 25 0,-23-37-30,0 0-1,1-1 1,0 0 0,0 0 0,0-1 0,1 0 0,0-1 0,1 0 0,-1 0 0,1-1 0,0-1 0,0 0 0,1 0 0,-1-1 0,1 0 0,0-1 0,0-1 0,0 0 0,0 0 0,0-1 0,0-1 0,13-2-1,9-3 54,1-1-1,-1-2 0,-1-1 1,0-2-1,0-1 0,43-25 0,21-17 79,162-121 0,73-94-525,-315 255 299,333-284-1579,656-524-7544,-759 645 3027,-11 11-3864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5:28.8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28 531 5641,'0'-3'1434,"-6"-27"4125,3 29-4816,-5-6-321,-2 0 1025,13 19-59,1-4-1124,-1 1 1,-1-1-1,0 1 1,0-1 0,-1 1-1,0 0 1,0-1-1,-1 13 1,2 12 232,59 297 3175,-56-308-3455,23 153 1442,-18-106-775,2-1 0,29 95 0,-38-155-773,0 1-1,1-1 1,0 0 0,0 0 0,1 0 0,0 0-1,0-1 1,13 13 0,-14-16-60,1 0-1,0 0 1,0-1 0,0 0-1,0 0 1,1 0 0,-1 0-1,1-1 1,0 0-1,-1 0 1,1-1 0,0 0-1,0 0 1,8 1 0,4-2 30,-1 0 1,0-1-1,1-1 1,-1 0-1,0-1 1,23-8-1,101-44 117,-132 51-186,110-52-223,204-132 0,97-108-2027,-319 223 1521,30-22-337,301-220-3725,-146 97-1848,24-28-4801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5:31.8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 33 3544,'0'0'17326,"-2"-2"-17357,-1-2 3,2 2 152,-1 0 0,1 0 1,-1 0-1,1 1 0,-1-1 1,0 0-1,0 1 0,1-1 1,-1 1-1,0-1 0,0 1 1,-1 0-1,1 0 0,0 0 1,0 0-1,-1 0 0,1 1 0,0-1 1,-1 1-1,-3-1 0,9 19 45,-2-11-94,-1 0-1,0 0 0,0 0 1,-1 0-1,-2 12 0,-1 17 216,4-20-151,-1 23 332,2 0 0,1 1 1,2-1-1,13 54 0,-15-88-439,-1 0-1,1 0 0,0 0 1,0 0-1,1 0 1,-1-1-1,1 1 1,0-1-1,1 0 1,-1 1-1,1-1 1,-1-1-1,1 1 0,0-1 1,1 1-1,-1-1 1,0 0-1,1-1 1,0 1-1,0-1 1,0 0-1,0 0 1,0 0-1,0-1 0,0 0 1,0 0-1,1 0 1,-1-1-1,9 0 1,9 0-211,0-2 0,0-1 0,-1-1 0,1 0 1,36-14-1,-16 3-1224,-1-2 0,75-41 0,72-65-8722,-100 63 751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0.4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53 130 3288,'0'0'118,"1"-1"-1,-1 0 0,1 1 0,-1-1 0,0 0 1,1 0-1,-1 1 0,0-1 0,1 0 1,-1 0-1,0 1 0,0-1 0,0 0 1,0 0-1,0 0 0,0 1 0,0-1 1,0 0-1,0 0 0,0 0 0,0 1 1,0-1-1,-1 0 0,1-1 0,-14-19 1405,-3-7 28,-4-30 814,19 56-974,1 12-1121,1 0 0,0 0-1,0 0 1,1 0 0,0 0 0,0 0-1,1-1 1,1 1 0,0 0-1,7 16 1,4 19 382,48 255 1924,7 22-1221,47 46-1458,-100-330-770,1-1 1,2 0-1,1-2 0,2 0 1,1-1-1,2-1 1,39 39-1,-23-35-3254,-6-3-2248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0.7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17 190 7221,'-14'-17'1833,"11"13"-181,4 1-294,0 0-1211,1-1-1,-1 0 1,1 1-1,0-1 0,0 1 1,0 0-1,0 0 1,1-1-1,-1 1 0,1 1 1,0-1-1,-1 0 1,2 1-1,-1-1 0,0 1 1,0 0-1,1 0 1,-1 0-1,5-1 0,12-6 232,1 1-1,26-6 1,-33 10-134,64-17 402,0 4 0,1 3 0,159-6 0,-169 19-499,0 4-1,-1 2 1,1 4-1,-2 2 1,67 21-1,-97-21-125,-2 1 0,1 2 0,-2 2-1,0 1 1,39 26 0,-57-32-25,-1 1 1,0 0 0,0 1 0,-1 1 0,-1 0 0,0 1 0,-1 1 0,-1 0-1,0 0 1,-1 1 0,13 33 0,-14-25-11,-1 0 0,-2 1 1,0 0-1,-2 1 0,-1-1 0,-1 1 0,-1-1 0,-5 50 0,-2-32 0,-2 0 0,-2-1 0,-2 0-1,-27 65 1,3-28 0,-92 148 0,109-197 10,-153 212-155,116-171 63,-6 6-284,-14 19-1019,34-32-6716,50-80 1557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1.2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61 251 8497,'-1'11'154,"1"5"140,-1 0 1,-1-1-1,0 1 1,-1-1-1,-1 1 1,-1-1-1,-6 15 0,5-13 223,0 0 0,0 1-1,2 0 1,0 0 0,-2 36 0,7 93 878,2-60-1030,-3-55-269,6 48 1,-5-71-225,1-1 0,0 1 1,0-1-1,1 1 0,0-1 1,0 0-1,1 0 0,0-1 1,0 1-1,7 8 0,-11-16 120,0 1 0,0-1 0,1 0 0,-1 0 0,0 0 0,0 0 0,0 0-1,0 0 1,0 0 0,0 0 0,0 0 0,0 1 0,1-1 0,-1 0 0,0 0 0,0 0 0,0 0-1,0 0 1,0 0 0,0 0 0,1 0 0,-1 0 0,0 0 0,0 0 0,0 0 0,0 0-1,0 0 1,1 0 0,-1 0 0,0 0 0,0 0 0,0 0 0,0 0 0,0 0 0,0-1-1,1 1 1,-1 0 0,0 0 0,0 0 0,0 0 0,0 0 0,0 0 0,0 0 0,0 0 0,0 0-1,0-1 1,1 1 0,-1 0 0,0 0 0,8-6-131,1-1 0,-1 0 1,0 0-1,-1-1 0,0 0 0,0 0 0,-1-1 0,0 0 1,0 0-1,4-10 0,7-18-314,16-53 1,-9 21 139,0 7 55,34-82-453,-34 101 723,-22 39 55,2 4 28,0 0-75,-1 1 1,1-1 0,-1 1-1,1 0 1,-1 0-1,0 0 1,0 0 0,1 0-1,-1 1 1,0-1-1,0 1 1,0 0 0,0 0-1,-1 0 1,1 1 0,0-1-1,-1 0 1,0 1-1,1 0 1,-1 0 0,0-1-1,0 1 1,-1 0-1,1 1 1,1 4 0,-1-3-55,1-1 1,-1 0-1,1 0 0,0 0 1,0 0-1,0-1 1,0 1-1,0-1 0,1 0 1,0 0-1,-1 0 1,1 0-1,0-1 1,1 1-1,-1-1 0,0 0 1,1 0-1,-1-1 1,1 1-1,-1-1 1,1 0-1,0-1 0,-1 1 1,1-1-1,0 1 1,0-2-1,-1 1 0,1 0 1,0-1-1,0 0 1,-1 0-1,1 0 1,-1-1-1,1 1 0,-1-1 1,1 0-1,-1-1 1,0 1-1,0-1 0,6-5 1,3-4-334,-1-1 0,0 0 0,17-25 1,20-25-747,-16 19 1349,-28 35 152,1 0 0,0 0 1,1 1-1,13-14 1,8-5 295,35-45 1,4-4-448,-56 66-184,1 1 0,24-16-1,-20 14 17,-14 11-71,0-1-1,0 0 1,0 0-1,1 1 1,-1 0-1,0-1 1,0 1-1,0 0 0,0 0 1,1 0-1,-1 0 1,0 0-1,3 2 1,11-1-406,-10-1 60,1-1 1,-1 0-1,0 0 0,0 0 0,0-1 1,0 1-1,0-1 0,-1-1 0,1 1 1,-1-1-1,1 0 0,-1 0 0,0-1 1,0 0-1,5-5 0,18-11-1961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1.8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1001 3824,'15'-6'817,"-23"1"-8,4 4 1079,6-1-1729,-1 1 1,1-1-1,-1 0 0,1 1 1,0-1-1,0 1 0,-1-1 1,1 1-1,0 0 0,0 0 1,3-1-1,2 1 11,-1 0 0,1 1-1,-1 0 1,1 0 0,-1 0-1,1 1 1,-1 0 0,0 1 0,0-1-1,10 5 1,29 19 654,-40-21-800,1-1 0,-1 1 0,1-1 0,0 0-1,0 0 1,0-1 0,0 0 0,1 0 0,-1 0 0,0-1-1,13 1 1,9-2-507,-1-2 0,1-1 0,0-1 0,-1-1 1,0-1-1,0-2 0,0-1 0,-1-1 0,43-23 0,-57 27 670,0 0 1,1 0-1,23-6 1,-12 4 513,-21 7 166,31-2-9,-31 3-709,17-3 126,9-1-524,-1-1 1,1-2-1,-1 0 0,0-2 0,-1-2 0,0 0 0,-1-1 0,43-28 0,-11-3 1743,-55 41-259,13-7-960,19-8-444,-22 11-191,1-1-1,-1-1 1,0 0 0,13-11 0,-12 8 97,18-16-362,40-43-1,-64 61 688,0-1 0,0 0 0,-1 0 1,0-1-1,-1 1 0,0-2 0,-1 1 0,0-1 0,4-16 0,1-27 521,-3 0 0,0-95 0,3-32 591,-7 170-751,0 12 737,3 18 471,-4-11-1945,8 38 698,-3 0 0,-1 1 0,-1 68 1,7 60-2,-7-138-492,3 26-239,3 0 0,30 101 1,-35-145-226,1-1 1,0 0-1,2 0 1,0-1 0,0 0-1,2 0 1,-1-1-1,2-1 1,0 0 0,1-1-1,1 0 1,0 0-1,27 17 1,5-7-3920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1.9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67 5240,'0'0'1369,"-13"-13"-285,-1 4 1020,21-3-1868,3 0-324,3 3-436,4 3-540,-4 0-4309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2.2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1307 8749,'0'1'100,"0"0"0,-1-1 0,1 1 0,0 0 1,0-1-1,-1 1 0,1 0 0,0 0 0,0-1 0,0 1 1,0 0-1,0 0 0,0-1 0,0 1 0,0 0 0,0 0 1,0-1-1,0 1 0,0 0 0,1-1 0,-1 1 0,0 0 1,0 0-1,1-1 0,-1 1 0,1-1 0,-1 1 0,1 0 0,-1-1 1,1 1-1,-1-1 0,1 1 0,-1-1 0,1 1 0,-1-1 1,1 1-1,0-1 0,-1 0 0,1 1 0,0-1 0,0 0 1,-1 0-1,1 1 0,0-1 0,-1 0 0,1 0 0,0 0 1,0 0-1,-1 0 0,1 0 0,0 0 0,0 0 0,-1 0 1,1-1-1,1 1 0,6-1 287,0-1 0,-1 0 0,1 0 1,-1-1-1,10-4 0,505-267 3576,-14-42-3956,-202 123-795,-244 154 583,488-313-1910,-375 220 1009,-173 130 883,-4 2-231,1 0 356,-1 0 0,1 0 1,-1 0-1,0 0 0,1-1 0,-1 1 1,1 0-1,-1-1 0,1 1 0,-3-2 1,-1 0-173,-2 1-157,1 1 0,-1 0 0,1 0 0,-1 0 0,1 1 0,-1 0 0,1 0-1,-1 1 1,1 0 0,0 0 0,-11 6 0,5-4-866,-9 6-3720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2.7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3581 11349,'-89'116'2118,"30"-52"691,51-57-1896,0 1 1,1 0 0,0 0 0,1 0-1,-6 11 1,10-16 545,7-7-177,566-392 2237,-166 114-3520,639-429-1668,261-183-225,-1234 844 1832,1138-845-526,-830 563 1386,-345 296-639,-1-3 0,46-70-1,-77 106-154,0 0 0,0 0-1,0-1 1,0 1 0,-1 0-1,1-1 1,-1 1 0,0-1-1,0 0 1,-1 1 0,1-1-1,-1 0 1,1 1 0,-1-5-1,0 7-36,-1 0 0,1 0-1,0 0 1,0 0 0,-1 1 0,1-1-1,0 0 1,-1 0 0,1 1-1,-1-1 1,1 0 0,-1 1 0,1-1-1,-1 0 1,0 1 0,1-1-1,-1 1 1,0-1 0,1 1 0,-1-1-1,-1 0 1,0 1-114,0-1 0,0 1-1,0-1 1,1 1 0,-1 0 0,0 0 0,0 0-1,0 0 1,0 0 0,0 1 0,0-1-1,0 1 1,-2 0 0,-27 6-3389,1-1-3322,10 2-2104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4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168 369 5929,'-10'1'600,"0"1"0,1 0 0,-1 1 0,1 0 0,-1 0 0,-9 6 0,15-8-325,1 0 1,0 0-1,-1-1 0,1 1 0,-1-1 1,1 1-1,-1-1 0,1 0 1,-6-1-1,-4 1 5348,-16 5-4316,21-4 3333,9-4-4442,2-6-142,0 1-1,0-1 1,1 1 0,0 0 0,1 0 0,0 0 0,0 1 0,1 0 0,12-13 0,30-21-30,1 3 0,2 2 0,1 2-1,95-45 1,-96 56-51,87-27-1,-134 49 31,0 0-1,0 0 1,1 0 0,-1 0-1,1 0 1,-1 1 0,1 0-1,-1 0 1,1 0 0,-1 1-1,0-1 1,1 1-1,-1 0 1,0 1 0,1-1-1,-1 1 1,0-1 0,0 1-1,0 0 1,0 1 0,0-1-1,-1 1 1,5 4 0,-4-3 38,0 1 0,0 0 0,0 0 0,-1 0 0,0 1 0,0-1 0,0 1 0,-1 0-1,1 0 1,-2 0 0,1 0 0,-1 0 0,1 0 0,-2 0 0,1 10 0,-1 10 160,-1 0 0,-2 0-1,-1-1 1,0 1 0,-9 25-1,-48 122 753,38-114-693,-199 446 1789,63-156-779,135-293-1080,-59 149 378,69-164-515,2 1-1,-15 84 0,26-116-54,0 1 0,0-1 0,1 1 0,1-1 0,-1 0 0,2 1 0,-1-1 0,5 14 0,-4-20 0,-1 1 0,1-1 0,1 0 0,-1 0 0,0 0 0,1 0 0,0 0 0,0-1 0,0 1 0,0-1 0,1 0 0,-1 0 0,1 0 0,0 0 0,0-1 0,0 1 0,0-1 0,0 0 0,1 0 0,7 2 0,4-1 1,0 0 0,0-1-1,1 0 1,-1-1 0,0-1 0,1-1 0,-1-1-1,23-4 1,129-37-90,-166 42 86,177-62-1785,-4-7 0,190-107 1,-285 133 664,-2-3 0,-3-4 0,-1-4 0,98-93 0,-155 130 838,0-1 0,-1-1 1,-1 0-1,-1-1 0,0-1 1,15-36-1,46-145-656,-45 115 1144,-24 67 362,0 0 0,4-36 0,-1 3 2240,-38 86 232,24-20-2653,-1 1 0,2-1 0,0 1-1,0 0 1,2 0 0,-1 0 0,0 25 0,2-4 494,6 66 0,-3-88-780,0 1 0,1-1 0,0 1 0,0-1 0,2 0 0,-1-1 0,1 1 1,1-1-1,0 0 0,12 16 0,-14-21-97,1-1 0,0 0 0,-1-1 0,1 1 0,1-1 0,-1 0 0,1 0 0,-1-1 1,1 1-1,0-1 0,0 0 0,1-1 0,-1 0 0,0 0 0,1 0 0,0-1 0,-1 0 0,1 0 0,0 0 0,-1-1 1,9-1-1,-3 0-67,0-1 1,0 0-1,0-1 1,0-1 0,-1 0-1,1 0 1,-1-1-1,0-1 1,0 0 0,-1 0-1,0-1 1,0 0-1,0-1 1,-1 0 0,0 0-1,-1-1 1,9-13-1,-6 9 19,-2-1-1,0-1 0,-1 1 0,0-1 1,-1-1-1,-1 0 0,-1 0 0,0 0 1,-1 0-1,0-1 0,1-30 0,-4 30 27,-1-1-1,-1 1 1,0 0-1,-1 0 0,-1 0 1,-1 0-1,0 1 0,-2-1 1,-6-15-1,6 20 13,0 1 0,0 0 0,-1 1 0,0-1 0,-1 2 0,0-1 0,-1 1 0,0 0 0,0 1 0,-1 0 0,0 0 0,-1 1 0,-11-6 0,2 3 0,-1 1-1,1 1 0,-1 1 1,0 1-1,-1 1 0,-35-4 1,38 7-74,0 1 0,1 1 1,-1 1-1,1 0 0,-1 1 1,1 1-1,0 1 1,-19 6-1,35-10-13,0 1-1,0-1 1,0 1 0,1 0-1,-1 0 1,0 0-1,1 0 1,-1 0 0,0 0-1,1 0 1,-1 0 0,1 0-1,0 1 1,-1-1-1,1 1 1,0-1 0,0 1-1,0-1 1,0 1-1,0 0 1,0-1 0,0 1-1,1 0 1,-1 0 0,1 0-1,-1 0 1,1 0-1,0-1 1,-1 1 0,1 3-1,1-3-73,0 0-1,-1 0 1,1 0 0,0 0-1,0 0 1,1 0-1,-1 0 1,0 0-1,0 0 1,1-1-1,-1 1 1,1-1 0,0 1-1,-1-1 1,1 0-1,0 1 1,0-1-1,0 0 1,0 0 0,0 0-1,0-1 1,0 1-1,0 0 1,0-1-1,0 1 1,0-1-1,4 0 1,11 2-1000,0-1-1,1-1 1,23-2-1,25-7-4701,-7-1-2366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5.5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30 564 10321,'-3'-4'435,"0"0"0,0 0 0,0 0 0,1 0 0,-1 0 0,1 0 0,0-1 0,0 1 0,1-1 0,0 1 0,-1-1 0,2 0 0,-1 1 0,0-1 0,1 0 0,0 0 0,0 0 0,0 1 0,1-1 0,2-9 0,-1 7-241,1 0 1,1 0-1,0 0 1,-1 1-1,2-1 1,-1 1-1,1 0 1,0 1-1,0-1 1,1 1-1,0 0 1,-1 0-1,9-4 0,-12 7-151,1 1-1,-1 0 0,0-1 1,0 1-1,1 0 0,-1 1 0,0-1 1,1 0-1,-1 1 0,1-1 1,-1 1-1,1 0 0,-1 0 0,1 0 1,-1 0-1,1 0 0,-1 1 1,3 0-1,-2 0-27,-1 0-1,0 1 1,0-1-1,1 1 1,-1 0-1,0 0 1,-1 0 0,1 0-1,0 0 1,-1 0-1,1 0 1,-1 0 0,1 1-1,-1-1 1,0 1-1,0-1 1,0 1-1,0-1 1,-1 1 0,1-1-1,0 4 1,2 17 42,-1 1 1,0-1 0,-2 1-1,-2 25 1,-1 19-19,1-29-34,1-25 4,0 0-1,1 0 1,3 26 0,-3-38-12,1 1 1,-1-1 0,1 0 0,0 1 0,0-1-1,0 0 1,0 0 0,0 0 0,0 0 0,0 0 0,1 0-1,-1 0 1,1 0 0,0-1 0,-1 1 0,1 0-1,0-1 1,0 0 0,0 1 0,0-1 0,0 0 0,0 0-1,1 0 1,-1 0 0,0 0 0,0-1 0,1 1-1,-1-1 1,0 1 0,1-1 0,-1 0 0,1 0 0,-1 0-1,0 0 1,4-1 0,7-2-5,0 1 1,0-2-1,0 0 0,23-11 1,-27 12-4,112-53 26,-117 55-13,0 0 0,0 0 0,1 1 0,-1-1 0,0 1 0,0 0 0,0 0 1,0 0-1,0 1 0,7 1 0,1 0-3,-1-2-13,1 0-1,-1 0 1,0-1-1,1-1 1,-1 0-1,0-1 0,0 0 1,0 0-1,0-1 1,-1-1-1,0 0 1,15-9-1,9-9-74,-2-1 0,37-35-1,16-12 9,-78 66 81,6-5 33,0 1 1,0 0-1,28-12 0,-36 19-25,1 0-1,-1 1 1,0 0-1,0 0 1,1 0-1,-1 0 1,0 1-1,1 0 1,-1 0-1,0 0 1,1 1-1,-1 0 1,0 0-1,1 0 1,6 4-1,87 37 60,28 10 51,-111-47-125,0-1 1,0 0-1,0-2 0,0 0 0,1 0 0,25-2 0,-22-2 19,-1-1-1,0-1 1,0 0-1,0-1 1,0-1-1,29-15 1,-20 7-23,-1-2 1,0-1-1,37-31 1,-7-3 3,-3-2-1,73-93 1,-20-5 981,-105 147-637,-14 35-893,10-27 505,0 0 1,1 0 0,-1 0 0,1 0 0,0 0 0,0 1 0,0-1 0,1 0 0,0 0-1,0 1 1,0-1 0,0 1 0,1-1 0,0 5 0,-1-8 43,1 0-1,-1 1 1,0-1 0,0 0-1,-1 0 1,1 1 0,0-1-1,0 0 1,0 0 0,-1 0-1,1 1 1,-1-1 0,1 0-1,-1 0 1,1 0 0,-2 2-1,-2 3-10,1 11 10,-1-1 1,2 1-1,-1 30 1,2-19 9,0-19-6,1 0 0,0 0-1,0-1 1,3 12 0,-3-19-15,0 0 0,0 0 0,0 0 0,0 0 0,0 0 0,1 0 0,-1 0 0,0-1 1,1 1-1,-1 0 0,1 0 0,-1 0 0,1 0 0,-1 0 0,1-1 0,-1 1 0,1 0 0,0-1 1,-1 1-1,1 0 0,0-1 0,0 1 0,-1-1 0,1 1 0,0-1 0,0 1 0,0-1 0,0 1 1,0-1-1,0 0 0,0 0 0,-1 0 0,1 1 0,0-1 0,0 0 0,0 0 0,0 0 1,0 0-1,0 0 0,0-1 0,0 1 0,0 0 0,0 0 0,0-1 0,0 1 0,1-1 0,23-11-1134,0 0 0,-1-2 0,35-26 0,62-61-4279,-71 58 1920,12-8-2498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5.6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 1 9913,'0'0'5933,"1"3"-3704,0 11-771,0 0 0,-1 0 1,-3 28-1,-1 3 468,-19 336 4836,15-126-7427,9-234-426,0 0-1,9 35 1,6 3-5555,11-68-12381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5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0 359 11949,'19'-15'5202,"-3"-1"-3571,-11 11-1527,0 0 0,0 1 0,0-1 0,1 1 0,6-3 0,26-12 501,1 3-1,71-21 0,-41 16-241,-8 1-64,67-12 1,-105 27-246,0 2 1,1 1-1,-1 0 0,1 2 1,-1 1-1,31 4 0,-45-3-30,0 0 0,-1 1 0,1-1 0,0 2 0,-1-1 0,0 1 0,0 0 0,11 8 1,-15-8-6,0-1 0,1 1 1,-2-1-1,1 1 0,0 1 1,-1-1-1,0 0 0,0 1 1,0-1-1,0 1 1,-1 0-1,0 0 0,0 0 1,0 1-1,1 6 0,0 15 71,-1 1 0,-2-1 0,-1 1 0,-1-1 0,-10 54 0,2-19-35,9-56-53,1-1 1,0 1-1,0-1 0,0 0 0,1 1 1,0-1-1,0 1 0,3 9 1,-3-13-16,0 0 1,0 1-1,0-1 0,0 0 1,0 0-1,0 0 1,1 0-1,-1 0 1,1 0-1,-1-1 1,1 1-1,0 0 1,0-1-1,0 1 1,0-1-1,0 0 1,0 0-1,0 0 1,0 0-1,1 0 1,-1 0-1,4 1 1,7-1-56,1 0 0,-1-1 0,0-1 0,1 0 0,-1-1 0,0 0 0,0-1 0,0 0 0,0-1 0,-1-1 0,0 0 0,23-12 0,-26 12 52,0 0-1,0-1 1,0 0 0,0 0-1,-1-1 1,0 0 0,-1-1-1,0 0 1,0 0 0,0 0-1,-1-1 1,0 0 0,-1 0-1,0 0 1,0-1 0,5-18-1,-8 18 34,-1 1 0,-1-1 0,0 0-1,0 1 1,-1-1 0,0 1-1,0-1 1,-1 1 0,0-1-1,-1 1 1,0 0 0,-1 0 0,0 0-1,-5-8 1,-10-17-6,-2 2 0,-30-36 0,17 23-221,24 30-118,-10-12-473,3 3-2606,-20-31-11400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6.7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55 4828,'27'-15'2593,"-24"14"-165,-6 0-1419,-21-16 2074,37 1-4641,-5 12-4836,11 6 3389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7.3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458 3000 12089,'-99'33'1013,"-88"25"1977,168-54-1870,0-1-1,-1 0 1,0-1 0,1-2-1,-1 0 1,-21-2 0,28-2-135,13-1-363,26-14 128,-18 14-607,64-33 504,1 2 0,133-45-1,-114 48-410,170-64 217,60-17-109,60-20-126,51-17-238,1835-607-2475,-989 334 1401,-862 283 809,518-209 624,-931 348-332,240-112 523,-205 93-282,-2-2-1,-1-2 0,65-56 1,-91 73-160,-1-1 0,0-1 0,-1 0 0,0 0 1,0-1-1,-1 0 0,-1 0 0,1 0 1,5-18-1,-10 23-49,0 0 0,-1 0-1,0 0 1,0-1 0,-1 1 0,0 0 0,0-1 0,0 1 0,-1 0 0,1-1 0,-2 1-1,1 0 1,-1 0 0,0 0 0,0 0 0,0 0 0,-1 0 0,0 1 0,0-1-1,-6-6 1,-5-6-58,-1 1-1,-1 0 0,0 1 0,-34-24 0,-33-16-2826,77 53 1981,-33-17-2786,20 17 579,2 6-3454,0 6-2722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8.2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37 489 6241,'-37'12'11513,"45"-14"-10537,92-16 271,185-7-1,-240 22-1091,1684-55 1372,-1617 57-1499,1391-22 194,64-47-172,-1064 7-48,-501 63-3,32-7 19,35-12 0,-60 16-15,-1 0 1,1-1 0,-1 0 0,0 0-1,0-1 1,0 0 0,-1-1 0,13-10-1,-19 14-18,0 0-1,1 1 0,-1-1 1,0 0-1,0 0 0,0 1 1,-1-1-1,1 0 0,0 0 1,-1 0-1,1 0 0,-1 0 1,0 0-1,1 0 0,-1 0 1,0 0-1,0 0 0,-1-1 1,1 1-1,0 0 0,-1 0 1,1 0-1,-1 0 0,1 1 1,-1-1-1,0 0 0,0 0 1,0 0-1,-2-3 0,-1 0-133,0-1 0,0 1 0,0 0 0,-1 0 0,0 1 0,0-1 0,-10-6 0,-42-22-2491,49 30 1316,1-1 0,-1 2 1,1-1-1,-1 1 1,-16-3-1,-7 2-6723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8.6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47 9029,'0'0'53,"0"0"0,0 1 0,-1-1 0,1 0 0,0 0 1,0 0-1,-1 0 0,1 1 0,0-1 0,0 0 0,-1 0 0,1 0 0,0 0 0,-1 0 1,1 0-1,0 0 0,0 0 0,-1 0 0,1 0 0,0 0 0,-1 0 0,1 0 0,0 0 1,0 0-1,-1 0 0,1 0 0,0 0 0,-1 0 0,1 0 0,0-1 0,0 1 0,-1 0 1,1 0-1,0 0 0,0 0 0,0-1 0,-1 1 0,1 0 0,0 0 0,0-1 1,0 1-1,-1 0 0,1 0 0,0-1 0,0 1 0,0 0 0,0 0 0,0-1 0,0 1 1,0 0-1,0 0 0,0-1 0,0 1 0,0 0 0,0-1 0,0 1 0,0 0 0,0 0 1,0-1-1,0 1 0,0-1 0,11-16 2585,-7 15-2337,0-1-1,0 0 1,1 1 0,-1 0-1,1 0 1,-1 0-1,1 0 1,0 1 0,0 0-1,-1 0 1,10 0 0,1 0-52,0 1 0,21 4 0,-15-2-18,575 85 1733,-176-19-2479,-269-48 20,516 81-1892,-648-97 2308,10 1-18,-2 1 1,1 2 0,-1 0-1,31 15 1,-52-21 108,-1 1 0,1 0 0,-1 0 0,0 0 0,0 1 0,0 0 0,0 0-1,-1 0 1,0 0 0,0 1 0,0-1 0,0 1 0,0 0 0,-1 1 0,0-1 0,0 1 0,-1-1 0,0 1 0,0 0 0,0-1 0,0 1 0,-1 0 0,0 1 0,0-1 0,0 10 0,-2-3 69,-1 0-1,0 0 1,-1 0-1,0-1 1,-1 1 0,0-1-1,-1 0 1,-11 21-1,-5 2 249,-40 52-1,-9-4 140,-4-2 1,-128 108-1,63-74-155,-159 101 0,275-201-300,-453 273-1061,411-252 705,-173 92-1612,-68 38-5847,209-108 645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9.4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6285,'16'13'1363,"-1"2"1,22 26-1,-22-24 189,30 29-1,37 17 224,2-4 1,2-3-1,174 82 1,305 77-711,-239-119-807,3-14 1,595 70-1,-435-113-2175,0-22 0,692-63 0,-1077 36-83,197-44-1,-300 54 1884,1-1 0,0 1-1,-1 0 1,1-1 0,-1 1-1,1-1 1,-1 0-1,0 1 1,1-1 0,-1 0-1,0 0 1,1 0-1,-1 0 1,0 0 0,0 0-1,0 0 1,0 0 0,0-1-1,0 1 1,0 0-1,0-1 1,0 1 0,-1 0-1,1-1 1,0 1-1,-1-1 1,0 1 0,1-1-1,-1 0 1,0 1 0,0-1-1,1 1 1,-1-1-1,-1 1 1,1-1 0,0 0-1,0 1 1,0-1-1,-1 1 1,1-1 0,-1 1-1,1-1 1,-1 1 0,0-1-1,0 1 1,1 0-1,-3-3 1,0 1-462,1 0 1,-1 0-1,0 0 1,1 1-1,-1-1 1,-7-3-1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39.7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1585 10 11529,'-27'-9'6177,"28"13"-4965,6 16-459,1-1-1,0-1 1,1 1 0,21 29 0,15 30 412,-22-30-696,-1-5-219,-2 1 0,-2 1-1,-2 0 1,13 56 0,-23-58-125,-1-1 0,-2 1 0,-1 0 1,-3 0-1,-11 80 0,1-69-81,-1 0 0,-3-1 0,-3 0 1,-24 51-1,-3-15-231,-3-3 0,-4-1 0,-4-3 0,-119 134 0,91-127-379,-166 137 0,-118 48-1743,60-78-2107,97-81-2957,110-62-15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1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227 102 7633,'-24'-25'2029,"19"21"-982,1 0 0,-1-1 0,1 0 0,0 0 0,-7-13 4950,5 38-5030,5-18-929,1 0 1,-1 0 0,0-1 0,1 1 0,-1 0-1,1 0 1,-1 0 0,1 0 0,0-1 0,0 1 0,0 0-1,0 0 1,1 3 0,2 21 1098,-1 0-1,-1 32 1,-1-57-1089,0 0 11,0 0 1,0 0 0,0 0-1,0 0 1,0 0-1,0 0 1,0 0 0,-1 0-1,1 0 1,0 0 0,-1 0-1,1 0 1,-1 0-1,1 0 1,-1 0 0,1 0-1,-1 0 1,0 0 0,1 0-1,-2 0 1,1 0-28,1-1 0,-1 0 0,0 0 0,1 1 0,-1-1 0,0 0 0,1 0 0,-1 0 0,1 0 0,-1 0 0,0 0 0,1 0 0,-1 0 0,0 0 0,1 0 0,-1 0 0,0-1 0,1 1 0,-1 0 0,1 0 0,-1-1 0,0 1 0,1 0 0,-1-1 0,1 1 0,-1 0 0,1-1 0,-1 1 0,0-1 0,-3-4 7,0 1 1,1-1-1,-1 1 0,1-1 1,0 0-1,-3-6 0,4 6-28,-1 1-1,1-1 1,-1 1 0,0 0-1,0 0 1,0 0-1,-7-6 1,7 7-2,0 0 0,-1 0 0,2-1-1,-1 1 1,0-1 0,-3-7 0,-12-13 143,16 22-87,1-2-29,0-1 1,0 1 0,0-1-1,0 1 1,-1 0 0,0 0-1,0 0 1,0 0 0,0 0-1,-1 0 1,-4-5 0,5 7 169,-10-18-240,42 104 772,32 154 0,-40-140-373,21 71 31,32 145 28,-24-81-586,23 82-2160,10-46-1762,-14-95-2511,-45-121 525,4-9-3699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1.9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98 5400,'-1'0'134,"-1"0"-1,1 0 1,0 0-1,0 0 0,0 0 1,-1 0-1,1 0 0,0 0 1,0 0-1,0-1 0,0 1 1,-1 0-1,1-1 0,0 1 1,0-1-1,0 1 0,0-1 1,0 0-1,0 1 0,0-1 1,0 0-1,0 0 0,1 1 1,-1-1-1,0 0 0,0 0 1,1 0-1,-1 0 1,0 0-1,1 0 0,-1-1 1,0 0-1,1 0-17,0 1 0,0 0 1,1 0-1,-1 0 0,0-1 0,0 1 1,1 0-1,-1 0 0,0 0 1,1 0-1,-1-1 0,1 1 0,0 0 1,-1 0-1,1 0 0,0 0 0,1-1 1,0-1 203,1-1-151,1-1 0,-1 1 0,1 0-1,0 1 1,0-1 0,0 1 0,1 0 0,-1 0 0,1 0 0,0 0 0,-1 1 0,1 0 0,1 0 0,-1 0 0,0 1 0,0-1 0,0 1-1,1 0 1,9 0 0,6 0 363,1 1 0,0 1-1,38 6 1,-4 5-24,0 1 1,0 4-1,-2 1 0,0 3 1,96 53-1,-50-14-48,178 140-1,-211-146-355,-2 4-1,-2 2 1,-4 3 0,-2 2-1,71 107 1,-103-132-86,-2 0 0,-1 2 1,-3 1-1,-1 0 0,-2 1 1,-2 1-1,-2 0 0,-2 1 1,-2 0-1,-2 1 0,0 83 0,-10-65-9,-3 0 0,-2 0 0,-4-1 0,-2 0 0,-32 84 0,11-58-9,-3-2 1,-103 165 0,88-173-533,-3-2 0,-4-2 1,-4-4-1,-2-2 0,-143 114 0,191-171-802,-35 20-1,8-13-3851,21-11-3369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2.6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399 2806 11861,'-3'-2'189,"0"-1"1,0 0-1,0 1 0,1-1 0,-1 0 0,1-1 1,-1 1-1,1 0 0,0-1 0,1 1 1,-1-1-1,1 1 0,-1-1 0,1 0 1,0 0-1,0 1 0,1-1 0,-1 0 1,1 0-1,0 0 0,0 0 0,0 0 0,0 0 1,1 0-1,0 0 0,1-3 0,1-6-15,0 1 0,1-1 0,1 1 0,0 0 0,1 1 0,0-1 0,8-10 0,30-40 264,60-94 161,-95 140-568,-1 0 1,-1 0 0,0-1-1,-1 0 1,-1 0-1,-1 0 1,0-1 0,1-18-1,-5 34-21,0 1 1,0-1-1,0 0 1,0 0-1,-1 1 0,1-1 1,-1 0-1,1 0 0,-1 1 1,1-1-1,-1 1 0,0-1 1,0 0-1,0 1 0,0 0 1,0-1-1,0 1 0,-1 0 1,1-1-1,0 1 0,-1 0 1,1 0-1,0 0 0,-1 0 1,1 0-1,-4-1 0,1 0 25,-1 0 0,-1 0 0,1 1 0,0 0 0,0 0 0,-10-1 0,4 2 34,0 1 0,0 0 0,0 1-1,0 0 1,0 1 0,1 0 0,-1 1 0,1 0-1,0 0 1,-16 11 0,-8 6 249,-49 40-1,45-31-117,2 2-1,2 1 0,-35 44 1,54-58-138,1 0 1,0 1-1,2 0 1,0 1-1,2 0 0,0 1 1,1 0-1,-7 31 1,14-45-58,1-1 0,0 0 0,0 1 0,1-1 0,0 1 0,0-1 1,1 1-1,0-1 0,0 0 0,1 1 0,0-1 0,0 0 0,0 0 0,1 0 0,0 0 1,1-1-1,-1 1 0,1-1 0,1 0 0,-1 0 0,1 0 0,0 0 0,0-1 0,1 0 1,-1 0-1,7 4 0,0-1-80,1-1 0,-1 0 0,1-1 0,0 0 0,0-1 0,1-1 0,-1 0 0,1-1 0,0 0 0,0-1 1,0 0-1,28-1 0,-10-3-223,-1 0 1,1-3-1,-1 0 1,1-2-1,-2-1 1,1-2-1,-1-1 1,-1-1-1,0-1 1,0-2-1,-2-1 1,0-1-1,0-1 1,-2-1 0,-1-2-1,28-28 1,-21 11 148,-2-2 1,-1 0-1,-2-2 1,-2-1 0,-2 0-1,-1-2 1,-3-1-1,19-70 1,1-43-74,20-195 0,-52 318 199,124-1296 362,-128 1306-275,4-60 384,20-102-1,-14 148 107,-6 31-28,-2 10-181,3 22 143,-5-16-365,46 316 2065,-34-201-1732,9 64 81,46 344 420,35-8-567,-91-469-403,2 0 0,2-2 0,3 0 0,35 65 0,-49-106-18,0 0-1,1 0 1,0-1-1,0 0 0,1 0 1,0-1-1,1 0 1,0 0-1,0-1 1,1 0-1,-1-1 1,2 0-1,-1-1 1,0 0-1,15 5 1,-14-7 2,-1-1 1,0-1 0,1 1 0,-1-2 0,0 1 0,1-1-1,-1-1 1,1 0 0,-1-1 0,0 0 0,1 0 0,-1-1-1,0 0 1,-1-1 0,1 0 0,-1-1 0,12-7 0,9-7-16,-1-1 0,-1-2 1,-1-1-1,-1-1 1,-1-2-1,32-41 0,113-188-101,-47 65 156,-120 184-21,3-3 26,1-1-1,0 1 0,0 0 1,0 0-1,1 1 0,1 0 1,-1 1-1,1 0 0,16-10 1,-23 17-3,0-1 1,0 1 0,0-1 0,0 1 0,1 0 0,-1 0-1,0 0 1,0 0 0,0 1 0,0-1 0,1 0-1,-1 1 1,0 0 0,0-1 0,0 1 0,0 0-1,0 0 1,0 0 0,0 0 0,0 1 0,-1-1 0,1 0-1,0 1 1,-1-1 0,1 1 0,1 3 0,4 2 40,0 1 0,-1 1 1,0-1-1,8 16 0,-3 0 13,-1 1-1,-1 0 0,10 46 1,8 84-338,-20-108-167,-2-3-506,1 10-2426,3-22-3805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2.7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7577,'0'0'2632,"10"12"-2216,0 0-464,3 6-356,1-3-668,-1 12-1592,17 19-789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2.9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41 483 7141,'-15'54'770,"8"-30"-103,1 0 1,1 0-1,-1 27 0,5-35 157,0 0 0,2 0 0,0 0 0,6 29 0,-1-5 518,-5-31-1136,1 1-1,0-1 1,0 0-1,1 0 1,1 0-1,0 0 1,0 0-1,0-1 1,1 0 0,0 0-1,1 0 1,0 0-1,0-1 1,0 0-1,1 0 1,0-1-1,1 0 1,12 9-1,-9-9-112,-1-1-1,1 0 1,0-1-1,0 0 1,0 0-1,1-1 0,-1-1 1,1 0-1,0 0 1,-1-1-1,1-1 1,0 0-1,0-1 1,22-3-1,-8-2-40,0-2 1,-1 0-1,0-2 1,-1 0-1,0-2 1,0-1-1,-2 0 1,1-2-1,-2 0 1,0-2-1,37-38 1,-4-4-994,-3-2-1,73-117 1,18-65-3255,-33 54-565,-76 139 1659,-2 9-995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3.5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141 694 7161,'-3'36'2063,"4"-34"-1027,6 7-399,4 1 1305,13-17-742,5-9-594,-1-1-1,0-1 1,-2-1-1,0-2 1,26-26-1,-21 10 625,-31 36-1189,0 1 0,0-1 0,0 0 0,0 1 1,0-1-1,0 0 0,0 1 0,0-1 0,-1 0 1,1 1-1,0-1 0,0 0 0,0 1 0,-1-1 1,1 0-1,0 1 0,-1-1 0,1 1 0,-1-1 1,1 1-1,0-1 0,-1 1 0,1-1 0,-1 1 0,0-1 1,0 0 29,0 1-35,0-1 0,-1 0 0,1 0 0,-1 0 0,1 0 0,-1 1 0,1-1 0,-1 1-1,1-1 1,-1 1 0,0 0 0,1 0 0,-1 0 0,0-1 0,1 1 0,-1 1 0,0-1-1,1 0 1,-1 0 0,1 1 0,-1-1 0,0 1 0,1-1 0,-1 1 0,-2 1-1,-43 26 463,38-22-369,-24 15 141,1 3 0,2 0-1,0 2 1,-31 36 0,49-48-233,0 0 0,1 0 0,1 1 1,1 1-1,0-1 0,1 2 0,1-1 0,0 1 0,1 0 1,1 0-1,-4 28 0,8-36-121,0 0 1,1 0 0,0 0-1,0 0 1,1 0-1,1 0 1,-1 0-1,2-1 1,-1 1 0,1 0-1,0-1 1,1 0-1,0 0 1,0 0-1,1 0 1,0-1 0,7 9-1,-5-7-307,2-1 1,-1 0-1,1-1 1,0 0-1,0 0 0,1-1 1,0 0-1,0-1 0,1 0 1,-1 0-1,1-1 1,22 5-1,-13-5-90,-1 0 0,0-2-1,1 0 1,0-2 0,-1 0 0,1-1 0,0-1-1,29-6 1,-37 5 371,-1-1 0,1 0 0,-1-1 0,0 0 0,0 0 0,0-1 0,-1-1 0,0 0 0,0 0-1,0-1 1,-1 0 0,-1-1 0,1 0 0,13-20 0,-7 4 317,-2 0 0,-1-1-1,-1 0 1,13-50 0,-17 51 283,1 0 0,1 1 0,0 0 1,2 1-1,1 0 0,19-26 0,-28 44-355,2 0 0,-1 0 0,1 0 0,-1 1 0,1 0 0,1 0 0,-1 0 0,0 1 0,1 0 0,0 0 0,0 0 0,0 1 0,0-1 0,0 2 0,8-3 0,-9 4-69,-1-1-1,1 1 1,-1 0 0,0 0-1,1 1 1,-1-1 0,1 1-1,-1 0 1,0 0 0,0 0-1,0 1 1,1 0 0,-1 0-1,-1 0 1,1 0 0,0 0-1,0 1 1,-1-1 0,0 1-1,1 0 1,-1 0 0,5 7-1,-4-4 20,1 0-1,-1 1 0,-1 0 1,1 0-1,-1 0 1,0 0-1,-1 1 0,0-1 1,0 1-1,0-1 0,-1 1 1,0 0-1,-1 0 0,1-1 1,-3 15-1,0-5 149,-1 1-1,-1-1 1,-1 0 0,0 0-1,-12 25 1,16-39-54,2-7-48,2-10-215,1-1 1,1 1-1,0 0 0,1 1 0,0 0 1,1-1-1,1 2 0,0-1 1,15-17-1,99-101-1918,-59 72 805,3 4 0,2 2 1,104-60-1,240-108-265,-236 132 2921,-17 6 2192,-157 81-1222,-1 6-2180,0 4-313,1-1-1,0 0 1,0 0 0,0 0-1,1 0 1,0 0 0,0-1 0,1 1-1,0-1 1,0 0 0,0 0-1,1 0 1,0-1 0,0 0 0,1 0-1,-1 0 1,1 0 0,10 5-1,9 7-341,0-1-1,1-1 1,1-2-1,0-1 0,1-1 1,1-1-1,-1-1 0,56 9 1,-81-18 386,12 2 114,-1 0 1,1-1 0,-1-1 0,20-1 0,-25-1 90,1 1 1,0 1 0,-1-1-1,1 1 1,0 1 0,0 0-1,19 4 1,-24-3-132,0 0 0,0 0 0,0 1 0,0-1 0,-1 1 0,1 0-1,-1 0 1,0 1 0,1-1 0,-1 1 0,-1 0 0,1 0 0,-1 0 0,1 1 0,4 8 0,12 29 76,-1 1 1,-3 1-1,-1 0 0,-2 1 0,13 90 0,-17-56-950,-2 1-1,-7 118 1,-20 39-6725,12-154 1105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3.7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208 149 11981,'-67'-55'1644,"37"40"-340,0 0-260,13 9-299,-3-6-505,-4 3-1001,14-9-895,0 0-2528,34 18-3189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4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0 911 11741,'134'-115'1844,"-43"76"-212,-1 0-79,7-3-217,14-1-296,13-2-204,20-6-172,23-3-132,17 0-100,7-7-288,4-2-768,-5-6-896,5-10-864,-1 1-2709,-3-1-4056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4.4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134 1 11293,'-16'153'2228,"2"-89"-252,7-7-179,-3 0-37,7 4-200,3 5-252,-3 9-272,-4 4-204,0 8-276,11 4-564,-8 2-292,-2-3-400,-1-5-424,-3-10-308,-14 115-4229,18-151 3321,-4-6-1376,6-17-2365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4.7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1 457 5036,'62'-182'1318,"-56"166"-905,1 0-1,1 1 1,0 0 0,1 1 0,1 0-1,0 0 1,0 1 0,23-22 0,-22 24 2,2-1-38,-1 1 0,1 1-1,1 0 1,0 1-1,1 0 1,-1 1 0,1 1-1,1 0 1,-1 1-1,1 1 1,1 0 0,-1 1-1,0 1 1,1 1 0,21-1-1,-25 2-222,-1 1 0,1 1 0,-1 0 0,0 1-1,1 0 1,-1 1 0,0 0 0,0 1 0,0 0 0,-1 1-1,0 0 1,0 1 0,0 0 0,0 1 0,-1 0-1,0 1 1,-1 0 0,1 0 0,-2 1 0,1 0 0,7 12-1,-6-5-40,0 1 0,-2 0 0,0 0 0,-1 0 0,0 1 0,-2 1 0,0-1 0,-1 1 0,1 21 0,0 24 120,-4 87-1,-2-113-184,0 29 53,2 265-654,4-256 27,-5 0 0,-2 0 0,-4-1-1,-17 84 1,13-117 371,-1-2-1,-3 0 1,-1 0-1,-1-1 1,-3-1-1,-1-1 1,-1 0-1,-2-2 0,-38 45 1,-140 139 63,119-142 67,-44 46 20,124-121-11,0 0 0,1 0-1,-1 1 1,0-1 0,1 0 0,0 1 0,-1-1 0,1 1 0,-1 4-1,2-6-19,-1 0 0,1 0 0,0-1 0,0 1-1,0 0 1,0 0 0,0 0 0,0 0 0,1 0-1,-1 0 1,0 0 0,0-1 0,0 1 0,1 0-1,-1 0 1,1 0 0,-1-1 0,0 1 0,1 0-1,1 1 1,0 0-78,0-1 0,1 1 0,0-1 1,-1 0-1,1 0 0,0 0 0,-1 0 0,1 0 0,0 0 0,0-1 1,0 1-1,0-1 0,-1 0 0,1 0 0,0 0 0,5-1 0,158-25-5778,-68 8 849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4.9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1 227 8629,'25'44'2196,"2"-2"1,62 75 0,-42-57-1037,-32-39-920,0-1-1,1-1 1,1 0 0,0-1 0,2-1-1,39 28 1,-56-44-230,0 1 1,0-1-1,1 0 0,-1 0 0,0 0 1,1 0-1,-1 0 0,1-1 0,-1 1 1,1-1-1,-1 0 0,1 0 0,-1 0 1,1 0-1,-1 0 0,1 0 0,-1 0 1,1-1-1,-1 0 0,1 1 1,-1-1-1,1 0 0,-1 0 0,4-2 1,-4 1 2,0 0 1,0 0 0,0 0-1,0 0 1,0 0 0,0-1-1,-1 1 1,1-1 0,-1 1-1,1-1 1,-1 1 0,0-1-1,0 0 1,0 1 0,-1-1 0,1 0-1,-1 0 1,1 0 0,-1 0-1,0 0 1,0 1 0,-1-6-1,-4-24-97,-1 1 0,-2 0 0,-1 0 0,-2 0 0,-18-37 0,-15-45-1797,16 35 57,-10-36-3870,23 56-47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5.3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122 33 8861,'-5'4'442,"0"0"-1,-1-1 1,1 1 0,-1-1 0,1 0 0,-1 0-1,-9 2 1,10-3-53,-1 0 0,1 0 0,0 1 0,0-1 0,0 1 0,0 0 0,1 0 0,-1 1-1,1-1 1,0 1 0,-6 6 0,9-8-330,0 0-1,1 0 0,-1 0 1,0 0-1,1 0 0,-1 0 0,1 0 1,-1 0-1,1 0 0,0 1 1,0-1-1,0 0 0,0 0 1,1 0-1,-1 0 0,0 0 1,1 0-1,0 0 0,-1 0 1,1 0-1,0 0 0,0 0 1,0 0-1,0 0 0,0 0 1,1-1-1,-1 1 0,1 0 1,-1-1-1,3 2 0,3 5 24,0-2 1,0 1-1,1-1 0,0 0 1,13 6-1,3 0 9,1-1 0,0-2 0,1 0 1,0-1-1,45 6 0,-19-8-9,-1-1 0,56-4 0,-87-1-16,1-1 1,-1-1-1,0-1 0,1-1 1,-1 0-1,-1-2 0,1 0 0,-1-2 1,0 0-1,0-1 0,-1 0 1,-1-2-1,1 0 0,-2-1 0,1-1 1,-2 0-1,0-1 0,24-29 1,-12 9 251,-13 15-37,2 0 0,18-16 0,-34 35-265,1 0 0,0 0 1,0 1-1,0-1 0,0 0 0,0 0 0,0 1 0,0-1 1,0 1-1,0-1 0,0 1 0,-1-1 0,1 1 1,0-1-1,0 1 0,-1 0 0,1-1 0,0 1 0,-1 0 1,1 0-1,-1 0 0,1 1 0,2 2 18,0 0-1,-1 0 1,0 1-1,0-1 1,0 1-1,-1-1 1,0 1-1,1 0 1,-2 0 0,1 0-1,0-1 1,-1 10-1,-1 9 169,-7 36-1,3-23-42,-31 202 481,-11-2 0,-10-1 1,-93 241-1,-331 649-381,451-1062-384,-64 118-1230,91-187 593,2-9 580,6-18-83,0 0 0,3 0 1,0 1-1,25-58 1,-24 65 148,270-598-1390,-203 465 1272,-11 26 7,204-478-2132,-256 574 736,15-73-1,-25 88-333,0 1-1,-2-37 1,-3 14-4519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5.9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593 4260 12381,'-324'222'2080,"282"-193"-1072,1 2-1,2 1 0,-59 63 0,67-63-68,29-30-791,0 0-1,0 0 1,1 0-1,-1 1 1,1-1-1,-1 0 1,1 0-1,0 1 1,-2 3-1,3-5-79,0 0 0,0-1 0,0 1 0,0 0 0,-1 0 0,1 0 0,0 0 0,1-1 0,-1 1 0,0 0 0,0 0 0,0 0 0,0 0 0,1-1 0,-1 1 0,0 0 0,1 0 0,-1-1 0,0 1 0,1 0 0,0 0 0,2 1 48,0 0-1,-1 0 1,1-1-1,0 1 1,0-1-1,0 0 1,0 0-1,0 0 0,0 0 1,1 0-1,-1-1 1,0 0-1,0 1 1,1-1-1,4-1 1,20-1 341,1-1 0,32-8 1,134-36 644,84-35-216,87-35-193,93-34-143,94-38-125,91-29-93,80-24-172,66-25-323,4569-1812-7171,-4513 1710 5027,-52 20-573,-69 21-2555,-62 22-3230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7.0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1378 9969,'0'42'366,"-6"220"2564,6-39 147,4-178-2942,2 0 0,2-1 0,1 0 0,3-1 1,1 0-1,3 0 0,1-2 0,2 0 0,48 75 0,-48-87-630,1-1 0,2-1 0,1-1 1,0-1-1,2-1 0,1-1 0,1-2 0,46 29 0,-57-41 192,1-1-1,0 0 1,0-1-1,0-1 1,1-1-1,0 0 1,29 3-1,-33-7 78,0 0 1,0-1-1,0-1 0,0-1 0,0 1 0,-1-2 1,1 0-1,0-1 0,-1 0 0,24-12 0,-19 8 52,-2-2-1,1 0 1,-1-1-1,-1-1 1,1 0-1,-2-1 1,0-1-1,-1 0 0,0 0 1,13-21-1,-13 14 269,-1 0 0,-1-1-1,-1-1 1,-1 0-1,-1 0 1,-1 0-1,7-42 1,-7 10 471,-3-1 1,-4-89-1,-22-92 2703,14 99-7,8 137-3213,0-1 0,-1 1-1,1 0 1,0-1-1,0 1 1,0 0 0,1-1-1,-1 1 1,0 0-1,0-1 1,1 1-1,-1 0 1,1 0 0,-1-1-1,1 1 1,-1 0-1,1 0 1,0 0 0,0 0-1,-1 0 1,1 0-1,0 0 1,0 0 0,0 0-1,0 0 1,0 0-1,0 0 1,0 1-1,2-2 1,4-1 104,-1 1-1,1 0 1,0 0-1,12-2 1,5-2 27,6-4-36,0-1 0,0-2-1,-2-1 1,1-1 0,-2-2 0,0 0 0,35-31 0,-49 37-103,0-1 0,-1-1 0,0 1 0,-1-2 0,-1 1 0,0-2 0,-1 1 0,-1-1-1,0-1 1,-1 1 0,0-1 0,-2-1 0,0 1 0,0-1 0,2-23 0,-4-17-7,-8-93 1,1 110-427,2 0-1,2 0 1,1 0 0,2 0-1,13-60 1,4 36-475,2 0 0,55-107 0,82-109-336,-145 256 1175,0 0 239,-1-1 1,14-40-1,-27 63-24,-6 3 12,-17 7 14,1 0 1,0 1 0,-35 21-1,-64 48 240,105-67-405,-30 21 34,1 3-1,-51 49 1,75-62-317,0 0-1,1 2 1,2 0 0,0 1 0,-25 50 0,38-66-170,0 0 0,1 1 1,1-1-1,0 1 1,0 0-1,1-1 0,0 1 1,0 0-1,1 1 1,1-1-1,0 0 0,0 0 1,1 0-1,0 0 1,1 0-1,5 18 0,25 34-4301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7.2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 4412,'67'-6'1165,"-50"6"-429,10 9-172,-4-6-96,-9 16-128,12 8-288,-9 0-408,-10-15-288,-4 15-1329,4 21 193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7.7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0 838 9449,'10'-54'1644,"0"-3"-284,14 9-164,6-1-28,3-2-180,11 3-167,13-12-273,10 2-60,6-8-348,15 0-828,2-4-881,0 1-1039,-6-3-1156,3 2-2425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7.9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10809,'100'208'2256,"-66"-114"-220,-1-7-251,1 1-129,2 5-376,1 16-228,4 11-192,9 16-196,7 15-400,10-1-508,0-5-1088,-4 0-1060,4 3-3185,0-4-4556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48.7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4406 166 5156,'-16'-18'238,"8"9"-67,-1-1 0,1 1 0,-2 1 0,1-1 0,-1 2 0,-1-1 0,1 1 0,-1 1 0,0 0 0,-15-5 0,-23-4 313,-1 2 0,0 3 0,-1 2 0,0 2 0,0 2 1,0 2-1,0 3 0,0 2 0,0 2 0,-53 13 0,44-4-102,2 3-1,0 2 0,2 3 1,-87 45-1,38-7 271,-132 100 0,90-44-161,5 6 0,5 6 0,-122 149 0,-313 475 895,301-329-566,-220 467 0,310-505-342,18 8 0,17 6 0,-164 731 0,265-906-235,-27 427 1,68-510-163,6 0 0,7-1 0,5 0 0,40 171 0,-35-236-26,3-1-1,3-1 1,3-1-1,49 90 1,-54-122-41,1-1 1,2-1-1,2-2 1,1 0 0,2-2-1,1-1 1,2-2-1,59 43 1,-57-50-5,2-2 0,0-2 0,1-1-1,1-2 1,70 20 0,-53-24-15,0-1 0,1-3 0,98 2 0,-42-14-52,0-4 0,-1-6 1,208-50-1,-119 8-120,-2-9 1,-4-9 0,354-186-1,-242 81-323,423-324-1,-522 334 292,120-142-111,667-742-670,-711 714 699,-141 129 146,145-320-99,-224 384 128,80-270 0,-122 332 72,-5-1 0,-3-1 0,-4 0 0,-3-1 0,-5 0 0,-11-142 0,1 170 27,-2 0 0,-3 1 1,-2 0-1,-3 1 1,-2 1-1,-3 1 1,-2 0-1,-2 2 1,-2 1-1,-59-79 0,50 84 2,-2 2-1,-2 2 0,-2 1 1,-1 3-1,-64-43 0,45 41-4,-2 2 0,-2 3-1,-118-44 1,71 42 2,-2 5 0,-2 5 0,0 6 0,-1 4 0,-137 0 0,128 14-73,-1 7 0,1 5 0,1 5 0,0 7-1,-152 43 1,174-31-707,2 4 0,-119 61 0,136-53-1272,1 5 1,-133 102-1,59-17-4705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0.8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0 998 4732,'17'58'789,"-1"-1"2626,39 93 0,-26-95-1281,8 20 1739,-34-69-3545,-1 0-1,1 0 0,0-1 0,1 0 0,-1 1 1,1-1-1,6 6 0,-3-11 432,9-4-339,-3 0-172,-1 0 1,1 0 0,-1-1 0,1-1 0,-2 0-1,16-10 1,516-413 1132,-381 294-2020,246-224-2826,-142 111-2943,-221 206 4608,141-138-8181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3.0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2247 2101 5060,'-1'5'259,"1"1"-1,-1-1 0,0 0 1,-1 0-1,1 0 0,-1 0 1,0 0-1,0 0 0,0 0 1,-1-1-1,0 1 0,0-1 0,0 1 1,0-1-1,-1 0 0,1-1 1,-1 1-1,0 0 0,0-1 1,-8 5-1,-36 32 7856,49-46-8084,0 0 0,0 0 0,1 0 0,0 0 0,0 0 0,0 1 0,1-1 0,-1 1 0,1-1 0,0 1 0,1 0 0,0 0 0,-1 0 0,2 1 0,-1-1 0,5-3 0,0 0-43,1 0 1,-1 0-1,2 1 1,-1 1-1,0 0 1,22-9-1,-30 14 36,2 2-35,4 1 14,0 0-1,0 0 0,0 1 0,0 1 0,0-1 0,-1 1 1,1 1-1,-1-1 0,0 1 0,-1 1 0,1-1 0,-1 1 0,0 0 1,9 12-1,-11-14 0,-1 1 0,0-1 0,0 1 0,0 0 0,-1 0 0,1 0 0,-1 0 0,1 6 0,-2-9-5,-1 1-1,0 0 1,0 0-1,0 0 1,-1-1-1,1 1 1,-1 0-1,1 0 1,-1-1 0,0 1-1,0 0 1,0-1-1,0 1 1,-1-1-1,1 0 1,-1 1-1,1-1 1,-4 3-1,-5 6-18,0 0-1,-1-1 0,0 0 1,0-1-1,-1-1 0,-1 0 1,1 0-1,-1-1 0,0-1 1,-1 0-1,-25 7 0,5-4-118,0-1-1,-1-2 0,-68 3 1,62-10-1,1-1 0,0-2 0,0-2 0,0-1 0,1-2 0,0-2 0,0-2 0,-52-24 0,-5-11-102,-176-117 0,146 74 143,4-5 1,4-6-1,4-5 1,5-4-1,6-6 1,-124-177-1,181 225-137,3-1 0,4-2 0,2-2 0,4-1 0,-43-140 0,56 135-791,3-1 0,4 0 0,-4-100 0,17 82-1999,12 15-1036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3.4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399 66 6513,'-18'-23'2512,"14"17"-1695,0 0-1,-1 0 1,0 1 0,0-1-1,-6-4 1,10 9-776,0 1 1,-1-1-1,1 1 0,0 0 1,0-1-1,-1 1 1,1 0-1,0 0 1,-1 0-1,1 0 1,0 0-1,0 0 1,-1 0-1,1 0 1,0 1-1,0-1 1,-1 0-1,1 1 0,0-1 1,0 1-1,0 0 1,0-1-1,-1 1 1,1 0-1,-1 1 1,-24 23 157,25-23-170,-204 254 513,193-241-562,0 1 1,2 1 0,0-1-1,1 2 1,-12 30 0,19-43 20,1 0 0,0 0 0,0 0 0,0 1 0,0-1 0,1 0 0,0 0 0,0 0 0,0 0 0,1 0 0,0 1 0,0-1 0,0 0 0,0 0 0,1 0 0,0-1 0,0 1 0,0 0 0,1-1 0,0 1 0,-1-1 0,1 0 0,1 0 0,-1 0 0,1 0 0,7 5 0,16 13-28,2-2-1,0-1 1,1-1 0,1-2-1,42 16 1,175 50-1694,-77-28-49,-144-46 1286,0 1 0,0 2 0,-2 1-1,1 1 1,44 31 0,-68-43 448,0 0 0,-1 1-1,1-1 1,0 1 0,-1-1-1,1 1 1,-1-1 0,0 1-1,0 0 1,1 0 0,-1-1 0,0 1-1,0 0 1,-1 0 0,1 0-1,0 0 1,-1 0 0,1 0-1,-1 0 1,0 1 0,1-1 0,-1 0-1,0 0 1,0 0 0,-1 0-1,1 0 1,0 0 0,-1 1-1,1-1 1,-1 0 0,0 0 0,0 0-1,1 0 1,-1-1 0,-1 1-1,1 0 1,0 0 0,-2 1-1,-2 3-10,0 0-1,-1-1 0,0 0 0,0 0 0,0 0 0,-1-1 1,1 0-1,-12 5 0,-17 5-57,0-2 0,0 0-1,-2-3 1,-44 6 0,14-6-1239,-96-2-1,98-9 266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3.6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4192,'7'55'1216,"-7"-7"-255,3-9-173,14 6-148,3-3 72,7 10-308,6 2-72,4-3-68,7 3-92,9-2-48,4-1 72,7-9-364,6 0-148,0-6-172,-3-2-244,-6-13-540,6-12-781,0-3 65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6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142 119 5084,'-1'0'66,"1"0"1,-1 0-1,1 0 0,-1-1 0,1 1 0,-1 0 0,0-1 0,1 1 0,-1 0 0,1-1 0,-1 1 0,1 0 0,0-1 0,-1 1 0,1-1 0,-1 1 0,1-1 0,0 1 0,-1-1 0,1 1 0,0-1 0,0 1 0,-1-1 0,1 0 0,0 1 0,0-1 0,0 1 0,0-1 0,0 0 0,0 1 0,0-1 0,0 0 0,0 1 0,0-1 0,0 1 0,0-1 0,0 0 0,1-2 2039,-22-27 2584,18 24-4222,0-1 0,1 0-1,0-1 1,0 1-1,0 0 1,0-11 0,2 15 207,-43 5-767,39-1 1530,-9-7-1243,12 6-129,0-1 0,0 1-1,0 0 1,1 0-1,-1-1 1,0 1 0,0 0-1,0 0 1,0 0-1,0 0 1,0 0 0,0 0-1,0 0 1,1 0-1,-1 1 1,0-1 0,0 0-1,0 1 1,0-1-1,0 0 1,1 1 0,-1-1-1,0 1 1,0-1-1,1 1 1,-1-1-1,0 1 1,1 0 0,-1-1-1,0 1 1,1 0-1,-1-1 1,1 1 0,-1 1-1,-1 2-28,1-1 0,0 0 0,1 0 0,-1 0 0,0 0 0,1 1 0,0-1 0,0 7 0,2 11 327,1 0-1,8 29 1,0-4 85,8 57 422,35 145 637,16-34-511,139 290-1,-112-318-2214,153 218 0,-219-356 804,118 159-3472,-118-170-570,52 47 1,-31-39-5262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7.3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84 46 9173,'-7'-2'567,"-1"-1"0,0 1 1,1-1-1,0-1 0,0 1 0,0-1 1,0 0-1,1-1 0,-13-11 4223,95 62-2670,295 111-499,-160-72-1257,150 72 23,-11 24-136,-214-100-203,-4 6 0,174 148 0,-248-181-123,-2 2 0,70 90 0,-93-100 21,-1 1 0,-3 1 0,-1 2 0,23 61 0,-36-70 30,-1 2 0,-3-1-1,-1 2 1,-2-1 0,-2 1 0,-2 0-1,-2 0 1,-1 0 0,-3 1 0,-8 48-1,-1-31 5,-3 0 0,-3-1-1,-2 0 1,-3-2-1,-2 0 1,-48 82 0,13-45 16,-4-2 1,-3-3-1,-137 143 1,86-119-634,-255 193 1,337-281 237,13-9-302,-1-1 1,-1-1-1,0-2 1,-1 0-1,0-1 0,-39 13 1,61-25 229,0 0 0,0 0 0,-1 0 1,1-1-1,0 1 0,-1-1 0,1 0 0,-1 0 0,1 0 1,-7-1-1,8 0-284,-1-1 1,1 1 0,0 0-1,-1-1 1,1 0 0,0 1 0,0-1-1,0 0 1,0 0 0,-2-4-1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7.7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1013 10445,'0'0'3,"18"-27"1092,0 1-1,29-30 1,-41 50-820,0 0 0,0 0 0,1 1 0,-1 0 1,1 0-1,0 0 0,1 1 0,-1 0 0,1 0 0,0 1 0,0 0 0,0 0 0,0 1 0,13-2 0,-2 4-10,1 1-1,-1 0 1,0 2-1,0 0 1,0 1-1,0 1 1,0 0-1,-1 2 1,30 14 0,9 9 189,84 59 0,-88-51-327,-2 1 1,-2 3-1,-1 2 0,-2 1 1,-3 3-1,67 95 0,-87-108-102,-1 1 0,-2 1 0,-2 1 1,-1 1-1,-2 0 0,-2 1 0,-1 1 0,-3 0 0,-1 0 0,-2 1 0,1 62 0,-8-76-10,-1-1-1,-1 1 1,-1-1-1,-14 45 1,11-52 9,-16 35 1,14-34 10,8-19-23,0 1 0,-1 0 0,1-1 0,-1 1 0,1 0-1,-1-1 1,0 0 0,0 0 0,0 1 0,0-1 0,0 0-1,-1 0 1,-2 1 0,4-2-9,0-1 0,0 0 0,0 1 0,0-1 0,0 0 0,0 0 0,0 0 0,0 0 0,0 0 0,0 0-1,0 0 1,0 0 0,0 0 0,0 0 0,0-1 0,0 1 0,0 0 0,0-1 0,1 1 0,-1 0 0,0-1 0,0 1 0,0-1 0,0 0 0,1 1 0,-1-1 0,0 0 0,0 1 0,1-1-1,-1 0 1,1 0 0,-1 0 0,0 1 0,1-1 0,0 0 0,-1-2 0,-5-7 18,2-1 0,-1 0 1,1-1-1,1 1 0,0-1 0,1 1 0,-2-20 0,1-95 30,3 73-54,2-174-619,61-442 0,-44 563-785,60-191 0,-53 224 178,4 1 1,2 2-1,55-87 1,-64 121 533,17-29-2441,50-60-1,-41 72-1192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7.9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84 1 6745,'-8'35'490,"1"-12"294,2 0 0,0 1 0,2-1 0,0 1 0,2 39 0,6-5 751,2 0-1,3-1 1,3 0-1,2 0 1,36 87 0,-34-102-1079,2-2-1,2 0 1,1-1 0,39 51 0,-60-89-445,35 46 425,2-1 0,58 53 1,-65-70-249,1-2 1,2-2-1,1-1 1,65 35 0,-83-51-139,-1-1 0,1 0 0,0-1 1,0-1-1,1 0 0,0-2 0,0 0 1,0-1-1,0 0 0,0-2 1,0 0-1,0-1 0,30-6 0,-40 5-41,-1 0-1,0 0 0,0-1 0,1 0 0,-2 0 1,1-1-1,0 0 0,-1 0 0,1-1 0,-1 0 1,-1 0-1,1 0 0,-1-1 0,6-7 0,-5 5-4,0-1 0,-1-1-1,0 1 1,-1-1 0,0 1-1,-1-1 1,0-1 0,0 1-1,1-16 1,-1 4-10,-2-1 0,-1 0 0,-1 1 1,-1-1-1,-1 0 0,-1 1 0,-1 0 0,0 0 1,-11-24-1,1 11-23,-1 2 0,-2 0 1,-1 1-1,-2 1 0,-1 1 0,-1 1 1,-2 1-1,0 1 0,-2 1 1,-60-44-1,52 46-105,-2 0-1,0 3 1,-2 1-1,0 2 1,-1 1-1,-1 2 1,0 2-1,-1 2 1,-52-7 0,71 15-177,-1 1-1,1 2 1,0 0 0,-33 5 0,42-3-193,1 0 0,-1 2 0,1-1 0,0 2 0,0 0 0,1 0 0,-1 1 0,-21 15 0,29-17-259,0 0 0,0 1 0,1-1 0,-1 1 0,1 0 0,0 0 0,0 1 0,1 0 0,-4 6 0,-1 6-7365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8.3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 11813,'17'-2'3711,"-17"18"-881,0-11-3208,-1 18 775,1 0 0,1 1 0,1-1-1,1 0 1,1 0 0,1 0 0,13 36 0,72 155 472,-78-188-745,13 23-19,3-1 1,1-1-1,3-1 1,50 56-1,-80-99-101,0 0 0,1-1 0,-1 1 0,1-1 0,0 1 0,0-1 1,0 0-1,0 0 0,0 0 0,0-1 0,0 1 0,1-1 0,-1 0 0,1 0 0,-1 0 0,1 0 0,-1 0 0,8 0 0,-6-2 0,-1 1 0,1-1 0,-1 0 0,1-1 0,-1 1 0,0-1 0,0 0 0,1 0 0,-1 0 0,0 0 0,-1-1 0,8-5 0,4-7 0,0 0 1,-2-1-1,0 0 0,0-1 1,11-22-1,70-130 53,-64 108 253,4 1-1,2 1 1,60-73 0,-86 121-150,0 0 0,1 1 0,0 0 1,0 1-1,1 0 0,0 1 1,1 0-1,0 1 0,15-6 1,-19 9-77,0 1 0,1 1 0,-1 0 1,1 0-1,0 1 0,-1 0 0,1 1 1,0 0-1,0 0 0,0 1 0,-1 1 1,1-1-1,-1 2 0,13 3 0,-2 2 32,0 1-1,-1 0 1,0 1-1,-1 1 0,23 19 1,79 74-221,-54-44-848,-37-34 53,0 0-676,47 32 0,-64-50 168,1-1 0,21 10 0,-24-14-161,0 1 1,0-1 0,0-1-1,15 2 1,25-2-5953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8.6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0 692 11741,'97'-58'5583,"-22"-5"-2967,194-148-535,-234 180-1938,-2-2-1,37-47 0,-54 60-77,-2 0 1,0-1-1,-1 0 0,-2-1 0,17-42 0,-27 62-55,0 0 0,-1 0 0,1 0 1,0 0-1,-1 0 0,0 0 0,1 0 1,-1 0-1,0 0 0,0 0 0,0 0 1,0 0-1,-1 0 0,1 0 0,0 0 1,-1 1-1,-1-5 0,2 5 3,-1 0-1,0 1 0,0-1 1,0 0-1,0 1 0,1-1 1,-1 1-1,0-1 1,0 1-1,0-1 0,0 1 1,0-1-1,0 1 1,0 0-1,0 0 0,0 0 1,-1-1-1,1 1 1,0 0-1,0 0 0,0 1 1,0-1-1,-1 0 1,-5 2 68,0-1-1,0 1 1,1 1 0,-1-1 0,1 1 0,0 0 0,0 1 0,-7 4 0,-6 9 275,1 0 1,0 1 0,1 1-1,-27 42 1,25-35-113,-6 11-22,1 0 0,2 1 0,2 2 0,2 0 0,1 1 1,2 0-1,2 1 0,2 1 0,2 0 0,-5 56 0,12-85-229,2 0 1,0 1-1,0-1 1,2 0-1,-1 0 1,2 0-1,0 0 1,1 0-1,0 0 0,11 23 1,-9-26-167,0-1 0,1 0-1,0-1 1,0 1 0,1-2 0,0 1-1,1-1 1,0 0 0,0 0 0,1-1-1,0-1 1,0 0 0,16 7 0,1-2-455,0-1 0,1-1 0,1-2-1,-1-1 1,1-1 0,0-1 0,0-2 0,0-1 0,36-3 0,-1-3-635,0-4-1,-1-2 1,72-23-1,-62 10 892,-1-4 0,-1-2 0,-2-4 0,-2-2-1,0-4 1,-3-2 0,83-72 0,-118 90 695,-2-2 1,-1-1 0,0-1 0,-3-1-1,22-33 1,-36 48-457,-1 0 1,0 0-1,-1-1 0,0 0 1,-1-1-1,-1 1 0,-1-1 1,0 0-1,-1 0 0,-1 0 0,0 0 1,-1-1-1,-2-26 0,-2 21-3385,3-5-1774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9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14861,'2'25'821,"0"1"0,2-1 0,7 29 0,3 9 163,31 389 5076,-29-230-4342,53 774 946,-68-953-2792,19 297-1554,-15-273 926,6 56-1231,-8-106 1164,0 1-1,1-1 1,1 0 0,10 23-1,-15-38 558,1 0 1,0 0-1,0-1 0,0 1 0,0 0 0,0-1 0,0 1 1,1-1-1,-1 1 0,0-1 0,1 0 0,-1 1 0,1-1 1,0 0-1,-1 0 0,1 0 0,0 0 0,0 0 0,-1-1 1,1 1-1,0 0 0,0-1 0,0 0 0,0 1 0,0-1 1,0 0-1,0 0 0,0 0 0,0 0 0,0 0 0,0 0 1,0-1-1,-1 1 0,1-1 0,0 1 0,0-1 0,3-2 1,1 0-1038,-1 0 1,0 0-1,-1-1 0,1 1 1,4-6-1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9.2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553 534 6521,'-158'-192'1727,"42"74"671,76 81-1420,-14-11 2366,-91-62 0,108 83-1735,34 25-377,84 79 2588,24 12-2949,-68-59-355,540 496 1574,-515-459-1989,-2 3 1,-4 2-1,-3 3 0,-3 2 1,-3 2-1,47 112 0,-78-150-122,-2 1 0,-2 1 1,-1 0-1,-3 1 0,-1 0 0,-3 0 0,-1 0 0,-2 1 0,-10 86 0,1-81-412,-2-1 0,-2-1 0,-2 0 0,-2 0 0,-3-2 0,-1 0 0,-2-1 0,-45 66 0,-63 63-3736,34-64-3480,29-40-2602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4:59.9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2617 12549,'1'1'81,"-1"0"1,0 0-1,0-1 0,0 1 1,1 0-1,-1 0 0,1 0 1,-1 0-1,0 0 0,1-1 1,0 1-1,-1 0 0,1 0 1,-1-1-1,1 1 0,0 0 0,-1-1 1,1 1-1,0-1 0,0 1 1,0-1-1,-1 1 0,1-1 1,0 0-1,1 1 0,1 0 100,-1-1-1,1 0 1,-1 0-1,1 0 1,-1 0-1,1 0 0,-1 0 1,1 0-1,3-2 1,6-1 435,-1-1 0,0-1 1,16-8-1,20-16-64,-2-1 0,-2-2 0,-1-2 0,47-48 0,-70 62-443,-1 0 0,-1-1-1,21-34 1,-30 43-79,-1-1 0,-1 1-1,0-1 1,-1 0 0,0 0-1,-1-1 1,-1 0 0,3-20-1,-6 30-19,1 0-1,-1 0 0,0 1 0,0-1 0,-1 0 0,1 0 1,-1 0-1,0 0 0,0 1 0,0-1 0,0 0 1,-1 1-1,-3-6 0,4 7-1,0 0 0,-1 1-1,0-1 1,1 1 0,-1 0 0,0-1-1,0 1 1,1 0 0,-1 0 0,0 0-1,0 0 1,0 0 0,0 1 0,0-1 0,-1 1-1,1-1 1,0 1 0,0 0 0,0 0-1,0 0 1,-1 0 0,1 0 0,0 0 0,0 1-1,-4 0 1,-7 3 31,-1 0-1,1 1 1,1 0 0,-1 1 0,1 0-1,0 1 1,0 0 0,1 1-1,-1 1 1,2 0 0,0 0 0,0 1-1,-16 21 1,6-6-4,2 2 0,1 0 0,1 1 0,1 1 0,-11 32 0,20-45-18,1 1 0,1-1-1,0 1 1,1 0 0,1 0-1,0 0 1,2 0 0,0 0-1,0 0 1,2 0 0,0 0-1,9 31 1,-9-39-14,1 0 0,1 0 0,0 0 1,0 0-1,1 0 0,0-1 0,0 0 0,1 0 0,0 0 1,1-1-1,-1 0 0,1 0 0,1-1 0,-1 0 0,1 0 1,0 0-1,1-1 0,-1-1 0,1 1 0,0-1 0,0-1 1,0 0-1,18 4 0,-14-4-18,1-1 0,0-1 0,-1-1 0,1 1 0,0-2 0,0 0 0,-1-1 0,1 0 0,0-1 1,-1-1-1,0 0 0,0 0 0,0-1 0,-1-1 0,1 0 0,-1-1 0,16-12 0,-11 5-4,0-1-1,-1-1 1,-1 0-1,0-1 1,-1 0-1,-1-1 1,-1-1-1,0 0 1,-2 0 0,11-27-1,-3 0-9,-3-2 1,-1 0-1,10-72 0,6-156-33,-19 162 50,22-557-76,-50 3 26,16 648 64,-34-493 0,35 508 61,-1 12 66,-6 58 415,3 1 0,5 82-1,0-76-119,49 835 2056,-44-840-2380,20 195 218,-20-219-261,3 1-1,2-1 1,29 75-1,-36-108-41,1 0-1,0 0 1,1 0 0,0 0-1,0-1 1,1 0-1,1-1 1,-1 1 0,1-1-1,1-1 1,13 11 0,-16-15-12,1 1 0,-1-1 0,1 0 1,0 0-1,0-1 0,0 0 1,0 0-1,0 0 0,0-1 0,0 0 1,1-1-1,-1 0 0,0 0 1,1 0-1,-1-1 0,0 0 0,0-1 1,11-2-1,-3-1-2,-1-1 0,1-1 0,-1 0 1,-1 0-1,1-2 0,13-10 0,71-67 34,-57 48-21,30-29 0,57-50-60,-112 105 49,0 0 1,1 1-1,0 0 1,1 2-1,0 0 1,23-7-1,-36 14-11,-1 1-1,0 1 0,1-1 1,-1 1-1,0 0 0,1 0 1,-1 0-1,1 0 0,-1 1 1,0 0-1,1 0 0,-1 0 0,0 0 1,0 1-1,0 0 0,0-1 1,0 1-1,5 4 0,4 3-294,0 1 0,-1 0-1,17 18 1,-29-28 280,13 15-909,-1 1 0,0 0-1,-1 0 1,15 33 0,-9-18-1202,-17-29 1883,1 0 1,0 0 0,0 0 0,0 0-1,0 0 1,1-1 0,-1 1 0,0 0-1,1-1 1,-1 1 0,1 0 0,0-1-1,0 0 1,-1 1 0,1-1 0,0 0-1,0 0 1,0 0 0,0 0 0,0 0-1,0-1 1,0 1 0,1-1 0,-1 1-1,0-1 1,0 0 0,0 0 0,1 1-1,-1-2 1,0 1 0,0 0 0,3-1-1,-1 0 62,-1-1 0,0 0 0,1 0 0,-1 0 0,0-1 0,0 1 0,0-1 0,0 1 0,0-1 0,-1 0 0,1 0 0,-1 0 0,0-1 0,0 1 0,0 0 0,2-6 0,9-26 90,-2-1 0,-2 0 0,-1-1 0,-2 1 0,2-42 0,-4 46 27,36-407-3347,-27 318 1545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5:00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66 5513,'0'5'148,"1"3"149,-1 0 0,0 0 0,0 0 0,0 0 0,-1 0 0,-1 0 0,1-1 1,-1 1-1,-1 0 0,1-1 0,-1 1 0,-1-1 0,1 0 0,-1 0 0,-5 7 0,2-5 254,0 0 0,1 0-1,1 1 1,-1-1 0,2 1 0,-1 0-1,1 1 1,1-1 0,0 1 0,0-1-1,-1 20 1,3-14-265,1-1 1,1 1-1,0-1 0,1 1 1,0-1-1,2 0 0,7 23 1,4 0-534,3 0 0,1 0 1,2-2-1,1 0 0,35 41 1,-31-44-669,1 0 1,2-3-1,1 0 1,47 34-1,-71-59 797,1 0-1,0-1 0,0 0 1,0-1-1,0 1 1,0-1-1,1 0 0,7 1 1,-12-3 126,0-1 0,0 1 0,0-1 0,0 0 0,0 0 0,0 0 0,0 0 0,0-1 0,0 1 0,0-1 0,0 1 0,-1-1-1,1 0 1,0 0 0,0-1 0,-1 1 0,1 0 0,-1-1 0,1 0 0,-1 1 0,1-1 0,-1 0 0,0 0 0,0 0 0,2-3 0,0-1 74,-1 0 1,1 0-1,-1-1 0,0 1 1,-1 0-1,1-1 0,-1 0 1,1-7-1,7-60 719,-8 51-499,2-16 227,2-1 1,2 1-1,12-40 1,-16 66-437,1 1 0,0-1 0,0 1-1,1 0 1,1 1 0,0 0 0,1 0 0,0 0 0,0 1 0,1 0 0,0 1 0,1 0 0,13-10 0,8 2-47,0 1 1,1 2-1,0 1 0,47-11 1,54-22 46,-116 38-91,-1 0 0,0 0 0,0-2 0,-1 0 0,22-19 0,-28 20 13,-1 0 0,-1 0 0,1-1 0,-2 0 0,1-1 0,9-21 0,-15 28-18,0-1 1,0 1-1,0-1 1,-1 1-1,1-1 0,-1 1 1,0-1-1,0 1 1,-1-1-1,1 1 1,-1-1-1,0 1 1,-1-1-1,1 1 1,0 0-1,-1 0 1,0 0-1,0 0 1,-1 0-1,1 0 1,-1 0-1,1 1 0,-1-1 1,0 1-1,-1 0 1,1 0-1,-1 0 1,-5-4-1,4 5 7,0 0 0,0 1-1,0-1 1,0 1-1,0 0 1,-1 1 0,1-1-1,0 1 1,-1 0 0,-4 0-1,7 1-47,1-1 1,-1 1-1,1 0 0,0-1 0,0 1 0,-1 0 1,1 0-1,0 1 0,0-1 0,0 0 1,0 1-1,0-1 0,0 1 0,1-1 0,-1 1 1,0 0-1,1 0 0,-1 0 0,1 0 0,0 0 1,0 0-1,0 0 0,0 1 0,0-1 0,-1 3 1,2-3-52,-1 0 1,1 0 0,0 1 0,-1-1 0,1 0 0,0 0 0,1 1-1,-1-1 1,0 0 0,1 0 0,-1 0 0,1 1 0,0-1 0,-1 0-1,1 0 1,0 0 0,0 0 0,0 0 0,1-1 0,-1 1 0,0 0-1,1 0 1,2 2 0,4 3-395,0 0 1,1-1-1,14 10 0,-14-11 205,5 3-999,0 0 0,1-1-1,20 8 1,8-2-3035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5:00.4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94 347 6101,'-19'-4'1919,"-1"-2"0,-35-14 2845,58 19-4191,1 0-486,0-1 1,0 1-1,0 0 1,0 1-1,0-1 0,0 1 1,0 0-1,1 0 0,-1 0 1,0 0-1,0 1 1,0 0-1,6 1 0,58 24 179,-31-10-63,137 56 330,-33-13-228,-137-58-303,0-1 0,0 1 0,0-1 1,0 0-1,0 0 0,0-1 1,1 1-1,-1-1 0,0 0 1,0 0-1,0 0 0,-1-1 0,8-3 1,-8 2 4,1 0 1,-1 0 0,0 0 0,-1-1 0,1 1-1,-1-1 1,1 1 0,-1-1 0,0 0 0,2-7-1,1-1 24,21-41-910,25-81-1,-22 55-1264,1 3-2122,0-2-2535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7:45:00.6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67 3968,'54'-48'692,"-31"39"-556,1 0-768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12.7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1702 354 11337,'-2'-7'69,"-12"-52"6229,12 44-4038,-1 1-1,-6-22 1,-4-19 1318,12 47-3328,0 1 0,-1 0 0,0-1 0,0 1 0,0 0 0,-1 0 0,0 1 0,0-1-1,-1 0 1,0 1 0,0 0 0,-1 0 0,1 0 0,-1 1 0,0-1 0,-12-8 0,7 7-209,0 2 1,0-1-1,0 1 1,0 1 0,-1 0-1,0 0 1,0 1-1,0 1 1,0 0-1,-18-2 1,-3 3-42,0 1 0,0 1 0,0 2 0,1 1 0,0 1 0,-43 13 0,13 2 0,0 3 0,-68 35 0,26-5 0,3 5 0,2 4 0,4 4 0,2 4 0,3 4 0,-84 92 0,148-139 0,0 2 0,2 0 0,1 2 0,1 0 0,-26 57 0,41-74 0,1 0 0,0 0 0,1 1 0,1-1 0,0 1 0,1 0 0,0 19 0,2-23 0,1 0 0,0 0 0,1-1 0,0 1 0,1 0 0,0 0 0,0-1 0,1 0 0,1 0 0,10 19 0,-6-17 0,0-1 0,1 1 0,0-2 0,0 1 0,1-1 0,1-1 0,0 0 0,0-1 0,1 0 0,0-1 0,0 0 0,25 9 0,-5-5 0,0-1 0,1-2 0,0-1 0,48 3 0,-19-6 0,1-2 0,-1-4 0,1-2 0,-1-2 0,0-4 0,109-31 0,-129 27 0,0-1 0,-1-3 0,-1-1 0,-1-2 0,0-2 0,-2-2 0,-1-1 0,-1-2 0,-1-1 0,39-43 0,-43 36 0,-1-2 0,-3-1 0,-1-1 0,-1-1 0,-3-1 0,-1-1 0,-3-1 0,-1 0 0,-2-2 0,-2 1 0,7-51 0,-18 81 0,0 4 0,0 0 0,-1 0 0,0 1 0,-1-1 0,0 0 0,-1 0 0,-3-17 0,4 26 0,0 1 0,0 0 0,-1 0 0,1 0 0,-1 0 0,1-1 0,-1 1 0,1 0 0,-1 0 0,1 0 0,-1 0 0,0 0 0,0 0 0,0 1 0,1-1 0,-1 0 0,0 0 0,0 0 0,0 1 0,0-1 0,0 1 0,0-1 0,0 1 0,-3-2 0,3 2 0,-1 0 0,0 1 0,1-1 0,-1 0 0,0 0 0,1 1 0,-1-1 0,0 1 0,1 0 0,-1-1 0,1 1 0,-1 0 0,1 0 0,-1 0 0,-1 1 0,-5 6 0,0-1 0,0 1 0,1 0 0,-8 12 0,1 1 0,1 1 0,1 1 0,1 0 0,-12 35 0,-23 103 0,42-146 0,-56 228 0,11 3 0,-26 378 0,10 109 0,62-703 3,-2-1 0,-2 1 1,-11 35-1,12-50-21,0-1 1,0 0-1,-1 0 0,-1-1 1,0 0-1,-1 0 1,-1-1-1,-12 13 1,17-20-294,-1 0 0,0-1 0,0 0 1,0 0-1,-1-1 0,1 1 1,-1-1-1,0-1 0,0 1 0,0-1 1,-8 1-1,-1 0-2728,0-1 0,-1-1-1,-32-1 1,-7-7-10713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16.19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1579 447 11273,'5'-5'438,"-1"-1"1,0 1-1,0-1 1,0 0-1,0 0 0,-1 0 1,0 0-1,-1-1 0,1 1 1,-1-1-1,0 0 1,-1 1-1,0-1 0,0 0 1,0 0-1,-1 0 0,0 0 1,0 0-1,-1 0 1,0 0-1,-1-7 0,-4-11 690,0-1 0,-2 2 0,0-1-1,-2 1 1,-17-31 0,21 46-911,0 1 0,-1-1 0,0 2 0,0-1 0,-1 1 0,0 0 0,0 1 0,-1 0-1,0 0 1,0 1 0,0 0 0,-1 0 0,1 1 0,-1 0 0,0 1 0,-1 0 0,-17-2 0,-5 0 17,-1 1 0,0 2 0,0 2-1,-42 4 1,0 5-231,-1 3 0,2 4-1,-101 33 1,67-10-4,-161 82 0,92-21 1,153-83 0,1 0 0,0 2 0,1 0 0,-33 38 0,48-48 0,1 0 0,1 0 0,-1 1 0,2 0 0,-1 0 0,1 0 0,-5 16 0,9-23 0,0 1 0,0 0 0,0 0 0,1 0 0,-1 0 0,1 0 0,0-1 0,0 1 0,0 0 0,1 0 0,0 0 0,-1 0 0,1 0 0,0-1 0,1 1 0,-1 0 0,1-1 0,-1 1 0,1-1 0,0 1 0,0-1 0,1 0 0,-1 0 0,5 4 0,3 1 0,0-1 0,0 0 0,0 0 0,1-1 0,0-1 0,0 0 0,1-1 0,-1 0 0,19 4 0,6 0 0,72 4 0,-49-10 1,0-3 0,0-2 1,72-13-1,-36-3-14,111-36 1,-160 39-78,-1-1 0,-1-2 0,-1-2-1,56-36 1,-77 42 137,-1 0 0,-1-2 0,0 0-1,-1-1 1,0-1 0,-2 0 0,0-2 0,-2 0 0,20-32-1,-34 50-45,0 1-1,0-1 0,0 0 0,0 1 1,0-1-1,0 0 0,-1 1 0,1-1 1,-1 0-1,0-3 0,0-1 0,-1-13 0,0 19 0,1-1 0,-1 1 0,1-1 0,-1 1 0,0-1 0,0 1 0,1 0 0,-1-1 0,0 1 0,0 0 0,0 0 0,-1-1 0,1 1 0,0 0 0,0 0 0,-1 0 0,1 1 0,0-1 0,-1 0 0,-2-1 0,3 2 0,-1 0 0,1 0 0,-1 0 0,1 0 0,-1 1 0,1-1 0,-1 0 0,1 1 0,-1-1 0,1 1 0,-1-1 0,1 1 0,0-1 0,-1 1 0,1 0 0,0 0 0,-2 1 0,-4 4 0,1 1 0,-1-1 0,2 1 0,-1 1 0,-6 10 0,2-1 0,1 1 0,0 1 0,2 0 0,0 0 0,1 1 0,1-1 0,1 1 0,-3 35 0,3 13 0,6 83 0,-1-129 0,39 468 0,-2-200 0,42 330 0,-77-595 0,-1-1 0,-1 1 0,-2 0 0,0 0 0,-2 0 0,0-1 0,-12 39 0,11-50 0,0-1 0,-1 0 0,-1 0 0,0 0 0,-1-1 0,0 0 0,0 0 0,-1-1 0,-1 0 0,0 0 0,0-1 0,-1 0 0,0-1 0,0 0 0,-1 0 0,-13 6 0,-3-1 0,-1-2 0,0 0 0,-1-2 0,0-2 0,0 0 0,0-2 0,-1-1 0,-58 0 0,20-6 0,0-3 0,-122-25 0,139 20 0,2-1 0,0-3 0,0-3 0,-48-22 0,82 30-1162,2 0 0,-1-1 0,1-1 0,0 0 0,-18-21 0,20 21-122,9 9 683,1 1 103,0 0-1,0 1 1,0-1 0,1 0-1,-1 0 1,0 0 0,0 0-1,1 0 1,-1 0 0,0 0-1,1 0 1,-1-1 0,1 1-1,-1-2 1,1 1-623,1 1 0,-1-1 0,1 0 0,0 1 0,0-1 1,-1 1-1,1-1 0,0 1 0,0-1 0,0 1 0,2-2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16.93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234 453 12165,'-3'-13'1735,"2"3"-25,-1 0 1,-1 0-1,0 0 0,0 0 0,-6-11 0,-4-21 3708,13 39-3356,-3 2-1626,-2-1-373,-1 0 1,1 0-1,-1 0 0,1 1 1,-1 0-1,-7 0 0,-59 10 184,66-7-247,0 0 0,-24-4 0,12 0 0,17 2 0,0 0 0,1 0 0,-1 0 0,0-1 0,1 1 0,-1 0 0,0 0 0,0 0 0,1-1 0,-1 1 0,0 0 0,1-1 0,-1 1 0,1-1 0,-1 1 0,0-1 0,1 1 0,-1-1 0,0 0 0,1-1 0,-1 0 0,1-1 0,0 1 0,0-1 0,0 1 0,0 0 0,0-1 0,0 1 0,0 0 0,1-1 0,-1 1 0,1 0 0,0-1 0,0 1 0,0 0 0,0 0 0,0 0 0,0 0 0,0 0 0,1 0 0,-1 0 0,1 0 0,-1 0 0,5-3 0,-2 1 0,-1 1 0,2-1 0,-1 1 0,0-1 0,1 1 0,-1 0 0,1 1 0,0-1 0,0 1 0,10-3 0,-9 4 0,1 0 0,0 0 0,0 1 0,0 0 0,0 0 0,-1 1 0,1-1 0,0 2 0,0-1 0,-1 1 0,1 0 0,-1 0 0,12 6 0,-9-3 0,0 1 0,-1 0 0,0 0 0,0 1 0,0 0 0,-1 1 0,0-1 0,9 14 0,-6-6 0,0 1 0,-1 0 0,-1 0 0,-1 1 0,0 0 0,-1 1 0,-1-1 0,-1 1 0,5 37 0,-7-4 0,-2 1 0,-9 71 0,-7-43 0,15-62 0,1-18 0,0 0 0,0 0 0,0 0 0,0 0 0,0 0 0,0 0 0,0 0 0,0 0 0,0 1 0,0-1 0,0 0 0,0 0 0,0 0 0,0 0 0,1 0 0,-1 0 0,0 0 0,0 0 0,0 0 0,0 0 0,0 0 0,0 0 0,0 0 0,0 0 0,0 0 0,1 0 0,-1 0 0,0 0 0,0 0 0,0 0 0,0 0 0,0 0 0,0 0 0,0 0 0,0 0 0,1 0 0,-1 0 0,0 0 0,0 0 0,0 0 0,0 0 0,0 0 0,0 0 0,0 0 0,0 0 0,0 0 0,0 0 0,1 0 0,-1 0 0,0 0 0,0-1 0,0 1 0,0 0 0,0 0 0,0 0 0,0 0 0,0 0 0,0 0 0,10-15 0,-10 14 0,117-240 0,-74 145 0,78-129 0,-81 166 0,90-104 0,-127 160 0,0 0 0,0 0 0,0 0 0,0 0 0,0 1 0,1-1 0,-1 1 0,1 0 0,0 0 0,0 0 0,-1 0 0,1 1 0,0-1 0,1 1 0,-1 0 0,0 0 0,0 1 0,6-1 0,-6 2 0,-1 0 0,1 0 0,0 0 0,-1 0 0,1 0 0,-1 1 0,1 0 0,-1 0 0,0 0 0,1 0 0,-1 0 0,0 1 0,-1-1 0,1 1 0,0 0 0,3 5 0,-1-1 0,-1 0 0,0 1 0,0-1 0,0 1 0,-1 0 0,-1 0 0,1 0 0,-1 0 0,0 0 0,-1 0 0,0 1 0,-1-1 0,0 12 0,-1 10 0,-1 0 0,-10 40 0,-2 7-37,-40 270-1033,52-309 745,0 1 0,3-1 0,1 0 1,2 0-1,2 0 0,1-1 0,13 40 0,-15-64-1248,0 1 0,1-1-1,0-1 1,1 1-1,1-1 1,0 0 0,13 14-1,33 31-11916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18.1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237 89 11861,'11'-48'4271,"-7"18"4633,-3 19-2595,-64 384-5509,-24-1-291,27-119-396,52-222-113,-4 23 0,-7 59 0,17-98 0,1 1 0,1 0 0,0 0 0,1 0 0,1 0 0,1 0 0,0 0 0,7 20 0,-9-31 0,1-1 0,0 1 0,0-1 0,1 0 0,-1 1 0,1-1 0,0 0 0,0-1 0,0 1 0,1 0 0,-1-1 0,1 0 0,0 0 0,0 0 0,0 0 0,8 4 0,-5-5 0,-1 0 0,0 0 0,1 0 0,0-1 0,-1 0 0,1-1 0,0 1 0,-1-1 0,1-1 0,12-1 0,5-3 0,0-2 0,0 0 0,0-2 0,40-21 0,-61 28 0,68-36 0,110-81 0,-5 3 0,-146 98 0,-14 7 0,0 2 0,1 0 0,0 1 0,19-7 0,-31 14 0,0-1 0,0 1 0,0 0 0,1 1 0,-1-1 0,0 1 0,0 0 0,1 0 0,-1 1 0,0-1 0,1 1 0,-1 0 0,0 1 0,0-1 0,0 1 0,0 0 0,0 0 0,-1 1 0,7 3 0,-5-2 0,0 1 0,-1 0 0,1 0 0,-1 1 0,0 0 0,-1-1 0,1 2 0,-1-1 0,0 0 0,-1 1 0,1 0 0,4 14 0,-1 4 0,0 2 0,3 35 0,-1-4 0,-5-40 0,0 0 0,0 0 0,2 0 0,0 0 0,16 28 0,-19-40 0,1 0 0,1 0 0,-1 0 0,1-1 0,0 0 0,0 0 0,1 0 0,-1 0 0,1-1 0,0 0 0,0 0 0,1-1 0,-1 0 0,1 0 0,0 0 0,-1-1 0,14 3 0,-5-2 0,-1-1 0,1 0 0,0-1 0,0-1 0,0 0 0,0-1 0,0-1 0,-1 0 0,1-1 0,0-1 0,-1 0 0,0-1 0,21-10 0,-18 5 0,0 0 0,0 0 0,-1-2 0,-1 0 0,0-1 0,-1 0 0,0-2 0,-1 1 0,20-31 0,-11 13 0,30-63 0,-45 81 0,-2 0 0,0 0 0,0 0 0,-2-1 0,0 0 0,0 0 0,0-27 0,-3 33 0,1 2 0,-1 0 0,0 1 0,-1-1 0,0 0 0,0 1 0,-3-10 0,4 15 0,-1-1 0,0 1 0,1-1 0,-1 1 0,0 0 0,0-1 0,0 1 0,0 0 0,0 0 0,0 0 0,-1-1 0,1 1 0,0 1 0,0-1 0,-1 0 0,1 0 0,-1 0 0,1 1 0,-1-1 0,1 1 0,-1-1 0,1 1 0,-1-1 0,1 1 0,-1 0 0,0 0 0,1 0 0,-1 0 0,1 0 0,-1 0 0,0 0 0,1 1 0,-4 0 0,-6 2 0,0 1 0,0 1 0,0-1 0,0 2 0,1-1 0,0 1 0,0 1 0,0 0 0,1 1 0,0-1 0,1 2 0,0-1 0,0 1 0,-7 11 0,1-2 0,2 1 0,0 0 0,1 1 0,1 0 0,1 1 0,-11 36 0,17-47 0,0 1 0,1 0 0,1-1 0,0 1 0,0 0 0,1 0 0,1-1 0,-1 1 0,2 0 0,0 0 0,0-1 0,1 1 0,0-1 0,0 0 0,1 0 0,1 0 0,0 0 0,0-1 0,1 0 0,0 0 0,0 0 0,1-1 0,1 0 0,-1 0 0,1-1 0,0 0 0,1 0 0,0-1 0,0 0 0,0-1 0,1 0 0,-1 0 0,1-1 0,0 0 0,19 4 0,0-1-4,-1-1-1,1-2 1,55 2 0,-57-7-57,0 0-1,-1-2 1,1-2 0,-1 0 0,0-1 0,0-2 0,-1-1 0,0-1-1,0 0 1,-1-2 0,0-1 0,-1-1 0,-1-1 0,-1-1 0,0-1-1,-1-1 1,0-1 0,-2 0 0,20-27 0,2-7-92,46-81 0,-69 102 154,-1 0 1,-2 0 0,-1-1 0,11-48 0,-21 70 7,-1-1 0,-1 0 0,0 0 0,0 0 0,-1 0 0,-3-22 0,2 29 5,1 0 1,-2 1-1,1-1 1,0 0-1,-1 0 1,0 1 0,0-1-1,0 1 1,-1 0-1,1-1 1,-1 1-1,0 0 1,0 1-1,-1-1 1,1 0-1,-1 1 1,0 0-1,-6-4 1,6 4 1,-1 1 1,0 1 0,1-1-1,-1 1 1,0 0-1,0 0 1,0 0-1,0 1 1,0-1-1,0 1 1,0 0-1,0 1 1,-6 0-1,4 1-3,-1-1-1,1 1 0,0 0 1,0 1-1,0 0 0,0 0 1,-7 4-1,12-5-9,-1-1-1,0 1 1,1 0-1,-1 0 1,1 0-1,-1 0 1,1 0 0,0 1-1,0-1 1,0 1-1,0-1 1,0 1 0,1 0-1,-1 0 1,1 0-1,0 0 1,0 0 0,-1 4-1,2-5 1,0 1 1,0 0-1,0-1 0,0 1 0,1 0 0,0-1 1,-1 1-1,1 0 0,0-1 0,0 1 0,0-1 0,0 1 1,1-1-1,-1 0 0,1 1 0,0-1 0,1 2 1,4 3 18,1 0 1,-1-1-1,1 0 1,0 0-1,0 0 1,1-1-1,0-1 0,0 1 1,0-1-1,11 2 1,161 39-115,4 0 123,-144-33-64,-1 2-1,53 26 1,-78-30 17,0 0 1,0 1-1,-1 0 1,-1 1-1,0 1 1,0 0-1,10 15 1,-22-26 13,3 2-2,-1 0-1,0 0 0,0 0 1,0 1-1,-1-1 0,1 1 0,-1 0 1,0 0-1,-1 0 0,1 0 1,-1 0-1,0 0 0,1 10 1,3 17-95,20 73-523,-24-102 542,20-12-150,-18 8 228,1 0 0,-1-1 0,1 1-1,-1-1 1,1 0 0,-1-1-1,0 1 1,0 0 0,0-1 0,0 1-1,-1-1 1,5-6 0,50-59 423,125-118 1,-138 154 230,-31 25-489,-12 7-152,1 0 0,-1 0 0,1 0 1,-1 1-1,1-1 0,-1 0 0,1 1 0,-1-1 0,0 1 1,1-1-1,-1 1 0,0 0 0,1-1 0,-1 1 0,0 0 1,0 0-1,1 0 0,-1 0 0,0 0 0,0 0 0,0 0 1,0 1-1,0 1 0,1 1-11,-1 0 0,0 1 0,0-1 0,0 1 0,-1-1 0,0 1 0,0-1 0,0 1 0,-2 8 0,-9 43 0,7-43 0,-46 188-11429,49-186 4467,9 0-4430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18.27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88 76 14353,'-50'-57'5777,"30"48"-3529,3 0 3561,24 24-7034,13 9-691,-7-12-1172,14 12-3401,23 18-5996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18.5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594 3 18834,'-6'0'4085,"18"-2"-1970,-9 2-1437,4 5 3035,-4 9-2889,-3-13-351,0 7-300,-1 0 1,0 0-1,0-1 0,0 1 0,-1 0 1,0-1-1,-1 0 0,1 1 1,-2-1-1,-4 8 0,-7 20-34,-372 880-139,250-587 0,126-298-918,2 1 1,1 0-1,1 0 1,2 1-1,1 0 0,1 56 1,2-77-381,1 0 1,0 0-1,1 1 1,0-1-1,1 0 1,0 0 0,1-1-1,4 12 1,17 24-10386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18.97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73 196 11609,'-20'-7'942,"16"5"-534,-1 1-1,1-1 1,-1 0 0,1-1 0,0 1 0,0-1 0,0 1 0,-6-7 0,9 9-326,1-1 0,-1 1 1,1 0-1,-1-1 0,1 1 0,-1-1 0,1 1 0,-1-1 0,1 0 1,-1 1-1,1-1 0,0 1 0,-1-1 0,1 0 0,0 1 1,0-1-1,-1 0 0,1 1 0,0-1 0,0 0 0,0 1 0,0-1 1,0 0-1,0 1 0,0-1 0,0 0 0,0 1 0,0-1 0,0 0 1,1 1-1,-1-1 0,0 0 0,0 1 0,1-1 0,-1 0 1,0 1-1,1-1 0,-1 1 0,1-1 0,-1 0 0,0 1 0,1 0 1,-1-1-1,1 1 0,0-1 0,0 0 0,3-1 88,-1 0 0,1 0 0,0 0 0,0 0 0,0 1 0,0-1 0,8 0 0,69-12 790,107-3-1,90 10-783,-198 6-199,202-6-227,101 0-137,-372 6 414,1 0 0,-1-1 0,1 0 0,-1 0 0,18-7 0,-27 8-1,-1 0 0,0 0 0,0 0 0,0 1 0,0-1 0,0 0-1,0 0 1,-1 0 0,1 0 0,0-1 0,0 1 0,-1 0 0,2-2 0,-2 2-15,0 1 0,0-1 0,1 0 0,-1 0 0,0 1 0,1-1 0,-1 1 0,1-1 0,-1 0 0,1 1-1,-1-1 1,1 1 0,-1-1 0,1 1 0,-1-1 0,1 1 0,-1-1 0,1 1 0,0 0 0,-1-1 0,1 1 0,0 0 0,1-1 0,-3 1 0,0 0 1,0-1-1,0 1 0,0 0 0,0-1 0,0 1 0,0-1 1,0 0-1,0 1 0,0-1 0,1 0 0,-1 0 0,0 1 1,-1-3-1,2 2-4,-1 0 0,0 0 0,0 0 0,1 1 1,-1-1-1,0 0 0,0 0 0,0 1 0,0-1 0,0 0 1,0 1-1,0-1 0,-2 0 0,-3 1 18,0 1-1,0 0 1,1 0-1,-1 0 0,1 0 1,-1 1-1,1 0 1,-8 3-1,7-3-20,-21 12-63,1 0 0,0 2 0,1 1-1,1 1 1,-30 28 0,28-24-10,-6 2-160,11-8-92,-28 27 1,45-38 233,-1 0-1,1 0 0,0 0 0,0 1 0,0 0 0,1-1 0,0 1 1,0 0-1,0 0 0,-3 13 0,6-18 90,0 0 1,0 0-1,0 1 0,0-1 1,0 0-1,0 0 0,1 0 1,-1 0-1,0 0 0,1 0 1,-1 0-1,0 0 0,1-1 1,-1 1-1,1 0 0,0 0 1,-1 0-1,1 0 0,0 0 1,-1-1-1,1 1 1,0 0-1,0-1 0,0 1 1,0-1-1,-1 1 0,1-1 1,0 1-1,0-1 0,0 1 1,0-1-1,0 0 0,0 0 1,0 1-1,0-1 0,0 0 1,0 0-1,2 0 0,4 1 65,1-1-1,-1 0 0,0 0 1,0 0-1,12-3 0,40-13 1749,0-2 0,68-32 0,-124 48-1735,0 0-1,0 1 1,0 0 0,0 0-1,0 0 1,1 0 0,-1 0-1,1 0 1,-1 1 0,0 0 0,1 0-1,-1 0 1,1 0 0,-1 0-1,0 1 1,1-1 0,-1 1-1,0 0 1,1 0 0,-1 0-1,0 1 1,0-1 0,0 1 0,0 0-1,0 0 1,0 0 0,-1 0-1,1 0 1,-1 0 0,1 1-1,-1-1 1,0 1 0,3 4-1,0 2 144,-1 0 0,1 0-1,-2 1 1,0 0-1,0 0 1,0 0-1,-1 0 1,-1 0-1,1 17 1,1 16-2556,1 0 1,15 58-1,-4-65-5708,-10-27 5042,9 15-8746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19.46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162 122 12585,'0'0'163,"0"-1"1,0 0-1,1 1 0,-1-1 1,0 1-1,0-1 0,0 0 1,0 1-1,0-1 0,0 0 1,0 1-1,0-1 0,0 0 1,0 1-1,0-1 0,0 1 1,-1-1-1,1 0 0,0 1 1,0-1-1,-1 1 0,1-1 1,0 0-1,-1 1 0,1-1 1,-1 1-1,1 0 0,-1-1 1,1 1-1,-1-1 0,-18 2 4636,6 1 763,-11-2-4639,-39 6 190,26-18 1287,40-5-2099,-3 16-301,0 1 1,0-1-1,0 1 1,0 0-1,0-1 1,1 1-1,-1 0 1,0-1-1,0 1 1,0-1-1,0 1 1,0 0-1,1-1 1,-1 1-1,0 0 1,0 0-1,1-1 1,-1 1 0,0 0-1,0-1 1,1 1-1,-1 0 1,0 0-1,1 0 1,-1-1-1,0 1 1,1 0-1,-1 0 1,0 0-1,1 0 1,-1 0-1,0 0 1,1-1-1,-1 1 1,1 0-1,-1 0 1,0 0-1,1 0 1,-1 0-1,1 1 1,18 10 4,13 26-10,-26-26 5,0-1 0,-1 1 0,0 0 0,-1 0 0,-1 1 0,1-1 0,-2 1 0,0 0 0,0 0 0,0 14 0,-1-8 0,-1 1 0,-1-1 0,-1 1 0,0-1 0,-10 36 0,3-30-262,-1 0-1,-26 44 1,22-44 157,13-22 90,1-8-40,1-1 40,0 1 1,1-1-1,-1 1 0,1-1 1,0 1-1,1 0 0,-1 0 1,1 0-1,6-8 0,6-8 35,22-26-1,-13 18 12,11-12 117,1 2 1,2 1-1,1 1 1,3 3-1,0 1 1,86-51-1,-113 76-148,1 1 0,1 1 0,-1 0 0,1 0 0,0 2 0,1 0 0,-1 2 0,1-1 0,22 0 0,-32 4 0,0 0 0,-1 0 0,1 1 0,-1 0 0,1 1 0,-1-1 0,1 1 0,-1 1 0,0-1 0,0 1 0,0 0 0,0 1 0,-1 0 0,1 0 0,-1 0 0,0 1 0,0 0 0,-1 0 0,1 1 0,-1-1 0,0 1 0,-1 0 0,1 1 0,3 7 0,-3-7 0,-1 1 0,-1 0 0,0 0 0,5 14 0,-6-7 0,0-1 0,-1 1 0,-1 25 0,-13 120 0,7-119 45,-18 61 0,4-16-532,-4 24-4042,10-50-771,12-54 4064,1 0 1,0-1-1,1 1 1,-1-1-1,2 11 0,12 29-10907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19.68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270 33 16321,'-4'0'415,"0"0"-1,0 0 1,0-1-1,0 0 1,0 0-1,0 0 0,-6-3 1,-14-11 5463,19 11-4125,3 3-1647,0 1 0,0-1 0,1 0 0,-1 0 0,0 1 0,0-1 0,0 1 0,0 0 0,0 0 0,0-1 0,0 1 0,1 1 0,-1-1-1,0 0 1,0 0 0,0 1 0,0-1 0,0 1 0,0-1 0,1 1 0,-1 0 0,0 0 0,1-1 0,-1 1 0,0 1 0,1-1 0,-1 0-1,1 0 1,-1 0 0,0 3 0,-6 3 337,1 0 0,1 1 0,0 0 0,-8 12 0,-1 8-528,0 0 0,1 1 0,2 1 0,1 0 1,2 0-1,0 1 0,2 0 0,2 1 0,1-1 0,1 1 0,2 0 0,3 40 1,2-38-2799,11 39 0,6-6-6304,1-14-4540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20.01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1 197 13341,'3'-3'483,"1"1"1,0 0-1,0 0 0,1 0 0,-1 0 0,0 1 0,1-1 1,-1 1-1,0 0 0,10 0 0,50 3 2672,-20 0-1973,200-12 1376,-194 4-2098,-1-1 0,93-27 0,-133 30-275,0 0-1,0 0 1,0-1-1,-1 0 1,0 0-1,0-1 1,0 0-1,-1-1 1,0 1-1,7-9 1,-13 14-150,-1-1 0,0 1 1,0 0-1,0 0 0,1 0 0,-1-1 1,0 1-1,-1 0 0,1 0 1,0 0-1,0-1 0,0 1 0,-1 0 1,1 0-1,0 0 0,-1 0 1,0 0-1,1 0 0,-1-1 0,0 0 66,0-1-47,-1 1 1,1 0-1,0 0 0,-1 0 0,1 0 0,-1 1 0,0-1 0,0 0 0,0 1 0,0-1 0,0 1 0,0-1 0,0 1 0,0 0 0,0 0 0,0 0 0,-1 0 1,1 1-1,-1-1 0,1 0 0,0 1 0,-1 0 0,1-1 0,-1 1 0,1 0 0,-1 1 0,-2-1 0,-9 1 239,1-1 0,-1 2 0,-24 6 1,14-1-262,-1 2 0,1 0 0,1 2 0,0 1 1,1 0-1,0 2 0,0 0 0,-25 25 0,24-20-29,2 2 0,1 1 0,0 0 0,2 1 0,0 1 0,2 1 0,-14 28 0,25-44-3,0 1 0,1 0 0,1 0 0,0 1 0,0-1 0,1 1 0,0-1 0,1 1 0,0 0 0,1 0 0,0-1 0,1 1 0,1 11 0,0-15 0,0 0 0,0 1 0,1-1 0,0 0 0,0-1 0,1 1 0,0 0 0,0-1 0,0 0 0,1 0 0,0 0 0,0-1 0,1 1 0,-1-1 0,1 0 0,0-1 0,0 0 0,1 0 0,10 5 0,17 6-681,0-1 0,1-3 0,0 0-1,42 5 1,156 15-5511,-219-29 5859,151 13-7176,17-2-4834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20.55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55 202 8425,'0'0'4859,"0"-3"-2844,2-3-1389,-2 1 0,1 0-1,-1-1 1,1 1-1,-1-1 1,-1 1 0,1-1-1,-1 1 1,0 0-1,0-1 1,-1 1 0,0 0-1,0 0 1,0 0-1,-3-5 1,-4-8 685,1 0-1,0 0 1,-8-31-1,16 49-1416,0 0 0,0 0 0,0 0-1,0 0 1,0 0 0,0 0 0,0-1-1,-1 1 1,1 0 0,0 0 0,0 0-1,0 0 1,0 0 0,0-1-1,0 1 1,0 0 0,0 0 0,0 0-1,0 0 1,0-1 0,0 1 0,0 0-1,0 0 1,0 0 0,0 0-1,0 0 1,0-1 0,0 1 0,0 0-1,1 0 1,-1 0 0,0 0 0,0 0-1,0-1 1,0 1 0,0 0 0,0 0-1,0 0 1,0 0 0,1 0-1,-1 0 1,0 0 0,0 0 0,0 0-1,0-1 1,0 1 0,1 0 0,-1 0-1,0 0 1,0 0 0,0 0 0,0 0-1,0 0 1,1 0 0,-1 0-1,0 0 1,0 0 0,0 0 0,0 0-1,1 0 1,-1 0 0,0 0 0,0 0-1,0 0 1,0 1 0,0-1-1,0 0 1,1 0 0,15 11-3274,14 20-2338,-7 10-5419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20.6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11 305 13037,'-4'-33'3072,"14"21"-243,-16-6-621,-4 3-448,16-4-408,8-11-396,9 6-984,7 0-540,7-9-796,10 0-1144,10 0-3641,10 2-5464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20.8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138 118 13693,'-97'-36'3329,"76"42"-361,1-3 2036,37-6-3348,23-9-371,24 3-281,16 0-196,21 6-280,13-6-464,33 6-652,24-3-728,20 0-501,10-3-751,0-3-700,3 3-2889,-6 9-5484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21.30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878 179 9317,'-20'-17'1170,"10"10"-80,0-1 0,0 0 1,1-1-1,0 0 0,1 0 1,-13-19-1,12 17 539,1 0 0,-2 0 0,1 0-1,-22-17 1,20 19-579,9 7 568,4 7-741,11 30-486,2 0 0,2-1 0,29 45-1,75 95 972,-103-150-1328,137 190-34,-122-168 0,17 23 0,62 115 0,-96-153 0,-2 0 0,-1 1 0,-1 0 0,-1 1 0,-2 0 0,5 38 0,-12-51 0,0 0 0,-2 0 0,0 0 0,-1 0 0,-1-1 0,-1 1 0,0 0 0,-2-1 0,0 0 0,-1 0 0,-1 0 0,-10 18 0,3-12-9,0-1 0,-2-1-1,-1-1 1,0 0 0,-36 34 0,22-28-39,-2-2 0,0 0 1,-45 24-1,-18 0-262,-2-4-1,-107 35 1,-68 9-3043,46-17-2972,154-45-762,25-1-4754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8:21.4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195 82 13569,'-23'-30'2897,"6"24"-161,-3 3-480,-4 3 1464,1-6-2072,3 0 825,0 0-1597,3 0 132,0-3-2224,4 0-348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36.57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1003 207 6477,'8'-8'780,"0"0"408,0 0 4892,-14-25-1630,5 26-3672,-1 1-1,1-1 1,-1 0 0,-1 1-1,1-1 1,-1 1 0,0 0-1,0 0 1,-6-9 0,8 14-670,0 0 0,1 0 0,-1 0 0,1 0 1,-1-1-1,1 1 0,0 0 0,0 0 0,-1-1 0,1 1 1,0 0-1,0 0 0,0-1 0,0 1 0,1 0 0,-1-1 1,0 1-1,1-2 0,0 1 4,-1 1 1,0-1-1,1 1 0,-1-1 1,0 1-1,0-1 1,0 0-1,0 1 0,0-1 1,0 1-1,-1-1 1,1 1-1,0-1 0,-1-1 1,0 1-39,0 1 0,1-1 1,-1 1-1,0-1 0,0 1 0,0-1 1,0 1-1,0 0 0,-1-1 0,1 1 1,0 0-1,-1 0 0,1 0 0,-1 0 1,1 0-1,-1 0 0,1 0 0,-4-1 1,2 2-29,0-1 0,0 1 0,-1 0 0,1 0 0,0 0 1,0 0-1,0 0 0,-1 1 0,1-1 0,-5 3 1,-10 3 5,0 1 1,0 1 0,1 0 0,-26 17 0,-62 51 38,41-23-91,3 2 0,2 3 0,-95 121 0,89-89 0,4 2 0,-67 137 0,108-190 0,3 0 0,1 1 0,2 0 0,2 1 0,1 1 0,-9 79 0,19-103 0,1 1 0,0-1 0,2 0 0,0 0 0,1 0 0,0 0 0,2 0 0,6 17 0,-5-22 0,0 0 0,1 0 0,0-1 0,1 0 0,0-1 0,1 1 0,0-1 0,1-1 0,0 0 0,1 0 0,16 11 0,-9-10-71,2 0 1,-1-1-1,1 0 1,1-2-1,0-1 1,0 0-1,0-2 1,1 0-1,0-1 0,39 1 1,-7-4-395,0-2 0,0-3 0,69-13 0,-35 0-1482,-1-5 0,-1-3 0,85-37 0,-81 22-2911,90-54-1,-49 16-4783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36.79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300 22 13181,'-39'-20'3063,"38"20"-2859,0 0 1,0-1-1,-1 1 0,1 0 1,0 0-1,-1 0 0,1 0 0,0 0 1,-1 0-1,1 0 0,0 1 0,-1-1 1,1 0-1,0 1 0,0-1 1,-1 1-1,1-1 0,0 1 0,0 0 1,0 0-1,0-1 0,0 1 1,0 0-1,0 0 0,-1 1 0,-17 26 2778,17-26-2784,-3 10 655,0 1 0,1 0 0,0 0 0,1 0 1,0 0-1,-1 18 0,-3 14 512,-47 199-748,-29 171-539,63-245-2116,7-1 0,11 197-1,11-269-6720,7-1-6150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37.52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928 169 15529,'-2'-54'3089,"2"52"-2861,-1 0 1,1 1-1,-1-1 0,1 0 1,-1 1-1,0-1 1,0 1-1,1-1 0,-1 1 1,0-1-1,0 1 0,-1 0 1,1-1-1,0 1 1,0 0-1,-2-1 0,-5-6 1154,-22-35 4179,29 43-5456,0-1-1,0 0 0,0 1 0,0-1 0,0 1 1,0-1-1,0 1 0,-1 0 0,1-1 1,0 1-1,0 0 0,-1 0 0,1 0 0,0 0 1,0 0-1,-1 0 0,0 1 0,-3-1 171,-6 0-216,0 1 1,0 1 0,1 0 0,-1 0 0,1 1-1,-1 1 1,1-1 0,0 2 0,0-1 0,1 1-1,0 1 1,-16 12 0,-13 11 137,-52 53 0,83-75-195,-126 126-763,-223 292 1,344-408 519,0 1 0,1 1 0,-10 23 1,18-35 157,0-1 0,1 1 0,0-1 0,0 1 0,0 0 0,1 0 0,0 0 0,1 0 0,-1 0 0,1 0 0,1 0 0,-1 0 0,3 8 0,-3-14 70,1 0 0,-1 1 0,1-1 0,0 0 0,-1 0 0,1 0 0,0 0 0,0 0 0,0 1 0,0-2 0,0 1 0,0 0 0,0 0 0,0 0 0,0 0 0,0-1 0,0 1 0,1 0 0,-1-1 0,0 1 0,0-1 0,1 1 0,-1-1 0,0 0 0,1 0 0,-1 0 0,0 1 0,1-1 0,-1 0 0,1-1 0,-1 1 0,0 0 0,1 0 0,0-1 0,6 1-31,11-1-12,0-1 1,0-1-1,0 0 1,-1-2-1,0 0 1,23-9-1,108-56-37,-96 44 156,46-22 473,186-62 0,-264 104-452,1 1 0,0 1 1,0 1-1,0 1 1,0 1-1,35 3 0,-40 0-32,0 0 0,0 1-1,-1 1 1,1 1-1,-1 0 1,0 1 0,-1 1-1,0 1 1,17 10-1,157 115 50,-183-129-109,0 0 0,0 0-1,0-1 1,0 0 0,0-1 0,1 1-1,-1-1 1,1 0 0,-1-1 0,1 0-1,0 0 1,0 0 0,-1-1 0,1 0 0,0 0-1,0 0 1,0-1 0,0 0 0,-1-1-1,1 1 1,-1-1 0,1-1 0,-1 1-1,0-1 1,1 0 0,-1-1 0,-1 1-1,1-1 1,-1 0 0,1-1 0,5-5-1,8-10 49,-1 0-1,-1-1 0,-1-1 1,-1-1-1,-1 0 0,17-38 0,123-282 509,-63 135 387,-79 177-755,11-23 219,-22 52-388,0 0-1,0 0 1,1 0 0,-1 1-1,1-1 1,-1 0-1,1 1 1,0-1 0,-1 1-1,1-1 1,0 1-1,0 0 1,0-1-1,0 1 1,0 0 0,0 1-1,0-1 1,1 0-1,3 0 1,-5 1-11,0 0 0,0 0 0,0 0 0,0 0 0,1 0 0,-1 0 0,0 1 0,-1-1 0,1 0 0,0 1 0,0-1 0,0 0 0,0 1 0,0 0 0,0-1 0,0 1 0,-1-1 0,1 1 0,0 0 0,0 0 0,-1-1 0,1 1 0,0 0 0,-1 0 0,1 0 0,-1 0 0,1 0 0,-1 0 0,1 1 0,6 34 0,-7-35 0,4 63 0,-8 116 0,-2-33 0,6-129 0,0 0 0,2 0 0,0 0 0,0-1 0,2 1 0,10 29 0,-13-42 0,1-1 0,1 1 0,-1 0 0,1-1 0,0 1 0,0-1 0,0 0 0,0 0 0,1 0 0,-1 0 0,1-1 0,0 0 0,0 1 0,1-1 0,-1-1 0,1 1 0,-1-1 0,1 1 0,0-1 0,0-1 0,0 1 0,0-1 0,0 0 0,0 0 0,0 0 0,1-1 0,5 0 0,10 0 0,0-2 0,-1-1 0,1 0 0,38-13 0,79-37 0,-9 3 0,-99 41 0,0 1 0,52-6 0,-79 13 0,0 1 0,0-1 0,1 1 0,-1 0 0,0 0 0,0 0 0,1 1 0,-1-1 0,0 1 0,0 0 0,0 0 0,0 0 0,0 0 0,0 1 0,0-1 0,0 1 0,0-1 0,-1 1 0,1 0 0,0 0 0,2 4 0,-2-3 0,-1 1 0,0 0 0,0 0 0,0 0 0,-1 0 0,1 0 0,-1 0 0,0 1 0,0-1 0,-1 0 0,1 0 0,-1 1 0,0 8 0,-2 5 0,-1 1 0,0-1 0,-1 0 0,-1 0 0,-1-1 0,-10 24 0,-9 11-31,-2-1 0,-3-2-1,-1-1 1,-3-1 0,-1-1 0,-2-3 0,-45 40 0,53-54-215,-12 13-742,-2-3 0,-80 57 1,85-73-1757,-72 34 1,8-14-5959,27-12-3434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38.2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852 351 7625,'9'-40'1841,"-5"15"241,8-5 252,-9 25-1886,-1 1 1,1-1 0,-1-1-1,-1 1 1,3-7 0,-2-2 263,2-6 786,-1-1-1,-1 0 1,-1-1-1,-1 1 1,-4-38-1,3 42-553,1 16-903,0 0 1,0 1-1,1-1 1,-1 0-1,0 0 1,0 1-1,0-1 1,0 0-1,0 0 1,0 1-1,0-1 1,-1 0-1,1 0 1,0 1-1,0-1 1,-1 0-1,1 0 1,0 1-1,-1-1 1,1 0-1,0 1 1,-1-1-1,1 1 1,-1-1-1,1 0 1,-1 1-1,1-1 1,-1 1-1,0-1 1,1 1-1,-1 0 1,0-1-1,1 1 1,-1 0-1,0-1 1,1 1 0,-1 0-1,0 0 1,0 0-1,1-1 1,-1 1-1,0 0 1,0 0-1,1 0 1,-1 0-1,0 0 1,0 1-1,1-1 1,-1 0-1,0 0 1,0 0-1,0 1 1,-10 1 228,0 0 1,1 1-1,0 0 1,0 1-1,0 0 1,0 0-1,0 1 1,-9 7-1,-77 56 652,77-53-949,-59 49 31,2 3 1,3 3 0,4 4-1,-69 93 1,101-114-5,2 1 0,3 2 0,3 0 0,-25 67 0,46-103 0,1 1 0,1 0 0,1 1 0,1-1 0,0 1 0,2 0 0,1 0 0,0-1 0,4 30 0,-1-39 0,0 0 0,1 0 0,0 0 0,1 0 0,0-1 0,0 0 0,2 0 0,-1 0 0,1 0 0,1-1 0,0 0 0,1 0 0,-1-1 0,2 0 0,-1 0 0,1-1 0,1 0 0,13 8 0,1-2-273,1-1 0,1-1-1,0-1 1,0-2 0,1 0 0,1-2 0,43 6 0,15-3-2239,100-1 1,-20-10-5813,-1-9-5927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38.48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444 114 13181,'-14'-78'2973,"11"62"-73,-1 9 1131,-12-5-1143,16 13-2779,-1-1-1,0 1 1,1 0 0,-1-1-1,0 1 1,1 0 0,-1 0-1,1-1 1,0 1 0,-1 0-1,1 0 1,0 0 0,-1 0 0,1 0-1,0 0 1,0-1 0,-1 2-1,-27 134 2723,-4 12-824,-165 610-2007,111-320-213,63-297-1457,-1 19-3348,19-116-267,1 70 0,12-20-7027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39.2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904 243 11249,'0'-64'2283,"1"43"-85,0 1-1,-2-1 1,0 1-1,-9-39 1,9 57-2078,1 0-1,-1-1 1,-1 1 0,1 0 0,0 0 0,0 0 0,-1 0 0,1 1 0,-1-1 0,0 0 0,0 0 0,1 1 0,-1-1 0,0 1 0,0 0 0,0 0 0,-1-1 0,1 1 0,0 1-1,0-1 1,0 0 0,-1 0 0,1 1 0,0-1 0,-1 1 0,1 0 0,-1 0 0,-2 0 0,-6 0 52,0 1 0,0 0 0,0 1 0,-20 5 0,-10 8 71,0 2 0,1 2 0,1 1 0,-54 39 0,49-30-256,1 2 0,2 2-1,2 2 1,1 2-1,-36 45 1,35-33-883,2 1 0,3 2 0,-54 110 0,82-150 701,1 0 1,1 0-1,0 0 0,0 1 0,1 0 0,1-1 1,-1 18-1,3-27 153,0 1-1,0-1 1,0 0 0,0 1 0,1-1-1,-1 1 1,1-1 0,0 0 0,0 1-1,0-1 1,1 0 0,-1 0 0,1 0-1,0 0 1,-1 0 0,1 0 0,1 0-1,-1-1 1,0 1 0,1-1 0,-1 1-1,1-1 1,0 0 0,0 0 0,0 0-1,0-1 1,0 1 0,0-1 0,0 1-1,0-1 1,7 1 0,3 1-31,0-1-1,0-1 1,0 0 0,0-1 0,23-2 0,69-15 13,-71 10 111,212-49 496,79-13 2174,-54 23-951,-214 33-1588,-1-3 1,89-37 0,-117 38-56,-1 0 0,48-37-1,-49 32 226,1 1-1,40-19 0,-61 35-309,1 0-1,0 1 0,0 0 1,0 0-1,0 1 0,0 0 1,1 0-1,-1 0 0,0 1 1,0 0-1,1 1 0,-1 0 1,0 0-1,0 0 0,0 1 1,0 0-1,12 6 0,-14-6-25,-1 0 0,1 1 0,-1-1 0,0 1 0,0 1 0,0-1 0,0 0 0,0 1 0,-1 0 0,0 0 0,0 0 0,0 0 0,0 1 0,0-1 0,-1 1 0,0-1 0,0 1 0,0 0 0,-1 0 0,1 0 0,-1 0 0,0 0 0,-1 0 0,1 0 0,-1 0 0,-1 10 0,0 0-12,-2 1-1,0-1 1,-1 0 0,0 0-1,-2 0 1,1-1 0,-12 20 0,-4 2-96,-38 51 1,57-84 7,3-11-111,0 0 182,0 0-1,1 0 0,1 0 1,-1 1-1,1-1 1,4-8-1,-3 8-1,93-175-41,-45 92 93,-19 29 44,57-97 426,-80 144-406,0 2 1,1-1 0,0 1-1,1 1 1,1 0-1,0 1 1,0 0 0,19-11-1,-27 19-89,1 0-1,0 0 0,0 1 0,0 0 1,0 0-1,0 0 0,1 1 1,-1-1-1,1 2 0,-1-1 0,0 1 1,1 0-1,-1 0 0,11 2 0,-9 0 8,1 0 1,-1 1-1,1 0 0,-1 1 0,0 0 0,0 0 0,-1 1 0,1-1 0,10 11 0,-4-2 3,0 1 0,-1 0-1,-1 1 1,0 0 0,-1 1 0,-1 0 0,0 1 0,-1 0 0,7 20 0,-11-22-22,0 0 0,-1 0 0,0 1 0,-1-1 0,-1 1 0,0 0 0,-2 0 0,1 0 0,-2 0 0,0 0 0,-1 0 0,-1 0 0,0-1 0,-1 1 0,-1-1 0,0 0 0,-11 21 0,1-2 0,-1-1 0,-1 0 0,-2-2 0,-2 0 0,-32 39 0,13-26-1631,-2-2-1,-1-1 1,-79 56 0,83-71-271,-1-2 1,-1-2-1,-1-1 1,-1-2-1,-52 15 1,24-12-9948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39.51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137 144 13997,'-15'-16'1048,"12"12"-724,0 0 0,-1 0 0,1 1-1,-1-1 1,1 1 0,-1 0 0,0 0-1,0 1 1,0-1 0,-1 1 0,1 0 0,-1 0-1,1 0 1,-7-1 0,7 2 303,0-1 1,1 1 0,-1-1-1,0 0 1,1 0-1,-1 0 1,1 0 0,0-1-1,-1 1 1,-2-5-1,3 5-130,1 0 1568,1-1-246,-5-9-493,6 12-1321,0-1 0,-1 1 0,1-1 0,0 1 0,0-1 0,-1 0 0,1 1 1,0-1-1,0 1 0,0-1 0,0 1 0,0-1 0,0 0 0,0 1 0,0-1 1,0 0-1,0 1 0,0-1 0,0 1 0,1-1 0,-1 1 0,0-1 0,0 0 1,1 1-1,-1-1 0,0 1 0,1-1 0,-1 1 0,0-1 0,1 1 0,-1 0 0,1-1 1,-1 1-1,1-1 0,-1 1 0,1 0 0,-1 0 0,1-1 0,-1 1 0,1 0 1,-1 0-1,1-1 0,0 1 0,-1 0 0,1 0 0,-1 0 0,1 0 0,0 0 0,-1 0 1,1 0-1,0 0 0,1 0-16,21-5 9,0 1 1,-1 1-1,1 1 1,0 1-1,28 3 1,-5-1-98,160-4-3722,-69 0-1445,0 3-3445,-33 3-3166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39.66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465 19 12585,'0'-1'147,"0"0"-1,0 1 1,0-1 0,0 0-1,-1 0 1,1 1-1,0-1 1,0 0 0,-1 0-1,1 1 1,0-1 0,-1 0-1,1 1 1,-1-1-1,1 0 1,0 1 0,-1-1-1,0 1 1,1-1 0,-1 1-1,1-1 1,-1 1-1,0-1 1,1 1 0,-1 0-1,0-1 1,1 1 0,-1 0-1,0 0 1,0-1-1,1 1 1,-1 0 0,0 0-1,0 0 1,1 0-1,-1 0 1,0 0 0,0 0-1,0 0 1,1 0 0,-1 1-1,-1-1 1,1 1 47,0-1 0,0 1 0,-1 0 0,1-1 0,0 1 0,0 0 0,0 0 0,0 0 0,0 0 0,0 0 0,0 0 0,0 0 0,1 0 0,-1 0 0,0 1 0,1-1 0,-1 0 1,0 0-1,1 1 0,0-1 0,-1 0 0,1 1 0,0-1 0,0 1 0,-1-1 0,1 2 0,-1 30 676,-2 0 1,-1 0-1,-1-1 0,-12 38 0,-50 127 3185,49-149-3823,-122 279-2858,-9 23-1915,134-293 161,14-19-2155,6-1-5166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0.0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8 180 11069,'0'0'4482,"-1"2"-2625,0 2-1466,-1 0-1,1 0 1,0 0 0,1 0 0,-1 0 0,1 0 0,0 1 0,0-1 0,0 0 0,0 0 0,1 0 0,1 6 0,17 47 854,-13-40-764,27 61 960,46 80 0,-57-116-1219,6 9-703,1-2 0,3-2-1,1 0 1,3-2-1,76 74 1,-93-103 132,1 0 1,0-1 0,1 0 0,0-2 0,1-1 0,1 0-1,0-2 1,0-1 0,1 0 0,0-2 0,1-1 0,0-1-1,0-1 1,0-1 0,0-1 0,0-1 0,0-1-1,0-2 1,1 0 0,-1-2 0,-1-1 0,1-1 0,44-16-1,-34 7 401,-1-2 0,-1-1 0,-1-1 0,-1-2 0,-1-1 0,0-2 0,-2-1 0,-1-1 0,-1-1 0,-1-1 0,38-57 0,-26 27 630,-3-1-1,-2-2 1,-3-1-1,-3-2 1,28-101 0,-49 144-204,0 0 1,-1-1 0,-1 0 0,1-38 0,-4 54-326,0 0-1,0 0 1,-1 1-1,0-1 1,0 0 0,0 0-1,-1 1 1,1-1-1,-1 1 1,-1-1 0,1 1-1,-1 0 1,0 0 0,0 0-1,0 0 1,-1 1-1,1-1 1,-1 1 0,0 0-1,-1 0 1,-4-3-1,7 6-101,1 0-1,-1 0 0,0 0 1,1 1-1,-1-1 0,0 1 1,0-1-1,0 1 0,1 0 1,-1 0-1,0 0 0,0 0 1,0 0-1,0 0 0,1 0 1,-1 0-1,0 1 0,0-1 1,0 1-1,1 0 0,-4 1 0,-31 23 571,34-24-582,-17 17 218,1 0 1,0 1 0,2 1 0,-22 31-1,-49 96 414,50-74-1099,2 2 0,4 1 0,-31 117 0,38-112-996,-26 111-3174,43-158 421,-3 61 0,11-14-7017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0.4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311 43 10517,'-60'-31'2324,"53"29"-1722,0-1 0,0 2-1,-1-1 1,1 1 0,-1 0 0,1 0 0,-1 1-1,0 0 1,1 0 0,-16 3 0,14-1-328,1 0 0,-1 0 0,0 1 0,1 0 0,0 1 1,-1-1-1,1 2 0,-8 4 0,10-4-199,0 0 0,1 0-1,-1 0 1,1 1 0,0 0 0,0 0 0,1 0-1,0 0 1,0 1 0,0-1 0,1 1 0,0 0-1,0 0 1,1 1 0,-3 11 0,6-17-72,-1 0 0,1 0 0,0-1 0,0 1 0,0-1 0,0 1 0,0-1 1,0 1-1,0-1 0,1 1 0,-1-1 0,1 0 0,-1 0 0,1 0 0,-1 0 0,4 2 0,4 1 18,0-1-1,0 0 0,0 0 0,1-1 0,-1 0 1,1-1-1,-1 0 0,1-1 0,-1 0 0,17-1 0,27 0 162,-10 2-163,0-1-1,-1-2 1,1-3 0,0-1 0,-1-2-1,0-1 1,-1-3 0,54-22 0,16-12 49,-106 45-48,0 0 0,-1 0-1,1 0 1,0 0 0,0 1-1,0 0 1,-1 0 0,1 1-1,0-1 1,0 1 0,8 2-1,2 2-10,-1 1-1,19 9 0,-23-10-167,0 0 0,1 0 1,-1-1-1,22 5 0,-24-9 88,1 0 1,0 0-1,0 0 0,-1-1 0,1-1 0,-1 0 0,1 0 0,-1 0 0,0-1 0,0 0 0,9-5 0,-5 2 117,1 2 0,-1-1 0,15-2 1,-16 5-3,-1 0 1,1 1-1,0 1 0,0-1 1,0 2-1,0 0 1,0 0-1,0 1 0,-1 0 1,1 0-1,0 2 1,18 7-1,97 54-887,-28-13-4731,11 3-8221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4.86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 39 6301,'-6'-12'1600,"6"12"-1368,0-1 0,0 1 0,0 0 0,0-1 0,0 1 0,0 0 0,0-1 0,0 1 0,0-1 0,0 1 0,0 0 0,0-1 0,0 1 0,0 0 0,0-1 0,0 1 0,1 0 0,-1-1 0,0 1 0,0 0 0,0 0 0,0-1-1,1 1 1,-1 0 0,0-1 0,0 1 0,1 0 0,-1 0 0,1-1 0,26-3 9527,-9 3-12172,30-11-1599,-39 13-258,1 7 2342,-5-5 284,17 9-5724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5.06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0 203 9809,'0'0'4696,"0"-21"-3020,0 0-403,4 6-257,3-4-624,3 1-560,10-9-1020,-7-3-617,4 6-2771,3-3-3565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5.25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24 40 6845,'-23'9'8372,"39"-18"-8388,1-3-824,-10 0-780,6 0-2088,4 9-2341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6.1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195 43 6489,'-64'-21'1904,"37"24"152,-3-9-552,-3 0 1256,13 3-1492,0-3 2477,53 3-3757,37 3-512,14 6-728,23-3-813,17 3-2571,24 3-3617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6.36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12 7585,'34'25'1748,"-1"-22"-32,-3-3-380,14-3-232,90 0 112,-61-4-1676,1-2-744,7-3-2584,9 6-2481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7.8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1044 951 8933,'3'-5'667,"-1"1"-1,1-1 1,-1 0 0,0 1 0,0-1 0,0 0 0,-1-1 0,0 1-1,0 0 1,0 0 0,0-10 0,0 8-171,-1 5-372,0 1 0,0 0 0,0-1 0,0 1 0,0-1 0,0 1 0,0 0 0,0-1 0,0 1 0,-1 0 0,1-1-1,-1 1 1,1 0 0,-1-1 0,1 1 0,-1 0 0,0 0 0,1 0 0,-2-2 0,-21-39 2360,22 40-2405,0 0 1,0 1-1,0-1 0,0 0 1,-1 1-1,1-1 0,0 1 0,-1 0 1,1-1-1,-1 1 0,0 0 1,1 0-1,-1 0 0,0 0 1,0 0-1,0 0 0,1 1 0,-1-1 1,0 0-1,0 1 0,0 0 1,0-1-1,0 1 0,0 0 1,-3 0-1,-7-1 232,-13-1-6,1 1 1,0 1-1,0 2 0,0 0 1,0 1-1,0 2 0,1 0 1,-1 2-1,-27 11 1,-3 5-106,2 2 1,1 2-1,1 2 1,2 3 0,1 2-1,1 1 1,3 3 0,0 2-1,3 1 1,1 2 0,2 2-1,3 1 1,-46 80-1,72-111-268,1-1-1,0 2 0,1-1 0,0 1 1,-6 32-1,12-44-15,-1 1 1,1-1-1,0 0 1,0 1-1,0-1 1,1 1-1,-1-1 1,1 0-1,0 1 1,1-1-1,2 7 1,-3-8-12,1-1 1,0 1-1,-1-1 0,1 0 1,0 0-1,0 1 1,1-1-1,-1-1 1,0 1-1,1 0 1,-1 0-1,1-1 1,-1 0-1,1 1 1,0-1-1,0 0 0,0 0 1,-1-1-1,5 2 1,2-1-101,0-1-1,-1 1 1,1-2 0,0 1 0,0-1 0,0 0-1,0-1 1,0 0 0,-1 0 0,1-1 0,-1 0-1,15-8 1,9-6-450,50-36 0,-80 51 625,47-34-83,-3-3-1,0-1 1,-3-3-1,-2-1 1,68-94 0,-54 56 735,-4-2 1,74-170 0,24-181 2805,-44 110 1037,-102 322-4375,-2 13-75,-5 30-50,-24 118 25,-29 195 0,7 530-4516,54-743-999,8-49-1379,-4-60 522,14 33 0,-22-63 6258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8.4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 1684 11957,'-5'38'2330,"5"-38"-2243,0 0 0,0 1 0,0-1 0,0 0 0,0 1 0,0-1 0,0 0 0,0 1 0,1-1 1,-1 0-1,0 1 0,0-1 0,0 0 0,0 1 0,1-1 0,-1 0 0,0 0 0,0 1 0,1-1 0,-1 0 0,0 0 1,0 1-1,1-1 0,-1 0 0,0 0 0,1 0 0,-1 0 0,0 0 0,1 1 0,-1-1 0,0 0 0,1 0 1,-1 0-1,0 0 0,1 0 0,-1 0 0,0 0 0,1 0 0,-1 0 0,1 0 0,11-1 844,96-11 6202,0-10-5024,-84 15-1992,0-1-1,0 0 0,-1-2 0,0-1 0,0-1 0,32-23 0,-48 29-126,0-1 0,0 0-1,-1 0 1,0-1 0,0 0-1,0 0 1,-1 0 0,-1-1-1,1 1 1,-1-1 0,-1-1-1,0 1 1,0 0-1,0-1 1,-2 1 0,1-1-1,-1 0 1,0 1 0,-1-1-1,0 0 1,-1 0 0,0 1-1,0-1 1,-1 0 0,-1 1-1,1-1 1,-1 1 0,-1 0-1,0 0 1,-7-12 0,9 18 5,0 1 1,0 0 0,0 0 0,0 0-1,0 1 1,0-1 0,-1 0-1,1 1 1,0-1 0,-1 1 0,1 0-1,-1 0 1,0 0 0,1 0-1,-1 0 1,0 1 0,1-1 0,-1 1-1,0 0 1,0 0 0,0 0 0,1 0-1,-1 0 1,0 0 0,0 1-1,1-1 1,-1 1 0,0 0 0,1 0-1,-1 0 1,1 0 0,-1 1-1,1-1 1,-1 1 0,1-1 0,0 1-1,0 0 1,0 0 0,0 0 0,-3 3-1,-4 5 2,1 1 1,1 0-1,0 0 0,0 1 0,1 0 0,1 0 0,0 0 0,0 1 0,1 0 1,1 0-1,0 0 0,1 0 0,0 0 0,1 1 0,1 22 0,1-14-7,1 0 0,1 0 0,0 0 0,2 0 0,1-1-1,0 1 1,2-1 0,19 38 0,-19-45-116,1 0-1,0-1 1,1-1 0,0 1 0,1-2 0,1 1-1,0-1 1,0-1 0,1 0 0,0-1 0,20 10-1,-14-9-110,1-2-1,-1-1 0,1 0 0,1-1 1,-1-1-1,1-1 0,0-1 0,27 0 1,-15-3-60,-1-1 1,0-2-1,0-1 1,0-1-1,0-2 1,56-20 0,-48 11 126,0-2 0,-1-2 0,-1-1 0,58-43 0,-73 46 197,0-2 0,-1-1-1,20-25 1,130-166 446,-151 185-364,-2-2 1,0 0-1,-2-1 1,-2-1-1,0-1 0,12-41 1,-21 57-65,19-61 483,-3-1 0,20-140-1,-16-164 1706,-26-61 2609,-1 443-4782,0 1-1,0-1 1,-1 1-1,1 0 0,0 0 1,0 0-1,0-1 1,0 1-1,0 0 1,0 0-1,0 0 1,0 1-1,0-1 1,0 0-1,0 0 0,1 0 1,-2 2-1,-8 21-56,0-1 0,2 1 0,1 1-1,0 0 1,2 0 0,-3 37-1,-6 24-4,-437 1721 2,402-1653 0,-155 577 0,201-716-5,-5 22-156,2 0 1,-2 53 0,7-81 102,1-1 0,1 1 0,-1-1 0,1 1 0,1-1 0,-1 1 0,2-1 0,-1 0 0,1 0-1,0 0 1,0 0 0,1-1 0,0 1 0,1-1 0,0 0 0,8 10 0,-9-13-85,1-1-1,-1 0 1,0 1 0,1-1-1,0-1 1,0 1 0,0-1-1,0 1 1,0-1-1,0-1 1,1 1 0,-1-1-1,8 1 1,-2-1-98,-1-1 0,0 0 0,0-1 0,1 0 0,-1-1 0,17-4 0,1-3-326,-1-2 1,0-1 0,-1 0 0,27-19-1,-25 14 221,-2-2 0,0 0 0,-1-2 0,-2-1 0,0 0 0,-1-2 0,-1-1 0,-1 0 0,24-42 0,-33 48 260,-1-1 1,-1-1-1,0 0 0,-1 0 1,-2-1-1,0 0 1,-1 0-1,-2 0 0,0 0 1,-1-1-1,-1 1 1,-1-1-1,-1 1 0,-6-31 1,2 30 155,-1 1 1,-1 0-1,-1 1 1,-1-1-1,-1 2 1,-1-1-1,-1 2 0,0-1 1,-1 2-1,-20-22 1,-16-12 535,-109-86 1,47 44 66,105 89-623,0 0 0,1-1-1,0 1 1,0-1 0,0 0-1,1 0 1,0-1 0,0 1-1,-4-13 1,7 16-47,0 0 0,0 0 0,1-1 1,0 1-1,-1 0 0,1 0 0,0-1 0,0 1 0,1 0 0,-1 0 0,1 0 0,0-1 0,-1 1 1,1 0-1,1 0 0,-1 0 0,0 0 0,1 0 0,-1 1 0,1-1 0,0 0 0,0 1 1,0-1-1,0 1 0,4-3 0,7-6-245,0 0 0,1 1 0,0 1 0,1 0 0,0 1 0,1 1 0,27-10 1,122-29-3741,-31 21-1557,16 3-3284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9.26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175 134 11917,'-110'-12'2716,"93"15"213,-10 3-349,7-3 7749,53-15-9645,31 0-520,6 2-676,11-5-972,9-3-565,4-6-879,-4 6-1104,14 3-1993,13 6-5280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9.63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76 0 14829,'0'1'9929,"-4"11"-7999,0 4-1110,1-1 1,1 1-1,0-1 1,1 1 0,1 26-1,-1 20 336,-32 310-1156,20-261-3588,1 58-9059,13-123-901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49.7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44 170 13497,'-30'-88'2632,"40"76"-383,-20-6-441,3 0 900,4 0-1852,-1 3-740,28 27-10493,9 18-128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50.35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108 102 15713,'-2'-4'571,"1"0"-1,0 0 1,0 1-1,0-1 1,1 0-1,-1 0 0,1 0 1,0 0-1,0 0 1,0 0-1,0 0 1,1 0-1,0 0 0,0 0 1,0 1-1,0-1 1,3-6-1,-3 7 1314,11-17 1443,-10 18-1803,0 21-1511,-2 0 0,0 0-1,-1 1 1,-6 26 0,-21 82-26,14-83-169,-35 74 0,37-94 54,9-16-146,0 1 0,0 0 0,-3 16 0,6-26 270,0 0-1,0 0 1,0 1 0,0-1 0,0 0-1,0 0 1,0 0 0,0 0 0,0 0 0,0 0-1,0 1 1,0-1 0,0 0 0,0 0-1,0 0 1,0 0 0,0 0 0,0 1-1,0-1 1,0 0 0,0 0 0,0 0-1,0 0 1,0 0 0,1 0 0,-1 1 0,0-1-1,0 0 1,0 0 0,0 0 0,0 0-1,0 0 1,0 0 0,0 0 0,1 0-1,-1 0 1,0 0 0,0 1 0,0-1-1,0 0 1,0 0 0,0 0 0,1 0 0,-1 0-1,0 0 1,0 0 0,0 0 0,0 0-1,0 0 1,1 0 0,-1 0 0,0 0-1,0 0 1,9 1-35,0 0 1,0 0-1,0-1 0,0 0 1,0 0-1,0-1 0,-1 0 0,1-1 1,0 0-1,0 0 0,-1-1 1,1 0-1,11-6 0,76-40 245,156-107 0,8-4 1344,-257 158-1540,0 0-1,0 0 1,0 1-1,0 0 1,0-1 0,0 1-1,1 1 1,-1-1-1,0 0 1,1 1-1,-1-1 1,0 1-1,1 0 1,-1 0-1,0 0 1,1 1 0,-1-1-1,0 1 1,1 0-1,-1 0 1,0 0-1,0 0 1,0 0-1,0 1 1,0 0 0,0-1-1,0 1 1,2 3-1,-1-1-1,0 0-1,-1 1 1,1 0-1,-1 0 1,0 0-1,-1 0 1,1 0-1,-1 0 1,0 1-1,0-1 1,-1 1-1,0 0 1,0-1-1,0 1 0,0 9 1,-1 32-8,0-16 0,4 41 0,-3-64 0,0-1 0,0 1 0,1-1 0,0 0 0,1 0 0,-1 0 0,1 0 0,1 0 0,-1-1 0,9 13 0,-9-16-13,0 0-1,0 0 1,0-1 0,1 1-1,-1-1 1,0 0 0,1 0-1,0 0 1,-1 0-1,1 0 1,0-1 0,0 0-1,8 2 1,-4-2-48,1 0 0,-1-1 0,1 0 0,-1 0 0,1-1 0,10-2 0,5-3-131,1-1 0,-1-1 1,26-13-1,-50 21 192,51-25-160,-1-3 0,48-35 1,-57 35 664,2 2 1,62-29 0,-100 53-481,-1 0-1,1 0 0,0 0 0,-1 1 0,1 0 1,0 0-1,0 0 0,-1 1 0,1 0 0,8 0 1,-12 0-22,0 0 0,0 1 0,0-1 0,0 0 0,0 1 0,0-1 0,0 1 0,0 0 0,0-1 0,0 1 0,0 0 1,0-1-1,0 1 0,0 0 0,-1 0 0,1 0 0,0 0 0,0 1 0,0 0-1,0 0-1,0 1 1,0-1-1,-1 0 1,1 1-1,-1-1 1,0 1-1,0-1 1,0 0-1,0 1 1,0 4-1,-4 10-591,0 1-1,-1-1 1,0-1-1,-2 1 1,-16 31 0,15-31-343,-1 0 1,2 1 0,1-1 0,-9 34 0,15-47-2863,20 2-13990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50.51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98 58 13605,'-37'-33'2813,"30"15"-237,-9 15-556,-5 0 2848,11 15-4720,4 0-712,9 9-468,7 18-728,3-3-668,-2 0-3581,2 7-5244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50.65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459 7 13137,'-47'-6'2464,"14"18"369,-34 42 4575,40-24-5371,3 3-285,-6 3-332,0 1-280,0 5-564,0 0-576,6 0 0,-2 3 0,2 4-488,7-4-1412,1-6-716,2 0-877,-3 0-3643,14-20-7014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50.8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76 12141,'23'6'2320,"4"-18"-179,17-3-313,-11 6-436,11 0-292,6 6-256,10-6-404,14 6-372,10-6-680,16 3-872,7 3-812,7 0-3021,7 6-4264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51.14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86 112 8957,'-70'-12'12865,"70"11"-12631,0 0 0,-1 1 1,1-1-1,0 0 0,0 0 0,-1 1 0,1-1 0,0 0 1,-1 0-1,1 1 0,-1-1 0,1 0 0,-1 1 0,1-1 1,-1 1-1,1-1 0,-1 1 0,0-1 0,1 1 0,-1-1 1,-1 0-1,-3-4 875,18-2-23,22-4-523,2 1 0,-1 1 0,41-3 0,115-3-3955,-79 8 401,0 0-1512,-36 6-1497,20 1-5551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51.34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10 175 12521,'-3'15'5105,"0"-30"-2713,-1-3-332,21 9-300,17-6-324,6 6-304,13 0-284,11-3-287,10 0-497,16-3-881,11-1-323,-1 4-892,-6 0-544,6-6-296,-6 6-2633,-10 6-4448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51.47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57 11889,'26'25'4292,"8"-28"-2591,13-4-453,-10 4-332,9-6-332,11-3-644,14-6-1096,9 6-1268,14 0-2593,23 6-3972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6:59:52.71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713 169 4824,'28'-15'1557,"-23"12"2525,17-21-44,-19 20-3774,1-6 761,2 1 1,0 0-1,0 1 1,8-9-1,-13 13-659,1 0 0,-1-1 0,0 1 0,0 0 0,0 0 0,0-1 0,-1 1 0,0 0-1,0-1 1,0 1 0,-1-8 0,0 1 533,-3 13-404,-10 7-77,1-1 0,-1 2 0,1 0 0,-19 19 1,-47 56 965,35-36-578,-292 346 861,298-342-1477,2 1 1,2 2-1,3 2 0,2 1 1,-40 119-1,62-153-375,1 1 0,1-1 0,1 1 0,1-1 0,2 1-1,2 43 1,1-53-48,0 1 0,1-1 0,1 0-1,1-1 1,0 1 0,1-1 0,0 0 0,1 0-1,1-1 1,1 0 0,15 21 0,-8-17-564,0-1 0,1-1 1,0 0-1,2-1 1,-1-1-1,26 13 1,2-1-3415,83 31 0,28-1-7480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26.78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1 303 4440,'23'-82'4354,"-20"67"-3458,0 1 0,1-1 1,1 0-1,0 1 0,1 0 0,0 0 1,1 1-1,1 0 0,11-15 0,-3 8 629,-14 18 183,-1-1-1212,8-24 5514,-22 20-5474,13 7-554,0 0 0,0 0 1,0 0-1,0 0 1,-1 0-1,1 0 1,0 0-1,0 0 1,0 0-1,0 0 1,0 0-1,-1 0 1,1 0-1,0 0 1,0 0-1,0 0 0,0 0 1,-1 0-1,1 0 1,0 0-1,0 0 1,0 0-1,0-1 1,0 1-1,0 0 1,-1 0-1,1 0 1,0 0-1,0 0 1,0 0-1,0 0 0,0-1 1,0 1-1,0 0 1,0 0-1,0 0 1,0 0-1,0-1 1,0 1-1,0 0 1,0 0-1,0 0 1,0 0-1,0 0 1,0-1-1,0 1 0,0 0 1,0 0-1,0 0 1,0 0-1,0-1 1,0 1-1,0 0 1,0 0-1,0 0 1,0 0-1,0 0 1,0-1-1,0 1 0,0 0 1,1 0-1,-1 0 1,0 0-1,0 0 1,0 0-1,0 0 1,17 0-950,29 8-1251,-35-5 1299,0 1 0,0 1 0,0 0 0,19 11 0,16 17-5441,-5 2-3372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2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1 275 13425,'0'0'5777,"13"-21"-5005,0 0-164,11 0-188,23-13-372,0 7-452,10-3-604,6 0-616,1-3-469,6 0-2559,7 9-3633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27.1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73 13025,'0'0'3521,"20"-9"-2265,21-3-296,2 0-248,17 3-460,17 3-552,21 0-708,22-6-608,11 6-361,13 9-2299,13 3-3289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28.43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422 319 3680,'1'-3'855,"10"-25"785,-10 25-291,-1 0-654,-3-68 3462,3 67-1656,1-17-743,0 15-1354,0 0-1,-1 0 1,1 0-1,-2 0 0,1 0 1,-1 0-1,0 0 1,0 0-1,0 0 1,-4-9-1,1 6-308,1 0-1,-1 1 0,0 0 1,-1-1-1,0 2 0,0-1 0,-1 1 1,-12-13-1,14 17-88,1 0 0,-1 0 0,0 1 0,0 0 0,-1 0 0,1 0 0,0 0 0,-1 0 0,1 1 0,-1 0 0,0 0 0,1 0 0,-1 1 0,0 0 0,1 0 0,-1 0 0,0 0 0,1 0 0,-8 3 0,7-3-3,1 1 1,-1 1-1,0-1 1,1 1-1,-1 0 1,1 0-1,-1 0 1,1 0-1,0 1 1,0 0-1,0 0 1,0 0-1,1 0 0,-5 4 1,2 2-3,0-1 0,0 1 0,1 0 0,0 1 1,-6 16-1,8-16 3,0 0 1,1 0-1,-1 1 1,2-1-1,0 1 1,0 0-1,1-1 1,0 1-1,1-1 1,0 1-1,0 0 1,2-1-1,2 12 1,8 14-3,0 1 0,24 42 1,-32-69-1,20 36 9,41 58 0,-45-77-10,-3 1 0,0 2-1,-1-1 1,-2 2 0,21 61-1,-33-79-2,1 0-1,-2 0 1,0 0-1,0 1 1,-2-1-1,0 20 1,-1-26 1,0 0-1,-1-1 1,0 1-1,0 0 1,0-1-1,-1 0 1,0 1-1,-1-1 1,1 0-1,-1-1 1,0 1-1,0-1 1,-1 1-1,-5 4 1,-3 2-35,-1-1 0,0-1 0,0 0-1,-1-1 1,-1 0 0,1-1 0,-1-1 0,-1-1 0,-17 5-1,5-3-619,0-2 0,0 0 0,0-3 0,-47 2 0,37-12-1081,38 7 1689,1 0 0,-1 0-1,1 0 1,-1 0 0,1 0-1,-1 0 1,0 0 0,1 0-1,-1-1 1,1 1 0,-1 0-1,1 0 1,-1-1-1,1 1 1,-1 0 0,1-1-1,-1 1 1,1 0 0,-1-1-1,1 1 1,-1-1 0,1 1-1,0-1 1,-1 1 0,1-1-1,0 1 1,-1-1 0,1 1-1,0-1 1,0 1 0,0-1-1,0 0 1,-1 1 0,1-1-1,0 1 1,0-1 0,0 0-1,0 1 1,0-1 0,0 1-1,0-1 1,1 0-1,-1 1 1,0-1 0,0 1-1,0-1 1,1 1 0,-1-1-1,0 1 1,0-1 0,1 1-1,-1-1 1,1 1 0,-1-1-1,0 1 1,1-1 0,0 0-1,12-10-691,0 1 0,1 0 0,0 1-1,1 0 1,0 1 0,1 1 0,-1 0-1,1 1 1,0 1 0,23-5 0,27-2-2111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29.06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399 980 5821,'0'0'1454,"-4"0"-30,-30 2 722,17-1-949,-1 0 0,-21-3 0,35 1-1035,-1 1 0,0-1 1,1 0-1,-1 0 1,1-1-1,0 1 0,0-1 1,-1 0-1,1 0 0,0-1 1,0 1-1,1-1 0,-6-4 1,3 2-36,1-1 0,0 1 0,1-1-1,-1 0 1,1 0 0,1-1 0,-1 1 0,1-1 0,0 0 0,0 0 0,-2-8 0,4 4-14,0 0 1,0 0 0,0 0 0,2 1 0,-1-1 0,5-20-1,-5 31-104,0-1-1,1 0 0,-1 0 0,0 1 0,0-1 0,0 0 1,0 0-1,0 1 0,0-1 0,0 0 0,0 0 1,0 1-1,0-1 0,0 0 0,-1 0 0,1 1 0,0-1 1,0 0-1,-1 1 0,1-1 0,0 0 0,-1 1 0,1-1 1,-1 0-1,0 0 0,0 1-6,0 0 0,1 0 1,-1 0-1,0-1 0,0 1 0,0 1 0,0-1 1,1 0-1,-1 0 0,0 0 0,0 0 1,0 0-1,0 1 0,1-1 0,-1 0 0,0 1 1,0-1-1,-1 2 0,-5 2 6,1 1-1,-1 0 0,1 1 1,-6 6-1,-7 10-60,1 0-1,1 2 0,2 0 0,-16 31 1,28-51-30,1 0 0,0 0 1,1 0-1,-1 0 0,1 0 1,-1 0-1,1 1 0,1-1 1,-1 0-1,0 1 0,1-1 1,0 1-1,0-1 0,1 1 1,-1-1-1,1 0 0,0 1 1,0-1-1,0 0 0,1 0 1,-1 0-1,1 1 0,0-2 1,0 1-1,0 0 0,1 0 1,0-1-1,-1 1 0,1-1 1,0 0-1,1 0 0,-1 0 1,0 0-1,1 0 0,6 3 1,2 0-101,1 0 0,0 0 0,0-1 0,0 0 0,1-2 0,0 1 0,-1-2 0,1 0 0,0 0 0,16-1 0,8-1 148,1-2 0,0-2 0,-1-2 0,1-1 0,-2-2 0,1-1 0,-1-2 0,-1-2 0,0-1-1,-1-2 1,-1-1 0,47-33 0,-18 3 269,-2-3 0,-2-3-1,-3-2 1,57-73 0,175-267 1570,-256 350-1416,85-131 1825,-115 175-1704,-6 4-28,-11 10-281,0 1 1,1 1-1,1 0 0,0 1 1,1 0-1,-20 33 0,4-7-10,-144 243 535,21 16-373,127-250-341,-109 217-31,-68 143-1141,32 15-396,157-388 1442,-7 20-193,-22 108-1,40-163 297,0 1 1,1 0-1,0 0 0,-1-1 0,1 1 1,0 0-1,0 0 0,1 0 0,-1-1 1,1 1-1,-1 0 0,1 0 0,0-1 1,0 1-1,1 2 0,-1-4 7,0 0 1,-1-1-1,1 1 0,0-1 0,0 1 1,0-1-1,-1 1 0,1-1 1,0 1-1,0-1 0,0 0 0,0 1 1,0-1-1,0 0 0,0 0 0,0 0 1,0 0-1,0 0 0,0 0 0,0 0 1,0 0-1,0 0 0,0 0 1,0-1-1,-1 1 0,1 0 0,1-1 1,7-3-35,-1 0 0,0 0 0,-1-1 1,1 0-1,-1-1 0,7-6 1,2-2-22,-2-2 0,0 1 0,0-2 1,-2 0-1,0 0 0,-1-1 0,13-27 1,1-15 2,18-63 0,-32 91 73,45-150 547,-46 151-394,-8 23-160,0 0-1,0 1 0,1-1 0,1 1 1,3-8-1,-5 13-19,-1 0 0,0 0 0,1 1 1,-1-1-1,1 0 0,0 1 0,0-1 0,-1 1 0,1 0 1,0 0-1,0 0 0,0 0 0,0 0 0,1 0 1,-1 0-1,0 1 0,0-1 0,0 1 0,1-1 0,-1 1 1,0 0-1,3 0 0,28 3-680,1 1 1,-1 2-1,-1 1 1,44 16-1,-38-11-136,163 51-6149,-128-36 2469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29.18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479 0 9369,'-74'3'2248,"24"3"-360,-3 9-296,9 0-344,1 3-155,2-3-213,-2 7-252,3 2-368,6 3-472,11-3-804,6 9-717,4-3-3027,9-15-3741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29.54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164 268 6525,'53'-145'5187,"-32"89"-948,-16 40-2631,1 0 1,9-17-1,-14 31-958,-2 7-77,-8 27-39,-20 45 1,1-3-265,-54 185-2033,43-132-1442,2-34-870,12-35-902,10-17-1357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29.79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61 109 5925,'14'-71'1541,"-14"70"-1352,0-1 1,0 0-1,1 0 1,-1 0-1,0 0 1,1 1-1,-1-1 0,1 0 1,0 0-1,-1 1 1,1-1-1,0 0 0,0 1 1,0-1-1,0 1 1,1-1-1,1-2 1,1 1 340,8 1 597,3 3-783,-1 0 1,0 1-1,0 0 0,0 1 0,0 1 0,0 0 0,-1 1 1,22 10-1,-17-2-129,-1 1 0,-1 1 1,0 0-1,-1 1 1,0 0-1,-2 1 0,0 1 1,20 36-1,-22-35-178,-1 0 0,-1 0-1,-1 1 1,-1 0 0,-1 0 0,0 1 0,-2-1-1,0 1 1,-1 0 0,-1 1 0,-1-1 0,-2 0-1,0 0 1,0 1 0,-2-1 0,-1 0 0,-1-1-1,0 1 1,-2-1 0,-9 22 0,-7 6-764,-2-1 0,-3-1 0,-1-1 1,-2-2-1,-48 52 0,35-48-2970,-100 80-1,112-101 96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29.9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426 1 6893,'-63'84'1564,"36"-51"-112,-3 0-400,0-2-80,-1-7-196,1 6-144,-7 3-144,4 0-300,3-3-364,0 0-528,-1 1-408,1 2-2412,7 0-1993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0.13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4208,'104'6'1056,"-87"-9"-1816,3 0-540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0.42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272 0 10457,'0'0'1479,"0"3"-75,2 19-318,0 0 1,-2 0 0,-1-1-1,-5 40 1,-1 9-95,1-14-699,-1-2-1,-3 1 0,-2-1 1,-30 79-1,16-65-1866,-46 84-1,46-110 292,21-35 866,0 0 1,0 1 0,0 0-1,1 0 1,0 0 0,1 0-1,0 1 1,0 0 0,1-1-1,-2 18 1,3-19-32,1-5 134,0 0-1,0 0 1,0 0 0,0 0-1,0 0 1,-1 0 0,1 0-1,-1-1 1,1 1-1,-1 0 1,0 0 0,0-1-1,-1 4 1,-8 4-4068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0.63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138 53 5533,'-31'-28'1391,"25"22"821,21-12 1977,-24 34-4429,1 0 1,1 0 0,0 1 0,-8 30-1,8-23-1204,-19 43 0,7-25-1269,2 3-830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0.9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229 0 4140,'0'0'3242,"4"1"-2486,39 7 1107,-39 10-642,-4-14-1130,1-1-1,-1 0 1,0 0-1,0 1 1,0-1 0,0 0-1,-1 0 1,1 0-1,-1 1 1,0-1-1,0 0 1,0 0-1,0 0 1,-1 0-1,1 0 1,-1-1-1,1 1 1,-1 0-1,-4 4 1,-4 4 214,0 0 0,-23 18 1,17-16-220,3-3 73,0 1-1,-1-2 1,-17 10-1,-8 4 393,-40 27 238,77-48-516,3 0-121,1 1-125,-2 0-17,1-1-1,0 0 1,0 0 0,0 0 0,0 0 0,0 0-1,0 0 1,1-1 0,-1 1 0,0 0 0,1-1-1,0 1 1,-1-1 0,1 1 0,0-1-1,0 0 1,0 0 0,0 0 0,0 0 0,0 0-1,0 0 1,0 0 0,0-1 0,3 1 0,31 9-64,2-3 0,-1-1 0,57 1 0,116-9-1981,-181 1 1666,24-3-1267,59-13 0,-45 6-1501,3 4-1556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1.61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1455 36 4212,'0'0'2777,"-4"-1"-2185,-24-11 292,26 10-69,0 0-627,1 0-44,-1 0 1,0 1 0,-1-1 0,1 1-1,0-1 1,0 1 0,-1-1 0,1 1-1,0 0 1,-1 0 0,1 1 0,-1-1-1,0 0 1,1 1 0,-1-1 0,1 1 0,-1 0-1,0 0 1,1 0 0,-1 0 0,0 1-1,1-1 1,-4 2 0,2-2 2470,-24 23-1408,16 2-447,13-23-518,0 0-183,0-1-1,0 1 0,0-1 1,0 1-1,0-1 0,0 1 1,0 0-1,0-1 0,-1 1 1,1 0-1,-1 0 0,1-1 1,-1 1-1,0 0 0,0 0 1,0 0-1,0 0 0,0-1 1,0 1-1,0 0 0,-1 0 1,1 0-1,-1-1 0,1 1 1,-1 0-1,0 0 0,1-1 1,-1 1-1,-2 2 0,2 0-47,-1 0-1,1 0 0,0 0 1,0 0-1,0 0 0,0 1 1,1 5-1,-2 6 31,-2 8 61,2 1 1,0 0-1,3 35 1,-2 38 327,-7-42-230,-2-1 1,-2 1 0,-3-2-1,-2 0 1,-3-1-1,-2-1 1,-40 70-1,-13 4-434,-151 191-1,100-167-2704,-237 216 1,99-148-4293,185-160 1708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0.0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1046 881 12201,'-56'-7'803,"24"3"21,1 2 1,-1 1 0,-48 4-1,42 1 16,0 2 1,0 1-1,1 2 0,0 2 0,1 2 0,-40 18 0,41-13-555,0 2-1,2 0 1,0 3-1,1 1 1,2 1-1,0 1 1,2 2-1,1 0 1,-41 58-1,39-44-53,3 1 1,-31 65-1,47-87-179,2 1-1,0 0 1,1 0 0,2 0 0,0 1 0,1 0 0,-1 35-1,5-47-49,1 0 0,0 0-1,0 0 1,1 0 0,1-1-1,0 1 1,0 0 0,1-1-1,0 0 1,1 0 0,0 0-1,8 12 1,-7-15-49,0 0-1,0-1 1,0 1-1,0-1 1,1-1 0,0 1-1,1-1 1,-1 0-1,1-1 1,0 1 0,0-2-1,0 1 1,0-1-1,1 0 1,15 2 0,-4-2-120,-1-1 1,0-1-1,1-1 1,-1-1 0,1-1-1,21-4 1,116-34-1105,-141 36 1133,56-19-332,-2-2 0,0-4 0,-2-3 0,-1-2 0,-2-4 0,115-86 0,-149 98 596,-1 0 0,-2-2 0,0-1 0,-2-2 0,-1 0 0,-2-2 0,-1 0 0,-1-2 0,-2 0 0,-2-1 0,-1-1 0,-2 0 1,-1-1-1,13-73 0,-17 39 536,-3 1 0,-3-1 0,-4 0 1,-3 0-1,-3 0 0,-29-127 0,12 65 895,14 73 8,-23-80-1,32 141-1496,0 1 0,0-1 0,0 1 0,-1 0 0,1-1 0,0 1 0,0 0 0,0 0 1,0 0-1,0 0 0,1 0 0,-1 0 0,0 0 0,0 0 0,1 0 0,-1 0 0,-1 2 0,-2 7-2,0 1 1,1-1-1,0 0 1,0 1-1,1 0 1,-1 19-1,2 72 237,2-68-277,23 507-2022,-4-148-542,-26-131-4433,-1-117-338,9-17-3660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0.52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479 2055 10373,'2'-2'2018,"20"-38"3860,5-24-3904,10-23-1822,15-10-97,-5-2 0,-5-2-1,31-109 1,-37 67 201,20-171-1,-7-151 540,-31 275-235,-13 126 142,-5-94 0,1 157-676,-1 0-1,0 1 0,0-1 1,0 0-1,0 1 0,0-1 1,0 0-1,0 0 0,0 1 0,0-1 1,0 0-1,0 1 0,0-1 1,-1 0-1,1 1 0,0-1 1,0 0-1,-1 1 0,1-1 1,0 1-1,-1-1 0,1 0 1,-1 1-1,1-1 0,-1 1 1,1-1-1,-1 1 0,1 0 1,-1-1-1,1 1 0,-1-1 1,0 1-1,-21 13 639,15-7-530,1 0 1,0 1 0,0 0 0,0 0-1,1 0 1,-8 15 0,-23 59 464,-67 237 878,23 15-518,65-266-806,-351 1597 1126,135-470-2326,224-1148 946,-17 136-411,21-145 124,2 1 0,7 68 0,-5-95 244,1-1-1,0 0 1,1 0 0,0-1-1,0 1 1,1 0 0,0-1-1,0 0 1,1 0 0,9 12-1,-13-20 101,-1 0 0,1 0 0,0 0 0,0 0 0,0 0 0,0-1 0,0 1 0,0 0 0,0 0-1,0-1 1,0 1 0,0-1 0,0 1 0,0-1 0,0 1 0,0-1 0,1 0 0,-1 0 0,0 1-1,0-1 1,1 0 0,-1 0 0,1 0 0,25-12-437,-16 6 242,8-4-47,-1-2 0,0 0 0,-1-2 0,0 0 0,-1 0 0,-1-1 1,0-1-1,16-25 0,0-3-317,-1-2 0,28-62 1,-32 53 149,-3 0 0,26-91 0,-40 111 434,-1-1 1,-2 0-1,-2 0 0,-1-1 1,-3-54-1,-2 77 95,1 0-1,-2-1 1,0 1-1,-1 1 1,0-1-1,-1 0 0,-1 1 1,0 0-1,-1 0 1,0 1-1,-1 0 1,-11-14-1,-2 3 187,0 0 1,-1 2-1,-2 1 0,-42-28 1,43 32-55,5 5 24,0-1 0,-30-27 0,46 36-209,-1 1-1,0-1 1,1 0 0,-1 1 0,1-1 0,0 0-1,0 0 1,0-1 0,0 1 0,1 0-1,-1-1 1,1 1 0,0-1 0,0 1-1,0-1 1,0 1 0,1-1 0,-1 0 0,1 0-1,0 1 1,0-1 0,0 0 0,2-3-1,0-1-5,2 0-1,-1 0 1,1 0-1,1 0 1,-1 1-1,1 0 1,0 0-1,1 0 1,8-8-1,8-5-113,34-25 1,0 7-666,112-60-1,72-13-1687,-200 93 1986,315-122-6960,-163 81-196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1.58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471 325 5885,'9'26'4770,"-17"-38"-3129,7 10-154,7-62 1324,-4 53-2580,0 0 0,-1 0-1,-1 0 1,0 0 0,0 0 0,-1 0 0,-3-14-1,2 12-95,1 7-63,-1 0-1,1 0 0,-1 0 1,0 0-1,-1 0 0,1 0 1,-1 1-1,0-1 0,-7-8 0,2 2 73,4 5-77,0 1 0,-1-1-1,0 1 1,0 0 0,0 1 0,-1-1 0,1 1 0,-1 0-1,-1 1 1,1 0 0,-13-7 0,12 9-24,1 1 0,-1-1 0,0 1-1,1 1 1,-1 0 0,0 0 0,1 0 0,-1 0 0,0 1 0,1 1 0,-1-1 0,1 1 0,-1 0-1,-8 4 1,12-5-23,-10 4 41,2 1-1,-1 0 1,1 0-1,0 1 1,0 1-1,1 0 0,0 0 1,0 1-1,1 1 1,-9 10-1,1 1 55,1 1-1,2 0 1,-23 45-1,30-51-121,0 0 1,2 1-1,0-1 0,0 1 0,2 0 1,0 0-1,1 0 0,0 1 0,2-1 1,0 0-1,1 1 0,1-1 1,0 0-1,1 0 0,8 24 0,-6-26-264,1-1 0,0 0 0,1 0 0,1-1 0,0 0 0,1 0 0,0-1 0,1 0 0,0-1 0,1 0 0,15 12 0,5 0-2272,1-1 0,51 26 1,3-5-5506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1.8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151 432 11553,'-67'12'2252,"53"0"-360,-9-21-343,3 6-317,7-9-320,-1 3-292,17-15-232,14-19-376,7 10-316,9-3-388,14-6-412,10 0-200,10-4-297,13 1 5,4 6-48,0 0-60,0 6-1412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1.98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21 6793,'77'-18'360,"-56"27"-16,-5 4 36,4-13-8,1 3 224,-1-3-384,3-3 28,27-4-760,-30-2-2732,7 0 711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2.84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368 839 7813,'-1'-14'2104,"-2"1"1,1 0 0,-2 0 0,0 0 0,0 0-1,-10-18 1,13 30-1994,0 0 0,0 0 1,0 0-1,0 0 0,0 0 0,-1 0 0,1 0 0,0 0 0,0 1 1,-1-1-1,1 0 0,0 1 0,-1-1 0,1 1 0,-1 0 0,1-1 1,-1 1-1,1 0 0,-1 0 0,-2 0 0,-30 3 721,14 3-658,1 0 1,1 0 0,-1 2-1,1 0 1,1 1 0,-1 1-1,1 1 1,1 0 0,0 1 0,1 1-1,-24 26 1,34-34-221,1 0 0,0 1 0,0-1 1,1 1-1,-1 0 0,1-1 0,1 2 0,-1-1 1,1 0-1,-2 7 0,4-11 16,-1 0 0,1 0-1,0 0 1,0-1 0,0 1 0,0 0 0,0 0-1,0 0 1,0 0 0,1 0 0,-1 0 0,1 0-1,-1-1 1,1 1 0,0 0 0,-1 0-1,1-1 1,0 1 0,0 0 0,1-1 0,-1 1-1,0-1 1,0 1 0,1-1 0,-1 0 0,1 1-1,-1-1 1,1 0 0,-1 0 0,1 0 0,0 0-1,0-1 1,-1 1 0,1 0 0,0-1 0,2 1-1,5 1-6,-1 0 0,1-1-1,-1-1 1,1 1 0,0-1-1,-1-1 1,1 1 0,12-4-1,6-2-30,34-13-1,195-88-169,-5 3 427,-208 88-71,102-30 449,-125 40-390,1 2 1,0 0 0,0 2-1,40-1 1,-52 4-114,-1-1-1,0 1 1,0 1-1,1-1 1,-1 2 0,0-1-1,-1 1 1,1 0-1,0 1 1,-1-1-1,10 7 1,-4 1-35,0 0 1,0 1-1,-2 1 0,14 15 1,-21-23-58,0-1 1,0 0 0,1 0 0,-1 0 0,1-1-1,0 1 1,1-1 0,-1-1 0,0 1-1,1-1 1,-1 0 0,1 0 0,0 0 0,10 1-1,5-1-16,0 0 1,41-4-1,-32 1 19,347-14-152,-157-1-359,-184 11 349,0-1 0,0-2 0,-1-2 0,35-14 0,-56 16 132,1 1 0,15-13 0,-22 15 56,0 0-1,0 0 1,0 0 0,0 1-1,1 0 1,-1 0-1,1 1 1,0 0 0,0 1-1,12-2 1,141-17 139,-80 9-454,0-3 1,-1-4-1,-2-3 0,0-4 1,-1-3-1,-2-4 1,-1-2-1,82-55 0,-124 69 371,-2-3 0,0 0-1,-2-2 1,-1-1 0,-1-1-1,-1-1 1,34-51 0,-39 49 458,-12 18 103,0-1 0,11-22 0,-19 31-203,-4 9 46,-13 11-238,1 2-1,0 0 1,2 1 0,0 1 0,1 0-1,0 1 1,-11 28 0,-2 14-1060,-22 83-1,38-110-1325,1 0 0,-5 67 0,10 16-6856,3-95 5508,0-2-1385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2.9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47 197 8653,'-39'12'1510,"32"-9"2628,8-5-2835,5-4-969,0 1 0,0 0 1,0 0-1,1 0 0,0 1 0,0 0 0,0 0 0,0 0 0,0 1 1,16-4-1,12-2-63,41-6 0,-34 8 67,432-60-2017,-227 36-2239,-107 16-569,12 2-2605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3.6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916 377 8413,'4'-47'912,"-2"18"178,-1 0 0,-2-34-1,-1 48-377,1-1 0,-2 1 0,0 0 0,-1 0 0,-1 0 0,0 1 0,-1-1-1,0 1 1,-16-24 0,20 35-608,-1 0 0,1 0-1,-1 0 1,0 1 0,0-1-1,-1 1 1,1-1 0,0 1 0,-1 0-1,1 0 1,-1 1 0,0-1-1,1 1 1,-1 0 0,0 0 0,0 0-1,0 0 1,0 1 0,0-1-1,0 1 1,0 0 0,0 0 0,0 1-1,0-1 1,0 1 0,0 0-1,-5 2 1,-5 1 153,1 1-1,-1 1 0,1 0 1,0 1-1,1 0 1,-19 15-1,-7 9 175,2 2 0,1 1 0,1 2-1,2 1 1,-30 46 0,6 3 212,-64 131 0,-18 105 103,113-250-579,4 2-1,-20 124 0,35-151-204,2 0 0,3 0 1,1 1-1,2-1 0,11 62 0,-6-74-141,2 0 0,1 0 0,2-1 0,1 0 0,2-1 0,1 0 0,36 52 0,-24-46-236,2-1 0,2-2 0,2-1 0,0-1 0,3-2 0,0-2 0,2-2 0,1-1 0,2-2 0,0-1 0,1-3-1,88 31 1,-43-26-798,1-3 0,1-4-1,97 7 1,-33-14-2499,159-9 0,-39-15-3500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3.80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1926 197 11701,'-35'-126'1942,"34"120"-1579,0 0 0,0 1 1,-1-1-1,0 1 1,0-1-1,-1 1 1,1 0-1,-1 0 0,-4-5 1,1 1 475,4 7 862,4 50-562,13 85 1,1-16-546,26 432 1280,-43-473-1836,-3 0 1,-4-1-1,-3 1 1,-3-2-1,-4 0 1,-2-1-1,-4-1 1,-37 77-1,30-85-254,-2-2 0,-4 0 0,-2-3-1,-2-1 1,-3-3 0,-2-1 0,-3-2-1,-100 82 1,82-84-478,-2-4 0,-1-3 0,-3-2 1,-1-4-1,-90 31 0,55-31-1622,-2-5 0,-1-5 1,-132 14-1,33-18-4238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4.4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262 335 3076,'10'-31'1047,"-1"0"0,6-41-1,-12 58-290,-2-1-1,0 1 0,0-1 1,-1 1-1,-1-1 0,-1 1 1,-5-25-1,6 34-324,0 0 1,0 0-1,0 0 1,1 0-1,0 0 0,0-9 1,1-3 2725,-6 20-2298,-5 3-656,-1 0 1,2 1-1,-1 0 1,1 0-1,0 1 0,1 1 1,-1-1-1,2 1 0,-13 19 1,-10 20 292,3 1 0,2 1 1,2 2-1,-25 86 1,40-111-468,1 1 1,2-1 0,1 1-1,1 0 1,2 1-1,0-1 1,2 0 0,1 0-1,2 0 1,0 0 0,10 32-1,2-18-377,1 0 0,2-1-1,1-1 1,3-1 0,44 60 0,8 8-1344,-69-92 1283,1-3-654,-7-12 1026,1 0 1,0 0 0,-1-1-1,1 1 1,0 0 0,-1 0-1,1-1 1,-1 1-1,1 0 1,-1-1 0,1 1-1,-1-1 1,1 1 0,-1-1-1,1 1 1,-1-1 0,1 1-1,-1-1 1,0 1-1,1-1 1,-1 0 0,0 1-1,0-1 1,1 0 0,18-29-443,2 1 1,1 1-1,1 1 0,35-33 1,-4 13 127,70-49 1,-49 49 747,1 3-1,3 4 1,122-46 0,-138 65-133,2 2 1,0 3-1,0 3 1,92-6-1,-70 5-1323,145-40-1,-148 31 949,167-24 0,-99 33-19,154-13-953,-102 20-5273,-156 9 1431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7.2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268 10 10853,'-40'-6'2449,"40"6"-2401,0 0-1,0 0 0,0 0 1,0-1-1,0 1 0,0 0 1,0 0-1,0 0 0,0 0 1,0 0-1,0 0 0,0 0 1,0 0-1,0 0 0,0 0 1,1 0-1,-1 0 0,0 0 1,0 0-1,0 0 0,0 0 0,0 0 1,0-1-1,0 1 0,0 0 1,0 0-1,0 0 0,0 0 1,0 0-1,0 0 0,0 0 1,0 0-1,0 0 0,0 0 1,0 0-1,0 0 0,-1 0 1,1 0-1,0-1 0,22 1 2236,-18 0 1346,-3 96-2493,-1 76 4126,-22 187 0,-119 420-5262,79-443-274,49-247-1158,7-55-637,1 0 0,2 0-1,1 53 1,2-84 1500,0 0 0,1 0 0,0 0 0,-1 0 0,1 0 0,0 0 1,0-1-1,1 1 0,-1 0 0,1-1 0,-1 1 0,4 3 0,1 2-2034,8 16-7198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7.51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372 43 13025,'-8'-8'1104,"-16"-12"-480,14 13 2223,-5 0 3355,29 21-3910,-3-1-1878,130 110 1885,35 33-1058,-141-117-1035,-1 1-1,-2 2 1,52 89 0,-66-97-250,-2 0 0,-1 2 0,-2 0 0,-1 0 1,-2 1-1,6 47 0,-9-30-311,-2 0 0,-3-1 0,-2 1-1,-3 0 1,-2 0 0,-2-1 0,-2 0 0,-3 0 0,-2-1 0,-3-1-1,-1 0 1,-49 91 0,23-65-630,-5-3 0,-2-2 0,-107 116 0,-26-10-2565,-15-17-3383,80-72-1607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7.68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1179 0 13705,'-90'136'3473,"40"-82"-457,-1 1-208,-6 2-264,-10-3-443,-3 9-361,-14 4-372,-3 5-312,-7 7-404,1 2-820,6 3-824,-1-2-952,11 2-737,4-6-839,9-2-3305,17 2-6524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9.53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312 1 11705,'-7'27'2288,"-6"12"-12,-1-9-111,1 12-177,-7 3-328,0 7-212,-7 14-292,0 3-216,7 13-252,0 5-612,-4 7-716,4-1-972,-3 1-1364,-11 5-3293,4 13-5640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8.08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500 0 16578,'-94'154'3116,"71"-79"-372,-18 109 1916,21-84-2931,0 8-377,-10 16-220,3 11-232,0 13-344,-6 3-556,6 12 0,0 15-588,4 8-952,-1 13-288,-2-3-513,6-12-683,6-21-368,1-9-2565,3-13-5156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8.3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1226 363 13553,'4'-17'542,"-1"1"0,2-1 0,0 1 0,2 0 0,-1 0 1,2 0-1,0 1 0,13-19 0,-7 14-4,-5 6-149,0 0 1,1 1 0,1 1 0,0-1-1,0 2 1,21-17 0,-17 17-41,0 1-1,1 0 1,31-14 0,-37 20-271,-1 0 0,1 1 0,0 1 1,0 0-1,0 0 0,0 1 0,0 0 0,1 0 1,-1 1-1,14 2 0,-4 2-23,0 1 1,0 0 0,0 1-1,-1 2 1,0 0-1,0 1 1,-1 1 0,0 0-1,-1 1 1,0 1 0,-1 1-1,0 1 1,-1 0-1,20 24 1,-14-13-98,-2 0-1,-1 2 1,-1 1-1,-1 0 1,-2 1-1,0 0 1,-2 1-1,13 52 1,-14-28-152,-2 0 1,-2 0-1,-3 1 0,-2-1 1,-6 66-1,-6-25-298,-4 0 0,-29 102 0,13-90 216,-5-2-1,-5-1 1,-4-2-1,-5-2 1,-4-2-1,-4-3 1,-4-2-1,-4-3 1,-4-3-1,-139 135 1,90-113-295,-5-5-1,-4-5 1,-169 98 0,174-127-3096,-253 103 1,224-118-2458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38.80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888 54 11677,'-11'-15'1104,"-25"-24"10556,33 40-11424,1 1 1,-1-1-1,1 1 0,-1 0 1,1 0-1,-1-1 0,1 2 1,0-1-1,0 0 0,0 0 1,-3 5-1,3 0-87,0 0 0,0 0 0,0 0 0,1 0 0,0 14 0,-2 5 83,-7 23-48,-1-1 1,-3 0-1,-2-1 0,-2-1 0,-2-1 1,-2 0-1,-32 48 0,-23 21-95,-120 137 0,22-59-41,10-11-36,163-179-18,0 0-1,0 0 1,1 0-1,-1 0 0,1 0 1,-1 1-1,1-1 0,0 0 1,0 1-1,-1 3 0,2-5-2,0 0-1,0 0 1,0 0-1,1 0 0,-1 0 1,1 0-1,-1 0 1,1 0-1,-1-1 0,1 1 1,-1 0-1,1 0 1,0 0-1,-1 0 0,1-1 1,0 1-1,0 0 1,-1-1-1,1 1 0,0 0 1,0-1-1,0 1 0,0-1 1,0 0-1,0 1 1,0-1-1,1 1 0,4 1-82,0 0-1,0 0 1,1 0-1,-1-1 1,0 0-1,1 0 1,-1-1-1,12 0 1,61-10-823,80-27-2100,203-76 1,-212 63 611,80-26-3906,15-7-3992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40.11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118 5 11405,'-11'11'2695,"17"-18"473,3-2 865,-14 17 1257,-9 15-3708,0 0 1,-15 36-1,-13 52-2306,38-97-564,0 0-1,-3 27 0,5-18-2673,2 0-3385,0 2-5108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40.37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50 115 14757,'0'1'120,"-1"0"-1,1 0 0,-1 0 1,1 0-1,-1 0 0,0 0 1,0 0-1,1-1 1,-1 1-1,0 0 0,0 0 1,0-1-1,0 1 0,0 0 1,0-1-1,0 1 0,-2 0 1,2-1 52,0-1 0,-1 1 0,1 0-1,0-1 1,0 1 0,0-1 0,0 1 0,0-1 0,-1 1 0,1-1 0,0 0 0,0 1 0,0-1 0,0 0 0,-3-3 3048,3 3-2926,0 0 0,0-1 0,0 1 0,0 0 0,0 0 0,0-1 0,0 1 0,0 0 0,1-1 0,-1 1 0,0-1 0,1 1 0,-1-4 0,132 0 1108,-51 5-1174,95-6-614,302-11-2578,1-20-3938,-299 19 1047,5 5-3505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41.10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791 784 8777,'-5'-27'483,"3"17"-221,0-1-1,0 1 1,1-1-1,1 0 1,0 1 0,0-1-1,1 0 1,0 1-1,1-1 1,0 1 0,5-17-1,13-16 524,1 2 0,2 0 0,1 1 0,3 1 0,1 1-1,1 2 1,2 1 0,38-32 0,-35 37-458,1 1 0,2 2 0,66-37 0,-77 50-225,0 1 0,1 2 1,1 0-1,0 2 0,0 1 0,49-7 1,-65 14-76,0 0 0,0 1 1,0 0-1,1 1 1,-1 0-1,0 1 0,0 0 1,-1 1-1,1 0 1,0 1-1,18 9 0,-21-8-11,-1 0-1,0 1 1,0 0-1,0 0 1,-1 1-1,0 0 1,0 0-1,-1 0 1,0 1-1,0 0 1,0 0-1,-1 1 1,-1 0 0,8 17-1,-7-7-2,-1-1-1,0 0 1,-1 1 0,-1 0-1,-1-1 1,0 1-1,-2 0 1,0 0 0,-1 0-1,-1-1 1,-10 36 0,-5 6 14,-3 0 0,-38 73 0,-157 255 89,-31-13-73,-24 39-8,245-370-33,-164 278 16,146-238-5,-62 172 0,94-221-8,2 2 1,1-1 0,2 1 0,2 1-1,-1 42 1,6-57-5,1 0-1,1-1 1,1 0-1,0 1 1,2-1-1,1 0 1,1-1 0,1 0-1,18 38 1,-11-35-2,1-1 0,0-1 0,2 0 0,0-2 0,1 0 0,1-1 0,1 0 0,1-2 0,1-1 0,0 0 0,1-2 0,49 22 0,-8-10 5,1-3 0,1-3 1,1-3-1,70 8 0,170 15 23,16 2 36,-240-27 67,146 46 1,-206-53-55,-1 1-1,0 1 1,0 1 0,-1 1-1,0 2 1,24 19 0,-35-25-16,-2 1 1,0 0 0,0 1 0,0 0 0,-1 0 0,-1 1 0,0 0 0,0 0 0,-1 1 0,0 0-1,-1 0 1,-1 0 0,6 22 0,-8-18-13,0-1 0,0 1-1,-2-1 1,0 1 0,0-1-1,-2 1 1,0-1 0,-7 28-1,1-18 12,-1 0 0,-1 0-1,-1-2 1,-23 38-1,-6-3 56,-3-1 0,-94 94 0,-199 160 103,-20-21-42,238-195-149,14-12 22,-390 335-432,431-358 85,-91 115 1,123-133 196,1 2 0,2 1 0,2 1 0,-21 52 1,23-38-70,4 1 1,-22 99 0,-8 50-49,42-186 185,-1 0-1,-1 0 1,-1 0-1,-1-1 0,-1-1 1,-19 25-1,24-38-116,0-1 0,0 0 0,0 0-1,-1-1 1,-1 0 0,1 0 0,-19 9 0,20-12-410,-1 0 0,0-1 0,0 0 1,-9 2-1,11-4-427,1 0 0,0 0 0,-1-1-1,1 0 1,-1 0 0,-8-2 0,-17-8-8468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0:41.27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48 152 11785,'-37'-12'4136,"34"-6"-2635,-1 2 1235,4-5-2728,0-3-712,-3 6-940,3-3-989,7 0-9568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5.8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3756 179 5136,'-55'-24'532,"-82"-30"1291,66 30-989,-2 3 0,0 3-1,-1 4 1,0 3 0,-1 3 0,-140 3-1,162 10-573,0 2 0,1 3 1,1 1-1,0 3 0,1 2 0,0 3 0,1 1 0,1 3 0,2 1 0,-48 34 0,-11 17 212,3 5 0,-179 181 0,98-65-205,8 7 1,-188 286-1,175-195-43,-192 409 0,280-487-172,10 5 1,9 4-1,10 2 1,11 4-1,-46 337 0,91-429-10,6 1 0,6 0-1,6 0 1,7-1 0,40 212 0,-30-260-18,4-1 0,4-1 0,4-1 0,4-2 0,3-1 0,4-2 0,4-2 1,3-2-1,74 89 0,-58-94-26,2-3 0,4-4 0,2-2 0,3-4 0,3-4 0,2-3 0,97 48 0,-64-47-15,3-4 0,2-6-1,2-5 1,250 47 0,-187-60-104,2-8 1,0-8 0,1-9-1,312-35 1,-247-4-140,-2-12 0,464-153 0,-399 86 160,-4-15 0,-7-12-1,297-192 1,-372 188 193,-7-10-1,-6-10 0,-9-9 0,228-248 0,-333 308 23,-6-5-1,102-164 1,-132 173-54,-4-3 1,-5-3-1,42-130 1,-67 151-27,-5-1 0,-4-1 0,-5-1-1,9-142 1,-24 158-13,-4-1-1,-4 1 0,-4 0 0,-3 1 1,-40-149-1,25 148-26,-5 1 0,-3 1-1,-3 2 1,-4 2 0,-4 1 0,-2 3 0,-88-105 0,69 104 16,-3 3 1,-3 2 0,-3 5-1,-4 2 1,-1 4 0,-127-70-1,85 65-16,-3 6 0,-2 6-1,-2 4 1,-151-32-1,109 43 36,-3 7 0,-312-12-1,245 41-55,-364 44 0,-220 108-424,-201 157-1444,726-191-1675,-375 205 0,331-125-3032,338-194 6490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6.52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21 64 7997,'-20'-12'3508,"40"6"-3484,17-6-292,10 9-528,13-12-796,17 2-1000,24 10-705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06.72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5913,'37'0'2192,"-20"6"-1364,0 3-148,-4-6 0,4 6-312,-4-3-172,4-3-152,0 9-204,3-3-116,-4-3-560,1 0 128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0.30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402 833 10053,'0'0'10274,"-2"-3"-8780,-13-27 2356,14 30-3730,-3 0 101,1 0 0,0 0 0,-1 0 0,1 0 0,0 0 0,0 1 0,-1 0 0,1-1 0,-4 3 0,5-1-151,0-1 1,0 1 0,0 0-1,0 0 1,1 1-1,-1-1 1,1 0 0,-1 1-1,1-1 1,0 0-1,0 1 1,-1 4 0,-14 37 990,-15 70 0,6-16-346,-13 28-543,-167 536 667,195-626-839,9-25 0,5-12 0,7-14 0,-10 13 0,26-43-109,-3-1 0,27-67 0,29-109-430,-74 203 504,210-763-1514,-88 286 1803,-121 473-223,-2 0 45,2 0-1,1 0 1,17-34 0,-23 54-53,-1 0 0,1 1 0,-1-1 0,1 1 0,0-1 0,0 1 0,0-1 0,0 1 0,0 0 0,1 0 0,-1 0 0,1 0 0,-1 1 0,1-1 0,0 1 0,4-2 0,-5 2 9,0 1-1,0 0 1,0 0-1,-1 0 1,1 0-1,0 0 1,0 1-1,0-1 1,0 0-1,0 1 0,0 0 1,0-1-1,0 1 1,-1 0-1,1 0 1,0 0-1,-1 0 1,1 0-1,2 2 0,3 5 63,1 0-1,-1 0 1,-1 1-1,1 0 1,-1 0-1,-1 1 1,0 0-1,4 10 1,20 57-94,-2 0 0,-5 3 0,-2-1 0,-4 2 0,8 132 0,-16-15 0,-21 234 0,-37 86-946,7-96-685,27 0-66,17-392 138,6 46 1,6-27-1668,10-2-3955,3-17-4804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0.64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1165 10709,'1'-3'219,"0"1"-1,1-1 1,-1 0-1,1 1 1,0 0 0,-1-1-1,1 1 1,0 0-1,0 0 1,1 0 0,-1 0-1,0 0 1,1 1-1,-1-1 1,1 1-1,-1-1 1,1 1 0,-1 0-1,1 0 1,0 0-1,6-1 1,1-1 34,83-28 834,178-32 0,-80 22-1756,312-99-1940,-391 101 1823,-1-5 0,145-79 0,-116 42 650,142-110-1,-198 125 1480,84-85 1,-81 49 958,-48 54 117,-57 72-1149,2 0 1,0 0 0,2 2-1,-18 43 1,-36 119 402,53-142-1069,-168 618 1375,102-214-6606,81-446 4480,-18 143-4365,17-124 1416,1-1 0,3 24 1,2-26-5401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0.93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1 933 10801,'2'-3'2007,"1"-1"-1642,0 0 1,0 1 0,1-1-1,-1 1 1,1 0-1,0 0 1,0 0 0,0 0-1,1 1 1,-1 0-1,7-3 1,59-16 416,-45 14-447,16-4-274,243-73-2309,-229 64 1355,0-2-1,-2-2 1,52-33 0,-67 32 485,-1-2 0,-1-2 0,-2-1 0,-1-1 0,30-38 0,-24 20 552,-2-1 0,-2-2 0,32-63 0,-57 92 738,-1-1 1,13-48 0,-16 49-16,-6 22-784,0 0 0,0-1 0,-1 1 0,1 0 1,0 0-1,-1-1 0,1 1 0,-1 0 1,1 0-1,-1 0 0,0 0 0,0 0 0,1 0 1,-1 0-1,0 0 0,0 0 0,0 0 0,0 0 1,0 0-1,0 0 0,0 1 0,0-1 0,0 0 1,-2 0-1,0 5 55,0-1-1,0 1 1,0 0 0,1 0 0,-1 0-1,1 0 1,0 0 0,1 0 0,-3 6-1,-59 193 1836,17-48-1652,-35 79-2617,22-81-4165,16-50-1744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1.2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1 148 12485,'0'0'6289,"10"-18"-5045,16-6-252,18 15-272,6-1-408,11-2-372,12-3-692,11 0-956,10-6-752,13 6-2581,13 6-3996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1.5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50 126 10029,'2'-2'363,"-1"0"0,0 0 0,0 0 1,0 0-1,-1 0 0,1 0 0,0 0 0,-1-1 0,1 1 0,-1 0 1,0 0-1,0-1 0,0 1 0,0 0 0,-1-5 0,-9-41 4490,5 27-2858,-1 4-2065,6 17 51,0 0 0,0 0 0,-1 0 0,1 0 0,0 0 0,0 0 0,0 0 0,0 0 1,0 0-1,-1 0 0,1 0 0,0 0 0,0 0 0,0 0 0,0 0 0,0 0 0,-1 0 0,1 0 0,0 0 1,0 0-1,0 0 0,0 0 0,0 0 0,0 0 0,-1 1 0,1-1 0,0 0 0,0 0 0,0 0 0,0 0 1,0 0-1,0 0 0,0 0 0,0 1 0,0-1 0,0 0 0,-1 0 0,1 0 0,0 0 0,0 0 0,0 1 1,0-1-1,0 0 0,0 0 0,0 0 0,0 0 0,0 0 0,0 1 0,0-1 0,0 0 0,-6 43-3152,3-18 1508,-2-2-40,-6 2-4487,4-11 249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1.8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372 1 11745,'0'1'101,"1"0"-1,-1 0 1,0 0-1,1 0 1,-1 0-1,0 0 1,0 0 0,0 0-1,0 0 1,0 0-1,0 0 1,0 0-1,0 0 1,-1 0 0,1 0-1,0 0 1,0 0-1,-1 0 1,1 0-1,-1 0 1,1 0 0,-1 0-1,1-1 1,-1 1-1,0 0 1,1 0-1,-2 1 1,-5 4 1050,7-3-873,-1 1-1,1-1 1,-1 1 0,1 0-1,0-1 1,1 1-1,-1-1 1,1 1 0,-1-1-1,3 7 1,0 4 480,0 75 2730,-2-16-1475,7 43-169,-5 1 0,-5-1 0,-18 129 0,-168 572-1381,66-334-4001,101-403 2141,3-13-2873,10-25-5781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2.20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0 139 13125,'1'-5'316,"-1"0"-1,1 0 0,0 0 0,0 1 1,1-1-1,-1 0 0,1 1 1,0-1-1,1 1 0,-1-1 1,1 1-1,0 0 0,-1 0 0,2 0 1,-1 0-1,0 1 0,1-1 1,0 1-1,0 0 0,0 0 1,7-3-1,0-1 512,1 0 0,1 2 1,-1-1-1,1 2 0,14-4 1,-16 5-627,0 2 0,0-1 1,0 1-1,0 1 0,0 0 1,0 0-1,1 1 0,-1 1 1,0 0-1,20 7 0,-15-3-104,-1 0-1,0 2 1,0 0-1,-1 1 1,0 0-1,-1 1 0,0 0 1,0 2-1,15 16 1,-13-11-180,-1 0 1,-1 1 0,-1 0-1,0 1 1,-1 1 0,12 31 0,-18-36-52,-1-1 0,-1 1 0,0-1 0,-1 1 0,0 0 0,-2 0 0,1 0 0,-2 0 0,0 0 0,-1 0 0,0 0 0,-8 21 1,-3 5-291,-2 0 0,-2-1 1,-23 39-1,36-71 339,2-5 30,1 0 0,-1-1 0,1 1 0,-1 0 0,1 0 0,0 0 0,0 0 0,1 0 0,-2 6 0,7-12-42,131-101-118,48-31 352,-158 119-78,5-4 35,0 1 0,2 2 0,0 0 0,68-21 0,-92 36-96,-1 1 0,1 1 0,0-1 0,-1 1 0,1 1 0,-1 0 0,1 0 0,0 0 0,-1 1 0,10 4 0,-15-5-110,1 1 0,-1 0 1,0 0-1,0 0 1,0 0-1,0 1 1,0-1-1,0 1 1,-1-1-1,1 1 0,-1 0 1,0 0-1,0 0 1,0 1-1,0-1 1,0 0-1,-1 1 0,1-1 1,-1 1-1,0 0 1,0-1-1,-1 1 1,1 0-1,-1-1 1,1 1-1,-1 0 0,-1 6 1,0 0-618,-1 1 0,-1-1-1,1 1 1,-6 11 0,-12 22-5375,3-11-1928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2.6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208 1 6525,'0'0'5734,"0"3"-4146,2 13-661,-1 0 0,-1 0 1,0-1-1,-5 25 0,0 13 334,-56 398 3936,57-428-5056,-36 193 856,-17 101-923,43-214-563,0 112 0,14-202 440,-2 58-537,12 101 1,-7-151 345,0-1 1,2 1 0,0-1 0,1 0-1,1-1 1,1 0 0,0 0 0,2 0-1,18 26 1,-23-38 112,0-1 0,0 0 0,0 0 0,1-1 1,0 0-1,1 0 0,-1 0 0,1 0 0,0-1 0,0 0 0,0-1 0,0 0 0,1 0 1,-1 0-1,1-1 0,0 0 0,11 1 0,-10-3 7,1 1 1,0-2-1,-1 1 1,1-1-1,-1-1 1,1 0-1,-1 0 1,1-1-1,-1 0 0,0-1 1,-1 0-1,1 0 1,16-11-1,-9 3 41,0-1 0,0 0 1,-1-1-1,-1-1 0,0 0 0,-1-1 0,-1-1 0,0 0 0,11-23 0,-18 31 117,-1 0 1,-1 0-1,0-1 0,0 1 1,0-1-1,-2 0 0,1 0 0,-1 0 1,0-13-1,-2 16 30,1 1 0,-1-1 1,-1 0-1,1 0 0,-1 0 1,-1 1-1,1-1 0,-1 1 1,0 0-1,0 0 0,-1 0 0,0 0 1,0 0-1,-8-7 0,0 1 6,-1 0 0,-1 1 0,0 1 0,-1 1 0,0 0 0,0 0 0,-1 2 0,0 0 0,0 1 0,-1 0 0,1 1 0,-34-4 0,19 4-827,0 2 0,-40 1 0,37 4-3010,-55 8 1,64-6-2654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3.0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1 598 9713,'25'0'2332,"-20"0"-176,-7 3-1356,0 0 0,1 1 0,-1-1-1,1 0 1,0 0 0,0 1 0,0-1 0,0 4-1,3 0-566,2-1-1,-1 1 1,1-1 0,0-1-1,0 1 1,0 0-1,1-1 1,0 0-1,0 0 1,0 0 0,1-1-1,-1 0 1,1 0-1,0 0 1,13 5-1,9 3-452,0-2 0,47 11 0,-9-4-286,-45-10 458,0-2 0,1 0 0,-1-1 0,1-2 0,0 0 0,0-1 0,0-1 0,1-1 0,-1-2 0,-1 0 0,1-1 0,0 0 0,-1-2 0,0-1 0,0-1 0,-1 0 0,0-2 0,22-14 0,-17 8 68,-1-2-1,0 0 1,-2-2-1,0-1 1,-1 0-1,-1-2 1,-1 0-1,-2-1 1,0-1-1,-1-1 0,-2 0 1,16-39-1,110-292 5443,-138 351-5223,14-28 1095,-8 30-607,-2 18 122,-1 35-633,-3 1 1,-1-1-1,-2 1 0,-12 75 0,4-54-1270,2 89-1,7-121-530,2 34-3675,0-65 2885,-1 1 1,1-1-1,6 15 1,11 25-9177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3.41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97 10809,'0'1'130,"1"1"0,0-1 0,0 1 0,0-1 0,0 0 0,0 1 0,0-1 0,1 0 1,-1 0-1,0 0 0,1 0 0,-1 0 0,0 0 0,1 0 0,-1-1 0,1 1 0,0 0 0,-1-1 0,1 1 0,-1-1 0,1 0 0,0 1 0,-1-1 0,1 0 1,0 0-1,-1 0 0,1 0 0,0-1 0,-1 1 0,1 0 0,0-1 0,-1 1 0,1-1 0,-1 1 0,1-1 0,-1 0 0,1 1 0,-1-1 0,2-1 0,21-7 1167,4 1-87,1 2 1,41-5-1,19-3-122,2-7-514,112-20-40,-199 41-520,-5 3-17,-9 20 0,-1 0 1,-17 24-1,27-45-11,-1 1 1,1-1-1,-1 0 0,1 0 0,0 0 0,0 1 1,0-1-1,1 0 0,-1 1 0,0-1 1,1 1-1,0-1 0,-1 1 0,1-1 0,0 1 1,0-1-1,0 1 0,1-1 0,-1 1 1,1-1-1,-1 1 0,1-1 0,0 0 0,0 1 1,0-1-1,0 0 0,0 0 0,1 0 0,-1 1 1,0-1-1,1-1 0,0 1 0,-1 0 1,1 0-1,0-1 0,0 1 0,0-1 0,0 1 1,1-1-1,-1 0 0,0 0 0,3 1 1,7 3-107,0 0 0,0-1 1,0-1-1,1 0 1,0-1-1,24 2 1,-10-4 186,0-1 0,0-1 0,0-2 0,0-1 0,48-15 0,-64 17 39,0 0 0,1 1 0,-1 0-1,0 0 1,1 1 0,-1 1 0,1 0 0,-1 1-1,1 0 1,-1 0 0,0 1 0,0 1-1,0 0 1,0 0 0,0 1 0,0 1 0,-1 0-1,0 0 1,0 1 0,0 0 0,-1 1-1,16 14 1,0 2 309,26 31 0,-47-50-384,-1 0 0,0 0 0,0 0 0,-1 1 0,0-1 0,1 1 0,-1 0 0,-1-1 0,1 1 0,-1 0 0,0 0 0,0 0 0,0 0 0,-1 0 0,1 0 0,-1 1 0,0-1 0,-1 0 0,0 0 0,1 0-1,-2 0 1,-2 9 0,0-4-100,-1 0-1,0 0 0,-1 0 1,0-1-1,0 0 1,-1-1-1,0 1 0,-10 8 1,4-5-388,-2 0 0,1-1 0,-1-1 0,-1 0 0,0-1 0,-25 10 0,-106 31-6346,95-34 3163,-35 11-5194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4.9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777 169 8245,'0'-10'1584,"0"0"0,-1-1 0,-3-17 0,-1-15 3691,4 40-4438,1-1 0,-1 1-1,0 0 1,0 0 0,0 0-1,0-1 1,-3-4 0,-3-10 2553,4 4-2697,2 11 825,1 6-1081,-12 85-348,0 117-1,2-27-86,-96 529-2,105-698 0,-10 45 0,-1-1 0,-3-1 0,-31 73 0,38-105 0,-2 0 0,0 0 0,-1-1 0,-1-1 0,-1 0 0,-1 0 0,0-2 0,-1 0 0,-1 0 0,-1-1 0,-23 16 0,30-25 5,0 0 0,0-1 0,-1-1-1,1 0 1,-1 0 0,0-1 0,0 0 0,0-1 0,0 0-1,0-1 1,-1-1 0,1 1 0,-21-3 0,24 1-21,0-1 0,0 0-1,1 0 1,-1 0 0,1-1 0,0 0 0,-1 0 0,1-1-1,1 0 1,-1 0 0,1-1 0,-1 0 0,1 0 0,1 0 0,-1-1-1,1 0 1,0 0 0,0 0 0,0-1 0,-5-11 0,5 5-415,0 0 1,0-1-1,2 1 0,0-1 1,0 0-1,1 0 1,1 0-1,0 0 1,1 0-1,1 0 1,0 0-1,1 0 1,0 0-1,7-18 0,-1 4-1304,1 1 0,1 0 0,2 1 0,1 0 0,0 0-1,19-24 1,30-29-9172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5.1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141 7 13377,'-1'-1'129,"-13"-4"2804,13 6-2743,1 0-1,-1 0 1,1 0 0,0 0 0,-1 0-1,1 0 1,0 0 0,0 0-1,0 0 1,0 0 0,0 0 0,0 1-1,0-1 1,0 0 0,1 2-1,24 175 6843,2 17-771,-25-169-6261,6 54 0,-4 153 0,-38 32-3613,14-173-612,-4-1 1,-45 113 0,26-101-9273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5.4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74 783 15337,'-60'179'3033,"57"-170"-2605,0 0-1,1 0 1,0 0 0,0 0 0,1 1 0,1-1 0,0 0 0,0 1 0,0-1 0,1 0 0,1 0-1,3 15 1,-3-18-172,1 1 0,0-1-1,1 1 1,-1-1 0,1 0 0,1 0-1,-1-1 1,1 1 0,0-1-1,0 0 1,0 0 0,1 0 0,6 3-1,5 2 67,1-1-1,0-1 0,1-1 1,0 0-1,0-1 1,1-1-1,0-1 0,-1-1 1,27 1-1,24-1 47,-1-3-1,0-4 1,1-2 0,76-18-1,270-84-168,-228 48-580,341-162 0,-420 165 206,-3-4-1,-2-5 1,-4-4 0,116-105 0,-115 74 48,-92 89 104,1 0-1,-1 0 1,-1-1-1,-1 0 1,1 0 0,-2-1-1,5-15 1,-9 25 19,-1-1 0,1 1 1,-1-1-1,-1 1 0,1-1 0,-1 0 1,1 0-1,-1 1 0,-1-1 1,1 0-1,-1 0 0,0 1 0,0-1 1,0 1-1,0-1 0,-1 1 1,-2-5-1,1 4-17,0 0 0,-1 1 0,0-1 0,1 1 0,-1 0 0,-1 0 1,1 0-1,-1 1 0,1 0 0,-1 0 0,0 0 0,-7-3 0,-5-1-238,-1 1-1,0 1 0,0 0 1,0 2-1,-1 0 1,1 1-1,-28 0 0,-174 9-3639,111 6 115,4 9-3744,48-2-2672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5.80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59 290 14925,'-52'0'5547,"47"0"-3384,5 3-260,-1 8-1375,1 1-1,0-1 1,1 0 0,0 0 0,1 0 0,0 0 0,1 0 0,0 0 0,0-1 0,6 12 0,56 105 1603,-61-120-2022,24 38-89,1-2 0,2 0 1,3-2-1,1-2 0,1-1 0,3-2 1,1-1-1,52 34 0,-74-57-20,1-1 0,0-1 0,0-1 0,1 0 0,0-2 0,1 0 0,-1-1 0,1-1 0,1-2 0,25 3 0,-36-5 0,-1-1 0,1 0 0,0-1 0,-1 0 0,1-1 0,-1 0 0,1 0 0,-1-1 0,0 0 0,0-1 0,0-1 0,0 1 0,-1-1 0,0-1 0,0 0 0,0 0 0,-1-1 0,0 0 0,0 0 0,-1-1 0,0 0 0,9-12 0,-5 1-146,-1 0 0,-1 0 0,0-1 0,-2 0 0,0-1 0,-2 1 0,0-1 0,3-32 0,-1-22-925,-4-78 0,-4 120 837,-10-172-3537,-8 104-98,13 78 1245,-2 0 0,-11-25 0,-10-6-7957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5.97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436 1 13329,'-54'60'3313,"37"-3"-341,4 0-120,3 4-460,-4 2-404,-2 3-407,-8 4-325,1 8-200,-1 3-332,1-2-700,-1 5-632,1-2-924,-7-7-597,-10-9-959,-1 1-20,11 2-3117,0-9-5588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6.19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114 643 14481,'-114'-33'8125,"145"12"-6261,46-16-368,57-2-188,67-6-431,67-3-173,60 0-140,60 5-256,54-5-372,44 3-716,27 3-400,16-4-357,0 1-655,-6 3-632,-28 6-3437,-22 12-5644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6.52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1517 51 13125,'-16'-42'3016,"12"33"3864,4 11-6639,-1-1 0,0 1 0,1 0-1,-1-1 1,1 1 0,0 0 0,-1 0-1,1-1 1,0 1 0,0 3 0,2 2-47,-1-1 1,1 1 0,0-1-1,1 0 1,0 1 0,-1-1-1,2-1 1,-1 1 0,1 0-1,8 9 1,-4-4 53,71 110 1317,-5 3 1,72 169-1,-107-205-1561,-4 1-1,-5 2 1,35 173 0,-55-204-4,-3-1-1,-3 2 1,-2-1-1,-3 0 1,-3 0 0,-2 0-1,-18 78 1,4-63-383,-4-1 0,-3 0 0,-2-2 0,-4-2 0,-76 121 0,51-107-986,-4-2 1,-4-3-1,-145 135 0,99-118-805,-4-5 0,-150 90 1,-271 102-3267,212-145-4609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46.88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866 1 10721,'-44'75'3304,"-50"116"1,70-138-2343,-231 617 6355,245-641-7116,-261 919 3988,210-651-3296,-30 381-1,76-183-647,20-378-220,5 0 0,31 144-1,-24-189-153,3-1-1,2 0 0,4-2 0,55 105 0,-52-124-145,2-1 0,2-2 0,2-1 0,1-2 0,3-2 0,73 63 0,-58-62-162,2-3-1,2-2 1,2-2 0,83 36-1,-55-36-303,1-4 0,151 34 0,-96-38-545,152 9 0,142-19-1947,7-28-2962,20-21-3804,-459 31 9863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0.92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173 201 7745,'-8'-21'3075,"-18"-36"0,-1-1 2226,23 52-4664,0 0 0,0 0-1,0 0 1,-1 1 0,0-1-1,0 1 1,0 0 0,-1 1-1,1-1 1,-12-6 0,16 12-582,-1-1-1,1 0 1,0 1 0,0 0 0,0-1 0,0 1-1,0-1 1,0 1 0,0 0 0,0 0 0,0 0 0,1 0-1,-1 0 1,0-1 0,0 1 0,1 0 0,-1 1-1,0-1 1,0 1 0,1-2-52,-4 8 138,1 0 1,-1 1-1,2-1 0,-1 1 0,1-1 1,0 1-1,0 12 0,-2 72 731,3-60-584,-1 69-214,12 972 1706,57-542-856,-39-395-724,85 242 0,-82-296-200,4-1 0,75 128 0,-92-180 0,2-2 0,0 0 0,2-1 0,1-1 0,1-1 0,1-1 0,2-1 0,0-2 0,55 34 0,-61-44-21,0-2 1,1-1-1,0 0 0,0-1 0,1-2 1,-1 0-1,1-2 0,1 0 1,-1-1-1,0-2 0,0 0 0,1-2 1,-1 0-1,0-2 0,0 0 1,34-12-1,-32 7-31,-1 0-1,0-2 1,-1-1 0,0-1 0,0 0 0,-2-2-1,0 0 1,0-2 0,-2 0 0,0-2-1,-1 0 1,-1 0 0,0-2 0,19-32 0,-19 24-422,-1-2 1,-2 0 0,0 0 0,-3-1 0,0-1-1,7-44 1,-14 56 287,-2-1 1,0 1-1,-1-1 0,-2 1 0,0-1 0,-1 1 1,-1 0-1,-1-1 0,-1 1 0,-1 1 1,-9-23-1,1 14 206,0 0 0,-2 1 0,-2 0 1,0 2-1,-2 0 0,0 1 0,-2 1 1,-1 1-1,0 1 0,-2 1 0,0 1 1,-2 1-1,-48-26 0,-97-53 1898,171 97-1897,0 1 0,-1-1 0,1 0 1,0 0-1,0 1 0,0-1 0,0 0 1,0 0-1,1 0 0,-1 0 0,0 0 1,0 0-1,1 0 0,-1-1 1,0 1-1,1 0 0,-1 0 0,1 0 1,0-1-1,-1 1 0,1 0 0,0 0 1,0-1-1,0 1 0,0 0 0,0-1 1,0 1-1,0 0 0,0 0 0,0-1 1,1 1-1,-1 0 0,0-1 1,1 1-1,-1 0 0,1 0 0,0 0 1,-1 0-1,2-2 0,1-1 18,0 1 0,0 0 0,1-1-1,-1 1 1,1 0 0,0 1 0,0-1 0,0 1-1,0 0 1,5-3 0,11-2 56,0 1 0,0 1 0,0 1 0,1 1 0,26-2 0,106 6 398,-119 2-366,0 1 1,0 2 0,-1 1 0,0 2-1,-1 1 1,1 1 0,-2 2-1,37 21 1,-46-22-46,0 2 0,-1 1 1,0 0-1,-2 2 0,1 0 0,-2 1 1,-1 1-1,0 1 0,-1 0 0,-2 1 1,20 34-1,-20-22-82,0 0 0,-2 0 0,-2 2 0,-1-1 0,-1 1 0,2 36 0,2 216 0,-15-97-719,0-46-1295,16 160 1,-10-275 409,2-1 1,16 56 0,-15-68-588,0 0 1,2 0-1,13 23 1,21 16-9275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1.35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114 540 13125,'-21'-24'1077,"16"17"-571,0 1 0,-1 0 1,0 0-1,0 1 0,0-1 0,-1 1 0,1 1 1,-16-9-1,12 7 359,3 1 713,0 2 2721,11-15-1522,-4 17-2733,0 0-1,0 1 1,0-1-1,0 0 0,1 1 1,-1-1-1,0 0 1,1 1-1,-1-1 0,0 1 1,1-1-1,-1 1 1,1-1-1,-1 1 0,1-1 1,-1 1-1,1-1 1,-1 1-1,1 0 1,-1-1-1,1 1 0,0 0 1,-1-1-1,1 1 1,1 0-1,21 0 601,28 17-20,-44-14-501,30 14 308,0 2-1,57 39 0,-53-32-224,32 22-104,-3 3-1,-1 3 1,-3 2 0,81 90 0,-112-105-235,-1 2-1,-2 0 1,-1 3 0,-3 0-1,-2 2 1,-2 1 0,-3 0-1,20 64 1,-33-80 7,0-1 0,4 51 0,-11-67 94,0-1-1,-1 0 1,-1 0-1,0 0 1,-1 1-1,-1-1 1,-7 24 0,10-38 27,-1 1 0,1 0 1,-1 0-1,0-1 0,0 1 1,0 0-1,0-1 0,0 1 1,0-1-1,0 1 0,0-1 1,-1 0-1,1 1 0,0-1 1,-1 0-1,1 0 0,-1 0 1,0 0-1,1 0 1,-1 0-1,0-1 0,-2 2 1,2-2 3,1 0 0,-1 0 0,0 0 1,0-1-1,1 1 0,-1 0 1,0-1-1,0 1 0,1-1 0,-1 0 1,1 1-1,-1-1 0,1 0 1,-1 0-1,1 0 0,-1 0 0,1 0 1,0 0-1,-1-1 0,1 1 1,0 0-1,-2-3 0,-5-9 12,0 0 0,0 0 0,1 0-1,1-1 1,0 0 0,1-1 0,1 1-1,-4-23 1,-11-128 71,16 133-79,-4-85-196,13-206 1,2 244-592,3 1 0,4 0 0,39-118 0,-43 163 372,9-27-1456,55-115-1,-66 158 1185,1 1-1,0 0 1,1 1 0,0 0-1,1 1 1,1 0 0,0 1-1,1 1 1,1 0 0,-1 0-1,24-12 1,-29 20-276,0-1-1,0 1 1,1 1 0,13-4-1,40 1-6395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1.67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856 64 9625,'0'-1'138,"1"-1"1,-1 1-1,0-1 1,0 1-1,0 0 1,0-1-1,0 1 1,0-1-1,-1 1 1,1 0-1,0-1 0,-1 1 1,1 0-1,-1-1 1,1 1-1,-1 0 1,0 0-1,0 0 1,1-1-1,-1 1 1,0 0-1,-1-1 1,-1 0 299,0 0 0,0 1 0,-1-1 0,1 1 0,0 0 0,-1 0 0,-4-1 0,-19-6 1510,20 5-1509,0 1 0,0 0 1,0 0-1,0 1 1,0 0-1,-1 0 0,1 1 1,0 0-1,-10 1 0,2 1-47,0 1 0,1 1-1,-21 8 1,-7 5-56,1 2 0,1 1 0,1 2 0,1 2 0,1 2 0,1 1 0,-56 56 0,64-53-407,1 2 0,1 1 0,2 1 0,-20 38-1,12-12-821,-40 107 0,70-161 861,0 0 1,0 1 0,0-1 0,1 1 0,0-1-1,1 1 1,-1 0 0,2 10 0,-1-16 75,0 1 1,0 0 0,1-1 0,-1 1 0,1 0-1,-1-1 1,1 1 0,0-1 0,-1 1-1,1-1 1,0 0 0,0 1 0,0-1-1,0 0 1,0 1 0,1-1 0,-1 0-1,0 0 1,0 0 0,1 0 0,-1 0-1,1 0 1,-1-1 0,1 1 0,-1 0-1,1-1 1,-1 1 0,1-1 0,0 1-1,-1-1 1,1 0 0,0 0 0,-1 0 0,1 0-1,0 0 1,-1 0 0,1 0 0,-1 0-1,4-2 1,20-3 713,-1-1-1,36-13 1,-31 9-117,42-10 0,-49 16-560,0 1 0,1 1 0,-1 1 0,0 1 0,0 1 0,0 1 0,31 6 0,-35-3-742,1 0 0,-1 1 1,-1 1-1,1 1 0,22 13 0,38 31-5282,-29-14-2738,-22-16-226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1.98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93 0 12861,'-13'55'7221,"-2"26"-4960,-3 15-1728,3 8 134,13-76-542,-2 0 0,-1 0-1,-9 30 1,12-54-8,1 1 0,0-1-1,0 1 1,0 0 0,1 0-1,-1-1 1,1 1 0,0 0-1,2 8 1,-1-9 2189,2-6-1533,8-3-435,0-2 0,-1 1 1,0-2-1,0 1 0,-1-1 0,1-1 1,9-11-1,48-44 960,18-3-889,-78 63-405,-1-1-1,1 1 1,1 0 0,-1 0 0,0 1-1,1 0 1,0 0 0,-1 1 0,1 0-1,0 0 1,0 1 0,0 0 0,0 0-1,1 1 1,-1 0 0,0 1 0,0-1-1,0 2 1,0-1 0,0 1 0,10 3 0,-1 3-7,0 0 1,0 1 0,-1 1 0,-1 0 0,1 1 0,-2 1 0,18 17 0,28 36 2,37 55 0,53 50-4519,-123-145 2959,1-2 1,1 0-1,46 26 0,-54-38-854,1 0-1,1-2 0,24 7 0,-45-15 2250,63 20-9036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2.3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447 960 14317,'-7'-2'522,"-1"0"1,0 1-1,1 0 0,-1 1 0,0 0 0,0 0 0,0 0 0,1 1 0,-1 1 0,0-1 1,1 1-1,-1 0 0,-9 4 0,7-1 44,0 1-1,0 0 1,1 0-1,0 1 1,0 0 0,0 1-1,1 0 1,-9 10 0,-5 11 463,2 0 1,2 1-1,0 1 0,-24 60 1,12-18-680,-28 104-1,49-141-315,1 0 0,2 1 0,2-1-1,1 1 1,3 41 0,0-67-38,1-1 0,0 0 0,0 0 0,1 0 0,1 0 1,0 0-1,0 0 0,1-1 0,0 1 0,0-1 0,1 0 0,1 0 0,-1-1 0,12 14 0,-15-21-47,0 0 0,1 1 0,-1-1 0,0 0 0,0 0 0,1 0 0,-1-1 0,0 1 0,1 0 0,-1-1 0,0 0 0,1 1 0,-1-1 0,1 0 0,-1 0 0,1 0 0,-1-1 0,1 1 0,3-2 0,43-16-697,-44 16 660,-1 0 29,3-1-83,0 0 0,0-1 0,0 0 0,0 0 0,6-6 0,-2 0-70,-1-1 0,0 0 0,-1-1 0,8-13 0,-1 3-25,9-15-164,-1 0 1,-2-1-1,-2-2 0,26-70 0,-16 23 478,-4-2 0,-5-1 0,-3-1 0,-4-1 0,-4 0 0,-3-140 0,-45-499 5422,35 714-5418,1 17-52,-1 20-46,2-14 13,-8 124 4,13 240 0,2-232 0,1 371-1353,6 158-3964,4-508-3292,17-5-5895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3.28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180 911 3636,'-14'13'228,"8"-7"31,0-1 1,0 1-1,0-1 1,0 0 0,-1-1-1,0 0 1,0 0-1,0 0 1,-1-1 0,-9 3-1,-51 7 5438,66-13-4279,1 0-1274,0-1 0,0 0 0,0 0 0,0 1 0,0-1 0,0 0 0,1 0 0,-1 0 0,0 0 0,1 0 0,-1 0 0,1 0-1,-1 0 1,1 0 0,0 0 0,-1 0 0,1 0 0,0 0 0,0 0 0,-1-1 0,1 1 0,0 0 0,0 0 0,0 0 0,1 0 0,-1-2 0,9-31 1374,4 5-713,1 0 0,26-39 0,-2 6 320,-18 27-457,-6 12-36,-1-1 1,18-50-1,-17 31-143,-1 0-1,-3-1 1,-2 0 0,4-63-1,-11 94-413,18-216 1580,-14 174-1126,-5 51-444,-1 6-17,1 30 26,35 579 1738,-11-288-1253,-3 1110-516,-28-593-299,65-4-224,-58-834 450,8 60-411,28 112 1,-32-158 273,1 0 0,1-1 0,1 0 0,0 0 1,0 0-1,2-1 0,0-1 0,0 1 0,1-1 0,1-1 0,0 0 1,17 14-1,-25-23 57,1 0 0,0-1 0,-1 1 1,1-1-1,0 0 0,0 0 0,0 0 1,1-1-1,-1 1 0,0-1 0,1 0 0,-1 0 1,0-1-1,1 1 0,-1-1 0,1 0 1,-1 0-1,1 0 0,-1-1 0,1 0 1,-1 0-1,9-3 0,-8 2-5,0-1-1,0-1 1,0 1-1,0 0 1,-1-1-1,1 0 1,-1 0-1,0-1 1,0 1-1,-1-1 1,1 0-1,-1 1 1,0-2-1,0 1 1,-1 0-1,0-1 1,3-6-1,4-22-98,0 1 0,-3-2 0,0 1 0,-2-1 1,-2 0-1,-1 1 0,-2-1 0,-7-45 0,-3 9 55,-3 2 0,-4 0 1,-28-72-1,18 71 30,-3 0 0,-67-108 1,-100-115 49,60 97 294,113 158-206,1-1 0,1-1 0,2-1 0,3 0 0,-21-65 0,35 89-32,0-1 0,1 1 0,1-1 0,1 0 0,0 0 0,2 1-1,2-23 1,-1 26-18,1 0 0,1 0 0,0 1 0,1 0-1,0 0 1,1 0 0,1 1 0,0 0 0,0 0 0,13-14-1,-4 8-128,1 1-1,1 1 0,0 1 0,1 0 0,1 1 0,0 2 0,0 0 0,2 1 0,-1 1 0,1 0 0,1 2 0,31-7 0,14 0-1059,2 2-1,134-6 1,-105 19-593,122 16 1,-207-15 1720,29 4-215,-26-2 599,-1-1 1,1-1 0,-1 0 0,1-1 0,0-1 0,-1-1 0,21-4 0,30-9 1072,-63 15-777,-26 26-882,19-21 214,0-1 1,0 0-1,-1 0 1,1-1 0,-1 1-1,0-1 1,0 1-1,-5 2 1,-32 20-2210,-48 42-1,87-66 1820,5-4 106,304-210 1096,-170 113 697,-124 90-1265,37-27 468,0 2 0,86-41 0,-100 59-944,134-65-3249,-154 71 2935,0-1 0,18-16 0,-13 10-208,25-17-1733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3.45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50 232 7877,'0'-3'107,"1"1"52,-1-1 1,0 1-1,0 0 1,0-1-1,0 1 0,0 0 1,0-1-1,0 1 1,-1 0-1,1 0 0,-1-1 1,0 1-1,0 0 1,0 0-1,0 0 1,0 0-1,0 0 0,0 0 1,-1 0-1,1 0 1,-1 1-1,-3-4 0,3 3 637,-28-15 1137,64 4-2724,67-17 0,11-3 504,-60 14 887,79-17 0,-3 15-6430,-66 15 934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4.52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37 214 6433,'0'-1'332,"-1"0"-1,0 0 1,1-1 0,-1 1 0,0 0 0,1 0 0,0 0 0,-1-1 0,1 1 0,0 0 0,-1 0 0,1-1 0,0 1 0,0 0 0,0-1 0,0 1 0,0 0 0,1-1 0,-1 1 0,0 0 0,0 0-1,2-2 1,8-9 3085,-11-1-2441,0 1-1,-1 0 0,0 0 0,-1 0 1,-1 0-1,0 1 0,0-1 1,-1 1-1,-11-18 0,15 26 469,1-30 2630,13 91-4067,36 104 1,-2-15-11,-8 37 3,17 213 0,-49-342 0,50 497 0,78 529 0,-127-1040 0,76 373 0,-35-199 0,-5-5 0,-38-189 0,-4-11 0,0 0 0,1 0 0,8 17 0,-8-21 0,-7-12 0,-8-17 0,-4-20-177,3-1 0,1-1 0,2-1 0,-6-72 0,6 42-4506,2 10-5960,9 44-2929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5.18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4560 94 6065,'16'-30'9861,"-17"28"-8337,0-2-1000,-1 0 0,0 0 1,0 0-1,0 0 0,0 1 0,-1-1 0,1 1 0,-1-1 0,0 1 0,0 0 0,0 0 0,0 1 0,-4-4 0,1 4-317,1 0 0,0 1 0,0-1-1,-1 1 1,1 0 0,0 0-1,-1 1 1,1-1 0,-1 1-1,-8 1 1,-83 9 552,1 3 0,-100 29 0,3-1-499,-1597 312-579,257 21-2806,1345-327 2136,-184 57-4957,369-103 3945,7-5-2009,9-5 2216,-7 5 216,31-21-5274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6.03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 1397 6517,'-4'-9'912,"-2"-6"-362,6 5 9887,5 9-9683,861-217 2001,-463 108-2513,983-221 167,-1345 322-397,723-173 283,-13-36 1903,-638 180-1396,-1-5 0,174-94 0,-264 124-681,0 0-33,44-20-1,-50 25-167,-2 1 619,-8 6 3640,3 30-3833,42 191-346,-30-113 0,31 235 0,-27 7 0,-21 107 0,-27 0 0,-10-66 83,4-70-507,9-130-2131,3-31-1843,10-1-5528,11-63-2637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6.91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63 8829,'5'-7'1391,"1"1"0,-1-1 0,1 1 0,0-1 1,1 2-1,0-1 0,0 1 0,15-9 4299,-18 27-4326,54 280 4055,-48-235-5083,11 117-336,-3-20 0,54 439 38,-35-264-292,-3-70-4289,13-7-8198,-20-144 458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8.6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36 160 5489,'-2'-1'286,"0"0"0,0 0 1,0 0-1,0 0 0,0-1 1,0 1-1,0-1 0,1 1 1,-1-1-1,1 0 0,-1 1 1,1-1-1,-1 0 0,1 0 1,0 0-1,0 0 0,0 0 1,0-1-1,0 1 0,1 0 1,-1 0-1,1-1 0,-1 1 1,1-4-1,0-54 5083,0 57-3778,-3-29 1118,7 24-3199,3-1 2334,-1 28 18,8 56-729,3-1-1,43 115 1,211 465-54,-232-572-2639,58 91 1,-63-121-935,44 51-1,-67-90 650,1 0-1,0 0 1,1-2-1,19 16 1,14 1-7845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8.92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 1 11309,'-1'1'518,"1"0"1,-1 1-1,1-1 1,-1 1-1,1-1 0,0 1 1,-1-1-1,1 1 1,0-1-1,0 1 1,0-1-1,0 1 0,0-1 1,1 1-1,-1-1 1,1 3-1,14 24 2288,-4-15-2960,1 0 0,17 14 0,-16-15 1202,174 153 539,105 103-794,87 182-528,-315-360-453,-3 3 0,-5 3 0,56 131-1,-89-170 14,-3 1 0,-2 1 0,12 77 0,-24-97 71,-1 0 1,-2 0 0,-2 0 0,-2 0-1,-1 1 1,-9 44 0,5-59-63,-1-1 0,-1 0 0,0-1 0,-2 0 0,-1 0 0,-1-1 0,-1 0 0,-1-1 0,-1-1 0,0 0 0,-2-1 0,0-1 0,-1-1 0,-1 0 0,0-1 0,-1-1 0,-1-1 0,-28 14 0,38-22-177,-1-1 0,0-1 0,-1 0 0,1-1 0,-1 0 0,-17 1 0,22-3-300,0-1 0,0 0 0,1 0 0,-1-1 0,0 0 0,1 0-1,-1-1 1,1 0 0,-1 0 0,1-1 0,-12-5 0,-13-17-7084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1:59.5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302 1184 8101,'-52'41'6174,"3"0"-3848,27-18-2069,1 1 1,1 1-1,2 0 1,0 2-1,2 0 1,0 1-1,2 0 1,2 2-1,0-1 1,2 1-1,-8 40 0,15-23-489,2-46 225,1 1 0,0-1 0,0 1 0,0-1 0,0 1 0,1-1-1,-1 1 1,0-1 0,1 1 0,-1-1 0,1 1 0,-1-1 0,1 1 0,0-1-1,-1 0 1,1 1 0,0-1 0,0 0 0,0 0 0,0 0 0,0 1 0,0-1-1,1 0 1,-1-1 0,0 1 0,1 0 0,-1 0 0,3 1 0,2-3 8,-1 1 0,0-1 0,1-1 0,-1 1 1,0-1-1,1 0 0,-1 0 0,6-4 0,-1 2 11,81-38 195,-48 20 18,1 3-1,47-14 1,327-59 686,-329 75-812,-46 7-169,-1-2 0,0-2 0,47-21 0,-84 32 62,1 1 1,-1-1 0,1 0 0,-1-1 0,0 1 0,0-1 0,0 0 0,-1-1-1,1 1 1,-1-1 0,0 1 0,0-1 0,-1 0 0,0-1 0,1 1 0,-2-1 0,1 1-1,-1-1 1,0 0 0,0 0 0,0 0 0,-1 0 0,0 0 0,1-11 0,-3 6 93,-1 1 0,0 0 0,0-1 0,-1 1 1,0 0-1,-1 1 0,0-1 0,-8-14 1,12 24-79,0-1-1,0 1 1,0-1 0,0 1 0,0-1 0,0 1 0,-1-1 0,1 1 0,0-1-1,0 1 1,0 0 0,-1-1 0,1 1 0,0-1 0,-1 1 0,1 0 0,0-1-1,-1 1 1,1 0 0,0-1 0,-1 1 0,1 0 0,-1 0 0,1-1 0,0 1-1,-1 0 1,1 0 0,-1 0 0,1-1 0,-1 1 0,1 0 0,-1 0 0,1 0-1,-1 0 1,1 0 0,-1 0 0,1 0 0,-1 0 0,1 0 0,-1 0 0,1 1-1,0-1 1,-1 0 0,1 0 0,-1 0 0,1 0 0,-1 1 0,1-1-1,0 0 1,-1 0 0,1 1 0,-1-1 0,1 0 0,0 1 0,-1-1 0,1 1-1,0-1 1,-1 1 0,-2 1-44,1-1 37,1 1 0,-1-1 0,1 0-1,0 1 1,-1 0 0,1-1-1,0 1 1,0 0 0,0-1 0,0 1-1,0 0 1,0 0 0,0 0 0,1 0-1,-1 0 1,1 0 0,-1 0-1,1 0 1,0 0 0,0 3 0,0 1-107,1 1 0,-1-1 0,2 0 1,-1 0-1,3 7 0,-4-12 46,1 0 0,-1 0 1,0 0-1,1 0 0,-1 0 1,1 0-1,-1 0 0,1 0 0,-1 0 1,1-1-1,0 1 0,-1 0 0,1 0 1,0-1-1,0 1 0,0 0 0,0-1 1,0 1-1,-1-1 0,1 1 0,0-1 1,0 1-1,0-1 0,0 0 1,0 1-1,1-1 0,-1 0 0,0 0 1,0 0-1,0 0 0,0 0 0,0 0 1,0 0-1,0 0 0,0 0 0,0-1 1,0 1-1,0 0 0,0-1 0,2 0 1,3-2-166,0 1 1,0-2-1,-1 1 0,10-8 1,-13 9 93,16-11-323,-1-2 0,0-1 0,-1 0 0,-1 0 0,20-31 0,-21 27 543,-2-1 0,-1 0 0,0-1-1,-2 0 1,0 0 0,-2-1 0,0 0 0,5-40 0,-6 17 385,-3 1 1,-2-1 0,-1 0 0,-3 1-1,-2-1 1,-1 1 0,-21-71-1,7 43 111,-1-6 1130,-4 1 0,-37-81 0,59 151-1420,-1 0 0,-1 1 0,1 0 0,-1 0 0,-8-8 0,12 13 129,1 7-27,1 31 67,2 0 0,2 0 1,18 66-1,44 108-138,-56-179-337,24 60-2473,83 156-1,11-36-8010,-53-101-1012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00.70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36 163 7945,'18'-6'3998,"-33"-10"7760,13 19-10592,-2 1-944,0 1 0,1-1 1,-1 1-1,1 0 0,1 0 0,-1 0 0,1 0 1,-1 0-1,2 1 0,-1-1 0,0 1 0,1-1 1,0 1-1,0-1 0,1 1 0,0 6 0,0 16 504,1 1 0,6 28 0,-3-22-56,7 63-431,4-2-1,5 0 1,40 123 0,-44-175-207,1-1 0,2 0 0,2-2 0,2-1 0,1 0 0,2-2 0,2-1 0,1-1 0,42 39 0,-57-61-32,0-2 0,1 0 0,0 0 0,1-2 0,1 0 0,0 0 0,0-2 0,0 0 0,24 7 0,-8-4 0,0-2 0,1-1 0,-1-1 0,2-2 0,-1-2 0,44-1 0,-39-5 0,-1-1 0,0-3 0,0-1 0,-1-2 0,0-1 0,0-2 0,-2-2 0,1-1 0,-2-1 0,0-3 0,-2 0 0,0-2 0,-1-1 0,-1-2 0,-2-1 0,0-1 0,-2-1 0,-1-2 0,-1 0 0,-2-2 0,-1 0 0,31-66 0,-42 73-43,-1 0 1,-1 0-1,-1-1 1,-1 0-1,-2 0 1,-1 0-1,1-42 1,-5 34-63,-2-1 1,-1 1-1,-2 0 1,-1 0-1,-15-43 1,4 25-518,-2 1 0,-2 1 1,-31-49-1,39 75-267,-2 0 0,-1 1 0,-1 0-1,-1 2 1,-1 0 0,0 1 0,-35-25-1,50 42 232,0-1 0,0 2-1,-1-1 1,1 0 0,-1 1-1,-7-2 1,11 3 123,0 1 0,0-1 0,0 1 0,0 0 0,0 0 1,0 0-1,0 0 0,0 0 0,0 1 0,-4 0 0,6-1 50,-1 1 1,0-1-1,0 1 1,1-1-1,-1 1 0,0-1 1,1 1-1,-1-1 1,1 1-1,-1 0 0,1-1 1,-1 1-1,1 0 1,0-1-1,-1 1 0,1 0 1,-1 1-1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01.31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34 965 12549,'-33'-9'9554,"35"11"-9253,3 1-225,0 0 1,0 0-1,1 0 1,-1 0-1,0-1 0,1 0 1,0 0-1,-1-1 0,1 1 1,0-1-1,0-1 1,0 1-1,0-1 0,0 0 1,11-1-1,3-4-23,-1-1 0,0-1 0,0 0-1,-1-2 1,0 0 0,22-14 0,-15 8 83,1 1 1,29-11-1,248-59 957,-273 76-993,-27 8-77,25-7 172,38-14 0,-58 18-186,0-1-1,0 0 0,0 0 1,-1 0-1,1-1 1,-1 0-1,-1-1 1,1 0-1,7-8 1,-5 5-18,-1 0 1,2 1-1,-1 0 1,1 1-1,0 0 1,1 0-1,0 1 1,0 0-1,0 1 1,16-5-1,14-2 42,67-12 0,-83 20-54,77-15 112,-35 9-416,0-4-1,94-32 0,29-36-187,-63 25 187,-123 56 305,238-91-1512,-234 90 1088,1 1 0,0-1 0,0 2 0,0-1 0,15 2 0,-13 0-51,1-1 1,-1 0-1,19-4 1,206-51-2180,-2-19 6264,-221 70-3473,0-1-1,-1-1 0,0 0 1,-1-1-1,1 0 0,11-9 1,-22 14-370,1 0 1,-1 1-1,0-1 1,0 0-1,1 0 1,-1 0-1,0 0 1,-1 0-1,1 0 1,0 0-1,0-3 1,2-8-5993,-1-4-1320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03.0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895 0 8361,'0'0'9648,"0"5"-8082,4 16-703,0-1 0,1 1 0,1-1 0,1-1 0,1 1 1,15 27-1,76 111 1837,-55-90-1739,44 78 24,84 194-1,36 170 536,-179-430-1520,37 92 0,-65-169-93,-5-8-154,-13-24-515,-24-42-462,7 4 694,18 33 231,-40-61 0,51 89 285,0 0 0,0 0-1,-1 0 1,1 1 0,-1 0 0,-1 0 0,-8-5 0,4 4-8,5 3-11,-1 0-1,1 1 1,-1 0-1,1 0 1,-1 0 0,0 1-1,0 0 1,0 0 0,0 1-1,0-1 1,0 2-1,0-1 1,0 1 0,0 0-1,-11 3 1,4 2-4,1 0 0,0 1 0,0 1 0,0 0 0,1 0 0,-17 16 0,-340 252-469,-108 39-1905,413-272 317,-2-2 0,-100 44 0,152-79 1183,-10 6-39,5-9-6003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03.7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 2053 5761,'-9'-8'-27,"8"7"499,1 0 0,-1 0-1,0 1 1,1-1 0,-1 0 0,0 0 0,1 0 0,-1 0 0,1 1 0,0-1 0,-1 0 0,1 0 0,0 0 0,-1 0 0,1 0 0,0 0 0,0 0-1,0 0 1,0 0 0,0 0 0,0 0 0,0 0 0,0-2 0,6-13 1190,-2 9-1520,0-1 1,0 1 0,1 0-1,0 1 1,0-1-1,1 1 1,0 0 0,0 1-1,11-9 1,75-45 572,-54 37-521,651-332 1147,-433 233-1090,1233-651 439,-882 392 313,-578 359-909,-1-1 0,-2-1 0,0-1 0,27-34 0,-47 51-52,-5 6-34,0 0 1,-1 1-1,1-1 0,-1 0 1,1 1-1,-1-1 0,0 0 0,1 0 1,-1 0-1,0 1 0,1-1 1,-1 0-1,0 0 0,0 0 0,0 0 1,0 1-1,0-1 0,0 0 1,0 0-1,0 0 0,0 0 0,0 0 1,0 1-1,-1-1 0,1 0 0,0 0 1,-1 0-1,1 0 0,-4-19-53,4 19 45,-1 0 1,0 0-1,1 1 1,-1-1-1,1 0 1,-1 1-1,0-1 1,0 0-1,1 1 0,-1-1 1,0 1-1,0 0 1,0-1-1,1 1 1,-1 0-1,0-1 1,0 1-1,0 0 1,0 0-1,0 0 0,-1-1 1,-17-1-86,18 2 84,0 0 1,-1 0 0,1-1 0,0 1 0,0 0-1,0-1 1,0 1 0,0 0 0,0-1 0,0 1-1,0-1 1,1 0 0,-1 1 0,-2-3 0,-5-1 242,-1 16 225,6-3-262,-1 1 0,2 0 0,-1 0 0,1 0 0,1 0 0,0 0 0,0 0 0,1 0 0,0 0 0,3 18 0,4 7 392,18 58 1,-18-68-368,102 298 1061,-54-169-1703,102 215-6037,-114-275 1781,-9-27-1590,2-3-3622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04.52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88 5913,'16'-30'3441,"-15"27"-32,-1 0-1776,1 2-1359,0-1-1,-1 0 1,1 1-1,-1-1 1,0 0 0,1 0-1,-1 0 1,0 1-1,0-1 1,0 0 0,0 0-1,0 0 1,-1 0 0,1 1-1,0-1 1,-1 0-1,0 0 1,1 1 0,-1-1-1,0 0 1,0 1-1,0-1 1,0 1 0,0-1-1,0 1 1,0 0-1,0-1 1,-5-2 2989,18 29-571,1-1-2236,0-1 1,1 0-1,2-1 1,0-1-1,2-1 1,28 28-1,136 102-733,-143-123-1446,79 41 0,-6-14-5034,-77-37 2878,51 24-9985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09.47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112 891 3632,'0'0'17865,"-3"-2"-17290,-4-1 125,0-2-1,0 1 1,0-1-1,1 0 1,-12-11 0,16 14-248,-25-19 1115,12 3-1944,16 15-785,10 6 614,-9-2 458,-1 0 0,1 0 0,0 0 0,0 1 0,-1-1 0,1 1 0,-1-1 0,1 1 0,-1 0 0,0-1 0,1 1 0,-1 0-1,0 0 1,0 0 0,0 0 0,0 3 0,1-2 215,-1 0 2902,-8-22-2553,6 11-429,0-1 1,0 0-1,0 1 1,1-1-1,1 0 1,0 1-1,0-1 1,0 0 0,1 1-1,4-13 1,4-22 66,-1-5-76,-2 13 54,-1-1 0,-1 1 1,-2-1-1,-2 0 0,-3-40 0,-28-67 132,14 78-130,15 62-64,-8 20 30,1-5-32,2 4 19,1 0-1,0 0 1,1 1-1,1 0 1,1 0-1,0 0 1,1 0-1,2 24 0,19 144 253,-16-159-272,24 147 114,74 249 0,-47-250-282,38 127-419,-85-264 454,4 41 0,-12-75 105,0 0-1,0 1 1,0-1-1,0 0 1,0 1-1,0-1 1,0 0-1,0 1 1,-1-1-1,1 0 1,0 0-1,-1 1 1,1-1-1,-1 0 1,1 0-1,-1 1 1,0-1-1,-1 2 1,2-3 1,-1 0 0,1 0 0,-1 1 0,1-1 0,0 0 0,-1 0 0,1 0 0,-1 0 0,1 0 0,-1 1 0,1-1 0,0 0 0,-1 0 0,1 0 0,-1 0 0,1 0 0,-1 0 0,1 0 0,-1-1 0,1 1 0,-1 0 0,1 0 0,0 0 0,-1 0 0,1 0 0,-1-1 0,1 1 0,0 0 0,-1 0 0,1-1 0,0 1 1,-1 0-1,1-1 0,0 1 0,-1 0 0,1-1 0,0 1 0,0-1 0,-1 1 0,1 0 0,0-1 0,0 1 0,0-1 0,-1 1 0,1-1 0,-2-5-24,-1 1 0,1-1 0,0 1 0,1-1 0,-1 1 0,1-1 0,-1-12 0,2 2-96,1 0 0,4-28 0,4-4-125,2 0 0,2 1 0,25-60 0,-18 57 148,2 1-1,3 1 0,1 1 1,57-74-1,-76 112 86,78-85 55,-76 86 8,0 0 0,1 0 1,-1 1-1,1 0 0,0 1 0,1 0 1,0 1-1,12-5 0,-17 9-9,0 1-1,0-1 1,0 1-1,0 0 1,0 1-1,-1-1 1,1 1-1,0 1 1,0-1-1,-1 1 1,1 0-1,-1 0 1,1 0-1,6 5 1,-6-4-8,3 1 15,0 2 1,0-1-1,-1 1 1,1 1-1,-1-1 1,-1 1-1,1 1 1,6 8-1,6 10 95,20 35-1,2 3-12,-31-49-88,-1-1-57,1 0 0,0 0 0,18 16 0,-25-27-27,-1 0 0,1 0-1,0-1 1,0 1 0,0-1 0,0 0 0,0 0 0,0 0 0,1 0 0,-1-1 0,0 0 0,1 0 0,0 0 0,-1 0 0,1-1 0,-1 0-1,1 0 1,5 0 0,3-3-111,-1 0 0,0-1 0,0 0 0,-1-1 0,1 0 1,-1 0-1,0-2 0,0 1 0,-1-1 0,0-1 0,0 0 0,-1 0 0,0-1 0,0 0 0,-1-1 0,0 0 0,-1 0 0,12-23 0,-8 14 26,-2-1 0,0 0 0,-1 0 0,-1-1 0,-2 0 0,0 0 0,0-1 0,-2 1 0,-1-1 0,-1-31 0,-1 43 105,-1 1 1,0-1-1,-1 0 0,0 1 0,-1-1 0,0 1 0,-5-13 0,5 17 45,0-1-1,0 1 1,0 0-1,-1 1 0,1-1 1,-1 1-1,-1-1 1,1 1-1,0 0 0,-1 1 1,0-1-1,0 1 0,0 0 1,-10-5-1,-10 0 147,-1 0 0,0 2-1,-1 0 1,1 2-1,-1 1 1,-38 1 0,64 2-200,0 0 0,1 0-1,-1 0 1,0 0 0,0 0 0,0 0 0,0 0 0,0 0 0,0 0 0,1 0 0,-1-1 0,0 1 0,0 0 0,0 0 0,0-1 0,1 1 0,-1-1-1,0 1 1,0-1 0,1 1 0,-1-1 0,0 1 0,0-2 0,1 2 17,0-1 0,0 0 0,0 0 0,0 1 0,0-1 0,0 0 0,1 0 0,-1 1 0,0-1 0,0 0 0,0 0 0,1 1 0,-1-1 0,0 0 0,1 1 0,-1-1 0,1 1 0,-1-1 0,1 0 0,0 0 0,39-32-208,-13 14 62,2 1 1,47-22-1,-61 33 142,0 2 0,1-1-1,-1 2 1,1 0 0,1 1-1,-1 1 1,24-1 0,-6 3 3,0-2 1,-1-2-1,1 0 1,35-11 0,-50 10 89,-1-1 1,0-1-1,-1 0 1,1-2-1,-1 0 0,-1 0 1,0-2-1,24-20 1,-34 27 80,-1 0 0,1 0 0,0 0 0,-1 1 0,2 0 0,-1 0 0,0 0-1,1 1 1,-1 0 0,1 0 0,0 1 0,-1 0 0,1 0 0,0 1 0,0-1 0,0 1 0,0 1 0,10 1 0,9 3 110,-1 1-1,1 1 1,35 16 0,-15-6-58,20 6-563,67 21-1942,-116-39 1672,0-2 1,1 0-1,0 0 1,0-2-1,27-1 1,-35-1 306,0-1 0,0 0 0,0 0 0,0-1 0,0 0 0,-1-1-1,0 0 1,0 0 0,0-1 0,0 0 0,0-1 0,-1 0 0,0 0 0,-1-1 0,1 0 0,-1 0 0,-1-1 0,7-8-1,7-14-233,-1 0 0,-2-2-1,23-57 1,-23 48 235,0 2 145,-4 9-64,23-43 0,-33 70 235,-40-5-6011,23 13 1955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10.7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21 1172 4412,'0'0'13213,"-3"-2"-12197,2 1-924,-1 0-1,1 1 0,-1-1 1,1-1-1,0 1 1,-1 0-1,1 0 1,0 0-1,0-1 1,0 1-1,0 0 1,0-1-1,-1-1 1,2 2-60,0-1-1,0 0 1,0 1 0,0-1 0,1 1 0,-1-1 0,0 1 0,1-1-1,-1 1 1,0 0 0,1-1 0,0 1 0,-1-1 0,1 1 0,0 0 0,0 0-1,0-1 1,1 0 0,5-7 62,1-1 1,0 2-1,1-1 0,-1 2 0,2-1 0,-1 1 0,1 0 1,16-8-1,98-40 247,-96 44-292,704-216 495,-559 180-484,1211-290-466,-601 154-39,-125 17 318,-621 153-696,-30 9-715,-22 6 190,-42 8-8643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11.04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47 6 2652,'24'-6'3213,"-48"12"-3441,1-3-461,13 12-755,-4-3 924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11.41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27 7281,'0'0'2140,"2"-3"-184,0-6-1690,4-5 4389,-2 14-2332,1 10-1328,70 162 4227,92 252-1278,29 77-2492,117 292-3357,-122-354-3199,-182-419 4660,64 141-3326,-26-80-3110,-15-33-2267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12.80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522 1160 4768,'28'16'2360,"-49"-29"11677,19 11-12380,0-1-1345,-1-1 1,1 0-1,0 0 0,0 0 1,1 0-1,-1 0 0,1 0 1,0-1-1,0 1 0,0 0 1,1-1-1,-1 1 0,1-1 1,0 1-1,1 0 0,0-8 1,3-10-44,1 0 0,8-24 0,-2 7 244,-8 26-415,2-2 23,-2 0 0,0-1 0,0 1-1,-1-21 1,-2 32-110,0 1 1,0-1-1,0 1 0,-1-1 0,1 1 0,-1-1 0,0 1 0,0 0 0,-1-1 1,1 1-1,0 0 0,-1 0 0,0 0 0,0 0 0,0 0 0,0 0 0,0 1 0,-1-1 1,1 1-1,-1-1 0,0 1 0,1 0 0,-1 0 0,0 0 0,-4-1 0,2 1-7,-1 0-1,1 1 1,-1-1-1,0 2 1,0-1-1,1 0 1,-1 1-1,0 0 1,0 0-1,-10 3 1,-60 15 40,46-8-9,1 1-1,0 1 1,1 1-1,0 2 1,1 1 0,-38 29-1,54-36-23,0 0-1,0 0 0,1 1 1,1 1-1,0-1 1,0 1-1,1 1 0,1 0 1,-1 0-1,2 0 0,0 1 1,1 0-1,0 0 1,0 1-1,2-1 0,-5 27 1,8-29-7,1 0-1,0 0 1,0 1 0,1-1 0,0-1-1,1 1 1,0 0 0,1-1 0,0 1 0,1-1-1,0 0 1,0 0 0,1-1 0,1 0-1,-1 0 1,1 0 0,10 8 0,2 2-54,1-1 1,1-1-1,1-1 0,0 0 1,1-2-1,26 13 0,19 3-366,105 34 0,79 6-885,-170-48 788,138 31-761,-111-30 490,-2 4 0,131 53 0,-217-71 671,-1 1 0,0 1 1,0 0-1,-1 2 0,24 19 0,-38-28 86,0 1 0,0 0 0,0 0 0,-1 0 0,1 1 0,-1-1 0,-1 1 0,1 0 0,-1 0 0,0 1 0,0-1 0,-1 0 0,0 1 0,0 0 0,0-1 0,-1 1 0,0 0 0,-1 0 0,1 0 0,-1 0-1,-2 12 1,-1-7 18,0 1 0,-1-1 1,0 0-1,-1 0 0,-1-1 0,1 1 0,-2-1 0,0-1 0,0 1 0,-1-1 0,0 0 0,-1-1 0,-11 10 0,-12 8 259,0-1 0,-60 34 0,87-56-182,0-1 0,-1 0 0,0 0 0,1-1 0,-9 3-1,14-5-62,-1 0-1,0 1 0,1-1 0,-1 0 0,0 0 0,1 0 1,-1 0-1,0 0 0,1 0 0,-1 0 0,0 0 0,1-1 1,-1 1-1,1 0 0,-1 0 0,0 0 0,1-1 0,-1 1 1,1 0-1,-1-1 0,1 1 0,-1 0 0,1-1 0,-1 1 1,1-1-1,-1 1 0,1-1 0,-1 1 0,1-1 0,0 1 1,-1-1-1,1 1 0,0-1 0,0 0 0,-1 1 0,1-1 1,0 1-1,0-1 0,0 0 0,0 1 0,0-1 0,0 0 1,0 1-1,0-1 0,0 0 0,0 1 0,0-1 0,0 1 1,0-1-1,0 0 0,1 1 0,-1-2 0,2-6 26,-1 0-1,1 0 0,1 1 1,0-1-1,0 0 1,0 1-1,1 0 1,8-13-1,46-54 68,-39 52-118,34-36 357,62-53-1,-1 3 1087,-78 73-975,1 2-1,2 2 1,1 1-1,1 2 0,84-41 1,225-135-161,-314 180-287,-18 13-26,-1 0 0,0-2 0,0 0 0,-1 0 0,-1-2 0,0 0 0,19-26 0,-33 40 4,0 0 1,0-1-1,-1 1 0,1 0 1,0-1-1,0 1 0,-1-1 1,1 1-1,-1-1 0,1 0 1,-1 1-1,0-1 0,1-2 1,-2 3 1,1 0 1,0 1-1,-1-1 1,1 1-1,-1-1 1,1 0-1,-1 1 1,1-1-1,-1 1 1,0 0-1,1-1 1,-1 1-1,1-1 1,-1 1-1,0 0 1,1-1-1,-1 1 1,-1 0-1,-13-8-213,14 8 186,0 0-1,0 0 1,0 0-1,0 0 1,0 0-1,1 0 1,-1 1-1,0-1 1,0 0-1,0 0 1,0 1-1,0-1 1,0 1-1,0-1 1,0 1-1,1-1 1,-2 2-1,0-1-98,79-34-2878,-8-1 2700,94-61 0,-158 91 312,184-115 829,-165 107-605,1 0 0,0 1 0,0 2 1,1 0-1,0 2 0,34-5 1,-3 5-18,18-1-674,-1-4 1,0-2-1,72-25 1,493-243-2820,-569 248 3158,223-102-948,10 26-3984,-196 84 3098,1 0 2827,-35 1 4977,-68 24-5448,-1 0 0,1-1 0,-1 0 0,0 0 0,1 0 0,-1-1 1,0 0-1,-1 1 0,1-1 0,0-1 0,-1 1 0,0 0 0,0-1 0,0 0 1,4-5-1,-5 3-120,1-1 0,-1 1 0,2 0 0,-1 0 0,1 0 0,0 1 0,0-1 0,0 1 0,1 0 0,9-8 0,-8 8-492,1 0-1,-1 1 0,1 0 1,0 0-1,1 1 0,-1 0 0,0 0 1,1 0-1,10-1 0,-15 3 140,75-12-3818,-23 13-4089,-17 6-3250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14.97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1800 360 6893,'-5'-9'768,"0"0"0,0 1 0,-1 0 0,0 0 1,-8-8-1,6 5 244,0 0 0,0 0 0,1-1 1,-9-19-1,9 16-308,-1 0 0,-13-17-1,15 24-444,-6-8 343,-1 0 0,-28-26 0,34 36-529,0 1-1,0 0 1,-1 0-1,1 1 1,-1 0-1,0 0 1,-1 1-1,1 0 0,-16-3 1,-5 2-24,1 1 0,-1 1 0,1 1 0,-1 2 0,1 1 0,0 1 0,-1 1 0,1 2 0,1 0 0,-1 2 0,-43 20 0,21-6 4,2 3 1,1 1-1,1 3 1,2 2-1,-55 47 1,53-31-5,1 1 0,3 2 0,-44 67 0,71-96-38,-97 148 145,-19 28 174,111-170-282,-1 2 40,-31 55-1,-19 31 246,37-64-37,10-16-61,17-27-112,1 0-1,0 1 1,0-1-1,1 1 1,-6 15-1,0 5 263,-2 4 512,-10 42 0,21-63-743,0 1-1,0-1 1,1 0 0,1 1-1,0-1 1,0 1-1,3 14 1,4 2 45,0 0 1,2 0-1,1-1 0,1 0 0,20 35 1,5-1 123,45 60-1,182 201 445,-259-319-757,34 40 248,2-2 0,2-1 0,63 47 0,-96-82-224,0-1-1,0 0 1,1 0-1,0-1 0,0 0 1,0-1-1,1 0 1,-1-1-1,1 0 1,12 1-1,15-2 168,59-4-1,-45 1-148,124 6-52,63-2 0,-94-11 0,-50 0 0,0-5 0,179-49 0,-146 23 0,-1-5 0,197-102 0,-242 104 0,-3-4 0,127-97 0,-153 100 0,-2-2 0,-3-2 0,-1-3 0,53-74 0,-59 64 0,58-118 0,12-75 0,-101 230 0,-1-1 0,-1 0 0,-2 0 0,0 0 0,-2-1 0,-1 0 0,0 0 0,-2 0 0,-2 0 0,0 0 0,-1 0 0,-10-39 0,-18-40 0,-5 1 0,-54-111 0,76 186 0,-2 1 0,-1 0 0,-1 1 0,-1 1 0,-1 1 0,-23-24 0,28 35 0,-1 1 0,0 0 0,-1 0 0,0 2 0,-1 0 0,-1 1 0,1 1 0,-1 0 0,-1 2 0,-31-10 0,40 15 0,-20-7 0,0 2 0,-1 2 0,1 0 0,-41 0 0,-194-1 0,139 4 0,-63 0 0,-193-8 0,280 4 0,-103-10 0,198 16 0,-1 0 0,0 0 0,0 1 0,0 0 0,1 0 0,-1 1 0,0 0 0,1 0 0,-1 1 0,1 0 0,0 0 0,-8 6 0,-13 8 0,-42 34 0,28-19 0,-120 77-787,-92 69-1133,249-174 1668,1-1 1,0 1-1,0 1 0,0-1 0,1 0 1,-4 6-1,5-6-40,0-1 0,-1 1 0,0-1 0,0 0 1,0 0-1,0 0 0,-4 3 0,7-6 71,-1 0 0,1 0 1,-1 1-1,1-1 0,-1 0 0,1 1 0,-1-1 0,1 1 1,-1-1-1,1 0 0,-1 1 0,1-1 0,-1 1 0,1-1 1,0 1-1,-1-1 0,1 1 0,0-1 0,0 1 0,-1 0 1,1-1-1,0 1 0,0-1 0,0 2 0,13 6-7023,6-2-2970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17.35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5510 1089 5236,'0'0'8965,"-3"-1"-8397,-20-7 153,18 6-432,0 0 1,0 0-1,-1 0 0,1 1 0,-1-1 0,-6 0 0,-22-25 559,-4-4 29,36 29-706,2 1-152,-1 1-1,1-1 0,0 0 0,-1 0 0,1 0 1,-1 1-1,1-1 0,-1 0 0,0 1 0,1-1 1,-1 1-1,0-1 0,1 0 0,-1 1 0,0 0 1,1-1-1,-1 1 0,0-1 0,0 1 0,-1-1 1,1 1 5,-1-1 0,1 0 0,0 1 1,-1-1-1,1 0 0,0 0 0,-1 0 1,1 0-1,0 0 0,0 0 0,0-1 1,-1 0-1,-12-19 104,12 20 78,0-1-183,-20-16-52,19 17 232,1 0-129,-69-10 924,67 11-893,1 0-64,-1 0 1,0 0-1,0-1 1,0 1-1,0-1 1,1 0-1,-1 0 1,0 0-1,-5-3 1,6 3 71,-10-6 17,1 1 0,-1-2 0,-13-10-1,11 8-61,13 8-40,-28-16 138,28 17-173,-21-12 26,21 12 30,-2-2-26,-47-27 13,-1 3 0,-68-26 1,86 39-11,-160-82-8,192 95-18,-399-173 66,324 146-78,-1 3 0,-2 4 1,-107-15-1,80 25 6,-1 5 0,1 4-1,-1 5 1,-148 24 0,-470 96-6,383-79 27,134-21-7,173-18-1,-46-1 0,76-4 7,1 1 0,-1 0 0,1 1 0,-1-1 0,-9 5 0,-2 0-39,11-4 27,1 1 1,0-1-1,0 1 0,0 0 0,1 0 1,-1 0-1,1 1 0,0-1 0,-5 5 1,-20 17-17,-4 5-38,5-2 26,-8 2 18,25-20 8,0-1-1,0 0 1,-1-1 0,-17 9-1,-23 15 29,-13-13 27,40-15-55,17-8 0,4 2 0,-13-4-1,1 0 0,0-1-1,1-1 1,-1 0 0,-14-11 0,-10-5 13,-155-85 71,120 75-33,-108-32-1,121 53-31,51 11-8,-1 0 1,1 0-1,0-1 1,0 0 0,0-1-1,-15-7 1,-11-9-19,18 10 34,0 0 0,-27-21 1,-20-22-52,30 24 29,-62-61 1,97 90-4,-16-19-9,1 0-1,-25-37 1,39 53 0,-1 0-1,0-1 0,1 2 1,-1-1-1,0 0 0,0 1 1,0-1-1,-1 1 1,-5-3-1,-5-1-2413,24-10-1182,13-29-4060,1 6 676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18.0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 1 10637,'-1'0'196,"1"1"0,-1-1 0,0 1 1,0 0-1,0-1 0,0 1 0,1 0 0,-1-1 1,0 1-1,1 0 0,-1 0 0,1-1 0,-1 1 0,0 0 1,1 0-1,0 0 0,-1 0 0,1 0 0,0 0 0,-1 0 1,1 0-1,0 0 0,0 0 0,0 0 0,0 2 0,0-1 5,1 1-1,-1 0 1,1 0-1,0-1 1,0 1-1,0 0 1,0-1-1,1 1 1,1 2-1,6 8-11,0-2 0,20 20 0,-23-25 126,4 3-207,1 1-1,0-1 1,1-1-1,0 0 1,0-1-1,18 9 1,83 26 159,-56-22-187,-9-3-71,-17-8 12,-1 3 0,-1 0 0,0 2 0,38 24 0,-54-29-17,-1 0 0,0 1-1,0 1 1,-1 0 0,0 0-1,-1 1 1,-1 1 0,0 0-1,11 19 1,-15-21 1,0 0 1,-1 1-1,0 0 0,-1 0 1,0 0-1,0 0 0,-2 0 1,1 1-1,-2-1 0,0 0 1,0 1-1,-3 17 0,-3-4-22,-1 1-1,0-1 0,-2 0 0,-1 0 0,-2-2 0,0 1 0,-1-1 0,-2-1 0,0 0 0,-1-1 0,-2-1 1,-31 31-1,4-11-845,-2-1 0,-1-3 0,-2-2 0,-86 46 0,-17-8-5459,79-42 231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18.81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69 3420,'23'-21'6282,"-37"-6"-5493,12 6-223,2 21-539,0 0-1,0 0 0,0 1 0,0-1 0,0 0 0,0 0 0,0 0 1,0 0-1,0 0 0,0 0 0,0 0 0,0 0 0,0 0 1,0 0-1,0 0 0,0 0 0,0 0 0,0 0 0,0 1 1,1-1-1,-1 0 0,0 0 0,0 0 0,0 0 0,0 0 0,0 0 1,0 0-1,0 0 0,0 0 0,0 0 0,0 0 0,0 0 1,0 0-1,1 0 0,-1 0 0,0 0 0,0 0 0,0 0 0,0 0 1,0 0-1,0 0 0,0 0 0,0 0 0,0 0 0,0 0 1,0 0-1,0-1 0,1 1 0,13 37 2531,-4-11-2631,18 40 774,85 211 838,-71-163-1324,32 91-1826,-30-68-2816,-30-95 985,5-7-1364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18.98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46 8745,'44'24'1520,"-7"-27"-396,16-3-244,-36 0-168,17 6-320,26-3-348,-10-3-460,4 0-340,-7-9-764,0 0-1668,9 6-1365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22.22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4041 395 5929,'-1'-1'119,"0"1"0,1-1 0,-1 1 1,0-1-1,0 1 0,0-1 0,1 1 1,-1-1-1,0 0 0,1 1 0,-1-1 1,0 0-1,1 0 0,-1 0 0,1 1 1,-1-1-1,1 0 0,-1 0 1,1 0-1,0 0 0,0 0 0,-1 0 1,1 0-1,0 0 0,0 0 0,0 0 1,0 0-1,0 0 0,0 1 0,0-1 1,1-2-1,-1 3-83,0-1 52,-1 0-1,1 1 1,0-1 0,0 1 0,-1-1-1,1 1 1,0-1 0,-1 0 0,1 1-1,-1 0 1,1-1 0,-1 1 0,1-1-1,-1 1 1,1-1 0,-1 1 0,1 0-1,-1-1 1,1 1 0,-1 0 0,1 0-1,-1 0 1,-1-1 0,1 1 71,0-1-1,0 1 1,0-1 0,0 1-1,0-1 1,0 1 0,0-1-1,0 0 1,0 1 0,0-1 0,1 0-1,-1 0 1,0 0 0,0 0-1,1 0 1,-1 0 0,0-1-1,-1-6 92,-1 1-1,0-1 1,0 1 0,0 0-1,-1 0 1,0 0-1,-1 1 1,1-1-1,-1 1 1,0 0-1,-1 0 1,0 1 0,0-1-1,0 1 1,0 1-1,-14-9 1,2 5-166,0 1 1,0 1-1,-1 0 1,1 2-1,-1 0 1,-1 1-1,1 0 0,-38 2 1,-11 4 10,-79 13 1,146-16-95,-205 35 5,2 8 1,-235 82-1,-371 200 37,511-183 22,7 14 0,-472 335 0,708-450-23,3 2-1,1 2 0,2 3 1,-81 101-1,113-123-14,1 0 0,2 1 0,0 1 0,2 0 0,-13 41 0,19-45-11,1 0 0,1 0 0,1 0-1,2 1 1,0-1 0,2 1 0,4 40 0,-1-41-4,1 0 0,2-1 0,0 1 1,1-1-1,2-1 0,0 0 0,2 0 0,21 34 0,-14-30 10,2 0-1,1-1 1,0-2-1,2 0 1,49 38-1,-26-29 21,2-2 0,2-2 0,0-2 0,2-2-1,0-3 1,1-2 0,64 14 0,-21-13-22,1-4 0,0-5 0,157-1 0,295-51 89,-228-7-86,-2-15 0,-4-13-1,527-203 1,-651 200-35,305-174-1,-402 195 8,-3-4-1,-3-3 0,-2-5 1,146-154-1,-161 141 20,-3-2-1,-4-3 0,63-119 1,-93 145-3,-4-3 1,-2 0-1,-3-2 1,-4-1-1,26-137 1,-43 182 1,-2-1 0,0 0 0,-2 1 0,-1-1 0,0 1 0,-2-1 0,-1 1 1,0 0-1,-10-27 0,7 33-9,0 0-1,-1 0 1,-1 0 0,0 1 0,-2 0 0,1 1 0,-2 0 0,0 1 0,-1 1 0,0 0 0,-1 0-1,-17-11 1,-1 2-12,-1 3-1,-1 0 0,-1 2 0,-1 2 0,0 1 1,-65-15-1,8 9 0,-152-12 0,72 22-246,-1 7 0,-308 36 0,-332 124-3196,443-45-3452,210-46-710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23.34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12 712 7297,'-12'-9'2431,"25"3"-622,-7 4-1896,137-51 2327,98-32-1189,406-86-240,15 33-1462,52 1-1758,-238 54-2884,-301 55 1078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24.12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499 530 7597,'-29'-3'1249,"0"0"1,0 2 0,-1 0-1,1 3 1,-53 8 0,-143 44 830,214-51-1940,-21 8 342,29-10 1455,5-4-1766,3-2-143,0 0 0,0-1-1,1 2 1,0-1 0,0 1-1,0 0 1,0 0 0,1 1-1,-1-1 1,1 2 0,0-1-1,0 1 1,0 0 0,0 0-1,14-1 1,-1 0-22,1 1 0,-1 1 0,1 1 0,36 4 0,-8 2-104,1-1 0,-1-3 0,1-2 0,57-8 0,-41-4-48,0-3-1,-2-3 1,94-38-1,-134 47 147,0 2 0,1 1 0,-1 1 0,50-4-1,97 9-22,-133 1 14,-4-1-20,0-1-1,0-2 1,0-2-1,0-1 1,46-14-1,152-69-142,-186 70 139,-33 14 80,1 1-1,-1 0 1,1 1-1,0 1 1,0 0-1,0 1 1,14 0-1,102 11 198,-55-3-159,-34-6-135,0-1 0,1-2-1,-1-3 1,0-1 0,76-21-1,-104 24 62,0-1-1,0 0 0,11-6 0,-19 7-10,-1 1 0,0 0 1,0-1-1,-1 0 0,1 0 0,0 0 0,-1-1 0,0 1 0,0-1 1,0 1-1,0-1 0,2-4 0,-5 4 0,1 0 0,-1 0 0,0 1 0,0-1 0,-1 0 0,1 0 0,-1 1 1,0-1-1,0 0 0,0 1 0,-2-5 0,-29-38-223,31 44 203,1 1 0,-1 0 0,1 0-1,-1-1 1,1 1 0,0 0 0,0-1 0,-1 1-1,1 0 1,0-1 0,0 1 0,0 0 0,1-1-1,-1 1 1,0 0 0,0-1 0,1 1 0,-1 0 0,1-1-1,-1 1 1,1 0 0,-1 0 0,2-2 0,0 1-18,0 0 0,0 0 0,0 1 0,0-1 0,0 1 1,1-1-1,-1 1 0,0 0 0,1 0 0,-1 0 0,5-1 1,7-1-147,1 0 1,-1 1 0,24 1 0,-33 0 136,41 2-239,1 1-1,-1 2 1,53 13 0,138 41-970,-151-35 445,34 11-668,-57-14 7,2-4-1,116 16 1,-7-20-2512,-111-11 2671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25.12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74 1279 6661,'-69'-2'4885,"65"1"371,4-7-4840,1 0 0,0 0 0,0 0 0,1 0 0,0 1 0,1-1 0,5-11 0,30-53-94,-23 48 47,24-36-20,3 2 1,75-81 0,-64 79-37,79-115 1,-91 108-195,50-113-1,-75 141-81,-2 0-1,-2 0 0,-1-1 1,9-72-1,-19 101-42,0 1 1,-1-1-1,-1 0 0,1 1 1,-3-12-1,2 20 6,1 1 0,-1 0 0,0 0-1,1-1 1,-1 1 0,0 0 0,0 0 0,0 0-1,0 0 1,0 0 0,0 0 0,0 0 0,0 0-1,0 0 1,0 0 0,0 1 0,-1-1 0,1 0-1,0 1 1,-1-1 0,1 1 0,0 0 0,-1-1-1,1 1 1,0 0 0,-1 0 0,1 0 0,-3 0-1,-35 3 6,33-2-6,0 1 0,1 1 0,-1-1 0,0 1-1,1 0 1,0 0 0,0 1 0,0-1 0,0 1 0,0 0 0,1 1 0,0-1 0,0 1 0,-7 9 0,1 3-3,-1-1 0,2 2 0,-10 23 0,6-5-5,2-1 0,1 1 0,1 1 1,-5 72-1,7 154-161,7-197 100,8 176-889,-1 32-586,-23 301-1650,16-568 3171,-2 10-53,2 0 0,3 34 0,-3-50 74,0 1 0,1 0-1,-1-1 1,1 1 0,-1-1 0,1 1 0,-1-1 0,1 0 0,0 1 0,0-1-1,0 0 1,0 1 0,0-1 0,0 0 0,0 0 0,0 0 0,1 0 0,-1 0-1,0 0 1,1 0 0,-1-1 0,0 1 0,1 0 0,-1-1 0,1 1 0,-1-1-1,1 1 1,-1-1 0,1 0 0,0 0 0,-1 1 0,1-1 0,-1 0 0,1-1-1,1 1 1,4-1 1,-1 0 0,0 0 0,1 0 0,-1-1 0,0 0 0,0-1 0,10-5 0,43-29 108,-2-2 0,68-62 0,-4 3 711,-61 51-86,-14 10 328,61-36 0,-105 72-1027,-1-1 1,1 1-1,0 0 0,0 0 1,0 0-1,0 1 0,0-1 1,0 0-1,0 1 0,0 0 1,0-1-1,1 1 0,-1 0 1,0 0-1,0 0 0,0 0 1,0 0-1,1 1 0,-1-1 1,0 1-1,0-1 0,0 1 1,0 0-1,0 0 0,0 0 1,0 0-1,-1 0 0,1 0 1,0 0-1,0 1 0,-1-1 1,1 1-1,-1-1 0,1 1 1,-1 0-1,0-1 0,0 1 1,1 0-1,-1 0 0,1 2 1,4 10 36,0 0 0,-1 0 0,-1 0 0,5 26 0,-6-29-53,18 77-1589,-4-28-2776,-17-57 3938,2 0 0,-1 0 0,0 0-1,0 0 1,1 0 0,0 0 0,0-1 0,-1 1 0,1 0 0,1-1 0,-1 0 0,0 1 0,1-1-1,-1 0 1,1 0 0,3 2 0,32 19-5847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25.32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1 100 4672,'10'-16'4085,"0"4"-3465,3 3-32,7-6-784,0 0-440,-3 3-280,0 0-1448,13 3-505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25.4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3556,'21'9'812,"2"4"1153,-3-16-3874,14-4 469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26.3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1086 453 4168,'-5'-19'1207,"5"19"-1160,0-1 1,0 1-1,0-1 1,0 1-1,0 0 0,0-1 1,1 1-1,-1-1 1,0 1-1,0-1 0,0 1 1,1-1-1,-1 1 0,0 0 1,1-1-1,-1 1 1,0 0-1,1-1 0,-1 1 1,1 0-1,-1-1 1,0 1-1,1 0 0,-1 0 1,1-1-1,-1 1 1,1 0-1,0 0 0,2-1 2171,-4-3-1725,0-1-1,0 1 0,0 0 1,-1 0-1,0 0 0,-3-6 1,-5-15 1088,0-27 3222,9 49-2228,1 0-1939,0-32 368,0 31 621,-1 2-1594,-4-10 1,5 10-36,-1 0 1,1 0-1,-1 0 0,0 0 1,0 0-1,1 0 1,-1 0-1,0 0 0,-1 0 1,1 0-1,0 1 1,0-1-1,-1 1 1,1-1-1,-1 1 0,0-1 1,1 1-1,-1 0 1,0 0-1,0 0 1,1 0-1,-1 0 0,0 0 1,0 0-1,0 1 1,0-1-1,0 1 0,0-1 1,-1 1-1,1 0 1,0 0-1,0 0 1,0 0-1,0 0 0,0 0 1,-3 1-1,-66 9-19,0 2-1,1 4 1,1 3 0,-108 44-1,86-23-143,2 4-1,-153 100 1,242-143 164,-12 6-86,1 0 0,0 1 0,0 1 0,1-1 0,0 2 0,1-1 0,-1 1 0,2 1 0,-10 13 0,18-22 50,-1-1-1,1 1 1,0-1 0,-1 1-1,1-1 1,0 0 0,0 1-1,0-1 1,0 1 0,0-1-1,0 1 1,0-1 0,0 1-1,1-1 1,-1 1 0,0-1-1,1 0 1,-1 1 0,1-1-1,0 1 1,-1-1 0,1 0-1,0 0 1,0 0 0,0 1-1,0-1 1,0 0 0,0 0-1,0 0 1,3 1 0,1 2-93,0 0 0,1 0 1,-1-1-1,1 0 1,7 3-1,6 0-214,0 0 0,0-2 0,0 0 0,1-1 0,-1-1 0,23 0 0,122-10-1230,-61-2 1005,0-5 0,-2-5 0,117-37 1,-138 30 707,-2-4 1,-1-2 0,-2-5 0,98-64 0,30-45 1121,-92 65-387,-58 41-388,-37 26-254,1 2 0,1 0 0,0 1 0,36-17 0,-50 27-214,1 1 1,0 0 0,-1 0-1,1 0 1,0 0-1,0 1 1,0-1 0,0 1-1,-1 1 1,1-1 0,7 2-1,52 18-241,-21-5-217,65 9-1571,2-5 0,182 10-1,266-23-2855,-389-7 4249,108 6 751,-11-9 1228,-154 0-627,60-4 213,-139 4-632,0-1-1,-1-1 1,39-14 0,-60 16 145,1-2 0,-2 1 0,21-15-1,-29 19-332,-1-1 21,0 1-1,0-1 0,1 1 1,-2-1-1,1 0 1,0 1-1,0-1 1,0 0-1,-1 1 0,1-1 1,-1-2-1,3-6 1495,-1 5-1450,-1 3-204,-1 1 0,0-1 1,1 0-1,0 0 0,-1 1 1,1-1-1,0 1 1,0-1-1,0 0 0,0 1 1,0 0-1,0-1 0,0 1 1,1 0-1,-1-1 1,0 1-1,1 0 0,-1 0 1,1 0-1,0 0 0,-1 0 1,1 1-1,-1-1 1,4-1-1,24-5-1406,13-3-4367,-16 9-853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41.6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8 517 8001,'-3'18'1162,"0"0"1,2 0 0,0 24-1,3 22 1869,-2 46-1185,0-88-1530,5 39-1,-1-2-142,-4-55-194,2-6 50,3-1-28,-1-1 0,0 0 0,0 0-1,0 0 1,0 0 0,-1-1 0,1 0 0,-1 0 0,3-6 0,21-56-12,-16 39 61,65-157 3,111-191 1,-155 315 62,-17 29 18,2 1 0,2 0 0,31-39 0,-49 70-136,0 0-1,0 0 1,0 0-1,0 1 1,0-1-1,1 0 1,-1 1-1,0-1 1,0 1-1,0-1 1,0 1-1,-1-1 1,1 1-1,0-1 1,0 1-1,0 0 1,1 1-1,-2-2 1,10 7 47,0 1 0,0 0-1,15 19 1,-16-18-25,0 0 0,0 0 0,21 14-1,-3-7-245,2-2-1,0-1 1,0-1-1,2-1 0,-1-2 1,1-1-1,42 5 1,227 9-2307,-238-19 2078,236 10-2558,-258-14 1662,-1-2-1,58-11 1,-69 10 191,50-9-2187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41.72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81 33 6101,'-10'-15'1068,"0"0"900,-13 15-1520,6 0-264,-3-3-6969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42.48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16 197 9661,'-16'9'5991,"21"4"-390,-1-5-6782,6 17 1758,-1 0-1,-1 1 1,-2 0 0,5 36 0,6 23 215,-3-29-370,25 113 392,20 387-1254,-55-458-398,-3-102 782,0 0 0,0 0 0,0 0 0,1 1 0,-1-1-1,1 1 1,3-5 0,4-11-56,65-195-747,-5 12 312,40-99-191,114-283-868,-224 591 1360,-9 149 414,10-146-144,1 0-1,0 0 1,1 0-1,0 0 1,1-1-1,0 1 1,0-1-1,1 1 1,1-1-1,-1 0 1,1-1 0,12 16-1,-7-13-75,0 0 0,1 0 0,0-2 0,1 1 0,0-1 0,1-1 0,24 13 0,0-5-483,1-2 0,0-1 1,1-2-1,0-2 0,62 7 1,-93-15 421,671 67-4415,-613-65 3940,1-4 1,75-9-1,-103 4-152,-1-1 0,1-3 0,-2 0-1,1-3 1,35-17 0,-3 1 259,-34 14 944,0-1 0,49-29 0,-76 39-411,-1 0 0,1 0 0,-1-1-1,-1 0 1,1 0 0,-1-1 0,0 0 0,-1 0 0,0 0 0,0-1-1,-1 0 1,0 0 0,0-1 0,3-10 0,10-63-2380,-5 41 800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31.00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180 281 5621,'-3'-19'2003,"1"1"0,1-1 0,1 0 1,2-30-1,-1 44-1399,-1-1 0,0 1 0,0 0 0,-1-1 0,0 1 0,-2-10 0,-1-7 508,3 4-384,1 15-17,0-1 21,0-1-392,0 0 0,-1 0 0,0 0 0,1-1 0,-2 1 0,1 0 0,-1 0 0,1 1 0,-1-1 0,-4-6 0,5 9 816,-2 6-1081,-3 2-11,1 1 0,0 0 0,1 0 0,0 0-1,0 0 1,0 1 0,1-1 0,0 1 0,-2 10 0,-3 13 246,-2 37 1,1-7 45,-65 525 2098,71-440-2220,26 246-1,-4-139-122,-18-239-111,22 634 0,-20-473 0,-2 75 0,9 107 0,0-60 0,-8-187 0,-1 51 0,-3 9 0,-12 149 0,5-192 0,5 1 0,14 142 0,-1-196 0,-5-43 0,0 0 0,-2 37 0,0-37 0,0-25 0,1 5-117,0-12-284,0-15-1541,-2 15 1502,2-23-1782,8-34-8325,1 17-3567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32.2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1112 17 7145,'-4'-16'15351,"-6"23"-13923,2 1-1259,1 0 0,0 0 0,1 0 0,-1 1-1,-8 15 1,12-18-100,-516 707 893,452-625-1527,-196 276-3187,106-109-6181,118-179 1199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32.63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23 6089,'0'-1'251,"1"0"0,-1 0 0,1 0 0,-1-1 0,1 1 0,-1 0 0,1 0 0,0 0 0,0 0 0,0 0 0,-1 0 0,1 0 0,0 0 0,0 0 0,0 0 1,0 1-1,1-1 0,-1 0 0,0 1 0,0-1 0,0 1 0,0-1 0,1 1 0,1-1 0,0 1 171,1 0 0,-1 0 1,1 0-1,-1 0 0,1 1 0,-1-1 0,1 1 1,-1 0-1,5 1 0,6 4 599,0 1 1,0 0-1,18 13 1,49 35 2075,-11-7-1921,2-2 0,85 39 0,147 46-2527,-127-54-2324,0 1-5521,-93-39-896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33.19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1162 152 5905,'7'-42'3294,"-7"41"-3153,0 0-1,-1 1 1,1-1 0,0 0 0,0 1-1,-1-1 1,1 0 0,-1 1 0,1-1-1,-1 1 1,1-1 0,-1 0 0,1 1 0,-1-1-1,1 1 1,-1-1 0,1 1 0,-1 0-1,0-1 1,-1 0 0,1 1 166,0-1-1,0 0 1,0 0 0,0 1-1,0-1 1,0 0 0,0 0 0,0 0-1,0-1 1,0 1 0,0 0-1,-1-2 1,-19-42 3430,19 43-3606,1-1 1,-1 0-1,0 1 1,0-1 0,0 1-1,0 0 1,0-1-1,-1 1 1,1 0-1,-1 0 1,1 1 0,-1-1-1,0 0 1,0 1-1,-5-2 1,-2 2-57,0 0 0,0 1 0,0 0 1,0 0-1,0 1 0,0 1 0,0 0 0,-12 3 0,-81 31 231,100-35-297,-46 20 66,0 1 1,-53 34-1,59-30-62,-26 14-610,3 4-1,-114 95 0,5 34-3661,98-83-1185,14 3-3290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33.4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12153,'0'0'5457,"10"9"-3873,20 9 8,7-3-176,3 10-164,7 2-224,77 45 396,-47-30-1048,10 6-668,4 1-796,3 2-1024,3 15-972,10 7-2777,10-4-5000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34.86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0 495 5144,'0'0'2134,"0"-3"-1144,0-41 10309,0 25-10508,21 9-534,10-1-172,0 2 0,55-9 0,-21 5-34,765-142 166,-352 70-148,-350 66 256,47-10 328,-140 14-515,-32 14-148,-1-2-425,0-1 0,1 1 1,-1 1-1,1-1 0,0 0 1,0 0-1,4-2 0,1-2-1524,-4 5 1063,3-4-117,-4-1-4348,0-8-1261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35.50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628 27 6621,'-19'7'1770,"18"-7"-1606,0 0-1,0 0 1,0 0-1,0-1 1,0 1-1,0 0 1,0-1-1,0 1 1,0 0-1,0-1 0,0 1 1,1-1-1,-1 1 1,0-1-1,0 0 1,1 1-1,-1-1 1,0 0-1,1 0 0,-1 1 1,0-1-1,1 0 1,-1 0-1,0-1 1,-4-5 6064,1 3-6180,-7-5 1497,9 11-774,4 7-561,0-5-182,0-1-1,0 1 1,1-1 0,-1 1 0,1-1 0,-1 0-1,1 0 1,0 0 0,0 0 0,5 3-1,38 23 47,-30-19-83,4 2 28,0-1 0,0-1 0,1-1 0,24 7 0,90 18-527,-14-5-396,-55-11 292,139 43-1530,-173-49 1829,0 0 1,0 3-1,-2 0 0,35 25 0,-58-36 284,-1 1 0,-1 0 0,1 1-1,-1-1 1,0 1 0,0 0 0,0 0-1,-1 0 1,0 1 0,0 0 0,-1 0-1,0 0 1,0 0 0,-1 0-1,0 0 1,0 1 0,0-1 0,0 12-1,-1-6 13,-1 0-1,-1 0 1,0 0-1,-1 0 1,0 0-1,-1 0 1,0 0-1,-1-1 1,-10 23-1,11-29 10,-19 42 1,-2-1-1,-41 62 1,44-77 32,-23 49-1,-7 9-58,37-65 56,12-20-3,0-1 1,0-1 0,-1 1-1,1 0 1,-1-1 0,0 1-1,-6 5 1,-47 36 426,-88 55-1,109-78-270,-448 240 2491,326-187-1623,-205 134-1,353-203-1028,4-3-24,0 1 1,0-1-1,1 1 1,-1 0-1,-5 7 1,10-10-67,0 0 0,-1 0 0,1 0 0,0 0 1,-1 0-1,1 0 0,0 1 0,0-1 0,0 0 0,0 0 0,0 0 1,0 0-1,0 1 0,1-1 0,-1 0 0,0 0 0,1 0 0,-1 0 0,0 0 1,1 0-1,0 0 0,-1 0 0,1 0 0,-1 0 0,1 0 0,0 0 0,0 0 1,1 1-1,3-1-490,0 0 0,0 0 0,0-1 1,0 0-1,0 0 0,0 0 1,0-1-1,0 0 0,0 0 0,0 0 1,7-3-1,-1 2-1456,36-9-5205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37.9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1571 267 4876,'-28'15'1187,"29"-19"-239,0-1 0,0 0 0,0 0 1,-1 1-1,0-1 0,0 0 0,0-7 0,-5-1-566,4 11 703,1-2-894,0 2-169,0 0-1,0 0 1,-1-1-1,1 1 1,0 0-1,-1-1 1,0 1-1,1 0 1,-1 0-1,0 0 1,0 0-1,0 0 1,0 0-1,0 0 1,-1 0-1,1 0 1,-3-2-1,0 0 0,-1 1 1,0-1-1,0 1 0,0 0 1,-1 0-1,-8-2 0,-10-4-10,-1 1-1,0 1 1,0 2 0,-1 0-1,1 2 1,-1 1-1,0 1 1,0 1 0,-49 6-1,71-5-10,-40 3 3,-65 15-1,-83 35-8,143-42 18,-1 1 0,2 3 0,0 3 0,-82 43 0,75-31 72,24-15-122,-32 24 1,18-5 109,1 2 0,2 1 1,1 3-1,-44 59 0,69-80 60,2 1 0,-22 45 0,30-55-7,1 1 0,1 1-1,0-1 1,0 0 0,2 1-1,-1 0 1,0 22 0,3-27-75,-1-1 0,2 1 1,-1 0-1,1 0 0,1 0 0,-1 0 1,1-1-1,1 1 0,-1 0 0,1-1 0,7 12 1,5 4 96,1-2 1,2 0-1,0-1 1,1 0 0,38 30-1,-19-25 119,1-2-1,1-1 1,0-2-1,2-2 1,0-2-1,85 21 1,-65-24-15,0-1 0,1-4 0,1-2 0,-1-3 0,1-3 0,74-10 0,375-60 685,-298 42-893,148-28 189,-329 49-222,221-53 243,-179 39-154,96-41 1,125-59 95,-210 86-246,40-18 80,-102 41-55,-5 3 27,-1-1 0,1-1-1,-2 0 1,1-1 0,-2-1-1,0-1 1,16-17 0,-6 3 0,-2-2 1,-1-1-1,30-50 1,-24 19 43,-29 59-67,-1-1 24,0-13-33,-1 0 0,-1 1 0,0-1 0,-1 1 0,-1-1 0,0 1 0,-2 0 0,0 0 0,0 1 0,-1 0 0,-1 0 1,-1 0-1,0 1 0,-1 1 0,0-1 0,-1 2 0,-1-1 0,0 2 0,0-1 0,-21-13 0,2 7-42,-1 0 0,-1 3 0,0 0 0,-1 3 0,-38-10 0,17 9-46,-1 3 1,0 3-1,-91-1 1,38 6-37,-118 4-227,201 0 293,-18 0-20,0 2-1,1 1 1,-1 3-1,-52 16 1,66-15 93,1-2 0,-56 7 0,37-7 23,39-6-14,-203 41 3,188-34-10,-132 33 34,58-25-43,87-12 35,5-3-16,1 1 0,-1-1 1,0 0-1,0-1 0,1 1 0,-1-1 1,-10-1-1,12 1-325,-15 0 867,6 3-4622,16 12-2009,-3-13 4671,3 14-6114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40.1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46 289 4936,'-16'-3'7578,"-3"6"-3750,16-3-2762,10-3 1118,4-3 675,-26 11-2788,5-1-72,9-4 0,1 1-1,0 0 1,0-1-1,0 1 1,0 0-1,1-1 1,-1 1 0,0-1-1,0 1 1,0-1-1,0 1 1,0 0-1,1-1 1,-1 1 0,0-1-1,1 1 1,-1-1-1,0 1 1,1-1-1,-1 1 1,1-1 0,0 1-1,5 9-2,-1 0-1,1 0 1,-2 0 0,8 22-1,11 25 25,5 6-46,-13-26 89,-13-35-60,-1 0 1,1 0 0,0 0 0,0-1-1,-1 1 1,1-1 0,1 1-1,-1-1 1,0 0 0,3 2 0,0 0 4,-3-2-4,0-1 0,0 1 0,1 0 0,-1-1 0,0 1 0,0-1 0,1 0-1,-1 0 1,0 0 0,0 0 0,1 0 0,-1 0 0,0-1 0,3 0 0,3 0 44,3-1-45,0 0 0,-1-1 0,1-1 0,0 0 0,-1 0 0,0-1 0,0 0-1,13-9 1,6-7-2,40-36-1,-30 25-18,-27 23 10,0 0 0,-1-1 0,0-1 0,-1 1 0,0-2-1,13-18 1,-11 12-24,-9 14 15,0-1 0,0 0 0,0 1 1,-1-1-1,1 0 0,-1-1 0,0 1 0,-1 0 0,1 0 0,0-7 0,10-68-120,-11 77 133,-1-18-23,0 15-21,0 1 0,0-1-1,0 1 1,-1 0 0,0-1 0,0 1-1,0 0 1,-1-1 0,0 1-1,0 0 1,-3-6 0,1 2-46,3 6-42,-9-7-205,-3-5-239,8 13 500,0 0 1,0 0 0,0 1 0,0-1 0,0 1 0,0 0 0,0 1 0,0 0-1,0-1 1,-8 2 0,1-1 107,-24-8-166,32 7 123,1 2-5,-28 4-207,28-5 214,-16 7 33,16-6-30,0 1-1,0-1 1,1 1 0,-1 0 0,1 0-1,-1 0 1,1 0 0,0 1-1,0-1 1,0 0 0,0 1-1,0 0 1,-2 5 0,-17 45 84,5-12-21,11-29-37,0 0-1,1 0 1,0 0-1,1 1 0,0-1 1,1 1-1,1 0 1,0-1-1,0 1 0,1 0 1,1 0-1,0 0 1,1-1-1,0 1 0,1 0 1,1-1-1,0 0 1,0 0-1,1 0 0,10 16 1,-9-19 26,1-1 0,0 0 0,0 0 1,1-1-1,0 0 0,0 0 0,1 0 1,0-2-1,0 1 0,0-1 0,1 0 1,0-1-1,0 0 0,20 5 0,17 5 5,12 2-45,-1 3 0,92 44 1,-141-58-10,-1 0 1,0 1-1,-1 0 1,1 0-1,-1 0 1,-1 1-1,1 0 1,-1 1-1,0-1 1,8 15-1,-13-19 15,-1 1-46,0 3 14,0 0 0,0 0 0,-1 0 0,0 0 1,-1 0-1,0-1 0,0 1 0,0 0 0,-1-1 0,0 1 0,0-1 0,0 0 0,-1 0 0,0 0 0,0-1 0,-1 1 0,1-1 0,-1 0 0,-9 7 0,-11 7-43,0-2-1,-1 0 1,0-2-1,-56 22 1,70-31 22,-85 25-1083,94-30 958,0 0 0,0 0-1,0-1 1,0 1 0,0-1 0,0 0-1,0 0 1,-1 0 0,1 0 0,-4-1-1,-2 0-513,8 1 578,0-1 0,1 1 0,-1 0 0,0 0-1,0-1 1,0 1 0,0-1 0,0 1 0,1-1-1,-1 1 1,0-1 0,1 0 0,-1 1-1,0-1 1,1 0 0,-1 1 0,0-1 0,0-2-1,-3-2-337,-8-4-286,-14-14-3802,16 9-385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40.4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7 8065,'10'-6'1884,"0"24"3616,11-27-11304,-1 3-857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46.32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9333,'8'31'2426,"-1"0"0,2 41-1,3 12 729,4 26-232,4 18-909,78 352 993,-76-357-4034,-6 1 0,0 162 0,-21-17-3494,-16-2-3663,7-141-745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47.05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42 10465,'17'-9'335,"-9"5"-119,0-1 0,0 1 0,0 1 0,0-1 0,1 1 0,-1 1 0,1 0 0,0 0 0,0 0 0,0 1 0,0 1 0,12 0 0,-3 1 78,0 2 1,1 0-1,-1 1 0,-1 1 1,1 1-1,-1 1 0,0 0 1,0 1-1,-1 0 0,0 2 1,0 0-1,-1 0 0,-1 2 1,0 0-1,0 0 0,-1 2 1,-1-1-1,16 23 0,-22-26-264,0 0-1,-1 1 0,0-1 0,0 1 1,-1 0-1,-1 0 0,0 1 0,0-1 0,-1 1 1,-1 0-1,0-1 0,0 1 0,-1 0 0,-1 0 1,0-1-1,0 1 0,-1 0 0,-7 19 1,-4 9-181,-3-2 0,-1 1 0,-42 68 0,-21 17-401,-21 36-347,87-134 675,1 0 0,1 1 0,1 1-1,-8 33 1,17-53 146,0-1 1,1 0-1,0 1 0,0-1 0,0 1 1,1-1-1,1 1 0,-1-1 0,3 10 1,-2-13 18,0 0 0,1-1 0,0 1 0,0 0 0,0-1 0,0 1 0,0-1 0,1 1 0,-1-1 0,1 0 0,0 0 0,0 0 0,0-1 0,0 1 0,0-1 0,1 1 0,-1-1 0,5 2 0,2 0-98,0 0 0,1 0 1,-1-1-1,1 0 0,0-1 0,0 0 0,0-1 1,0 0-1,13-1 0,15-2-483,49-9 1,-79 10 549,737-124-2263,-610 101 2590,86-10 438,-184 31-339,0 1 0,0 2-1,69 8 1,-99-7-224,0 0 0,-1 1 1,1-1-1,0 2 0,-1-1 0,1 1 0,-1 0 0,0 0 0,0 1 1,0 0-1,-1 1 0,1-1 0,-1 1 0,0 0 0,0 1 0,-1-1 1,0 1-1,8 11 0,-12-15-29,0-1 1,0 1-1,1 0 1,-1 0-1,1-1 0,-1 1 1,1-1-1,0 1 1,-1-1-1,1 0 1,0 1-1,0-1 0,0 0 1,0 0-1,0-1 1,0 1-1,0 0 0,0-1 1,1 1-1,2 0 1,3-1-12,0 0 0,-1 0 1,1-1-1,10-1 0,-10 1-89,36-7 126,55-18-1,0 0-251,276-46-750,193-46 851,-514 103 492,-1-2-1,-1-3 0,70-35 1,-16 5 77,2 6 1,2 4-1,2 6 0,133-25 1,54 5-2720,116-26-3202,-352 69 4650,2 2 0,67-1 0,9 0-1960,-136 9 2132,-6 1-431,-1 0 986,1 1 0,0-1-1,0 0 1,0 1 0,0-1 0,0 1 0,0-1 0,0 1 0,0 0 0,1-1 0,-1 1 0,0 0 0,0-1 0,-1 3-1,-11 7 280,-7-3 98,0-1-1,-1-1 1,1-1-1,-34 3 0,31-5 239,21-5-763,1 0-1,-1-1 1,1 1-1,0-1 1,-1 1-1,0-6 1,10-4-1584,2 1-111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47.45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105 0 7101,'-1'3'2659,"-1"2"-1492,0 0 1,0 0-1,1 0 0,-1 0 0,1 0 0,0 0 1,0 6-1,0-6-699,0 0 1,-1-1-1,1 1 0,-1-1 1,0 1-1,0-1 1,-1 0-1,1 0 1,-1 0-1,0 0 0,0 0 1,0-1-1,0 1 1,-1-1-1,-7 5 1,-18 25 2587,27-31-649,-13 23-1708,16-22-705,-1 0-1,1 0 1,0 0-1,0 0 1,0 0-1,0-1 1,0 1 0,1 0-1,-1-1 1,1 1-1,0-1 1,0 1-1,0-1 1,3 3-1,1 1-264,0 0 0,1 0 0,0-1-1,8 6 1,10 6-3658,32 27-1,-50-33-1496,-6 4 2768,-1-8 606,2 32-8271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50.02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5966 376 4808,'-15'5'4076,"11"-12"4773,-1-5-4110,-4 4-7399,-16-7 2689,23 13-22,-1 1-22,-49-20 373,50 19-257,-35 12 674,-43 4 389,51-17-1076,14 0-58,-252-4 169,5 2-20,-56-14-30,-331-25 128,-1234-131 162,1107 112-353,2 46-106,216 24-545,523-8 180,10 1-53,-35 3 0,52-2 55,0 0-1,1 1 1,-1 0-1,1 0 1,0 0-1,0 1 1,0 1-1,-12 6 1,17-8-872,26-5-7746,2 3 3860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50.45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733 1 5733,'0'0'8386,"-3"1"-8217,0 0-140,-1 1 0,1 1 0,0-1 0,-1 1 1,1-1-1,1 1 0,-1 0 0,0 0 0,1 0 0,-1 0 0,1 0 0,0 1 0,0-1 1,-2 7-1,-25 64 135,21-50-106,-176 436 354,39-106-284,64-151-49,-118 349 22,188-514-64,1 0 0,-7 77 0,16-105-34,0-1-1,1 1 1,0 0-1,1-1 0,0 1 1,0 0-1,1-1 1,1 1-1,-1-1 1,1 0-1,1 0 1,0 0-1,0 0 0,1 0 1,0-1-1,0 0 1,11 12-1,-7-12 3,1 1-1,1-1 0,-1-1 1,1 0-1,0-1 1,1 0-1,-1 0 1,26 7-1,4-2 57,61 8-1,-98-18-55,107 13-13,1-5-1,117-6 1,228-29-64,-433 25 70,720-78-1572,-345 33-3770,-192 24-643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51.0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91 4872,'2'-3'340,"0"-1"0,1 0-1,-1 1 1,1 0-1,-1-1 1,1 1-1,0 0 1,0 0-1,1 1 1,6-6-1,-9 8-346,0-1 116,0 0-1,0 0 0,0-1 1,0 1-1,0 0 0,0-1 1,0 1-1,-1 0 1,1-1-1,0 1 0,-1-1 1,1 1-1,-1-1 1,1-2-1,-1 3-55,0 0 0,0 0 0,1-1 1,-1 1-1,0 0 0,1 0 0,-1-1 0,1 1 0,0 0 0,-1 0 1,1 0-1,0 0 0,-1 0 0,1 0 0,0 0 0,0 0 0,0 0 1,0 0-1,0 1 0,0-1 0,0 0 0,0 1 0,0-1 0,1 0 1,0 0-1,8 0 37,0 1 0,0-1-1,0 1 1,-1 1 0,1 0 0,0 1 0,-1-1 0,1 2 0,-1-1 0,11 6 0,-2-3 33,699 224 1274,-182-55-1073,297 68-835,1272 202-1,-176-269-246,-1454-175-128,-470-1 837,125-9-788,-112 8-150,-1-2-1,0 0 1,16-7 0,-14 2-2968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51.51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1190 0 5080,'-4'2'443,"1"-1"0,0 1-1,-1 0 1,1 0-1,0 0 1,0 0 0,-4 4-1,-28 38 214,11-11-263,-73 77-33,-3-3 0,-6-5 0,-145 109 0,62-67-190,-44 12 22,111-80-48,120-74-152,3-1 4,0-1-1,0 1 0,1-1 0,-1 1 0,0-1 0,0 1 1,1-1-1,-1 0 0,0 0 0,1 1 0,-1-1 0,3 0 1,1 0-7,9 0-1,0 0 0,0-1-1,26-6 1,-8 2 22,101-8-34,208 7 0,-281 6-2,792 44-4903,-628-16 1420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52.39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140 97 11701,'-67'-96'10055,"65"102"-9058,-20 107 1129,-11 189 1,17-63-1036,30 460 0,-5-609-952,3-1 0,49 173 0,-48-222-128,3 0 1,1-2 0,29 50 0,-31-64-49,1-1 0,2 0 0,0-1 0,1-1 1,39 33-1,-42-41-100,0-1 1,2-1 0,-1-1 0,1-1-1,1 0 1,-1-1 0,1-1 0,1-1-1,-1-1 1,1 0 0,0-1-1,0-2 1,1 0 0,-1-1 0,36-3-1,-34 0-41,1-2 0,-1 0 0,1-1-1,-1-2 1,0 0 0,-1-1 0,0-1-1,0-1 1,-1-1 0,-1-1 0,0-1-1,0 0 1,27-27 0,-18 11 30,-1-2 1,-1 0-1,-2-2 0,-1-1 1,-2-1-1,-1-1 1,-2 0-1,14-42 0,7-37 82,31-163 0,-10 34 929,-56 230-732,1 0 0,0 0 0,1 0 0,1 1 0,0-1 0,1 2 1,1-1-1,17-19 0,-19 24-13,0 1 1,1 0-1,0 1 1,0 0 0,1 0-1,-1 0 1,2 1-1,-1 1 1,0 0-1,1 0 1,0 0-1,-1 1 1,17-2-1,-3 3 96,1 1 0,-1 0-1,1 2 1,-1 1-1,0 1 1,1 1-1,27 8 1,-6 2 159,0 1-1,68 35 1,-90-39-288,-1 2 0,0 0-1,-1 2 1,0 0 0,-1 1-1,-1 1 1,-1 1 0,0 1-1,-1 0 1,-1 1 0,-1 1-1,-1 0 1,-1 1 0,-1 1 0,0 0-1,-2 1 1,-1 0 0,-1 0-1,6 31 1,-4-4-319,-3-1 1,2 78-1,-13 106-2485,2-171 1540,-7 97-2771,-1 11-6862,12-113 1640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53.2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1285 14229,'137'-132'5121,"105"-110"-1583,-189 184-3206,-27 32-217,-1-1-1,-1-2 1,-1 0 0,24-43 0,-44 67-111,-1 0 1,0 0 0,1-1-1,-2 1 1,1-1 0,-1 1 0,0-1-1,0 0 1,0 1 0,-1-1 0,0 0-1,0 0 1,0 1 0,-1-1 0,0 0-1,0 1 1,0-1 0,-1 0 0,0 1-1,0 0 1,0-1 0,-1 1-1,0 0 1,0 0 0,0 1 0,0-1-1,-6-5 1,8 9-6,-1-1-1,1 1 0,-1 0 1,0-1-1,0 1 0,0 0 0,1 0 1,-1 0-1,0 0 0,0 1 1,-1-1-1,1 0 0,0 1 1,0 0-1,0-1 0,0 1 1,0 0-1,-1 0 0,1 0 1,0 0-1,0 1 0,0-1 1,-3 1-1,-7 1-2,-1-1 25,0 1-1,0 1 1,1 0 0,-1 1-1,1 0 1,0 1-1,0 0 1,0 1 0,-16 11-1,12-5 83,0 0 0,0 2-1,1-1 1,1 2 0,-21 27 0,17-17 98,2 0 1,0 1-1,2 1 0,1 0 1,1 1-1,2 1 1,0-1-1,-6 41 1,12-47-85,1 0 1,1 0 0,0 0-1,2 0 1,1 0 0,1 0 0,1 0-1,8 32 1,-8-43-119,1 0 0,0 0 0,1 0 0,0-1 0,0 0 0,1 0 0,1-1 0,-1 1 1,2-1-1,-1-1 0,1 0 0,0 0 0,1 0 0,0-1 0,0 0 0,1-1 0,0 0 0,12 6 0,-3-4-173,1 0 0,0-1 0,1-1 0,0-1 0,-1-1 0,1-1 0,1-1 0,-1 0 0,0-2 0,0-1 0,1 0 0,21-5 0,-18 1 38,-1-1-1,1-2 1,-2 0 0,1-1-1,-1-2 1,0 0-1,-1-2 1,-1 0-1,38-31 1,-13 3-65,-1-2 0,47-59 1,69-109 591,-23 29 2426,-134 178-2750,0 0 0,1 1-1,-1 0 1,1 0 0,0 0 0,-1 1-1,1-1 1,1 1 0,-1 1-1,0-1 1,0 0 0,0 1 0,1 0-1,6 0 1,17-2 153,38 2 0,-41 0-166,29-4-208,0-2 0,63-18 0,-60 12-79,59-5-1,-71 15 201,1 3-1,86 10 0,-77-4 100,-28-5-152,1-2 0,-1 0 0,0-2 0,0-1 0,0-1 1,-1-1-1,0-1 0,0-2 0,0-1 0,-1-1 0,-1-1 0,0-1 1,37-26-1,-44 23-15,-1-1 0,-1 0 0,0-2 0,-2 1 0,25-41 0,5-7 504,1-5 1000,-43 67-1325,-1 2 79,1 0-15,4-2-127,-1 1 0,0 0 0,1 0 0,0 1 0,0-1 0,-1 1 0,1 1 0,1-1 0,-1 1 0,0 0 0,10 0 0,16-4-267,-19 3 134,26-5-602,-1-2 1,43-15 0,-75 22 656,0 0 0,0 0-1,0-1 1,0 0 0,-1 0 0,1 0-1,-1-1 1,0 0 0,0 0 0,0 0 0,-1-1-1,0 1 1,0-1 0,0 0 0,0 0-1,3-7 1,-7 11 80,1 1 0,-1-1 0,0 0 0,1 0 0,-1 1 0,0-1 0,0 0 1,1 0-1,-1 1 0,0-1 0,0 0 0,0 0 0,0 1 0,0-1 0,0 0 0,0 0 0,-1 1 0,1-1 0,0 0 0,0 0 0,-1 1 0,1-1 0,0 0 0,-1 0 0,1 1 0,0-1 0,-1 1 0,1-1 0,-1 0 0,1 1 1,-1-1-1,0 1 0,1-1 0,-1 1 0,1-1 0,-1 1 0,0 0 0,1-1 0,-1 1 0,0 0 0,0-1 0,1 1 0,-1 0 0,0 0 0,0 0 0,1 0 0,-1 0 0,0 0 0,-1 0 0,0 0 63,0 1 0,0 0 0,0-1 0,0 1 0,0 0 0,0 0 0,0 1 0,1-1 0,-1 0-1,0 0 1,1 1 0,-1-1 0,1 1 0,0-1 0,-2 3 0,-17 28 692,18-27-728,0-1 0,1 1 0,-1 0 0,1 0 0,1-1 0,-1 1 0,1 0 0,-1 0 0,1 0 0,1 0 0,-1 0-1,1 0 1,0 0 0,0-1 0,0 1 0,1 0 0,-1 0 0,1-1 0,0 1 0,1-1 0,-1 0 0,1 0 0,0 0 0,0 0 0,0 0 0,0 0 0,1-1 0,0 0 0,4 4-1,11 7-89,2 0 0,-1-2 0,2 0-1,37 14 1,-36-15-120,-4-3 41,-1 1-1,1 1 1,-2 0 0,27 22 0,-39-28 111,0 0-1,-1 0 1,1 1 0,-1 0 0,0 0-1,0 0 1,-1 0 0,0 1-1,0-1 1,0 1 0,-1 0 0,1 0-1,-1 0 1,-1 0 0,1 0 0,-1 0-1,0 1 1,-1-1 0,1 9-1,-3 0-36,0 1-1,-1 0 1,0-1-1,-2 1 1,0-1-1,0 0 1,-11 19-1,-62 99-1691,58-103 830,-1 1-475,-10 15-1498,19-12-5216,9-14-404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53.4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7 776 13633,'17'-15'5711,"-20"16"-3864,-17 8 2283,50-16-1225,7-1-2616,194-23 1170,-72 11-1102,847-153 150,-259 40-1482,-456 88 278,691-133-2450,-933 167 2788,145-39-1114,-167 41 302,1-1 0,-2-1-1,0-1 1,37-23-1,-43 18-4704,-18-3-3594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2:54.4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16 893 10137,'-2'-4'520,"0"0"0,0 0 0,0 0 0,0-1 0,1 1 0,0-1 0,0 0 0,0 1 0,0-1 0,1 0-1,-1 1 1,1-1 0,1 0 0,1-10 6016,15 25-3292,-5-1-2759,0 1 0,-1 1 0,0 0 0,0 0-1,-1 1 1,15 24 0,48 91 1045,-55-93-1245,89 188 110,-91-182-413,-3 1 0,-1 0 1,12 74-1,-20-83-48,38 229-2689,-23-185-1017,-22-95 3567,-1 0 0,2 0 1,1 0-1,0 0 1,2 0-1,4-37 0,30-120-111,-29 150 287,29-105-186,88-221 0,97-107 259,-54 182-56,-124 218 0,2 2-1,74-73 0,-107 118 14,1 1-1,1 0 1,0 1-1,0 1 1,20-11 0,-33 20-1,1-1 0,0 1 1,0-1-1,0 1 1,0-1-1,0 1 1,0 0-1,0 0 1,0 0-1,0-1 1,0 1-1,0 0 1,0 0-1,0 0 1,0 0-1,0 1 0,0-1 1,0 0-1,0 0 1,0 0-1,0 1 1,0-1-1,0 1 1,0-1-1,0 1 1,-1-1-1,1 1 1,0-1-1,0 1 1,0 0-1,-1-1 1,1 1-1,0 0 0,-1 0 1,1 0-1,-1-1 1,1 1-1,-1 0 1,1 0-1,-1 0 1,0 0-1,1 0 1,-1 0-1,0 0 1,0 0-1,1 0 1,-1 0-1,0 2 0,1 2 3,-1 1 0,1 0 0,-1 0-1,-1 0 1,1 0 0,-1 0-1,-1 6 1,-2 1 6,-1 0-1,0 0 0,-1-1 1,0 0-1,-1 0 1,-13 16-1,-59 67 17,68-82-24,-269 263 15,65-69-623,162-150-694,-84 115 0,130-162 1046,1 0 1,0 0 0,1 0-1,0 1 1,0 0-1,1 0 1,0 0-1,1 1 1,-3 20 0,6-27 134,0 1 0,0 0 0,0 0 0,1-1 1,0 1-1,0 0 0,0-1 0,1 1 1,0-1-1,0 0 0,0 1 0,1-1 1,-1 0-1,1 0 0,1-1 0,-1 1 1,1 0-1,-1-1 0,1 0 0,0 0 1,10 7-1,9 4-75,0 0 0,1-1 1,1-2-1,0 0 0,40 11 1,138 31 560,-6-18 1377,232 11 0,-157-21 159,-227-21-1703,0-2-1,1-1 1,-1-3 0,0-2-1,0-2 1,0-1 0,0-3-1,-1-1 1,0-3-1,-1-1 1,77-38 0,33-25-1271,3 7 0,261-81 0,-254 105 437,-154 44 609,183-61-516,-167 54 484,46-16 165,107-55 0,-155 69-431,0 0 1,2 1-1,43-12 1,78-7-1794,-2 0 1284,-128 25 1284,-1-1 0,0-1 0,22-11 0,-36 17-371,0-1-1,0 1 1,-1-1 0,1 1-1,0-1 1,0 1-1,-1-1 1,1 0 0,0 1-1,-1-1 1,1 0-1,-1 0 1,1 0 0,-1 1-1,1-1 1,-1 0-1,0 0 1,1 0 0,-1 0-1,0 0 1,0 0-1,1 0 1,-1 0 0,0 0-1,0 1 1,0-1-1,0 0 1,0 0 0,0 0-1,-1 0 1,1 0-1,0 0 1,0 0 0,-1 0-1,1 0 1,-1 0 0,1 1-1,0-1 1,-1 0-1,0 0 1,1 0 0,-1 1-1,1-1 1,-1 0-1,0 1 1,0-1 0,0 0-1,-10-6 280,8 5-227,2-1-2748,-10-27-4664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04.98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36 1 12173,'-2'0'413,"1"0"1,-1 0-1,1-1 0,-1 1 0,1 0 0,-1 1 1,1-1-1,0 0 0,-1 0 0,1 1 0,-1-1 1,1 0-1,-1 1 0,1 0 0,0-1 0,-2 2 1,2-1-238,0 0-1,0 0 1,0 0 0,1-1 0,-1 2 0,0-1 0,1 0-1,-1 0 1,1 0 0,-1 0 0,1 0 0,-1 0 0,1 0 0,0 1-1,-1 1 1,1 5 22,0 1 0,1-1 0,0 0 0,0 0 0,3 9 0,-2-4 561,54 216 2889,-12-54-2003,-38-151-1591,121 494 1985,-79-353-1327,78 178-1,-89-264-711,4-1 0,3-2 0,97 127 0,-116-170 0,1-2 0,1 0 0,2-2 0,1-1 0,2-2 0,54 37 0,-48-40-97,0-2 1,2-1-1,0-2 0,1-2 0,0-2 1,1-1-1,1-2 0,0-3 0,0-1 1,1-2-1,0-1 0,0-3 0,0-2 1,0-2-1,71-13 0,-78 8-29,-1-1 1,0-2-1,0-2 0,-1-1 1,-1-2-1,0-1 0,-2-2 1,33-24-1,-39 23 61,-1-1-1,-1-1 1,-2-1-1,0-1 1,-1-1 0,-1 0-1,-1-2 1,-2-1-1,28-58 1,-33 56-50,-2-2 0,0 1 0,-2-1 0,-2-1 0,-1 1 0,-1-1 0,-2 0 0,-1 0 0,-2 0 0,-1 0 0,-9-50 0,-1 26 79,-3 0-1,-2 0 1,-3 2 0,-2 0-1,-46-83 1,40 91 267,14 26-58,2-1 0,0-1 0,1 0-1,-15-46 1,26 65-147,-1 0 0,1 0-1,-1-1 1,1 1 0,0 0 0,1 0-1,-1 0 1,1 0 0,-1 0 0,1 0-1,1 0 1,-1 0 0,0 0-1,1 0 1,0 1 0,0-1 0,0 0-1,0 1 1,1 0 0,-1 0-1,1-1 1,0 1 0,0 1 0,0-1-1,0 0 1,1 1 0,5-4-1,3-1 37,1 0-1,-1 1 1,1 1-1,1 0 1,-1 1-1,25-5 0,-7 4-25,-1 2 0,1 1 0,-1 1-1,1 2 1,-1 1 0,1 1-1,-1 2 1,0 1 0,0 1 0,-1 2-1,0 1 1,0 1 0,-1 1 0,35 21-1,-29-12-19,0 2 1,-2 1-1,-1 1 0,0 2 0,-2 1 0,-2 1 0,0 2 0,-2 0 1,-1 2-1,27 50 0,-24-30-23,-3 1 1,-2 1-1,21 81 0,26 180-870,-37-155-393,-27-137 998,45 189-2843,-4-78-2236,-20-83-1065,1-16-4067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05.67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33 1454 13197,'1'-9'2337,"2"-21"-297,1 0-1,11-38 1,-2 20-1134,3 1 1,26-54-1,-24 62-752,-2 0-1,-2-1 1,-1-1-1,-3 0 1,-1-1-1,4-52 1,-12 91-151,-1-1 1,0 0-1,0 0 0,-1 1 0,1-1 1,-1 0-1,0 0 0,0 1 1,0-1-1,0 1 0,-1-1 0,1 1 1,-1-1-1,0 1 0,0 0 1,0 0-1,-1 0 0,1 0 1,-1 0-1,-3-2 0,4 3-3,0 1 1,0 0-1,0 0 1,0 0-1,-1 0 0,1 0 1,0 0-1,-1 1 0,1-1 1,0 1-1,-1-1 0,1 1 1,-1 0-1,1 0 0,-1 0 1,1 1-1,0-1 0,-1 0 1,1 1-1,-1 0 0,1-1 1,0 1-1,0 0 1,-1 0-1,1 0 0,0 1 1,0-1-1,0 0 0,0 1 1,-3 3-1,-4 4 4,-1 0 0,1 1 0,1 1-1,0-1 1,1 1 0,0 1 0,-9 18 0,8-11 4,0 1 1,1 0-1,1 0 0,-4 22 1,9-27-5,-1-1 1,2 0-1,0 1 1,0-1-1,1 1 0,1-1 1,1 0-1,0 0 1,0 0-1,2 0 1,0 0-1,12 24 1,-11-27-11,0 0-1,1-1 1,0 0 0,1-1 0,-1 1-1,2-1 1,0-1 0,0 1 0,0-2 0,1 1-1,0-1 1,0-1 0,1 0 0,0 0 0,19 6-1,-11-7-30,-1 0 0,1-2 0,-1 0 0,1-2 0,0 0 0,0-1 0,0 0 0,0-2 0,0 0 0,0-1 0,35-11 0,5-7 49,0-3-1,68-39 1,-75 37 125,1-2 148,98-70-1,-126 78-253,-1 0 0,-1-1 0,35-41-1,46-78 842,-84 106-277,-18 29-511,0 0 0,1 1-1,0-1 1,0 1-1,0-1 1,0 1 0,1 0-1,0 1 1,-1-1-1,1 0 1,1 1 0,-1 0-1,0 0 1,6-3-1,184-77 933,62-32-781,-221 96-235,-1-2 1,-1-2-1,42-37 0,-57 43 3,0-1-1,-1-1 0,-1 0 1,-1-1-1,-1-1 0,18-35 0,47-115 18,-77 167-24,0 6 9,30 43 51,-28-38-51,0 1 1,1-1-1,0 0 1,0-1-1,0 1 1,1-1-1,0 0 1,0-1-1,1 1 0,-1-1 1,1 0-1,11 5 1,5-3 0,-1-1 0,1-1 0,0 0 0,1-2 0,43 0 0,-44-3-2,0 1-1,0 1 1,0 1-1,0 1 1,-1 1 0,26 9-1,-39-10-4,0-1 0,0 2 0,0-1 0,0 1 0,-1 1 0,0-1 1,0 1-1,0 1 0,-1 0 0,0 0 0,0 0 0,0 1 0,-1 0 0,-1 0 0,1 0 0,-1 1 0,-1 0 0,1 0 0,-2 0 0,1 1 0,-1-1 1,-1 1-1,1 0 0,0 11 0,-1 6-337,0 0 1,-2 1-1,-1-1 1,-1 0-1,-11 52 1,-2-20-2835,-35 90 0,30-108-453,6-18-1688,2-8-4549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05.92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21 1098 17330,'-1'0'-2,"-17"2"3653,18-2-3522,0-1 0,-1 0-1,1 1 1,0-1 0,0 0 0,0 1-1,0-1 1,0 0 0,0 1-1,0-1 1,0 0 0,0 1 0,0-1-1,0 1 1,1-1 0,-1 0 0,0 1-1,0-1 1,0 0 0,1 1-1,-1-1 1,0 1 0,1-1 0,-1 1-1,1-1 1,-1 1 0,1-1-1,-1 1 1,1-1 0,0 0 0,13-15 691,0 1 1,1 0 0,1 1 0,0 1 0,34-22 0,-24 17-447,125-79 372,172-81 1,-252 140-1021,244-121-2013,239-133-6197,-495 254 3993,72-58 1,-64 40-4262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06.14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 1 13761,'0'3'275,"-1"0"-1,1 0 0,0 0 1,0 0-1,0 0 0,0 0 1,1 0-1,-1 0 0,1 0 0,0 0 1,-1 0-1,1 0 0,1 0 1,-1-1-1,0 1 0,1 0 1,-1-1-1,1 1 0,0-1 1,2 3-1,4 5 623,1 0 0,0-1 0,18 15 0,3-2 281,0-3-1,1 0 1,0-2 0,38 15-1,143 44 1691,-164-60-2399,126 41-190,143 51-113,-221-71-173,112 62 1,-174-80 6,-1 1 0,-1 1 0,-1 2 0,-2 2 0,0 0 0,27 32 0,-40-38 0,0 1 0,-1 1 0,-1 0 0,-1 1 0,-1 1 0,-1-1 0,-1 2 0,-2 0 0,0 0 0,6 30 0,-9-20-65,-2 1 0,-2 0 1,-1-1-1,-1 1 0,-2-1 0,-2 1 1,-1-1-1,-1 0 0,-2-1 0,-20 51 1,-1-14-343,-2-1 0,-3-2 1,-78 109-1,63-108-861,-4-3 1,-2-2-1,-89 77 1,-30 1-3125,-11-15-3498,75-57-2202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06.27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305 94 13865,'-7'-21'4869,"-10"15"-2961,1 0-340,-1 0-320,-10 0-264,-3-3-600,7 0-780,-24-3-644,17 0-1152,9 6-228,-5 12-3181,-18 6-4592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07.67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469 1405 5392,'3'-48'2017,"-2"38"7571,1 9-9047,29-10 5351,-34 11-5582,-22-6 96,20 4-380,0 1 1,0-1-1,0 1 1,0 0-1,-1 1 1,1-1-1,0 1 1,0 0-1,-1 1 1,1-1-1,0 1 1,-9 2-1,0 3-8,0 0 0,1 2 1,0-1-1,0 2 0,1 0 0,0 0 0,1 1 0,-1 0 0,2 1 0,0 0 0,-14 20 0,-3 9-4,2 1 1,-27 61-1,25-42 5,3 1 1,3 1 0,3 0-1,3 2 1,-14 121 0,25-144-53,2 0 1,5 55-1,-1-81-19,0 0 0,0 0 0,2-1 0,0 1 0,0-1 0,1 0 0,1 0 0,0 0 0,14 20 0,-17-30 26,0 0-1,0 0 1,1 0 0,-1-1-1,1 0 1,0 0-1,-1 0 1,2 0-1,-1 0 1,0-1 0,0 0-1,1 0 1,-1 0-1,1 0 1,0-1 0,0 0-1,-1 0 1,1 0-1,0 0 1,0-1-1,0 0 1,0 0 0,0 0-1,0-1 1,0 1-1,-1-1 1,9-2 0,2-2-29,1-1 0,-1 0 0,0-1 0,-1 0 0,0-1 0,0-1 0,15-12 0,-8 4 57,-1-1 0,-1-1 1,-1 0-1,0-1 0,-1-1 1,-1-1-1,-2 0 0,17-34 0,-17 26 238,-1-2-1,-1 1 1,-2-1 0,-1-1-1,-2 0 1,4-43-1,12-118 2744,-23 191-2931,0 1-1,1-1 0,-1 1 1,0-1-1,1 0 1,0 1-1,-1-1 0,1 1 1,0-1-1,0 1 1,1 0-1,-1-1 0,0 1 1,1 0-1,0 0 1,-1 0-1,1 0 0,0 0 1,0 0-1,0 1 1,0-1-1,0 1 0,0-1 1,1 1-1,-1 0 1,0 0-1,4-1 0,2 0 58,0 1 0,0 0-1,1 1 1,-1 0 0,0 0-1,16 3 1,-5-1-13,245 40 894,-25-3-717,-192-35-424,-1-1-1,0-2 0,56-7 0,-84 4-2,0-1-1,-1 0 1,0-1-1,1-1 0,-2-1 1,1-1-1,-1 0 1,0-1-1,0 0 0,-1-1 1,0-1-1,-1-1 1,0 0-1,-1-1 0,0 0 1,0-1-1,-2 0 1,0-1-1,0-1 0,-1 0 1,-1 0-1,0 0 1,-2-1-1,1-1 0,5-22 1,-1-5-27,-3 0-1,-1-1 1,-2 0 0,-3 0-1,-1-1 1,-5-57 0,-9-9-14,-33-149-1,-3 77 1691,-89-218-1,100 298-694,29 83-616,-14-31 856,43 66 157,-4 6-861,0 1 0,23 38 0,6 8 31,227 256-710,-153-188-2021,-78-87 833,76 92-3441,-48-41-5595,-49-60 719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07.8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1 222 7397,'2'-9'316,"1"0"1,0 1 0,1-1-1,-1 1 1,2 0 0,-1 0-1,1 0 1,0 0 0,1 1-1,9-10 1,9-6 1388,42-32-1,-13 11 569,-46 43-1707,3 6-396,0 0 0,0 1-1,-1 0 1,0 1 0,0 0-1,0 0 1,-1 0 0,14 18-1,56 81-380,-52-69-247,-9-13-299,0 0 1,2-1 0,1-1 0,1-1 0,33 26 0,-15-16-603,-20-14-1162,36 22 1,-21-18-1545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08.01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28 781 6821,'-1'0'116,"-1"0"1,1 0 0,-1-1-1,1 1 1,-1-1 0,1 0-1,-1 1 1,1-1 0,0 0-1,-1 0 1,1 0 0,0 0 0,0 0-1,0 0 1,0 0 0,0 0-1,0 0 1,0 0 0,0-1-1,0 1 1,-1-3 0,2 2 81,0-1 1,1 1-1,-1-1 1,0 1-1,1-1 1,0 1-1,-1-1 1,1 1-1,0 0 1,0-1-1,1 1 0,-1 0 1,3-4-1,22-35 414,3 2-1,0 1 0,61-60 1,-26 39-1368,85-62 0,238-117-2283,-267 170-147,-98 57 1283,2 2-85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08.3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0 579 3720,'54'-51'9511,"-54"48"-9190,0 0 0,0 0 0,0 0-1,-1 0 1,1 1 0,-1-1 0,1 0 0,-1 0-1,0 0 1,0 1 0,0-1 0,0 0 0,-1 1-1,1-1 1,-1 1 0,0-1 0,1 1 0,-1 0-1,-3-3 1,4-1 265,6-7-463,0-1 0,0 1 0,1 0 0,1 1 0,0 0 0,0 0 0,2 0 0,-1 1 0,1 0 0,1 0-1,17-14 1,12-7-41,85-53-1,-73 56-312,1 1 0,79-30 0,-86 41-347,0 2 0,1 2 0,61-9 0,-85 19-160,-1 0 1,1 2-1,35 1 1,-42 2-1053,0 0 1,-1 0-1,22 8 0,-19-2-3983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0.4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115 1469 4724,'-36'26'1545,"-42"35"9767,79-65-11165,0 0 0,0 1 0,0-1 0,1 0 0,-1 1 0,1-1 0,0 1-1,0-1 1,0 1 0,1 0 0,-1 0 0,6-5 0,-3 2 20,32-35 211,2 2-1,86-68 1,105-50-105,556-320-2695,-303 190-836,-34 16-3208,-240 151 532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0.72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138 0 6669,'-116'19'3365,"96"-11"-1591,20-8-1718,0 0-1,0 1 0,-1-1 0,1 0 0,0 1 1,0-1-1,0 1 0,0-1 0,-1 1 1,1-1-1,0 0 0,0 1 0,0-1 0,0 1 1,0-1-1,0 1 0,0-1 0,0 1 0,0-1 1,0 0-1,0 1 0,1-1 0,-1 1 0,0-1 1,0 1-1,1 0 0,2 3 264,0 1 0,1-1 0,0 0 0,0 0 1,7 6-1,-5-4-166,24 19 544,1-2 0,1-1-1,1-2 1,54 26 0,149 49 617,244 54-72,-83-31-793,-295-81-513,175 88 0,-231-100-98,0 2 0,-3 3-1,0 1 1,-2 2 0,-1 2 0,54 61 0,-73-71 62,-2 0-1,-1 1 1,-1 1 0,-1 0 0,-2 1 0,0 1 0,-2 0 0,-1 1 0,-2 0 0,-1 1 0,-1 0 0,3 36 0,-8-21-4,-2-1 1,-2 1-1,-2-1 0,-2 0 1,-2 0-1,-2 0 1,-1-1-1,-32 75 1,2-27-224,-4-2 0,-106 158 0,-218 230-1858,187-277-24,54-76-2304,52-56-975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0.84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261 0 2704,'-204'42'-788,"147"-15"152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1.73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7464 604 3280,'-5'-13'261,"4"9"-138,-1 0 0,0-1 0,0 1 0,0 0-1,0 0 1,0 1 0,-1-1 0,0 0 0,0 1 0,0 0 0,-4-4 0,-4-4 317,7 7-264,1 1 1,-1-1-1,0 1 1,-1-1-1,1 1 1,0 0-1,-10-3 1,-30-14 93,-1 3 1,0 2-1,-1 2 0,-1 1 1,0 3-1,-1 2 0,-57-1 1,-73 14-189,1 9-1,0 6 1,2 9 0,-263 79 0,305-66-4,1 6 0,3 6 1,2 5-1,-233 151 1,143-60 297,-364 332 0,-427 514 510,628-599-613,-290 334 317,293-303-195,-379 558 870,585-725-475,-268 557-1,371-662-407,7 2 1,-80 334-1,123-401-245,3 0 0,5 1 0,4 1 0,4-1 0,4 1 1,4-1-1,19 100 0,-14-139-54,3 0 0,2-1 0,2 0 0,3-2 0,1 0 0,3-1 0,2-2 0,2 0 0,3-2 0,1-2 0,2 0 0,2-3 0,45 40 0,-31-39 40,1-2 0,3-2-1,0-3 1,84 39-1,-59-38 29,1-5 0,158 40 0,-100-44-32,0-6 1,2-6-1,0-6 0,148-10 1,-29-16 27,423-82 1,239-137-16,456-271-176,-48-123-141,-586 226-34,-19-31 1,-20-31-1,750-647 0,-676 405 82,-73-69 71,-588 626 155,-6-5-1,177-330 1,-243 391-44,-4-1 1,-4-2-1,-5-2 0,-4-1 1,-4-1-1,21-206 1,-42 240-36,-3 1 0,-3 0 0,-3 0 0,-3 0 0,-3 0 0,-3 1 0,-3 1 0,-2 1 0,-4 0 0,-2 1 0,-3 2 0,-2 1 0,-3 1 0,-3 2 0,-2 1 0,-57-64 0,36 57-51,-2 3 1,-3 2-1,-142-97 1,113 97-36,-3 3 1,-174-70-1,112 68-58,-2 8 0,-3 6 0,0 7 0,-205-17 0,-184 22-460,176 38-428,1 17 0,-577 110 0,-716 304-5950,924-184 1132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4.38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448 1 15349,'-22'5'2717,"17"-4"2817,7 40-2600,-1-28-2612,-1 1 0,0-1 0,-2 13-1,-43 192 2315,24-130-1982,-137 498 1062,48-197-2387,43-65-2568,57-248 412,3 1-1,3 98 1,11-104-3788,9-12-4221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4.92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 0 11669,'-1'10'651,"1"1"0,0-1 0,0 0 1,1 0-1,1 1 0,-1-1 0,1 0 0,1 0 0,0 0 0,8 17 0,4 1-144,1 0-1,22 29 0,-16-26 69,78 112 550,28 40-339,-97-133-650,43 93-1,-50-82-244,-2 1 0,-3 0 0,-3 2 0,-3-1-1,-3 2 1,-2 0 0,-1 85 0,-9-73-77,-3 1-1,-4-1 1,-3-1 0,-3 0 0,-46 136 0,-137 234-253,139-325 342,40-82 25,2 0 0,-19 70 1,34-103 39,0 1 1,1-1-1,0 1 0,0 0 1,1-1-1,0 1 1,0 0-1,1-1 0,0 1 1,3 12-1,-3-16 3,0 0 0,1 0 0,0 0 0,0 0 0,-1 0 0,2 0 0,-1 0 0,0-1 0,1 1 0,-1-1 0,1 1 0,-1-1 0,1 0 0,0 0 0,0 0 0,0-1 0,0 1 0,1-1 0,-1 0 0,0 0 0,7 2 0,5 0-85,0-1 0,0 0 1,0-1-1,0 0 0,0-2 1,26-3-1,93-25-495,-97 19 440,82-24-393,0-5 1,127-61 0,212-144-1081,40-54 1162,-492 294 518,0 1 1,0 0-1,0 1 1,0-1-1,12-2 1,-17 5-29,-1 0 0,1-1 0,0 1 0,-1 0 0,1 0 1,-1 0-1,1 0 0,0 0 0,-1 0 0,1 0 0,0 0 1,-1 0-1,1 0 0,-1 0 0,1 0 0,0 0 0,-1 1 0,1-1 1,-1 0-1,1 0 0,-1 1 0,1-1 0,-1 0 0,1 1 1,-1-1-1,1 1 0,-1-1 0,1 0 0,-1 1 0,1-1 0,-1 1 1,0-1-1,1 1 0,-1-1 0,0 1 0,0 0 0,1-1 1,-1 1-1,0-1 0,0 1 0,0-1 0,0 1 0,0 0 1,0-1-1,0 1 0,0 0 0,0-1 0,0 1 0,0-1 0,0 1 1,0 0-1,0-1 0,0 1 0,-1-1 0,1 1 0,0-1 1,0 1-1,-1 0 0,0 0 0,-18 42 588,-5 12 95,22-51-654,1 0 0,-1 0 0,1 0 0,1 0 0,-1 1 1,0-1-1,1 0 0,0 0 0,0 1 0,1 4 1,0-6-31,0-1 0,0 0 0,0 1 1,0-1-1,0 0 0,0 0 0,1 0 1,-1 0-1,1 0 0,-1 0 0,1-1 1,0 1-1,0-1 0,0 1 0,0-1 1,0 1-1,0-1 0,0 0 0,0 0 1,1 0-1,-1 0 0,0 0 0,0-1 1,1 1-1,4 0 0,6 0-20,-1 0 0,1 0 0,20-2 0,-24 0 12,18-1-13,0-2 0,0-1 1,0-1-1,42-15 0,99-50 751,-128 53-298,96-40 1671,99-48 805,-198 83-2954,0-2-1,58-52 1,-12 9-476,305-203-1138,-253 179 1594,-99 67 76,-7 4 1,0 2 0,1 0-1,1 2 1,37-15 0,-59 30-366,0 0 0,0 0 1,1 1-1,-1 0 0,0 0 0,13 2 1,-8 0-1517,0 1 0,0 0 0,15 4 0,10 9-5980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5.33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85 492 12217,'-42'23'2188,"41"-23"-2070,1 1 0,-1-1 1,0 1-1,0-1 1,1 0-1,-1 1 0,0-1 1,0 0-1,0 1 0,0-1 1,0 0-1,0 0 1,1 0-1,-1 0 0,0 0 1,0 0-1,0 0 1,0 0-1,0 0 0,0 0 1,0-1-1,1 1 0,-1 0 1,0-1-1,0 1 1,0 0-1,1-1 0,-3 0 1,0-1 445,-9-4 717,10 2 397,25-3 696,-11 5-2413,861-171 5301,14 47-5231,183 7-3917,-712 86-420,-1 3-3760,-198 18-1681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5.53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1454 0 10977,'-1'1'329,"0"1"1,-1-1-1,1 0 1,0 0-1,-1 1 1,1-1-1,0 1 1,0-1-1,0 1 1,0 0-1,0-1 0,1 1 1,-2 2-1,6 29 4085,17 122-218,-6-33-2431,3-9-448,1 121-1,-18-175-1083,-3-1 0,-2 0 0,-3 0 1,-15 59-1,4-50-221,-4-1 0,-2-1 0,-3-1 0,-3-1 1,-63 98-1,23-59-638,-5-3 0,-113 117 1,111-138-741,-3-4 1,-4-3 0,-2-4-1,-174 102 1,6-29-7868,162-88 318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5.86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506 61 13573,'-9'-14'810,"7"11"-578,0 0 0,1 1 0,-1-1 0,0 0 0,0 0 0,-1 1 0,1-1 0,0 1 0,-1 0 0,0 0 1,1 0-1,-1 0 0,0 0 0,0 0 0,0 1 0,0 0 0,0-1 0,-1 1 0,1 0 0,-4 0 0,1 1 551,4 0-487,1 0 0,-1 0 1,1 0-1,-1 0 0,1 0 1,-1 0-1,1 0 0,-1-1 0,1 1 1,-1-1-1,-2 0 0,-10 20 2637,9-7-2471,0 1 0,1 0 0,1 0 0,0 0 0,0 0 0,1 0 1,0 23-1,-1 2 202,-18 197 200,-32 237 151,-8-177-2971,-48 143-5201,-4 19 777,102-390 759,15-11-3048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6.09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31 331 10933,'40'-149'2164,"-38"141"-1847,0 0 0,1 0 0,0 0 0,0 1 0,1-1 0,0 1 0,0 0 0,0 0 0,1 0 0,1 1 1,-1 0-1,1 0 0,0 0 0,0 0 0,11-6 0,-9 5 20,4 0-47,0-1 0,0 2 0,0 0 0,1 0 0,0 1 0,0 0 0,0 2 0,1-1 0,-1 2 0,1-1 0,0 2 0,-1 0 0,1 1 0,0 0 0,0 1 0,0 0 0,16 5 0,-10-2-116,-1 1 0,0 0 0,0 1 0,-1 2 0,1 0 0,-2 0 0,1 2 0,-1 0 0,-1 1 0,0 1 0,21 20 0,-26-21-113,0 1 1,-1 0-1,-1 0 1,0 1-1,-1 0 1,0 1-1,-1 0 1,-1 0-1,0 0 1,-1 1-1,-1 0 1,4 18-1,-5-15-56,-2 0 1,0 1-1,-1-1 1,-1 0-1,-1 0 0,0 1 1,-1-1-1,-1-1 0,-1 1 1,-8 18-1,0-3-219,-2-1 0,-2-1-1,-1-1 1,-1 0 0,-1-1 0,-33 35 0,-159 144-3006,181-179 2555,-102 84-2869,3-2-3591,67-47-521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6.54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67 591 11121,'6'21'778,"-4"-16"-463,-1 0 0,1-1 0,-1 1 0,0 0 0,-1 0 0,1 0 0,-1 0 0,0 0 0,-1 0 0,-1 10 0,0 11 1266,1 1 1,5 52-1,-1-23-724,-4-31-481,-1 1-1,-1-1 1,-11 45-1,-1 3-8,10-53-237,0 1-1,-2-1 1,0 0-1,-14 25 0,19-42 8,6-4-97,6-4-31,0 0 1,-1 0 0,1-1 0,-1 0 0,-1-1-1,16-14 1,46-56 1,-36 37-9,13-11-8,2 1-1,1 2 1,3 3-1,99-65 1,-133 99 0,1 1 1,-1 1-1,1 1 0,1 1 1,0 1-1,0 1 1,0 0-1,0 2 1,24-2-1,-5 5-1,0 1 0,0 2 0,77 16 1,164 26-1659,-244-43 935,-1-1 1,1-2-1,-1-1 0,0-2 0,65-16 0,-17-6-302,-1-5-1,122-63 0,57-26 1577,-33 28 528,35-16-670,-220 86-1036,-1-1-1,-1-2 1,69-55 0,-106 76 330,0 0 0,0-1-1,-1 0 1,0 0 0,0 0 0,0 0 0,-1-1 0,0 0 0,5-10 0,-1-12-3466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7.43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1 173 4548,'6'-4'228,"1"-1"258,0 0 1,-1 0 0,1 0 0,-1-1-1,0 0 1,-1 0 0,0-1-1,1 0 1,3-7 0,18-29 3152,8-16 1587,-21 84-3547,-1 8-793,-2 1-1,11 56 1,6 80 946,-17-96-1216,122 1183 3417,-95 4-6316,-39-1010 935,6 491-1927,14-372-790,19-2-3662,-16-225 84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7.71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92 1836 12949,'-71'203'2208,"66"-186"-1779,1 1 0,0 0 0,1 0 0,1 1 0,0-1 0,2 1-1,1 22 1,0-26-110,1 8 75,0-1 1,2 1-1,0-1 0,2 0 0,0-1 1,2 1-1,0-1 0,1-1 0,2 0 1,0 0-1,19 26 0,-22-35-301,1 1 0,1-2 0,0 1 0,0-1 0,1-1 0,0 0 0,1 0 0,0-1 0,0-1 0,1 0 0,0 0 0,0-2 0,1 1 0,-1-2 0,1 0 0,0 0 0,0-1 0,25 1 0,-6-4-7,0-2 1,0-1-1,-1-2 0,1-1 0,40-13 1,155-67 152,-82 18-72,192-123 1,122-115-29,-460 306-139,953-729-136,-51-59-2802,-786 685 1624,76-70-1854,-70 58-4010,-70 65-1740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8.66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47 1520 11497,'-2'25'2316,"1"-20"1720,0-1-1977,-5 27-357,1 0 0,1 0 0,2 40 0,-3 20 13,2-65-1360,-6 53-220,3 1 1,4-1-1,8 85 1,1-107-1872,3 0 1,2 0-1,22 64 0,-31-115 1430,-1 1-1,1-1 0,1 1 0,-1-1 0,1 0 0,0-1 0,0 1 1,1-1-1,0 1 0,0-1 0,0-1 0,8 7 0,-11-10 177,0 0-1,0 0 0,0 0 0,0 0 0,1-1 1,-1 1-1,0 0 0,1-1 0,-1 0 1,1 1-1,-1-1 0,0 0 0,1 0 0,-1-1 1,1 1-1,3-1 0,30-11-696,-29 8 692,0 0 1,0 0-1,0-1 1,-1 1-1,0-2 0,0 1 1,0-1-1,0 0 1,-1 0-1,9-14 1,0-3-195,22-47 0,125-337-96,-21 47 1452,-100 271-102,101-163 1,-125 227-757,2 1 0,0 1 1,2 1-1,42-38 0,-54 53-122,1 0-1,-1 1 1,1 0-1,0 0 1,0 1-1,1 1 1,0-1-1,0 2 1,0-1-1,0 1 1,0 1-1,1 0 1,-1 0-1,1 1 1,-1 0-1,1 1 1,11 1-1,-17 0-18,0 0-1,-1 0 0,1 1 1,0 0-1,-1 0 1,1 0-1,-1 1 1,1-1-1,-1 1 0,0 0 1,0 0-1,-1 0 1,1 1-1,0-1 0,-1 1 1,0 0-1,0 0 1,0 0-1,-1 1 1,1-1-1,-1 1 0,0-1 1,0 1-1,-1 0 1,3 8-1,-1 2 52,0 1 0,-1 0 0,0 0 0,-1-1 0,-1 1 0,-1 0-1,-2 16 1,-8 32 68,-28 87-1,-10 50-230,46-178 76,0 1 0,2 0 0,0 0 0,2 0 0,1 0 0,7 40 0,11 4 7,2-2 1,48 98-1,-69-161 1,7 15 5,1-1 0,1 0 0,0-1 1,1 0-1,1 0 0,0-1 0,1-1 0,26 23 0,-29-29-5,0-1 1,0-1-1,0 0 0,1 0 1,0-1-1,0 0 0,0-1 0,0 0 1,1-1-1,-1 0 0,1-1 1,0 0-1,0-1 0,0 0 0,18-2 1,16-5-45,-1-1 0,0-3 0,-1-1 0,0-3 0,0-1 0,48-25 0,239-144 80,269-180 2259,-585 356-2198,0-2 0,-1 0 0,0-1 0,-1-1 0,0 0 0,-1 0 0,0-1 1,15-22-1,23-29-234,96-93 1,75-44-145,-118 110 194,-50 43 36,319-294-311,-27-25 162,-239 237 869,94-149 1,-198 277-617,-1 0 1,1-1-1,-1 1 0,0-1 1,0 0-1,0 1 0,0-1 1,-1 0-1,1 1 1,-1-1-1,1-4 0,-2 7-28,1-1-1,0 1 0,0-1 1,0 0-1,0 1 1,-1-1-1,1 1 0,0-1 1,-1 0-1,1 1 1,0-1-1,-1 1 0,1-1 1,0 1-1,-1-1 0,1 1 1,-1 0-1,1-1 1,-1 1-1,1-1 0,-1 1 1,0 0-1,1 0 1,-1-1-1,1 1 0,-1 0 1,0 0-1,1 0 0,-1-1 1,0 1-1,1 0 1,-1 0-1,1 0 0,-1 0 1,0 0-1,1 0 1,-1 1-1,0-1 0,1 0 1,-1 0-1,0 0 0,1 1 1,-1-1-1,1 0 1,-1 0-1,1 1 0,-1 0 1,-7 3 163,0 0 0,1 1-1,0 0 1,0 1 0,1-1 0,-1 1 0,1 1 0,-9 11 0,3-4 51,-20 22 188,1 2 0,2 1 1,2 1-1,1 2 0,-22 51 0,35-63-517,1 0 0,2 1-1,1 0 1,1 1 0,2-1 0,1 2-1,1-1 1,2 57 0,3-65-491,1-1 1,1 1-1,1-1 0,1 0 1,15 42-1,-16-55-18,1 1 1,0-1-1,1 0 0,0 0 1,1-1-1,0 0 0,0 0 1,1-1-1,0 0 0,0 0 1,1 0-1,0-1 0,20 11 1,19 6-4341,1-5-2637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8.97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0 560 10005,'5'-9'330,"0"0"0,0 0 0,1 0-1,0 0 1,1 1 0,0 0 0,0 1 0,1-1 0,0 1 0,0 1 0,9-6-1,15-8 503,61-28-1,-36 20-303,-5 1-291,352-169 1116,-325 163-1314,1 4-1,2 3 1,104-19-1,-172 42-156,0 1 0,0 1 0,0 0 0,0 1 0,0 1 0,0 0-1,0 0 1,-1 2 0,1 0 0,-1 0 0,1 1 0,-1 1 0,0 0-1,0 1 1,-1 0 0,0 1 0,0 1 0,0 0 0,-1 0 0,0 1 0,18 20-1,-23-23 48,77 79-1127,-71-75 1403,-1-1 1,1 0-1,0-1 1,1 0-1,-1-1 1,18 6-1,61 30 2911,-75-33-3177,1-1-1,0-1 1,0-1-1,1 0 1,0-1-1,0-1 1,1-1-1,19 2 1,16-4-3038,0-3-1,93-14 1,-69 5-2650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19.40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7996 389 7649,'-359'-48'1735,"285"38"-1020,0 4 1,-1 2 0,-79 8 0,34 7 414,1 5 0,-200 55 0,-218 107 733,-408 255 159,38 89-729,176-51 428,-746 629-1,573-297-46,654-550-1087,-298 390 0,476-549-454,5 4 1,4 2-1,-75 164 0,125-233-102,2 1 0,1 1 1,1 0-1,2 0 1,2 1-1,1 0 0,1 0 1,2 0-1,1 0 1,2 0-1,2 0 1,0 0-1,3-1 0,0 0 1,15 37-1,-18-57-27,1-1 0,1 0 0,0 0 0,1 0 0,0-1 0,0 0 0,1 0 0,1-1 0,0 0 0,0 0 0,1-1 0,0 0 0,16 10 0,1-1-26,1-2 0,0-1 0,1-2 0,0 0 0,37 10 0,-6-7-80,115 15 1,-30-18-78,1-6 0,0-7 0,183-22-1,437-104-477,278-136-42,-19-72 124,1729-833-214,-1601 543 787,-78-110 769,-901 596-446,-7-7 0,169-189 0,-254 238-96,113-171 0,-146 188-113,-4-3-1,65-160 1,-89 181-70,-2 0 1,-3 0-1,-3-2 0,-2 0 1,-3 0-1,-1-69 1,-7 90-23,-2-1 1,-2 1 0,-1-1 0,-3 1-1,-1 1 1,-3 0 0,-1 0-1,-1 1 1,-41-75 0,34 79-41,-3 1 1,0 2-1,-2 0 1,-2 2-1,-1 0 1,-40-31-1,25 27-99,-1 3 0,-2 2 0,-1 1-1,-59-25 1,15 18-266,0 3 0,-3 4 0,0 5 0,-1 4-1,-102-9 1,41 16-1132,-1 7-1,-261 22 0,-305 99-7150,353-27 477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0.3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8120 5605 4680,'1'2'90,"0"0"0,0 0 0,0 0 0,0 0 1,0 0-1,1-1 0,-1 1 0,0 0 0,1-1 0,-1 1 0,1-1 0,0 1 0,-1-1 0,1 0 0,0 1 0,0-1 0,0 0 0,0 0 0,0-1 0,0 1 0,0 0 0,0-1 0,0 1 0,0-1 0,0 0 0,1 1 0,-1-1 0,0 0 0,0 0 0,5-1 0,16 2 892,-19-1-579,1 0-220,-1 0 0,0 0 0,0 0 0,0 1 0,1 0 0,-1-1 0,0 1 0,0 1 0,0-1 0,0 1 0,0-1 0,0 1 0,-1 1 0,1-1 0,-1 0 0,1 1 0,4 4 0,9 10 491,-2 0 0,0 1 0,-1 1 0,-1 0 0,-1 0 0,0 2 0,-2-1 0,16 44 0,-15-27-4,-1 0 0,-2 1 1,4 67-1,-11-86-512,-1 0-1,-1 0 1,-1 0 0,-1 1 0,0-2-1,-1 1 1,-2 0 0,0-1-1,-12 28 1,4-20-22,-1-1 0,-1 0 1,-1-1-1,0-1 0,-2 0 0,-41 37 0,28-33-63,-1-2 0,-2-1 0,0-2 0,-47 23-1,-9-6 12,-2-3-1,-2-5 0,-128 25 0,69-26-45,-286 19 0,-165-44 6,105-31 162,-749-137-1,857 87-1,3-18 0,-484-186-1,619 177-130,-271-154 0,333 146-29,-330-252 1,392 254-68,5-4 1,4-7-1,-179-229 0,210 224 24,5-3-1,6-4 0,6-3 1,-73-186-1,83 146-54,7-3-1,8-2 1,7-2 0,-20-231-1,44 190-42,10 0 0,10 0 0,37-267 0,20 115-1557,192-650 1,-199 845-2339,-52 177 3826,0 0 0,0 1 0,0-1-1,0 0 1,0 1 0,0-1 0,0 1 0,1 0 0,0-1 0,-1 1-1,1 0 1,4-4 0,-6 6 125,1 0-1,-1 0 1,1 0-1,0-1 1,-1 1-1,1 0 1,-1 0-1,1 0 1,-1 0 0,1 0-1,0 1 1,-1-1-1,1 0 1,-1 0-1,1 0 1,-1 0-1,1 1 1,-1-1-1,1 0 1,-1 0-1,1 1 1,-1-1 0,1 0-1,-1 1 1,1-1-1,-1 1 1,0-1-1,1 1 1,-1-1-1,0 0 1,1 1-1,-1-1 1,0 1-1,0-1 1,1 2-1,2 5-202,1 1-1,-1 1 0,0-1 0,-1 0 0,2 16 0,-1 7-881,-1 1-1,-5 59 1,0-35-931,-1 41-1854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0.65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2372 97 5416,'-10'-27'751,"6"20"-94,1-1 1,0 0-1,0 0 1,1-1-1,0 1 1,-1-14-1,-2 23 80,-8 3-594,1 0 0,0 0 0,0 1-1,0 1 1,0 0 0,1 0 0,0 1 0,1 0-1,-15 13 1,-13 16 78,-37 42-1,25-23-36,-1109 1082-966,438-365-3042,595-599 335,88-109 1009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0.78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6281,'63'102'1556,"-32"-36"-12,9 16-224,7-1-276,10 7-196,0 5-160,6 7-72,14-1-216,14-3-580,16-2-800,3-4-2832,8-2-2529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2.63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33 22 4524,'0'0'6877,"-3"0"-6290,-12 1-1656,1-3 6932,14 1-5610,0 0 0,1-1 1,-1 1-1,1 0 0,-1 0 0,1 0 0,-1-1 0,1 1 0,0 0 1,0 0-1,-1 0 0,1 0 0,0 0 0,2-1 0,-2 0 1071,-2 5-1267,-1 0 0,1 0 0,-1 0 0,1 0 1,0 1-1,0-1 0,-1 7 0,3-1 31,0 0-1,1 0 1,-1 0 0,2 0-1,4 12 1,6 24 204,20 108 905,85 245 0,-91-328-957,2-2 0,4-1 1,2-2-1,3-1 0,77 97 0,-83-124-173,2-2 0,2-1 0,0-1 0,2-3 0,2-1 0,1-1 0,0-3 0,2-1 0,61 24 0,-51-29-33,0-1-1,1-3 1,1-3-1,0-2 1,1-2-1,0-3 1,108-3-1,-20-14 29,0-7 0,250-65-1,268-125 229,488-229 114,-867 326-325,-193 77-76,555-233-283,-583 240-139,-30 15-507,-1-1 1,42-28-1,-87 28-1670,11 13 2360,0-1 1,1 1-1,-1 0 0,0 0 0,0 0 1,0 0-1,0 0 0,0 1 0,0-1 1,0 1-1,0 0 0,0 0 0,-4 0 1,-41 7-1832,32-4 1057,-31 7-4179,8 2-3101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2.9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319 0 13057,'-74'6'5817,"74"1"-5636,1 0-1,0 0 0,0 0 1,0 0-1,1-1 0,0 1 1,0 0-1,1-1 0,0 0 1,0 0-1,1 0 0,4 7 1,7 6-33,0-1 0,23 21 1,-29-30-28,120 117 447,115 119 46,-190-185-560,-3 3-1,56 90 0,-75-102-153,-3 2 0,-2 2 0,25 72-1,-41-95-5,-2 1 0,-2 0 0,0 0 0,-3 1 0,-1 0 0,-1-1-1,-4 51 1,-1-52-30,-2 0-1,-1-1 1,-2 1-1,0-2 0,-3 1 1,0-1-1,-2-1 0,-1 0 1,-1-1-1,-2 0 1,-37 47-1,26-44-237,0-1 0,-2-1 0,-2-2 0,0 0 1,-2-3-1,0-1 0,-2-1 0,-66 29 0,41-27-1180,-1-2 0,0-4 0,-2-2 0,-128 15 1,35-17-4567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3.50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55 296 5989,'1'0'305,"-1"0"0,0-1 1,1 1-1,-1 0 1,0 0-1,1 0 0,-1 0 1,0 0-1,1 0 1,-1 0-1,0 0 0,1 0 1,-1 0-1,0 0 1,1 0-1,-1 0 0,0 0 1,1 0-1,-1 0 1,0 0-1,1 0 1,-1 1-1,0-1 0,0 0 1,1 0-1,-1 0 1,0 1-1,1-1 0,-1 0 1,0 0-1,1 1 1,-1 12 4183,-16 31-4037,2-4 484,-1 7-321,-3 17-371,17-61-265,1 1-1,-1 0 0,1-1 1,0 1-1,0 0 0,0 0 1,1-1-1,-1 1 0,1 0 1,0-1-1,0 1 0,1-1 1,-1 1-1,3 4 0,-2-5-12,1-1 0,0 1 0,0 0 0,0-1 0,0 0 1,0 0-1,0 1 0,1-2 0,-1 1 0,1 0 0,-1-1 0,1 0 0,-1 0 0,1 0 0,0 0 0,0 0 0,0-1 0,0 1 0,5-1 0,13 0-137,1-1 0,23-3-1,-28 2 71,21-3-258,0-3 0,-1-1 0,63-23 0,-23 6-260,729-179-5659,-680 184 5566,117-25 1161,-205 41 259,-35 4-640,-1 0 0,1-1-1,0 1 1,-1-1 0,0 1 0,1-1-1,-1 0 1,0 0 0,0-1 0,0 1-1,3-4 1,-2 3-17,22-15-2,2 0-1,40-20 0,-43 26-795,0-2 1,-1 0-1,38-31 1,-60 43 400,0 0 0,-1 0 0,1 1 0,-1-1 0,1 0 0,-1 0 0,0 0 0,0-1 0,0 1 0,0 0 0,0 0 0,1-4 0,4-10-3186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4.32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 5603 6401,'-20'-21'8422,"20"0"-6719,1-4-590,-2 1 0,-5-42 0,-2-26-291,76-892-185,111 8-1295,-82 587 430,18 4 1,17 5-1,274-554 1,-334 797-60,7 4 0,155-203 1,-168 256-23,4 2 1,2 4 0,4 3 0,159-114-1,-188 153 22,1 3 1,1 3-1,1 1 0,1 2 0,1 3 0,64-16 0,-86 29-7,1 2-1,0 1 1,0 1 0,0 1-1,37 4 1,-45 0-78,1 2 0,-1 0 0,0 1-1,0 2 1,-1 0 0,0 1 0,33 18 0,-43-19-421,1 0 0,-2 2 0,20 16 0,25 36-3654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4.5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4060,'36'160'1096,"-36"-84"-223,4 20-205,3 4-124,-1 5-4,4 13-124,10 17 132,11 16-96,5 6-124,5 12-244,-5-1-328,-2-2-376,-7-3-820,-4-3-685,7-10-71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4.68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567 411 4020,'-71'21'728,"38"-24"-152,3 0-43,-1 0-69,1 0-8,0-6 156,-17-12-160,14-1-24,-4-2-44,7-9-68,3-3-84,-3-3-28,0-3-208,10-4-140,0 4-228,-4 3-516,1 3-1412,3 6-413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5.01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0 118 15473,'14'-18'3573,"16"6"-3537,23-9-636,-2 0-836,9 0-549,7 6-2375,7 6-3357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5.24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78 106 13417,'-77'-30'-200,"87"-3"-1156,47 12-2128,10 0-1909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7.0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345 16 10709,'-21'-12'1963,"12"9"671,-2 21-980,-4 21-466,2 0 1,2 1-1,-9 58 0,1-6 76,-75 478 3336,42 9-2896,45-500-1581,-29 589-2097,16-248-1714,5-86-786,14-115-2408,6-65-2520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7.52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329 1253 11145,'-59'-92'1568,"57"87"-1395,-1 0 0,1-1 0,0 1 0,1-1 0,-1 0 0,1 0 0,0 1 0,1-1 0,-1 0 0,1-12 0,0-4 328,-1-13-56,1 0 1,2 0 0,2 0 0,0 1-1,3-1 1,13-43 0,-5 33-270,2 0 1,2 2 0,2 0-1,32-47 1,-33 60-154,3 1 1,0 1 0,2 1 0,0 1-1,2 1 1,1 2 0,49-32-1,-17 18 11,1 3 0,2 3 0,69-24 0,-59 29-83,1 4-1,0 3 0,2 3 1,0 4-1,1 3 1,0 3-1,0 4 1,0 3-1,99 14 1,-108-5-37,-1 3 0,-1 3 0,0 2 1,-2 4-1,0 2 0,-1 3 0,-2 3 1,-1 2-1,-1 3 0,93 74 0,-114-76 66,-2 2 0,-1 2 1,-2 1-1,-1 2 0,-2 1 0,-2 1 0,-2 1 0,-2 2 0,-1 0 0,30 94 0,-33-73 29,-3 1 0,-4 1 0,-2 0 0,-3 0 0,-4 1 0,-2 0-1,-11 104 1,-14 1 63,-8-1-1,-98 316 0,-175 312-731,227-616 377,-134 334-108,144-321 213,-7 19 405,55-161 7,14-40-72,-1 1 0,0-1 1,-1 0-1,-10 17 0,15-30-131,0 0 0,-1 0 0,1 0 0,-1 0 0,0-1 0,1 0 0,-1 1 0,0-1 0,-1 0 0,1 0 0,0 0-1,0-1 1,-1 1 0,1-1 0,-6 1 0,-1 0 19,0 0 0,0-2 0,-1 1 0,-9-2 0,-5 1 27,-854 48 57,453-20-2868,4-9-4159,213-15 716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29.71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 3 10137,'-17'-3'3764,"27"12"-2960,0 0-336,17-9-528,0 3-612,13-6-632,23 3-2508,-12 6-2529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30.42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114 0 8501,'-20'12'2708,"27"21"-1540,6 22 88,8-7-100,2 21 60,21 284 1797,-38-199-2437,-6 11-36,-3 19-92,-7 21-92,-7 6-316,-10 9-532,0 7-324,-3 2-312,0 3-452,0-3-349,-3 0-2419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30.92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0 214 4288,'28'-35'488,"-14"17"5,1 0 0,30-28 0,-33 36-337,0 0 0,0 1 0,1 0 0,1 0 0,-1 2 0,1 0 0,1 0 0,-1 1-1,1 1 1,0 0 0,0 2 0,1-1 0,-1 2 0,1 0 0,-1 1 0,1 0 0,0 1 0,0 1 0,29 5 0,-35-3-109,-1 0 0,1 0 0,-1 1 0,1 0 0,-1 0 0,0 1 0,13 10 0,137 108 511,-138-105-495,-1 2 0,0 0 0,-2 2 1,0 0-1,-2 0 0,15 27 0,-19-30-35,143 271 275,-23 15-115,-107-247-163,10 31 11,-3 1 1,-4 1 0,-4 1-1,-4 2 1,-4 0 0,-5 0-1,0 159 1,-39 489 51,-3 201-1483,30-852 1233,11 632 104,3-301 2215,-12-412-2067,-2 0 0,1-1 0,-1 1 0,-1 0 0,0-1 0,0 1 0,-1-1 0,-6 17-1,6-21-80,0 0 0,-1 0-1,1 0 1,-1 0 0,0-1-1,0 0 1,-1 1-1,1-2 1,-1 1 0,0 0-1,0-1 1,0 0 0,0 0-1,-1 0 1,-10 3 0,-21 6-435,-1-1 0,-67 9 0,-81-1-2546,129-14 1248,-66 6-2483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48.30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316 407 8353,'-82'-94'6927,"43"34"-3731,-31-40-196,-24-22 2576,91 118-5405,-18-20 772,15 21-458,8 16 14,48 108 654,1-1-639,-20-21-233,-4 1 0,22 167 1,-3 215 31,-38-364-243,14 167 43,98 1068 172,73 171-1013,-171-1381-497,50 183 0,-51-264 21,-20-61 1086,-1 1-1,1 0 1,0 0-1,0 0 1,-1-1 0,1 1-1,0 0 1,0-1 0,1 1-1,-1-1 1,0 1 0,0-1-1,1 0 1,-1 0-1,1 1 1,-1-1 0,1 0-1,0 0 1,-1 0 0,4 1-1,-4-2 16,0 0-1,1-1 1,-1 1 0,0 0-1,0 0 1,1-1-1,-1 1 1,0 0-1,0-1 1,0 1 0,1-1-1,-1 0 1,0 1-1,0-1 1,0 0-1,0 0 1,0 0 0,0 0-1,0 0 1,-1 0-1,1 0 1,0 0-1,0 0 1,-1 0-1,1 0 1,-1 0 0,1 0-1,0-2 1,3-10-562,-1-1 0,0 1 1,0 0-1,-2-1 0,0 1 1,0-1-1,-2-18 0,1 17-20,-4-87-4647,-4-8-2924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48.61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89 1424 12745,'-62'267'2278,"53"-223"-889,2 0 0,-2 65 0,8-77-710,0-1-222,2 0 0,2-1 0,0 0 0,2 0 0,1 0-1,2 0 1,1-1 0,1 0 0,1-1 0,25 44 0,1-9-69,3-3 0,3-1 0,66 71 1,-6-23-204,5-4 1,4-6 0,181 122-1,-197-155-63,3-4-1,2-4 1,3-5-1,133 46 0,-164-73 46,1-3-1,1-3 1,0-3-1,1-4 0,1-3 1,-1-3-1,106-8 1,-93-6 23,0-4 0,0-4 0,-2-4 0,85-32 0,-65 12 13,-2-5 0,172-102 0,-136 56-121,-5-7 1,-4-5-1,-4-6 0,166-185 0,301-459-1292,-78-54-2551,-517 808 3760,197-348-2933,-160 275 1187,-4-1 0,43-141 0,-74 207 1521,18-81-2282,-18 79 1774,-1 0 0,0 0 0,-1 0-1,0 0 1,-1 0 0,-2-15 0,1 17-685,-1 0 0,0 0 0,0 1 0,-8-14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49.4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180 90 4692,'-44'-3'1330,"43"3"-1237,-1 0 0,1 0 0,0 0 0,0 0 0,0 0 0,0 0 0,-1 0 0,1-1 0,0 1 0,0 0 0,0-1 0,0 1 0,0-1 0,0 0 0,0 1 0,0-1 0,0 0 0,0 1 0,0-1 0,0 0-1,-1-1 1,-2-3 292,-41-30 3964,43 33-3231,-2 1-596,1-1 0,-1 0 0,1 0 0,0 0 0,-1 0 0,1-1 0,0 1-1,-3-5 1,-1 1 297,7 5-786,-1 1-1,1 0 1,0-1-1,0 1 1,-1 0 0,1-1-1,0 1 1,0 0-1,-1 0 1,1-1-1,0 1 1,-1 0 0,1 0-1,0 0 1,-1-1-1,1 1 1,0 0-1,-1 0 1,1 0 0,0 0-1,-1 0 1,1 0-1,-1 0 1,1 0 0,0 0-1,-1 0 1,1 0-1,0 0 1,-1 0-1,1 0 1,-1 0 0,1 0-1,0 0 1,-1 0-1,1 0 1,0 1-1,-1-1 1,1 0 0,0 0-1,-1 0 1,1 1-1,0-1 1,-1 0-1,1 1 1,-4 24 623,4 0-430,1-1 0,2 1 1,0-1-1,2 1 1,1-1-1,10 29 1,0 2 10,160 624 1082,104 477-4638,-75-295-5400,-163-698 4776,4-18-1790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49.96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728 1854 9793,'-165'53'1657,"143"-46"-920,0-1 0,-1-1 0,0-1 0,-25 1 0,24-3-90,15-1-137,0-1-1,1 0 1,-19-2-1,26 2-482,0 0 0,1 0 0,-1 0 0,0 0 0,0 0 0,0 0 0,0 0 0,0 0 0,1-1 0,-1 1 0,0 0 0,0-1-1,0 1 1,1 0 0,-1-1 0,0 1 0,0-1 0,1 1 0,-1-1 0,0 1 0,1-1 0,-1 0 0,1 1 0,-1-1 0,1 0 0,-1 0 0,1 1 0,-1-1 0,1 0 0,0 0 0,-1 0-1,1 1 1,0-1 0,0 0 0,0 0 0,-1 0 0,1 0 0,0 0 0,0 1 0,0-1 0,0 0 0,1 0 0,-1 0 0,0 0 0,1-1 0,3-5 32,0 0 1,1 1-1,0-1 1,1 1-1,0 0 1,0 0 0,0 1-1,0 0 1,1 0-1,0 0 1,0 1-1,9-4 1,262-136 407,18 19-361,-272 115-106,1517-564-1154,24 68-264,-760 272 1199,7 50 819,-774 177-529,249-35 603,-251 39-494,0 2 0,1 1 0,-1 2 0,0 2 0,64 15 0,-83-15-95,0 2 0,-1 1 1,0 0-1,0 0 0,-1 2 0,0 0 0,-1 1 0,0 0 0,18 17 0,-15-9 27,0 0-1,-1 2 0,-1 0 0,-1 0 0,21 41 0,-7 2 107,-3 2 1,-3 0-1,25 123 1,94 679 706,-56 10-991,-60-587-113,-20-231 165,19 251-146,-21-220 109,-13 129 0,8-205 32,0 0 1,-1 1 0,0-1 0,-1 0-1,-1 0 1,0-1 0,0 1 0,-2-1-1,0-1 1,0 1 0,-1-1 0,-1 0-1,0-1 1,0 0 0,-1 0-1,-1-1 1,0-1 0,0 1 0,-21 11-1,-42 23-168,-116 49 0,-91 20 49,107-46 138,-1484 657 637,55 114-112,-41 160-567,1015-608-1204,432-273 309,-155 102-2199,307-186 1786,44-33 1266,0 1 0,0-1 0,0 1 0,1-1 0,-1 1 0,0-1 0,0 1 0,1 0-1,-1-1 1,1 1 0,-1 0 0,0 0 0,1-1 0,-1 1 0,1 0 0,0 0 0,-1 0 0,0 1 0,20-3-2006,26-14-1798,16-13-1963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50.3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21 9221,'7'-21'10809,"-4"24"-9510,2 1-1039,0 1-1,-1 0 1,1 0 0,-1 0 0,0 0 0,-1 1 0,1 0 0,-1-1 0,-1 1 0,5 13 0,3 12 346,5 32 1,-5-19-116,32 121 640,64 239 353,-92-352-1377,216 722-168,-44-194-3564,-11-33-3480,-90-310-528,-52-154 427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50.85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366 723 7969,'-150'30'1869,"122"-23"-179,-48 18 0,63-19-566,-1-2 0,1 1-1,-29 3 1,41-7-1042,-1-1 1,1 0-1,0 1 1,-1-1-1,1 0 1,-1 0-1,1 0 1,0 0-1,-1-1 1,1 1-1,-1 0 1,1 0-1,0-1 1,-1 1-1,1-1 1,0 1-1,-3-3 1,4 3-50,0-1 0,-1 1 0,1-1 0,0 0 0,-1 1 0,1-1 0,0 0 0,0 1 0,0-1 0,-1 0 1,1 1-1,0-1 0,0 0 0,0 1 0,0-1 0,0 0 0,1 0 0,-1 1 0,0-1 0,0 0 0,0 1 1,1-1-1,-1 0 0,1 0 0,2-5 70,0 0 0,1 1 0,0 0 0,0-1 0,0 2 0,7-8 1,20-14 149,1 0 0,67-38 1,82-32-155,2 14-459,3 9 1,3 7-1,246-50 0,605-45-1094,-990 156 1438,110-11-178,225 4 0,-325 16 151,-1 2 0,91 22 0,-110-17 62,-2 1 1,0 2-1,0 1 1,58 35-1,-67-32 36,-1 1-1,-1 2 1,-1 0-1,-1 2 1,-1 1 0,41 52-1,-37-36 78,-2 1-1,-1 2 1,-3 0 0,21 55-1,-13-15 260,29 131-1,-5 82 359,40 589 606,-61-524-710,154 697 1,-77-649 150,-108-402-793,0 0 1,0 0 0,-1 0-1,0 1 1,0-1-1,-1 0 1,0 0 0,0 1-1,0-1 1,-1 0-1,0 0 1,-4 11-1,3-12-4,-1 0 0,0 0 1,-1 0-1,1-1 0,-1 1 0,0-1 0,-1 0 0,1 0 0,-1-1 0,0 1 0,0-1 0,0 0 0,-11 6 0,-56 30-105,-114 47 0,76-38 105,-2350 922-1199,1944-826-540,397-120 377,0-6-1,-170 7 1,219-25-205,-109-13 0,20-18-3294,64 1-1235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51.22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95 0 10573,'-7'5'321,"0"0"0,0 0 0,0 1 0,1-1 0,0 1 0,0 1 0,0-1 0,1 1 0,0 0 0,0 1 0,1-1 0,0 1 0,0-1 0,1 1 0,0 1-1,-3 11 1,4 4 203,1-1 0,1 0-1,1 0 1,1 0 0,1 0-1,1 0 1,8 25 0,-8-28-270,28 107 1592,57 146 1,73 117 103,134 209-794,33-12-1878,-304-544 586,382 647-3102,-43-75-3774,-280-474 1916,-8-22-2988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3:51.80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322 1744 11657,'-27'4'1067,"0"-2"1,0-1-1,0-1 0,-45-6 1,64 5-683,0 0 0,0-1 0,0 0 1,0 0-1,1-1 0,-12-5 1,16 6-314,0 0 1,0 0 0,1 0-1,-1 0 1,1-1-1,-1 1 1,1-1 0,0 0-1,0 1 1,0-1 0,0 0-1,1 0 1,-1 0-1,1-1 1,0 1 0,0 0-1,0 0 1,-1-7 0,1 3 4,0 1 1,1-1 0,0 0 0,1 0 0,-1 0 0,1 0-1,1 0 1,-1 0 0,1 0 0,5-11 0,4-6 93,20-34 0,-25 48-154,29-47 83,3 1 0,3 2 0,70-72 0,166-125-67,-126 135-334,4 6-1,297-155 0,-255 169 29,4 10 1,239-70-1,-331 124 181,1 5 1,200-23-1,-257 45 58,-1 3-1,0 2 0,1 3 0,-1 1 0,0 3 0,-1 2 0,0 3 0,62 22 0,-75-18 12,-1 1 0,-1 3 0,-1 1 0,-1 1 0,-1 2 0,-1 1 0,-1 2 0,-2 0-1,0 3 1,37 49 0,-3 9-71,-4 3-1,83 172 0,338 843-199,-478-1101 293,515 1357-191,-414-1062 340,200 403 1,-259-620 104,4-3 0,3-1-1,93 108 1,-109-148-32,-12-14 38,-2 0 1,26 39 0,-46-61-237,1-1 1,-1 1-1,0 0 1,0 0-1,0 0 1,0 0-1,-1 0 1,1 0-1,-1 1 1,0-1-1,0 0 1,0 0-1,0 0 1,0 0-1,-1 0 1,1 0-1,-1 0 1,0 0-1,-2 5 1,-1 1-7,0-1-1,-1 0 1,0 0 0,0-1 0,-7 8 0,-16 15 85,-1-2 1,-1-1-1,-51 35 1,40-31-12,-83 61 388,-4-7 0,-192 97 0,210-130 20,-3-4 0,-2-6-1,-184 44 1,-218-8 331,-7-41-436,369-28-367,-1287 108-1655,1403-114 1555,-6 1-110,-669 36-2305,603-44 536,-132-21 0,165 11-775,0-3-1,-111-41 1,38-3-5276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49.57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1536 380 13577,'3'-15'938,"-1"-1"1,0 1-1,0-24 0,-3 19 791,0 1 0,-2 1 1,0-1-1,-1 0 0,-7-18 0,7 26-1384,2 3-8,0 0 0,-1-1 0,0 1 0,0 1 0,-1-1 0,0 0-1,0 1 1,-1 0 0,0 0 0,0 0 0,0 1 0,-1-1 0,-10-7 0,7 8-337,-1 1 0,0 0 0,0 0 0,0 1 0,-1 1 0,0-1 0,1 2 0,-1-1 0,0 2 0,-1-1 0,1 2 0,0-1 0,0 1 0,-20 3 0,-5 3 0,-1 1 0,2 2 0,-46 16 0,38-9 0,0 2 0,2 2 0,0 2 0,1 1 0,1 2 0,2 2 0,-68 62 0,89-72 0,0 0 0,-21 33 0,-53 97 0,86-140 0,1 0 0,-1-1 0,1 1 0,0 1 0,1-1 0,0 0 0,0 0 0,0 1 0,1-1 0,0 1 0,1 0 0,-1-1 0,2 1 0,-1 0 0,3 14 0,-2-15 0,2 5 0,0-1 0,0 1 0,1-1 0,1 0 0,0 0 0,0-1 0,1 1 0,0-1 0,1 0 0,0-1 0,1 0 0,0 0 0,0-1 0,1 1 0,0-2 0,0 1 0,1-1 0,0-1 0,0 0 0,14 6 0,-7-4 0,0-1 0,1 0 0,0-1 0,0-1 0,1-1 0,-1-1 0,1 0 0,0-1 0,0-1 0,0-1 0,0-1 0,19-3 0,-10-2 0,1-2 0,-1 0 0,-1-3 0,0 0 0,0-1 0,-1-2 0,38-26 0,154-134 0,-155 118 0,-27 22 0,1 2 0,50-33 0,-86 64 0,0 0 0,1 0 0,-1 0 0,0 0 0,1 0 0,-1 0 0,0 1 0,1-1 0,-1 1 0,1-1 0,-1 1 0,1-1 0,0 1 0,-1 0 0,1-1 0,-1 1 0,1 0 0,-1 0 0,1 0 0,0 1 0,-1-1 0,1 0 0,-1 1 0,1-1 0,-1 1 0,1-1 0,-1 1 0,1-1 0,-1 1 0,1 0 0,-1 0 0,0 0 0,2 2 0,1 1 0,-1 1 0,0 0 0,-1 1 0,1-1 0,-1 0 0,0 1 0,0-1 0,1 9 0,2 8 0,-2 0 0,0 0 0,-1 0 0,-1 1 0,-1-1 0,-5 37 0,-1-19 0,-2 0 0,-23 67 0,9-50 0,-1-2 0,-3 0 0,-3-2 0,-65 93 0,48-86 0,-3-3 0,-2-1 0,-86 71 0,47-57 0,-3-4 0,-2-4 0,-3-5 0,-3-3 0,-138 51 0,182-83 0,-1-3 0,-1-3 0,-91 13 0,141-27 0,-2 0-97,1-1 1,-1 0-1,0-1 0,-19-1 1,27 0-16,-1 0 1,0 1-1,1-1 1,-1 0-1,0-1 1,1 1-1,-1 0 0,1-1 1,0 0-1,-6-4 1,7 4-23,0 0 0,0-1 0,0 1 0,0-1 1,0 0-1,1 1 0,-1-1 0,1 0 0,0 0 0,0 0 0,0 0 1,0 0-1,1 0 0,-1 0 0,1 0 0,-1-1 0,1 1 1,0 0-1,1 0 0,-1 0 0,0 0 0,1 0 0,0-1 0,2-4 1,0-2-1042,2 0 0,0 0 0,0 0 0,1 1 0,0 0 0,0 0 0,1 0 0,0 1 0,15-13 0,39-36-11802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0.03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238 85 14449,'-56'-46'3129,"56"46"-2931,-1 0 0,1-1-1,-1 1 1,0-1 0,1 1 0,-1-1-1,1 0 1,-1 1 0,1-1 0,-1 0-1,1 1 1,0-1 0,-1 0 0,1 1-1,0-1 1,-1 0 0,1 0 0,0 0-1,0 0 1,7-9 717,-7 9-456,10-14 8470,-9 19-8141,0 12-762,0 1-1,-2-1 1,0 0-1,0 0 1,-2 0-1,-6 26 1,-4 0-44,-22 54 0,-17 9 18,34-71 0,1 0 0,-23 70 0,36-81 0,5-22 0,-1 0 0,0 1 0,0-1 0,1 0 0,-1 1 0,1-1 0,-1 0 0,1 0 0,-1 1 0,1-1 0,0 0 0,0 0 0,-1 0 0,1 0 0,0 0 0,0 0 0,0 0 0,0 0 0,0 0 0,0 0 0,1-1 0,-1 1 0,0 0 0,0-1 0,1 1 0,-1-1 0,0 1 0,0-1 0,1 0 0,-1 0 0,0 1 0,1-1 0,-1 0 0,1 0 0,-1 0 0,2-1 0,5 0 0,0 0 0,-1-1 0,1 0 0,-1-1 0,8-3 0,-6 3 0,29-15 0,0-1 0,-1-2 0,68-51 0,15-8 0,-79 55 0,46-27 0,104-46 0,-180 94 0,-1 0 0,1 0 0,-1 1 0,1 0 0,0 1 0,0 0 0,15 0 0,-22 2 0,0 1 0,0-1 0,0 1 0,0-1 0,0 1 0,0 0 0,0 1 0,0-1 0,0 1 0,0-1 0,-1 1 0,1 0 0,-1 1 0,1-1 0,-1 1 0,0-1 0,0 1 0,0 0 0,0 0 0,-1 0 0,1 1 0,3 4 0,-1 2 0,-1 1 0,0-1 0,0 1 0,-1-1 0,0 1 0,-1 0 0,0 0 0,0 1 0,-2-1 0,1 0 0,-1 0 0,-3 15 0,-2 18 0,-21 74 0,20-93 0,-50 234-1092,49-207 336,1-1-1,3 1 1,4 58-1,1-98-780,0-1-1,0 1 0,1-1 1,0 0-1,1 0 0,1 0 1,9 18-1,16 23-11826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1.19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809 251 11053,'4'-14'429,"6"-17"1027,6-35 0,-13 47 579,-1 0-1,0-19 1,-4 7 278,0-1 4616,-3 35-5806,-14 8-985,1 1 0,0 1 0,2 1 0,-1 0 0,1 1 0,-16 21 0,-82 115 649,53-66-636,-37 43-151,-196 282 0,270-371 0,2 0 0,2 2 0,1 0 0,-23 78 0,40-110 0,0-1 0,1 0 0,0 1 0,0-1 0,1 11 0,0-17 0,1 0 0,-1 1 0,0-1 0,1 1 0,-1-1 0,1 0 0,0 0 0,-1 1 0,1-1 0,0 0 0,1 0 0,-1 0 0,0 0 0,1 0 0,-1 0 0,1 0 0,-1 0 0,1-1 0,0 1 0,0-1 0,0 1 0,3 1 0,2-2 0,-1 1 0,1-1 0,0-1 0,0 0 0,-1 0 0,1 0 0,0 0 0,0-1 0,-1-1 0,12-2 0,-4 1 0,24-7 0,0-1 0,0-2 0,41-21 0,0 1 0,-47 21 0,200-68 0,-224 77 0,0 1 0,0 0 0,0 1 0,1 0 0,-1 0 0,1 1 0,-1 0 0,0 0 0,1 1 0,-1 0 0,1 1 0,-1 0 0,0 0 0,0 1 0,0 0 0,0 0 0,-1 1 0,1 0 0,-1 0 0,0 0 0,0 1 0,-1 1 0,1-1 0,-1 1 0,0 0 0,0 0 0,-1 1 0,0-1 0,6 11 0,5 13 0,-2-1 0,0 2 0,-2 0 0,9 36 0,-7-22 0,20 45 0,-26-72 0,2 0 0,0-1 0,0 0 0,2-1 0,0 0 0,1-1 0,19 18 0,-22-24 0,0-1 0,0 0 0,1-1 0,0-1 0,1 1 0,-1-1 0,1-1 0,0-1 0,1 1 0,-1-2 0,1 0 0,14 2 0,-15-4 0,0-1 0,-1 0 0,1-1 0,0 0 0,-1 0 0,1-2 0,-1 1 0,1-2 0,-1 1 0,16-9 0,-18 9 0,11-6 0,-1 0 0,1-1 0,-2-1 0,32-24 0,52-59 0,-82 74 0,13-12-55,-1-2 0,-2-1 0,-1-1-1,-2-2 1,-2-1 0,34-67 0,-44 72-135,-14 32 185,0 1 1,0-1-1,-1 0 1,1 0-1,-1 0 1,1 0 0,-1 0-1,0 0 1,1-1-1,-1 1 1,0 0-1,-1 0 1,1 0-1,0 0 1,-1 0-1,1 0 1,-1 0-1,1 0 1,-1 0-1,0 0 1,0 0-1,0 1 1,0-1-1,0 0 1,0 0-1,0 1 1,-1-1-1,1 1 1,-1-1-1,1 1 1,-1 0-1,0-1 1,1 1-1,-1 0 1,0 0-1,0 0 1,0 0-1,0 1 1,0-1-1,0 0 1,0 1-1,0-1 1,0 1-1,0 0 1,0 0-1,0 0 1,0 0-1,0 0 1,0 0-1,0 0 1,0 1-1,-3 0 1,-6 3 26,0 0 1,0 1-1,0 0 1,1 1-1,0 0 1,0 0-1,0 1 1,1 1-1,0 0 1,1 0-1,-1 0 0,-11 18 1,5-7 17,2 1 0,0 0 0,1 0 0,1 2 1,-11 32-1,17-40-26,1 0 0,0 0 1,2 0-1,-1 1 0,2-1 1,0 1-1,0 0 0,2-1 1,0 1-1,5 28 0,-3-33-6,0 1 0,1-1 0,0 0-1,0 0 1,1 0 0,0 0-1,1-1 1,0 0 0,1 0 0,0-1-1,0 1 1,0-2 0,1 1 0,1-1-1,10 8 1,-3-5-33,0-1 0,0 0 0,1-1 0,0-1 0,0 0 0,1-2 0,-1 0 0,1-1 0,1 0 0,-1-2 0,0 0 0,1-1 0,-1-1 0,32-3 0,-28-1-12,0 0-1,1-2 1,-2 0-1,1-1 1,-1-2-1,0 0 1,0-1 0,-1-1-1,-1-1 1,0 0-1,27-25 1,79-83-308,-103 97 276,-1-2 0,-2 0 0,23-40 0,-35 52 45,-2-1 1,0 1 0,0-1-1,-1-1 1,-1 1 0,0 0 0,-2-1-1,1 0 1,-1 1 0,-2-18 0,1 27 31,-1 0 0,0 1 0,1-1 0,-2 0 0,1 1 0,0-1 0,-1 1 0,0-1 0,0 1 1,0 0-1,-1 0 0,1 0 0,-1 0 0,0 0 0,0 0 0,-1 1 0,1-1 0,-1 1 0,1 0 1,-1 0-1,0 1 0,-7-5 0,8 6 2,1-1 292,15 18-82,-1-6-185,1-1-1,0 0 0,0-1 1,1-1-1,0 0 1,16 5-1,19 11 90,3 3-339,-1 2-1,66 49 1,-102-66 143,-1 1-1,0 0 0,-1 1 0,0 1 0,-2 0 1,1 0-1,-1 1 0,-1 1 0,-1 0 1,0 0-1,12 33 0,-4 11-114,-10-32 120,1-1 0,2 0 1,17 35-1,-23-54 69,1 0 0,0-1-1,0 1 1,1-1 0,0 0 0,1-1 0,-1 1 0,1-1 0,0-1 0,1 1 0,-1-1-1,1 0 1,0-1 0,16 7 0,-8-6 36,1 1 1,1-2-1,-1-1 0,0 0 0,1-1 1,32 0-1,-22-4 148,0-1 0,-1-1 1,1-1-1,27-9 0,-41 10-80,123-43 1067,-108 34-1103,-3 2-65,0 1 0,51-13 0,-76 22-5,0 1 0,0-1 0,0 1 0,1 0 0,-1 0 0,0 0 0,0 0 0,1 0 0,-1 0 0,0 0 0,0 0 0,1 0 0,-1 1 0,0-1 0,0 0 0,0 1 0,1-1 0,-1 1 0,0-1 0,0 1 0,0 0 0,0-1 0,0 1 0,0 0 0,0 0 0,0 0 0,0 0 0,-1 0 0,1 0 0,0 0 0,-1 0 0,1 0 0,0 0 0,-1 0 0,1 0 0,-1 0 0,0 1 0,1-1 0,-1 0 0,0 0 0,0 1 0,0-1 0,0 0 0,0 0 0,0 2 0,0 7 0,0 0 0,-2 0 0,1 0 0,-4 14 0,4-22 0,-6 20 9,0 1-1,-2-1 1,-15 27 0,11-22-100,-13 35 0,26-60 48,-4 10-867,-1 1 0,-11 22 1,14-31-128,-1 0 0,0-1 1,1 1-1,-1-1 1,0 1-1,-1-1 0,-4 4 1,-5 6-6082,19 1-4335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1.3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30 13365,'4'-12'2108,"2"-6"1061,1 54-1237,0-3-3544,-4-2-504,7-1-2849,10 21-3932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1.51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771 1 17158,'0'0'6956,"-1"4"-3923,-7 17-2338,0 0 0,-2 0 1,0-1-1,-2-1 0,0 0 0,-26 31 0,-8 14 59,-412 621-855,411-616-1099,-10 13-3399,45-62 993,0 2 1,-9 23-1,3 2-9460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2.32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14625,'25'2'1335,"0"1"0,0 2-1,43 13 1,163 47 4704,-139-41-4954,473 106 1245,-551-127-2347,11 1-640,40 4-1,-61-8 43,-27 13-800,-33 16 351,44-24 916,1-1 0,0 2 0,0 0 1,0 0-1,1 1 0,0 0 0,1 1 1,-1 0-1,-13 16 0,22-23 169,0 0 0,0 0 0,0 0 0,0 1 0,1-1-1,-1 0 1,0 1 0,1-1 0,-1 0 0,1 1 0,0-1 0,-1 1 0,1-1 0,0 1-1,0-1 1,0 0 0,0 1 0,0-1 0,0 1 0,0-1 0,1 1 0,-1-1 0,1 0-1,-1 1 1,1-1 0,-1 0 0,1 1 0,-1-1 0,1 0 0,0 1 0,0-1 0,0 0-1,0 0 1,0 0 0,0 0 0,0 0 0,0 0 0,0 0 0,0-1 0,1 1 0,-1 0-1,0 0 1,2 0 0,8 4 395,-1-1 0,1 0 0,0 0 0,16 2 0,-23-5-294,17 3 663,1-1-1,29 0 1,-35-3-458,-1 1 0,1 0 0,0 2 0,0-1 0,30 11 0,-43-11-327,0 0 1,1 0 0,-1 0-1,0 1 1,0-1-1,0 1 1,-1 0-1,1 0 1,0 0-1,-1 0 1,0 0 0,0 1-1,0-1 1,0 1-1,1 4 1,4 9-638,-2 0 0,4 18 0,-6-23 84,4 23-911,-6-27 1024,1 1 0,-1-1 0,2 0 0,-1-1 0,7 14 0,-6-14-24,1 0-1,0 0 1,1 0-1,0-1 0,0 1 1,0-1-1,1-1 1,-1 1-1,2-1 1,-1 0-1,0 0 1,1 0-1,8 3 0,-8-5 437,-1 0 0,1-1-1,-1 0 1,1-1-1,0 1 1,-1-1-1,1 0 1,0-1-1,0 0 1,0 0-1,0 0 1,0-1-1,-1 0 1,1 0-1,0-1 1,8-3-1,34-15 961,-1-3 0,-1-1 0,43-32 0,68-34 2551,-149 86-3178,1 0 1,-1 1-1,1 0 1,1 0-1,-1 1 1,0 0-1,19 0 0,-25 3-224,0 0-1,-1 1 0,1-1 0,-1 1 0,0-1 0,1 1 0,-1 0 0,0 0 0,5 5 0,-3-3-11,3 1-12,0-1-1,1 0 1,-1 0 0,1-1 0,-1 0-1,1-1 1,0 1 0,15 0 0,26 8 337,-28-4-216,0 2 0,-1 0-1,0 1 1,23 15 0,78 59 581,-62-42-585,-47-32-138,1-1-1,0-1 1,1 0-1,0-1 1,20 7-1,-26-12-44,-1 0-1,1-1 1,0 0-1,0 0 1,0 0-1,-1-1 1,1-1 0,0 0-1,0 0 1,0 0-1,14-5 1,13-7-29,1-1 1,-2-1-1,46-28 0,95-76 68,-131 84 46,-43 34 127,2 19-18,10 29 60,-13-38-200,2 1-1,-1-1 1,1 0 0,0 0 0,1 0 0,0-1 0,1 1-1,7 10 1,-7-12-40,0 0 1,1-1-1,-1 1 0,1-1 1,1 0-1,-1 0 1,1-1-1,12 8 0,-18-12-5,37 24 6,50 23 0,-76-41-180,-1 1 0,0 0 1,16 14-1,-26-20 123,-1-1 1,1 1-1,0 0 1,-1-1-1,0 1 1,1 0-1,-1-1 1,0 1 0,0 0-1,0-1 1,0 1-1,0 0 1,0 0-1,0-1 1,-1 1-1,1 0 1,-1-1-1,0 3 1,-1 6-1783,0 4-1727,-1 2 1171,6-4-6021,2 1-2566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2.84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31 196 13309,'0'0'9,"2"-4"278,0 0 0,-1 0 0,0 0-1,0 0 1,0 0 0,0 0 0,0 0-1,-1 0 1,0-9 0,-1 11 88,0 0 0,0 0 0,-1 0-1,1 0 1,-1 0 0,1 0 0,-1 0 0,0 0 0,0 1 0,1-1 0,-1 1 0,0-1-1,-1 1 1,1 0 0,0 0 0,0 0 0,0 0 0,-5-1 0,5 1 1660,3-5-1505,0 0 0,1 0 0,0 0 1,0 0-1,1 0 0,-1 0 0,1 1 1,0 0-1,1-1 0,-1 1 0,1 0 1,0 1-1,9-9 0,13-8-530,-26 20 0,1 1 0,-1-1 0,0 1 0,0-1 0,1 1 0,-1-1 0,1 1 0,-1-1 0,0 1 0,1 0 0,-1-1 0,1 1 0,-1 0 0,1-1 0,-1 1 0,1 0 0,-1 0 0,1-1 0,-1 1 0,1 0 0,0 0 0,-1 0 0,1 0 0,-1 0 0,1 0 0,-1 0 0,1 0 0,0 0 0,-1 0 0,1 0 0,-1 0 0,1 0 0,-1 0 0,1 1 0,-1-1 0,1 0 0,0 0 0,-1 1 0,0-1 0,1 0 0,-1 1 0,1-1 0,-1 0 0,1 1 0,-1-1 0,0 1 0,1-1 0,-1 1 0,1 0 0,1 2 0,4 3-320,0 1 1,0-1-1,-1 1 0,0 1 1,0-1-1,-1 1 1,0 0-1,0 0 0,-1 0 1,0 0-1,3 12 0,1 9-1821,-2 0 0,3 36-1,-5 20-5191,-11 17-4857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2.96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10 212 9317,'-10'-13'8277,"17"-5"-6893,3 3-320,20 0-248,30-9-340,-6 9-428,13-6-544,20 3-844,17 3-684,6-6-1013,14 3-1127,3-1-3173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3.12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 0 12405,'-3'15'8465,"46"-11"-6129,35 5-204,5 9-500,31 6-299,27 6-289,23 9-400,13-3-540,14 3-672,10 4-792,10-1-585,-6-6-1035,-1 3 328,-6 9-3453,-18-5-5396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4.22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1891 285 10521,'32'-72'2364,"-31"68"-2170,-1 1 0,1-1 0,-1 0 0,0 1 1,0-1-1,-1 0 0,1 1 0,-1-1 0,1 0 0,-1 1 0,0-1 0,-1 1 0,1-1 0,0 1 0,-1 0 0,0 0 0,0 0 0,0 0 0,-4-5 1,0-1 391,-1-1-48,0 0 0,-1 1 0,0 0 0,-1 0 0,1 0 0,-2 1 0,1 1 0,-1 0 0,0 0 0,-1 1 0,0 0 0,0 1 0,0 0 0,0 1 0,-1 0 0,1 0 0,-1 2 0,0-1 0,-20 0 0,5 1 14,0 2 1,0 1-1,0 1 0,0 1 1,0 1-1,1 2 0,-51 16 1,14 4-495,1 2 1,1 3 0,1 3 0,-59 44 0,-209 183-118,-22 67 59,300-273 0,2 1 0,3 3 0,3 2 0,-51 94 0,77-123 0,2 0 0,2 0 0,0 1 0,3 1 0,0 0 0,2 0 0,2 1 0,-2 56 0,7-66 0,2-1 0,0 1 0,1 0 0,2-1 0,1 0 0,0 0 0,2 0 0,1-1 0,0 0 0,2-1 0,0 0 0,29 39 0,-15-30 0,2-1 0,0-2 0,2-1 0,1-1 0,1-2 0,2-1 0,57 32 0,-5-12 0,1-4 0,100 30 0,-4-13-1414,3-9 0,2-7 0,1-9 1,1-8-1,2-9 0,255-12 0,-290-11-261,0-7 0,-1-7 1,-1-7-1,-2-6 0,247-93 0,-338 103 1795,0-3 0,-2-2-1,-1-2 1,-2-4 0,-1-1 0,-3-3 0,-1-2-1,-2-3 1,-1-1 0,78-105 0,-76 82 994,-3-1-1,-4-3 1,-3-1 0,-3-2 0,-3-2 0,31-110 0,-61 175-861,73-312 7071,-72 304-6268,0-4 435,-8 23-980,-5 14-315,-26 44-196,-28 65 0,7-13 0,-115 208 0,-121 218 0,251-463-126,-136 252-2906,131-231 409,-52 153 0,89-215-1425,-10 57-1,10 18-9233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4.84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875 56 15381,'-7'-6'920,"-1"0"0,1 1-1,-1 0 1,0 0 0,0 1-1,0 0 1,0 0 0,-1 1-1,0 0 1,-17-3-1,12 4-314,-1 0 0,0 2 0,1 0 0,-1 0 0,1 1 0,-19 4 0,-3 4-129,1 1-1,0 2 0,0 1 1,-51 29-1,46-19-553,1 1 0,1 2 0,1 2 0,2 1 0,1 2 0,-59 69 1,79-83-354,1 1 0,1 1 0,0 0 1,1 1-1,2 0 0,0 0 0,-9 31 1,16-43 246,0 1 0,1-1 1,-1 1-1,2 0 1,-1 0-1,1-1 0,1 1 1,0 0-1,2 13 0,-1-16 89,0-1-1,0 1 1,1-1-1,-1 0 0,1 0 1,0 0-1,0 0 0,1 0 1,-1 0-1,1-1 1,0 0-1,1 0 0,-1 0 1,1 0-1,7 4 1,2 0-4,0-2 0,0 1 0,0-2 0,1 0 0,-1-1 0,1 0 0,0-1 1,1-1-1,-1 0 0,24-1 0,6-2 365,1-3 0,56-10 0,96-30 2950,-32 7 256,-152 36-3345,0 1 0,0 0 1,1 1-1,-1 0 1,0 1-1,0 1 0,19 6 1,14 2-69,-5-5-10,0-1 0,0-3 0,1-1 0,-1-2 0,0-1 0,1-3 0,-1-2 0,-1-1 0,1-2 0,55-22 0,-50 14-49,-21 7 0,1 1 0,0 1 0,0 1 0,1 1 0,39-3 0,-61 9 0,-1 1 0,1 0 0,0 0 0,0 1 0,0-1 0,-1 1 0,1 1 0,0-1 0,-1 1 0,1 0 0,-1 0 0,0 1 0,1-1 0,-1 1 0,-1 0 0,1 1 0,0-1 0,-1 1 0,1 0 0,-1 0 0,0 0 0,-1 1 0,1-1 0,-1 1 0,0 0 0,0 0 0,0 0 0,-1 1 0,1-1 0,-1 1 0,-1-1 0,1 1 0,-1-1 0,0 1 0,0 0 0,-1 0 0,1 0 0,-1-1 0,-1 1 0,1 0 0,-1 0 0,-1 5 0,-2 4-3,-1 0-1,0 0 1,-1-1 0,0 1-1,-1-1 1,-12 18-1,-62 75-74,33-47-1,48-60 73,0 0 1,0 1-1,0-1 0,-1 0 0,1 0 0,0 0 0,0 0 0,0 0 0,0 1 0,-1-1 0,1 0 1,0 0-1,0 0 0,0 1 0,0-1 0,0 0 0,0 0 0,0 1 0,-1-1 0,1 0 1,0 0-1,0 1 0,0-1 0,0 0 0,0 0 0,0 0 0,0 1 0,0-1 0,0 0 1,0 0-1,0 1 0,1-1 0,-1 0 0,0 0 0,0 1 0,0-1 0,0 0 0,0 0 1,0 0-1,0 1 0,1-1 0,-1 0 0,0 0 0,0 0 0,0 0 0,0 1 0,1-1 0,-1 0 1,0 0-1,0 0 0,1 0 0,-1 0 0,0 0 0,1 1 0,20-3 37,24-10 207,-20-1-196,-1-1 1,0 0 0,-1-2-1,37-32 1,7-4-20,4 2-23,152-79 0,-187 112 0,0 2 0,1 1 0,1 1 0,0 3 0,1 1 0,64-7 0,-84 15 0,1 1 0,0 0 0,0 2 0,0 0 0,0 1 0,36 11 0,-48-11 0,0-1 0,-1 1 0,1 1 0,-1 0 0,0 0 0,0 0 0,0 1 0,-1 0 0,1 0 0,-1 0 0,-1 1 0,1 0 0,-1 0 0,0 1 0,0-1 0,-1 1 0,1 0 0,-2 1 0,5 10 0,-6-14 0,-1 0 0,0 0 0,-1 1 0,1-1 0,-1 0 0,0 1 0,0-1 0,0 0 0,0 1 0,-1-1 0,0 0 0,0 1 0,0-1 0,0 0 0,-1 0 0,-3 7 0,-14 29 0,-45 70 0,49-87 0,-2-1 0,-1 0 0,-1-1 0,0-1 0,-2-1 0,0-1 0,-1-1 0,-41 25 0,44-30 0,-31 18-61,-2-2 0,-1-3 0,-1-2 0,-1-2-1,-101 24 1,26-23-3228,67-13-840,2 3-3585,7 5-6570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5.23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75 43 14485,'-57'0'3029,"47"-12"-293,3 0 4280,40 3-5567,31 0-325,13 9-228,30 9-524,31 0-696,29 6-900,21 0-872,9-9-1125,24 24 77,20 15-3101,14 7-5624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6.0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1138 134 15481,'-1'-12'1227,"1"1"-1,1-1 1,0 0-1,0 0 1,2 0-1,-1 1 1,9-23-1,2 16 3288,-10 20-2430,-6 15-1208,-17 41-876,-41 81 0,13-34 0,-223 456 0,-34-17 0,243-434 0,-124 228 0,25 13 0,150-322-67,1 0-1,1 0 1,2 1 0,1 0-1,1 0 1,-2 50 0,7-72-422,0 0 1,1 0 0,0 0 0,4 13 0,6 2-2950,-10-21 2552,1 0 1,-1-1-1,1 1 0,0-1 1,-1 1-1,1-1 0,0 0 1,0 1-1,3 0 0,20 3-13690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6.2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1635 28 13597,'-70'-27'2600,"16"27"89,-3 0-449,-10 3-332,4 0-280,-8 9-320,-12 6-300,-115 39 453,87-15-1053,-6 10-684,0 5-784,-4 9-705,-19-2-1199,12 20 72,8 24-3017,3 13-5088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6.44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25 18642,'67'-25'2960,"27"29"-16,0 5-304,6-6-527,11 6-409,20 3-348,36 6-948,27 3-408,27 3 0,21 6 0,19 6-936,-3-6-1436,-7-17-1133,0 8 65,0 18-3201,-16-6-6248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8.7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2064 468 4288,'38'-37'1113,"-38"36"-1092,1 1 1,-1 0-1,0-1 0,1 1 1,-1 0-1,0-1 0,1 1 0,-1 0 1,1-1-1,-1 1 0,0 0 1,1 0-1,-1 0 0,1-1 0,-1 1 1,1 0-1,-1 0 0,1 0 1,-1 0-1,1 0 0,-1 0 1,1 0-1,-1 0 0,1 0 0,-1 0 1,1 0-1,-1 0 0,0 0 1,1 0-1,-1 0 0,1 1 0,-1-1 1,1 0-1,-1 0 0,1 0 1,-1 1-1,0-1 0,1 0 0,-1 1 1,0-1-1,1 0 0,-1 1 1,0-1-1,1 0 0,-1 1 0,0-1 1,1 1-1,-1 0 35,0-1-1,1 1 1,-1-1 0,0 1 0,1-1-1,-1 1 1,0-1 0,1 0 0,-1 1-1,0-1 1,1 1 0,-1-1-1,1 0 1,-1 0 0,1 1 0,-1-1-1,1 0 1,-1 0 0,1 0 0,-1 1-1,1-1 1,-1 0 0,1 0-1,-1 0 1,1 0 0,-1 0 0,2 0-1,41-6 7682,-41 5-7187,5-3-368,-5 4-110,-1-1-1,1 0 1,-1 1 0,1-1 0,-1 0-1,1 0 1,-1 0 0,0 0-1,1 0 1,-1 0 0,0-1-1,0 1 1,0 0 0,0-1 0,0 1-1,0-1 1,0 1 0,1-4-1,13-50 1067,-15 54-1127,0 0 1,0 0 0,1 0-1,-1 0 1,0 0 0,0-1-1,0 1 1,0 0 0,0 0-1,-1 0 1,1 0 0,0-1-1,0 1 1,-1 0 0,1 0-1,-1 0 1,0-1-1,-1-4 24,-1-3-17,1 1 0,-1-1 0,-1 1 0,1 0 0,-1 0 0,-1 0 0,1 1 0,-1 0 0,-1-1 0,0 2 0,1-1 0,-2 1 0,1 0 0,-1 0 0,0 0 0,0 1-1,-14-7 1,-9-4-26,-1 2-1,-1 1 0,-41-11 0,57 19 7,-64-18 0,-1 3 0,-1 3-1,0 5 1,-98-4 0,113 15-7,0 2 0,0 4 1,0 2-1,1 3 0,-109 32 0,126-25 61,1 3-1,1 1 1,0 3 0,2 2 0,1 1 0,1 3-1,1 1 1,2 3 0,-39 40 0,27-19 60,3 2 1,2 3 0,2 1-1,4 2 1,-56 113 0,78-136-62,2 1-1,1 1 1,3 0 0,1 1 0,2 0-1,-5 61 1,13-77-29,1-1 1,1 1-1,2 0 0,0-1 0,2 1 1,1-1-1,1 0 0,1 0 1,2-1-1,0 0 0,25 45 1,-17-43-35,2 0 1,1-1-1,1-1 1,1-2-1,1 0 1,1-1-1,1-1 1,1-1-1,1-2 1,34 19-1,3-4-85,1-2 0,2-4 0,107 30 0,-27-20-65,1-6 1,269 19 0,-206-41 38,302-27 1,-322-1 44,339-77-1,-424 67 65,-1-4-1,-2-5 1,-2-4-1,157-89 1,-207 99 3,-1-1 0,-2-3 1,-1-2-1,-2-2 0,-1-1 0,59-76 0,-81 88 7,-2-1-1,-2-1 1,0 0-1,-2-1 0,12-37 1,-19 42 1,-1 0 0,-2 0 0,0 0 0,-2-1 0,-1 0 1,-2 0-1,-1-32 0,-2 37-13,-1 0 0,-1 1 1,-1-1-1,-1 1 0,0 1 1,-2-1-1,-15-29 0,8 24 4,-1 0 0,-1 0 0,-2 2 0,-39-43 0,14 27 7,-2 1 0,-1 3 0,-2 1 0,-1 3 0,-67-33 0,24 20-236,-3 5 0,-1 4 0,-1 4 0,-2 5 1,-112-17-1,72 24-1923,-2 6 1,1 7-1,-169 11 1,66 17-4174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6:59.47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3318 1332 10197,'8'-10'508,"-5"7"-263,0-1 0,0 1 0,0-1 0,-1 0 0,0 0 0,1 0 0,-1 0 0,-1 0 0,1 0 0,-1-1 0,1 1 0,-1-1 1,-1 1-1,2-5 0,1-25 1723,-1 27-1666,-1 0 0,0-1-1,-1 1 1,0-1 0,0 1 0,0-1 0,-1 1 0,0-1 0,-3-6 0,-4-12-25,-2 1 0,-1 1 0,0-1 0,-2 2 0,-1 0 0,-1 0 0,-35-39 0,23 34-100,-1 1 1,-1 1 0,-1 2 0,-65-40-1,24 26-62,-2 4-1,0 3 1,-2 3-1,-143-34 1,99 38 78,-2 4-1,0 6 1,-1 5 0,1 6 0,-124 12-1,96 6 226,0 6 0,2 7-1,-242 78 1,34 35 197,307-117-532,1 2 1,1 1-1,2 3 1,0 2-1,-39 38 1,67-55-55,0 2 0,1 0 0,1 0 0,1 2 0,0 0 0,1 0 1,2 1-1,-1 0 0,-7 25 0,14-32-12,0 1 0,1 0 0,0 0 0,1 1 0,1-1 0,0 0 0,1 0 0,1 1 0,0-1 1,1 0-1,0 0 0,1 0 0,1 0 0,0 0 0,9 17 0,0-5-24,1-1 1,1-1-1,2 0 1,0-1-1,2-1 0,0-1 1,2 0-1,0-2 1,40 30-1,-4-11-157,2-2 0,124 57 0,-76-49-194,3-5 0,164 36 0,235 7-588,-293-61 435,413-16 0,-468-17 364,-1-7 1,-1-8-1,189-55 0,-246 50 43,193-88-1,-245 95 83,-1-3-1,-2-1 1,0-3 0,-2-2-1,59-58 1,-81 69 13,-2-1 0,0-2-1,-2 0 1,-1-1 0,-1 0 0,-1-2 0,-2 0-1,-1-1 1,-1 0 0,-1-1 0,-2 0 0,-2 0-1,0-1 1,-2 0 0,-2 0 0,0-1-1,-3 1 1,0-1 0,-2 1 0,-2 0 0,-1-1-1,-1 2 1,-2-1 0,-1 1 0,-1 0 0,-2 1-1,-23-43 1,15 36 2,-2 1 1,-2 2-1,-1 0 1,-2 1-1,-50-47 0,35 43 11,-2 2-1,-1 1 1,-84-46-1,37 34-36,-3 4-1,-1 5 0,-1 3 1,-127-25-1,112 35-398,-2 4 0,0 6 0,-122 1 0,140 14-669,1 4-1,-1 4 0,2 5 0,-98 26 0,132-23-1310,-75 32 0,-35 35-5113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00.89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4921 1 6217,'2'2'1541,"-1"1"-1335,1 0 0,-1 0 0,0-1 0,0 1 0,0 0 0,0 0 0,-1 0 0,1 1 0,-1-1 0,1 0 0,-1 0 0,0 0 0,0 0 0,-1 0 0,0 4 0,-15 52 1871,10-42-1477,-29 82 1382,-5-2 0,-64 113 0,-130 175 860,-797 1039 1309,484-697-3114,178-210-341,-271 405 372,285-400-576,-339 542 184,44 23-512,650-1086-165,-121 229-421,102-187-11,2 1 0,1 1-1,-12 63 1,25-95 161,1 0 1,0 0-1,1 0 0,1 0 0,0 1 0,1-1 1,0 0-1,4 15 0,-5-25 81,1 0 0,0 0 0,0 0 0,1 1-1,-1-2 1,0 1 0,1 0 0,0 0 0,0 0 0,0-1 0,0 1 0,0-1 0,0 0 0,1 1 0,-1-1-1,1 0 1,-1 0 0,1-1 0,0 1 0,0-1 0,0 1 0,0-1 0,0 0 0,0 0 0,0 0-1,0 0 1,0-1 0,1 1 0,-1-1 0,0 0 0,0 0 0,1 0 0,-1 0 0,0-1 0,0 1-1,6-3 1,3 1-1053,-1-1 0,0-1 0,-1 0 0,19-10 1,59-41-8684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01.9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1936 197 11353,'-2'-7'256,"-1"0"0,-1 1 1,1 0-1,-1 0 0,0 0 0,-1 0 0,1 1 1,-1 0-1,0 0 0,-1 0 0,1 0 0,-1 1 0,0 0 1,0 0-1,0 0 0,0 1 0,-1 0 0,0 0 1,1 1-1,-9-2 0,-5 1 158,-1 1 1,1 2 0,0 0-1,-1 1 1,1 1-1,0 1 1,-34 9 0,33-8-126,-100 24 537,1 6 1,3 5-1,0 4 1,3 6-1,3 5 1,1 5 0,-132 94-1,179-106-608,1 2 0,3 4 0,3 1 0,-83 103 0,118-128-166,0 1 0,2 1-1,1 1 1,2 0 0,1 1-1,2 1 1,1 0 0,1 1 0,-6 44-1,13-57-34,1 1 1,2 0-1,0-1 0,1 1 0,2 0 0,0 0 0,1-1 0,2 0 1,0 1-1,1-1 0,1-1 0,1 1 0,1-2 0,1 1 0,22 32 1,-10-23-59,2-2 1,1 0 0,2-2-1,0-1 1,2-1 0,0-1 0,2-2-1,65 34 1,-22-19-253,2-4 0,1-2 0,82 18 1,-75-27-99,0-5 1,1-3 0,1-3 0,0-5 0,0-3-1,0-4 1,0-4 0,-1-3 0,154-38 0,-123 15-108,-2-4 1,-2-6 0,-2-4-1,-1-5 1,119-78 0,-146 76 284,-3-4 1,-2-3 0,-3-3 0,-3-4-1,-3-3 1,109-143 0,-114 122 303,-3-3 0,-5-2 0,-4-3 1,-4-1-1,65-212 0,-98 263 46,7-56 0,-19 89-82,-1 1-1,0 0 0,-1-1 0,0 1 1,-2 0-1,1-1 0,-2 1 0,-4-15 1,6 25-26,-1 1 0,1 0 0,-1 0 0,0 0 0,0 0 0,0 0 0,0 0 0,-1 1 0,0-1 0,0 1 0,0 0 0,0-1 0,0 1 0,0 1 0,-1-1 0,1 0 0,-1 1 0,0 0 0,0 0 0,0 0 0,0 0 0,0 1 0,0 0 0,-1-1 0,1 1 0,0 1 0,-1-1 0,1 1 0,-9 0 0,-2 1 47,0 1 0,1 1 0,0 0 0,-1 1 0,1 0 0,1 1 0,-1 1 0,-13 7 0,-20 13 150,1 2-1,1 3 0,2 1 0,-57 54 0,36-23 155,-107 139 0,122-132-196,3 1 0,-69 147 0,64-99 29,-43 153 0,78-215-263,2 0-1,2 1 1,3 0 0,2 1-1,3 0 1,8 113 0,-1-143-14,2 0 0,1 0 0,1 0 0,2-1 0,1 0 0,22 45 0,-21-54 7,1 1 0,1-2 1,1 0-1,0 0 0,1-1 0,1-1 0,0-1 0,1 0 1,32 21-1,-28-25-36,0 0 1,0-1 0,1-1-1,1-1 1,-1-1 0,1-2-1,0 0 1,0-1-1,1-1 1,-1-1 0,1-1-1,41-4 1,-45 1-2,-1-1-1,1 0 1,37-12 0,125-54-483,-163 61 526,1-1 0,-2-1 1,1-1-1,-1 0 0,17-15 0,-24 17 32,5-4-15,-2-1 0,0-1 0,-1 0 0,0 0-1,-1-1 1,17-32 0,-27 45 26,-1 0 0,1-1-1,-1 1 1,1 0 0,-1 0 0,0-1-1,-1 1 1,1-1 0,0 1 0,-1-1-1,0 1 1,0-1 0,0 1 0,0-1-1,-1 1 1,1-1 0,-1 1 0,0 0-1,0-1 1,0 1 0,0 0 0,-1 0-1,-2-5 1,3 6-161,1 4-314,1 1 473,-1 0 0,1-1 0,-1 1-1,1-1 1,0 1 0,0-1-1,0 0 1,1 1 0,-1-1-1,0 0 1,1 0 0,0 0-1,-1 0 1,1 0 0,0 0-1,0 0 1,0 0 0,0-1-1,0 1 1,1-1 0,-1 0-1,0 1 1,1-1 0,-1 0 0,1 0-1,-1-1 1,1 1 0,-1-1-1,5 1 1,6 2 2,0-2 1,0 1 0,1-2-1,-1 0 1,16-1-1,56-13 1074,-1-4 1,135-46-1,-199 57-810,5-1 110,34-7 0,-54 14-356,0 1 1,0 0-1,0 0 0,0 0 1,-1 0-1,1 1 0,0 0 0,0 0 1,0 0-1,-1 1 0,1 0 0,0 0 1,-1 0-1,0 0 0,1 0 1,-1 1-1,0 0 0,0 0 0,-1 0 1,1 0-1,-1 1 0,1 0 1,-1-1-1,0 1 0,0 0 0,3 7 1,5 9-13,-1 1 0,-1 0 0,-1 1 0,8 29 0,-9-26 8,5 22-89,-6-24-114,1 1 0,15 36 0,-20-55 161,0 0 0,1 0 1,-1-1-1,1 1 0,1 0 0,-1-1 1,1 0-1,-1 0 0,1 0 0,1 0 1,-1-1-1,0 1 0,1-1 0,-1 0 1,1 0-1,9 3 0,-1-3 5,-1 0 0,0-1 0,1 0 0,-1-1 0,1 0 0,-1-1 0,1-1 0,0 0 0,-1 0 0,0-2 0,14-3 0,17-7 67,72-33 0,-100 39-31,166-83 339,7-3 340,-179 89-667,0 1 0,1-1 0,-1 2-1,1-1 1,0 1 0,10 0 0,-19 1-99,1 1 0,-1 0 0,1 0 0,0 0 0,-1 0 0,1 0 0,-1 1 0,1-1 0,-1 0 0,1 1 0,-1-1 0,1 1 0,-1-1 0,1 1 0,-1 0 0,0 0 0,1-1 0,-1 1 0,0 0 0,0 0 0,1 0 0,-1 1 0,0-1 0,0 0 0,0 0 0,0 0 0,-1 1 0,1-1 0,0 1 0,-1-1 0,1 0 0,0 1 0,-1-1 0,0 1 0,1 0 0,-1-1 0,0 1 0,0-1 0,0 1 0,0-1 0,0 1 0,0 0 0,-1 1 0,-4 55-7957,-4-10-725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02.3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560 1 11993,'100'116'3832,"-90"-105"-3580,-1 0 1,0 1-1,-1 1 0,0-1 1,-1 1-1,-1 0 1,0 1-1,0 0 0,-1 0 1,-1 0-1,-1 0 0,0 1 1,-1-1-1,0 1 1,-1 0-1,-1 0 0,0-1 1,-1 1-1,-5 26 1,-2-7-134,-2 0 0,-1-1 0,-2 0 0,-1-1 0,-1 0 0,-2-2 0,-1 0 1,-31 39-1,-20 14 68,-111 103 0,110-118-14,3 2 0,-72 97-1,131-155-55,0 1-1,0-1 0,1 1 0,1 1 0,0-1 0,1 1 0,-5 18 0,9-25-40,0 1-1,0 0 1,1-1-1,0 1 1,0 0-1,0-1 1,1 1-1,0 0 1,1-1-1,0 1 1,0-1-1,1 0 1,0 0-1,0 0 1,7 12-1,0-4-1,1-1 0,1-1-1,0 0 1,1 0 0,0-1-1,1-1 1,0 0 0,1-1-1,30 16 1,15 3-295,79 27-1,-131-53 179,327 105-2683,-80-49-3809,-30-15-6445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03.33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586 0 10589,'0'0'9612,"-1"3"-9134,-77 119 2591,50-80-2238,11-19-600,-1 0 1,-1-1-1,-1-2 0,-1 1 1,-23 16-1,-125 82-4468,69-52-3782,29-14-2708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05.58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5583 993 4452,'-10'-5'3160,"17"0"3341,10 2-395,-11 4-6533,-6-2 432,0 0 0,-1 1 0,1-1 0,-1 1 0,1-1 0,0 0 0,0 1-1,-1-1 1,1 1 0,0-1 0,0 0 0,0 1 0,0-1 0,0 0-1,0 0 1,0 1 0,0-1 0,0 0 0,0 1 0,0-1 0,0 0 0,1 0-1,-1 0 9,0-1-1,0 1 0,0-1 1,0 1-1,0-1 0,0 1 1,0 0-1,0-1 0,-1 1 1,1-1-1,0 1 0,-2-2 1,-5-7-3,-1 0 0,0 1 1,-1 0-1,0 0 1,-1 1-1,0 0 1,0 0-1,-1 2 1,-19-11-1,-12-2-24,-60-19 0,39 17 49,-87-30-85,-2 8 1,-183-29-1,-319-16-57,279 43 127,-896-133 38,982 137-14,-751-116 983,590 93-145,387 54-821,38 5-27,0 1 0,-30-1 1,30 0-26,23 4-6,0 0 0,-1 1 0,1-1 0,-1 1 1,1-1-1,-1 1 0,1 0 0,-1 0 0,0 0 1,-2 0-1,-138 14 31,119-11 5,7-2-51,0 2 1,1 0 0,-17 5 0,27-7-1,0 0 1,0 0 0,1 0 0,-1-1-1,-11 0 1,-8 0-175,23 0 1045,-7 2-1298,8-1 105,1-1 1,-1 0 0,1 1 0,-1-1-1,1 0 1,-1 1 0,1-1-1,0 1 1,-1-1 0,1 1 0,0-1-1,-1 1 1,1-1 0,0 1 0,0-1-1,0 1 1,-1-1 0,1 1 0,0 0-1,0-1 1,0 1 0,0-1-1,0 1 1,0-1 0,0 1 0,0 0-1,0-1 1,0 1 0,0-1 0,1 1-1,-1-1 1,0 1 0,0-1-1,0 1 1,1 0 0,2 17-7038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06.0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2727 50 8545,'-19'-20'1973,"19"19"-1800,0 0 1,0-1-1,0 1 1,0 0-1,0-1 1,1 1-1,-1 0 1,1 0-1,-1-1 1,1 1-1,-1 0 1,1 0-1,0 0 1,-1 0 0,1 0-1,0 0 1,1-2-1,2-4 3909,-27 15-3837,1 1-1,0 1 1,0 0-1,-39 28 1,-75 67 316,61-44-226,-747 526 1310,641-475-1472,-130 71 52,27-21-26,-366 243 48,633-393-226,1 0-1,0 1 1,0 1-1,-21 24 0,36-37-14,0 1 0,0-1 0,0 1 0,0-1 0,0 1 0,1-1 0,-1 1 0,0-1 0,1 1 0,-1-1-1,1 1 1,0 0 0,0-1 0,0 1 0,-1 0 0,1-1 0,1 1 0,-1 0 0,0-1 0,0 1 0,1 0 0,-1-1-1,1 1 1,-1-1 0,1 1 0,0 0 0,-1-1 0,1 0 0,0 1 0,0-1 0,0 1 0,0-1 0,0 0 0,1 0 0,-1 0-1,0 0 1,0 0 0,2 1 0,3 3 6,0-1 0,0 0 1,0 0-1,1 0 0,-1-1 0,1 0 0,12 4 0,74 11 74,158 13 0,-161-23-67,742 54-830,-758-58 367,330 9-4853,-258-11 100,-7 8-3022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06.3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7 125 12665,'-7'-58'1692,"18"40"417,-11-6-3034,0 0-799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10.1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2978 497 4916,'15'-32'522,"-8"17"-60,0 0 0,-1 0 0,-1 0 0,8-33 0,0-36 2021,-8 44-153,20-74 0,-20 96-1319,-1 0 0,3-31 0,-3 18-201,-4 28-585,-4 6 20,-21 17 128,2 2 1,1 1-1,0 1 1,-26 38-1,14-19-73,-8 9 0,-413 549 1526,302-355-1555,126-195-217,2 1 1,3 0 0,-17 59 0,32-85-41,1 1 0,1 0 0,1 0 0,2 0 0,0 0 0,2 1 0,1-1 0,2 0 0,0 1 0,8 30 1,-5-37-56,1 0 0,1-1 1,0 1-1,2-1 0,0-1 1,1 0-1,1 0 1,1-2-1,0 1 0,2-1 1,0-1-1,33 28 1,38 18-255,22 19-91,-93-68 308,-1 1 0,0 0 0,-1 1-1,19 26 1,-28-34 62,1 1 1,-2-1-1,1 1 0,-1-1 0,0 1 1,-1 0-1,0 0 0,0 0 0,-1 0 1,0 1-1,0-1 0,-1 0 1,0 1-1,0-1 0,-1 0 0,0 0 1,-1 1-1,1-1 0,-2 0 0,1 0 1,-1-1-1,0 1 0,-1 0 0,-5 8 1,-4 3-6,0 1 0,-1-1 1,-1-1-1,-1-1 0,-1 0 1,0-1-1,-26 18 0,-29 17 12,-3-4 0,-1-3 0,-2-3 0,-115 42 0,-343 86 87,-149 2-880,683-170 786,-10 1-170,-1 2 1,1-1-1,0 1 0,-12 7 0,22-10 156,0 0 1,-1 0 0,1 0-1,0 0 1,0 1-1,0-1 1,0 1 0,0 0-1,1-1 1,-1 1-1,0 0 1,1 0 0,0 0-1,-1 0 1,1 1 0,0-1-1,0 0 1,0 0-1,0 1 1,0-1 0,1 1-1,-1-1 1,1 1-1,-1-1 1,1 0 0,0 1-1,0 3 1,21 125-296,-8-63 333,4 98-1,-18-76 75,-3 0 0,-5 0 0,-29 129-1,-90 260 542,95-367-520,-331 1129 231,356-1211-356,-52 192-262,47-163-161,-9 105-1,20-138 88,2 1-1,1-1 0,1 1 0,1 0 1,14 49-1,-14-63-191,2 0 1,0 0-1,0 0 1,1 0 0,1-1-1,0 0 1,1-1-1,0 1 1,0-2-1,1 1 1,1-1-1,20 17 1,-10-14-2974,40 20-1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10.82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753 140 6025,'3'-5'60,"3"-4"207,0-1 0,0 0 0,1 1 0,0 0 0,1 1 0,0 0 0,0 0 0,1 0 0,-1 1 1,2 1-1,-1-1 0,14-5 0,-14 7-167,1 1 0,0 1 0,-1 0 0,1 0 0,0 1 0,1 1 1,-1-1-1,0 1 0,0 1 0,1 0 0,-1 1 0,0 0 0,0 0 0,0 1 0,0 0 0,0 1 1,0 0-1,0 1 0,-1 0 0,0 0 0,1 1 0,-2 0 0,1 1 0,-1 0 0,1 0 0,-2 1 0,1 0 1,-1 0-1,0 1 0,0 0 0,-1 0 0,0 0 0,-1 1 0,0 0 0,0 0 0,-1 0 0,4 11 1,-2-2-42,0 0 0,-2 0 1,0 0-1,0 1 1,0 33-1,-2-24-2,-2 0 0,-1 0-1,-1-1 1,-2 1 0,0 0-1,-9 27 1,-2-13-25,-2 0 1,-2-1-1,-1 0 1,-2-2-1,-45 60 1,-157 165 194,200-238-201,-60 64 130,-109 153 0,170-209-133,2 1 1,1 0-1,2 2 1,1 1-1,2 0 1,2 1-1,1 0 1,-10 65-1,-25 178 1075,33-223-422,-2-1 0,-42 97-1,-17-4 497,-19 44 38,83-165-1059,1 0 1,1 0-1,1 1 1,-6 61-1,12-62-151,2 1 0,2 0-1,0 0 1,2-1 0,2 0-1,0 0 1,14 37 0,12 17-1487,48 90 0,-40-90-228,29 95-5176,-39-89 108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11.8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1980 277 3964,'5'-7'292,"-4"6"-196,0-1 1,1 1 0,-1-1 0,0 0-1,-1 1 1,1-1 0,0 0-1,0 1 1,-1-1 0,1 0-1,-1 0 1,1 0 0,-1 1-1,0-1 1,0 0 0,0 0-1,0 0 1,0 0 0,-1-1-1,1-17 982,0 17-939,0 1 0,0-1 0,0 0 0,0 1 0,-1-1 0,1 1 0,-1-1 0,1 1 0,-1-1 0,0 1 0,0 0 0,0-1 0,0 1 0,-1 0 0,1 0 0,-1 0 1,-2-3-1,-8-8 206,0 1 1,-1 0 0,0 1 0,-1 0-1,-1 1 1,0 1 0,0 0-1,0 1 1,-1 1 0,-32-10 0,7 5 0,0 1 0,-1 3 0,-56-5 0,47 10-183,0 2 0,0 2 0,1 2 1,-1 2-1,-87 21 0,105-17-222,0 2-1,0 0 1,1 2 0,1 2 0,0 1-1,1 1 1,1 1 0,1 2 0,-36 31-1,57-44 32,1-1-1,0 1 0,0 0 0,1 1 0,-1-1 0,2 1 1,-1 0-1,1 0 0,0 1 0,1-1 0,0 1 1,0 0-1,-1 9 0,2-4 0,1 0 1,1 1-1,0-1 1,0 0-1,2 0 0,0 0 1,0 0-1,9 24 1,46 118-137,-27-80-82,33 127 1,-56-169 131,-2-1 0,-2 1 1,-1-1-1,-1 1 1,-2 0-1,-2 0 0,0-1 1,-17 65-1,14-79 77,0 0 0,-1 0 1,-1-1-1,-1 1 0,0-2 0,-1 0 0,-1 0 0,-1-1 1,-1 0-1,0-1 0,0 0 0,-2-1 0,0-1 0,0 0 0,-1-1 1,-25 14-1,10-11 15,0-1 0,-1-2-1,-1-1 1,1-2 0,-2-1 0,1-1 0,-53 3 0,29-7 133,0-3 1,0-2-1,-94-16 0,140 16-26,-1-1 0,1 0 0,-15-6 0,18 6-48,8 2-30,0 0 0,0 0 0,0 1 0,0-1 0,0 0 0,0 0 0,0 1 0,0-1 0,0 0 1,1 1-1,-1-1 0,0 0 0,0 0 0,1 1 0,-1-1 0,0 0 0,1 1 0,-1-1 0,1 0 0,-1 1 0,2-2 0,-2 2 6,0-1-9,1-1 0,0 1 0,-1 0 0,1 0 0,0 0 0,-1 1 0,1-1-1,0 0 1,0 0 0,0 0 0,0 0 0,0 1 0,0-1 0,0 0 0,0 1 0,0-1 0,0 1-1,0-1 1,1 1 0,-1 0 0,0 0 0,0-1 0,3 1 0,-1 0 1,-1 0-1,1 1 1,0-1 0,0 1 0,0 0 0,0 0-1,-1 0 1,1 0 0,0 0 0,2 2 0,1 1 13,1 0 0,-2 0 1,1 0-1,0 1 1,-1 0-1,0 0 0,0 1 1,6 8-1,-3 1 64,-1 1 1,0 0-1,-2 0 0,1 0 0,-2 0 0,4 24 0,6 105 338,-13-131-393,1 67 266,-16 137 1,2-59-1658,10-109-1448,6 59-1,2-54-2199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12.3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2298 28 6089,'14'-22'1298,"-11"17"1842,-12 25-2474,3-8-561,0-1-1,-2 0 1,1-1-1,-1 0 1,-18 18 0,-56 41 258,35-30-161,-289 282 466,266-242-557,4 3-1,-80 128 1,127-178-87,1 0 0,1 2 0,2 0 1,2 1-1,1 0 0,1 1 0,-6 43 0,15-62-14,0-1-1,1 1 0,0-1 0,2 1 0,0-1 0,0 1 1,2-1-1,0 0 0,1 0 0,1 0 0,0 0 0,1-1 0,0 1 1,2-2-1,0 1 0,0-1 0,1 0 0,18 19 0,-6-11 84,2-2 0,0 0-1,1-2 1,1-1 0,1-1-1,33 17 1,-12-2 266,-48-30-340,0 1 1,1-1-1,-1 0 1,0 0 0,0 0-1,1 0 1,-1 0-1,0 0 1,0-1 0,0 1-1,0 0 1,0 0-1,0-1 1,-2 2 0,1-1 12,-23 14 183,-1 0 0,0-2 0,-33 12 0,33-15-53,1 1 0,0 1 0,1 1 1,-36 26-1,30-15-60,-138 117 240,131-106-306,-2-1 1,-1-2 0,-1-2-1,-74 40 1,100-62-21,-1-2 0,0 0 0,-33 7 1,-145 23-56,163-32-113,0-2 0,0 0 0,0-2 0,-41-5 0,48 2-6,-182-31-2305,73 1-2248,119 30 3913,-53-13-4739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12.49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10 109 9809,'7'-21'1220,"3"3"-632,-13 0-700,-1 0-668,-6-1-2408,0 4-1365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13.3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7 111 5965,'-6'-33'1648,"6"33"-1605,0 0 1,0 0-1,0-1 1,0 1-1,0 0 1,0-1 0,-1 1-1,1 0 1,0 0-1,0-1 1,0 1-1,0 0 1,0-1-1,0 1 1,0 0 0,1-1-1,-1 1 1,0 0-1,0 0 1,0-1-1,0 1 1,0 0-1,0-1 1,0 1 0,1 0-1,-1 0 1,0-1-1,0 1 1,0 0-1,1 0 1,-1 0-1,0-1 1,1 1-1,9-8 276,1 1-1,0 0 0,0 0 1,1 1-1,0 1 0,0 0 0,0 0 1,1 2-1,-1-1 0,1 2 1,23-3-1,13 1 184,91 5 0,377 58 497,-1 44-480,-260-50-358,1279 282 16,-1213-262-425,266 52-793,1-34-1040,-525-85 1340,114-4 0,-147-5-73,1 0 0,0-2 0,-1-1 0,0-2 0,41-15 0,-15-4-2239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13.61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1411 0 5100,'13'19'300,"4"6"448,0 2 0,16 36 0,15 28 1086,4-2-1,76 101 1,19 28-617,-119-169-929,-1 0 0,33 90 0,-49-108-198,-1 1 0,-1 0 1,-2 0-1,-2 1 0,3 58 0,-8-76-63,0 1 0,-2-1 0,0 0 0,0 0-1,-1 0 1,-1 0 0,-1 0 0,0-1 0,-1 1 0,0-1 0,-1-1 0,-1 1-1,0-1 1,-15 17 0,6-12 0,-1 0-1,-1-1 0,-1-1 1,-1-1-1,0 0 0,0-2 1,-1-1-1,-1 0 0,0-2 1,-38 12-1,-12-1-58,0-4 1,-92 11-1,-248 8-858,247-26-726,-269 51 1,362-45-826,-111 41 0,83-10-1937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15.13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68 0 3888,'-5'1'900,"1"0"-1,0 0 0,0-1 1,-1 1-1,1-1 0,0 0 1,-1 0-1,1-1 0,-6-1 1,-8 1 5546,21 1-5599,42 2-299,1 2 0,-1 1 0,69 19-1,134 51-92,-119-33-329,500 146-2638,-207-66-5583,-184-53-1261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15.3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9477,'95'21'3326,"168"14"-1,-87-15-1525,815 157 1245,-10 66-3481,-218-20-3134,-262-58-2818,-188-54-1207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26.52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678 285 7609,'-1'-3'309,"0"-1"-1,0 1 1,0 0 0,1-1 0,-1 1 0,1-1-1,0 1 1,0 0 0,1-1 0,-1 1 0,1 0 0,-1-1-1,1 1 1,0 0 0,0-1 0,0 1 0,1 0 0,-1 0-1,3-3 1,-2 2 123,-1-1 269,1-1-1,-1 0 0,0 0 1,0 0-1,-1 0 1,0 0-1,0 0 0,0 0 1,-2-8-1,1 6 115,0 0 0,0 0 0,1 0 0,1 0 0,1-8-1,3-10 1365,10-32 2128,-15 58-4304,-1 0 1,1 1-1,0-1 0,0 0 0,0 0 0,0 0 0,0 0 0,-1 0 1,1 1-1,0-1 0,0 0 0,0 0 0,0 0 0,-1 0 0,1 0 1,0 0-1,0 0 0,0 0 0,-1 0 0,1 0 0,0 1 0,0-1 0,0 0 1,-1 0-1,1 0 0,0 0 0,0 0 0,0-1 0,-1 1 0,1 0 1,0 0-1,0 0 0,0 0 0,-1 0 0,1 0 0,0 0 0,0 0 1,0 0-1,-1 0 0,1-1 0,0 1 0,0 0 0,0 0 0,0 0 0,0 0 1,-1 0-1,1-1 0,0 1 0,0 0 0,0 0 0,0 0 0,0-1 1,0 1-1,0 0 0,0 0 0,0 0 0,0-1 0,0 1 0,0 0 1,0 0-1,0 0 0,0-1 0,0 1 0,0 0 0,0 0 0,0-1 0,0 1 1,-18 10-47,8-2 43,0 1 0,1 0 0,0 0 0,0 1 0,1 0 0,0 1 0,-7 13 0,-46 91 0,45-80 0,-372 876 0,282-596-1096,95-276 644,3 1 0,1 0 0,2 1 0,2-1 1,1 1-1,5 46 0,-2-77-699,0-1 1,1 1-1,0 0 1,1 0-1,0-1 1,1 0-1,-1 1 1,2-1-1,-1 0 1,7 8-1,-3-7-3117,1 0 0,17 14 0,-26-24 4204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26.8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993 96 14617,'-103'-50'2957,"40"18"2912,28 18-1306,33 15-4366,1-1 1,-1 1-1,1-1 1,-1 1-1,1 0 1,-1 0-1,1 0 0,-1 0 1,1 0-1,0 0 1,0 0-1,-1 0 1,1 1-1,0-1 0,0 0 1,0 1-1,0-1 1,1 1-1,-1-1 1,0 1-1,1-1 1,-1 3-1,0 6-173,1 0 1,1 0-1,0 0 1,1 0-1,0 0 1,0 0-1,1 0 1,7 16-1,8 17-24,2 0 0,2-1 0,39 54 0,-42-68 0,286 382 0,-91-132 0,4 41 0,-173-245 0,-4 3 0,47 117 0,-76-160 4,-1 1 0,-1 0 0,-3 1 0,0-1 0,-3 2 0,1 49 0,-5-59-18,-2 0 0,-1 1 0,-1-1 0,-2-1 0,0 1 0,-2-1 0,-1 0 0,-1-1 0,-14 27 0,4-18-135,-2-1 0,-1-2 0,-1 0 0,-2-1 0,-1-2 0,-1-1 0,-1-1 0,-1-1 0,-51 31 0,-3-5-124,-3-4 0,-146 56 0,-143 36-999,230-91-991,-176 32 0,271-69 1593,-71 12-1949,57-21-1425,64-2 3778,-1 0-1,1 0 1,0 0 0,0 0 0,0 0-1,0 0 1,0 0 0,0 0 0,-1 0-1,1-1 1,0 1 0,0 0 0,0-1-1,0 1 1,0-1 0,0 1 0,0-1-1,0 1 1,0-1 0,-1-1 0,2 1-399,0-1 1,0 0-1,0 0 0,0 1 1,0-1-1,1 0 1,-1 1-1,1-1 1,-1 0-1,1 1 0,-1-1 1,2-1-1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27.42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557 1636 12889,'-12'-6'441,"7"2"-128,-1 1-1,0 0 1,0 0 0,-1 1-1,1 0 1,0 0-1,-1 0 1,0 1 0,1 0-1,-8-1 1,-8 1 325,0 0 0,1 2 1,-1 0-1,0 1 0,1 1 0,-1 1 0,-37 13 1,41-11-475,1 2 1,-1 0 0,1 0-1,1 2 1,-1 0 0,2 1-1,-18 15 1,23-16-353,0 0 0,0 1 0,1 1 0,0 0 0,1 0 0,1 1 0,0-1 0,1 2 0,0-1 0,-4 15 0,6-18-266,2 0-1,-1 1 1,1-1 0,0 0 0,0 18 0,2-24 359,1-1 0,-1 1 0,0-1 0,1 1 1,0-1-1,0 0 0,0 1 0,0-1 0,0 0 0,1 0 1,-1 1-1,1-1 0,0 0 0,0-1 0,0 1 1,0 0-1,1-1 0,-1 1 0,1-1 0,5 4 1,6 2 196,2 0 0,-1-2 0,1 0 1,0 0-1,0-2 0,31 6 1,13 3 613,40 17 482,2-5 0,198 23 1,-177-43-1077,0-5-1,0-6 1,-1-4 0,0-6 0,122-33 0,-165 28-78,0-3 1,83-38-1,-114 39-36,-1-1 0,-1-2 0,-1-3 0,54-45 0,-52 34 5,42-46 0,-73 68-17,-1 0-1,0-1 1,-2 0 0,0-1 0,16-33-1,-28 51 5,-1 0 0,1-1 0,0 1 0,0-1 0,-1 1 0,1 0 0,-1-1-1,0 1 1,0-1 0,0 1 0,0-1 0,0 1 0,-1-1 0,1 1 0,0 0-1,-1-1 1,0 1 0,0 0 0,0-1 0,0 1 0,0 0 0,0 0 0,0 0-1,-1 0 1,1 0 0,-1 0 0,0 0 0,-2-2 0,1 1 3,0 1 1,-1-1 0,1 1-1,-1 0 1,0 0-1,0 0 1,1 0-1,-1 1 1,0 0 0,0 0-1,-1 0 1,1 0-1,0 0 1,-7 1-1,-8 1 21,0 2-1,0 0 0,0 2 0,0 0 0,1 0 1,-33 16-1,8 1 72,-62 40 1,81-46-56,2 1 0,0 0 0,0 2-1,2 0 1,0 2 0,2 0 0,0 1 0,-27 45 0,43-64-40,0 1 0,0 0 0,1-1 0,-1 1 0,1 0 0,-1 0 0,1 0 0,1 0 0,-1 1-1,0-1 1,1 0 0,0 0 0,0 0 0,0 0 0,1 0 0,-1 1 0,1-1 0,0 0 0,0 0 0,1 0 0,-1 0 0,1-1 0,0 1 0,0 0 0,0-1-1,0 1 1,0-1 0,1 1 0,0-1 0,0 0 0,0 0 0,0-1 0,0 1 0,0-1 0,1 1 0,-1-1 0,1 0 0,0 0 0,-1 0 0,8 1-1,2 1-23,0 0 0,0-1 0,0-1 0,0 0 0,1-1 0,-1-1 0,0 0-1,1-1 1,14-2 0,5-2-60,0-2-1,46-16 1,-43 10 42,0-2 0,-1-1 0,-1-2 1,-1-1-1,34-25 0,-24 10-2,-1-2 0,71-78 0,-20-2 171,130-213-1,-214 315-104,96-167 1275,-9-5 1,115-308 0,-89 206 2246,-115 311-1501,-7 7-1940,-1 0 0,-2 0 0,-1 1 0,-12 41 0,-43 123 135,20-76-201,20-55-29,-143 512-604,134-467-1105,-31 138-3189,46-182-303,-6 118 1,17-45-7027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27.6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94 34 14877,'-94'-33'8797,"121"36"-6665,27 6-495,23-6-333,33 6-204,34 0-220,30 12-172,27 3-252,27 9-600,27-3-652,9 4-720,4-4-324,-10-6-721,-20-9-971,-24 3-2825,-26 3-5804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28.84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383 67 6913,'1'-1'694,"0"-1"0,1 1 1,-1 0-1,0-1 0,0 1 0,0-1 1,0 1-1,0-1 0,0 1 1,-1-1-1,1 0 0,0 1 0,-1-1 1,1 0-1,-1 1 0,0-1 1,1 0-1,-1-3 0,1-4-1472,-1 6 3315,-5-3-503,4 5-1917,1 0 0,0 0 0,-1 0 0,0 0 0,1 0 0,-1 0 0,1 1 0,-1-1 0,0 0 0,0 1 0,1-1 0,-1 0 0,0 1 0,0-1 0,0 1 0,0-1 0,0 1 0,1-1 0,-1 1 0,0 0 0,0 0 0,0-1-1,-2 1 1,-14 23 860,10-12-649,0 0-1,0 1 0,1-1 1,0 1-1,-6 20 0,-9 21 399,-51 134 1167,-69 262-2592,92-217-4262,23 5-6810,24-136-78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29.1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721 77 14889,'17'-18'973,"-14"13"-653,1 1 0,0 0 0,0 0 0,0 0 0,0 0 0,1 1 0,0 0 0,-1 0 0,1 0 0,0 0 0,1 1 0,-1 0 0,11-3 0,-3 2 295,-1 0 0,1 1 1,0 1-1,1 0 0,-1 1 0,0 1 1,0 0-1,22 4 0,-17 0-298,0 0-1,-1 1 1,0 0-1,0 2 1,-1 0-1,17 11 1,-16-8-337,-1 1 0,0 0 0,-1 1 1,-1 1-1,0 1 0,0-1 1,-2 2-1,0 0 0,-1 1 1,0 0-1,-1 0 0,-1 1 1,-1 1-1,-1-1 0,0 1 0,-1 0 1,-2 1-1,0-1 0,0 1 1,-2 0-1,-1 0 0,0 0 1,-4 34-1,-3-21-210,-2 0 1,-1 0-1,-1 0 0,-2-2 1,-2 1-1,0-1 0,-2-1 1,-30 41-1,4-13-94,-2-2 1,-3-2-1,-58 50 0,-185 132-517,-20-26 276,149-103 405,134-89 189,1 1-1,0 2 1,-36 37 0,60-56-15,0 0 0,0 0 1,0 0-1,0 0 1,1 0-1,-1 1 0,1-1 1,-1 1-1,1-1 0,0 1 1,0 0-1,0 0 1,0-1-1,0 1 0,1 0 1,-1 0-1,1 0 0,0 0 1,0-1-1,0 1 0,1 5 1,0-5-8,1 0 1,0-1-1,-1 1 0,1-1 1,0 1-1,0-1 1,1 0-1,-1 0 0,0 0 1,1 0-1,-1 0 1,1 0-1,0-1 0,-1 1 1,1-1-1,0 0 1,0 0-1,0 0 0,4 1 1,35 8 19,1-2-1,0-1 1,0-2 0,73-2 0,-92-3-43,434-15-2102,0-29-7003,-253 20-47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29.38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271 0 13137,'1'1'253,"-1"-1"0,0 0 0,0 0 0,1 1 1,-1-1-1,0 0 0,0 1 0,0-1 0,1 0 0,-1 1 0,0-1 0,0 0 0,0 1 0,0-1 0,0 0 0,0 1 0,0-1 0,0 1 1,0-1-1,0 0 0,0 1 0,0-1 0,0 0 0,0 1 0,0-1 0,0 1 0,0-1 0,0 0 0,-1 1 0,1-1 0,0 0 0,0 1 0,0-1 1,-1 0-1,1 0 0,0 1 0,-1-1 0,-17 16 1194,-7 7-411,6 4-748,1 0-1,1 2 1,1 0 0,-16 40-1,-39 134-5647,44-121 1043,13-33-1098,0-4-3184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29.74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60 7609,'20'-10'684,"2"0"1,-1 2-1,1 0 1,0 2 0,1 0-1,0 2 1,45-4-1,17 10-41,0 3-1,83 16 0,-151-18-686,19 2-123,80 12-1201,143 2 1,-252-19 1339,0 0 1,0 0-1,0 1 0,0 0 0,0 0 0,0 1 0,0-1 0,0 2 0,-1-1 0,1 1 0,-1 0 0,0 0 0,0 1 0,0-1 0,0 2 0,0-1 0,-1 0 0,0 1 0,0 0 0,0 0 1,-1 1-1,1-1 0,-1 1 0,3 7 0,-2-4-21,0 1 0,-1 0 0,0-1-1,-1 2 1,0-1 0,0 0 0,1 21 0,-3-24 29,0-3 83,0 0 0,1-1 0,-1 1 0,1-1 0,-1 1-1,1-1 1,0 0 0,0 0 0,1 0 0,-1 0 0,1 0 0,-1 0 0,6 3 0,-5-4 98,0 0-1,1-1 1,-1 1 0,1-1 0,-1 0 0,1 0 0,0 0 0,-1-1 0,1 1-1,0-1 1,-1 0 0,1 0 0,7-1 0,51-9 1341,-44 6-1085,-5 1 4,0 1 0,0 1 0,0 0 0,0 1 0,0 0-1,0 1 1,0 0 0,18 5 0,-27-5-346,1 1 1,-1 0-1,1 0 0,-1 0 1,0 1-1,0-1 0,0 1 0,0 0 1,0 0-1,-1 0 0,1 1 1,-1-1-1,0 1 0,0 0 1,0 0-1,-1 0 0,1 0 1,-1 1-1,0-1 0,0 0 1,0 1-1,-1 0 0,0-1 1,1 7-1,8 45 456,2 103 1,-2-17-3054,-6-115-270,1 0 1,13 38-1,4 0-6068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0.01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663 0 19146,'-7'1'415,"0"0"1,0 0-1,0 0 1,0 1 0,0 0-1,1 1 1,-1-1-1,1 1 1,-1 0-1,-8 7 1,-2 2 667,2 1 1,-19 19-1,17-16-432,-29 30 1585,-55 72 0,-24 66-1257,81-105-1143,3 3 0,-55 153 1,86-202-594,1-1 1,1 1 0,2 0-1,1 1 1,0 66 0,6-73-909,1-1 1,12 51 0,-8-52-596,2 0 0,1 0 0,14 26 0,13 17-8763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0.2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235 248 11017,'50'-161'5391,"-49"157"-5012,0-1 0,0 1 1,1-1-1,0 1 0,0 0 0,0 0 0,0 0 0,1 0 1,-1 0-1,1 0 0,0 1 0,0-1 0,1 1 0,-1 0 1,1 0-1,0 0 0,-1 0 0,1 1 0,0-1 0,0 1 1,8-3-1,-4 3-175,-1 1 0,1-1 0,0 1 0,0 1 0,-1-1-1,1 1 1,0 1 0,0-1 0,0 2 0,-1-1 0,14 5 0,-5-1-16,0 1 0,0 1-1,-1 1 1,0 0 0,-1 1-1,0 0 1,0 1 0,-1 1 0,0 0-1,-1 1 1,0 0 0,-1 1-1,15 23 1,-19-27-149,-1 1 0,0-1 0,-1 1 0,0 1 0,-1-1 0,0 1 0,-1 0 1,0 0-1,0 0 0,-1 0 0,-1 0 0,0 1 0,0-1 0,-1 0 0,-1 1 0,0-1 0,0 0 0,-1 0 0,-1 0 0,1 0 0,-6 13 0,-3-4-141,0 0 1,-1-1-1,-1 0 0,-1-1 0,-1 0 0,0-1 1,-1-1-1,-20 16 0,-154 107-2389,189-138 2471,-41 26-699,-208 151-7623,241-170 6881,0 0 0,0 0-1,-10 14 1,-8 25-7906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0.74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916 203 9625,'-175'-20'3630,"116"16"-2637,-1 2 0,1 3-1,-1 2 1,1 3 0,-71 17 0,99-17-808,1 2-1,0 1 0,1 1 0,-45 22 1,64-26-194,0 0 0,0 1 0,0 0 0,1 1 1,0-1-1,-12 15 0,16-16-73,1 0 1,0 1-1,0-1 1,0 0-1,1 1 0,0 0 1,0 0-1,0 0 1,1 0-1,1 1 1,-3 10-1,4-13-16,0 0 1,0 0-1,0 1 0,0-1 1,1 0-1,0 0 1,0 0-1,0 0 0,1 0 1,-1 0-1,1 0 0,6 9 1,-4-7-23,2 0 0,-1 0 1,1 0-1,0 0 0,0-1 0,1 0 1,7 5-1,5 2-96,0-1 0,1-1 1,0-1-1,1-1 0,25 8 0,-20-9 81,1-2-1,-1-1 1,1-1-1,41 1 1,-9-5 180,59-8-1,-58-1 202,-1-2 0,-1-2 0,0-3 0,98-42 0,-106 35 194,0-3-1,78-55 0,77-82 1417,54-67 1366,-256 227-3151,1 0 1,-1 0 0,1 0-1,0 1 1,0-1 0,-1 1-1,7-2 1,-9 3-66,0 1 0,-1 0 1,1 0-1,0 0 0,0 0 1,0 0-1,0 0 0,0 0 0,0 0 1,0 0-1,0 0 0,0 0 0,-1 1 1,1-1-1,0 0 0,0 1 1,0-1-1,0 1 0,0-1 0,-1 1 1,1-1-1,0 1 0,-1-1 0,1 1 1,0 0-1,-1-1 0,1 1 1,-1 0-1,1 0 0,-1-1 0,1 1 1,-1 0-1,1 0 0,-1 1 0,6 10 24,-2 1-1,0-1 0,0 1 0,-1-1 0,-1 1 0,2 14 0,0 87 76,-4-66-70,1-3-47,-3 1 0,-1-1-1,-15 72 1,11-87-141,-2 0-1,-1-1 1,-1 1-1,-2-2 0,0 0 1,-21 31-1,9-23-473,-2 0-1,-1-2 1,-59 54-1,86-86 401,7-4-123,53-22 221,-2-3-1,62-37 0,-78 41 115,314-185 515,91-49 1496,-412 240-1756,37-13-1,-70 29-223,1 0-1,0 0 0,0 1 0,0-1 0,0 1 0,0 0 1,0-1-1,0 1 0,0 0 0,0 0 0,0 0 0,0 1 1,0-1-1,0 0 0,3 2 0,-4-2-7,0 1 0,0 0 0,0-1-1,0 1 1,0 0 0,0 0 0,0 0 0,0 0 0,-1-1-1,1 1 1,0 0 0,-1 1 0,1-1 0,0 0 0,-1 0-1,1 0 1,-1 0 0,0 0 0,1 2 0,0 2 8,-1 1 0,0-1 0,0 1 0,0-1 0,0 1 1,-1-1-1,0 1 0,-3 10 0,-34 90-85,-53 106 0,20-51-2994,11 3-5579,46-110 819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0.8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198 134 9853,'20'-28'3992,"-37"16"-2384,0-3-287,1 6-241,-1 0-312,-6 0-184,-1-3-504,-3 0-836,-10-3-1048,21 12-3121,-8-6-3892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1.3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500 11 8449,'-45'1'520,"14"1"356,0-3 0,-60-7 1,55 5 561,-1 1 1,-41 4 0,-28-2 2263,102 0-3493,0 0-1,0 1 0,0-1 0,-1 1 0,2-1 1,-1 1-1,-5 2 0,8-3-167,1 1-1,-1-1 1,1 0 0,0 0-1,-1 0 1,1 0 0,0 1-1,-1-1 1,1 0 0,0 0-1,-1 1 1,1-1 0,0 0-1,0 1 1,-1-1 0,1 0-1,0 1 1,0-1 0,0 0-1,-1 1 1,1-1-1,0 0 1,0 1 0,0-1-1,0 1 1,0-1 0,0 0-1,0 1 1,0-1 0,0 1-1,0 0 1,1 0 43,-1 1 0,1-1 0,0 0 0,0 1 0,0-1 0,1 0 0,-1 0 0,0 0 0,0 0 0,1 0 0,-1 0 0,0 0 0,4 1 0,20 9 357,0 0 1,1-2 0,1-1-1,50 8 1,-20-3-75,173 38 599,86 12-208,89 17-168,90 19-107,88 18-102,84 18-82,72 12-86,2663 492 353,-2412-469-459,-796-139-82,1803 270 251,-1353-220 200,-80-21 265,-79-21-270,-78-23-390,-74-20-81,-81-21 0,-208 18 0,60-17 0,-94 21 0,0 0 0,1-1 0,-1-1 0,-1 1 0,1-2 0,-1 1 0,0-1 0,0-1 0,-1 1 0,12-13 0,-17 16-12,0-1 0,-1 1 0,1-1-1,-1 0 1,0 0 0,0 0 0,-1 0 0,1 0 0,-1 0 0,0 0 0,0 0-1,0-1 1,0 1 0,-1 0 0,0-1 0,0 1 0,0-1 0,0 1-1,-1 0 1,1-1 0,-1 1 0,-1 0 0,1 0 0,0 0 0,-1 0 0,0 0-1,0 0 1,-4-6 0,-3-4-159,-1-1-1,-1 2 0,-1-1 1,0 2-1,0-1 1,-15-10-1,-12-7-881,-1 2 1,-1 2-1,-2 1 0,-90-37 0,56 32-2502,-1 5 0,-98-19 0,-24 10-8746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4.51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1301 163 5196,'6'-15'11908,"-5"12"-11168,17-58 3759,-17 58-3156,6-30 381,-7 30-1108,-2 1-44,-5-3-77,4 3-293,1 0 0,-1 1 1,1-1-1,0 0 0,0 0 1,0 0-1,0 0 1,0-1-1,0 1 0,0-1 1,1 1-1,-1-1 0,1 1 1,-2-6-1,-16 31-208,11 6 52,2 0-1,1 0 1,1 1-1,1-1 1,2 35-1,-3 31 225,-8 9 43,-4-1 0,-5 0 0,-4-1 0,-4-2 0,-44 98-1,-204 434-134,13-31-131,231-521-47,-319 805 0,318-796 0,-50 160 0,82-238 0,0-4 0,0 0 0,0 1 0,-1-1 0,-6 12 0,5-16 0,11-38 0,0 2 0,-5 25-186,-1 3-376,0 1-1,0-1 0,0 0 1,-1 1-1,0-1 1,0 1-1,0-1 0,-2-7 1,-1-5-3728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4.93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16 146 13289,'-15'-80'2263,"14"76"-1984,1 1 1,0 0-1,0-1 0,1 1 1,-1 0-1,0-1 0,1 1 0,0 0 1,0 0-1,0-1 0,0 1 1,1 0-1,-1 0 0,1 0 1,2-4-1,2-3 1405,-4 11-1433,0 0 1,0-1-1,0 1 1,-1 0 0,1 0-1,0 0 1,-1 0-1,1 1 1,-1-1 0,1 0-1,1 2 1,-3-3-212,101 100 2296,95 120 1,-113-122-1735,316 379 885,158 178-576,-465-555-860,3-5 0,5-4 0,206 143-1,-246-196-37,1-2 0,2-3-1,1-3 1,1-3 0,1-3-1,2-2 1,0-4 0,1-3-1,81 8 1,-94-19-13,1-2 0,0-3 0,-1-2 0,1-3 0,102-24 0,-95 13 0,-1-4 0,-2-3 0,0-2 0,102-61 0,-73 29 0,-2-5 0,-3-3 0,-3-4 0,95-106 0,-63 47 0,189-280 0,-6-112-3916,-278 480 2358,-3 5-3044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6.18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665 616 12529,'-11'-28'2235,"11"27"-1968,0-1 0,0 1 0,0 0 0,0-1 0,0 1 0,0 0 0,0-1 0,0 1 0,0 0 0,1-1 0,-1 1 0,0 0 0,1 0 0,0-3 0,4-5 3950,-168 294 924,22 18-3508,-47 89-760,28-78-692,151-296-441,14-27-161,16-33 119,259-408-77,-235 383 350,776-998 2603,-772 1009-2189,70-64 0,-110 112-385,0 1 0,1 0 0,0 0 0,0 1 0,0 1 0,20-8 0,-27 11 0,1 1 0,-1 0 0,0 0 0,1 1 0,-1-1 0,1 1 0,-1 0 0,1-1 0,-1 2 0,1-1 0,-1 0 0,0 1 0,1-1 0,-1 1 0,1 0 0,-1 0 0,0 0 0,0 1 0,0-1 0,1 1 0,-1 0 0,-1 0 0,1 0 0,0 0 0,0 0 0,2 4 0,-1-2 0,-1 1 0,0 0 0,0-1 0,-1 1 0,1 0 0,-1 1 0,0-1 0,0 0 0,2 11 0,4 56 0,-9 27 0,-4-1 0,-24 136 0,16-141 0,-3 20 0,-70 614 0,80-623-1261,4 1-1,5-1 1,17 107 0,0-111-3741,1-39-1891,11-1-5950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6.66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84 496 17022,'-72'-28'2946,"71"27"-2864,1 1 0,-1-1 0,0 1 0,0-1 0,1 1-1,-1-1 1,0 1 0,1-1 0,-1 0 0,1 1-1,-1-1 1,1 0 0,-1 1 0,1-1 0,-1 0 0,1 0-1,0 0 1,0 1 0,-1-1 0,1 0 0,0 0-1,0 0 1,0 0 0,0 1 0,0-1 0,0 0-1,0 0 1,0 0 0,0 0 0,0 0 0,0 1 0,0-1-1,1-1 1,14-22 1190,-13 21-966,5-5 0,0 0 1,0 1-1,1-1 0,0 2 1,0-1-1,1 1 0,0 0 0,0 1 1,13-6-1,12-3 243,48-14-1,-66 23-411,109-29 413,150-21 0,133 1-1012,-402 53 444,1057-115-4247,-994 107 4001,229-17-844,-296 26 1095,0 0 0,0 0-1,0 0 1,-1 0 0,1 0 0,0 0-1,0 0 1,0 0 0,0 1 0,-1-1-1,1 1 1,0 0 0,0-1-1,-1 1 1,1 0 0,0 0 0,-1 0-1,1 0 1,-1 0 0,1 0 0,-1 1-1,0-1 1,1 0 0,1 3 0,-3-1 4,1 0 0,-1 0 0,1 0 0,-1-1 0,0 1 0,0 0 0,-1 0-1,1 0 1,0 0 0,-1 0 0,0 0 0,1-1 0,-1 1 0,0 0 0,-1-1 0,-1 4 0,-13 30-30,-20 50-75,33-76 108,0 0-1,1 0 1,0 0-1,0 0 1,1 1-1,0 16 1,2-24 7,-1-1 0,1 0 0,0 0 0,-1 1 0,1-1 0,0 0 1,0 0-1,0 0 0,1 0 0,-1 0 0,0 0 0,1 0 0,-1-1 0,1 1 0,0 0 1,2 1-1,31 20-2,-28-19 1,2 0-4,1 1-1,0-1 1,0 0-1,1-1 1,-1 0-1,20 2 1,70 2 16,-35-4-11,-55-2-5,-1 0 0,0 0 0,0 1 0,0 0 0,16 7-1,-22-8 10,1 1-1,-1 0 1,0 1-1,0-1 1,0 1-1,0-1 1,0 1-1,0 0 1,-1 0-1,1 0 1,-1 0-1,0 0 1,0 1-1,0-1 1,2 8-1,-1-4-24,0 1 0,0-1 0,1 0-1,0 0 1,0-1 0,8 10 0,-9-13-10,0 0 0,0 0 1,1-1-1,-1 0 0,1 0 1,0 0-1,0 0 0,-1 0 0,1-1 1,0 1-1,1-1 0,-1 0 0,6 0 1,4 1-15,-1-2 0,1 0 0,0-1 0,0 0 0,0-1-1,-1 0 1,26-9 0,36-5 301,-71 17-233,0-1 0,1 1 0,-1 0 0,0 0 0,0 1 0,1-1 1,-1 1-1,0 0 0,-1 0 0,1 0 0,0 1 0,0-1 0,-1 1 0,0 0 0,1 0 0,4 6 0,2 1 27,13 8-177,0-1-1,1-2 0,1 0 0,0-1 1,1-1-1,0-2 0,1 0 1,1-2-1,-1-1 0,1-1 0,41 4 1,-55-9-936,-1-2 0,28-1 0,-9-2-5189,-4-2-2587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7.07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601 106 13705,'-267'8'2792,"-20"-13"7192,257 3-7586,14-1-660,40-4-460,30 0-844,62 0 1,-100 6-432,587 0-3,-323 5 0,1543-31-2278,-1503 3-1245,-215 12-926,0-3-4493,-74 9-1649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7.86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349 142 7537,'33'-42'4966,"-27"35"-3864,0 1 0,-1-1 0,0 0 0,0 0 0,6-13 0,8-25 8392,-20 74-7164,-4 14-1949,-2 0 0,-24 77-1,-41 85 292,61-176-658,-50 128-558,-12 33-3212,-52 211-1,97-271-4292,4 0-5628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8.32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117 90 14477,'12'-11'693,"1"1"0,1 0-1,-1 1 1,2 1 0,-1 1-1,1 0 1,0 0 0,1 2-1,-1-1 1,20-2 0,-21 7-394,1 1 1,0 0-1,0 1 0,0 0 1,-1 1-1,1 1 1,-1 0-1,1 1 0,23 10 1,-19-5-116,-1 1 0,1 1 1,-2 0-1,1 1 0,-2 1 0,24 22 0,-22-17-195,-2 1-1,0 1 0,0 0 1,-2 0-1,-1 2 1,0 0-1,-2 0 0,0 1 1,-2 1-1,-1-1 0,0 2 1,4 30-1,-10-39-62,0 1-1,-2 0 1,0-1-1,-1 1 1,0-1-1,-1 1 1,-1-1-1,-10 30 1,4-22 3,0-2 1,-2 1 0,0-1 0,-2-1 0,-20 27 0,-3-5-26,-1-2 0,-2-1 1,-2-2-1,-71 51 0,-138 78-34,179-122 41,60-39 73,1 1 0,0 0 0,0 1 1,1 0-1,0 1 0,-13 15 1,21-23 7,0 0 1,1-1 0,-1 1-1,1 0 1,-1-1 0,1 1-1,0 0 1,-1-1 0,1 1-1,0 0 1,-1 0 0,1 0-1,0-1 1,0 1 0,0 0-1,0 0 1,-1 0 0,1-1-1,0 1 1,1 0 0,-1 0-1,0 0 1,0 0 0,0-1 0,0 1-1,1 0 1,0 1 0,19 11-310,-15-11 255,6 3-157,0-1 0,0-1 0,0 1 0,1-2 0,0 0 0,20 2 0,76-6-1477,-75 0 1227,172-14-3738,335-69 0,189-120 179,-276 15 5481,-18-35 3362,-399 206-4280,-24 12-333,14-7 638,0 1 1,42-14-1,-67 27-792,0 0-1,-1 0 0,1 0 0,-1 0 1,1 0-1,-1 0 0,1 0 0,-1 0 1,1 0-1,0 0 0,-1 0 1,1 0-1,-1 1 0,1-1 0,-1 0 1,1 0-1,-1 1 0,0-1 0,1 0 1,-1 1-1,1-1 0,-1 1 0,1-1 1,-1 0-1,0 1 0,1-1 1,-1 1-1,0-1 0,0 1 0,1-1 1,-1 1-1,0-1 0,0 1 0,0-1 1,0 1-1,1-1 0,-1 1 1,0 0-1,1 20 509,-5-14-405,-1 0-1,1 0 1,-1 0 0,-1 0-1,1-1 1,-11 10-1,-10 11 171,-106 143-1217,52-53-5006,56-86 122,13-15 435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8.77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1 172 5332,'11'-8'592,"0"0"-1,0 1 0,1 1 0,0-1 0,0 2 0,0 0 0,17-4 1,6-3 1547,-1-1 0,54-29 1,-83 39-1850,16-8 1103,36-14-1,-50 22-1346,1 1 0,-1 0 0,1 1 0,0 0 0,-1 0 0,1 1 0,0-1 0,13 3 0,24 6-637,-1 3 1,-1 2-1,46 19 0,13 3-748,108 34-1053,106 32 407,-224-76 2105,139 18-1,-196-40-5,1-1-1,0-2 0,0-2 1,51-8-1,145-41 83,-12 2 268,67 4 1307,368-11 1,-589 55-2573,1 4 1,-1 2-1,0 3 1,0 3-1,113 35 1,87 49-1505,194 55 1616,-278-113 1046,2-8 0,310 8 0,-454-35-2204,67-7 0,-52-4-1648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9.33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216 37 8925,'3'-1'88,"14"-7"1594,1 1 1,0 0-1,32-6 0,-46 13 8,-1 1-172,0 1-1323,-1 0 0,0 0 1,0 0-1,0 0 0,0 1 0,-1-1 1,1 0-1,0 1 0,-1-1 0,0 1 1,1-1-1,-1 1 0,0 0 0,-1 0 1,1 0-1,0-1 0,-1 1 0,1 0 1,-1 0-1,0 0 0,0 0 0,0 0 1,-1 4-1,-1 13 538,-1 1 1,-6 24-1,6-29-249,-80 290 3680,20-86-2536,-93 522-942,122-363-3026,32-268-972,18 154 0,7-139-1123,0-46-1292,10 9-4961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39.60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109 0 13761,'-72'30'1927,"70"-29"-1759,0 0 0,-1 1 0,1-1 0,0 0 0,0 1 1,0-1-1,0 1 0,0-1 0,0 1 0,1 0 0,-1 0 0,0 0 0,1 0 0,0 0 0,-1 0 0,1 0 0,0 1 0,0-1 1,0 0-1,0 1 0,1-1 0,-1 0 0,1 1 0,-1 2 0,1-2-56,1-1 1,-1 1-1,0-1 0,1 1 1,0-1-1,0 0 0,0 1 1,0-1-1,0 0 1,0 0-1,0 0 0,1 0 1,-1 0-1,1 0 0,-1 0 1,1 0-1,0 0 0,0-1 1,0 1-1,2 1 0,17 10 238,1-2 0,0 0 0,0-1 0,32 9 0,106 24 519,-115-32-686,577 110 560,-396-82-716,-57-8 14,1100 185 1196,-1241-212-1376,1-1 0,51-1-1,-68-3-362,-1 0 0,0-1 0,0 0 0,0 0 0,0-1 0,-1 0 0,1-1 0,-1-1 0,19-10 0,-28 14 79,1 0 0,0 0 0,-1-1 0,1 1 0,-1 0 0,0-1 0,1 0 0,-1 1-1,0-1 1,0 0 0,0 1 0,0-1 0,0 0 0,1-3 0,1-3-2096,10-16-7293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0.3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394 33 6533,'-4'-10'826,"-1"-2"265,4 1 6765,-11 23-5069,-1 6-1707,1 1 0,1 1 0,1 0 0,1 1 0,-13 42 0,18-51-752,-168 555 5022,93-290-3834,65-227-1516,-9 54 0,23-103-12,-1 0 0,1 1 0,-1-1 0,1 0 0,0 1 0,0-1 1,0 0-1,0 1 0,0-1 0,0 1 0,0-1 0,0 0 0,1 1 0,-1-1 0,0 1 0,1-1 0,-1 0 0,1 0 0,0 1 1,-1-1-1,1 0 0,0 0 0,0 0 0,-1 1 0,1-1 0,0 0 0,0 0 0,0-1 0,1 1 0,-1 0 0,0 0 1,0 0-1,0-1 0,1 1 0,-1-1 0,0 1 0,1-1 0,-1 1 0,0-1 0,1 0 0,-1 1 0,0-1 0,1 0 0,1 0 1,6-1-153,1 0 0,0 0 0,-1-1 0,1 0 1,11-4-1,-6 1-72,49-15-877,-2-3 0,-1-3 1,66-38-1,-116 58 1033,3-2-73,0-1 1,18-15-1,9-7 24,47-35 13,-58 41-124,40-25 1,4 9-1531,-73 41 1749,0 0-1,0 0 0,0 0 0,0 0 0,0 0 0,0 0 0,-1 0 0,1 1 0,0-1 1,0 0-1,0 1 0,0-1 0,0 0 0,-1 1 0,1-1 0,0 1 0,0 0 0,1 0 1,-2 0-24,144 65-277,-76-37 381,-2 3-1,71 46 1,-128-71-53,0-1 1,0 2 0,0-1 0,-1 1-1,0 0 1,-1 1 0,10 13-1,-14-17 2,-1 0-1,1-1 0,-1 1 0,0 0 1,0 0-1,-1 0 0,1 1 0,-1-1 1,0 0-1,-1 0 0,1 1 0,-1-1 1,0 0-1,-1 1 0,1-1 0,-1 0 1,0 1-1,-2 6 0,-6 10 21,-1 1 0,-1-2 0,-20 32 0,21-38-120,0 0 1,1 1-1,1-1 1,1 1-1,0 1 1,1 0 0,0 0-1,-3 26 1,8-38-90,1 0 1,1 0 0,-1 1 0,1-1-1,0 0 1,0 1 0,0-1-1,1 0 1,0 0 0,0 0-1,0-1 1,0 1 0,1 0-1,0-1 1,0 1 0,0-1 0,1 0-1,-1 0 1,1 0 0,7 5-1,4 3-1352,1-2 0,1 1-1,-1-2 1,26 10 0,29 11-6433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0.65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10241,'17'2'576,"-13"-2"-371,-1 0 0,1 0 0,-1 1 1,1-1-1,0 1 0,-1 0 0,1 0 0,-1 0 0,0 0 1,1 1-1,-1-1 0,0 1 0,0 0 0,0 0 0,0 0 1,0 1-1,4 4 0,-1 0-4,-1 1 0,0 0 0,0 1 0,-1-1 0,0 1 0,-1-1 1,0 1-1,0 0 0,-1 0 0,0 0 0,0 1 0,-1-1 0,-1 1 0,1-1 0,-1 0 0,-1 1 0,0-1 0,0 0 0,-5 17 1,-4 4 176,0 0 0,-2-1 0,-1-1 0,-30 48 0,40-72-257,1 1 1,-1-1-1,1 0 0,0 1 1,1 0-1,-3 5 0,4-9-105,0 0 0,0 0 0,0 0 0,0 0 0,0 0 0,0 0 0,1-1 0,-1 1 0,0 0 0,0 0 0,1 0 0,-1 0 0,0-1 0,1 1 0,-1 0 0,1 0-1,-1-1 1,1 1 0,-1 0 0,1-1 0,-1 1 0,1 0 0,0-1 0,-1 1 0,1-1 0,0 1 0,0-1 0,-1 0 0,1 1 0,0-1 0,0 0 0,0 1 0,0-1 0,-1 0 0,1 0 0,0 0 0,0 0 0,0 0-1,0 0 1,0 0 0,1 0 0,39 1-92,-1-2-1,0-2 0,0-2 0,67-16 0,27-4-1365,118-4-2879,-81 14-1785,-61 8-598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0.96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534 643 9685,'11'-10'4826,"-39"20"599,5-2-5740,-69 18 553,2 4-1,1 5 1,-93 49-1,177-82-412,1 1 1,-1 0-1,1 1 0,0-1 0,0 1 1,0 0-1,1 0 0,-5 6 0,8-10 163,0 0 0,0 0 0,0 0 0,0 0-1,1 0 1,-1 0 0,0 0 0,0 0 0,0 0-1,0 0 1,0 0 0,0 0 0,0 0 0,0 0 0,1 0-1,-1 0 1,0 0 0,0 0 0,0 0 0,0 0-1,0 0 1,0 0 0,0 0 0,0 0 0,0 0-1,0 0 1,0 0 0,0 1 0,0-1 0,1 0-1,-1 0 1,0 0 0,0 0 0,0 0 0,0 0-1,0 0 1,0 0 0,0 0 0,0 0 0,0 1-1,0-1 1,0 0 0,0 0 0,0 0 0,0 0 0,0 0-1,0 0 1,0 0 0,0 0 0,0 1 0,0-1-1,0 0 1,0 0 0,0 0 0,0 0 0,-1 0-1,1 0 1,0 0 0,24 2-348,0-2 0,1-1 0,-1 0 0,0-2 0,0-1 1,-1-1-1,41-14 0,159-75 338,-156 59 499,-2-2-1,112-85 1,94-120 2020,-165 127-995,23-22 695,-115 123-1989,-12 11-135,1 0 0,0 0 0,0 0 0,0 0 0,0 0 0,0 1 0,0-1 0,1 1 0,-1 0 0,1 0 0,-1 0 0,1 1 1,0-1-1,0 1 0,0 0 0,0 0 0,4 0 0,-7 1-57,0 0 0,0 0 0,0 0 0,0 0 1,0 0-1,0 0 0,0 1 0,-1-1 0,1 0 0,0 1 0,0-1 0,0 1 1,0-1-1,0 1 0,-1-1 0,1 1 0,0-1 0,0 1 0,-1 0 0,1-1 1,-1 1-1,1 0 0,0 0 0,0 1 0,0 0 10,0 1 1,0 0-1,0-1 0,-1 1 1,1 0-1,-1 0 0,0 0 1,1 4-1,-2 7 62,0-1 0,-6 24 1,7-34-74,-18 61-793,-2-1-1,-3 0 1,-54 101 0,-19 51-9120,61-109 446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2.83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967 113 5845,'25'-22'2252,"-20"17"-43,-7 4-288,-26-13 4241,28 10-4962,0-34 1296,0 35-1224,-6-10 790,5 12-1988,0 0 0,1 1 0,-1-1 0,0 0 0,1 0 0,-1 0 0,0 1 1,0-1-1,0 0 0,0 1 0,0-1 0,0 0 0,0 1 0,0-1 0,0 1 0,0 0 0,0-1 0,0 1 0,0 0 0,0 0 0,0-1 0,0 1 1,0 0-1,0 0 0,0 0 0,0 0 0,-1 1 0,-1-1 0,-34 12-39,27-8 151,-92 37 282,-129 71 0,-82 75-163,189-100-197,104-72-146,2 0 1,0 2 0,1 0 0,-16 22 0,32-38 11,0 0-1,1 1 0,-1-1 1,0 0-1,1 1 0,-1-1 0,0 1 1,1-1-1,0 1 0,-1-1 1,1 1-1,0-1 0,0 1 0,0-1 1,0 1-1,0-1 0,0 1 1,0-1-1,1 1 0,-1-1 1,0 1-1,1-1 0,-1 0 0,1 1 1,0-1-1,-1 0 0,1 1 1,0-1-1,0 0 0,0 0 1,0 1-1,0-1 0,0 0 0,0 0 1,0 0-1,0 0 0,1 0 1,1 0-1,3 3-101,0 0 0,0 0 0,0-1 0,1 0 0,-1-1 0,1 0 0,7 2 0,20 2-165,1-2-1,-1-1 0,1-2 0,-1-2 0,1-1 1,-1-1-1,49-12 0,-5-4 78,-1-3 1,82-36-1,-69 19 239,-2-4 0,-1-4 0,116-84 0,32-40 2624,-218 158-2348,1 1 0,21-10 0,-37 21-269,0 0 1,0 1-1,0-1 0,0 1 0,0-1 1,1 1-1,-1 0 0,0 0 0,0 0 0,1 0 1,-1 0-1,0 1 0,0-1 0,0 1 1,1-1-1,-1 1 0,0 0 0,4 2 0,29 21 190,-33-22-194,18 17 62,-1 1-1,-1 1 1,0 1 0,-2 0-1,16 30 1,18 23-28,-32-51-88,19 28-726,2-2 0,56 55 0,-80-90 486,0-2-1,1 0 1,1-1 0,0-1-1,0 0 1,1-1-1,1-1 1,-1-1-1,1-1 1,1 0 0,22 4-1,21-2-219,71 2-1,-32-3 377,130 18 286,110 11 417,-264-33-408,1-4 0,107-12 1,20-23-772,-107 16-148,116-7 1,250 36-627,-4 39-65,-200-19-34,-50-13 562,-176-16 724,1-2 1,-1-1-1,69-14 0,-98 15 198,0 0 1,0-1-1,0 0 1,0-1-1,0 1 1,0-1-1,0 0 1,-1-1-1,0 1 1,1-1 0,-1 0-1,-1-1 1,1 1-1,-1-1 1,6-6-1,-6 4 94,0-1 0,-1 1 0,0 0 1,0-1-1,0 1 0,-1-1 0,-1 0 0,1 0 0,-1 0 0,0 0 0,-1-14 0,-1-23 327,0 30-646,0-1 0,1 1 0,1 0 0,0-1 1,1 1-1,8-28 0,21-30-6259,-23 57-645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4.40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1478 239 6617,'10'-16'717,"2"0"0,0 0 0,1 1 0,1 1 0,0 0 0,1 1 0,18-13 0,-6 7 624,1 1-1,41-19 1,-55 31-1014,1 0-1,0 1 1,0 0 0,0 1-1,1 1 1,-1 0 0,17 0-1,-28 3-273,0 0-1,0 0 0,0 0 0,0 1 0,0-1 1,0 1-1,0 0 0,0 0 0,0 0 0,-1 1 1,1-1-1,0 1 0,-1 0 0,0 0 0,1 0 1,-1 1-1,5 3 0,-4-2-4,-1 1 0,0-1-1,0 0 1,0 1 0,-1 0-1,0-1 1,1 1 0,-2 0 0,1 0-1,0 0 1,0 10 0,0 1 27,-1 0 0,-1 0 0,0 0 0,-1 0 0,-1-1 1,0 1-1,-9 29 0,-3-7 3,-1 0 0,-1-1 0,-3-1 0,-1-1 1,-37 51-1,-143 155 151,75-97-95,-25 56-105,136-179-42,1 1 0,1 1 0,1 0-1,1 1 1,2 0 0,0 0 0,-8 43 0,15-54-12,0 1 0,0-1-1,2 1 1,0-1 0,0 1 0,1-1 0,1 0 0,0 0-1,1 0 1,5 13 0,-1-9 1,0 0-1,2 0 1,-1-1 0,2-1 0,0 1-1,23 22 1,-16-20 10,1-1 0,0-1 0,1-1-1,1-1 1,0-1 0,1 0 0,0-2 0,1 0 0,0-2 0,1-1-1,26 7 1,46 0 177,-54-9 63,49 13 0,-88-18-213,-1 0-1,0 0 1,1 1-1,-1-1 1,0 0-1,1 1 1,-1 0 0,0-1-1,0 1 1,0 0-1,-1 0 1,1 0-1,0 0 1,-1 1-1,1-1 1,-1 0 0,0 1-1,0-1 1,0 0-1,0 1 1,0 0-1,0-1 1,-1 1 0,1-1-1,-1 1 1,0 0-1,0 3 1,1 5 35,-2 0 1,1 1 0,-1-1-1,-1 0 1,-5 18-1,-6 14 96,-2-1 1,-2 0-1,-2-2 0,-35 57 0,10-29 121,-84 98 0,72-104-243,-3-3 1,-2-2-1,-2-2 1,-3-4 0,-2-2-1,-2-4 1,-2-2 0,-2-4-1,-148 55 1,143-67-1808,-162 31 0,162-46-1048,0-4 0,-92-2-1,24-10-6088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5.17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89 85 16694,'0'-70'3163,"0"56"5104,0 20-6837,-3 45-245,-16 84 0,1-9-342,8-24-843,-29 413 0,39-438-1401,3 0 0,4 0 0,19 89-1,-22-149 299,1-1-1,0 1 0,1-1 0,10 20 0,-11-27-499,0-1 0,1 1 1,0-1-1,14 14 0,22 13-9042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5.3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262 1 15297,'0'5'2113,"2"12"-1208,1 0-1,0 0 1,2 0 0,0-1-1,0 1 1,2-1-1,13 26 1,140 213 3167,-124-200-3599,-3 2 0,37 85 1,-58-114-380,-2 1 0,-1 0 1,-1 1-1,-1 0 0,-1 1 1,-2-1-1,0 42 0,-6-52-165,0-1-1,-1 0 1,0 0-1,-2 0 0,-1 0 1,0 0-1,-1-1 1,-1 0-1,-1-1 0,0 0 1,-1 0-1,-1-1 1,-1 0-1,0-1 0,-1 0 1,-16 14-1,0-3-819,-2 0-1,0-3 1,-2 0 0,-1-2-1,0-2 1,-73 30 0,76-37-1078,-31 6 1,-1-5-3744,-6-6-5092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5.74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219 1 14197,'-146'211'7219,"135"-193"-6768,1 0 1,1 0-1,1 1 0,0 0 1,2 1-1,0 0 1,-5 30-1,9-33-314,1-1 0,0 0 0,1 0 0,1 0 0,1 0 1,0 0-1,1 0 0,0 0 0,2-1 0,6 17 0,-1-10-64,1 0 0,1-1 0,1 0-1,1-1 1,1 0 0,0-1 0,2-1 0,0-1 0,1 0 0,0-1-1,39 25 1,-29-24-105,0-1 1,2 0-1,0-3 0,0 0 0,1-2 0,0-1 0,1-2 0,44 6 0,-64-12 13,1-2 0,-1 1 0,1-1-1,-1-1 1,1 0 0,-1-1 0,0 0-1,1-1 1,21-8 0,-28 8-4,1 0 0,-1 0 0,0-1 0,0 0 0,-1 0 0,1 0 0,-1 0 0,0-1 0,0 0-1,0 0 1,-1 0 0,0-1 0,0 0 0,0 0 0,-1 0 0,0 0 0,0 0 0,0-1 0,2-9 0,1-18-105,-1-2 0,-2 1 0,-2 0 0,-5-66 0,1 38 85,-7-88 956,9 149-903,1 1 0,0 0 0,0-1 0,0 1 0,0 0 0,1-1 0,-1 1 0,0 0 0,1-1 0,-1 1 0,0 0 0,1 0 0,-1-1 0,1 1 0,0 0 0,-1 0 0,1 0 0,0 0-1,0 0 1,0 0 0,0 0 0,0 0 0,2-1 0,-2 1 7,1 1-1,0-1 0,-1 1 0,1 0 0,0 0 1,0 0-1,-1 0 0,1 0 0,0 0 0,-1 1 1,1-1-1,0 0 0,-1 1 0,1-1 0,-1 1 1,1 0-1,0-1 0,-1 1 0,3 2 1,1 0 21,-1 1 0,0 0 0,0 0 1,0 0-1,0 0 0,0 0 1,-1 1-1,0-1 0,0 1 1,3 6-1,21 53 179,-20-39-164,0 1 1,-2-1-1,0 2 0,-2-1 0,-1 0 0,-1 1 0,-1-1 1,-2 0-1,0 1 0,-7 28 0,-12 36-376,-46 131 0,53-181-38,-28 71-1155,-11 33-2280,47-121 682,0-1 0,-2 29-1,5-25-6725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6.15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3343 29 11189,'-402'-27'1876,"337"26"-1106,-1 2 1,1 3-1,-121 24 1,148-21-480,-115 26 1087,2 6-1,2 6 1,1 7-1,4 6 0,-210 117 1,172-69 290,-250 190 1,340-223-1096,4 3 0,3 5 0,4 3 0,-89 121 0,131-150-372,2 1-1,3 3 1,2 0 0,3 2 0,-37 114-1,51-124-117,3 0-1,2 1 0,2 1 0,3-1 0,2 1 1,2 0-1,12 101 0,-2-95-82,4 0 0,2 0 0,2-2 0,3 0 0,48 95 0,-31-83 0,4-3 0,2-2 0,3-1 0,55 56 0,-14-30 0,5-3 0,3-5 0,3-4 0,4-4 0,170 91 0,-102-77 0,211 76 0,196 25 0,-237-99-78,3-15 1,4-15-1,2-15 1,451-1-1,-531-47-183,431-63 0,-490 30 164,-2-9-1,308-109 1,-400 110 40,153-84 1,-194 86 28,-1-3 1,123-102 0,-152 107 17,-1-1 0,-3-3 0,-1-1 0,59-90 0,-73 92 7,-2 0 0,-1-2 1,-3 0-1,-2-2 0,-2 0 1,14-67-1,-21 65 4,-3-1 0,-1-1 0,-3 1 1,-2-1-1,-2 1 0,-14-80 0,2 64-8,-2 2-1,-3 0 1,-3 1-1,-46-92 1,16 60-6,-4 3 1,-4 2-1,-4 2 1,-4 4 0,-3 3-1,-94-84 1,54 68-56,-4 5 0,-5 5 1,-2 6-1,-5 5 0,-172-78 0,134 84-636,-3 7 1,-3 7-1,-349-68 0,374 102-424,0 6-1,-246 4 0,297 18-758,-153 28 0,181-19-720,1 4 0,-123 48 0,15 24-7391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6.98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91 18 10809,'-22'-3'2736,"-40"-10"1,56 11 4799,28 4-5253,58 11-1237,99 30 0,81 40-1745,-155-49 82,454 166-5036,-196-42-4661,-243-100 2388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7.2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684 37 11381,'-45'-8'920,"18"3"960,-51-17 0,77 22-1619,0-1 0,0 1 0,0 0 0,0 0 0,0 0 0,0 0 0,0 0 0,0 0 0,0 0 0,0 0 0,0 0 0,0 0 0,0 0-1,0 0 1,1 1 0,-1-1 0,0 0 0,0 1 0,0-1 0,-1 2 0,-12 16 1583,12-11-1635,0-1 1,1 0-1,-1 1 0,1 0 1,-1 7-1,2 4 161,1 0 0,1 0 1,0 1-1,1-2 0,1 1 0,10 28 1,49 103 813,14 3-417,31 65-330,-82-158-916,31 108 0,-52-148 253,0 1-1,-2 0 1,0 0-1,-1 0 1,-2 0-1,0 1 1,0-1-1,-8 36 1,5-42 77,-1 0 0,0-1 0,-1 1 0,-1-1 0,0 0 1,0 0-1,-2-1 0,0 0 0,0 0 0,-1-1 0,0 0 1,-1-1-1,-13 12 0,-5 0-359,-1-2 0,0-1 0,-63 29 0,62-35-150,0-1 1,-45 11 0,-164 34-4215,206-50 2223,-55 4-1,14-9-4732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7.87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553 543 14521,'-39'22'931,"25"-14"-393,1 0 0,-1 1 0,1 1 1,1 0-1,0 0 0,-11 13 0,7-7 274,-16 14 205,1 2 0,1 2 0,2 0 1,-37 62-1,-34 60-4321,26-59-3842,71-97 6901,1 0-1,0 0 0,0 0 0,0 0 1,-1-1-1,1 1 0,0 0 0,0-1 1,0 1-1,0-1 0,0 1 1,0-1-1,-2-1 0,1 1 109,0-1 0,1 1 1,-1-1-1,1 1 0,-1-1 0,1 0 1,0 1-1,0-1 0,-1 0 0,1 0 0,0 0 1,1 0-1,-1 0 0,0 0 0,1 0 1,-1 0-1,1 0 0,-1-1 0,1 1 0,0 0 1,0 0-1,0 0 0,0 0 0,1-1 1,-1 1-1,1-3 0,1-7-156,0 0 1,1 0-1,7-19 0,24-46 220,-21 47 232,96-216 1687,148-316 7583,-246 543-8891,0 0-1,18-22 1,-28 40-498,0 0 0,0-1 0,0 1 0,1 0 0,-1 0 0,0 0 0,1 0-1,-1 0 1,1 0 0,-1 1 0,1-1 0,-1 0 0,1 1 0,-1-1 0,1 1 0,0 0 0,-1-1 0,1 1 0,0 0 0,-1 0-1,1 0 1,0 0 0,-1 0 0,1 0 0,-1 1 0,1-1 0,0 1 0,-1-1 0,1 1 0,-1-1 0,1 1 0,2 1-1,0 1 21,0-1 0,0 1 1,0 0-1,0 1 0,-1-1 0,1 1 0,-1-1 0,0 1 0,5 8 0,1 5 34,-1 0 0,-1 1 0,0-1 0,-1 2 1,-1-1-1,-1 0 0,-1 1 0,0 0 0,-1 33 0,-3-9-69,-2-1 0,-2 0 0,-13 55 0,15-81-25,1 1 0,0 24-1,2-37-15,12-4 2,-1-1-1,1-1 1,-1 0-1,0-1 1,0 0-1,0 0 1,0-1-1,0-1 1,13-7-1,12-10 9,42-33-1,4-2-109,-69 49 117,21-13-20,1 1 0,65-26 0,-97 45 22,0 1 0,1-1 0,-1 1 0,1-1 0,-1 1-1,0 0 1,1 0 0,-1 1 0,1-1 0,-1 1 0,0 0 0,1 0-1,4 2 1,33 18 52,-38-19-51,4 3 7,0 0 0,0 1 0,-1 0 0,1 0 0,-1 0 0,-1 1-1,1 0 1,-1 0 0,6 12 0,2 6 20,14 39 0,-26-62-30,17 60 67,-14-45-217,1 0 1,1-1 0,11 25-1,-15-36 48,1-1-1,0 1 0,1 0 0,-1-1 0,1 0 0,-1 0 0,1 0 0,1 0 1,-1-1-1,0 1 0,1-1 0,0 0 0,0 0 0,0-1 0,7 3 0,0-2-77,1 0-1,0 0 1,0-1-1,-1-1 1,1-1-1,0 0 1,0 0-1,24-4 0,-3-4 67,62-21 0,-5 1 942,-90 28-802,0 0 1,0 0-1,-1 0 0,1 1 0,0-1 0,0 0 1,-1 1-1,1-1 0,0 0 0,-1 1 0,1-1 1,-1 1-1,1-1 0,0 1 0,-1-1 1,1 1-1,-1 0 0,1-1 0,-1 1 0,0-1 1,1 1-1,-1 0 0,1 0 0,-1 1 1,7 16 219,-8-10-209,0-1-1,0 1 0,-1 0 1,0-1-1,0 0 0,-1 1 1,0-1-1,0 0 0,0 0 1,-1 0-1,-5 6 0,-8 18 52,-6 7-252,18-32-227,1 0 0,-1 1 0,2 0 0,-1 0 0,1 0 1,-1 0-1,2 0 0,-1 1 0,1-1 0,1 1 0,-1-1 0,0 11 0,10 3-2142,-3-17-2280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8.12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1 230 6061,'14'-24'166,"-2"3"142,2 0 1,0 1-1,24-27 1,-14 23 1790,0 1 0,34-24 1,-55 45-1396,21 5 398,-3 2-507,-20-5-583,-1 0 0,0 0 0,0 0-1,0 0 1,0 0 0,0 0 0,1 0 0,-1 0-1,0 0 1,0 0 0,0 0 0,0 0 0,1 0-1,-1 0 1,0 0 0,0 0 0,0 0 0,0 0-1,0 0 1,0 0 0,1 1 0,-1-1 0,0 0-1,0 0 1,0 0 0,0 0 0,0 0 0,0 0-1,0 0 1,0 1 0,0-1 0,1 0 0,-1 0-1,0 0 1,0 0 0,0 0 0,0 0 0,0 1-1,0-1 1,0 0 0,0 0 0,0 0 0,0 0 0,0 1-1,0-1 1,0 0 0,0 0 0,0 0 0,0 0-1,0 0 1,0 1 0,0-1 0,-1 0 0,1 4 100,0 0-29,-1 0-1,1 0 1,-1 0-1,0 0 1,0 0 0,0-1-1,-1 1 1,1 0-1,-1 0 1,0-1-1,0 1 1,0-1-1,-1 0 1,1 0-1,-5 5 1,-22 19 149,-84 88-661,112-114 379,1 0 0,0 0 0,0 0-1,0 0 1,0 0 0,0 0 0,0 0-1,0 0 1,0 0 0,0 0 0,1 0-1,-1 0 1,0 0 0,1 0 0,-1 0 0,1 0-1,-1 0 1,1-1 0,-1 1 0,1 0-1,-1 0 1,1 0 0,0-1 0,-1 1-1,2 1 1,0 0-120,3 2 25,-1 1 1,1 0 0,1-1 0,-1 0 0,0-1-1,1 1 1,0-1 0,0 0 0,0 0 0,7 2 0,74 20-1082,-43-14 710,268 85-2120,-302-90 2421,-19-2-30,1-1 192,-2 0-158,0 0 1,0-1-1,0 0 0,0-1 1,0 0-1,0 0 0,-19-2 1,-1-3-1444,-38-8 1,27 1-452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8.4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3111 792 3448,'-13'-31'261,"-9"-19"524,-31-53 0,18 43 787,-85-108 0,97 142-1216,0 1-1,-2 1 1,0 1-1,-2 2 0,-1 0 1,-32-18-1,2 8 271,-2 3 0,0 3 1,-2 2-1,-114-26 0,95 33 43,-1 3-1,0 4 1,-122 2-1,122 12-197,0 3 0,0 3-1,1 5 1,0 2 0,2 4-1,-137 58 1,126-38 49,1 3-1,3 4 0,2 4 1,2 4-1,-97 86 0,128-96-202,2 1-1,2 3 1,2 2-1,3 1 1,2 3-1,-43 82 1,62-99-180,2 2 1,3 0-1,0 1 0,3 1 1,2 0-1,2 0 0,1 1 1,3 0-1,2 1 0,3 72 1,5-67-63,2 0 0,3-1 1,1 0-1,3 0 0,2-2 1,2 1-1,2-2 0,2-1 1,3-1-1,35 52 0,-17-38-94,3-2 0,2-2 0,2-2 0,3-2 0,2-3 0,97 67 0,-35-42-175,3-4-1,3-6 1,2-5 0,167 53-1,-82-48-221,426 71-1,-385-101 242,2-12 1,0-10-1,0-11 0,0-12 0,394-68 0,-487 47 30,292-102 1,-355 97 100,-2-4 0,-1-4 0,-3-4 0,90-65 0,-138 83 25,-2-1 0,-2-1 1,-1-3-1,-1-1 1,-2-2-1,-2-1 1,54-89-1,-72 103 10,-2-1 0,0 0 0,-2 0 0,-1-2 0,-1 1 0,-2-1 0,-1 0 0,-1-1 0,-1 1 0,-2-1 0,-1 0 0,-2 1 0,-1-1 0,-11-56 0,3 46-1,-2 1 0,-2 1 0,-1 0 0,-40-72 0,24 62 1,-2 0 0,-1 2 0,-44-44 0,10 22-1,-2 4 0,-3 3 0,-3 3 0,-94-55 0,-4 14-208,-4 8 0,-4 8 1,-379-119-1,-72 48-2438,491 132-530,0 6 0,-219 1 1,162 28-4513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9.6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692 2 9561,'-15'-2'2055,"18"12"-168,-2-8-1730,0 0-1,0 0 1,0 0-1,0 0 1,0 0-1,-1 0 1,1 1-1,-1-1 1,1 0-1,-1 0 1,0 3-1,-1 2 206,0 0-1,-1 0 0,1 0 1,-2 0-1,1-1 0,-1 1 1,-5 9-1,-31 47 1213,23-39-1170,-86 122 1190,-202 219 1,228-284-1333,-45 54-57,113-122-188,23-24-110,164-125-112,-45 35 176,85-72-110,91-64 208,4-1 1088,-310 234-997,1 1 0,-1 0 0,1 0 0,0 0 0,0 1 1,10-5-1,-14 7-113,0 0 1,-1 0 0,1 0-1,0 0 1,0 0 0,0 0-1,0 0 1,0 0-1,0 0 1,-1 0 0,1 1-1,0-1 1,0 0 0,0 0-1,0 1 1,-1-1 0,1 1-1,0-1 1,1 1 0,-1 1 14,0-1 1,0 0-1,0 1 1,0-1-1,0 1 1,0 0 0,0-1-1,-1 1 1,1 0-1,0-1 1,-1 1-1,1 0 1,-1 2 0,2 9 144,-1 0 1,-1 0 0,0 0 0,-1 0 0,0 0-1,-1 0 1,0 0 0,-8 21 0,-41 104 751,50-137-956,-86 184 453,-115 178 1,0-1-5059,151-242 157,49-115 3860,0 1 0,0 0-1,1 0 1,-1 0-1,0 10 1,7 11-5259,3-12-4147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49.8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164 28 12905,'-100'-27'2756,"83"30"-147,0-3 1399,0 9-2396,4-6-152,40 15-264,26 3-267,11-3-273,20 9-596,26 3-949,14 3-275,10 4-720,7-7-680,-4-6-516,-3 0-2477,0 6-4512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50.50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694 214 3780,'16'-6'9191,"-15"3"-8385,21-58 2772,-21 59-1237,-4 5-1661,-16 21 350,0 2 1,-24 44 0,0 0 45,-228 282 1347,73-133-3547,160-180 505,6-7-1221,-33 43 1,62-72 1033,18-21-560,250-365-2903,-171 240 3868,92-110 825,-159 221-176,2 1 1,2 1-1,0 2 1,2 1-1,46-29 1,-64 47-103,0 0 1,1 2 0,0 0 0,1 1 0,22-6 0,-36 11-106,0 0 1,0 1 0,0-1-1,0 1 1,1-1-1,-1 1 1,0 0-1,0 0 1,0 1-1,1-1 1,-1 1-1,0-1 1,0 1 0,0 0-1,0 0 1,0 1-1,0-1 1,0 1-1,0-1 1,-1 1-1,1 0 1,0 0-1,-1 0 1,0 0 0,1 0-1,-1 1 1,0-1-1,0 1 1,0 0-1,-1-1 1,1 1-1,0 0 1,-1 0-1,0 0 1,0 0 0,0 0-1,1 5 1,0 3 6,0 0 0,-1 0 0,0 1 0,0-1 0,-2 0 0,1 1 0,-1-1 0,-1 0 0,-3 13 0,3-14-27,0-1-1,0 0 1,1 0 0,1 1 0,-1-1-1,2 1 1,-1-1 0,1 1 0,4 14 0,0-8-4,0-1 0,1 0 0,0 0 1,17 26-1,-17-32-7,4 8-6,0 0-1,0 0 0,-2 1 0,0 0 0,7 26 1,-14-39-3,0 0 0,0 0 0,-1 0 0,0 0 0,1 0 0,-2 0 1,1 0-1,-1 0 0,0 1 0,0-1 0,0 0 0,0-1 0,-1 1 1,0 0-1,0 0 0,0-1 0,-1 1 0,0-1 0,0 0 0,0 0 0,0 0 1,0 0-1,-1 0 0,0-1 0,-7 6 0,-14 10 8,-1-2 0,-1-1 0,0-1 0,-1-2 0,-46 17 0,-157 34 18,110-33-36,75-19-71,-106 34-2219,120-24-2642,21-14 1160,-3 4-2117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56.64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563 1 9089,'-97'235'1752,"64"-136"-456,3-8-248,-1 5-184,5 7-156,2 11-152,-6 19-404,0 17-324,-14 4-272,-3 9-228,11 0-424,-15-9-712,4-10-1520,11-5-1633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57.0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21 10621,'20'-17'1895,"-16"13"-260,3 5-1312,0 0 0,-1 0 0,1 1-1,0 0 1,-1 0 0,1 1 0,-1 0-1,0 0 1,0 0 0,0 1 0,0-1-1,9 9 1,7 8 162,30 32 1,-51-51-459,270 302 985,-212-223-1616,70 121 1,-2-1-953,-117-185 1422,2 0 1,0-1-1,0 0 0,23 18 0,-28-26 98,-1-2 0,1 1 0,0-1 0,0 0 1,1-1-1,-1 0 0,1 0 0,-1 0 0,1-1 0,0 0 0,0-1 0,16 2 0,-2-3-92,0-2-1,0 0 1,0-1 0,29-7-1,85-33-517,-96 28 438,1 2 1,-1 2-1,61-8 0,-72 17 170,-1 2-1,1 1 0,-1 2 0,1 0 1,-1 2-1,0 1 0,0 1 0,-1 2 1,0 0-1,41 22 0,15 8 238,2-3 0,1-4 0,124 28 0,-32-21-189,-29-14-856,-80-16-117,56 4-4958,-65-5 1916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57.66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1843 1 5432,'-281'83'1300,"247"-71"-857,1 1-1,1 2 1,0 1-1,2 2 1,-46 33 0,54-36-139,-42 33 863,2 3 0,3 3 0,-80 91 0,-132 202 1979,1 77-904,224-338-1691,-62 173 1,-104 396 1006,193-586-1377,2 0 0,4 2-1,-6 104 1,16-88-55,3 0 0,5-1 0,3 1 0,4-1 0,4 0-1,3-1 1,36 94 0,-34-122-91,3-1-1,2-1 1,3 0 0,2-3-1,2 0 1,3-3-1,1 0 1,3-3-1,2-1 1,1-2 0,50 37-1,-36-38-67,2-3 0,1-3 0,2-2 0,87 34 0,-65-37-193,2-4 0,171 32-1,-106-40-308,1-7 0,-1-6 0,291-27-1,-225-5 68,-1-10 0,-2-10 0,-3-9 0,-2-8 0,-3-10 0,-3-9 1,-4-9-1,251-155 0,-250 119 89,346-287 0,-434 312 311,-4-4 1,-4-4-1,-6-5 0,88-136 0,-143 186 56,-4-1-1,-3-3 0,-2-1 0,-4-1 0,-3-2 0,31-131 0,-48 154 3,-2 1 0,-3-1 0,-2 0 0,-2-1 0,-2 1 0,-2 0 1,-2 0-1,-3 0 0,-2 1 0,-2 0 0,-25-65 0,17 67-6,-2 0-1,-2 2 1,-2 0 0,-2 2-1,-63-74 1,48 70 27,-2 3 0,-2 1 1,-2 3-1,-68-45 1,39 38 14,-1 3 1,-124-50 0,80 49-42,-140-34 1,97 43 24,-2 8 1,-1 6-1,0 8 0,-1 8 1,-255 22-1,297-4-130,1 6 0,0 6-1,2 4 1,-142 54 0,196-55-653,2 2 0,1 4 0,1 3-1,2 3 1,2 2 0,1 3 0,3 3 0,-76 77 0,9 21-4627,122-141 5219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7:57.89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 55 13221,'-10'-12'4189,"4"-6"-3965,2-3-1132,-9 18-12834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07.52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295 0 7337,'0'0'1548,"-13"21"44,-1 16-308,8-1-368,-1 3 48,0-3-188,-3 9-144,0 13-128,-7 5-92,-6 9-116,-7 7-43,-7 5-398,3-3-411,1-2-308,9-10-260,11-3-244,0-5-2268,9-16-2201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07.72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6481,'0'0'1380,"4"24"-236,9 15-176,7-9-224,-3 3-136,6 7-148,4 5-96,0 6-64,10 6-44,-10 10-76,3 2-292,-10 3-260,-17 10-236,-20-4-352,-19-2-2256,-15-10-1417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07.98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191 118 2124,'-114'-60'96,"81"42"-96,3 0-80,16 9 604,31 0 56,23 6-112,4 18 24,6 0-76,10 0-212,7 6 88,0-3-80,0-3-240,-10 0-612,-3-3-704,-1 3 1012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08.40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108 0 2660,'-3'4'227,"-1"-1"-1,0 0 1,0 0 0,0 0-1,0 0 1,0-1-1,-1 1 1,1-1-1,-1 0 1,1-1 0,-9 3-1,11-4 28,4 9-104,0-1 1,1 1 0,0-1 0,0 0 0,1 0 0,8 13 0,-10-17-35,0-1-97,0 0-1,-1 0 1,1 1-1,-1-1 0,0 1 1,0-1-1,0 1 1,0-1-1,0 1 1,-1 0-1,0-1 0,0 1 1,0 0-1,0-1 1,0 1-1,-2 7 1,-1-2-66,0 0 0,-1 0 0,0 0 1,0 0-1,-1-1 0,0 0 1,-8 10-1,5-8-397,2 0 0,-1 1 0,1 0 1,-4 11-1,-1 16-1098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08.51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78 49 1968,'-44'-24'256,"27"12"-512,1 0-388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08.95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1204 1 4396,'-104'31'445,"-12"4"574,-133 60-1,181-65-230,1 3 0,-114 77 0,145-84-555,2 1-1,1 2 1,2 1-1,1 2 1,1 0 0,-32 49-1,36-44-106,3 1-1,1 2 0,1 0 1,3 1-1,-17 55 0,27-69-73,1 0-1,1 0 1,1 0 0,2 1-1,0-1 1,2 1 0,1-1-1,2 1 1,9 49-1,-3-46-17,1 0-1,2-1 0,0 0 0,2-1 0,1 0 0,21 28 0,-9-19 6,3-1 0,0-1 0,60 52 0,-24-34-36,2-2-1,2-4 1,3-3 0,100 47 0,-14-22-79,4-6 0,313 78 0,364 6-89,-485-108 117,1-16 1,1-15-1,424-45 0,-603 16 31,189-47 0,-285 47-1,-1-4-1,-1-4 1,-1-2-1,110-62 1,-156 72 21,0-1-1,-1-2 1,-1-1 0,-1-1 0,-2-2 0,0-1 0,-2-1 0,-1-1-1,27-44 1,-37 50 6,-1 0 0,-2-2-1,-1 1 1,-1-2 0,-1 1-1,-1-1 1,-1-1 0,-2 1-1,0-1 1,-2 0 0,-2 0-1,0 0 1,-5-44 0,0 46-2,-1 0 1,-1 1 0,-1-1-1,-1 1 1,-1 1 0,-2-1-1,-19-33 1,10 26 4,-1 1 0,-2 1 0,-1 1 0,-45-42 0,3 15 0,-2 3 0,-3 2 1,-136-72-1,61 49-240,-4 6-1,-2 7 1,-189-50 0,117 55-2321,-385-46 1,331 78-608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09.64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 1 4848,'-14'33'2637,"14"-54"-7138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09.84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821 24 5849,'-20'-20'1268,"16"16"827,5 7-1926,0-1 1,-1 1 0,0 0 0,1-1 0,-1 1 0,0 0 0,0-1 0,0 1 0,-1 0 0,1-1 0,-1 1-1,1-1 1,-1 1 0,0-1 0,0 1 0,-2 3 0,3-4-8,-22 51 1368,-33 57 1,13-27-845,-270 494-744,36-149-7421,191-285 1991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10.18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1916 0 5400,'2'0'118,"0"1"-1,1-1 0,-1 0 1,0 0-1,0 1 0,0-1 0,0 1 1,1 0-1,-1 0 0,0 0 0,2 1 1,-2 1 19,0-1 0,0 0 0,0 1 0,0 0 0,0-1 0,-1 1 0,1 0-1,-1 0 1,1 3 0,15 26 539,0 0 1,2-2-1,2 0 0,30 34 0,-15-18-248,278 384 1470,-277-372-1697,57 124 1,-81-151-247,-1 1 0,-2 0 0,-1 1 0,-1 0 0,5 66 0,-12-85-12,-1-1-1,-1 0 1,0 0 0,-1 0 0,0 0 0,-1 0 0,0 0 0,-1 0 0,-1-1 0,0 1-1,-10 17 1,5-15-22,0 0 0,-1-1 0,-1 0 0,0 0 0,-1-2 0,-1 1 0,-23 16 0,-3-4-57,-2-1 0,-1-2 0,0-2 0,-2-1 0,-68 17 0,0-6-16,-1-6 1,-189 17-1,-236-18-91,459-22 190,-536 2-1428,355-4-2173,139 3 641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32.1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136 21 13985,'-7'-21'7248,"9"24"-6235,5 9-652,0 0 0,0 0 0,-1 0-1,-1 1 1,-1 0 0,6 18 0,12 89 192,-19-84-626,-1 1 0,-2-1-1,-1 1 1,-2-1 0,-1 0 0,-16 63-1,-83 205-1048,43-145 707,58-153 400,0 0 0,0 0 0,0 0 0,1 0 0,0 0 0,0 1 0,0-1 0,1 0 0,1 12 0,-1-17 16,0-1 0,0 1 0,0-1-1,0 1 1,0-1 0,0 1 0,1-1-1,-1 1 1,0-1 0,0 0 0,1 1-1,-1-1 1,0 1 0,1-1 0,-1 0-1,0 1 1,1-1 0,-1 0 0,0 1-1,1-1 1,-1 0 0,1 0-1,-1 1 1,1-1 0,-1 0 0,1 0-1,-1 0 1,1 0 0,-1 0 0,1 1-1,-1-1 1,1 0 0,-1 0 0,1 0-1,0 0 1,20-7 56,-15 5-47,31-15-24,0-2 1,46-31-1,12-7-5,281-129-118,-113 85-4927,-177 78-677,-1 11-3492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27.82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612 103 7349,'-1'-1'185,"0"0"0,0-1 1,0 1-1,0-1 0,0 1 0,0-1 1,1 1-1,-1-1 0,1 1 1,-1-1-1,1 1 0,-1-1 0,1 0 1,0 1-1,0-1 0,0 0 1,0 0-1,0 1 0,0-1 0,0 0 1,1 1-1,-1-1 0,1 1 1,-1-1-1,1 0 0,1-2 0,2-12 1545,-3 14 74,-2-2 936,-4-28-771,4 29-94,0 5-1441,-5 5-164,1 2 1,1-1-1,0 0 0,0 1 1,0 0-1,1-1 0,0 1 1,-1 13-1,-6 12 191,-113 289 2155,39-112-1906,37-86-480,-108 302 429,110-284-1039,-27 154-1,60-233-537,3 1 0,3-1 0,2 1 0,8 98 1,-2-147 361,0 1 0,2-1-1,0 1 1,0-1 0,10 21 0,-11-30-116,1 0 0,0 0-1,0 0 1,0-1 0,1 1 0,0-1-1,0 0 1,1-1 0,0 1-1,0-1 1,0 0 0,0-1-1,11 7 1,34 9-8257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28.1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606 1 9813,'-129'28'4881,"120"-26"-4605,1 1 0,-1 1 0,1 0 0,0 0-1,0 1 1,1 0 0,-1 0 0,1 0 0,0 1 0,1 0 0,-1 1 0,1 0 0,0 0-1,-6 11 1,2-6 106,-3 6-88,1 0 1,0 0-1,2 1 0,0 1 1,1 0-1,1 0 0,1 1 1,1 0-1,0 0 0,2 0 1,0 1-1,2-1 1,0 1-1,3 35 0,2-22-134,1-1 0,3 0-1,0 0 1,2 0 0,2-1-1,1-1 1,1 0 0,28 48-1,11 6 143,122 152 0,90 60 17,-163-186-236,-9-11 0,167 195-4,-217-241-73,-2 3 1,-2 0-1,47 102 0,-75-139-12,-2 1 0,0 0 0,-2 0 0,0 1 0,-1 0 0,-2 0 0,0 0 0,-1 37 0,-3-43 13,-1 0 0,0-1 0,-1 0 0,-1 0-1,-1 0 1,0 0 0,-1 0 0,0-1 0,-2 0-1,0-1 1,0 1 0,-19 22 0,4-11 0,-2 0 0,-1-2 0,0-1 0,-2-1 1,-1-1-1,0-2 0,-2 0 0,-41 17 0,-11 0 0,-1-4 0,-94 22-1,69-25-564,-2-5-1,-169 16 1,253-39 69,0 0-1,0-2 1,0-1 0,-28-5 0,41 4-325,0-1 1,0 0 0,-21-10 0,26 10-140,0-1 1,1 0-1,0-1 0,0 0 1,0 0-1,-7-7 1,10 7-919,0 0 1,1 0 0,-1-1 0,-4-9-1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28.5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95 267 12425,'-10'0'922,"1"-1"0,0 0 0,-1 0-1,1-1 1,0 0 0,0-1 0,0 0-1,-9-4 1,16 6 313,6-1-222,9-4-709,1 1 1,0 0 0,0 1-1,1 1 1,-1 0-1,1 1 1,16-1 0,11 2-195,58 5 1,-6 5-364,191 11-922,-232-19 644,1-3 0,-1-2 0,67-14 0,-114 17 476,1 0 0,-1-1 0,0 0 0,0 0 0,0-1 0,0 0 0,-1 0 0,1 0-1,-1-1 1,0 0 0,0 0 0,0 0 0,0 0 0,0-1 0,-1 0 0,0 0 0,0 0-1,3-7 1,-2 3 115,-1 0 0,0-1 0,-1 0 0,0 0 0,-1 0 0,0 0 0,0-1 0,-1 1-1,0-19 1,-1 26 120,-1 0 5,-1-10 374,1 0-2142,17 25-3345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28.97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412 199 8361,'36'-110'6691,"-35"103"-5724,0 1 0,0 0-1,-1-1 1,0 1 0,0-1 0,-1 1-1,1 0 1,-1-1 0,-1 1 0,0 0-1,-4-13 3617,-2 38-2563,1-5-1743,-30 96-27,-13 32-299,-72 126 49,72-158-1685,4 2-1,-41 159 1,79-239-772,-5 37 1,6-2-4335,3 7-6232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29.29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7 13405,'0'-1'372,"1"1"0,0-1 0,0 0 0,0 1-1,0-1 1,0 1 0,0-1 0,0 1 0,0 0-1,1-1 1,-1 1 0,0 0 0,0 0 0,0 0 0,2-1-1,18 7 1917,23 22-888,-40-26-1056,165 134 2244,-149-117-2451,-1 1 0,0 1 0,-2 0 1,-1 2-1,0-1 0,12 27 0,-13-16-89,-1 0-1,-2 1 1,-1 0-1,-2 1 1,-1 0-1,-2 0 0,-1 1 1,-2 0-1,-2 0 1,-5 65-1,0-60-41,-3 0 0,-1-1 0,-2 1 0,-2-2 0,-2 0 0,-1 0-1,-2-1 1,-1-1 0,-28 40 0,-92 102-44,30-44 1,77-86-162,30-46 122,-1 1 0,1-1 0,0 1 0,0-1 1,0 1-1,1 0 0,-1-1 0,1 1 0,0 0 0,0-1 1,0 1-1,0 0 0,2 4 0,-1-6 12,-1-1 0,1 1 0,0-1 0,0 1 0,0-1 0,0 0 0,0 1 0,0-1 0,0 0-1,0 0 1,1 0 0,-1 0 0,0 0 0,1 0 0,-1 0 0,1 0 0,-1 0 0,1-1 0,-1 1 0,1 0 0,0-1 0,-1 0 0,1 1 0,0-1 0,-1 0 0,1 0 0,0 0-1,-1 0 1,3 0 0,6 1-247,24 2-538,1-2 1,0-1-1,-1-2 0,1-1 1,-1-2-1,0-1 0,37-12 1,233-92-6958,-297 108 7556,138-58-5811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29.40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302 0 10089,'0'0'1440,"-13"12"-76,-1 0-80,-2 6-204,-18 9-224,11-5-159,-4 8-129,0 3-132,0 0-444,-3 3-632,3 0-377,11 1-431,-4-4-468,6-21-1804,1 9-2361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29.67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12 4248,'115'-9'1529,"-109"8"-1232,1 0 0,0 1-1,-1 0 1,1 0 0,-1 1 0,1 0-1,-1 0 1,1 0 0,7 3 0,2 1 580,-15-4-736,1-1 0,0 1 0,0-1 1,-1 1-1,1 0 0,0 0 0,-1 0 1,1 0-1,-1 0 0,1 0 1,-1 0-1,1 1 0,-1-1 0,0 0 1,0 1-1,0-1 0,0 1 1,0 0-1,0-1 0,0 1 0,0 0 1,0-1-1,-1 1 0,1 0 0,-1 0 1,0-1-1,1 1 0,-1 0 1,0 3-1,0 1 18,0 1 0,0-1 0,-1 0 0,0 1 0,0-1 0,-4 11 0,2-8 4,-5 10-43,2 1 1,0 0 0,-4 34-1,9-48-190,1-1 0,0 1 0,0-1 1,1 1-1,-1-1 0,1 1 0,0-1 0,0 1 0,1-1 0,0 0 0,0 1 0,0-1 0,1 0 1,-1-1-1,1 1 0,0 0 0,1-1 0,3 5 0,6 4-236,1 0-1,0-1 1,0 0-1,1-2 1,1 0-1,-1 0 1,2-2 0,28 12-1,-21-12 41,0-1 1,1-1-1,0-1 0,0-1 0,43 0 0,-15-5 329,1-3 0,-1-2-1,1-3 1,-2-2 0,70-23 0,-58 14 866,0 2 1,93-11 0,-147 28-1140,0 1-1,0 0 1,0 0-1,15 3 1,-19-2-355,0 0 0,-1 1 0,1 0 1,-1 0-1,1 0 0,-1 0 0,0 1 1,8 5-1,6 12-3419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30.34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695 31 12177,'19'-25'3018,"-15"20"2149,-6 5-4864,0 0 0,0 0 0,0 0 0,1 1 0,-1-1 1,0 1-1,0-1 0,0 1 0,0 0 0,1-1 0,-1 1 0,0 0 0,1 0 1,-1 0-1,0 0 0,1 1 0,-2 1 0,-20 30 1204,23-33-1506,-16 30 659,-217 401 4084,27 16-5765,182-388 372,-90 249-3434,95-248 2005,3 1 1,3 0-1,-7 72 0,19-118 77,1 1 0,3 26 0,9 21-7678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30.74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58 22 11661,'-3'-1'156,"-3"0"474,0 0-1,0-1 1,0 0-1,0 0 1,1 0-1,-14-9 5937,20 14-5534,9 21-420,0-1-1,2-1 0,1 0 1,18 24-1,70 79 106,-24-32-408,-9 1-886,-4 3 0,-5 3 1,-4 3-1,64 165 1,11 50-493,-127-312 1046,0 0-1,0 0 0,0 0 0,1 0 0,0 0 0,0-1 1,10 10-1,-12-14 18,0 0 1,0 0 0,0 0-1,0 0 1,1 0 0,-1-1-1,0 1 1,0-1-1,0 0 1,1 1 0,-1-1-1,0 0 1,1 0 0,-1-1-1,0 1 1,0 0-1,1-1 1,-1 1 0,0-1-1,0 0 1,0 0 0,3-1-1,43-24-30,-35 16 20,0-1-1,0 0 0,-1-1 1,14-17-1,-2 1-4,243-230 34,-207 208 275,3 3 0,117-68 0,-158 103-35,1 1 0,0 1 1,0 1-1,1 1 0,0 1 1,1 1-1,48-5 1,-63 10-126,1 1 0,-1 0 0,0 0 0,0 1 0,1 1 1,-1 0-1,0 0 0,-1 1 0,1 0 0,0 1 0,-1 0 0,1 0 1,-1 1-1,-1 0 0,1 1 0,-1 0 0,0 0 0,0 1 0,0 0 1,-1 0-1,0 1 0,6 9 0,-4-3-3,-1 0-1,0 1 1,-1 0-1,-1 0 1,0 1-1,-1-1 1,0 1 0,-2 0-1,2 17 1,1 23 175,-3 74-1,-2-65-169,-1 1-155,9 132-1376,-6-179 843,0 0 1,1-1 0,0 0-1,2 0 1,0 0-1,1 0 1,1-1 0,11 19-1,-13-27-177,1-1 0,0 1 1,0-1-1,1 0 0,10 8 0,26 12-4955,20-4-5479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30.92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170 1 12329,'-22'12'1785,"-1"-1"-1,0-1 1,0-1-1,-40 9 1,62-18-1699,1 0 0,-1 1 1,0-1-1,1 0 0,-1 0 0,0 0 0,0 1 0,1-1 1,-1 0-1,0 1 0,1-1 0,-1 0 0,1 1 1,-1-1-1,0 1 0,1-1 0,-1 1 0,1 0 1,0-1-1,-1 1 0,1-1 0,-1 1 0,1 0 1,0-1-1,-1 1 0,1 0 0,0-1 0,0 1 1,-1 0-1,1 0 0,0-1 0,0 1 0,0 0 0,0 0 1,0-1-1,0 1 0,0 0 0,0 0 0,1-1 1,-1 1-1,0 0 0,0-1 0,0 1 0,1 0 1,-1-1-1,1 1 0,-1 0 0,1 0 0,1 3-31,0-1 0,1 1 0,-1-1 0,1 0-1,0 1 1,0-1 0,4 3 0,2-1 17,-1 0 1,1-1 0,0 0 0,1 0-1,-1 0 1,14 2 0,4 2-106,571 126-3603,-549-125 3149,354 56-4056,-130-27-1345,-5 1-2964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31.25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553 232 10073,'-26'-23'672,"13"11"-92,0 1 0,-1 1 0,-22-14 0,6 6 201,-1 2-1,0 1 1,-1 1-1,-50-14 1,30 12-436,16 5 27,0 1-1,-40-4 1,35 5 632,37 8 836,24 2-1207,-18-1-603,0 0-1,-1 1 1,1-1 0,0 1 0,0-1 0,-1 1 0,1 0-1,0 0 1,-1 0 0,1 0 0,0 0 0,-1 0 0,0 0 0,1 0-1,-1 0 1,0 1 0,1-1 0,-1 1 0,0-1 0,0 1 0,0-1-1,0 1 1,-1 0 0,1 0 0,0-1 0,-1 1 0,1 0-1,-1 0 1,1 0 0,-1-1 0,0 1 0,0 0 0,0 0 0,0 2-1,0 9-8,-1 0-1,0-1 1,-5 24-1,3-24 54,-2 14-24,1-1-1,1 1 0,1 0 1,3 46-1,0-64-44,0 1-1,1-1 1,0 0-1,1 0 1,-1 0-1,2-1 1,-1 1 0,1 0-1,0-1 1,0 0-1,1 0 1,0-1-1,1 1 1,-1-1 0,1 0-1,0 0 1,1-1-1,12 9 1,-3-4-58,2 0 0,-1-2 1,1 0-1,1 0 0,0-2 0,0 0 1,0-2-1,0 0 0,32 2 1,64-3-2463,1-10-4112,-92 5 4487,40-1-6506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31.9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742 185 9225,'-39'-100'3379,"21"58"367,17 40-3605,0-2 281,0 1 0,-1-1 0,0 1 0,1 0-1,-1-1 1,-1 1 0,-3-5 0,5 7-308,-1 0-1,1 0 1,-1 0 0,1 0-1,-1 1 1,1-1 0,-1 1-1,0-1 1,1 1 0,-1-1-1,1 1 1,-1 0 0,0 0 0,0-1-1,1 1 1,-1 1 0,0-1-1,1 0 1,-1 0 0,0 1-1,1-1 1,-3 1 0,-11 5 177,1 0-1,0 0 1,0 2 0,0 0 0,1 0 0,0 1-1,1 1 1,0 0 0,1 0 0,0 1 0,-14 18-1,-9 15 611,-53 89-1,30-30-440,6 2-1,4 3 1,5 2 0,4 1-1,-30 155 1,56-205-366,2 0 0,3 1 0,3 0 0,2 0 1,3 0-1,15 101 0,-10-130-106,1 0-1,1-1 1,2 0 0,1 0 0,2-1-1,1-1 1,1 0 0,2-1 0,1 0-1,1-2 1,1 0 0,1-1-1,47 43 1,-42-47-176,1-2 1,1 0-1,1-2 0,0-1 0,1-2 1,1-1-1,0-1 0,1-1 0,63 13 0,-69-20-1,0-1-1,1-2 0,-1-1 0,0-1 0,0-1 0,1-1 0,-1-1 1,0-1-1,-1-2 0,1-1 0,-1-1 0,0 0 0,30-17 0,20-18-494,124-95-1,19-13 144,-182 130 644,1 1 0,1 3 0,1 0 1,45-11-1,-67 23 42,0 1 0,0 1 1,0 0-1,0 1 0,1 1 1,-1 1-1,1 0 0,-1 2 1,1 0-1,-1 1 0,0 0 1,26 10-1,-35-10-67,0 0 1,0 1-1,-1 0 0,1 0 1,-1 1-1,0 0 0,0 1 1,-1-1-1,0 1 0,0 1 1,0-1-1,0 1 0,-1 0 1,0 0-1,6 14 0,-7-11-16,0 0 0,-1 1 0,0-1 0,0 1 0,-2 0 0,1-1 0,-1 1 0,-1 0 0,0 0 0,0 0 0,-1 0 0,-3 14 0,-89 314-92,24-106-2108,58-191 1352,-5 18-1130,-10 79 1,24-122 839,0 1 0,2 0 0,0 0 1,1-1-1,1 1 0,0 0 0,1-1 0,1 0 0,8 22 0,21 22-7430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33.93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861 90 5757,'23'-28'1129,"-19"23"-56,-10-8 1006,0-9 4833,1 1-5178,2 22-1664,0 12 630,-11 54-242,-2-2 0,-28 69-1,4-9-235,-292 767-1114,31-196-6764,288-670 6696,0-1 0,-2-1 0,-23 30-1,12-18-1754,13-16-246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34.23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363 1 5901,'-10'14'719,"1"1"0,1 0 0,-8 20 0,-5 10 709,-13 32 483,3 0-1,-35 140 1,40-123-1284,-67 280 888,74-270-1175,-9 175 0,27-220-237,8 90-1,-4-127-88,1 1 1,0-1-1,2 0 0,0 0 1,2-1-1,19 42 0,-22-55 8,1 1-1,-1-1 0,1 0 1,0-1-1,1 0 0,0 0 1,0 0-1,1 0 0,0-1 0,0-1 1,0 1-1,1-1 0,-1-1 1,1 0-1,0 0 0,1 0 1,16 3-1,-11-5-9,0 0 0,1-1 0,-1 0 0,1-1 0,-1-1 0,1-1 0,-1 0 0,0-1 0,0 0 0,25-10 0,35-19-142,-3-3 0,132-86-1,-147 85 76,778-486-890,-761 473-798,-31 14-2590,-42 31 603,-7-11-1669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34.65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 30 5016,'0'0'4261,"-3"-15"-3037,0 0 744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3.35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1035 79 5080,'-17'5'1290,"28"-5"-1238,2-1 4069,1 0 5668,-11-32-8798,19 4 515,-6 12-913,-14 15-227,-5 3-219,-34 24 234,1 1 0,1 2 0,1 1 1,-42 47-1,72-72-356,-65 67 398,4 4 0,-68 99 0,100-124-296,2 1 0,3 1 0,1 2 0,-37 112 0,57-140-100,1 1-1,2-1 1,0 1-1,2 0 1,1 0 0,1 0-1,1 0 1,7 42 0,4-14 17,1-2 1,4 1 0,25 57 0,-33-89-46,0 1 1,-2 0 0,0 0 0,-2 1 0,4 37-1,-8-51 1,-1 0-1,0 1 0,-1-1 1,0 0-1,-1 0 1,0 0-1,0 0 0,-1-1 1,-1 1-1,1 0 0,-1-1 1,-1 0-1,0 0 1,0-1-1,-14 17 0,7-12-361,0 0 0,-2 0 0,1-2 0,-2 0 0,1 0 0,-1-1 1,-1-1-1,0-1 0,0 0 0,-1-1 0,-34 10 0,40-14 26,-1-1 0,0 0 1,0 0-1,0-1 1,0 0-1,0-1 0,0-1 1,0 0-1,0-1 1,0 0-1,0 0 0,1-1 1,-1-1-1,1 0 0,0-1 1,0 0-1,0 0 1,-16-12-1,-9-13-4564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48.56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663 537 4900,'1'-32'342,"-2"-110"1461,-2 115-1228,-1 0 1,-1 1 0,-1-1-1,-2 1 1,0 1-1,-2-1 1,-1 1 0,-1 1-1,0 0 1,-22-28 0,31 46-118,-1 0 0,1 0 0,0 0 1,-4-12-1,4 10 110,2 5 2672,28 22-155,-18-10-2638,0 0 0,-1 1 0,1 0 0,-2 0 0,0 0 0,0 1 0,-1 0 0,0 1 0,-1 0 0,0-1 1,-1 2-1,0-1 0,-1 0 0,3 23 0,-2 1 143,-1 0 1,-2 0-1,-2 0 0,-5 41 1,-9 23-368,-5-1 1,-59 181-1,-102 181-3408,178-453 3067,-132 296-5128,-16 42-5727,86-183 590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48.82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242 100 12773,'-38'33'612,"17"-15"13,1 1 1,1 0-1,-30 39 0,42-48-371,-7 6 301,2 0-1,0 1 0,1 1 1,1 0-1,-11 27 0,19-41-477,1-1 0,0 1 0,0 0-1,0 0 1,0 0 0,1 0 0,0 0 0,0 0 0,0 0-1,0 0 1,0 0 0,1 0 0,0 0 0,0 0 0,0 0-1,0 0 1,0 0 0,1-1 0,0 1 0,0 0 0,0-1-1,0 0 1,0 1 0,1-1 0,0 0 0,-1 0 0,1 0 0,0-1-1,0 1 1,1-1 0,-1 1 0,0-1 0,1 0 0,5 2-1,17 8 95,1-1-1,0-1 0,0-1 0,1-2 0,38 6 0,151 6 294,-93-18-304,1-5 1,-1-5-1,0-6 0,163-41 0,-95 4-1558,366-153 0,-242 42-5306,-253 127 3187,33-15-4923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49.46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858 0 11605,'-204'270'3340,"123"-157"-1769,5 3 0,5 4 0,-90 208 0,98-168-1060,7 2 1,-38 189 0,75-261-404,5 0 1,4 2-1,3-1 0,5 1 1,16 154-1,-10-214-128,1-1 0,2 0 0,1-1 0,1 0 0,25 54 0,-25-67-48,1 0 0,1-1 0,0 0 0,1-1 0,0 0 0,1-1 0,1 0 0,1-1 0,-1-1 0,2 0 0,30 17 0,-16-12-93,0-1 0,1-2-1,0-1 1,1-1 0,1-2-1,0-1 1,0-2 0,35 3 0,-23-8 14,-1-2 0,0-3 0,0-1 0,0-2 1,0-2-1,-1-2 0,0-2 0,79-33 0,-24 0 5,-1-5-1,133-92 1,66-78 763,-183 130 482,205-125 1,-307 210-1061,0-1 1,0 1-1,1 1 1,-1 0-1,1 1 1,0 0-1,0 0 1,22 0-1,-30 2-32,-1 1 1,1 0-1,-1 1 1,1-1-1,-1 0 0,1 1 1,-1 0-1,0 0 1,1 0-1,-1 0 0,0 1 1,0-1-1,0 1 1,0 0-1,0-1 0,0 1 1,0 1-1,0-1 1,-1 0-1,1 1 0,-1-1 1,0 1-1,0 0 1,0 0-1,0 0 0,0 0 1,-1 0-1,1 0 1,-1 0-1,0 1 0,0-1 1,0 0-1,0 1 1,-1-1-1,1 5 0,0 4-4,0 1 0,-2 0 0,1 0 0,-1 0-1,-1 0 1,-1-1 0,1 1 0,-6 13 0,-45 101-284,9-26-561,39-86 565,1-1 0,0 1 1,0 0-1,2 0 0,0 0 0,0 21 0,2-29 54,1 0-1,-1 0 0,2-1 0,-1 1 0,1 0 0,0 0 0,0-1 0,1 1 0,0-1 0,0 0 1,0 0-1,1 0 0,0 0 0,0-1 0,1 1 0,5 4 0,2 0-491,0-1 0,1-1 0,0 0 0,0-1 1,1 0-1,0-1 0,0-1 0,1 0 0,-1-1 0,18 3 0,47 6-4691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49.6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0 142 5529,'52'-5'693,"-22"3"-439,-1-2 0,49-11 1,58-15-1637,-72 18 369,-20 2 1056,76-5 0,-110 15 36,0 0-1,-1 1 0,1 0 0,18 4 0,-27-4-78,1-1 0,-1 0 0,1 0 0,-1 0 0,0 0 0,1 0 0,-1 0 0,1 0 0,-1 0 0,0 0 0,1-1 0,-1 1 0,0-1 1,1 1-1,0-2 0,19-3 298,1 6-102,-9 0 99,0-1-1,0-1 1,14-1 0,-23 1-446,0 0 1,0 0-1,0 0 1,0-1-1,0 1 1,-1-1-1,1 0 1,0 0-1,-1 0 1,1-1-1,-1 1 1,0-1-1,0 0 1,4-4-1,1-7-1348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49.97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62 82 7841,'-12'4'2679,"17"-11"-645,25-20 1237,-24 22-2129,59-42 4472,-66 71-5414,-2-11-168,0-1 1,-1 1-1,-1 0 1,0-1-1,-7 14 0,-16 41 50,4 9-1,-26 95-173,43-143-34,2 0 1,1 0-1,1 1 1,1 30 0,2-49-9,1 0 1,0 0-1,0 0 1,1 0-1,1 0 1,-1 0-1,2-1 1,-1 1-1,1-1 1,1 0-1,-1 0 1,2 0-1,-1-1 1,1 0-1,0 0 1,1 0-1,0-1 1,0 0-1,1 0 1,-1-1-1,2 0 1,-1 0-1,1-1 1,-1 0 0,1 0-1,1-1 1,16 5-1,5-1-1083,0-2 1,49 5-1,17-9-4272,-33-4-1069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0.10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15 4392,'0'0'480,"10"-9"-516,7 3-652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0.46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701 435 7193,'86'-73'5640,"-75"62"-4911,0-1-1,-1 1 1,-1-2 0,0 1-1,14-27 1,-20 32-512,-1 0 0,1 0 0,-1 0 1,0-1-1,-1 1 0,0 0 0,0-1 0,-1 1 0,1-1 0,-2 1 1,1-1-1,-1 1 0,0 0 0,-1-1 0,-3-9 0,3 9-121,-1 1 0,0 0 0,0 0 0,-1 0-1,1 0 1,-2 1 0,1 0 0,-1-1 0,0 2-1,0-1 1,0 0 0,-1 1 0,-11-8 0,8 8 28,0 0-1,-1 0 1,0 1 0,0 0 0,0 0 0,0 1 0,-1 1-1,-20-3 1,1 3 90,1 2-1,-1 1 1,1 1 0,0 2-1,-1 0 1,-40 14-1,39-9-100,1 1 0,0 2 1,1 1-1,0 1 0,1 2 0,1 0 0,0 2 0,1 1 0,-29 28 0,42-34-71,0 2-1,0-1 1,2 2-1,0 0 1,0 0-1,2 1 0,-10 21 1,13-24-19,2 0 0,-1 0 0,2 1 0,0-1 0,0 1 0,2 0 0,0 0 0,0 0 0,2 0 0,1 17 0,5 7-152,1 1 0,2-1 0,19 49 1,58 111-878,-7-13-29,-74-171 925,-1 0-1,0 1 0,-1-1 1,-1 1-1,-1 0 1,0 0-1,-1 0 1,-1 0-1,0 0 1,-1 1-1,-6 27 0,-3-23 33,10-21 79,0 1 0,0-1-1,0 0 1,0 0 0,0 0 0,0 0 0,-1 0-1,1 1 1,0-1 0,0 0 0,0 0 0,-1 0-1,1 0 1,0 0 0,0 0 0,0 0 0,0 0-1,-1 0 1,1 0 0,0 0 0,0 0 0,-1 0-1,1 0 1,0 0 0,0 0 0,0 0 0,-1 0-1,1 0 1,0 0 0,0 0 0,0 0 0,0 0-1,-1 0 1,1 0 0,0 0 0,0-1 0,0 1-1,-1 0 1,1 0 0,0 0 0,0 0 0,0 0-1,0-1 1,0 1 0,-1 0 0,1-2 5,-1 0 0,0 0 1,1-1-1,-1 1 0,1 0 0,0 0 1,-1 0-1,1 0 0,0-1 0,1 1 1,-1 0-1,0 0 0,1 0 1,-1-1-1,1-1 0,5-11 15,0 0 0,1 0-1,0 1 1,1 0 0,16-22 0,57-62 113,276-279-2634,-78 85-3756,-209 201 2232,-54 69 2249,21-28-3467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0.82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2377 137 7953,'-3'-14'374,"0"3"187,1 0 0,-2-1 1,0 1-1,-9-19 0,10 26-379,1 1 1,0 0-1,-1 0 0,1 0 0,-1 0 0,0 0 0,0 0 0,0 1 1,-1 0-1,1-1 0,-1 1 0,1 0 0,-1 1 0,1-1 0,-1 1 1,0-1-1,0 1 0,-6-1 0,-1 1 124,0 0 1,-1 0-1,1 1 0,0 1 0,-1 0 1,1 0-1,0 1 0,0 1 1,-12 4-1,-17 7 598,-43 22 1,57-24-548,-79 41 1519,-169 112 0,-80 96 371,205-138-1771,6 5 0,5 7 0,7 6 1,5 5-1,-176 272 0,243-322-367,-63 141 0,101-189-194,3 1-1,1 2 0,3-1 1,1 2-1,-5 56 0,16-84-83,1 1 0,0-1 0,2 0 0,1 0 0,1 1 0,1-1 0,1 0-1,15 43 1,-13-49-4,2 0-1,0-1 1,1 0-1,0 0 0,2-1 1,0-1-1,0 0 1,2 0-1,0-1 0,0-1 1,24 17-1,4-3-128,1-2 0,1-2 0,1-1 0,1-3 0,1-2 0,0-1 0,1-3 0,1-2 1,70 7-1,-18-9 51,0-5 0,0-4 0,170-22 0,-127 1 320,-2-7-1,0-6 0,-3-5 1,247-108-1,-286 100 110,-1-4-1,-4-5 1,-1-4-1,-4-4 0,-2-4 1,152-153-1,-201 178-77,-1-1 0,-3-3-1,-1 0 1,-3-2 0,-2-2-1,-2-1 1,36-97 0,-53 118-61,-1 0 1,-1-1 0,-2 0 0,-1-1-1,-2 1 1,-1-1 0,-1 0 0,-2 1-1,-1-1 1,-2 0 0,-1 1 0,-1 0 0,-2 0-1,-2 0 1,-14-34 0,2 24-16,-1 0 0,-1 2 0,-3 0 0,-1 2 0,-2 1 0,-2 1 0,-1 2 0,-63-51 0,35 39-96,-2 2 0,-1 3 0,-2 3 0,-122-51 0,116 62-485,-1 3-1,-1 4 0,-1 2 1,-1 4-1,-95-6 0,93 16-2019,-1 4 0,-134 16 0,-25 28-6991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3.54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47 10 15793,'-47'-9'10709,"64"30"-11009,0 15-404,-4-3-564,4 0-812,6 7-640,14 5-3061,10 9-4884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3.6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31 112 13661,'-30'-27'7389,"33"12"-7401,4-3-692,16 12-756,27-9-484,4 3-3053,6-6-3952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3.96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1023 0 10589,'-222'178'7841,"31"-40"-2609,91-70-3746,-303 248 1419,388-302-2838,0 0 1,2 1 0,-1 1 0,2 0 0,0 1 0,-9 20 0,20-35-71,0 0 0,0 0 1,1 0-1,-1 0 0,1 0 0,-1 0 0,1 0 0,0 0 1,0 0-1,0 1 0,0-1 0,0 0 0,1 0 1,-1 0-1,1 0 0,-1 0 0,1 0 0,0 0 1,0 0-1,-1 0 0,2 0 0,-1 0 0,0 0 0,0-1 1,0 1-1,1 0 0,-1-1 0,1 1 0,-1-1 1,1 0-1,0 1 0,3 1 0,2 2-60,0-1 0,0 0 1,1 0-1,-1 0 0,1-1 0,16 5 0,2-3-114,0-1 0,0-1-1,1-1 1,-1-1 0,52-5 0,-61 2 132,0-1 1,0 0 0,0-2-1,-1 0 1,0-1 0,0 0-1,0-1 1,-1-1 0,29-19-1,-43 26 23,1 0-1,0 0 1,-1 0-1,1 0 0,-1-1 1,1 1-1,-1 0 0,1-1 1,-1 1-1,0-1 0,0 1 1,0-1-1,0 0 1,0 1-1,0-1 0,0 0 1,-1 0-1,1 0 0,0 0 1,-1 1-1,0-1 0,1 0 1,-1 0-1,0 0 1,0 0-1,0 0 0,0 0 1,-1 0-1,1 0 0,0 0 1,-1 0-1,1 0 0,-1 1 1,0-1-1,0 0 1,0 0-1,0 1 0,-1-3 1,-2 0-56,1 0 0,-1 0 1,-1 0-1,1 0 0,0 1 1,-1-1-1,0 1 0,1 1 1,-1-1-1,0 1 0,-8-3 1,-17-4-648,1 1 1,-2 2-1,1 1 1,-1 2-1,-38-1 1,45 5-1112,0 0-1,1 2 1,-1 0 0,-25 8 0,-1 4-6326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4.75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647 195 5332,'-33'-75'6987,"33"72"-6628,-1 0-1,1 0 1,-1 0-1,1 0 1,0 0-1,0-1 1,1 1-1,-1 0 1,2-5-1,0-7 597,-2 8-413,-1 0 329,1 1 1,0-1-1,0 1 1,1 0-1,0-1 1,0 1-1,3-11 1,-122 170 144,-182 309 0,190-249-905,90-166-283,1 2 1,-20 86-1,33-106 53,2 0 0,0-1-1,2 2 1,1-1 0,2 0 0,4 32-1,-2-39 35,2-1 1,0 0-1,2 0 0,0 0 0,1-1 0,1 0 0,1 0 0,0-1 0,15 19 1,-3-10 11,0-1 1,2 0 0,1-2 0,1-1-1,0-1 1,2-2 0,1 0-1,1-2 1,0-1 0,47 19 0,-36-20 67,2-2 1,-1-2 0,2-2 0,-1-2 0,2-1-1,-1-3 1,80 0 0,-101-6 45,-1-1 0,0-1 0,1-1 0,-1 0 0,-1-2 0,1-1 0,-1-1 0,0 0 0,-1-2 0,34-20 0,-44 24-27,0-1 0,0-1 0,-1 0 1,1 0-1,-2-1 0,1 0 0,-2 0 0,1-1 1,-1 0-1,0 0 0,-1-1 0,-1 0 0,1 0 1,-2 0-1,0 0 0,0-1 0,-1 0 0,0 0 1,-1 0-1,0 0 0,-1-15 0,-1 14-38,-2 0 0,0 0 0,-1 1 0,0-1 0,-1 0 0,0 1 0,-1 0-1,0 0 1,-1 0 0,0 1 0,-1-1 0,0 2 0,-15-17 0,1 2-139,-2 2-1,0 1 1,-2 0-1,-37-24 1,26 23-353,0 2 0,-2 1 0,0 2 0,-72-23 0,54 25-2445,-2 2 0,-110-11-1,51 17-5688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5.2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2973 75 9025,'-19'-11'610,"-1"0"0,0 1 0,-1 1 0,0 2 0,-1 0 0,1 0 0,-45-5 0,30 11-140,0 2 1,-1 1 0,1 1 0,1 2 0,-46 13 0,-172 63 1190,217-69-1454,-95 40 416,2 5-1,2 5 1,-200 135-1,-310 297 312,282-156-577,279-255-274,4 4 0,-81 127 1,121-163-76,3 2 0,2 1 0,3 1 0,2 2 0,-23 91 0,36-111-47,3 0 0,0 0 0,3 0 0,1 0 0,2 1 0,1-1 0,2 0 0,2 1 0,1-2 0,12 41 0,-5-41-57,1-1 0,20 39 0,-22-53 43,0 0 1,2-1-1,0-1 0,1 0 1,1-1-1,33 30 0,265 203-577,-278-227 563,1-1 0,1-1-1,72 28 1,28 0 97,2-7 0,2-5 1,2-7-1,1-6 0,0-7 1,250 0-1,-286-21 131,0-5-1,-1-5 1,0-4 0,-2-5-1,108-37 1,-123 27 1,-1-3 1,-1-5-1,-3-3 0,-1-4 1,148-110-1,-192 124-120,-2-1 0,-1-2-1,-2-2 1,-1-1 0,-2-2 0,-3-1-1,0-1 1,-3-2 0,-2-1 0,-2-1 0,-2-1-1,-2 0 1,-2-2 0,-2 0 0,-3-1-1,9-71 1,-16 69-26,-3-1 1,-2 0-1,-2 0 1,-3 0-1,-2 1 0,-2 0 1,-2 0-1,-3 1 0,-34-83 1,27 86-9,-2 1 0,-2 1 1,-2 1-1,-2 2 0,-3 0 1,0 2-1,-3 2 0,-2 1 1,-73-60-1,75 73-64,-1 3 1,-1 0-1,-2 3 1,0 1-1,-1 2 0,0 2 1,-2 1-1,1 2 1,-2 2-1,1 2 0,-85-5 1,62 11-748,0 4 1,0 2 0,0 3-1,0 2 1,1 4-1,1 2 1,-77 30-1,95-28-1844,-49 27-1,-33 34-5785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6.98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25 6009,'0'0'9060,"10"-12"-15772,0 0 1339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7.12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98 91 8309,'-27'-12'1236,"21"0"-312,-1-4-444,-3 1-400,-4 3-308,-2 0-3588,-1 0-185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7.53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54 69 5104,'-54'-45'13988,"62"33"-12529,-8 11-1429,1 0 0,-1 0 0,1 1 0,0-1 0,-1 0 0,1 0 1,0 1-1,0-1 0,0 0 0,0 1 0,-1-1 0,1 1 1,0-1-1,0 1 0,0 0 0,0-1 0,0 1 0,0 0 1,1 0-1,30 3 301,-18 0-248,0 0 0,-1 0 0,0 2 0,0 0 0,0 0 0,0 1 0,-1 1 0,0 0 0,0 1 0,19 16 0,-18-9-52,0-1 0,-2 2 0,0 0-1,-1 0 1,0 1 0,-1 0 0,-1 0 0,-1 1 0,0 0 0,-2 1-1,0-1 1,-1 1 0,-1 0 0,0 0 0,-2 1 0,0-1-1,-3 25 1,-1-6-339,-2 0 0,-2 0 0,-1 0 0,-2-1-1,-2 0 1,-1-1 0,-31 58 0,-56 73-5906,77-132 3140,-21 32-5142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7.7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10829,'54'9'836,"3"0"-300,3 0-248,7 0-380,13-3-284,4 3-292,-3-9-640,-1 3-1680,4-3-1085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8.3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1677 154 5140,'-2'-2'261,"-1"0"0,0-1-1,1 1 1,-1 0-1,1-1 1,0 1 0,0-1-1,0 0 1,0 0-1,0 1 1,1-1 0,-3-6-1,2 5-58,0 0-1,-1 0 0,1 0 1,-1 1-1,0-1 1,0 1-1,0 0 1,0 0-1,-1 0 0,1 0 1,-1 1-1,0-1 1,0 1-1,-7-3 1,-63-25 1407,60 25-1498,-2-1 32,0 1-1,-1 0 1,0 1 0,0 0 0,0 2 0,0 0 0,0 1-1,0 0 1,0 2 0,0 0 0,-1 0 0,1 2-1,0 0 1,1 1 0,-29 11 0,16-2 24,2 1-1,-1 1 1,2 1 0,0 2 0,1 0 0,1 2 0,-28 28-1,-13 21 166,-61 84 0,-58 99-7,147-199-288,-166 253 188,134-192-149,5 2 1,-75 188-1,119-247-49,3 0-1,2 2 0,-7 59 1,17-77-1,2 0 1,2-1-1,2 1 1,1 0-1,10 52 1,-5-62-20,1 1-1,1-1 1,2-1 0,1 0 0,2 0 0,0-1 0,2-1-1,2-1 1,0 0 0,35 38 0,-27-37 18,2-1 0,1-2-1,0-1 1,2-1 0,1-2 0,1-1 0,0-1 0,61 23-1,-45-25 99,0-2 1,2-2-1,-1-2 0,2-2 0,-1-3 0,1-2 0,0-2 0,0-3 0,-1-2 0,1-2 0,0-2 1,-1-2-1,-1-3 0,0-2 0,75-32 0,-61 16-21,-2-4 0,-2-2 0,-1-3 0,-2-2 0,-2-2 0,-2-3 0,-2-3 0,-2-1 0,-2-3 0,-3-1 0,-2-3 0,-3-1 1,-2-2-1,-2-1 0,-4-2 0,40-112 0,-47 97-29,-3 0 0,22-161 1,-37 177-49,-3 1 0,-3-1 1,-2 0-1,-16-95 0,12 127-12,0 0 0,-21-55 0,21 70-20,-1 1 0,-1 0 0,0 0 0,-1 1 0,-1 0 0,0 0 0,0 1 0,-16-13 0,21 20-10,-7-8-61,-1 2 1,0-1-1,-1 1 1,0 1 0,-1 1-1,0 0 1,0 1-1,-1 0 1,0 1 0,0 1-1,-28-6 1,22 9-216,0 1 1,0 1 0,0 1-1,0 1 1,0 2-1,0 0 1,0 1 0,1 0-1,-29 12 1,6 1-1752,0 1 0,2 2 0,-54 36 0,4 3-5885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8.75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1053 115 7085,'1'-7'663,"1"0"0,-1 1 1,0-1-1,-1 0 1,0-10-1,9-29 5556,-10 31-5039,1 12 1081,-3 4-1782,-4 0-394,0 1 0,1 1 0,-1-1 1,1 1-1,0 0 0,0 1 0,0-1 0,0 1 0,0 0 1,1 1-1,0-1 0,-7 9 0,-10 11 134,-26 38 0,31-39-109,-330 489 283,50 28-4841,192-344 1293,0 3-3679,69-119 1003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9.41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1935 38 4504,'-23'-4'920,"-35"-10"1,43 9-587,-1 1 1,0 1 0,1 0 0,-1 1 0,0 0 0,-1 1 0,-19 2 0,17 3-170,1 0 0,0 1-1,0 1 1,0 1 0,0 0 0,1 2-1,0 0 1,-25 18 0,-120 102 802,160-128-959,-499 448 1309,353-305-1458,-161 204 1,241-259-296,-110 188 0,152-228 284,2 1 0,2 2 0,2 0 0,3 1 0,-20 102 0,34-133 112,1 1 1,0 0-1,2-1 1,0 1 0,2 0-1,0-1 1,2 1-1,7 24 1,-6-31 21,0-1 1,2 0 0,0 0-1,0 0 1,2-1-1,0 0 1,0-1-1,1 0 1,1 0-1,0-1 1,25 20 0,-13-14 33,2-2 1,0-1 0,0-1-1,1-1 1,1-1-1,0-2 1,1 0 0,0-2-1,43 7 1,-6-6 103,0-3 1,0-2-1,76-6 1,-66-3 49,1-4 1,-1-4-1,0-2 0,-2-4 1,104-40-1,-96 25-42,-2-3-1,-1-4 0,-2-3 1,101-78-1,-126 82-80,-1-3 0,-3-2 1,-2-2-1,-1-2 0,40-62 0,-57 71-40,-1-1 0,-3-1 1,-2-1-1,-1-2 0,-2 0 0,-3 0 0,17-77 0,-22 66 16,-3-1 0,-2 1 0,-3-1 0,-2 0-1,-3 0 1,-2 1 0,-2-1 0,-4 2 0,-1-1 0,-3 1 0,-2 1-1,-3 1 1,-37-73 0,44 102-40,-1 1 0,-1 0 0,-1 2 0,-1 0 0,-1 0 0,-1 2 0,0 0 0,-2 2 0,-42-30 0,46 37-91,0 1-1,0 0 0,-1 1 0,-1 1 1,1 1-1,-1 0 0,0 1 1,-1 2-1,1 0 0,-1 0 1,1 2-1,-1 1 0,0 0 1,-22 4-1,13 0-624,-1 0-1,1 2 1,0 2 0,0 0 0,1 2-1,-53 27 1,5 15-2487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59.98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5188,'0'18'1185,"20"-24"-741,0-3-396,10 9-860,21 3-989,-11 3 533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2.38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21 1 6537,'0'0'10937,"-10"9"-9871,9-7-1006,-1 0 1,1 1-1,0-1 0,0 0 1,0 0-1,0 1 1,1-1-1,-1 0 0,1 1 1,-1-1-1,1 1 1,0-1-1,0 1 0,0-1 1,0 0-1,0 1 1,1-1-1,-1 1 0,1-1 1,1 4-1,-1-1 8,1 0-1,0-1 0,0 1 1,0 0-1,0-1 1,1 1-1,0-1 1,0 0-1,0 0 0,4 4 1,9 5 50,0-1-1,1-1 1,0-1 0,1 0-1,0-2 1,0 0 0,24 7-1,149 33 276,995 134 228,-984-155-586,1646 211 211,-123-17 42,-36-30 882,-1483-170-549,339 13 1439,-509-39-1777,-35 5-268,-1 0 0,1-1 0,0 1 1,0 0-1,0-1 0,-1 1 1,1-1-1,0 1 0,0 0 1,-1-1-1,1 0 0,0 1 0,-1-1 1,1 1-1,-1-1 0,1 0 1,-1 0-1,1 1 0,0-2 1,-1 0 5,0 0 1,-1 1 0,1-1 0,0 0 0,-1 0 0,1 1 0,-1-1-1,1 0 1,-1 1 0,0-1 0,0 0 0,0 1 0,0-1 0,0 1-1,0-1 1,0 1 0,0 0 0,-1 0 0,1-1 0,-3 0 0,-5-6 24,-1 2 1,0 0-1,-1 0 1,1 0-1,-1 1 0,0 1 1,0 0-1,-1 1 1,-20-4-1,-23-9 6,42 11 24,0 0-698,19 18-157,-2-8 616,0-1 1,0 0-1,0 0 1,1-1-1,-1 1 1,1-1 0,0 0-1,0 0 1,0-1-1,10 5 1,61 15-3395,15-6-1584,-22-11-1478,0 0-457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2.79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791 28 8421,'-1'-2'167,"1"1"0,-1 0 0,1-1 0,-1 1 0,1-1 1,-1 1-1,0 0 0,0 0 0,0 0 0,1-1 0,-1 1 1,0 0-1,-1 0 0,1 0 0,0 0 0,0 0 0,0 1 0,0-1 1,-1 0-1,1 0 0,0 1 0,-2-1 0,-15-1 5500,13 22-4426,5-16-1175,1 0 0,-1 0 1,1 1-1,0-1 0,0 0 0,0 0 0,1 0 0,-1 0 0,1 0 1,0-1-1,0 1 0,3 3 0,36 47 395,-21-29-304,36 44 89,-29-37-234,-1 0-1,-2 2 0,39 71 1,-57-93-23,-1-1 0,-1 1 0,0 0 0,-1 0 0,0 1 0,-1-1-1,-1 1 1,1-1 0,-2 1 0,0-1 0,0 1 0,-2 0 0,1-1 0,-1 0 0,-1 1 0,0-1 0,-8 18 0,3-14-10,0-1 0,-1 0-1,-1 0 1,0-1 0,-1-1 0,0 0 0,-1 0-1,-1-1 1,0 0 0,0-1 0,-21 12 0,-15 7-374,-1-2 0,-56 23 0,26-18-1605,-152 40 0,20-22-3595,64-18-1131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5.75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105 31 7709,'0'0'7930,"0"-3"-7062,2-14-328,-1 7 3911,-11 18-2588,9-6-1853,0 0 1,0-1 0,0 1-1,0 0 1,0 0-1,0 0 1,0 0-1,0 0 1,1 0 0,-1 0-1,1 0 1,-1 0-1,1 0 1,0 0-1,0 0 1,0 4 0,0 8 53,-4 38 108,-51 562 788,29-362-2856,24-193 60,3 0 0,9 71 0,-7-113 1229,-1 2-1555,1 0 0,8 27 0,7-7-5094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6.09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291 272 8653,'-23'-105'2033,"22"98"-1694,1 0 0,0 0 0,0-1 0,1 1 0,-1 0 0,4-9 1,-1-22 2327,0-25 2034,-3 62-4657,1 1-1,0-1 1,-1 1 0,1-1-1,0 1 1,0-1 0,-1 1 0,1-1-1,0 1 1,0 0 0,0-1 0,0 1-1,0 0 1,0 0 0,-1 0-1,1 0 1,0 0 0,0 0 0,0 0-1,0 0 1,0 0 0,0 0 0,1 0-1,1 1 85,5-1-20,1 1 1,-1 1 0,1 0 0,-1 0 0,0 0 0,1 1-1,-1 0 1,12 7 0,63 42 310,-72-45-388,23 16 43,-2 2-1,0 0 1,-2 3-1,-1 0 1,31 40 0,-40-43-97,-2 2 0,-1 1 1,-1 0-1,-1 0 0,-1 2 0,-2 0 1,9 34-1,-8-11-97,-3 0-1,-2 1 1,-2 0-1,-2 0 1,-5 66 0,-44 270-451,3-182 164,35-182 354,-2 0-1,0-1 1,-2 0-1,-1-1 1,-27 42-1,19-39 38,0-2 0,-2 0 0,-1-2 1,0 0-1,-2-2 0,-1 0 0,0-2 0,-32 17 0,-43 21-984,-200 80-1,297-136 553,-1 0-1,1 0 1,-1 0-1,0-1 1,1 0-1,-1 0 1,1 0-1,-6-1 1,3-3-4213,26-13-2787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6.24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165 0 10293,'-74'39'1388,"47"-30"-220,-3 3-204,13-6-208,1 0 172,36-9-4476,27-9 44,0 0-1957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6.56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1072 60 13081,'-6'-3'899,"1"-1"1,0 0-1,0-1 0,0 0 0,-6-6 0,9 8-639,-1 1 0,1-1-1,-1 1 1,1 0-1,-1 0 1,0 0 0,0 1-1,0-1 1,0 1-1,0-1 1,-1 1 0,1 0-1,0 0 1,-1 0-1,1 1 1,0-1 0,-1 1-1,1 0 1,-7 0-1,-5 1 357,-1 1 0,-28 7-1,40-8-556,-17 5 289,0 1 1,0 1-1,0 0 1,1 2-1,1 1 1,-27 18-1,7 0 248,-66 62 0,68-54-413,2 2 1,1 2 0,2 1-1,2 1 1,1 2-1,3 1 1,-30 72 0,41-79-199,1 1-1,2 0 1,2 1 0,2 0 0,1 0 0,2 0 0,3 1-1,1 0 1,8 82 0,3-68-192,2-1 0,2-1 0,30 73-1,80 149-1134,-94-215 984,-14-29 130,-2 1 0,-1 0 0,12 53 1,-22-75 173,-1 1 1,0-1 0,-1 1-1,-1-1 1,0 1-1,0-1 1,-1 1-1,-1 0 1,1-1 0,-2 0-1,0 0 1,0 1-1,-1-2 1,-9 18-1,3-12-101,0-1-1,-1-1 1,-1 0-1,-1 0 1,0-1-1,0-1 0,-1 0 1,-1-1-1,0 0 1,-1-2-1,0 1 1,-29 11-1,21-11-766,0-2-1,0 0 1,-38 6-1,41-11-845,0 0-1,-1-2 1,0 0-1,-22-3 1,1-4-6974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6.88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686 0 9973,'0'0'2784,"-5"2"-1720,-25 7 8,20-7-842,1 0 0,-1 1 0,1 1 0,-1 0-1,1 0 1,1 1 0,-1 0 0,1 0 0,-9 7 0,6-1 784,1 0 1,-18 25 0,6-7-401,-168 226 2387,173-233-2834,-45 57 346,5 3-1,-70 129 0,122-201-565,1 0 0,0 0 0,0 1-1,1-1 1,1 1 0,0-1 0,0 1 0,1 0 0,0 14-1,1-20-30,1-1 0,-1 1-1,1-1 1,0 1 0,0-1-1,1 1 1,-1-1 0,1 1 0,0-1-1,0 0 1,1 0 0,-1 0-1,1 0 1,0 0 0,0-1-1,0 1 1,0-1 0,1 0-1,-1 0 1,1 0 0,0 0-1,0-1 1,0 0 0,6 3-1,9 3-441,1-2 0,0 0-1,0-2 1,0 0 0,0-1-1,1-1 1,30-1-1,151-16-3919,-174 12 3719,86-12-3451,11-5-2191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7.00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238 48 11205,'-17'-9'3656,"4"0"-2288,-4-3-263,-6 9-221,-1 0-208,1-3-304,-1 3-320,4 3-676,-3 0-956,-7-3-937,6 3-1687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7.21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37 251 17878,'-37'6'4720,"54"-31"-3004,20-8-360,6 12-292,17 0-227,21-3-165,26 6-140,20 0-292,24 0-636,20 9-452,16 6-221,14-9-499,10 0-592,0-1-376,-6 4-332,-18-3-2345,-9 3-4160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7.43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1200 55 9033,'-6'-8'437,"-26"-36"2673,30 41-99,0 6-1582,-2 4-1026,0-1 0,1 1-1,0 0 1,0 0 0,0 0-1,1 1 1,0-1 0,1 0-1,0 1 1,0-1 0,0 1 0,1 8-1,1 18 507,9 49 0,-7-61-490,26 165 1303,17 179 58,-44-325-1667,-2 0 0,-2 0 0,-2 0 0,-2 0 0,-1-1 0,-25 78 0,15-77-221,-1-1 1,-2 0-1,-2-2 0,-1 0 0,-3-2 0,0 0 0,-2-2 0,-2-1 0,-37 31 0,7-12-741,-3-3-1,-1-3 0,-3-3 1,-84 41-1,88-55-1306,-98 33 0,11-16-4568,37-15-2714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7.57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182 43 4644,'-121'-33'-600,"94"24"-580,-6 12 340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8.52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852 28 11245,'-10'-27'9038,"-5"43"-6019,11-10-2441,-25 37 1379,2 0 0,-24 55 0,23-43-935,-120 251 777,98-196-1604,-84 188-929,-73 151-2184,177-390 1107,-33 70-3627,28-42-1947,15-10-4112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8.97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1337 268 9697,'17'-12'430,"5"-5"924,33-32 0,0-5 1301,61-66 3588,-102 107-5675,-12 10-112,-7 4 30,-7 1-259,0 0 1,-1 1-1,1 1 1,0 0-1,1 1 1,-15 7-1,-72 46 695,47-27-465,-65 39 99,4 4 0,3 5 0,3 5 0,-120 124 0,189-170-458,2 2 1,2 1-1,2 2 1,-51 91-1,73-115-80,0 0-1,1 0 1,1 0-1,1 1 0,1 0 1,1 0-1,0 0 1,2 1-1,0 0 1,1-1-1,2 1 1,0-1-1,0 1 0,2 0 1,9 31-1,-3-26-34,2-1-1,0-1 1,2 0-1,0-1 0,2 0 1,0-1-1,2-1 1,29 31-1,20 11-88,86 64 1,-115-98 102,137 103-37,-81-65-49,133 125 1,-212-177 77,0 0 1,-1 1-1,-1 0 0,0 0 1,-2 2-1,15 27 0,-22-39 10,-1 1-1,1-1 1,-1 1 0,0 0-1,-1 0 1,0 0-1,0 0 1,0 0 0,-1 0-1,0 0 1,0 0 0,-1 0-1,0 0 1,0 0-1,0 0 1,-1-1 0,0 1-1,-1 0 1,1-1-1,-1 1 1,0-1 0,-7 9-1,2-6-3,0 1-1,0-2 1,-1 1-1,-1-1 1,1 0 0,-1-1-1,-1 0 1,-18 9-1,-9 1-64,-50 17-1,7-8-607,-2-4 0,-1-3 0,0-4-1,-169 7 1,171-21-1474,0-4 0,-149-24 0,206 22 473,0 0 1,0-2-1,1-1 0,-41-18 0,13-10-5975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9.15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0 196 12561,'0'-42'2052,"7"18"-340,3 3-311,10-15-189,-10 20-196,7 1-172,3 3-192,7 0-152,23-3-256,4 12-308,6 12-496,10 3-616,0 9-552,8 4-372,5 11-2773,8 3-3836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9.43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597 230 12521,'-173'170'2097,"51"-28"1030,59-66-1338,15-20-276,2 2-1,-45 73 0,83-118-1352,1 1-1,0 0 1,1 0 0,1 0-1,0 1 1,1-1 0,1 1 0,0 0-1,0 1 1,1 21 0,2-28-105,1 0 0,0 0 0,0 1 0,1-1 0,0-1 0,1 1 1,0 0-1,0 0 0,1-1 0,0 0 0,0 0 0,1 0 0,0 0 0,0-1 1,1 0-1,0 0 0,0 0 0,13 9 0,-2-3-2,0-2 0,2 0 1,-1-1-1,1-1 0,0 0 0,1-2 0,0 0 0,34 6 0,-10-5-11,0-2-1,1-2 0,49-2 1,-44-3-11,-1-3 1,1-2 0,-1-2-1,-1-2 1,1-2 0,-2-3 0,55-23-1,-71 24-18,-1-2 0,0 0 1,-1-2-1,-1-1 0,0-2 0,-2 0 0,0-2 0,-2-1 0,0 0 0,-2-2 0,25-37 0,-36 44 19,0 0 0,-1 0 0,-1-1 1,-1 0-1,0-1 0,-2 0 0,0 0 0,-2-1 0,0 1 0,-1-1 0,-1 0 0,-2-29 0,-2 27 16,-1 0 0,-1 1 0,-1-1 0,-1 1 0,-1 0 0,-1 1 0,-1 0 0,-1 0 0,0 0 0,-2 2 0,-16-23 0,5 12-90,-2 1 0,0 2 1,-2 0-1,-2 2 0,0 1 0,-1 1 0,-1 1 0,-2 2 1,0 1-1,-1 2 0,-1 1 0,0 2 0,-52-14 1,68 24-373,-1 1 0,0 1 0,0 1 0,-25 1 1,34 1-132,-1 1 1,1 1-1,-1 0 1,1 0-1,0 1 1,0 0-1,0 1 1,-18 9-1,25-11 122,0 0-1,1 0 1,-1 1-1,1 0 1,0-1-1,0 1 1,0 0-1,-5 7 1,7-8-106,-1 0 1,1 1 0,0-1-1,0 0 1,0 1-1,0 0 1,0-1 0,1 1-1,-1 3 1,4 30-8760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9.73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266 27 12897,'-2'-2'215,"0"-1"0,0 1-1,0 0 1,-1 0 0,1 0-1,-1 0 1,1 1 0,-1-1 0,0 1-1,0-1 1,0 1 0,0 0-1,1 0 1,-1 0 0,-1 1 0,1-1-1,0 1 1,0 0 0,0-1-1,0 1 1,0 1 0,0-1 0,0 0-1,0 1 1,0-1 0,0 1-1,0 0 1,-3 1 0,-5 2 40,1 0 0,0 0 0,1 1 0,-1 0 0,1 1 0,0 0 0,0 0 0,0 1 0,1 0 0,0 0 0,0 1 0,1 0 0,0 1 0,1-1 1,0 1-1,0 1 0,1-1 0,0 1 0,0 0 0,1 0 0,-4 16 0,4-10-155,1 0 0,1-1 0,0 1 0,1 0 0,0 0 0,2 0 0,0 0 0,0 0 0,2 0 0,0-1 0,1 1 0,0-1 0,1 1 0,1-2 0,0 1 0,16 25 0,-9-18-86,2 0-1,0-1 1,2-1-1,0 0 1,1-2 0,1 0-1,1 0 1,0-2-1,37 22 1,-44-30 9,0-1 0,1-1 0,0 0 1,1 0-1,-1-2 0,1 0 0,0 0 0,31 2 0,-42-6-11,1 0 0,0 0 0,-1 0 0,1 0 0,0-1-1,-1 0 1,1 0 0,-1 0 0,1 0 0,-1-1 0,1 0 0,-1 0 0,0 0 0,0-1-1,0 1 1,0-1 0,-1 0 0,1 0 0,-1 0 0,1 0 0,-1-1 0,0 1-1,0-1 1,-1 0 0,1 0 0,-1 0 0,0 0 0,0-1 0,0 1 0,0 0 0,-1-1-1,0 1 1,1-6 0,1-10 16,0 1-1,-1-1 1,-1 0-1,-4-36 0,-16-82-22,10 85-88,5 21-680,-2-1-1,-2 1 1,-1 0-1,-1 0 1,-1 1-1,-30-55 0,40 84 447,0 0 1,0 0-1,0 0 0,0 0 0,-1 1 0,1-1 0,-1 0 0,1 1 1,-1-1-1,0 1 0,1-1 0,-1 1 0,0 0 0,0 0 0,0 0 1,0 0-1,0 0 0,-1 0 0,1 0 0,0 1 0,0-1 0,0 1 0,-1 0 1,1-1-1,0 1 0,0 0 0,-1 0 0,1 1 0,0-1 0,0 0 1,-1 1-1,1-1 0,0 1 0,0 0 0,-4 2 0,-14 6-7189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09.9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1150 39 12037,'0'0'4,"2"0"264,0 0-1,0 0 1,0-1-1,0 1 1,0-1 0,0 1-1,0-1 1,0 0 0,0 0-1,0 0 1,0 0 0,0 0-1,0 0 1,-1 0-1,1-1 1,0 1 0,-1-1-1,1 1 1,-1-1 0,0 1-1,1-1 1,-1 0 0,0 0-1,0 0 1,0 0-1,1-3 1,-2 3 1855,0 2-1976,-1-1-1,0 1 1,0 0-1,0-1 1,0 1-1,0 0 1,0 0-1,0 0 1,1 0 0,-1 0-1,0 0 1,0 0-1,0 0 1,0 0-1,0 1 1,0-1-1,0 0 1,0 0 0,1 1-1,-1-1 1,0 1-1,0-1 1,0 1-1,0 0 1,-21 14 1079,7 1-511,0 0-1,1 2 1,0 0 0,-11 20 0,1-2-62,-205 305 1711,-61 87-4534,33-39-3156,191-275 916,-80 186 1,133-267 1760,-10 40 1,3 30-5627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0.1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793 239 14029,'8'-23'2073,"-8"22"-1958,-1 0-1,1 1 0,-1-1 1,1 0-1,0 0 1,-1 1-1,0-1 0,1 1 1,-1-1-1,1 0 1,-1 1-1,0-1 1,0 1-1,1-1 0,-1 1 1,0-1-1,0 1 1,1 0-1,-1-1 0,0 1 1,0 0-1,0 0 1,0 0-1,1 0 0,-2-1 97,-9-1 96,-1 1 0,1 0 0,0 0 0,-1 1 0,1 1 0,0 0 1,0 0-1,-17 5 0,13-4-36,-41 10 363,0 3 0,1 1 0,1 4 0,0 1-1,2 3 1,-66 40 0,97-52-549,1 1 0,1 1 1,0 1-1,1 0 0,0 1 0,1 1 0,1 1 1,-23 33-1,37-48-104,0 0 1,0 0 0,0 0-1,0 0 1,1 1 0,0-1-1,0 0 1,0 1 0,0-1-1,0 1 1,0 0 0,1-1-1,0 1 1,0 0-1,0-1 1,0 1 0,1-1-1,-1 1 1,1 0 0,0-1-1,0 1 1,0-1 0,0 1-1,1-1 1,-1 0 0,1 0-1,0 0 1,0 0-1,0 0 1,1 0 0,-1 0-1,0 0 1,1-1 0,0 0-1,0 1 1,0-1 0,0 0-1,0 0 1,0 0-1,7 2 1,4 2-93,0-1-1,1-1 1,0 0-1,0-1 1,0 0-1,0-1 0,1-1 1,16 0-1,-4-2-76,-1-1-1,1-1 1,45-12-1,-58 11 106,0-1 1,0-1-1,0 0 1,-1-1-1,0 0 1,0-1-1,0-1 1,-2 0-1,1-1 1,-1-1-1,0 1 1,-1-2-1,17-22 1,-20 23-126,-1 0 0,0 0 0,-1-1 0,-1 0 0,1-1 0,-2 1 0,0-1 0,0 0 1,-1 0-1,-1 0 0,0 0 0,-1-1 0,-1 1 0,0 0 0,0-1 0,-5-22 0,1 17-511,-1 0-1,-1 0 1,-1 1-1,-1 0 1,0 0-1,-1 1 1,-1 0 0,-1 0-1,0 1 1,-2 1-1,1 0 1,-20-18-1,-52-40-7154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0.67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8484 1206 10473,'-8'-67'536,"5"29"31,-3 1-1,-1 0 0,-20-62 1,9 50-161,-3 0 0,-1 1 0,-3 2 0,-2 0 0,-1 2 0,-3 1 0,-1 1 0,-2 2 0,-2 1 0,-2 2 0,-1 2 0,-61-43 0,37 36-301,-1 3 0,-2 2 1,-1 4-1,-2 3 0,-1 3 0,-1 2 0,-1 4 1,-88-14-1,16 15-10,0 6-1,0 6 1,-278 21 0,176 15 0,-359 88 1,290-31 128,-579 242 0,-250 255 338,752-346-280,11 18 1,11 16-1,12 16 0,-532 550 0,749-682-169,-166 236 0,246-302-77,5 3 0,4 3-1,4 2 1,-55 153-1,88-202-23,1 1 0,3 0 0,2 1-1,2 0 1,2 1 0,3 90-1,4-112-9,1 1 0,2-1 0,1 0-1,0 0 1,3 0 0,0-1-1,1 0 1,2-1 0,1 0 0,1-1-1,1 0 1,1-2 0,22 27-1,-5-16-9,2-1 0,1-2 0,2-1 0,1-2 0,0-1-1,3-3 1,0-1 0,86 33 0,-26-20-14,2-5 0,206 34 1,-89-37-7,1-11-1,1-9 1,369-34 0,659-172 91,-75-96 276,-38-111 541,-433 59 95,-561 259-639,-3-7-1,207-179 1,-283 213-218,-2-1 0,-4-4 1,-2-2-1,74-116 0,-103 136-80,-1-2 0,-2 0 0,-3-2 0,-2-1-1,-2 0 1,-3-2 0,-2 1 0,9-75 0,-18 63-19,-2 1 0,-3-1 0,-2 1 0,-4-1-1,-2 1 1,-4 1 0,-2 0 0,-2 1 0,-4 0 0,-2 2 0,-52-99 0,26 75-19,-2 3-1,-5 2 1,-2 2-1,-4 3 1,-3 3-1,-3 2 1,-95-72-1,36 43-226,-5 6 0,-4 5-1,-3 7 1,-4 6 0,-195-72 0,210 100-754,-2 6 1,-2 5-1,-1 7 0,-1 5 1,-2 6-1,-219 1 1,73 39-5087,20 27-3824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2.57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0 136 10841,'1'-2'239,"0"0"1,0 0-1,0 0 0,0-1 1,-1 1-1,1 0 0,-1 0 0,1-1 1,-1 1-1,0 0 0,0 0 1,0-4-1,0-2 757,0 6-872,1 1 1,-1-1-1,1 0 0,0 0 1,-1 1-1,1-1 0,0 0 1,0 1-1,0-1 0,0 1 1,0-1-1,1 1 1,-1 0-1,0-1 0,1 1 1,-1 0-1,1 0 0,-1 0 1,4-1-1,33-18 946,-36 20-1001,22-10 211,1 2 0,0 0 0,1 2 0,-1 1 0,1 1 0,0 1-1,0 2 1,46 2 0,-49 1-226,0 0 0,0 2 0,-1 1 0,1 1-1,-1 0 1,0 2 0,-1 1 0,0 0 0,0 2-1,21 14 1,-32-18-42,1 1 0,-1 1 1,0 0-1,-1 0 0,0 1 0,0 0 0,-1 1 0,-1 0 0,1 0 0,-2 0 0,0 1 0,0 0 0,-1 0 0,0 1 0,-1-1 0,-1 1 0,0 0 1,-1 0-1,2 23 0,-3-13 0,1 0 0,2 0 0,0 0 0,1-1 0,1 1 0,1-1 0,2-1 0,0 0 0,1 0 0,1 0 0,0-2 0,2 1 0,28 32 0,37 30 49,53 61-49,-114-122-20,-2 0-1,0 2 1,-1-1 0,-1 2 0,11 27 0,-22-45-2,0 1 0,0 0 1,-1-1-1,0 1 1,0 0-1,0 0 0,-1-1 1,0 1-1,0 0 0,-1 0 1,0 0-1,0-1 0,-1 1 1,0 0-1,0-1 0,0 1 1,-1-1-1,-3 7 1,1-5-159,0-1 0,0 1 1,-1-1-1,0 0 1,0 0-1,0 0 1,-1-1-1,0 0 0,-1-1 1,1 1-1,-1-1 1,-15 6-1,-48 16-2972,25-15-2523,23-8-2307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2.82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443 0 15657,'-24'19'9260,"10"-13"-8600,1-1 0,0 2 0,0-1 0,0 2 0,-17 13 0,-56 51 483,72-59-1044,1 1-1,1 0 1,0 1 0,1 1-1,1 0 1,0 0 0,1 1-1,1 0 1,0 0 0,-8 31-1,10-24-300,1-1-1,0 1 1,2 1-1,1-1 1,1 0-1,1 1 1,6 44-1,1-28-575,0-6-640,2 42 0,-9-69 908,1 0 0,-1 0 1,-1 0-1,0 0 0,0 0 0,0-1 0,-1 1 0,0 0 1,-1-1-1,0 1 0,-3 7 0,4-12 80,0-1-1,0 1 1,0 0 0,0-1-1,-1 0 1,1 0-1,-1 1 1,1-1 0,-1-1-1,0 1 1,0 0-1,0-1 1,0 1 0,0-1-1,0 0 1,0 0-1,0 0 1,0 0-1,0-1 1,-1 1 0,-5-1-1,-26-3-6869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2.9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19 7557,'211'-18'1416,"-124"24"-220,-3 9-384,0 3-452,-4-3-404,-3 6-404,-3 6-916,3 1-1436,-7 11-901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3.49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258 10 11121,'-17'-9'8940,"15"12"-8286,-43 58 418,-55 104 1,83-133-990,2 1 0,1 0 1,2 1-1,1 1 0,-9 53 0,18-78-83,1 0 0,0 1 0,1-1 0,0 0-1,0 0 1,1 0 0,1 0 0,-1 0-1,2 0 1,-1 0 0,1 0 0,1-1 0,0 1-1,0-1 1,1 0 0,0 0 0,1-1-1,0 0 1,0 0 0,0 0 0,1 0-1,1-1 1,-1 0 0,1-1 0,0 0 0,0 0-1,1-1 1,0 0 0,0 0 0,0-1-1,1 0 1,-1 0 0,1-1 0,18 3-1,-12-3-14,1-1-1,-1-1 0,1 0 0,0-1 1,-1-1-1,1 0 0,-1-1 0,1-1 0,-1-1 1,0 0-1,0-1 0,18-9 0,-25 10 11,0-1 0,0 0 0,-1 0 0,0-1 0,0 0-1,-1-1 1,1 1 0,-2-2 0,1 1 0,-1-1 0,0 0-1,0 0 1,-1 0 0,0-1 0,0 0 0,-1 0 0,-1 0-1,1-1 1,-2 1 0,1-1 0,1-15 0,-2 7-34,-1-1 0,-1 1 0,-1 0 0,-1 0 0,0 0 1,-2 0-1,0 0 0,0 1 0,-2-1 0,0 1 0,-10-18 0,9 21-226,0 0 0,-1 1-1,-1 0 1,0 0-1,0 1 1,-1 1 0,-1-1-1,0 2 1,-1-1 0,0 2-1,0-1 1,-1 2-1,-17-10 1,24 16-71,-1-1 0,1 1 1,0 1-1,-1-1 0,1 1 0,-1 0 0,0 1 1,1 0-1,-12 0 0,11 1-742,0 0 1,0 0-1,0 1 1,-13 4-1,-11 13-6043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3.69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1026 0 12409,'-88'58'2088,"52"-28"-316,-1 12-243,10 0-257,-3-3-40,-4 10-272,-2 5-164,-8 12-152,-10 15-188,-3 13-380,-10 2-408,-6 7-520,-4 8-608,-7 4-568,-13-7-749,-4-5-1827,18-4-3593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4.00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326 1 11589,'-59'17'2038,"54"-15"-1755,0 0-1,0 0 1,0 1-1,1-1 1,-1 1-1,1 1 1,0-1 0,-1 0-1,2 1 1,-1 0-1,-6 7 1,-6 7 669,4-6-533,0 1-1,0 1 1,1 0-1,1 0 0,-11 19 1,8-12-85,2-2-153,1 1-1,0 0 1,1 0-1,-10 40 1,16-48-203,0 0-1,1 1 1,0 0 0,1-1 0,0 1 0,1 0 0,1-1-1,0 1 1,5 21 0,-5-30 1,1-1 0,-1 0 0,1 1 0,0-1 0,1 0 0,-1 0 0,0 0 0,1 0 0,0 0 0,-1-1 0,1 1 0,0-1 0,1 1 0,4 1 0,1 2-19,0-2 1,0 1-1,18 5 1,-16-9 28,-1 1 0,1-2 1,0 1-1,0-2 1,-1 1-1,1-1 0,0-1 1,-1 0-1,1 0 0,-1-1 1,0-1-1,14-6 1,-16 7 16,-1-2 0,1 1-1,-1-1 1,0 0 0,0 0 0,-1 0 0,0-1 0,0 0 0,0-1 0,0 1 0,-1-1 0,0 0 0,-1-1 0,0 1 0,0-1 0,0 1 0,-1-1 0,0-1 0,3-14 0,-4 14-55,0 0-1,-1-1 1,0 1-1,-1-1 1,0 1 0,-1-1-1,0 1 1,0 0-1,-1-1 1,0 1-1,0 0 1,-1 0 0,0 0-1,-1 0 1,0 1-1,-1-1 1,-8-12 0,3 9-292,0 1 0,-1-1 0,0 2 0,-1 0 0,0 0 0,0 1 0,-1 0 0,-1 1 0,-14-6 0,4 3-1137,0 2 0,-1 1-1,-1 1 1,-38-7 0,0 5-4852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4.52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7144 484 7753,'-31'-47'342,"16"21"-53,-2 1 0,0 1-1,-2 1 1,-1 0 0,-28-25 0,17 22 23,-2 2 1,0 1 0,-1 2 0,-1 1 0,-1 2 0,-1 2 0,0 1 0,-64-16-1,5 8 106,-1 5 0,-136-8 0,88 19 181,0 7 0,-181 23 0,-288 76 740,-238 115-282,15 60-72,-925 460 749,1213-441-1339,423-214-297,3 4 0,-130 117 0,199-150-54,1 2 0,-56 75 0,77-84-16,2 0 1,2 2 0,2 2-1,-21 48 1,35-64-17,1 0-1,1 1 1,2-1 0,1 2 0,1-1 0,2 1-1,0 42 1,5-48-13,1-1-1,1 0 1,1 1-1,2-1 1,0-1-1,2 1 1,1-1 0,0 0-1,27 45 1,-14-36-32,1-1 1,2-2 0,1 0 0,1-1-1,2-2 1,1-1 0,1-1 0,1-1-1,54 30 1,-3-10-136,1-2 0,179 60 1,-91-50-124,324 54-1,188-31-141,-318-56 226,1-17 0,668-79 1,-707 25 203,-2-16 1,-3-13-1,411-160 0,-21-69 682,-505 202-130,252-173 0,-379 223-323,113-106 1,-145 115-131,-3-2-1,-1-2 1,43-66-1,-63 80-44,-2-2 0,-1-1 0,-2 0 0,-3-1-1,20-67 1,-28 73-23,-2-1 0,-1 0-1,-2 0 1,-2 0 0,-1-1 0,-2 1 0,-7-54-1,1 54-14,-1 0-1,-2 0 0,-1 1 0,-2 0 0,-1 1 0,-2 0 0,-24-37 1,13 30 4,-2 2 1,-1 1-1,-3 1 1,-72-65 0,40 50-10,-3 3 1,-2 3-1,-3 3 1,-1 3 0,-1 4-1,-102-35 1,74 36-138,-2 5 0,0 4-1,-2 5 1,0 5 0,-2 4 0,1 6 0,-1 4 0,-184 18 0,228-6-338,1 4 1,0 2 0,1 3 0,1 3 0,-84 39-1,96-35-782,2 2 0,1 2 0,1 2-1,2 1 1,1 3 0,-69 73 0,4 28-5828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6.52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0 111 9337,'0'0'14893,"0"-3"-14717,0-33 229,0 33 64,1 0-336,11-22 86,-11 23 1159,20-16-2285,-19 13 2644,2-3-1971,1 1-5194,-4 7 5228,-1 0 0,0 0-1,1 0 1,-1 0 0,1 0 0,-1 0 0,1 0 0,-1 0-1,1 0 1,-1 0 0,0 1 0,1-1 0,-1 0 0,1 0-1,-1 0 1,0 1 0,1-1 0,-1 0 0,1 1-1,-1-1 1,0 0 0,0 1 0,1-1 0,-1 0 0,0 1-1,1-1 1,-1 0 0,0 1 0,0-1 0,0 1 0,0-1-1,1 1 1,-1-1 0,0 1 0,0-1 0,0 0 0,0 2-1,13 34-6515,-10-18 1845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7.1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1726 353 10149,'-18'-138'3422,"15"126"-3045,0 0 0,-1 0 0,0 0 0,-1 0 0,0 1 0,-1-1 0,0 1 0,-1 1 0,0 0 0,-1-1 0,0 2 0,0 0 0,-1 0 0,0 0 0,-1 1 0,0 0 0,0 1 1,-18-9-1,20 13-201,1 0 1,-1 1-1,0 0 1,0 0-1,0 1 1,0 0-1,0 1 1,0-1-1,0 1 1,0 1-1,0 0 1,0 0-1,0 1 1,0 0 0,-15 5-1,-4 4 236,0 0 1,1 2-1,-27 17 0,-7 10 305,2 1 0,1 3 0,-77 80 0,54-40 152,-99 138-1,91-91-481,6 3 1,5 3-1,7 4 0,-74 209 0,106-239-424,-32 148-1,60-209-52,2 0 0,2 0 0,3 0 0,1 1 0,9 78 0,-4-107 15,1-1 1,1-1-1,0 1 0,2-1 0,0 0 0,1 0 1,12 20-1,-12-27-10,0-1 0,0 0 1,2-1-1,-1 0 1,1-1-1,1 1 0,0-2 1,0 0-1,1 0 0,0-1 1,17 8-1,-3-4-80,1-1 0,0-2-1,0-1 1,1-1 0,0-1 0,0-1-1,1-2 1,-1-1 0,1-1 0,33-3 0,-10-3-70,-1-2 1,1-3 0,-2-1 0,85-32 0,-89 25 136,-2-1 0,0-3 0,-1-2 0,-2-1 1,48-39-1,-63 42 57,0-1 0,-1 0 1,-2-2-1,0-1 1,-2-1-1,0-1 0,-3-1 1,19-36-1,-29 48 32,-1 0 0,0 0 0,-2-1-1,0 1 1,-1-1 0,0-1 0,-2 1 0,0 0 0,-1-1 0,-3-32-1,0 37 2,-1-1 0,0 1 0,0-1 0,-2 1 0,0 1 0,0-1 0,-2 1 0,1-1-1,-2 2 1,0-1 0,0 1 0,-1 0 0,-20-20 0,6 12-3,0 1-1,-1 1 1,-1 1-1,-1 1 1,0 1 0,-49-19-1,7 9 15,-117-28 0,105 36-372,-1 3 1,0 4 0,-136 0-1,144 12-1270,-85 15 0,94-6-2574,-96 30-1,80-14-4914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7.50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2288 278 8125,'-168'-127'1405,"144"109"-836,-2 1 1,0 0 0,-1 3 0,-1 0 0,0 1 0,-55-15 0,52 19-82,-1 2 1,0 2 0,0 0-1,0 3 1,0 0 0,-1 2-1,-44 6 1,28 1-43,0 2 1,0 2-1,1 2 0,-51 22 1,46-11-59,2 2 0,1 2-1,1 2 1,2 2 0,1 3 0,-82 78 0,45-26 389,4 4 0,-90 133 0,104-125-277,5 3 1,4 2 0,-68 178-1,71-133-125,8 3 0,-32 187 0,57-225-240,6 1-1,5 1 1,5-1 0,17 199-1,-3-239-193,2 0-1,4 0 0,3-1 1,4-2-1,2 0 1,4-1-1,3-2 0,46 76 1,-54-108-84,2-2 0,2 0 1,1-2-1,1-1 0,2-1 1,1-1-1,1-3 0,44 28 0,-27-24-72,0-3 0,2-2 0,1-2-1,1-3 1,93 23 0,-101-34 94,-1-2 1,1-2 0,77 0-1,377-19-577,-413 7 594,1-4 0,-1-4 0,146-43 0,-183 43 81,126-39-36,-2-7 0,200-100 0,-234 89 120,-5-7-1,246-183 1,-310 203 105,-2-3-1,-3-3 0,-3-3 1,-3-3-1,102-153 0,-135 176-52,-2-2 0,-2-1 0,-2 0 0,24-87 0,-36 96-54,-2-1 0,-1 0 0,-2-1 0,-2 0 0,-2 1 0,-7-69 0,0 69-28,-2-1 0,-2 1 0,-1 1 0,-2 0 0,-2 0 0,-2 2-1,-1 0 1,-2 1 0,-46-65 0,34 62-21,-1 1 0,-3 1-1,0 3 1,-3 0 0,-1 3-1,-1 1 1,-82-46-1,63 45-25,-3 4 0,0 2-1,-2 2 1,0 4-1,-2 3 1,0 2-1,-1 4 1,0 2-1,0 3 1,-1 4 0,0 2-1,-122 15 1,130-4-442,1 2 1,0 2 0,1 4-1,1 1 1,1 4 0,-66 34-1,76-30-777,1 2 0,1 1-1,2 3 1,1 1 0,1 3-1,3 0 1,-50 63 0,-10 38-8620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7.8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198 20 7877,'-130'22'5853,"63"-11"3825,75-12-8810,381-30-226,9 19-4883,-212 7 985,-27 1-2311,4 6-3303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8.3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365 0 10761,'-2'1'258,"0"-1"1,1 1-1,-1 0 0,0-1 1,1 1-1,-1 0 0,1 0 1,-1 0-1,1 0 1,-1 0-1,1 0 0,0 0 1,-1 1-1,1-1 0,0 1 1,0-1-1,0 0 0,0 1 1,0 0-1,0-1 1,1 1-1,-1 0 0,-1 2 1,0 5 77,0 0 1,1 0-1,-2 14 1,3-15 68,-2 22 6,2 1 0,1-1 0,2 0 1,0 0-1,2 0 0,2 0 0,19 54 0,-15-53-486,2-1-1,1-1 0,1-1 1,2 0-1,1 0 0,1-2 1,1-1-1,1 0 1,1-1-1,2-2 0,50 39 1,-50-44-199,2-2 1,0 0 0,1-2 0,0-1 0,52 16 0,-73-27 285,-1 1 1,1-1 0,0-1-1,-1 1 1,1-1 0,0 0-1,0-1 1,-1 1 0,1-1-1,0 0 1,-1 0-1,1-1 1,-1 0 0,1 0-1,-1 0 1,0-1 0,0 1-1,0-1 1,0-1 0,0 1-1,7-7 1,5-8 466,0 0 0,-1 0 0,26-41 0,1-1 856,-4 13 578,-39 47-1894,0 0 0,1-1 0,-1 1 0,0 0 0,1 0 0,-1 0 0,0 0 0,0 0 0,1 0 0,-1 0 0,0 0 0,0 0 0,1 0 0,-1 0 1,0 0-1,1 0 0,-1 0 0,0 0 0,0 0 0,1 1 0,-1-1 0,0 0 0,0 0 0,1 0 0,-1 0 0,0 0 0,0 1 0,1-1 0,-1 0 0,0 0 0,0 0 0,0 1 0,0-1 0,1 0 0,-1 0 0,0 1 0,0-1 0,0 0 0,0 0 0,0 1 0,7 10 149,-4-4-104,-1 0 0,1 0 0,-2 0 0,1 0 0,-1 0 0,0 1 1,0-1-1,-1 0 0,0 1 0,0-1 0,-3 14 0,-3 10 92,-13 43 1,18-71-147,-28 86-202,-3-2 0,-5-2 0,-3-1 0,-3-2 0,-5-1 0,-2-3 0,-4-3 0,-107 116 0,-25-2-230,139-146 346,-2-1 0,-60 37 0,90-67 66,0-1-1,0-2 0,-29 12 1,40-18 4,0-1 1,0 1-1,0-2 1,0 1 0,0-1-1,0 0 1,0-1-1,-1 0 1,1 0 0,0 0-1,-14-4 1,19 3-11,1 1 1,-1-1 0,1 0-1,0 0 1,-1 0-1,1-1 1,0 1-1,0-1 1,0 1-1,0-1 1,0 1-1,0-1 1,0 0-1,1 0 1,-1 0 0,1 0-1,-1 0 1,1-1-1,0 1 1,0 0-1,0-1 1,0 1-1,0 0 1,0-1-1,1 1 1,-1-1-1,1 1 1,0-1 0,-1 0-1,2-2 1,-1-4-112,1 0 1,0 1 0,1-1 0,0 1-1,1-1 1,-1 1 0,9-16-1,2 0-539,1-1 0,2 2-1,35-42 1,67-59-2320,-77 84 1905,157-140-5968,-79 90 851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8.5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491 1 9053,'0'0'4274,"-2"1"-3233,-4 2-783,0 0 0,0 1 0,1-1-1,-1 1 1,1 0 0,0 1 0,0-1 0,1 1 0,-1 0 0,1 1 0,0-1-1,0 0 1,1 1 0,0 0 0,0 0 0,0 0 0,0 0 0,1 1 0,0-1-1,-1 8 1,-1 14-240,1 0 0,1 1-1,2 45 1,0 6 123,-3-46-268,-2 0-1,-1-1 0,-2 1 1,-1-1-1,-2-1 0,-27 59 1,30-77 127,-1-1-1,0 1 1,-1-2 0,0 1 0,-1-1-1,0-1 1,-1 0 0,-1-1 0,1 0-1,-2-1 1,1 0 0,-1-1 0,0-1-1,-1 0 1,0-1 0,-19 5 0,30-9 35,0-1 1,0-1-1,0 1 1,0 0-1,-1-1 0,1 0 1,0 0-1,0 0 1,-1-1-1,1 1 1,0-1-1,0 0 1,-6-3-1,8 4-25,0-1 0,1 0 1,-1 0-1,1 0 0,0 0 0,-1 0 1,1 0-1,0 0 0,0-1 0,-1 1 0,1 0 1,0-1-1,0 1 0,1-1 0,-1 1 1,0-1-1,0 1 0,1-1 0,-1 1 0,1-1 1,-1 0-1,1 0 0,0 1 0,0-1 1,-1 0-1,1 1 0,0-1 0,1 0 0,-1 0 1,0 1-1,1-4 0,1 0-1,-1-1 1,1 1-1,1 0 0,-1 0 0,1 0 0,-1 1 1,1-1-1,1 0 0,-1 1 0,7-6 0,44-38-194,-43 40 111,41-31-1253,101-56 1,68-16-3172,-127 70 622,0 9-1876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18.69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27 46 3928,'-20'-9'900,"17"-6"-944,0-6-1348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47.11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794 27 9793,'14'-22'3665,"-11"17"-1556,-1 42 2472,-5 6-2834,-2 1 0,-19 77 0,9-56-762,-26 109 726,-109 288 0,-110 151-5608,176-423 975,43-97 1413,-79 187-6714,51-96-2038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47.39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1 132 12697,'69'-79'1952,"-65"74"-1751,1 0 0,-1 1 0,1 0 1,0 0-1,0 0 0,0 1 0,0-1 1,1 1-1,-1 0 0,1 1 0,0 0 1,-1-1-1,1 2 0,1-1 0,-1 1 1,0 0-1,0 0 0,0 1 0,0-1 1,1 1-1,-1 1 0,0-1 0,0 1 0,0 0 1,1 1-1,-1-1 0,0 1 0,10 5 1,2 4 190,-1 0 1,0 1 0,0 0 0,-1 1 0,-1 1-1,26 31 1,11 16 262,-3 3-1,-3 1 0,-2 3 1,-4 1-1,47 111 1,-45-74-339,-5 1 0,-4 2 0,24 147 0,40 438-1698,-42 4-3926,-52-423 757,-9-93-1654,-1-46-1790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8:48.06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2332 12221,'0'-1'105,"0"0"-1,0 0 1,0 0-1,0 0 1,0 0-1,0 0 1,0 0 0,0 0-1,0 0 1,0 0-1,1 0 1,-1 0-1,1 0 1,-1 0-1,1 0 1,-1 0-1,1 0 1,-1 0 0,1 0-1,0 0 1,-1 0-1,1 1 1,0-1-1,0 0 1,-1 1-1,1-1 1,0 1-1,0-1 1,0 0 0,0 1-1,2-1 1,37-19 971,-36 18-872,26-9 473,0 0 0,1 2 0,57-9 0,99-1 58,-110 13-566,296-25-548,510-52-461,-10-62 345,-475 43 589,-13-36 560,-360 127-573,0-2 0,0 0 0,-2-1-1,28-22 1,-47 33-54,0 0-1,0 0 0,-1-1 1,0 1-1,0-1 1,0 0-1,0 0 1,0 0-1,-1-1 1,4-7-1,-6 11-15,0-1 1,0 1-1,1-1 0,-1 1 1,0-1-1,0 1 1,0-1-1,-1 1 0,1-1 1,0 0-1,0 1 1,-1-1-1,1 1 0,-1 0 1,0-1-1,1 1 1,-1-1-1,0 1 0,0 0 1,0-1-1,0 1 0,0 0 1,0 0-1,0 0 1,0 0-1,0 0 0,0 0 1,-1 0-1,1 0 1,0 0-1,-1 1 0,1-1 1,-1 1-1,1-1 1,-2 0-1,-10-3 59,0-1 0,0 2-1,0 0 1,-1 0 0,-23 0 0,-74 3 186,98 0-229,-93 7 204,-186 35 0,-101 54 55,356-86-277,1 2 0,0 1 0,1 2 0,0 1-1,-42 28 1,74-43-22,1 0 0,0 1 0,0-1 0,0 1 0,0-1 0,0 1 0,0 0 0,1 0 0,-1 0 0,0 0 0,1 0 0,0 0 0,-1 0 0,1 1 0,0-1 0,0 0 0,0 1 1,0 3-2,1-5-1,0 1 0,1-1-1,-1 0 1,1 0-1,-1 1 1,1-1-1,-1 0 1,1 0-1,0 0 1,0 1-1,-1-1 1,1 0-1,0 0 1,0 0-1,0 0 1,0-1-1,0 1 1,1 0-1,-1 0 1,0-1-1,0 1 1,0 0-1,1-1 1,-1 1-1,0-1 1,1 0 0,-1 1-1,0-1 1,1 0-1,1 0 1,17 4-88,1-2 0,0 0 0,0-1 0,1-1 0,-1-1 1,0-1-1,0-1 0,-1-1 0,1-1 0,-1 0 0,0-2 0,0 0 1,26-14-1,-9 2-137,-1-2 1,-1-1-1,-1-2 1,-1-1-1,59-59 1,-26 11-261,-3-2 0,83-132 0,80-183-237,179-434 1181,-394 806 287,-8 38-229,-10 160 351,-1-54-652,7-35-445,4-1 0,4 1 0,24 113 0,-25-177 53,0-1-1,2 1 0,14 30 1,-18-48 97,1-1 1,-1 1-1,2-1 1,-1 0 0,1 0-1,0 0 1,1-1-1,0 0 1,0-1 0,0 1-1,1-1 1,0 0 0,12 5-1,-6-3-70,1-2 0,1 0 0,-1-1 0,1-1 0,0 0 0,0-1 0,0 0-1,29 0 1,-10-6-71,-1-1 0,0-2 0,0-1 0,0-2 0,-1-1-1,45-20 1,-21 4-1140,-2-2 1,94-62-1,-118 71 908,50-22 0,-4 3 912,-45 16-108,-27 18-200,0 0 0,1 0 0,0 1 0,0-1 0,6-2 1,-9 5 2594,-6 3-2654,-1-1 0,1 0 0,0 1 0,0 0 0,-1-1 0,1 1 0,0 1 0,-3 2 1,-2 1-9,-8 5-503,1 1 1,-18 17-1,-2 13-3846,17-10-31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0.72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915 1 11561,'-3'-1'163,"1"1"-1,0 1 1,-1-1-1,1 0 1,0 1-1,-1-1 1,1 1-1,0-1 1,0 1-1,-1 0 1,1 0-1,0 0 1,0 0-1,0 1 1,-2 1-1,-32 29 1126,11-10-394,-150 100 2325,-50 41-1441,178-122-1611,1 2-1,2 2 1,2 1-1,3 3 1,1 1 0,-34 63-1,57-86-130,2 2-1,1-1 1,1 2-1,1-1 1,2 1-1,-5 32 1,10-38-19,1 0 0,1 0 0,1 0 0,1 0 0,2 0 0,0 0 0,1 0 0,12 37 0,-5-32-84,2 1 0,0-2 0,2 0 1,1-1-1,1-1 0,2 0 0,0-1 0,2-1 0,0-1 0,2-1 0,0-1 1,2-1-1,46 29 0,-28-23-626,1-2-1,1-2 1,1-1 0,1-3 0,0-2 0,1-2-1,98 15 1,-118-26-626,0-1 0,1-1-1,-1-1 1,48-6 0,14-11-5527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0.88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20 0 4652,'-20'49'1465,"27"-16"-89,3 24-132,0-18-168,3-3-128,11 4-216,9 8-140,4 6-20,10 3-384,7 7-472,-1 2-344,1 0-448,-7-5-2140,3 2-1441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0.9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55 2928,'238'-27'396,"-155"18"-360,-6 6-588,0 0-272,0-9 176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1.13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403 1 5032,'-27'3'941,"4"21"-169,6-6 28,-10 6-300,14-12 144,-11 6-136,-9 18-64,9-2-116,-6 2-48,3 0-64,1-3-160,-5 3-156,5 7-316,-1-7-256,10-3-280,-3-3-1468,10-12-557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1.3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1 311 5633,'56'-173'3359,"-52"162"-2855,3-11 1033,0 0-1,18-33 0,-12 29-560,-11 24-589,-1 5-60,23 39 158,-22-37-465,-1 1-1,0 0 1,1 0-1,-2 0 0,1-1 1,-1 1-1,0 0 1,0 0-1,0 0 1,-1 0-1,0 0 1,0-1-1,-4 11 1,1 1-23,1 0-39,-3 16-318,2 0 0,-1 37 1,5-63 305,0-1 0,0 1 0,1 0 1,-1-1-1,2 1 0,-1-1 1,1 0-1,-1 1 0,2-1 0,-1 0 1,1 0-1,0 0 0,0 0 1,0-1-1,1 1 0,8 8 0,-5-9 31,1-1 0,0 0 0,0 0 0,0-1 0,0 0 0,0-1 0,1 0 1,-1 0-1,1 0 0,-1-1 0,1-1 0,15 0 0,99-4-101,32 0-137,-130 5-471,0 2 0,0 0 1,-1 2-1,32 9 0,-16 2-3403,-24-7 1081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1.77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3263 637 4708,'-63'-61'435,"-116"-106"1123,120 120-1080,-2 4 0,-2 2 1,-2 2-1,-1 4 0,-2 3 0,-1 2 0,-1 4 0,-123-30 0,94 36-62,-1 3 0,-1 5 0,0 5 0,0 4-1,-194 19 1,224-8-189,1 4 0,1 2 0,1 4 0,0 2 0,1 3 0,1 4 0,2 2 0,1 3-1,1 2 1,2 3 0,-62 51 0,61-37-60,3 3 0,2 3 0,3 2 0,2 2 0,3 2 0,3 2 0,3 2 0,3 2 0,-61 147 0,77-152-53,2 2 1,4-1-1,2 2 0,3 0 0,3 1 0,3 0 0,3 0 1,3 0-1,2 0 0,4 0 0,29 130 0,-14-121-93,4-2 0,3-1 0,4-1 0,2-1 0,4-2 0,2-2 0,4-1 0,2-3 0,4-2 0,2-1 0,2-4 0,3-1 0,2-3 0,3-3 0,1-3 0,102 58 0,-70-56-173,2-4-1,1-4 0,2-4 1,2-5-1,1-5 1,1-3-1,1-6 1,0-4-1,200 0 1,-166-18 38,-1-7 1,0-6 0,-1-5 0,-1-7-1,-2-5 1,-1-7 0,142-63 0,-147 48 79,-2-6 1,-3-5-1,205-150 1,-265 167 108,-2-3 1,-3-3 0,52-65 0,-72 74 30,-3-1 0,-2-2 0,-2-1-1,42-97 1,-58 108-66,-1 0 0,-2 0 0,-2-1 0,-1-1 0,-3 0 0,-1 0 0,-2 0 0,-2 0 0,-2-1 0,-1 1 0,-3 0 0,-1 0 0,-2 1 0,-2-1 0,-2 2 0,-1 0 0,-2 0 0,-2 1 0,-41-67 0,15 41-6,-3 3 0,-2 1 0,-4 3-1,-1 2 1,-3 3 0,-3 2 0,-110-75 0,46 48-7,-4 6 1,-2 5-1,-164-59 0,152 74-217,-3 6 0,-1 6 0,-153-20 0,196 46-503,0 4-1,-1 5 1,0 4 0,0 5 0,-134 22 0,172-14-1463,-110 37 1,-38 41-4685,213-90 6828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1.86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148 40 8453,'-101'-18'-2444,"54"-3"-581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4.8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808 0 10085,'0'0'9677,"-1"4"-8166,-6 21-383,-1-1 0,-1 1 0,-1-1 0,-2-1 0,-19 31 0,1 1-187,-154 294 1901,-6-3-4180,72-122-2419,-24 41-4998,103-195 2889,12-8-3258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5.21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877 17 13233,'-29'-7'600,"20"5"-364,1 0-1,-1 0 1,1 0 0,-1 1-1,0 0 1,0 1-1,1 0 1,-1 1-1,0-1 1,0 2-1,1-1 1,-1 1-1,-14 5 1,-2 5 471,1 1 1,0 2-1,1 0 0,1 1 1,0 1-1,-30 31 0,3 5 542,-57 77 0,55-59-757,3 1 0,3 3 0,-41 95 0,60-109-598,2 1 1,4 1 0,2 1 0,-17 119 0,27-107-340,4 0 1,7 89-1,-2-150 338,1 0 0,0 0 0,1 0 0,0-1 0,1 1 0,1-1 0,0 0 0,1 0 0,1 0 0,0-1 0,14 19 0,-13-21-31,2 0 1,-1-2-1,1 1 0,1-1 0,0 0 0,0-1 1,1-1-1,-1 1 0,2-2 0,21 9 0,-7-6-117,0-2 0,0-1 0,1-1 0,0-2 0,0 0 0,0-2 0,0-1 0,0-2 0,0 0 0,0-2 0,28-7 0,1-4-249,-2-2-1,0-3 1,-1-2 0,91-51 0,-80 34 238,-2-3 0,-2-3-1,68-64 1,-94 76 387,0-2-1,-3-2 1,-1-1 0,-1-1 0,35-64-1,-55 84-33,0 0-1,-2 0 0,0-1 1,-1 0-1,-1 0 0,-1-1 1,0 0-1,-2 0 0,0 0 1,-2 0-1,0-1 0,-2 1 1,0 0-1,-1-1 0,-6-21 1,5 30-57,-2 0 0,0 1 0,0-1 0,-1 1 0,0 1 0,-1-1 0,-1 1 0,1 0 0,-2 1 0,-11-12 0,7 9 46,-1 1 0,0 0 0,-1 2 0,-1-1 0,1 2 0,-1 0 0,-21-8-1,19 10-220,0 1 0,-1 0 0,1 2 1,-1 0-1,0 1 0,-35-1 0,39 4-309,1 1 0,0 0 1,0 1-1,-1 1 1,2 0-1,-1 1 1,0 0-1,1 1 1,-18 9-1,23-10-335,2 0 0,-1 1 0,0 0 0,-8 7-1,-12 24-5015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5.42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97 290 8153,'-6'1'52,"-1"1"0,0 1 0,0-1 0,1 1 0,-1 1 0,1-1 0,0 1 0,0 0 0,-8 7 0,13-9-385,0-2 295,0 0 64,-1 0-1,1 0 1,0-1-1,0 1 1,0 0 0,0 0-1,0-1 1,0 1-1,0-1 1,0 1-1,0-1 1,0 1-1,0-1 1,0 1-1,1-1 1,-3-1 0,0 0 121,8-2-77,1 1-1,-1 0 0,1 0 1,0 1-1,0 0 1,10-3-1,7-2 65,198-76 551,69-27-2216,-169 61-938,11 1-736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5.69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125 31 1396,'-124'-31'-480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9.7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201 170 9725,'1'-10'724,"0"0"1,0 0-1,1 0 1,0 0-1,1 0 1,0 1-1,4-10 1,32-60 5568,-38 77-5788,0 6 85,3 15-127,-1-1 0,-1 1 0,-1 0 0,-1 26 0,-12 82 593,4-55-626,-37 325-248,31-316-2559,-3 0 1,-53 144-1,20-100-4018,-6 11-3988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29.99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825 54 9205,'-54'-27'1652,"27"18"-256,0 0-148,4 6-36,-4-3-124,-23 9-235,3 9-85,-10 6-112,-3 9-156,-4-2-160,-3 14-444,-3 6-564,3 9-748,-3 3-465,9 1-2403,8 5-3297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0.14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 0 12093,'-10'22'1904,"23"-13"-176,14 15-227,6 0-305,-6-3-324,7 12-156,-1 3-152,4 3-436,3 7-556,4 5-724,6 6-852,0 7-3053,1-1-4020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4.14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57 327 4236,'0'0'11105,"-3"-2"-10559,-19-16 377,20 16 271,-1 1-534,1 1-480,1 0 0,-1-1 0,1 0-1,-1 1 1,1-1 0,-1 0-1,1 0 1,0 0 0,-1 0 0,1 0-1,0 0 1,0 0 0,0 0-1,-1 0 1,1-1 0,1 1 0,-1 0-1,0-1 1,-1-2 0,2 2-101,-1 1 1,1-1 0,1 0 0,-1 0-1,0 1 1,0-1 0,1 0 0,-1 1-1,1-1 1,-1 0 0,1 1-1,0-1 1,-1 1 0,1-1 0,0 1-1,0-1 1,0 1 0,0 0 0,0-1-1,1 1 1,1-2 0,5-3 26,0 0-1,0 1 1,0 0 0,1 0 0,-1 1 0,1 0-1,0 0 1,15-3 0,-12 3-44,79-24 173,2 4-1,167-21 1,201 9-37,-395 32-135,1549-34-1417,-1182 36-6,36-4-3626,-450 5 4353,28 0-1231,-13-4-3039,-7 0-3005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4.42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111 320 7985,'-30'-18'819,"20"13"-184,0-1 0,0-1 1,1 0-1,-12-10 0,19 15-194,0 1 0,0-1 0,1 0 0,-1 1 0,1-1 0,-1 0 0,1 0 0,0 0 0,0 0 0,0 0 0,0 0 0,0 0 0,0-1-1,0-2 1,1 4-336,0-1-1,0 1 1,0-1-1,0 1 1,0-1-1,0 1 1,1-1-1,-1 1 1,1-1-1,-1 1 1,1-1-1,0 1 1,-1 0-1,1-1 1,0 1-1,0 0 1,1-2-1,2-1-45,1-1-1,0 1 0,1 0 0,-1 1 0,1-1 1,-1 1-1,1 0 0,0 0 0,8-2 0,33-10 199,0 2-1,0 2 1,53-6-1,155-5 151,-244 22-390,784-22 327,-387 17-651,458 0-2031,-559 6 687,29-15-1600,-116-13-3349,-143 14 880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4.6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1 118 10045,'40'-30'2052,"0"2"-424,14 10-280,16 3-184,17 6-243,17 3-65,20 0-208,23 0-148,21 9-332,9 0-456,11 6-652,-7 3-644,-7 3-853,-7 3-1623,-9-12-2977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5.5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17 251 5384,'-3'-14'462,"-1"-14"2956,4 29-3086,-1 1 1,1-1 0,0 1 0,-1-1 0,1 0 0,-1 1 0,1-1 0,-1 0 0,0 0 0,0 0 0,1 1-1,-3 2 3312,11-9-1636,0 1-1907,11-7 121,0 1 0,1 2 1,0 0-1,0 1 0,42-9 0,115-8 44,-119 18-213,776-60-1461,6 33-1563,-667 28 2280,279-10-1943,-153 8-2470,-164 4 233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5.75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27 342 7037,'-13'-6'2020,"-1"-4"1532,28-2-2040,-1 0-216,11-9-352,26-6-195,13 3-153,21 0-156,20 3-136,27 0-388,16 0-296,24 6-424,13-7-361,17 1-263,10-6-576,3-3-1664,4 3-2265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6.17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1776 70 7337,'-1'-10'1462,"1"1"-1,-1-1 1,2 1 0,-1-1 0,3-11 0,-23 86 116,-119 335 1838,-615 1161-1455,298-697-5066,178-276-2779,205-418 1514,16-20-2350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6.91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1 290 7193,'11'-13'335,"2"0"0,-1 1 1,2 0-1,0 1 0,0 1 1,1 0-1,0 1 0,0 1 1,1 0-1,1 1 0,22-7 1,24-4 37,108-18 0,-168 36-362,741-82 567,8 55-486,1385 61-54,-1 104-110,-2076-133 41,123 5-252,-191-9 262,1 0 0,0 1 0,-1 0 0,1 0-1,-13 5 1,-7 3-4,14-6 28,1 0 0,-1 1 0,1 0-1,0 1 1,0 1 0,1 0 0,0 0-1,0 1 1,1 0 0,-17 18 0,13-10 77,1 1 1,0 1 0,2 0 0,0 0-1,1 1 1,-8 22 0,-27 59 344,-4-1 0,-4-3-1,-85 116 1,-226 242 260,-26-19-310,-237 222 62,-228 255-64,443-437-108,381-436-317,0 2 1,-27 52 0,45-73 22,-8 12-44,-3 0 0,0-2 0,-2-1 0,-1 0 0,-1-3 0,-2 0 0,0-2-1,-2-1 1,-43 24 0,10-12-42,-1-3 0,-2-2-1,-139 39 1,162-59 41,1-1 0,-2-3 0,1-2 0,-1-1 0,0-3 0,-78-8 0,-273-69-1361,203 34 148,85 20 358,-222-41-3556,164 36 924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8.43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 2602 3680,'30'-6'9873,"-50"6"-8920,20 0-874,-1 1 1,1-1-1,-1 0 0,1 0 0,-1 0 1,0 0-1,1 0 0,-1 0 0,1 0 1,-1 0-1,1 0 0,-1 0 0,1 0 1,-1 0-1,1 0 0,-1 0 0,1 0 1,-1-1-1,1 1 0,-1 0 0,1 0 1,-1-1-1,1 1 0,-1 0 0,1 0 1,-1-1-1,1 1 0,0-1 0,-1 1 1,1 0-1,0-1 0,-1 0 0,7-17 3449,0 5-4189,4-12 1045,6-17 78,1 2 1,42-72-1,-14 49-140,81-91-1,70-48-86,-162 168-205,634-609 209,-380 371-190,504-417 17,-618 545-63,-35 18-110,-137 124 78,-4 1 25,-1-1 0,-1 0 0,1 1 0,0 0 0,0 0 0,0 0 0,-1 0 0,-4 0 0,-2 3-57,-1 0-1,1 0 1,0 2-1,-13 5 1,20-8-49,31 2-85,674 41 165,-227-6 34,1009 66-1189,-1368-98 851,365 6-2943,-444-13 1890,69-12 0,-78 6-1314,35-11 0,-23 4-3557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8.87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570 154 5637,'17'-17'2033,"-17"16"-1927,0 1 0,0-1 1,1 1-1,-1-1 0,0 0 0,0 1 1,0-1-1,0 1 0,0-1 0,0 1 0,0-1 1,0 0-1,0 1 0,0-1 0,0 1 0,0-1 1,0 0-1,0 1 0,0-1 0,-1 1 1,1-1-1,0 1 0,0-1 0,-1 1 0,1-1 1,0 1-1,-1-1 0,1 1 0,-1 0 0,1-1 1,0 1-1,-1-1 0,1 1 0,-1-1 0,0 1 164,0-1-1,1 1 0,-1-1 1,1 1-1,-1-1 0,1 0 1,-1 1-1,1-1 0,-1 1 1,1-1-1,0 0 0,0 0 0,-1 1 1,1-1-1,0 0 0,0 0 1,0 1-1,-1-1 0,1 0 1,0-1-1,22-61 3927,-22 60-4060,0 1 1,0 0 0,0-1 0,0 1 0,0-1-1,-1 1 1,1 0 0,-1-1 0,1 1 0,-2-3-1,0-2 256,2 4 1363,1 18-1674,0 1 1,-1-1-1,-1 1 0,-4 20 0,0 13 32,-9 94-157,-5-1 0,-63 232-1,-44 51-1664,-100 378-5828,150-550 2091,63-212 3427,-11 36-3562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9.13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1434 17 5036,'0'0'5063,"-3"-2"-4501,0 0-454,-1 0 0,0 0 0,0 0 0,-1 1 0,1-1 0,0 1 0,0 0 0,-1 0 0,1 1-1,-1 0 1,1-1 0,0 1 0,-1 0 0,1 1 0,-1-1 0,-6 3 0,-11 2 104,0 2-1,-23 10 1,34-13-114,-226 106 730,108-46-772,-314 147-2604,152-60-2159,140-65 833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9.60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851 119 6317,'1'-3'255,"0"-1"0,0 1 1,-1-1-1,1 1 0,-1-1 1,0 0-1,0 1 0,0-1 1,-1 0-1,1 1 0,-1-1 1,0 1-1,0-1 0,0 1 1,0-1-1,-1 1 0,1 0 1,-1 0-1,0 0 0,0 0 1,0 0-1,-1 0 0,1 0 1,0 1-1,-1-1 0,-5-4 1,3 4-93,0 0 1,0 0-1,0 0 1,0 1 0,-1-1-1,1 1 1,-1 1 0,1-1-1,-1 1 1,1 0 0,-1 0-1,0 0 1,0 1 0,0 0-1,1 0 1,-1 1 0,0-1-1,-5 3 1,-12 1 47,0 2 0,0 0 0,-22 10 0,15-2-122,0 0 0,0 2 0,-36 26 0,-79 68-1318,103-77 513,-129 108-5345,90-66-469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39.81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58 7601,'92'-51'3759,"-89"50"-3606,0 0-1,0 0 0,0 0 0,0 0 0,0 0 1,0 1-1,1 0 0,-1-1 0,0 1 0,0 1 1,0-1-1,1 0 0,-1 1 0,0-1 0,0 1 1,0 0-1,0 0 0,5 2 0,-1 1 68,0 0-1,0 0 1,0 0-1,-1 1 0,12 10 1,5 9 61,-2 0 1,-1 1-1,-1 1 0,-1 1 1,-1 1-1,18 41 0,64 186-1144,-93-236 652,96 328-5421,-79-263 2484,2 3-1552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44.61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105 670 7745,'-14'-15'5610,"14"18"-5311,-38 156 1093,7-32-595,23-90-395,-4 59 0,11-85-229,1 1 1,0-1-1,0 1 1,2-1-1,-1 1 0,1-1 1,1 0-1,0 0 1,7 16-1,-8-24-114,0 1 0,1 0 0,-1-1 0,1 1-1,0-1 1,0 0 0,0 0 0,0 0 0,1-1 0,0 1 0,-1-1 0,1 0 0,0 0-1,0 0 1,0 0 0,0 0 0,0-1 0,0 0 0,0 0 0,1 0 0,-1-1 0,0 1-1,1-1 1,5 0 0,8-1 53,0-1 0,0 0 0,0-1 0,27-9 0,24-11 8,-2-2 1,-1-3 0,100-59 0,177-136-1117,-294 190 749,319-224-2258,291-192-6432,-482 337 3710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45.70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0 304 10357,'8'-18'639,"0"0"1,2 1-1,0 0 0,0 0 1,2 1-1,0 0 0,25-24 1,4 2 752,69-49 1,-108 85-1362,1 0-1,0 0 1,0 0 0,-1 0-1,1 1 1,1-1-1,-1 1 1,0 0 0,0 0-1,0 0 1,1 0 0,4 0-1,-6 1-27,-1 0 0,1 1 0,-1-1 0,0 1 0,1-1 0,-1 1 0,0 0 0,1 0-1,-1-1 1,0 1 0,0 0 0,0 0 0,0 0 0,0 0 0,0 0 0,0 0 0,0 1 0,0-1 0,0 0 0,-1 0 0,1 1-1,0-1 1,-1 0 0,1 1 0,-1-1 0,0 1 0,1-1 0,-1 1 0,0-1 0,0 3 0,2 6 6,-1 0 1,0 1-1,-1-1 0,0 0 1,-1 1-1,-2 14 1,-19 65 46,3-13-76,16-62 28,1 1 0,0 0 0,1 0 0,1 0 0,1 0 0,0 0 0,1-1 0,1 1 0,0 0-1,1-1 1,0 0 0,2 0 0,0 0 0,0 0 0,2-1 0,-1 0 0,2-1 0,0 0 0,0 0 0,18 17-1,8 8-515,44 60 0,-72-89 43,-1-1 1,0 2-1,0-1 1,-1 1-1,0-1 1,-1 1-1,0 1 1,-1-1-1,4 18 1,2 1-4716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45.89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496 0 6877,'2'1'104,"-1"1"-1,1-1 1,-1 0 0,1 1 0,-1-1 0,0 1 0,0-1 0,0 1 0,0-1 0,0 1 0,0 0 0,0 0 0,-1-1-1,1 1 1,0 2 0,-7 35 1750,6-38-1835,-12 43 718,-2-1-1,-2 0 0,-2-1 1,-37 63-1,19-47-736,-2-2 0,-65 74 0,73-95-385,4-3-638,-1-3-1,-61 53 1,66-69-2125,0-8-1359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45.9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34 4040,'64'-9'928,"-44"6"-480,0-6-748,0 0-1200,3 6 868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46.2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10 726 3196,'-9'11'-111,"22"-32"-234,3 2 537,2 1 1,0 0-1,1 1 0,0 0 0,42-25 0,-26 19 390,40-37 1,-46 30-415,-2-1 1,-1-1-1,-1-1 1,-2-1-1,-1-1 1,-2-2-1,-2 0 1,-1 0-1,23-78 1,-38 106-221,0-1 0,0 0 1,-1 1-1,0-1 0,-1-11 1,0 15 5,0 6 41,0 0 0,0 0 0,0-1 0,0 1 0,0 0 0,0 0 0,0 0 0,0 0 0,0-1 0,0 1 0,0 0 0,0 0 0,0 0 1,0 0-1,0 0 0,0-1 0,-1 1 0,1 0 0,0 0 0,0 0 0,0 0 0,0 0 0,0-1 0,0 1 0,0 0 0,0 0 0,0 0 0,-1 0 0,1 0 0,0 0 0,0 0 0,0 0 0,0-1 0,0 1 0,-1 0 0,1 0 0,0 0 0,0 0 0,0 0 0,0 0 0,-1 0 0,1 0 0,0 0 0,0 0 0,0 0 0,0 0 0,0 0 0,-1 0 0,1 0 0,0 0 0,0 0 0,0 1 0,-6-2-218,0 1 0,0 0 0,0 0-1,0 0 1,0 1 0,0 0 0,1 0 0,-8 3-1,-13 14-906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46.84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1404 1 5144,'-55'36'368,"5"-3"333,2 1 0,-85 81 0,62-40 916,-119 166 1,-31 112 803,144-206-1139,-114 304 0,6 181 186,121-352-931,-29 317 0,76-405-342,8 0-1,27 311 0,-7-401-127,35 136 0,-29-173-54,3-1 1,3 0-1,38 72 0,-42-100-41,2 0 0,1-1 0,2-2 0,1 0 0,2-2 0,37 35 0,-40-45-40,1-1 0,0-1 0,2-2-1,0 0 1,1-2 0,0-1 0,1-2-1,60 19 1,-48-22-62,0-2 0,0-1 0,1-3 1,0-1-1,-1-2 0,1-1 0,0-3 0,46-9 0,-4-6-251,0-3-1,154-63 0,-83 13-60,-2-5-1,-5-8 1,-3-6 0,230-188-1,-113 49 46,301-342 0,-50-50 193,-440 517 181,-4-3 1,-5-3-1,-5-2 1,56-152-1,-95 209 0,-3-1-1,-2-1 1,-3 0-1,-3 0 0,-1-1 1,-4-1-1,-3-59 0,-2 87 20,-2 0-1,-2 0 0,0 0 0,-3 0 0,0 1 0,-2 0 1,-1 1-1,-2 0 0,-1 0 0,-1 2 0,-1 0 1,-2 0-1,0 2 0,-31-33 0,24 34-2,-1 1 0,0 2 0,-2 0-1,-1 2 1,-1 1 0,-42-20 0,25 18-6,0 2 0,-2 2-1,-90-19 1,43 21 2,0 4 0,-1 4 1,1 5-1,-113 11 0,46 7-7,2 8 1,0 7-1,-247 80 0,222-44-507,3 7 0,-279 159 0,341-163-881,3 6 1,-113 96 0,41 1-1982,187-170 3338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47.66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71 82 6289,'-3'-1'996,"1"0"-555,-1 0 0,1 0 0,-1 0 0,1-1 1,-1 1-1,1-1 0,-1 1 0,1-1 0,0 0 0,0 0 0,0 0 0,0 0 0,0 0 0,1 0 0,-1 0 0,0-1 0,1 1 0,0-1 0,0 1 0,-1-1 0,2 1 0,-2-4 0,2-25-572,0 28 341,-23 3-14734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48.01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296 1 4460,'-81'112'1181,"58"-58"-261,-4-9-172,3 6-140,4-6-120,-3 10-160,-1 2-224,1-3-536,-4 7-2000,4-1-557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48.23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48 0 3268,'-10'15'420,"-1"-3"-744,-5-6-676,6 0 288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54.70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263 1077 1972,'0'-3'412,"0"0"-266,-1-1-1,1 1 1,-1 0-1,0-1 1,1 1-1,-1 0 0,-1 0 1,1 0-1,0 0 1,-1 0-1,0 0 1,1 0-1,-1 0 1,0 0-1,-1 1 1,-4-6 3656,-1 0-2159,7 8-1470,0-1-1,1 1 1,-1 0 0,0-1-1,0 1 1,1-1-1,-1 1 1,0-1-1,1 1 1,-1-1 0,0 0-1,1 1 1,-1-1-1,1 0 1,-1 1-1,1-1 1,0 0 0,-1 0-1,1 1 1,-1-3-1,1 0-115,-1-1 215,0 0-1,0-1 1,1 1 0,-1 0-1,1 0 1,0 0 0,1-1 0,-1 1-1,1 0 1,0 0 0,0 0 0,3-9 4932,-23 23-5217,13-5 16,1 0 0,0 0 1,0 0-1,0 1 0,1 0 0,0 0 0,0 0 1,0 0-1,1 1 0,0-1 0,0 1 0,-3 14 1,-13 24 15,-2-6 11,0-1-18,1 2 1,-24 67 0,37-89-15,5-14 8,0 1-1,1-1 1,-1 1-1,1 0 1,-1 8 0,1-12-1,1 0 0,1 0-1,-1 0 1,0 0 0,0 0 0,0 0 0,0 0 0,1 0 0,-1 0 0,0 0 0,1 0 0,-1 0 0,1 0 0,-1 0 0,1 0-1,0-1 1,-1 1 0,1 0 0,0 0 0,0-1 0,-1 1 0,1 0 0,0-1 0,0 1 0,0-1 0,0 1 0,0-1-1,0 1 1,0-1 0,0 1 0,1-1 0,11 2 31,0 0-1,0-1 1,0 0-1,0-1 1,0 0-1,0-2 1,0 1-1,23-7 1,-13 4-7,60-14 62,-1-3 0,-1-3 0,106-49 0,227-129 36,-384 186-124,578-321-525,-513 283 224,136-79-1031,144-84-2011,-55 20-4186,-207 121 74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55.0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809 1 9165,'-25'2'1215,"20"-1"-286,5 6-690,0 1 0,-1-1 0,1 0 0,-2 1 0,1-1 1,-1 0-1,0 0 0,0 0 0,-7 13 0,1-2 153,-9 19 48,-1-2 0,-27 40 1,6-10-63,-238 339 909,178-272-727,-104 183 0,199-309-516,-5 10 173,1 0 0,0 1-1,1-1 1,-7 27 0,13-39-170,0 0 1,1-1-1,-1 1 0,1 0 0,0-1 1,0 1-1,0 0 0,0 0 0,0 0 0,1-1 1,0 1-1,0 0 0,0-1 0,0 1 1,0-1-1,1 1 0,-1-1 0,1 1 0,0-1 1,0 0-1,1 0 0,-1 0 0,0 0 1,1-1-1,0 1 0,0-1 0,6 5 1,1-1 23,1 0 0,0-1 1,0-1-1,1 0 1,-1 0-1,1-1 0,0 0 1,0-1-1,15 0 1,14 0 104,59-5 0,81-15 24,307-70 1,171-90-2084,-394 102 388,662-185-7793,-607 173 2822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56.8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1255 230 5853,'68'-91'9170,"-66"89"-8856,0-1-1,-1 0 1,1 0-1,-1 0 1,0-1 0,0 1-1,0 0 1,0 0-1,0-1 1,0-5-1,0-1 299,1-2 422,0-1 0,-1 0 0,-2-19 1,1 18-627,0 14-398,0 0 1,0-1-1,0 1 1,0 0-1,0 0 1,0 0-1,0 0 1,0 0-1,0 0 1,0-1-1,0 1 1,0 0-1,0 0 1,0 0-1,0 0 1,0 0-1,0 0 1,0-1-1,0 1 1,0 0-1,0 0 1,0 0-1,0 0 1,0 0-1,0 0 1,-1 0-1,1 0 1,0-1-1,0 1 1,0 0-1,0 0 1,0 0-1,0 0 1,0 0-1,-1 0 1,1 0-1,0 0 1,0 0-1,0 0 1,0 0-1,0 0 1,0 0-1,-1 0 0,1 0 1,0 0-1,0 0 1,0 0-1,0 0 1,0 0-1,0 0 1,-1 0-1,1 0 1,0 0-1,0 0 1,0 0-1,0 0 1,-15 1 199,0 0 0,1 1-1,-1 0 1,1 1 0,-1 1 0,1 0 0,-18 9-1,4 0 45,0 2 0,-41 28 0,-34 32 135,4 5 0,-119 122-1,-143 218 6,305-346-301,-74 130 0,111-169-79,2 1 0,1 1-1,2 0 1,1 1 0,3 0 0,-10 55-1,19-76-4,-1 0-1,2 0 1,0 0 0,1 0-1,1 0 1,1 0 0,0 0-1,1 0 1,1-1-1,0 1 1,2-1 0,-1-1-1,2 1 1,17 25-1,-11-22 2,1 1 0,1-2-1,1 0 1,1-2 0,0 1 0,1-2-1,1-1 1,0 0 0,40 19-1,-17-13 8,0-3-1,1-1 1,1-2 0,0-2-1,1-2 1,62 5-1,-52-11-6,0-2 0,0-3-1,0-2 1,-1-3 0,56-13-1,-78 12-5,-1-2 0,-1-1 0,1-1 0,-2-2 0,0-1 0,0-2 0,34-23 0,-52 30-14,0 0-1,0 0 1,-1-1 0,-1 0 0,1-1-1,-2-1 1,1 1 0,-2-1-1,0-1 1,0 0 0,-1 0-1,0 0 1,-2-1 0,1 0 0,-2 0-1,0 0 1,0-1 0,2-21-1,-6 23-44,-1 0-1,0 0 0,0 0 0,-2 1 1,1-1-1,-2 0 0,1 1 0,-2 0 1,0 0-1,0 0 0,-1 1 0,0 0 1,-1 0-1,-1 0 0,1 1 0,-2 0 1,-12-12-1,-3-1-313,0 1 0,-2 2-1,-1 0 1,0 2 0,-50-25 0,38 25-474,-1 2 1,0 1-1,-1 3 1,-1 1-1,-47-6 1,25 9-3491,-73-1 1,51 11-4491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57.34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2962 348 7517,'-56'-47'521,"17"13"343,-2 1 0,-81-49 1,78 57 62,0 3-1,-2 1 1,0 2 0,-52-14-1,60 23-439,-1 2-1,1 2 0,-1 2 1,0 1-1,-71 4 0,46 6-172,1 3-1,1 3 0,0 2 1,1 3-1,1 3 0,1 2 1,-109 61-1,47-11 29,4 5-1,-162 140 0,183-132-210,4 4 0,4 4 0,5 3-1,4 5 1,4 2 0,5 4-1,4 2 1,6 4 0,4 2 0,6 2-1,5 3 1,-51 214 0,79-256-81,3 0 0,4 1 1,4 0-1,3 0 0,3 1 1,14 95-1,-7-124-28,3-2-1,1 1 1,4-1-1,1-1 1,2-1 0,2 0-1,3-2 1,1 0 0,3-1-1,54 69 1,-45-72 8,2-2-1,1-2 1,2-2 0,2-1 0,86 54-1,-68-55-14,2-2 0,0-3 0,2-3-1,79 20 1,-43-21 19,1-5 1,1-5 0,1-4-1,-1-5 1,1-4-1,141-15 1,-119-2 84,-1-5 1,0-5-1,-2-6 1,220-85-1,-261 80 32,-1-3 0,-3-4 0,-1-3 0,-2-4-1,-2-3 1,-3-2 0,106-110 0,-121 105-78,-4-1 1,-2-3-1,-3-2 0,-3-2 0,-3-2 1,-3-1-1,-4-2 0,43-133 0,-64 164-66,-3-1 0,-1 0 0,2-66 0,-16-236 63,2 302-54,-1 0-1,-2 0 1,-2 1 0,-2-1 0,-2 2-1,-1 0 1,-2 1 0,-29-52 0,10 31-13,-3 2 0,-3 1 1,-2 2-1,-2 3 0,-2 1 1,-3 2-1,-2 2 0,-2 3 0,-2 2 1,-2 3-1,-1 2 0,-112-52 0,126 71-49,0 2 0,-1 2-1,0 2 1,-1 2-1,-1 2 1,1 2-1,-1 3 1,-1 1 0,1 2-1,-52 7 1,59-1-254,0 2 0,1 1 0,0 3 0,0 1 0,1 1 1,1 3-1,1 1 0,0 1 0,1 3 0,1 1 0,1 1 0,-33 30 0,42-29-733,0 1-1,2 2 0,1 0 0,2 2 0,0 0 0,2 1 0,1 1 0,2 1 0,-16 44 0,22-52-868,2 1 0,0 0 0,2 1 0,-3 32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09:57.5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87 172 15353,'-27'-42'2349,"31"24"-513,-14-3-344,0 0-336,0 6-276,0-3-924,-4 0-1332,4 0-2036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3.33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852 286 12133,'-13'-43'891,"-2"-10"1916,-24-51-1,36 98-2500,0 1 0,0-1 0,0 1 0,-1 0-1,0 0 1,0 0 0,0 1 0,0-1 0,-1 1 0,0 0 0,0 1-1,0-1 1,0 1 0,-1 0 0,1 0 0,-1 0 0,0 1 0,-10-3 0,8 3-119,1 1 0,0 0 1,-1 0-1,1 0 1,-1 1-1,1 0 1,-1 1-1,1 0 1,-1 0-1,1 1 1,0-1-1,0 2 0,-1-1 1,1 1-1,-8 4 1,-9 9 211,1 0 1,0 1-1,1 1 0,1 1 1,1 2-1,-35 43 1,-88 152 1068,105-151-1358,3 1 1,2 2 0,4 1 0,2 2 0,-17 73 0,36-108-81,1 1 0,2-1 0,1 1 0,2 0 0,2 0 0,1 0 0,2 0 0,2 0 0,1-1 0,2 0 0,1 0 0,17 43 0,-13-48-150,1-1-1,1-1 1,2 0 0,1-1 0,0-1-1,3-1 1,0 0 0,1-2-1,2-1 1,0 0 0,1-2-1,2-1 1,0-1 0,1-1 0,0-1-1,2-2 1,0-1 0,0-1-1,2-2 1,45 11 0,-25-13-156,1-3 0,-1-2 1,1-2-1,0-2 0,0-3 1,0-2-1,0-2 0,-1-3 1,0-2-1,-1-2 1,53-22-1,-25 3 77,-1-3 1,-2-4-1,-2-2 0,-2-4 1,-2-3-1,74-68 0,-68 46 120,-3-4 0,-3-2 0,-3-4-1,59-95 1,-45 46 921,-6-3 0,66-163 0,-127 263-621,-1-1 148,2 2-1,20-32 1,-50 103 606,7-14-826,-45 141 405,-62 339 1,82-237-689,30-203-50,1 0-1,9 72 1,-4-118 104,0 1 1,1 0 0,1-1 0,0 1-1,2-1 1,0-1 0,1 1-1,1-1 1,1-1 0,20 28 0,-23-36 8,1 1 1,1-2-1,-1 1 1,1-1 0,1-1-1,0 1 1,0-2-1,0 1 1,1-1 0,-1-1-1,2 0 1,-1-1 0,0 0-1,1 0 1,0-2-1,0 1 1,0-1 0,21 0-1,-14-2-43,0-2 0,-1 0-1,1-1 1,0 0 0,-1-2 0,0 0-1,0-1 1,-1-1 0,24-13 0,12-10-184,75-56 0,-108 71 301,7-6 312,-1-2 0,-2-1-1,25-30 1,31-30 1408,-77 82-1546,0 2-154,-1 0-1,1 0 1,0 1 0,0-1-1,0 1 1,-1 0-1,1 0 1,0 0-1,-1 0 1,1 0-1,-1 1 1,1-1-1,-1 1 1,0-1-1,0 1 1,0 0 0,1 0-1,-2 0 1,1 0-1,3 4 1,0 2-6,0 0 1,-1 1 0,1 0-1,2 12 1,-5-16-2,2 7-8,-1 0 0,0 0 0,-1 0 0,0 0 0,-1 1 0,0-1 0,-1 1 0,-1-1 0,0 0 0,0 1 0,-1-1 0,-1 0 0,0 0 0,-1 0 0,-6 14 0,0-3-81,-1-1 0,-1-1 0,-1 0 0,-1 0 0,0-1 0,-30 30-1,15-22-359,-1-1 1,-1-2-1,-2-1 0,-61 34 0,33-27-1646,-126 45 1,177-71 1485,-1-2-1,1 1 0,0-1 1,-1-1-1,0 0 0,0 0 1,1-1-1,-1-1 0,0 0 1,0 0-1,0-1 0,-11-2 1,21 3 362,0 0 0,1 0 0,-1 0 0,0 0 0,1-1 0,-1 1 0,0 0 0,0 0 0,1-1 0,-1 1 0,0 0 0,1-1 0,-1 1 0,1 0 0,-1-1 0,1 1 0,-1-1 0,0 1 0,1-1 0,0 0 0,-2 0 0,14-13-7618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3.6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76 10609,'1'-6'454,"1"1"0,0 0 0,0 0 0,0 0 0,0 0 0,1 0 0,0 0 0,0 1 0,4-5 0,-5 7-214,1 0 0,-1 0 0,1 0 0,0 0 0,0 0 0,0 1 0,0-1 0,0 1 0,0 0 0,0 0 0,0 0 0,0 0 0,1 1 0,-1-1 0,0 1 0,1 0-1,3 0 1,6 1 101,1 1-1,-1 0 1,0 0-1,0 2 0,0-1 1,0 2-1,0 0 0,22 12 1,-7-1 150,0 2 0,39 32 1,-49-35-401,1 2 0,-2 0 1,0 1-1,-1 0 1,-1 2-1,-1 0 1,-1 0-1,0 1 0,-2 1 1,0 0-1,-2 0 1,0 1-1,-2 0 1,0 1-1,-2 0 1,0 0-1,-2 0 0,-1 0 1,0 1-1,-3 30 1,-5-10-60,-1-1 0,-3 0 0,-1 0 1,-2-1-1,-2-1 0,-2 0 0,-27 48 0,-181 265-28,131-217 5,71-105 54,-21 34 310,40-61-285,1 0-1,0 0 0,1 0 1,-1 1-1,1 0 0,0-1 1,1 1-1,-2 10 1,3-14-55,0-1 1,1 1 0,-1 0 0,0-1-1,1 1 1,0 0 0,0-1 0,-1 1 0,2-1-1,-1 1 1,0-1 0,0 0 0,1 1 0,-1-1-1,1 0 1,0 0 0,-1 0 0,1 0-1,0 0 1,0-1 0,1 1 0,-1-1 0,0 1-1,0-1 1,1 0 0,4 2 0,4 2 53,1-1 0,1-1 1,-1 0-1,19 3 0,34 1-3,-1-3 0,91-5 0,136-25-1346,377-67-4048,-224 16-4202,-240 40-439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0.76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1759 95 12929,'-6'-9'512,"1"1"0,-1 0 0,-1 1 0,0-1 0,0 1 0,0 0 1,-1 1-1,0 0 0,0 0 0,-16-8 0,20 12-272,0 1 0,0 0 1,0-1-1,0 2 0,0-1 1,0 0-1,-1 1 0,1 0 1,0 0-1,-9 1 0,-41 9 713,40-7-615,-15 5 167,1 1-1,0 2 1,0 0-1,-43 26 1,-97 72 855,46-20-943,5 6 0,4 5 0,4 4 0,5 5 0,5 5 0,4 4 0,6 4 0,-84 154 0,138-213-342,4 1 0,-23 68 0,42-99-56,2 1 0,2 0 0,1 0 0,1 1 0,2 0 0,1 36-1,3-55-8,1 0 0,1 0-1,1 0 1,0 0-1,1 0 1,0 0 0,2-1-1,0 0 1,0 0-1,1-1 1,1 0-1,1 0 1,0 0 0,0-1-1,22 22 1,-13-19-49,0 0 0,2-1 0,0-1 0,0 0 0,1-2 0,1 0 0,0-2 0,1 0 0,43 11 0,-5-6-291,1-3 0,1-2-1,-1-4 1,1-2 0,0-2 0,93-11 0,-56-4-387,-1-4 0,-1-4 0,130-47 0,-127 32 44,-1-5 0,-1-4-1,-3-4 1,-3-5 0,-1-3 0,145-121 0,-184 130 440,-2-2-1,-2-3 1,-3-1-1,60-93 1,-75 97 313,-4 0 1,-1-2-1,-3-1 1,-1-1-1,-4-1 1,15-67-1,-21 58 513,-3-1-1,-3 0 1,-2 0-1,-9-109 1,-4 91 1536,-4 1 1,-3 1 0,-31-96 0,47 177-2112,0 0 0,-1 0 0,1 0 0,0 0 0,0 0 1,0-1-1,0 1 0,0 0 0,0 0 0,0 0 1,0 0-1,0 0 0,0 0 0,0-1 0,0 1 0,0 0 1,0 0-1,-1 0 0,1 0 0,0 0 0,0 0 1,0 0-1,0 0 0,0 0 0,0 0 0,0 0 0,-1-1 1,1 1-1,0 0 0,0 0 0,0 0 0,0 0 1,0 0-1,0 0 0,-1 0 0,1 0 0,0 0 0,0 0 1,0 0-1,0 0 0,0 0 0,-1 0 0,1 0 1,0 1-1,0-1 0,0 0 0,0 0 0,0 0 0,0 0 1,0 0-1,-1 0 0,1 0 0,0 0 0,0 0 1,0 0-1,0 1 0,0-1 0,0 0 0,0 0 1,0 0-1,0 0 0,0 0 0,0 0 0,0 0 0,-1 1 1,1-1-1,0 0 0,0 0 0,0 0 0,-5 4 3,0 1 0,1-1 1,-1 1-1,1-1 0,-1 1 0,1 1 0,1-1 0,-1 0 0,1 1 0,0 0 0,0 0 0,1 0 0,0 0 0,-2 7 1,-2 13-41,2 0 1,-2 35 0,4-35 11,-42 585 7,29-408 0,-20 216 0,18 186-7319,22-479-1057,10-9-5712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1.30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1073 53 13609,'-7'-6'494,"-34"-37"3955,40 43-4378,1 0-1,0 0 1,0-1 0,0 1 0,-1 0 0,1 0 0,0 0 0,0-1 0,-1 1 0,1 0 0,0 0-1,0 0 1,-1 0 0,1-1 0,0 1 0,-1 0 0,1 0 0,0 0 0,-1 0 0,1 0 0,0 0-1,-1 0 1,1 0 0,0 0 0,0 0 0,-1 0 0,1 0 0,0 0 0,-1 0 0,-16 1 512,0 0 1,0 1-1,1 1 1,-1 0 0,1 1-1,0 1 1,0 1-1,0 0 1,1 1-1,0 0 1,0 2 0,-17 12-1,4-1-387,1 2 0,2 1-1,0 1 1,1 1 0,2 1 0,0 2-1,2 0 1,1 0 0,2 2 0,0 0-1,2 1 1,2 1 0,0 0-1,2 1 1,2 0 0,1 1 0,2 0-1,1 0 1,1 0 0,2 1 0,2-1-1,6 56 1,1-45-196,2-1 0,2 0 0,2-1 0,24 55 0,89 156 0,2 4 0,-116-228 0,-1-1 0,-1 2 0,-2-1 0,-1 1 0,4 50 0,-10-63 0,0 0 0,-2 0 0,0 0 0,-1 0 0,-1 0 0,0 0 0,-2-1 0,0 1 0,-1-1 0,0 0 0,-12 20 0,1-9-97,-2-1 0,0-1 1,-2-1-1,0-1 0,-2-1 0,-1 0 0,0-2 1,-50 32-1,-20 4-715,-125 57 0,140-75 457,46-24-1552,-60 21-1,88-35 1406,1 0 1,0-1 0,0 1 0,-1-1-1,1 0 1,-6 0 0,0-5-2770,10 4 3029,0 1 0,0-1 0,0 0 0,0 1 0,0-1 0,0 1-1,0-1 1,1 1 0,-1-1 0,0 1 0,0-1 0,1 1 0,-1-1 0,0 1 0,0-1 0,1 1 0,-1 0 0,1-1 0,-1 1 0,0-1 0,1 1 0,-1 0 0,1-1 0,0 1 0,35-20-10045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1.48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0 137 13545,'0'0'4649,"4"-31"1167,32 22-4508,15 6-312,19-9-448,17 3-812,24 0-432,19-3-356,21 3-592,33-3-880,7-3-3609,7 0-5432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1.7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560 53 12597,'-13'-13'2769,"-1"1"0,-20-15 1,34 27-2657,-1 0 0,1 0 0,-1 0 0,1 0 0,-1 0 0,1 0 0,-1 0 0,1 0 0,-1 0 1,1 1-1,-1-1 0,1 0 0,-1 0 0,1 1 0,-1-1 0,1 0 0,-1 0 0,1 1 0,0-1 1,-1 1-1,1-1 0,0 0 0,-1 1 0,1-1 0,0 1 0,-1-1 0,1 0 0,0 1 0,0-1 1,-1 2-1,0-1 310,-3 8 50,1 0 1,-1 0 0,1 0-1,1 0 1,0 0 0,0 0-1,1 1 1,0-1 0,0 1-1,2 17 1,-1 5 342,-74 713 1283,-55-7-2572,30-316-4633,21-143-2647,50-178 3580,-26 95-8297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2.17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64 55 9049,'-6'1'744,"0"0"1,0 0-1,0 0 0,-1-1 1,-9-1-1,-1 1 6847,24-2-6268,36-8-496,1 2-1,0 1 0,88 0 1,-83 5-571,755-11-2825,-266 8-4033,-332 2 1206,-9 3-3044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2.48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164 19 11537,'-10'0'732,"8"0"-557,0 0 0,0 0-1,1 0 1,-1 0 0,0 0-1,0 0 1,0 0 0,0 0 0,1-1-1,-1 1 1,0-1 0,0 1-1,1-1 1,-1 0 0,0 1 0,1-1-1,-1 0 1,1 0 0,-1 0-1,1-1 1,-1 1 0,1 0-1,-3-5 4390,-20 9-1347,5-1-1703,19-2-1485,0 0 1,-1 0 0,1 0 0,0 0-1,0 0 1,0 0 0,0 0 0,-1 0 0,1 0-1,0 0 1,0 0 0,0 0 0,0 0-1,0 0 1,-1 1 0,1-1 0,0 0-1,0 0 1,0 0 0,0 0 0,0 0-1,0 0 1,-1 0 0,1 0 0,0 0-1,0 1 1,0-1 0,0 0 0,0 0-1,0 0 1,0 0 0,0 0 0,0 0-1,0 1 1,0-1 0,0 0 0,0 0 0,0 0-1,-1 0 1,1 1 0,0-1 0,0 0-1,0 0 1,1 0 0,-1 0 0,0 0-1,0 1 1,0-1 0,0 0 0,0 0-1,0 0 1,1 13 261,1-1 0,0 0 0,0 0-1,1 0 1,1-1 0,0 1 0,1-1 0,0 0-1,1 0 1,13 19 0,3 1 522,2 0 0,34 34 0,-12-20-813,3-3 0,59 42 0,118 64 0,475 241 0,82 51 0,-697-383 0,-2 4 0,97 92 0,-149-123 0,-2 2 0,-2 0 0,-1 2 0,-1 1 0,-2 2 0,-2 0 0,-1 1 0,18 46 0,-33-66 0,0-1 0,-1 1 0,-1 0 0,-1 1 0,-1-1 0,0 1 0,-1-1 0,-1 1 0,-3 21 0,0-2 0,-2 0 0,-2 0 0,-1 0 0,-3-1 0,0 0 0,-2-1 0,-2-1 0,-2 0 0,0-1 0,-3 0 0,-44 57 0,9-28 0,-3-3 0,-107 87 0,66-73 0,-127 73 0,-477 204 0,652-328 0,23-10-11,-812 350-6201,816-354 5653,-127 50-4045,57-19-1862,19-4-5465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4.6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1341 6 11533,'-4'-5'2456,"12"16"3752,-13-8-4886,-9 6-700,0 1 1,1 1 0,0 0 0,1 0 0,0 1 0,1 1-1,0 0 1,1 1 0,-11 19 0,-13 26 807,-25 65 1,32-66-831,-398 978 444,86 32-529,94-48-515,175-659 0,67-344-315,0-1 1,1 1-1,1-1 0,0 1 1,2 0-1,2 24 0,-2-39-720,3-5-115,5-6-247,-1 0 0,-1 0 0,0-1 0,0 0 0,-1 0 0,0-1 0,-1 1 0,0-1 0,6-21 0,14-42-10028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4.94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61 224 16526,'-16'68'752,"5"-24"-1,2 0 0,1 1 0,3 0 0,0 57 0,5-11 585,-3 473 2796,2-528-3997,-2 95 455,22 219 1,-11-304-471,1 1 0,2-2 1,19 49-1,-19-66-19,1-1 0,1 0 1,2-1-1,0 0 0,36 42 0,-39-54-46,2 0 0,-1-1-1,2 0 1,-1-2 0,2 1 0,-1-2-1,2 0 1,-1-1 0,1-1 0,1 0-1,-1-1 1,33 7 0,-19-8 3,-1-1 0,1-2 0,0-1 1,0-2-1,0 0 0,0-3 0,32-5 1,8-7 3,-1-2-1,-1-4 1,0-2 0,-2-4 0,-1-3 0,64-38-1,7-15 0,206-165-1,404-424-20,-638 568-53,183-178-135,292-273-4241,-534 508 2950,32-28-1902,-24 32-4156,-31 28-3368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5.3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421 1 14717,'-17'11'939,"10"-7"-527,1-1 0,0 1 0,0 1 0,1-1 0,-1 1 0,1 0 1,0 0-1,0 0 0,1 1 0,-1-1 0,-5 12 0,5 0 508,1 2 0,0-1 0,1 0-1,1 1 1,1 0 0,1 22 0,-1 1 405,-39 381 3077,-130 695-4402,88-549-6212,78-539 5185,-9 64-3487,9-32-1502,5 4-5998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5.60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232 0 16093,'-1'1'134,"1"1"0,0-1 0,1 0 0,-1 1 0,0-1 0,0 0 0,0 1 0,1-1 0,-1 0-1,1 0 1,-1 1 0,1-1 0,-1 0 0,1 0 0,0 0 0,-1 0 0,1 0 0,0 0 0,0 0-1,0 0 1,0 0 0,1 1 0,0-1 98,-1 0 1,1 1-1,-1-1 0,1 0 1,-1 1-1,0-1 0,0 1 1,0 0-1,0-1 0,0 1 1,0 0-1,1 3 0,1 1 73,1 1 0,0-1 0,0 0-1,0 0 1,1 0 0,0-1 0,0 0-1,0 0 1,11 8 0,66 40 1209,-38-27-916,99 63 562,-27-19-204,202 161-1,-287-204-955,-2 1 0,0 1 0,-2 1 1,-1 2-1,-2 0 0,-1 2 0,-2 1 0,-1 0 0,-1 2 0,24 70 0,-36-84-64,-2-1 0,0 1 0,-1 1 0,-1-1 0,-1 1 0,-2-1 0,0 1 0,-1-1 0,-1 1 0,-2-1 0,0 0 0,-1 0 0,-13 33 0,-3-4-217,-2-2 0,-2 0 0,-2-2 0,-37 50 0,16-36-247,-2-1 0,-79 73-1,21-39-1422,-4-5 0,-217 132-1,170-129-1553,56-35-1563,-2-2-4060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5.8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1056 1 13705,'-159'92'3635,"115"-65"-2654,-399 266 4258,392-253-5183,2 2 0,1 2 0,3 2 0,1 2 0,3 2 0,-41 65 0,74-101-141,0-1 1,1 2 0,1-1 0,0 1-1,-6 25 1,11-37 76,1 0 0,-1-1-1,1 1 1,0 0 0,0 0 0,0 0-1,0 0 1,0 0 0,1-1 0,-1 1-1,1 0 1,0 0 0,0-1 0,0 1 0,0 0-1,0-1 1,0 1 0,1-1 0,-1 1-1,1-1 1,0 0 0,0 0 0,0 0-1,0 0 1,0 0 0,0 0 0,0 0-1,1-1 1,-1 1 0,1-1 0,-1 1-1,1-1 1,0 0 0,-1 0 0,1 0-1,0-1 1,0 1 0,-1-1 0,1 1-1,0-1 1,0 0 0,0 0 0,0 0 0,0-1-1,-1 1 1,5-2 0,12-2 188,1-2-1,-1 0 1,-1-1 0,1-1 0,-1-1 0,30-19-1,99-82 2105,-77 55-975,54-28 1390,-51 36-852,-71 46-1629,-1 2-275,0 0 0,0 1 1,0-1-1,0 0 0,0 0 1,1 0-1,-1 0 0,0 0 1,0 0-1,1 0 0,1 1 1,-2-1-43,1-1 1,-1 1-1,0 0 1,0-1 0,0 1-1,0 0 1,0 0-1,0 0 1,0 0-1,0 0 1,0 0 0,-1 0-1,1 0 1,0 0-1,0 2 1,0 3-263,-1 0 1,0 0-1,-1 0 1,1 0-1,-1 0 1,0 0-1,-4 11 1,1 0-637,-4 17-1613,5-23 462,0 0 0,1 1-1,1-1 1,-1 21 0,7 7-8055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6.14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54 15453,'17'-10'1107,"-13"7"-615,1 1 0,-1-1 0,0-1-1,0 1 1,0-1 0,0 1 0,4-7 0,-6 9-307,-1 0 1,1-1 0,0 1 0,0 0 0,0 0 0,0 0 0,0 0-1,0 1 1,0-1 0,0 1 0,1-1 0,-1 1 0,0 0-1,0-1 1,0 1 0,0 0 0,1 1 0,2-1 0,42 8 1084,-41-6-987,6 1 40,0 1-1,-1 1 1,1 0-1,-1 0 1,0 1 0,0 1-1,-1-1 1,0 2-1,10 8 1,-5-2 40,-1 0 0,0 0 0,-1 2 0,20 30 0,-20-22-208,0 1 0,-2 1 1,-1 0-1,-1 0 0,-1 1 0,-1 0 0,-2 0 0,0 1 0,-2 0 1,-1-1-1,-2 1 0,-4 53 0,-1-43-217,-2 0 0,-1 0 0,-1-1 0,-2-1 0,-2 1 0,-2-2 0,-1 0 0,-36 58 0,50-90-10,0 0 0,0-1 0,0 1 0,0-1 0,0 1 1,-1-1-1,1 0 0,-1 0 0,1 0 0,-7 3 0,9-5 54,0 0-1,-1 0 1,1 0-1,0 0 1,-1 0-1,1 0 1,0 0 0,-1 1-1,1-1 1,0 0-1,-1 0 1,1 0-1,0 0 1,-1 0-1,1-1 1,0 1 0,-1 0-1,1 0 1,0 0-1,0 0 1,-1 0-1,1 0 1,0 0-1,-1-1 1,1 1 0,0 0-1,0 0 1,-1 0-1,1-1 1,0 1-1,0 0 1,-1 0-1,1-1 1,0 0-37,-1-1-1,1 1 1,0 0-1,0-1 1,0 1 0,0 0-1,0-1 1,0 1-1,0 0 1,0-1 0,0 1-1,1 0 1,0-3-1,13-37-1238,3 0 0,1 1 0,33-53-1,-15 27-483,21-44-1115,67-120-5941,-55 117 615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6.64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34 448 9297,'-31'22'2040,"31"-22"-1963,0 0 0,0 1 0,-1-1 1,1 0-1,0 0 0,0 0 0,0 0 0,0 1 0,0-1 0,-1 0 0,1 0 1,0 1-1,0-1 0,0 0 0,0 0 0,0 0 0,0 1 0,0-1 1,0 0-1,0 0 0,0 1 0,0-1 0,0 0 0,0 0 0,0 1 0,0-1 1,0 0-1,0 0 0,0 1 0,0-1 0,0 0 0,0 0 0,0 0 0,0 1 1,0-1-1,1 0 0,-1 0 0,0 1 0,0-1 0,0 0 0,0 0 0,1 0 1,10 10 797,-3-4 2634,-7-4-3391,0 0-30,0-1-1,0 1 1,0-1-1,0 1 1,0-1 0,0 0-1,0 1 1,0-1-1,0 0 1,1 0-1,-1 0 1,0 0-1,1 0 1,-1 0-1,1 0 1,-1 0-1,1-1 1,0 1-1,-1 0 1,1-1 0,0 0-1,-1 1 1,1-1-1,0 0 1,-1 0-1,1 0 1,0 0-1,0 0 1,-1 0-1,1 0 1,2-1-1,38-4 507,0-2-1,-1-1 1,42-15-1,121-52 352,-160 53-711,-41 20-184,-9 4-126,-9 4 22,1 0-1,1 1 1,-1 1-1,1 0 1,1 1-1,-1 0 1,2 1-1,-1 0 0,1 1 1,-12 16-1,2 0-147,0 1-1,2 0 0,-26 54 1,39-71 108,1 0 1,1 1 0,0 0 0,1-1-1,0 2 1,0-1 0,1 0 0,1 0 0,0 1-1,2 16 1,-1-22 33,1 0-1,0 0 0,1-1 1,0 1-1,0-1 0,0 1 1,1-1-1,0 0 0,0 0 1,0 0-1,1 0 0,0-1 1,0 1-1,1-1 1,-1 0-1,1-1 0,0 1 1,0-1-1,1 0 0,7 5 1,-5-4-4,1-1 1,0 0 0,0-1 0,0 1-1,0-2 1,1 1 0,-1-1-1,1-1 1,15 1 0,-8-2-16,0-1 0,0 0-1,0-1 1,32-9 0,-9-2 128,-1-2-1,0-2 0,56-32 1,-83 42 76,0 2 0,0-1-1,0 2 1,1 0 0,-1 0 0,1 1-1,19-2 1,-6 3 58,1 2-1,44 3 0,-54-1-221,1-2 1,-1 0-1,1-1 0,-1-1 0,0 0 0,0-2 0,0 0 0,0 0 0,0-2 0,-1 0 0,0-1 0,28-16 0,-15 8-60,-9 4 25,1 0 0,-2-2 0,0 0 1,27-24-1,-3-2 224,-3-2-1,72-93 1,44-108 1512,-113 151 113,-32 65-516,1 0 0,18-29 1,-29 55-1136,0 0 1,0 1 0,1-1-1,-1 0 1,0 1 0,0-1-1,0 1 1,0-1-1,0 1 1,0 0 0,0-1-1,0 1 1,-1 0 0,1 0-1,0 0 1,0-1 0,0 1-1,0 1 1,3 3-53,-1 0 1,0 1-1,0-1 0,-1 0 1,1 1-1,-1 0 0,0-1 1,0 1-1,-1 0 0,2 11 1,1 69 325,-4-59-368,0 71-796,-2-51-879,3-1 0,1 0 0,12 63 0,-11-96 1100,0 0 0,1-1 0,0 1 0,1-1 0,0 0 0,1 0 0,0-1 0,1 0 0,1 0 0,0 0 0,0-1 0,0 0 0,2-1 0,-1 0 0,1 0 0,18 11-1,27 11-12625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6.7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21 40 17254,'-20'12'5388,"50"-12"-3340,27 0-416,-4 3-371,11-6-125,20 3-676,20 0-540,19 0-936,22-3-365,15-9-943,18 0-740,9-1-3245,18 1-5712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7.79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991 1222 12453,'-114'-120'5286,"107"114"-4797,-1 1-1,1-1 1,-1 1-1,0 0 1,0 1-1,-1 0 1,1 0-1,-1 1 1,0 0-1,0 1 1,0 0 0,0 0-1,-11 0 1,7 1-79,1 1-1,0 0 1,-1 0 0,1 2 0,0-1 0,0 2 0,0 0 0,0 0-1,-19 9 1,5 1-169,2 2 0,0 0 1,1 2-1,0 0 0,2 2 0,0 0 0,1 2 0,1 0 0,-30 43 0,4 6 319,3 1-1,-37 87 1,37-67-560,5 2 0,-37 136 0,63-182 0,1 1 0,2 0 0,3 0 0,1 0 0,3 1 0,2 0 0,7 49 0,-4-76 0,0 0 0,2 0 0,0 0 0,1-1 0,2 0 0,0 0 0,1-1 0,1 0 0,1-1 0,16 21 0,-15-25 0,0-1 0,1-1 0,0 0 0,1 0 0,0-2 0,1 0 0,0-1 0,1 0 0,0-1 0,1-1 0,0-1 0,23 7 0,2-5-112,-1-1 0,1-1 1,0-3-1,0-2 0,0-1 0,77-10 1,-33-3-234,-1-5 1,117-37 0,-109 22-6,-1-5 0,-2-3-1,-2-4 1,-2-4 0,-2-4-1,-2-3 1,-3-4 0,82-78-1,-93 71 186,-3-4-1,-3-2 0,-3-3 0,-4-3 0,-3-2 0,-3-2 0,-5-2 0,54-136 0,-53 89 413,-5-2-1,-7-2 0,-5-1 0,-6-1 1,-6-1-1,-7-1 0,-9-193 1,-3 297 5,-3 1 0,-9-39 0,14 71-222,0 1 0,0-1 0,-1 1 0,1 0 0,-1-1 0,1 1 0,-1 0 1,0 0-1,1-1 0,-1 1 0,0 0 0,0 0 0,0 0 0,-2-2 0,3 3-10,-1 0-1,1-1 0,-1 1 0,1 0 1,-1 0-1,0 0 0,1 0 0,-1-1 1,1 1-1,-1 0 0,0 0 1,1 0-1,-1 0 0,0 1 0,1-1 1,-1 0-1,1 0 0,-1 0 0,1 0 1,-1 1-1,0-1 0,1 0 0,-1 1 1,-2 1 43,0 0 1,0 0 0,1 1 0,-1-1-1,1 1 1,0 0 0,0 0 0,0-1-1,-3 7 1,-1 7 100,0 0-1,2 1 1,0-1 0,0 1 0,-1 31-1,2-21-29,-2 9 34,-100 997 653,102-977-1121,2 0 0,3 0 0,15 94 0,-13-129 96,1 0 1,1 0-1,1-1 0,1 0 0,0 0 0,2 0 1,0-1-1,2-1 0,0 0 0,0 0 1,2-2-1,25 26 0,-28-32 41,1 0 0,1-1 0,0-1 0,0 0 1,1 0-1,0-2 0,0 1 0,0-2 0,1 0 0,0-1 0,0 0 0,0-1 0,0-1 0,1 0 1,-1-1-1,1-1 0,18-2 0,-2-2-71,1-1 1,-1-2 0,0-1-1,0-1 1,-1-2 0,59-29-1,-81 35 182,117-63-530,-111 58 499,0 0 0,0-1 0,-1-1-1,-1 0 1,20-23 0,-31 33 67,0 0 0,0 0 0,-1-1 0,1 1 0,-1 0 0,0-1 0,1 1 0,-1-1 0,0 1 0,0-1 0,-1 0 0,1 0 0,-1 1 0,1-1 0,-1 0 0,0 0 0,0 1 0,0-1 0,0 0 0,0 0 0,-1 0 0,-1-4 1,0 3-5,0 0 0,0 0 0,0 1 0,-1-1 1,1 1-1,-1-1 0,0 1 0,0 0 1,-1 0-1,1 0 0,-1 0 0,-4-2 1,6 3-62,1 0 1,-1 1-1,0-2 0,0 1 1,1 0-1,-1 0 1,1 0-1,-1-1 1,1 1-1,-1-4 0,0 1-101,0 2-245,7 2-265,8-1 549,4-2 6,0 0 0,23-10 1,72-33 513,140-50 1095,-197 80-1326,33-9-11,-2-4 0,85-41-1,-159 65-107,-1-1 0,0 0 0,0 0 0,0-1 0,11-11 0,-18 15 4,-1 0 1,0 1 0,1-1-1,-2 0 1,1-1 0,0 1-1,-1 0 1,0-1 0,0 1-1,0-1 1,0 0 0,-1 0-1,0 1 1,0-1-1,0 0 1,-1-6 0,0 1 158,-1 1-1,-1-1 1,1 1 0,-2-1 0,-4-13-1,4 12 42,2 10-190,0-1 0,1 1 0,-1-1 1,1 1-1,-1-1 0,1 1 1,0-1-1,0 1 0,-1-1 1,1 0-1,0 1 0,1-1 0,-1 0 1,0 1-1,0-1 0,1-1 1,0 2-29,-1 1 0,1 0 0,-1-1 1,1 1-1,-1 0 0,1 0 0,-1-1 0,1 1 1,-1 0-1,1 0 0,-1 0 0,1 0 1,0 0-1,-1 0 0,1 0 0,-1 0 1,1 0-1,-1 0 0,1 0 0,0 0 0,-1 0 1,1 0-1,-1 0 0,1 1 0,-1-1 1,1 0-1,-1 0 0,2 1 0,7 5-33,0-1 0,-1 1-1,12 10 1,-16-13-82,32 25-1376,1-2 0,49 26 1,-78-52 1257,4-3 129,-3 0 97,-1 1 1,1-1 0,-1 0-1,0-1 1,15-8-1,40-37 674,-33 26-90,47-31 0,-48 38-245,0 1-1,44-15 1,-60 25-171,1 1 1,0 1-1,0 0 0,0 1 0,1 1 1,-1 0-1,0 1 0,16 1 1,-25 0-103,0-1 0,-1 1 0,1 0 0,0 0 0,0 1 0,-1-1 1,1 1-1,-1 0 0,1 0 0,-1 1 0,0-1 0,0 1 0,0 0 1,0 0-1,-1 0 0,1 1 0,-1-1 0,0 1 0,0 0 0,0 0 1,0 0-1,-1 0 0,1 0 0,-1 1 0,0-1 0,-1 1 0,1-1 1,-1 1-1,1 6 0,0 2 65,0 1 1,-2-1-1,0 0 1,0 1-1,-1-1 1,-1 1-1,0-1 1,-1 0-1,-7 21 1,-9 13 72,-1 0 0,-32 50 0,36-68-250,-30 46-1757,-3-2 1,-80 91-1,6-30-8292,63-68-481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8.71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123 80 11389,'-11'-21'1099,"7"15"-325,1 0 0,-1 0 0,2 0 0,-1 0 0,-2-11 0,-3 10 3273,6 6-3773,0 0 0,0 1 0,0-1 0,0 1 0,0-1 0,0 1 0,0 0 0,0 0 0,0 0 0,-3 0 0,3 2-79,0 0 1,0 0-1,1 0 1,-1 0-1,1 0 1,-1 0-1,1 1 1,0-1-1,0 0 1,0 1-1,0-1 0,0 1 1,1-1-1,-1 1 1,1-1-1,-1 1 1,1 3-1,-2 7 431,-9 45 638,-7 103 1,11 62 602,7-195-1833,17 772-34,-11-721-2496,4 0 0,36 144-1,-43-214 1990,14 38-3498,-1-20-2202,9-1-5368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9.06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265 210 11697,'-31'-48'1130,"-34"-61"3851,62 104-4222,0-1 1,-1 1-1,0 0 0,0 0 0,-9-8 0,5 4 253,5 6 1607,27 2-816,-13 2-1640,0 1 0,0 1 0,0-1 0,0 2 0,-1 0 0,0 0 0,19 10 0,70 49 479,-80-50-510,7 4-119,0 1-1,-2 1 1,0 2-1,-1 0 0,-2 1 1,0 1-1,-1 1 1,-1 1-1,-2 1 0,0 0 1,24 55-1,-28-46-294,-1-1 0,-2 1 0,-2 1 0,-1 0 0,-1 0 0,0 49 0,-19 220-1508,7-244 1448,4 1-1,9 107 1,-5-146 287,2 0 1,1 0-1,0-1 1,2 0-1,0 0 1,2 0-1,0-1 1,2 0-1,0-1 0,21 29 1,-2-14 9,2-3 0,1 0 0,38 27 0,-6-4-36,-54-46 77,0 1 1,-1 1-1,0 0 1,-1 0 0,0 1-1,-1 1 1,10 17 0,-16-25 17,0 1-1,1-1 1,-2 1 0,1-1 0,0 1 0,-1 0 0,0-1 0,-1 1 0,1 0 0,-1 0-1,0 0 1,-1 0 0,1-1 0,-1 1 0,0 0 0,-1 0 0,1-1 0,-1 1 0,0-1-1,-1 0 1,-3 8 0,-7 5 73,-1 0 1,0 0-1,-1-1 0,-1-1 0,-1-1 1,0 0-1,-33 21 0,-145 76 477,166-97-498,-451 198 569,328-151-1275,128-50 371,17-9 21,0 0 1,0 0-1,0 0 1,-1 0-1,1-1 1,-13 1 0,19-2 182,1-1 0,-1 0 1,1 0-1,-1 0 0,1 0 1,-1 0-1,1 0 1,-1 0-1,1 0 0,-1 0 1,0 0-1,1 0 1,-1-1-1,1 1 0,-1 0 1,1 0-1,0 0 1,-1-1-1,1 1 0,-1 0 1,1-1-1,-1 1 0,1 0 1,0-1-1,-1 1 1,1 0-1,0-1 0,-1 1 1,1-1-1,0 1 1,-1-1-1,1 1 0,0-1 1,0 1-1,0-1 1,0 1-1,-1-1 0,1 1 1,0-1-1,0 1 0,0-1 1,0 1-1,0-1 1,0 1-1,0-1 0,0 1 1,0-1-1,1 1 1,-1-1-1,0 1 0,0-1 1,0 1-1,1-1 1,-1 1-1,0-1 0,0 1 1,1-1-1,-1 1 0,0 0 1,1-1-1,-1 1 1,1 0-1,-1-1 0,1 0 1,10-11-1364,1 0 1,-1 1-1,2 1 1,0-1-1,20-11 1,49-26-6796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9.58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1074 204 12117,'-1'0'15,"-19"-2"935,0 1 0,1 1 0,-1 1 0,0 1 0,1 0 0,-1 2 0,1 0 0,-19 7 1,29-8-615,-42 17 1500,0 3 0,-84 49-1,67-26-1208,3 3 0,2 2-1,3 3 1,-86 99-1,114-114-921,3 1 0,1 2-1,-30 60 1,42-69-489,2 1 1,1 0 0,2 0 0,1 1-1,-6 46 1,16-77 710,-1 0-120,0 1 1,1 0-1,-1 0 1,1 0-1,0 0 1,1 5-1,0-8 131,-1-1 0,1 1-1,-1-1 1,1 1 0,0-1 0,-1 1 0,1-1 0,0 1-1,0-1 1,0 0 0,0 1 0,0-1 0,1 0 0,-1 0-1,0 0 1,0 0 0,1 0 0,-1 0 0,1 0-1,-1 0 1,1-1 0,-1 1 0,1 0 0,1-1 0,3 1 2,-1 0 0,1 0 0,0-1 0,0 0 0,0 0 0,0-1 0,0 1 0,-1-1 0,1-1-1,0 1 1,-1-1 0,1 0 0,-1 0 0,1-1 0,-1 1 0,7-6 0,11-7 153,0 0-1,25-24 0,214-206 2848,-184 168-1019,-66 66-1576,0 1 0,1-1 0,0 2 0,0 0 1,1 0-1,0 2 0,1-1 0,-1 2 0,1 0 1,26-6-1,-20 8 4,-1 1-1,1 1 1,0 1 0,0 1 0,0 0 0,0 2 0,33 6 0,153 46 302,-145-34-448,1-4-1,114 16 1,-158-31-203,0 0 0,1-2 0,-1 0 0,0-1 0,0-1 0,-1 0 0,1-1 0,-1-2 0,34-13 0,-38 12 0,0-1 0,-1 0 0,0-1 0,0 0 0,-1-1 0,0 0 0,-1-1 0,0 0 0,-1-1 0,0 0 0,-1-1 0,11-20 0,84-172 0,39-67 0,-133 255 0,1 1 0,1-1 0,1 2 0,0 0 0,1 0 0,0 1 0,1 1 0,27-18 0,-34 26 0,0 1 0,1 0 0,-1 0 0,1 1 0,0 0 0,0 0 0,0 1 0,0 0 0,0 1 0,1 0 0,-1 0 0,0 1 0,1 0 0,-1 1 0,0 0 0,1 0 0,-1 1 0,0 0 0,0 1 0,12 5 0,-9-3 0,1 1 0,-1 0 0,0 1 0,0 0 0,0 1 0,-1 1 0,-1 0 0,1 0 0,-2 1 0,1 0 0,-1 1 0,-1 0 0,0 0 0,0 1 0,-1 0 0,-1 0 0,0 1 0,-1 0 0,0 0 0,-1 0 0,0 1 0,-1-1 0,-1 1 0,0 0 0,0-1 0,-2 1 0,0 0 0,-2 17 0,-5 21 0,-1 0 0,-3-1 0,-3 0 0,-1-1 0,-3 0 0,-2-2 0,-2 0 0,-2-1 0,-2-2 0,-36 49 0,40-65 6,-2 0 0,-1-2-1,-52 45 1,22-29-64,-63 38 0,100-69-395,0-2-1,-25 11 1,38-19-64,0 0-1,0 0 1,-1-1-1,1 1 1,-1-1 0,1-1-1,-1 1 1,1-1-1,-1 0 1,1 0-1,-1 0 1,-8-2 0,13 1 195,0 1 1,0 0-1,1 0 1,-1 0 0,0 0-1,0-1 1,1 1-1,-1 0 1,0-1 0,0 1-1,1-1 1,-1 1 0,0-1-1,1 1 1,-1-1-1,1 1 1,-1-1 0,1 0-1,-1 1 1,1-1-1,-1 0 1,1 1 0,-1-1-1,1-1 1,-3-27-13248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19.8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0 457 15461,'26'14'871,"-17"-9"-426,0 0 1,0 0-1,0-1 1,0 0 0,1-1-1,-1 0 1,1 0-1,19 2 1,5-5 517,1-1 0,-1-1 0,0-2 0,1-1 0,34-11 0,-5 2-397,261-58 1137,-236 48-1291,137-59 1,-204 74-355,-1-2 1,0 0-1,0-1 0,33-27 0,-49 34-46,1 0-1,-2 0 1,1 0-1,-1 0 0,1-1 1,-2 0-1,1 0 0,-1 0 1,4-8-1,-6 10-5,1 0 0,-1 0 0,-1 0 0,1 0 0,-1 0 0,1 0 0,-1 0 0,0-1 0,-1 1 0,1 0 0,-1 0 0,0 0 0,0 0 0,0 0 0,0 0 0,-4-7 0,2 7 33,0-1 1,0 1-1,0-1 1,0 1-1,-1 0 1,0 0-1,0 1 0,0-1 1,0 1-1,-1 0 1,1 0-1,-1 0 1,0 1-1,0-1 1,0 1-1,0 1 1,0-1-1,0 0 1,-1 1-1,1 0 1,0 1-1,-6-1 0,-5 0 187,0 1 0,1 0-1,-1 1 1,0 1-1,1 1 1,-22 6 0,12-1-181,0 2 1,1 1 0,0 1-1,1 1 1,1 1 0,0 1 0,0 1-1,2 0 1,-33 34 0,17-10-21,1 2 1,2 1-1,-49 85 1,54-79-26,2 2 0,2 1 0,3 1 0,-15 56 0,30-87 0,1 0 0,1 1 0,0 0 0,2-1 0,1 1 0,1 0 0,0 0 0,2 0 0,1-1 0,1 1 0,0-1 0,15 40 0,-12-47 4,0-1 1,1 0-1,1 0 0,1-1 1,0 0-1,0-1 0,1 0 1,1 0-1,0-2 0,0 1 1,1-1-1,0-1 0,1-1 1,0 0-1,1 0 0,21 7 1,3-1-67,1-2 1,1-1 0,-1-3-1,1-1 1,49 2-1,-10-6-1899,137-11-1,81-32-8647,-54-2-4347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20.23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855 27 10673,'-35'-9'1906,"1"2"0,-41-2 0,62 8-1187,0 1 1,0 0-1,0 1 0,0 1 0,0 0 1,1 0-1,-1 2 0,0-1 0,-16 9 0,13-4-2,0 2-1,1 0 0,0 0 0,1 1 0,0 1 0,1 1 1,-17 19-1,-75 108 2343,102-136-2999,-36 56 24,3 2 0,3 1-1,2 2 1,-42 133 0,42-88-112,6 2 0,-17 155 0,33-187 28,5 0 0,2 0 0,4 0 0,4 0 0,30 151 0,-26-190 0,2-2 0,2 0 0,2 0 0,1-1 0,35 54 0,-35-66 0,1-2 0,1 0 0,1-1 0,2-1 0,0 0 0,1-2 0,1-1 0,35 21 0,-12-14-230,1-2 0,0-3 0,2-1-1,1-3 1,0-2 0,1-2 0,0-2 0,1-3 0,0-2 0,71-1 0,-32-7-459,-1-4 0,1-4 0,-2-4 1,1-4-1,102-35 0,-5-16-4318,-68 15-1134,26-18-5830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20.43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494 0 14677,'-11'5'724,"-1"0"-1,2 1 1,-1 0 0,1 1-1,0 0 1,0 1-1,1 0 1,0 0-1,0 1 1,1 0 0,-8 12-1,-9 15 177,2 2 1,2 0-1,1 1 0,2 1 1,-22 72-1,-39 220 3105,-61 781-5728,137-1068-1194,9 89 1,-3-108-184,2 0 0,11 36 0,12 11-9827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21.16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753 203 11393,'-8'-3'665,"-1"2"0,0-1 0,1 1 0,-1 0 0,0 1 0,0 0 0,0 1 0,0 0 0,1 0 0,-1 0 0,0 1 0,1 1 0,-17 6 0,-7 5 594,1 2 0,-35 22 0,45-25-847,-24 15 30,2 1 1,1 2-1,2 3 0,1 0 1,2 3-1,1 1 1,-38 53-1,58-66-762,1 0 0,0 0 0,3 2 1,0 0-1,1 0 0,-12 50 0,22-72 195,0 1 0,0-1-1,0 0 1,1 0 0,0 1 0,0-1 0,0 0 0,0 1 0,1-1 0,0 0 0,0 0 0,1 0 0,-1 1 0,1-1 0,0-1-1,1 1 1,-1 0 0,1-1 0,0 1 0,0-1 0,7 8 0,-5-7 5,1-1 1,1 1-1,-1-1 0,1-1 1,0 1-1,-1-1 0,1 0 0,1-1 1,-1 1-1,0-2 0,1 1 1,-1-1-1,1 0 0,13 0 1,4-2-46,1 0 0,-1-2 0,0-1 1,0-1-1,46-15 0,-11-3 147,65-33 1,174-118 727,-273 156-668,0 0 0,-1-1 0,-1-2 0,-1-1 0,27-31 0,-40 41 10,-1-1 1,0-1 0,0 0-1,-2 0 1,1 0 0,-2-1 0,0 0-1,-1-1 1,0 1 0,-1-1 0,-1 0-1,1-19 1,2-30 633,-6 61-554,3 5 8,2 3-94,0 0-1,0 0 1,0 1-1,0-1 0,0 1 1,-1 0-1,0 1 1,0-1-1,0 1 1,-1-1-1,0 1 1,3 9-1,10 13 7,41 71 8,22 34-360,-78-132 298,0-1-1,0 0 0,0 1 0,0-1 0,0 0 1,0 0-1,0 0 0,-1 0 0,1 1 0,0-1 0,0-1 1,0 1-1,0 0 0,0 0 0,0 0 0,0 0 0,0-1 1,0 1-1,1-1 0,-1 1-3,3-1 3,1 0 1,-1-1-1,0 1 0,0-1 1,0 0-1,0 0 1,0 0-1,0-1 0,-1 1 1,7-6-1,30-36 104,-32 34-60,182-233 2245,-170 215-1976,2 0 0,1 2 0,1 1 0,1 1 0,1 1 0,1 1 0,1 2 0,1 0 0,43-21 0,-53 32-133,0 1 0,0 1 0,1 1 0,0 1-1,0 1 1,0 0 0,30-1 0,-33 5-84,-1 1 1,0 0-1,0 1 0,0 1 1,0 0-1,0 1 0,-1 1 1,0 0-1,0 2 0,20 9 1,-26-10-61,0-1 0,-1 1 1,1 1-1,-1 0 1,0 0-1,-1 0 1,0 1-1,0 0 1,-1 0-1,0 1 1,0 0-1,-1 0 1,0 0-1,0 1 1,-1-1-1,-1 1 0,0 0 1,0 1-1,-1-1 1,0 0-1,0 1 1,-1-1-1,-1 1 1,0-1-1,0 1 1,-1-1-1,-1 1 1,0-1-1,0 0 1,-5 13-1,-3 14-191,-2-1-1,-1-1 1,-2 0 0,-33 58 0,17-46-290,9-13-414,-38 47 0,60-81 839,0 1 1,0 0-1,1 0 0,-1-1 0,0 1 0,0-1 1,1 1-1,-1 0 0,1-1 0,-1 1 1,0-1-1,1 1 0,-1-1 0,1 1 0,-1-1 1,1 1-1,0-1 0,-1 1 0,1-1 1,-1 0-1,1 1 0,0-1 0,-1 0 1,1 0-1,1 1 0,0-1 5,0 1 0,1-1-1,-1 0 1,0 1 0,1-1 0,-1 0 0,1-1 0,-1 1-1,0 0 1,1-1 0,-1 1 0,0-1 0,1 0 0,-1 0-1,4-2 1,38-23-68,-27 16 48,24-16 61,-2-2 0,46-40 0,66-75 467,-21 18 181,-40 40 75,-39 35-7,2 3-1,74-52 1,-126 98-739,1 0 0,-1 0 0,0 0 0,1 0 0,-1 0 0,1 1 0,0-1 0,-1 0 0,1 1 0,-1 0 0,1-1 0,0 1 0,0 0 0,-1 0 0,1 0 0,0 0 0,-1 0 0,1 0 0,0 0 0,-1 1 0,1-1 0,0 0 0,-1 1 0,1 0 0,-1-1 0,1 1 0,0 0 0,2 2 0,-3-2 0,1 1 0,0 0 0,-1 0 0,1 0 0,-1 0 0,0 0 0,0 0 0,0 0 0,0 1 0,0-1 0,0 0 0,0 0 0,-1 1 0,1-1 0,-1 1 0,0-1 0,0 1 0,0 2 0,-1 14 0,-2 1 0,0-1 0,-2 0 0,-12 36 0,-39 77 0,31-77 0,-106 216 0,99-209-2,16-29-754,-31 44 1,37-64-254,0 0 1,-1 0-1,-1-1 0,0 0 1,-20 14-1,-37 19-7231,-1-4-5738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23.40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213 532 6281,'0'0'72,"-1"0"0,1 1 0,0-1 0,0 1 1,-1-1-1,1 1 0,0-1 0,-1 0 0,1 1 1,0-1-1,-1 0 0,1 1 0,0-1 0,-1 0 1,1 1-1,-1-1 0,1 0 0,-1 0 0,1 1 1,-1-1-1,1 0 0,-1 0 0,1 0 0,-1 0 1,1 0-1,-1 0 0,1 0 0,-1 0 0,1 0 0,-1 0 1,1 0-1,-2 0 0,-3-15 2342,1 1 5576,-2 7-7037,6 6-824,-1 1 0,1-1 0,0 0 0,-1 1 0,1-1 0,-1 0 0,1 1 0,-1-1 0,1 0 0,-1 1 0,1-1 0,-1 1 0,0-1 0,1 1 0,-1-1 0,0 1 0,1 0-1,-1-1 1,0 1 0,0 0 0,1 0 0,-1-1 0,0 1 0,-1 0 0,-6 5-163,5-2 128,0-1 0,0 0 1,0 0-1,0 0 0,0-1 0,0 1 1,-1-1-1,-5 2 0,-36 11 958,35-10-538,1 0 1,-1-1-1,0-1 1,-19 3-1,17-5 936,42-3-812,225-19 106,1038-72 1059,-588 60-1644,2172-119 132,-2174 78-291,-685 72 0,-5 1 0,0 0 0,-1 0 0,1-1 0,-1-1 0,0 0 0,0-1 0,14-7 0,-25 11 0,0 0 0,1 0 0,-1 0 0,0 0 0,0 0 0,0 0 0,0 0 0,0 0 0,0 0 0,0-1 0,0 1 0,-1 0 0,2-3 0,-2 4 0,0-1 0,0 1 0,0-1 0,0 1 0,0-1 0,0 0 0,0 1 0,0-1 0,0 1 0,0-1 0,0 1 0,0-1 0,-1 0 0,1 1 0,0-1 0,0 1 0,-1-1 0,1 1 0,0-1 0,-1 1 0,1 0 0,0-1 0,-1 0 0,-3-1 0,1 0 0,0 0 0,-1 0 0,1 0 0,-1 0 0,0 1 0,-6-2 0,-13-4 0,-1 1 0,1 1 0,-47-3 0,51 8-2146,0-1 0,-29-5 0,42 5 1199,0 0-1,0-1 0,0 0 1,1 0-1,-1 0 1,1-1-1,0 1 1,-1-1-1,1-1 1,1 1-1,-8-6 1,-1-4-11028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23.9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532 69 10793,'-3'-5'437,"0"0"0,-1 0 0,0 0-1,0 1 1,0-1 0,-1 1 0,1 0 0,-1 1 0,0-1 0,0 1-1,0 0 1,-1 0 0,1 0 0,-1 1 0,0 0 0,1 0-1,-1 0 1,0 1 0,0 0 0,0 0 0,0 0 0,-10 1 0,-3 1 91,0 1 0,0 1 0,0 0 1,0 2-1,0 0 0,1 1 0,0 1 1,-25 12-1,23-8-146,1 0 0,0 1 1,0 1-1,1 1 0,1 1 0,-31 32 1,42-39-309,0 0 0,1 0 0,-1 1 0,2-1 0,-1 1-1,1 0 1,0 0 0,1 1 0,0-1 0,1 1 0,0 0 0,0-1 0,1 1 0,1 0 0,-1 0 0,1 0 0,1 0 0,0 0 0,0 0 0,1-1 0,1 1 0,-1 0 0,1-1 0,1 0 0,0 0 0,0 0 0,1 0 0,0 0 0,7 8 0,6 7-9,2-2 0,0 0 0,1-1 0,1-1-1,1-1 1,0-1 0,43 25 0,9-2 117,111 46 0,309 93-152,-103-41-129,-326-114 91,-2 2 0,-1 3 0,-2 3 1,83 59-1,-122-75 53,0 2 0,-1 0 0,-1 2 1,-1 0-1,27 40 0,-35-43 47,0 1 0,-1 0 1,-1 0-1,-1 1 0,-1 0 0,-1 1 0,-1 0 0,5 30 1,-7-17-55,-2 0 1,-1 0 0,-2 0-1,-1 0 1,-2 0 0,-1-1 0,-13 41-1,-3-4-7,-4-2-1,-45 87 1,1-28-31,-5-2 0,-154 192 0,-228 193 0,-253 136 0,699-637 0,-21 17 0,-52 55 0,70-65 0,-28 25 0,49-49-635,1-1 1,-1 0-1,-1 0 0,0-1 1,9-18-1,-7 12-1098,1 0 1,12-16 0,11-1-6034,1-5-5246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24.1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1 302 18074,'67'-75'1336,"0"50"-856,-7 4-492,-6-6-472,-11 3-592,4 0-384,3 0-1,-3-3-151,-3 3-2372,-7-7-2833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25.53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153 706 10889,'-16'30'8797,"1"26"-5905,2-8-1696,-15 20 415,13-36-1069,2 1 0,1 1 1,1 0-1,2 1 1,-5 44-1,11-54-237,1 1-1,1 0 0,1-1 0,2 1 1,9 50-1,-10-70-233,1 1 1,1-1-1,-1 1 1,1-1 0,0 0-1,0 0 1,1 0-1,0-1 1,0 1-1,0-1 1,0 0 0,1 0-1,0 0 1,0-1-1,1 0 1,-1 0-1,1 0 1,0 0-1,0-1 1,0 0 0,0 0-1,0-1 1,1 0-1,-1 0 1,1 0-1,0-1 1,-1 0 0,1 0-1,11-1 1,7 1-50,0-2 0,0 0 0,0-2 0,0-1 1,0-1-1,41-14 0,12-12-89,-1-3-1,-1-4 1,-3-3 0,112-82 0,250-236-1021,-410 337 997,541-520-10902,-432 408 4370,0 10-4029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26.10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74 317 6789,'1'-6'248,"1"-7"671,0-1 0,1 1 0,1 1-1,0-1 1,1 1 0,0-1 0,1 1 0,13-20 0,-18 31-721,0-1 0,0 1 0,-1 0 0,1 0 0,-1-1 0,1 1 1,-1-1-1,1 1 0,-1-1 0,0 1 0,0-1 0,0 1 0,0 0 0,0-1 0,0-2 1,-1-3 409,2 1 89,-2 0 0,1 0-1,-1 0 1,0 0 0,0 0 0,0 0-1,-1 1 1,0-1 0,0 0 0,-1 1-1,1 0 1,-8-11 0,10 15-658,-1-1 994,0 5-7,-18 57-332,4 0 0,-12 84 0,6-22-250,15-95-444,0 0 0,2 1 0,2-1 0,0 1 0,2 0 0,3 36 0,-2-60 0,0 0 0,0 1 0,1-1 0,-1 0 0,1 0 0,0 0 0,0-1 0,0 1 0,0 0 0,1-1 0,0 1 0,-1-1 0,1 0 0,0 0 0,1 0 0,-1 0 0,1-1 0,-1 1 0,1-1 0,0 0 0,-1 0 0,1 0 0,0 0 0,0-1 0,1 0 0,-1 0 0,0 0 0,0 0 0,1-1 0,7 1 0,11-1 0,0 0 0,1-2 0,-1 0 0,32-9 0,-54 11 0,79-19 40,111-41-1,77-47-578,-263 105 516,462-216-6212,-159 59-1191,-218 112 4218,156-84-9223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29.98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656 559 8845,'0'0'18203,"-12"6"-17925,9-5-171,0 1 0,0-1 0,0-1 0,0 1 0,0 0 0,0-1 0,0 0 0,0 1 0,0-1 0,0 0 0,-4-1 0,-1 1-263,5 0 3838,5-1-3506,6-2-94,6-2-20,-1-1 0,1 0 1,-1-1-1,-1 0 0,13-9 0,-18 10-62,0 1 0,0 1 0,1 0 0,16-7 0,-24 11 0,43-22 0,-16 7 0,-23 14 0,-2 1 0,-1-1 0,0 1 0,0-1 0,1 1 0,-1-1 0,0 1 0,0-1 0,0 0 0,0 0 0,0 0 0,0 1 0,0-1 0,0 0 0,0 0 0,0 0 0,0-1 0,0 1 0,-1 0 0,2-2 0,6-10 0,-8 12 0,1 1 0,-1 0 0,0 0 0,0 0 0,0 0 0,0-1 0,1 1 0,-1 0 0,0 0 0,0 0 0,0-1 0,0 1 0,0 0 0,0 0 0,0-1 0,0 1 0,0 0 0,0 0 0,0-1 0,0 1 0,0 0 0,0 0 0,0-1 0,0 1 0,0 0 0,0 0 0,0 0 0,0-1 0,0 1 0,0 0 0,0 0 0,0-1 0,-1 1 0,1 0 0,0 0 0,0 0 0,0 0 0,0-1 0,0 1 0,-1 0 0,1 0 0,0 0 0,0 0 0,0-1 0,-1 1 0,1 0 0,0 0 0,0 0 0,0 0 0,-1 0 0,1 0 0,0 0 0,0 0 0,-1 0 0,1 0 0,0 0 0,0 0 0,-1 0 0,1 0 0,0 0 0,0 0 0,-1 0 0,1 0 0,0 0 0,0 0 0,-1 0 0,-19 5 0,19-5 0,-21 7 0,1 2 0,0 0 0,0 1 0,1 1 0,0 1 0,-24 19 0,-7 10 0,-45 47 0,38-27 0,2 3 0,4 2 0,2 2 0,3 3 0,3 1 0,4 2 0,-55 140 0,81-174 0,1 0 0,2 1 0,2 1 0,1-1 0,3 1 0,1 1 0,2 51 0,3-73 0,1 0 0,1-1 0,0 1 0,2-1 0,0 0 0,1 0 0,1 0 0,1-1 0,1 0 0,1 0 0,0-1 0,1-1 0,1 0 0,1 0 0,0-1 0,26 23 0,-21-24-8,1 0 0,0-2 0,1-1 0,0 0 0,1-1 0,0-2 0,23 8 0,-12-7-31,0-1 0,1-3 0,0 0 0,46 1 0,-17-6-117,1-4-1,-1-2 0,-1-2 1,115-31-1,-98 16-516,-1-4 0,-1-4 0,-2-2 0,127-77 0,-121 56 141,-1-3 0,-3-4 0,116-118 0,-112 89 462,-3-2 1,-5-4-1,-4-3 0,-4-3 0,-5-3 0,-4-2 0,52-143 1,-78 167 761,29-141 0,-47 167-169,-3-1 1,-2 0-1,-3-81 0,-3 137-500,0 0-1,0 0 1,0 0-1,1 0 1,-1 0-1,-1 0 0,1 0 1,0 0-1,0 0 1,0 0-1,0 0 1,-1 0-1,1 0 0,0 0 1,-1 1-1,1-1 1,-1 0-1,1 0 1,-1 0-1,0 0 1,1 1-1,-1-1 0,0 0 1,1 0-1,-1 1 1,0-1-1,0 1 1,0-1-1,1 0 1,-1 1-1,0 0 0,0-1 1,0 1-1,0 0 1,0-1-1,0 1 1,0 0-1,0 0 0,0 0 1,0 0-1,0 0 1,0 0-1,0 0 1,-1 0-1,-2 1 34,0 0-1,1 1 1,-1-1-1,1 1 1,-1-1-1,1 1 1,0 0-1,0 1 1,-5 3-1,-4 7 90,0 2 0,0-1-1,2 2 1,0-1 0,-11 24 0,14-25-61,-61 119 249,-71 199 0,-15 156 99,142-448-460,-40 158-671,42-150 403,2 1 0,-3 54 1,11-92 166,0 0 0,0-1 1,1 1-1,1-1 0,0 1 0,0-1 1,1 0-1,0 0 0,0 0 0,1 0 1,1 0-1,0-1 0,12 18 1,-11-20 24,0 0 1,1 0-1,0-1 1,0 1-1,1-2 1,-1 1 0,1-1-1,0 0 1,1-1-1,-1 0 1,1 0 0,0 0-1,0-2 1,0 1-1,18 2 1,-4-3-20,0-1 0,0-1 0,0 0 0,0-2 0,0-1 0,-1-1 0,37-11 0,152-63-172,-188 68 319,403-195 3810,-411 197-3600,96-43 1016,-96 46-1082,-1 1 0,1 0 0,0 1 0,0 0 0,31 0 0,-22 2-168,1 2 0,-1 1 0,1 1 0,46 12 0,-62-12 0,-1 0 0,1 0 0,-1 1 0,0 0 0,0 0 0,0 1 0,-1 0 0,0 0 0,0 1 0,0 0 0,-1 0 0,0 1 0,0 0 0,0 0 0,-1 0 0,0 0 0,5 11 0,-6-8-12,0 0 0,0 0 0,-1 0 0,0 0 0,-1 1 0,0 0 0,0 14 0,-2 4-144,-5 40 0,1-28-39,3-6-1642,2-35 1720,-1 1-1,0-1 0,1 1 1,-1 0-1,0-1 0,1 1 0,-1-1 1,1 1-1,-1-1 0,1 1 1,-1-1-1,1 1 0,-1-1 0,1 0 1,0 1-1,-1-1 0,1 0 1,-1 0-1,1 1 0,0-1 1,-1 0-1,1 0 0,0 0 0,1 1 1,13 1-1138,-12-3 936,0-1 1,1 1 0,-1 0 0,0-1-1,0 0 1,-1 0 0,1 0-1,0 0 1,-1 0 0,1 0-1,-1-1 1,4-3 0,26-38-1691,-20 26 1262,165-256-4406,-32-15 9548,-139 274-3758,0 0 1,-1 0 0,4-22-1,-8 34-528,0 0 1,-1-1-1,1 1 0,-1 0 0,0-1 0,0 1 0,0 0 1,-1-1-1,1 1 0,-1 0 0,0 0 0,0 0 1,0-1-1,0 1 0,0 0 0,-1 0 0,1 0 0,-1 1 1,0-1-1,0 0 0,-3-3 0,0 6-49,-8 5-71,-32 14-2912,39-16 1697,1 0-1,0 0 0,0 1 0,0 0 1,0 0-1,-6 7 0,-13 22-7758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30.3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516 115 9917,'3'-9'883,"-1"1"-1,1-1 1,-1 1 0,1-18-1,-3 23-411,0 0 1,0 0-1,0 0 0,-1 0 1,1 1-1,-1-1 0,0 0 1,0 0-1,0 0 0,0 1 0,0-1 1,0 1-1,-1-1 0,1 1 1,-1-1-1,0 1 0,1 0 1,-6-5 4463,7 12-2925,3 56-1259,-2 0 0,-4 0 0,-15 92 0,17-143-747,-22 135-4,-6 0 0,-6-2 0,-62 161 0,-3-52-1552,-51 150-4845,120-282-1781,9-4-5478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30.7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689 1523 11781,'0'1'131,"1"-1"1,0 1-1,0-1 0,0 1 0,0-1 0,0 1 1,0-1-1,1 0 0,-1 1 0,0-1 0,0 0 1,0 0-1,0 0 0,0 0 0,0 0 0,1 0 1,-1 0-1,0 0 0,0 0 0,0-1 1,0 1-1,2-1 0,13-21 4075,-8 7-746,-4 10-2312,-1-1-301,0 0-1,1 1 1,0-1-1,0 1 0,0 0 1,1 0-1,-1 0 0,9-5 1,-5-2 502,-7 8-1235,0 4-113,-1-1 1,0 1 0,0 0 0,0 0 0,1-1-1,-1 1 1,0 0 0,0 0 0,0-1-1,1 1 1,-1 0 0,0-1 0,0 1 0,0 0-1,0-1 1,0 1 0,0 0 0,0-1 0,0 1-1,0 0 1,0-1 0,0 1 0,0 0-1,0-1 1,0 1 0,0 0 0,0-1 0,0 1-1,0 0 1,-1-1 0,1 1 0,0 0 0,0-1-1,0 1 1,-1 0 0,1 0 0,0-1-1,0 1 1,0 0 0,-1 0 0,1-1 0,0 1-1,-1 0 1,1 0 0,0 0 0,0 0-1,-1 0 1,1-1 0,0 1 0,-1 0 0,-17-1-18,15 1 14,-8 1 2,0 0 0,-1 1 0,1 0 0,0 1 0,0 0 0,0 1 0,-14 6 0,-76 44 0,67-34 0,-39 22 0,-112 87 0,141-93 0,3 1 0,0 2 0,-52 68 0,84-96-61,1 0 1,1 1-1,-1 0 0,-9 23 0,16-32 35,0 0 1,0 0-1,0 0 0,0-1 0,0 1 0,1 0 0,-1 0 0,1 0 1,0 0-1,0 0 0,0 0 0,0 0 0,0 0 0,1 0 1,0 0-1,-1 0 0,1 0 0,0 0 0,0 0 0,1-1 0,-1 1 1,0 0-1,1-1 0,0 1 0,-1-1 0,1 1 0,0-1 0,4 3 1,3 1-192,-1-1 0,1-1 0,-1 0 1,2 0-1,-1 0 0,0-2 0,0 1 0,1-1 1,0 0-1,-1-1 0,1 0 0,0 0 1,0-1-1,12-2 0,8-1-274,-1-1 1,0-1-1,44-14 0,-18-1 203,-1-2 0,-1-2 0,-1-2 0,-1-3-1,-2-2 1,-1-2 0,-1-2 0,55-55 0,-35 23 429,-3-3 0,-3-2 0,-4-3 0,68-115 0,-88 121 332,-2-1 0,32-92 0,32-152 1293,23-276 3201,-120 580-4963,-1 6-4,0-1 0,-1 0 0,1 1 0,-1-1 0,0 0 0,-1 1 0,1-1 0,-3-8 0,3 12 0,0 0 0,0 1 0,-1-1 0,1 0 0,0 1 0,-1-1 0,1 1 0,-1-1 0,1 1 0,-1-1 0,1 0 0,-1 1 0,1 0 0,-1-1 0,1 1 0,-1-1 0,1 1 0,-1 0 0,0-1 0,1 1 0,-1 0 0,-1-1 0,0 1 0,1 0 0,-1 0 0,0 1 0,1-1 0,-1 0 0,1 1 0,-1-1 0,1 1 0,-1-1 0,1 1 0,-1 0 0,1-1 0,-1 1 0,-1 2 0,-8 7 0,-1 1 0,2 1 0,0 0 0,0 1 0,1 0 0,1 0 0,-11 22 0,-182 400 0,176-377 0,-27 74-660,-43 172 0,-5 146-3870,71-269-4371,13-3-6131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32.15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689 1470 9113,'11'-24'513,"-1"4"150,-1 0-1,-1 0 0,-1-1 1,0 0-1,4-33 1,-10 47-409,5-30 1444,-2-1 1,-1 0-1,-4-58 1,1 89-1492,-1 1 0,-1-1 0,1 1 0,-1-1 0,0 1 0,-1 0 0,1 0 0,-1 0 0,0 0 0,-1 0 0,1 0 0,-1 1 0,-1 0 0,1 0 0,-1 0 1,1 0-1,-1 1 0,-1 0 0,1 0 0,-1 0 0,1 1 0,-1-1 0,0 1 0,0 1 0,0-1 0,-1 1 0,1 0 0,-1 1 0,1-1 0,-1 1 0,1 0 0,-1 1 1,0 0-1,1 0 0,-1 0 0,0 1 0,1 0 0,-1 0 0,1 1 0,-8 2 0,-7 6 63,1 1 0,0 0 0,0 2 0,1 0 0,1 1-1,0 1 1,1 0 0,1 2 0,-19 23 0,-5 11 30,3 1-1,-34 65 1,35-51-291,2 2 1,4 1-1,-28 93 1,45-114-18,1-1 1,3 2-1,2-1 1,2 1-1,2 0 1,4 55-1,1-80-115,1 0 0,1 0 0,1 0 0,1-1 0,1 0 0,2 0 0,0 0 0,1-1 0,1-1 0,14 21 0,-8-19-179,0-1 0,2 0 0,0-2-1,1 0 1,2-1 0,-1-2 0,2 0 0,32 19 0,-23-19-122,1-1 0,1-2 0,0-1 0,1-1 0,53 10 0,-21-10-869,138 6-1,-138-18 898,0-3 0,0-3 0,0-3 0,-1-3 0,0-3 0,-2-2 0,1-3 0,-2-4 1,-1-1-1,-1-4 0,-2-2 0,0-3 0,-3-2 0,-1-3 0,-1-2 0,91-92 0,-68 51 595,-4-3-1,-4-4 1,-3-2 0,63-120 0,-69 96 424,-5-3 0,-5-2 0,47-172 0,-56 133 753,-7-2 1,-7-2 0,-8 0 0,-1-185 0,-18 345-1048,-3 8-12,-5 9-90,1 1 0,1 1 0,0-1 1,0 1-1,-4 30 0,-9 94 463,14-97-478,-79 683 1450,25-26-2208,59-667 447,1-1 0,1 1 0,2-1 0,1 0 0,11 35 1,-13-57 29,0 1 0,1-1 1,1 0-1,0-1 1,0 1-1,1-1 1,0 0-1,0 0 1,1-1-1,1 0 0,-1 0 1,1-1-1,0 0 1,1 0-1,0-1 1,0 0-1,0 0 1,20 8-1,-15-9-17,0-1 0,1 0 0,-1-1-1,1-1 1,-1 0 0,1-1 0,0 0 0,0-2 0,-1 1-1,1-2 1,0 0 0,-1-1 0,1 0 0,-1-1 0,0-1 0,17-7-1,-2-2-9,-1-2-1,0 0 0,-1-2 0,-1 0 0,-1-2 0,34-34 0,-1-8-43,-2-2 0,-4-2-1,55-91 1,108-232-92,-137 209-354,-50 109-540,-26 67 811,86 15-1105,-58-7 1308,0-1-1,1-2 1,-1-1 0,1-2-1,-1-1 1,0-1-1,0-1 1,0-2-1,-1-1 1,0-1-1,0-2 1,38-19-1,-62 27 125,1 0-1,-1 0 0,0 0 0,0-1 1,0 0-1,-1 1 0,1-2 0,-1 1 1,0-1-1,0 1 0,0-1 0,-1 0 1,1 0-1,-1-1 0,-1 1 0,1-1 1,-1 1-1,0-1 0,0 0 0,0 0 1,-1 0-1,0 0 0,0 0 0,-1-7 1,0 3 71,-2 0 1,1 1 0,-1-1 0,-1 1-1,0 0 1,0 0 0,-1 0-1,0 0 1,0 0 0,-1 1 0,0 0-1,-1 0 1,0 0 0,0 1-1,-14-14 1,9 12 123,0 1-1,-1 0 1,-21-11-1,32 18-193,1 1 0,-1 0 0,0 0 0,0 0-1,0 0 1,0 0 0,1 0 0,-1 0 0,0 1 0,0-1-1,0 0 1,1 0 0,-1 1 0,0-1 0,0 0 0,1 1-1,-1-1 1,0 1 0,1-1 0,-1 1 0,1-1 0,-1 1-1,-1 0 1,-10 14 90,12-13-89,-1 1 0,1 0 0,0-1 0,-1 1 0,1 0-1,0 0 1,1-1 0,-1 1 0,0 0 0,1 0 0,-1-1 0,1 1 0,0 0 0,0-1 0,0 1 0,0-1 0,3 4 0,30 43-74,-29-42 6,9 10-42,2 5-163,1 0 1,1-1-1,1-1 1,43 35-1,-57-51 225,2-1-1,-1 0 0,0 0 0,1 0 0,-1-1 0,1 0 0,-1 0 0,1-1 1,0 0-1,0 0 0,0 0 0,0-1 0,0 0 0,0-1 0,11-1 1,-7 0 68,0-1 0,0 0 0,0-1 0,-1 0 0,1-1 0,-1 0 0,0 0 0,16-13 0,100-68 1516,-125 85-1517,0 0-1,1 0 1,-1 1 0,0-1-1,1 0 1,-1 0-1,1 1 1,-1-1-1,1 0 1,-1 1 0,1 0-1,-1-1 1,1 1-1,-1 0 1,1 0-1,0 0 1,1 0 0,-2 0-2,0 1 0,0-1 0,0 0 1,0 1-1,0-1 0,0 1 1,0 0-1,0-1 0,0 1 1,0 0-1,-1-1 0,1 1 0,0 0 1,-1 0-1,1 0 0,0 0 1,-1 0-1,1 0 0,0 1 1,0 3 34,1 0-1,-1-1 1,0 1 0,0 0 0,0 0 0,-1 0 0,0 0 0,0 0 0,-1 8 0,-3 13 0,-1-1 0,-1 0 0,-1-1 0,-15 34 0,-51 91-1257,14-33-3005,46-86-226,-19 60-1,21-33-4911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32.28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68 75 9609,'10'-33'4420,"-20"21"-3524,-4 3-484,-2 0-1924,-4 0-2476,3 6-2865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42.78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1779 1279 6845,'4'-1'702,"0"0"1,0 0-1,1-1 1,-2 1 0,1-1-1,0 0 1,0 0-1,0 0 1,-1-1 0,1 1-1,-1-1 1,0 0-1,0 0 1,4-4 0,-5 3-174,0 0 1,0 0 0,0 1 0,0-1 0,-1-1 0,1 1 0,-1 0 0,0 0 0,0-1-1,-1 1 1,1-5 0,-2-56 3849,1 57-4274,-1 1 0,-1-1 0,1 1 0,-1 0 0,0 0 0,-1 0 0,0 0 0,0 0-1,-1 0 1,1 1 0,-2-1 0,1 1 0,0 0 0,-1 1 0,0-1 0,-1 1 0,1 0 0,-1 0 0,0 0 0,0 1 0,-1 0 0,1 0 0,-1 1 0,-10-4 0,-3 0 148,0 0 0,0 2-1,0 1 1,-1 0 0,1 1 0,-1 2-1,-36 0 1,2 5-253,1 3 0,-1 2 0,1 2 0,1 2 0,0 3 0,-97 44 0,54-13 0,1 5 0,-138 100 0,132-78 0,4 4 0,3 5 0,-93 105 0,158-155 0,3 0 0,-36 60 0,55-83 0,1 2 0,0-1 0,1 1 0,0-1 0,1 1 0,0 1 0,1-1 0,0 0 0,1 1 0,1 0 0,0-1 0,1 1 0,1 13 0,0-20-35,0 0-1,1 0 1,0 0 0,0 0 0,0-1-1,1 1 1,0-1 0,0 0-1,0 0 1,1 0 0,0 0-1,0 0 1,0-1 0,0 1 0,1-1-1,-1-1 1,1 1 0,0 0-1,0-1 1,1 0 0,-1-1 0,7 3-1,6 2-203,0-1 0,0-1 0,0-1 0,0-1 0,38 2 0,-5-4-259,-1-2 0,1-3 0,-1-1-1,0-3 1,0-3 0,64-21 0,-22 0 9,-1-5 0,115-65 0,-121 53 277,-1-4 1,-3-3-1,-3-4 0,85-84 0,-105 86 334,-2-3 0,-3-2 0,-3-3 0,-3-2 0,55-104 0,-70 104 325,-2-2 0,28-106 0,19-150 1215,-10-45 1232,-47 248-1778,-31 240-876,5 120-1,4-99-204,-3 34 16,0 365-569,6-507-39,11 200-4336,-6-176 897,2 0-1,18 63 1,8-22-7881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43.11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212 142 12909,'-53'0'3633,"43"0"-1451,6-1-374,-21-9 2402,45 9-455,11 0-3884,35-2 645,0-2 0,0-4 0,-1-3 0,83-25 0,-147 37-509,3-1 24,-1 0 1,0 0-1,0 0 1,0 0 0,0 0-1,0-1 1,0 1-1,0-1 1,0 0-1,0 0 1,-1 0 0,1 0-1,-1 0 1,1-1-1,-1 1 1,0-1-1,0 0 1,0 1 0,2-5-1,-4 6-28,0 1 0,1-1 0,-1 1 0,0-1 0,0 1 1,0-1-1,1 1 0,-1-1 0,0 1 0,0-1 0,0 1 0,0-1 0,0 1 0,0-1 0,0 0 0,0 1 0,0-1 0,0 1 0,0-1 0,-1 1 0,1-1 0,0 1 0,0-1 0,0 1 0,-1-1 1,1 1-1,0-1 0,0 1 0,-1-1 0,1 1 0,-1 0 0,1-1 0,0 1 0,-1-1 0,1 1 0,-1 0 0,1-1 0,-1 1 0,-2-1 4,1 1 1,-1-1-1,1 1 0,-1-1 0,1 1 0,-1 0 1,1 0-1,-1 0 0,-3 1 0,-8 2 21,1 0-1,0 0 0,-13 6 1,-6 6 7,0 1 0,1 2 0,1 0 1,1 2-1,1 2 0,-40 38 0,32-23 3,1 1 0,2 2 0,-53 83 0,71-97-33,1 0 1,0 1-1,2 1 0,2 0 0,0 0 1,-7 39-1,15-55-81,0-1 1,0 1-1,1 0 0,1-1 1,0 1-1,1 0 0,0 0 1,1-1-1,0 1 0,0-1 1,2 1-1,-1-1 0,1 0 1,1-1-1,0 1 0,1-1 1,0 1-1,0-2 0,8 10 1,1-4-287,0-1 0,0-1 0,1 0 0,1-1 0,0-1 0,0 0-1,1-2 1,1 0 0,20 7 0,4-1-781,0-3 0,1-1-1,48 5 1,-61-12-118,1-2 0,0-1 0,61-7 0,33-14-5024,-22-1-2017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43.44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12153,'0'0'94,"0"1"-1,0 0 1,0 0 0,0-1-1,1 1 1,-1 0 0,0 0-1,1-1 1,-1 1 0,0 0-1,1-1 1,-1 1 0,1 0-1,-1-1 1,1 1 0,-1 0-1,1-1 1,-1 1 0,1-1-1,0 1 1,-1-1 0,1 0-1,0 1 1,-1-1 0,1 0-1,0 1 1,0-1 0,1 0-1,25-1 1621,-3 0-753,28 8 198,0 3-1,-1 3 0,-1 1 0,77 34 0,-94-36-947,0 2-1,-1 1 1,-1 2-1,-1 1 1,50 39-1,-70-48-208,-1 0-1,0 0 1,0 1 0,-1 0-1,-1 0 1,1 1 0,-2 0-1,7 15 1,-9-17-46,-1 0 1,0 0-1,-1 1 0,0-1 0,0 1 1,-1 0-1,-1 0 0,1-1 1,-1 1-1,-1 0 0,0 0 1,-3 10-1,0-1-132,-2 0 1,0 0-1,-1-1 1,-1 0-1,-20 33 1,-63 76-695,51-75 525,36-47 299,-17 28-74,21-33 124,-1 1 0,1-1 1,0 0-1,0 1 0,-1-1 0,1 1 0,0-1 0,0 0 0,0 1 0,0-1 0,0 1 0,0-1 0,0 1 0,0-1 0,0 0 0,0 1 0,0-1 0,0 1 0,0-1 0,0 1 0,0-1 0,0 0 0,0 1 0,0-1 0,1 1 0,-1-1 0,0 0 0,0 1 0,1-1 0,-1 0 0,0 1 0,0-1 0,1 0 0,-1 1 1,0-1-1,1 0 0,-1 0 0,0 1 0,1-1 0,-1 0 0,1 0 0,-1 0 0,0 1 0,1-1 0,-1 0 0,1 0 0,-1 0 0,0 0 0,1 0 0,-1 0 0,1 0 0,-1 0 0,1 0 0,-1 0 0,0 0 0,1 0 0,-1 0 0,1 0 0,-1-1 0,1 1 0,-1 0 0,1 0 0,10-2 86,0-1-1,1 1 0,-1-2 1,-1 1-1,21-11 1,53-35 458,-52 29-305,230-166 2711,-66 43-10,-184 135-2680,0 1 1,0 0 0,25-9 0,-33 15-198,0 0-1,0 0 1,0 0 0,1 0 0,-1 1-1,0-1 1,7 1 0,-9 0-53,-1 1 1,1-1-1,-1 0 1,1 1 0,-1-1-1,1 1 1,-1-1-1,1 1 1,-1 0-1,0-1 1,1 1-1,-1 0 1,0 0 0,0 0-1,1 0 1,-1 0-1,0 0 1,0 1-1,0-1 1,1 2 0,3 8-284,0-1-1,-1 1 1,0 0 0,-1 0 0,0 1 0,-1-1 0,0 1 0,-1 0 0,0-1 0,-1 13 0,-1 7-2908,-2-1 0,-11 55 0,7-37-2874,14 2-3413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43.60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24 13853,'27'-24'7165,"-10"33"-8273,0 3-456,-11 12-5405,1 3-1424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43.8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176 70 12701,'-4'22'428,"-3"13"1459,-1 0 0,-23 59 0,15-62 678,-27 39-1,6-8-388,32-54-1804,1 1-1,0 0 0,0 0 1,1 0-1,0 0 1,1 1-1,0-1 1,-1 22-1,3-30-295,1 1 0,-1 0 0,0-1 1,1 1-1,-1-1 0,1 1 0,0-1 0,0 0 0,0 1 0,0-1 0,0 0 0,1 1 1,-1-1-1,1 0 0,-1 0 0,3 2 0,-1-2-33,-1 0-1,1-1 1,0 1-1,0-1 1,0 1-1,0-1 1,0 0-1,0 0 1,0 0-1,0-1 1,1 1-1,-1-1 1,0 0-1,0 0 1,6 0-1,7-2-42,0 0 0,0-1 1,0-1-1,-1-1 0,0 0 0,0-1 0,0 0 0,-1-1 0,0-1 0,0 0 0,-1-1 0,16-13 1,7-9-1254,-2-1 1,61-73 0,62-114-8763,-134 185 6766,34-48-8160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44.48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24 1145 11569,'14'1'963,"0"0"-1,0 0 1,0-1-1,0-1 1,20-3-1,-29 3-508,1 0 0,0 0 0,-1-1-1,0 0 1,1 0 0,-1 0-1,0 0 1,0-1 0,0 0 0,0 0-1,0-1 1,-1 1 0,0-1-1,0 0 1,0 0 0,7-8 0,-6 4-39,-1 0 1,0 0-1,0-1 0,0 1 1,4-17-1,-7 20-357,-1 0 0,1 1 0,-1-1 0,0 0 0,0 1 0,0-1 1,-1 0-1,1 1 0,-1-1 0,0 1 0,-1-1 0,1 1 0,-3-5 0,-5-14 163,7 18-191,0 0 0,0 0 0,0 0 0,0 0 0,-1 0 0,-5-7 0,7 11-25,-1 0-1,1 0 0,0 0 0,-1 0 1,1 0-1,0 0 0,-1 0 0,1 1 0,-1-1 1,1 1-1,-1-1 0,0 1 0,1-1 1,-1 1-1,1 0 0,-1 0 0,0 0 1,1 0-1,-1 0 0,1 0 0,-1 0 0,0 1 1,1-1-1,-1 0 0,1 1 0,-4 1 1,-4 2-46,1 0 0,-1 1 1,1 0-1,0 0 0,1 1 0,-1 0 1,1 1-1,0-1 0,1 1 1,-1 1-1,1-1 0,1 1 0,0 0 1,0 0-1,0 1 0,1-1 1,-4 12-1,-1 4-234,1 0 1,1 1-1,1 0 1,1 0-1,-1 34 0,5-48 235,1-1 0,0 0 0,0 1-1,1-1 1,1 1 0,0-1-1,0 0 1,1 0 0,0 0 0,1 0-1,0-1 1,0 1 0,1-1 0,1 0-1,-1 0 1,1-1 0,1 0-1,0 0 1,0 0 0,0-1 0,1 0-1,0 0 1,0-1 0,1 0-1,0-1 1,0 0 0,0 0 0,1-1-1,0 0 1,-1 0 0,1-1 0,0-1-1,14 3 1,-3-3 21,1 0 0,0-1 0,0-2 0,-1 0 0,1-1 0,0-1 0,-1-1 0,0-1 0,0-1 0,0 0 0,-1-2 0,25-13 0,-20 8 58,0-2 0,-1-1 1,0-1-1,-2-1 0,0-1 0,-1 0 0,-1-2 0,32-42 0,24-51 144,-68 98-133,1 1 1,-2-1-1,0-1 0,-2 1 1,8-30-1,-13 42-33,1-1 0,-1 1 0,0 0 1,-1-1-1,1 1 0,-1 0 0,1-1 0,-4-7 0,1-1-13,1 10 4,-12 7 1,3-1-12,3-1-11,-1 0 0,0 1 0,1 0 0,0 1 0,0 0 0,0 0-1,0 1 1,0-1 0,1 2 0,-10 8 0,1 2-177,1 1 0,1 0 0,0 2 0,1-1 0,1 2 0,-13 26 0,21-38 55,1 1 1,-1 0-1,1-1 1,1 1-1,-1 0 1,2 0-1,-1 1 1,1-1-1,1 0 1,-1 0-1,2 1 1,-1-1-1,1 0 1,1 0-1,0 0 1,0 0-1,0 0 1,5 9-1,-5-14 66,1 0-1,0 0 1,0 0 0,0 0-1,0 0 1,0-1-1,1 0 1,0 1 0,0-1-1,0 0 1,0-1 0,0 1-1,0-1 1,1 0-1,-1 0 1,1 0 0,0-1-1,0 1 1,-1-1 0,1 0-1,0-1 1,0 1-1,0-1 1,0 0 0,5-1-1,8 0-74,-1 0-1,1-2 0,-1 0 0,0-1 1,26-10-1,-22 6 231,-1 0 1,-1-2-1,1-1 1,-2 0 0,1-1-1,-2-1 1,0-1-1,27-27 1,-23 17 184,-1-1 1,0-1-1,-2-1 0,-2 0 1,20-41-1,-12 9 450,-2-1 0,-3-1-1,-3-1 1,-2 0 0,8-94-1,-7 1 621,25-213 3647,-37 352-4706,-1 20-103,-1 18-57,-3 19-121,-2 0 0,-1 0 0,-18 62 0,-47 120 0,-21 10 0,29-73-1505,-47 110-5678,55-110-1273,23-39-4183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45.09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305 884 12093,'-193'71'3819,"182"-67"-3309,-14 6 2215,-44 23 0,62-28-1607,9-1-292,25 0 430,32-6 101,91-14 0,-139 15-1261,195-27 1127,71-7-248,72-6-172,71-7-82,67-6-73,1067-103-246,11 38-289,608 17-113,-779 40 0,-992 41 0,-67-3 0,-134 8 0,236-49 0,-427 62 0,70-17 0,-75 18 0,1 0 0,-1 0 0,0-1 0,0 1 0,-1-1 0,1 0 0,0 0 0,-1-1 0,0 1 0,7-8 0,-10 10-18,0-1 0,0 1 1,0 0-1,0-1 0,-1 1 0,1 0 1,-1-1-1,1 1 0,-1-1 0,1 1 0,-1-1 1,0 1-1,0-1 0,1 1 0,-1-1 1,0 1-1,0-1 0,-1 0 0,1 1 1,0-1-1,-1 1 0,1-1 0,0 1 0,-1 0 1,0-1-1,0-1 0,-2-1-223,1 1 0,-1-1 0,0 1 0,0 0 0,0 0 0,0 0 0,0 0 0,-7-4 0,-12-4-1756,0 1-1,-1 0 0,0 2 1,0 1-1,-33-6 1,45 11 962,-107-26-13079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10:45.54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88 11477,'10'-12'2464,"10"6"-404,0 3 2497,-10-6-3501,3 3 380,-13-12-3900,7 0-832,6 3-11010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03.2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64 3656,'20'3'1084,"-3"-12"-1020,3 0-328,-23-15-1272,-1 0 1516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03.37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27 1252,'20'-27'-428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03.5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231 359 14509,'-67'-54'1704,"31"24"-407,12 6-381,4-6-516,3 0-476,14 14-744,-10-17-741,-8-21-867,8 15-1592,-4-9-2917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11.36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44 94 5589,'-36'3'1112,"29"-3"2016,10 1-2250,17 4-595,-14 1 2811,-7-4-2906,0 1 0,0-1 1,1 1-1,-1-1 0,1 1 1,-1-1-1,1 1 0,0 0 0,0-1 1,0 1-1,0-1 0,1 1 0,-1-1 1,1 1-1,0-1 0,-1 1 0,1-1 1,0 1-1,0-1 0,1 0 0,1 4 1,-1-3 95,-2-2-252,1-1 0,0 1 1,0 0-1,0 0 0,0-1 1,0 1-1,0-1 0,0 1 1,0 0-1,0-1 0,0 0 1,0 1-1,0-1 0,0 0 1,1 1-1,0-1-7,-1 0 1,0 0-1,0 1 1,0-1-1,0 0 0,0 1 1,0-1-1,0 1 1,0-1-1,0 1 1,0 0-1,0-1 0,0 1 1,0 0-1,0 1 1,19 4 271,-4-1-140,-1-1 1,1-1-1,28 2 0,13 2-74,77 12 196,-66-11-204,24-1-93,97-4 0,-22-1 10,-98 1 51,12 1-57,104-8 1,-129 1 59,-29 2-20,35-6 0,-34 2-24,0 1-1,1 2 0,32 1 1,0 0 0,213 1-84,-212 0 45,234-7 38,-250 0 7,-29 4 3,1 1-1,18 0 1,242-4 83,-70 8-80,6-14-101,-100 4-12,12 4 62,-118 4 38,104 4 225,24-3-10,-64-2-162,145 3 40,44-10-115,-95-3 28,-8 1 59,-10-2-60,29-3 81,-128 12-89,-9-1 11,76 4 0,-73 2-58,55-4 0,18 0 94,142 1-67,-82 0 137,-84 2 1,29-10 90,120-6 126,-197 11-310,-17 0-1,0 1 1,0 2 0,46 3-1,-35 1 0,-1-2 0,1-1 1,60-9-1,-52 6 14,0 2 0,70 7 1,-66-2 22,140-7 320,-6 1-82,-163 3-251,7 1 76,35-2 1,-13-1-32,18-1 113,5-7-122,-69 8-33,0 1 1,0 0 0,-1 0-1,1 0 1,0 0-1,7 2 1,-6-1-68,-1-1-19,0-1 12,35-6 46,-35 6 1206,15 0-590,-18 1-747,-1 0 1,1 0-1,-1 0 1,1 0-1,-1 0 1,1 0-1,-1 0 1,1 0-1,-1 0 1,1-1-1,-1 1 1,1 0-1,-1 0 1,1 0-1,-1-1 1,0 1-1,1 0 1,-1-1-1,1 1 1,-1 0-1,0-1 1,1 1-1,-1-1 1,0 1-1,1 0 1,-1-1-1,0 1 1,0-1-1,1 1 1,-1-1 0,0 1-1,0-1 1,0 1-1,0-1 1,0 1-1,0-1 1,0 1-1,0-1 1,0 1-1,0-1 1,0 1-1,0-2 1,-13-23-3928,4 11-1212,2-3-3687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16.28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 3088,'48'25'899,"-39"-20"6448,3-35-6567,-11 27 630,-6 7-1265,-15 10 411,15-11-260,2 3-9,-7 16 240,12-17-444,0 0-1,-1 0 1,2 0-1,-1 0 0,1 0 1,-1 0-1,1-1 0,0 1 1,1-1-1,-1 0 1,1 0-1,0 0 0,0 0 1,0-1-1,1 1 0,-1-1 1,7 3-1,21 10 21,0-1 0,2-2 0,0-2 0,0 0 0,1-3-1,0 0 1,1-3 0,0-1 0,65-1 0,12-8 106,184-33-1,-199 23-347,-42 7 105,65-12-394,-120 20 420,1 0 0,-1 0 0,0 0 0,0 0 0,1 0 0,-1 0 0,0 0 0,0 0 0,1 0-1,-1 1 1,0-1 0,0 1 0,0-1 0,1 1 0,-1-1 0,1 2 0,-2-2-51,1 1-1,0-1 0,-1 1 1,1-1-1,0 0 1,0 1-1,-1-1 1,1 0-1,0 0 1,0 1-1,0-1 0,-1 0 1,1 0-1,0 0 1,0 0-1,0 0 1,-1 0-1,1 0 1,0 0-1,0 0 0,0-1 1,-1 1-1,1 0 1,0 0-1,0-1 1,0 1-1,4-4 3,-3 3-112,0 0-1,0 0 1,-1 0 0,1 0-1,0-1 1,-1 1 0,1 0-1,-1-1 1,0 0 0,1 1-1,-1-1 1,0 0 0,0 1 0,0-1-1,1-2 1,-1 1-311,-1 1-1,1-1 1,0 1 0,-1-1-1,0 1 1,1-1 0,-1 0-1,0 1 1,0-1 0,-1 0-1,0-2 1,-2-15-3924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17.5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851 424 5424,'14'-28'1595,"-13"27"-1474,-1 0 0,1 0 0,-1 0 0,1 0 0,-1-1 1,0 1-1,0 0 0,1 0 0,-1-1 0,0 1 0,0 0 1,0 0-1,0 0 0,0-1 0,-1 1 0,1 0 0,0 0 0,0-1 1,-1 1-1,0-2 0,-1-1 314,-1-25 996,1 0 0,1 0 0,2 0-1,4-33 1,-3 50-1184,0 0-1,-1 0 1,-1 0 0,0 0-1,0 0 1,-1 0 0,-1 0-1,0 0 1,-7-23-1,8 33-220,0 0 0,0-1-1,0 1 1,0 0 0,0 0-1,-1 0 1,1 0 0,-1 0-1,1 0 1,-1 0 0,0 0-1,0 1 1,0-1 0,0 1-1,0-1 1,0 1 0,-4-2-1,1 1 1,0 0 0,-1 1-1,1 0 1,0 0 0,0 0-1,-1 0 1,1 1 0,-6 0-1,-7 2 22,1 0-1,0 1 1,0 0-1,-22 8 1,3 3 5,0 1-1,1 2 1,-45 28 0,-93 75 130,136-91-169,1 2 0,1 1 0,-36 44 0,55-57-46,1 0 1,1 2-1,1-1 1,1 2-1,1 0 1,0 0 0,-13 47-1,22-57-6,0 0 0,0 0 0,1 0 1,1 0-1,0 0 0,1 1 0,0-1 0,1 0 0,0 0 0,1 0 0,1-1 0,0 1 0,0-1 0,1 1 0,0-1 0,1-1 1,0 1-1,12 14 0,4 2-63,1 0 1,1-2 0,0 0 0,2-2 0,38 26-1,-15-16-171,105 54 0,64 10-21,1 0 22,-187-82 235,124 67-340,-131-68 212,-1 2 1,-1 1-1,42 39 1,-61-53 131,-1 0 0,0 1 0,0 0 0,0 0 0,0-1 0,-1 2 0,0-1 0,0 0 1,0 0-1,0 1 0,0-1 0,-1 1 0,0-1 0,0 1 0,0 0 0,-1-1 0,0 1 0,1 0 1,-2 0-1,1 4 0,-2-3-14,1-1 0,-1 0 0,0 0 0,0 0 0,0-1 0,0 1 0,-1 0 0,0-1 0,0 1 0,-1-1 0,1 0 0,-1 0 0,1-1 0,-1 1 0,-1-1 0,1 1 0,-8 4 0,-19 8-87,0 0 0,-1-2 1,0-1-1,-63 15 0,-145 17-70,188-36 179,-39 4 473,-152 4-1,203-22-186,36 5-9,17 11 366,1 5-432,1 0 1,-2 1-1,0 0 1,-1 1-1,-1 0 1,-1 1-1,0 0 1,-1 1-1,-1 0 1,-2 0-1,7 25 1,2 27 363,12 143 0,-22-125-410,-5 0 1,-12 108 0,9-162-556,1-1 1,5 53-1,-1-67-1938,1 0-1,12 38 1,-15-59 2267,0 0-1,0 1 1,0-1-1,0 0 1,0 0-1,0 0 1,0 0-1,0 1 1,0-1 0,0 0-1,0 0 1,0 0-1,0 0 1,0 0-1,0 1 1,1-1-1,-1 0 1,0 0-1,0 0 1,0 0-1,0 0 1,0 0-1,1 0 1,-1 0 0,0 1-1,0-1 1,0 0-1,0 0 1,0 0-1,1 0 1,-1 0-1,0 0 1,0 0-1,0 0 1,0 0-1,1 0 1,-1 0 0,0 0-1,0 0 1,0 0-1,0 0 1,1 0-1,-1 0 1,22 0-5367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18.1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1531 358 7529,'19'-113'909,"-16"98"-702,1 1 0,0-1 0,1 1 0,1 0 1,0 0-1,0 0 0,2 1 0,0 0 0,0 0 0,1 1 0,1 0 0,0 1 0,0 0 0,17-13 0,-23 20-157,1 1 0,0-1 1,0 1-1,0 0 0,0 0 0,1 0 0,-1 1 0,1 0 0,0 0 0,0 0 0,-1 1 0,1 0 0,0 0 0,0 0 0,0 1 0,0 0 0,0 0 0,0 0 0,0 1 0,0 0 0,0 0 0,0 1 0,0 0 0,0 0 0,-1 0 0,1 0 1,-1 1-1,0 0 0,1 0 0,-2 1 0,1-1 0,0 1 0,-1 0 0,1 0 0,4 7 0,6 7 25,-1 2-1,-1 0 1,-1 0-1,-1 1 1,0 1 0,-2-1-1,-1 2 1,0-1-1,-2 1 1,5 28 0,0 20 23,-4 1 1,-1 77-1,-47 432 149,19-387-378,3 205 0,20-348 20,14 82 0,-10-108 45,1 0-1,1 0 1,1-1 0,1 0 0,14 27-1,-17-41 20,-1-1-1,2 0 0,-1 0 1,2 0-1,-1 0 1,1-1-1,0-1 1,1 1-1,-1-1 0,2-1 1,-1 0-1,17 9 1,-11-9-19,1 0 0,0-1 0,0 0 0,0-1 1,0-1-1,1-1 0,31 1 0,-17-4-4,1-1 0,0-1 0,-1-2 0,0-2 0,0 0 0,0-2-1,-1-2 1,42-20 0,-23 5 90,89-65 0,34-46 733,-167 132-707,27-21 741,-3-1-1,32-37 1,-55 61-286,-7 14-109,-10 30 100,5-22-374,-26 119 159,6 1-1,6 1 1,-3 237 0,24-185-136,-1 52-68,-3-178-45,-20 109-1,19-153-9,-1-1-1,-1 1 1,-1-1-1,-1 0 1,-1-1-1,0 0 1,-2 0-1,-15 21 1,17-29-22,-2 0 0,1 0 0,-1-1 0,-1-1 0,0 0 0,-1 0 1,0-1-1,0-1 0,-1 0 0,0-1 0,0 0 0,-22 6 0,-8-1-66,0-2 0,-1-1 1,0-3-1,-1-1 0,1-3 0,-54-3 0,-274-41-915,82-3 194,-528-66-991,407 76-205,138 16-2578,125 10-88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18.88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1957 241 6573,'9'-19'711,"0"1"0,1-1 0,24-31 0,16-7 1232,-49 55-1891,1 0 0,-1 1-1,1-1 1,-1 0 0,1 0-1,-1 0 1,0 0-1,0 0 1,0 0 0,0-1-1,-1 1 1,1 0 0,0 0-1,-1-1 1,1-3-1,-1 4-27,-1 1 0,1 0-1,0-1 1,-1 1-1,1 0 1,-1-1 0,1 1-1,-1 0 1,1 0-1,-1 0 1,0-1-1,0 1 1,0 0 0,0 0-1,0 0 1,0 0-1,0 0 1,0 1-1,-2-3 1,-2 1 3,0-1 0,-1 1 0,1 0 0,-1 1-1,1-1 1,-1 1 0,1 0 0,-1 0 0,0 1 0,1-1 0,-10 2 0,-20 3 136,0 2 1,1 1-1,0 2 1,0 1-1,0 2 1,2 1 0,-36 20-1,-7 8 328,-127 95 0,147-94-345,2 3 0,2 1 0,2 3 0,3 2 0,1 2-1,4 2 1,-53 88 0,72-103-119,2 0-1,2 1 1,1 1 0,2 0-1,2 1 1,2 1-1,2 0 1,2 0-1,2 1 1,2 0-1,1 0 1,8 67 0,-1-71-110,3-1 0,1 1 1,2-2-1,2 1 0,1-1 1,3-1-1,0-1 0,3-1 1,1 0-1,1-1 1,2-1-1,2-2 0,1 0 1,1-2-1,1-1 0,2-1 1,50 34-1,-26-25-114,1-2 0,2-3 0,2-2 0,0-3 0,2-3 0,1-2 0,96 20-1,-97-30 91,0-3 0,1-2 0,0-4 0,0-2-1,-1-2 1,1-4 0,0-2 0,61-15 0,-88 12 90,0-1 0,-1-1 1,0-2-1,-1-2 1,0-1-1,53-37 0,-62 35 82,0-1 0,-1 0-1,-1-2 1,-1-1 0,-1-1-1,-1-1 1,-1 0 0,21-39 0,-19 22 172,-2-1 1,-1-1 0,-3 0-1,-2-2 1,-1 1-1,8-71 1,-12 29 423,-3 0-1,-11-138 1,1 166-353,-3 0 1,-2 1 0,-3 0 0,-2 1-1,-39-95 1,38 116-201,-1 2 0,-2 0 0,-1 1 0,-1 1 0,-2 1 0,-1 0-1,-1 2 1,-2 1 0,-55-44 0,61 57-59,0 1 0,-2 1 0,-30-13 0,2 3 22,-1 3 0,-1 1 0,-1 3 0,-86-14 0,37 18-32,1 4 1,-199 12-1,-204 63 58,348-33-534,1 6-1,-180 71 1,-74 77-5651,316-136 1986,22-5-1975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1.59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25 3772,'4'2'1026,"0"-1"-1,0 1 0,0-1 0,0 0 0,1 0 1,-1 0-1,0 0 0,1-1 0,4 0 0,55 2 350,-21 1-1291,-26-1-33,-1-1 1,1 0-1,18-3 0,-5-1 9,-1 1 0,1 1 0,-1 2 0,34 4 0,-61-4-53,18 5-33,46 8 136,-61-13-143,-1-1 6,81 0-100,198 4 192,-143 5-46,-109-7-122,-9 0 116,0-1 0,31-3-1,80-4-104,8 0 212,-121 4-96,1 2-1,-1 0 1,1 2 0,20 3 0,-24-2-46,57-3 145,-62 0-146,1-1 0,-1 0 0,19-4 0,25-2-123,72-2 99,-92 5 51,0 1 0,0 2 1,60 5-1,136 20 157,-96-13-158,-97-10-45,-25-1 17,0 1-1,22 3 1,23 4-2,74 0 1,148-15 592,109 2-16,-201 4-708,-78-1 116,-46 2 30,64-8 0,-69 8 108,-33 2-75,-7-2-12,-16 0 158,0 0-205,16 1 15,-11-1 1,0 0 0,1 0 0,-1-1 1,1 0-1,-1 0 0,1-1 1,-1 0-1,14-6 0,-21 7 0,1 1-87,28-5 127,-28 4-77,-3-1-1132,-1 1 1010,1-1-1,-1 1 1,0-1-1,1 1 1,-1-1-1,0 1 0,0-1 1,0 1-1,0 0 1,0-1-1,0 1 1,0 0-1,-1 0 1,1 0-1,-3-2 1,-25-15-3885,-11-2-1429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3.8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0 407 4808,'0'0'3475,"1"-3"-2897,28-51 4652,-28 56-5045,5 29 125,-6-28 21,6 6-95,-6-8-209,0 0 1,0 0-1,1 0 1,-1 0 0,0-1-1,1 1 1,-1 0-1,0 0 1,1 0 0,-1 0-1,1-1 1,0 1-1,-1 0 1,1-1 0,-1 1-1,1 0 1,0-1 0,0 1-1,1 0 1,23 7 168,1-2 1,1-1-1,32 3 1,13-6-201,0-2 0,136-20 0,32-2 49,-192 20 24,36 0 4,-34 0-37,148-13-65,-78 12-51,-90 1 60,0 1 1,1 1-1,55 7 0,-5 1 42,314 1 63,-376-9-47,227-8-129,534-62 67,-718 65 51,291-11 128,748-6-237,-1010 19 200,131-11-410,-91 10 50,-86 4 180,49-6-1,-42 2 107,66 2-1,25-1 55,211-20-103,-97 8-4,-252 15 15,556 16 893,-258 0-474,149-29 190,-432 12-458,89-2 472,-51 3-283,84-12 1,-121 10-261,-8 1-20,0-1-1,0 0 1,-1-1-1,1 0 1,19-8-1,9-12 249,-38 21-274,-1 1-9,1 0 0,-1-1 0,1 1 0,-1-1 0,1 0 1,-1 1-1,0-1 0,0 0 0,0 0 0,0 0 1,0-1-1,0 1 0,0 0 0,2-5 0,-1 2-42,-1 3 299,-6-2-1691,-11-9 247,-25-24-2059,11 8-1663,-1-3-2761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5.79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99 4620,'2'1'1433,"6"2"-621,-1-2 0,1 1-1,0-1 1,-1-1 0,13 1 0,37 4 1281,78 17-262,1-6 0,196-1-1,280-38-480,-480 16-1128,736-46 229,-386 34-697,-141 8-1140,-109-12-1557,-231 23 2929,13-2-503,0-1 0,0 0-1,14-6 1,1-3-4461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6.1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34 154 13473,'-34'12'5301,"51"-18"-4577,-4 0-580,-2-15-580,12-12-856,-3 3-657,-3-3-2719,3-3-3645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5.06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157 7 4184,'-48'11'3166,"46"-10"-2531,-9-7 585,9 5-1051,1 0-1,0 0 0,-1 0 1,1 0-1,-1 0 0,1 1 1,-1-1-1,1 0 1,-1 1-1,0-1 0,-2 0 1,-59-2 3372,53 5-2411,8 1-300,36 9-863,-5-7 191,57 5 1,-30-5-173,318 31 658,150 3 122,1-35-218,-342-5-255,170-13 325,-31-1 42,-298 14-621,-19 1-32,-24-9-2492,4 4 893,-1-1 0,0 2 1,1 0-1,-2 1 0,-26-2 0,10 2-3960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0.05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0 245 13581,'2'-2'316,"-1"-1"0,1 0 0,-1 1-1,1-1 1,0 1 0,0-1 0,0 1 0,0 0 0,0 0-1,1 0 1,-1 0 0,1 0 0,-1 0 0,1 1-1,0-1 1,4-1 0,-5 3-230,0 0-1,0 0 1,0 0 0,0 0-1,0 0 1,0 1 0,0-1 0,0 1-1,0-1 1,0 1 0,0 0-1,-1 0 1,1 0 0,0 0-1,0 0 1,-1 0 0,1 0-1,0 0 1,-1 1 0,1-1-1,-1 1 1,0-1 0,0 1 0,1 0-1,0 2 1,7 9 142,-2 0 0,12 25 1,-14-25-197,1-1 1,1 1 0,0-1 0,12 14 0,-12-17-96,1-1-1,1 1 1,0-2 0,0 1 0,0-1 0,1-1 0,0 0 0,0 0 0,1-1 0,-1 0 0,1-1-1,0 0 1,1 0 0,-1-2 0,1 1 0,-1-1 0,1-1 0,0 0 0,18-1 0,23-2-105,1-2 0,-1-3 0,-1-2 0,83-24 0,189-59-27,-289 84 237,1 1-1,-1 2 0,1 2 0,0 1 0,0 1 1,0 2-1,0 2 0,68 14 0,-40-6-384,0-4-1,116 0 1,129-25-793,-32 0 1126,-230 20 167,-1 1 0,0 3 0,59 14-1,-65-10-394,1-3-1,0-1 0,0-2 0,79-2 0,-39-12-290,-1-4-1,0-3 1,136-47 0,33-31 1359,51-22-936,-220 87-2142,-45 11-3439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0.7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386 69 9177,'1'-4'334,"0"1"1,0-1-1,1 1 1,-1 0-1,1 0 0,0 0 1,0 0-1,0 0 1,1 0-1,-1 0 1,1 1-1,-1-1 0,1 1 1,0 0-1,0 0 1,0 0-1,4-2 1,-6 3-291,2-1 1653,-2 2-1512,1 0 1,-1-1 0,1 1 0,-1-1 0,1 1 0,-1-1 0,1 0 0,-1 0 0,0 1-1,1-1 1,-1 0 0,2-2 0,3-1 2465,-9 19-1695,-11 23-761,6-17-237,1 0-1,1 0 1,-6 34 0,9-40-44,2-12 51,1 0 1,-1 0-1,1-1 1,0 1-1,-1 0 1,1 0-1,0 0 1,1-1-1,-1 1 1,1 3-1,0 2 47,0-1-1,-1 1 0,0 0 1,0 0-1,-1 0 0,0-1 1,-1 1-1,-2 10 0,-26 65 72,15-46-51,-63 169 97,-56 155-266,60-118-3226,68-222 2186,-1 0 0,-12 22 0,-6 8-4655,22-46 4920,-5 10-5196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1.20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18 12489,'0'0'1879,"3"-1"-344,44-6-787,0 1 0,0 3 0,58 3 1,-44 5-589,0 3 0,-1 2 0,89 28 0,-124-30-136,0 2 0,-1 0 0,0 1 0,-1 2 0,0 0 0,-1 2-1,-1 0 1,0 1 0,-1 2 0,31 33 0,-42-40-31,-1 0 0,0 0 0,0 1 0,-1 0 0,-1 1 0,0-1 0,0 1 0,-1 0-1,-1 1 1,0-1 0,-1 1 0,-1 0 0,0 0 0,-1 0 0,0 0 0,-1 0 0,-1 0 0,0 0 0,-1 0 0,-4 16-1,-4 5-149,-1-2 0,-2 1-1,-1-2 1,-27 47 0,13-37-317,-42 48 0,-23 33-1047,84-109 1170,0 1 1,1 0-1,1 0 1,1 1-1,0 0 1,-7 30-1,12-36 165,0-1 1,1 1-1,0 0 0,1-1 0,0 1 0,0 0 0,1-1 1,0 1-1,1-1 0,7 17 0,5 7-350,30 49 0,-29-55 462,43 65 120,-34-57 276,30 59-1,-50-84-300,0-1 0,0 1 1,1-2-1,0 1 0,1-1 0,0 1 0,0-2 0,0 1 0,1-1 0,1 0 0,-1-1 0,1 0 0,18 10 0,-13-11-179,0 0 0,1 0 0,-1-1 0,1-1 0,-1 0 0,1-1 0,0-1 0,0 0 0,20-2 0,7-1-1798,58-12 0,-11-8-1303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1.3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1 103 6329,'23'-18'1624,"-33"-6"-352,30 15-444,-3-3-356,-4 3-648,1-1-868,-14-11-1692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3.3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1317 624 7993,'10'-28'420,"34"-76"2591,-33 79-2363,-3 8-167,0 1-1,1 0 0,17-23 0,-25 37-200,-1-2-234,-3-34 146,2 36-115,-1-1 0,1 0 1,-1 1-1,0-1 1,1 1-1,-1 0 0,0-1 1,-1 1-1,1 0 1,0 0-1,0 0 0,-1 1 1,1-1-1,-1 1 1,-4-3-1,7 4-60,-64-38 1401,61 36-1152,-30-6-174,27 9-74,0 1 0,0 0-1,0 0 1,0 0 0,0 0-1,1 1 1,-1 0 0,1 1-1,0-1 1,0 1 0,-7 6-1,7-6 46,0 0-1,1 0 1,0 1-1,0-1 0,0 1 1,0 0-1,1 0 1,0 0-1,0 0 1,-4 10-1,6-12 34,0-2-75,0 1-1,0-1 0,0 1 1,0-1-1,0 1 1,0-1-1,1 1 1,-1 0-1,0-1 1,1 1-1,-1 3 1,0-1 2000,8-8-1808,-1 0 0,0-1 0,1 0 0,5-6 0,-8 7-238,-2 2 187,17-21 751,33-4-679,-49 26-208,-3 0-25,1 1-1,-1-1 1,0 1-1,1-1 0,-1 1 1,0-1-1,1 1 0,-1-1 1,1 1-1,-1 0 1,1-1-1,-1 1 0,1 0 1,-1-1-1,1 1 1,-1 0-1,1 0 0,-1-1 1,1 1-1,-1 0 0,2 0 1,-1 0 4,0 0 0,-1-1 0,1 1 0,0 0 0,0 0 0,0-1 0,-1 1 0,1 0 0,0-1 0,-1 1 0,1-1 0,0 1 0,-1-1 0,1 1 0,-1-1 0,1 0 0,0 1 0,-1-1 0,1 0 0,-1 1 0,0-1 0,1 0 0,-1 1 0,0-1 0,1-1 0,8-70-27,-8 69 115,-2 0-137,-11-66-195,3 62 221,8 7 17,0 0-1,0-1 1,1 1 0,-1 0-1,0-1 1,1 1-1,-1 0 1,0-1 0,1 1-1,-1-1 1,0 1 0,1-1-1,-1 1 1,1-1-1,-1 1 1,1-1 0,-1 1-1,1-1 1,-1 0-1,1 0 1,0 1 0,-1-1-1,1 0 1,0 1 0,-1-1-1,1-1 1,-1-2 3,0-1-19,4-22 204,-1 14-174,2-1-1,8-22 0,-11 33 80,-24 4-49,19-1-39,0 1 0,-1 0 0,1 0 0,0 1 0,0-1 0,0 1 0,0 0 0,0 0 0,0 0 0,1 1 0,-7 4 0,-35 38 126,33-32-54,-46 55 619,-70 106 0,49-63-112,-349 511 1043,342-477-1708,6 3-1,-90 233 1,81-115-1061,75-215-77,3 0 1,1 1-1,-2 64 1,12-112 718,0 0 0,0 0 0,0 0 1,0 0-1,1 0 0,1 7 0,9 7-4583,5 0-4322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3.71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577 0 12585,'-134'18'1771,"118"-15"-1376,-1 0 1,1 1-1,0 1 0,0 1 1,0 1-1,1 0 1,0 0-1,0 2 0,-14 10 1,2 3 192,1 2 0,-41 47 0,33-35-353,3-2 107,-42 60 0,72-92-333,-1 0 0,1-1 1,-1 1-1,1 1 0,0-1 0,0 0 1,0 0-1,0 0 0,1 0 1,-1 1-1,1-1 0,-1 0 1,1 1-1,0-1 0,0 0 1,0 1-1,0-1 0,0 0 1,0 1-1,1-1 0,-1 0 0,1 1 1,-1-1-1,1 0 0,2 4 1,-1-4-3,0 0 0,0 0 0,0-1 0,0 1 0,0-1 0,0 1 1,1-1-1,-1 0 0,1 0 0,-1 0 0,1 0 0,-1 0 0,1 0 0,-1-1 1,1 1-1,0-1 0,-1 0 0,1 0 0,0 0 0,-1 0 0,1 0 0,4-2 1,60-8-51,0-2 1,-1-4 0,-1-3 0,112-47 0,-162 59 57,-1 0 0,0 0 0,0-1 0,-1-1 0,0-1 0,0 1 1,-1-2-1,-1 0 0,0 0 0,18-25 0,-27 34-10,-1 0 0,0 1 0,0-1 1,1 0-1,-1-1 0,-1 1 0,1 0 0,0 0 1,0 0-1,-1 0 0,0-1 0,1 1 0,-1 0 0,0 0 1,0-1-1,0 1 0,-1-4 0,1 5-3,-1 0-1,1-1 1,-1 1 0,0 0 0,0 0-1,0 0 1,0 0 0,0 0-1,0 0 1,0 0 0,0 0-1,0 0 1,0 0 0,0 0 0,-1 1-1,1-1 1,0 0 0,-1 1-1,1-1 1,-2 1 0,-6-2-3,1 0 1,-1 2 0,0-1-1,1 1 1,-1 0 0,0 1-1,-8 1 1,-2 1-48,1 2 0,0 0 0,0 1 1,0 0-1,1 2 0,-21 12 0,-4 5-537,-45 36 1,57-38-296,2 0 0,1 2 0,-45 54 1,58-60-368,0 1 1,1 0 0,1 1 0,-9 22 0,-10 48-5996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4.01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228 1096 18626,'-78'61'2223,"62"-49"652,21-13-2459,6-2-441,-1 0 0,1 0 0,-1-1-1,0-1 1,-1 1 0,1-2 0,12-8 0,62-56-153,-84 70 179,214-210 278,-149 148-85,-3-2-1,-2-3 1,-4-2 0,-2-3-1,45-81 1,-89 135-245,-2 1 0,0-1 0,-1-1 0,0 0-1,-2 0 1,4-20 0,-8 33 7,0-1 0,0 1 1,0-1-1,-1 0 0,0 1 0,-1-1 0,0 0 0,0 1 0,0-1 1,0 1-1,-1-1 0,0 1 0,-1 0 0,1 0 0,-1 0 0,-1 0 0,1 0 1,-1 1-1,0-1 0,0 1 0,-6-6 0,0 4-61,1 0-1,-1 0 0,-1 1 1,1 1-1,-1 0 0,0 0 1,0 1-1,0 0 0,-1 1 1,1 0-1,-13-1 0,-16 0-527,-78 1 0,47 6-597,0 3 0,-117 25 1,-26 30-6008,119-28-199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4.6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3912 480 5152,'-2'-68'992,"-4"-30"1296,5 85-1902,-1 1 0,-1-1-1,0 1 1,0 0 0,-10-19 0,4 7 239,6 15-327,0 0 1,-1 1-1,0-1 1,-1 1-1,1 0 1,-8-9-1,2 2 60,5 7-146,0 0 1,-1 0-1,0 0 0,0 1 0,0 0 0,-1 0 0,0 1 1,0 0-1,-1 0 0,0 1 0,0-1 0,0 2 0,0-1 0,-1 1 1,0 1-1,0-1 0,0 1 0,0 1 0,0 0 0,-16-1 1,0 2-16,0 1 1,0 1 0,0 2-1,1 0 1,-1 2 0,-34 10-1,-369 93 452,373-91-643,2 3 1,1 2-1,0 2 0,2 3 0,1 1 1,1 3-1,-57 47 0,-281 288 212,381-361-210,-550 636 411,417-472-294,-407 531 35,71 50-50,394-593-90,6 4 0,-68 217 0,103-246-12,5 3 0,7 0 0,-16 204 0,35-199-1,7 1-1,6-1 1,6 1 0,52 250 0,-39-293-19,5-2-1,4 0 1,4-2-1,4-2 1,4-2-1,4-2 1,89 122-1,-86-143-122,2-3 0,3-3 0,3-2 0,2-2 0,2-4 0,3-2-1,89 51 1,-90-66-542,0-3 0,3-2-1,0-4 1,2-3 0,0-3 0,1-3-1,2-3 1,101 7 0,53-17-3770,5-24-2369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6.9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466 8 13345,'14'-7'1534,"-19"8"-137,2 0-1245,0 0 0,1 0 0,0 0 0,-1 1-1,1-1 1,0 1 0,0 0 0,-1-1-1,1 1 1,0 0 0,-2 4 0,1 0 20,0 1-1,1 0 1,0 0 0,0 0 0,1 0 0,0 0 0,0 1 0,1 10 0,-2 6 145,-116 653 3409,5-205-3823,-13 56-3385,114-471 2693,-26 132-2771,22-61-1860,11-36-1936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7.31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94 52 15465,'-69'-33'1893,"47"17"-264,19 14-382,9 3-254,39 9-551,0 1 1,0 3 0,-1 1 0,-1 3 0,57 30 0,-5 11-220,-2 4 0,140 122 1,142 183-227,-221-198-35,193 275 1,-244-291-48,-7 4 1,97 219-1,-163-308 26,-2 1-1,-4 1 1,-3 0-1,19 116 1,-36-151-3,-1 0 1,-2 0-1,-2 1 1,-8 59-1,4-70 6,-1 0 0,-1-1-1,-1 0 1,-1-1 0,-1 1-1,-1-2 1,-18 29 0,8-22-62,-2-1 0,0-1-1,-2-1 1,-1-1 0,-1-2 0,-1 0 0,-1-2 0,-1-1 0,-40 21 0,-5-3-265,-2-4 0,-153 49 1,104-48-81,-1-5 0,-2-6 0,0-6 1,-1-5-1,-138-3 0,89-20-1133,158 6 1227,-1 0 0,1-2 0,1 0 0,-1-1 0,-38-18 0,52 21 187,0-1-1,1 0 1,-1 0-1,1-1 0,0 0 1,1 0-1,-1 0 1,1-1-1,0 1 0,0-1 1,-6-11-1,9 12-68,0 1 0,0-1 1,0 0-1,0 0 0,1 0 0,0 0 0,0 0 0,0 0 0,1-1 1,0 1-1,0 0 0,0 0 0,0 0 0,1-1 0,0 1 0,0 0 1,3-8-1,3-4-1269,1 1-1,14-22 1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7.4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673 40 7177,'36'-8'1925,"65"-22"0,-97 28 681,-7 5-2028,-231 159 820,-71 56-3005,252-175 946,-102 86-2892,145-120 2570,1 0 0,-15 20 0,3 12-2872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7.68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0 100 6237,'27'-21'469,"-10"7"172,1 0 0,0 1 0,1 1-1,30-14 3292,-50 30-3348,-1 8-352,-1 0-1,-1 0 1,0-1 0,-7 15 0,6-15-130,3-6-106,0-1 0,1 1 0,0-1-1,0 1 1,0 0 0,0-1 0,1 1 0,0 0 0,0 0 0,0-1 0,0 1-1,1 0 1,0 0 0,1 5 0,-1-7-16,0 0 0,1 0-1,-1 0 1,1 0 0,0 0 0,-1 0-1,1 0 1,0-1 0,1 1 0,-1-1 0,0 0-1,1 1 1,-1-1 0,1 0 0,0-1 0,0 1-1,0 0 1,0-1 0,0 1 0,0-1 0,4 1-1,51 14-153,-30-10 92,-1 1-1,1 2 1,-2 0-1,1 2 1,-1 1-1,47 30 1,43 50-758,48 34-2780,-118-101 867,6-1-838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7.86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694 75 9925,'4'-7'285,"2"-5"507,1 0 1,0 1-1,16-18 1,-20 25 1781,11 11-881,-13-6-1654,0 0 0,0 0-1,0 0 1,0 0 0,0 0 0,-1 0-1,1 0 1,0 1 0,-1-1 0,1 0 0,-1 1-1,1-1 1,-1 0 0,1 1 0,-1-1-1,0 1 1,0-1 0,0 0 0,0 1 0,0-1-1,0 1 1,0-1 0,0 1 0,-1-1-1,1 0 1,0 1 0,-1-1 0,-1 3 0,-18 48 270,15-40-199,-20 40 138,-2-2 1,-46 65-1,29-47-180,-16 20-1094,-3-3 1,-5-3 0,-92 88-1,43-68-3161,83-73 1946,-35 29-4249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7.9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7081,'87'9'1204,"-71"-6"-292,15 9-404,-5-3-420,-19 3-472,6 3-2388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8.3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0 335 20182,'37'-93'3164,"-14"54"-692,11-4-847,93-47-577,-77 69-1804,1 3-77,-14 3 61,-21 9-64,8 0-296,-4 3-240,-34 27-2008,-22 24 1612,-11-9-117,-14 9-455,-9 7-1544,-7 11-2665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8.5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1 187 13141,'27'19'1848,"-11"-23"-271,14 4-249,21-3-420,-1-3-288,14 0-392,13-6-460,16-9-320,18-6-848,3-12-933,20-3-2051,17-3-3381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29.4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482 249 12397,'22'-128'3550,"-22"121"-3224,0 0 0,0-1 1,0 1-1,-1 0 0,0-1 1,0 1-1,-1 0 0,1 0 1,-2 0-1,1 0 0,-1 0 1,0 0-1,-6-7 0,8 12-286,-1 1 0,-1-1 0,1 1 0,0 0 0,0 0 0,0 0 0,-1 0 0,1 0 0,0 1 0,-1-1 0,1 1 0,-1-1 0,1 1 0,0 0 0,-1 0 0,1 0-1,-1 0 1,1 0 0,-4 2 0,-43 11 176,35-7-161,1 0 0,0 1 0,1 1 0,-1 0 0,1 1 0,1 0-1,-15 14 1,-66 81 127,89-100-179,-18 21-9,2 1-1,1 1 1,1 1 0,1 1 0,2 0-1,1 1 1,-17 57 0,23-59-57,1 0 1,2 1-1,1-1 1,1 1-1,2 0 1,1 0-1,1-1 1,1 1-1,8 34 1,18 36-539,3-2 1,65 133 0,-48-121-671,43 144 1,-87-235 1075,0 1-1,-2-1 1,0 1-1,-1 0 1,-1 0 0,-2 23-1,0-33 123,0 0 0,0-1 0,-1 1 1,0-1-1,0 0 0,-1 0 0,0 0 0,-1 0 0,0 0 0,0-1 0,0 1 0,-1-1 0,0 0 0,-1-1 1,-8 10-1,11-14 28,0 0 1,0 1-1,0-1 0,-1-1 1,1 1-1,0 0 1,-1-1-1,1 0 1,-1 1-1,1-1 1,-1-1-1,0 1 1,1 0-1,-1-1 0,0 0 1,1 0-1,-5 0 1,6 0 28,1-1 1,-1 1 0,0 0 0,1-1-1,-1 1 1,1-1 0,-1 0-1,1 1 1,0-1 0,-1 0-1,1 0 1,0 0 0,-1 0-1,1 0 1,0 0 0,0 0-1,0 0 1,0-1 0,0 1-1,0 0 1,0-1 0,0 1-1,1-1 1,-1 1 0,0-1-1,1 1 1,-1-1 0,1 1-1,0-1 1,0 1 0,-1-1-1,1 0 1,0 1 0,0-1 0,0 0-1,1 1 1,-1-1 0,1-2-1,1-4-12,0 0 1,1 0-1,0 0 0,0 0 0,1 0 0,0 1 0,0 0 1,1-1-1,0 2 0,7-9 0,11-10-15,31-26 1,-51 48 39,45-37 6,2 1 1,1 3 0,1 2 0,3 3 0,0 2 0,2 2 0,0 3-1,2 2 1,64-14 0,70-4 312,-154 35-209,-1 2 0,1 1-1,41 3 1,182 21 225,-251-23-337,1 0 0,-1 0-1,0-1 1,0 0 0,1-1 0,-2-1 0,1 1-1,15-9 1,-15 7 61,0 0 1,1 1-1,-1 1 0,1-1 0,0 2 1,0 0-1,13-1 0,-19 3-24,0 1-1,0 0 1,0 0-1,0 0 1,0 1-1,-1 0 1,1 0-1,0 0 1,5 4 0,50 34 148,-3-3-194,58 11-544,-52-23 141,-17-9 204,0-1 1,1-3-1,1-1 1,0-3-1,0-2 1,1-2-1,76-3 1,-16-9 1493,-1-4 0,142-35 0,-158 19 91,-68 19-654,0 1-1,1 1 1,43-5 0,-66 12-697,-1 0 1,0 0-1,1 0 0,-1 0 1,0 0-1,0 1 0,1 0 1,-1-1-1,0 1 0,0 0 1,0 0-1,0 0 0,0 0 1,0 0-1,0 0 0,0 1 1,0-1-1,0 1 0,-1-1 1,1 1-1,0 0 0,-1 0 1,0 0-1,1-1 0,-1 1 1,0 0-1,0 1 0,0-1 1,0 0-1,-1 0 0,1 0 1,0 1-1,-1-1 1,0 0-1,1 3 0,0 7-255,0 1 0,0-1 0,-1 1-1,-3 20 1,0-14-913,0 0-1,-1-1 1,-1 1 0,0-1-1,-2 0 1,0 0 0,-1-1-1,-17 28 1,-8 7-5358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4.91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1 242 3980,'77'-106'692,"-64"67"-528,-3 3-648,0 2-776,7 7 1152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5.3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0 623 5092,'57'-21'1042,"-56"21"-996,1-1 0,-1 0 0,0 0 0,0 1 0,0-1 0,1 0 0,-1 0 0,0 0 0,0 0 0,0 0 0,-1 0 0,1-1 0,0 1 0,0 0 0,-1 0 0,2-2 0,6-11 407,23-13-167,0 2 0,43-28 0,-46 35-60,0-2 0,-2-1 1,0-1-1,25-28 1,-21 15 915,-1-1 0,-2-1 0,42-75 0,-59 91-385,1 0 1,23-32-1,-32 51-693,-24-15-7977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5.74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51 103 13209,'-17'-6'1564,"1"0"2477,6-6-3833,3 0-208,10-6-1072,1 0-240,6 2-2233,3 1-255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7:39:38.7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12374 3589 6061,'2'-2'1284,"63"-80"3083,-61 77-4195,-1 0-1,1 0 1,-1-1 0,-1 1 0,1-1 0,-1 0 0,3-8 0,4-11 406,-8 23-527,0-1 0,1 0-1,-1 0 1,0 0-1,-1 0 1,1 0-1,-1 0 1,1-5 0,-1 5-35,0 1 1,0 0-1,-1 0 0,1-1 1,-1 1-1,1 0 1,-1 0-1,0 0 1,0 0-1,0 0 1,0 0-1,0 0 0,-1 0 1,1 0-1,0 1 1,-4-4-1,0-1-27,4 4 1083,1 6-983,1 1-1,0-1 0,0 0 1,0 0-1,0 0 0,1-1 1,0 1-1,-1 0 1,1-1-1,1 1 0,2 4 1,-1-2 63,21 49 445,-3 0 0,-2 2 0,23 107 0,-40-150-577,14 64 158,-4-1-1,7 134 0,-23-109-58,-4 0 0,-4 0 0,-27 109 0,5-2 162,16-91-209,8-40 2,2 88-1,2-27-11,-9 153 390,10-245-321,-3 0 1,-1-1-1,-2 0 0,-18 49 1,2-26 47,-3-1 0,-40 68 1,65-128-175,-166 290 162,57-75-82,83-158-70,-5 5 32,-2-2 1,-87 118-1,-39 3 43,92-122 106,-26 27 54,12-6-90,-104 82 1,70-67-397,-69 57 180,-7-8 0,-221 130-1,-30 43 40,386-281 27,-3-3-1,-1-3 1,-2-2 0,-100 38-1,-142 44 232,-157 65-22,375-149-111,44-19-126,0-2 0,-89 14 0,-98-5 87,-139-18 86,132-4-173,216 0 36,-200 8 165,-35-1-168,-474-28-293,484-10 131,90 8 55,-307-45 66,104 13 75,100 16-93,-124-16-65,374 54 106,-631-82-168,-8-49-422,7-38 65,513 135 470,-132-40 17,-461-199 0,615 223 78,2-6 0,2-3 0,4-6 0,-129-107 1,177 126 23,1-2 0,3-3 0,2-2 0,2-1 0,3-3 1,2-1-1,3-2 0,-51-117 0,48 72-35,5-2 0,5-2 0,5-1 0,4 0 0,-5-118 0,14 4-47,26-349 0,94-210-135,-36 438 72,28-90 111,-64 318-131,82-181 0,-33 121-16,8 4-1,131-184 0,-160 271 77,4 2-1,3 3 0,4 3 0,3 4 1,3 3-1,4 3 0,110-67 0,412-176-304,-321 177 318,-75 35 55,93-48-2,326-235 30,-28-43 32,-375 262-14,-106 81-53,3 5 1,3 6-1,232-95 1,-188 104-29,3 8 0,332-59 0,-273 81-2,414-4-1,-368 48-3,353 60-1,304 131 102,-620-105-98,376 171 1,-302-93 33,541 330 0,-879-472-42,-2 2 0,-1 3 1,-3 1-1,-1 3 0,42 49 1,-60-58 25,-2 0 0,-1 2 0,-2 0 1,-2 2-1,-1 0 0,-1 1 0,-2 1 0,13 52 1,-14-27 3,-3 0 1,-3 1 0,-2 0-1,-4 0 1,-2 0 0,-3 0-1,-16 98 1,-2-38-22,-56 292 67,57-317-56,-8 131-1,12 106-19,9-143 17,-15 461 122,19-607-105,-2-1 0,-20 92 0,21-129-104,1-1 0,-2 0 0,1 0 0,-1 0 0,0 0 0,-1-1 0,0 0 0,0 0-1,-1 0 1,0 0 0,0-1 0,-9 8 0,13-14-127,-1 1 0,1-1 0,-1 0 0,1 0 0,-1 0-1,1-1 1,-1 1 0,0 0 0,1-1 0,-1 0 0,0 0 0,0 0-1,1 0 1,-1 0 0,0 0 0,1-1 0,-1 1 0,-3-2 0,-2 0-807,0-1 1,0 0-1,1 0 1,-9-6-1,-26-24-7344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5344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029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7426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2142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2664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382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0922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4128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9520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3522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2395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5050A7B8-19A1-4035-8C30-33703B23C6B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C7EC2A8-961D-4596-A113-14C1879A73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07421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63" Type="http://schemas.openxmlformats.org/officeDocument/2006/relationships/image" Target="../media/image31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44.png"/><Relationship Id="rId16" Type="http://schemas.openxmlformats.org/officeDocument/2006/relationships/customXml" Target="../ink/ink8.xml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53" Type="http://schemas.openxmlformats.org/officeDocument/2006/relationships/image" Target="../media/image26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39.png"/><Relationship Id="rId5" Type="http://schemas.openxmlformats.org/officeDocument/2006/relationships/image" Target="../media/image2.png"/><Relationship Id="rId90" Type="http://schemas.openxmlformats.org/officeDocument/2006/relationships/customXml" Target="../ink/ink45.xml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77" Type="http://schemas.openxmlformats.org/officeDocument/2006/relationships/image" Target="../media/image38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80" Type="http://schemas.openxmlformats.org/officeDocument/2006/relationships/customXml" Target="../ink/ink40.xml"/><Relationship Id="rId85" Type="http://schemas.openxmlformats.org/officeDocument/2006/relationships/image" Target="../media/image42.png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29.png"/><Relationship Id="rId67" Type="http://schemas.openxmlformats.org/officeDocument/2006/relationships/image" Target="../media/image33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37.png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91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Relationship Id="rId57" Type="http://schemas.openxmlformats.org/officeDocument/2006/relationships/image" Target="../media/image28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81" Type="http://schemas.openxmlformats.org/officeDocument/2006/relationships/image" Target="../media/image40.png"/><Relationship Id="rId86" Type="http://schemas.openxmlformats.org/officeDocument/2006/relationships/customXml" Target="../ink/ink43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7" Type="http://schemas.openxmlformats.org/officeDocument/2006/relationships/image" Target="../media/image3.png"/><Relationship Id="rId71" Type="http://schemas.openxmlformats.org/officeDocument/2006/relationships/image" Target="../media/image35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8.xml"/><Relationship Id="rId117" Type="http://schemas.openxmlformats.org/officeDocument/2006/relationships/image" Target="../media/image103.png"/><Relationship Id="rId21" Type="http://schemas.openxmlformats.org/officeDocument/2006/relationships/image" Target="../media/image55.png"/><Relationship Id="rId42" Type="http://schemas.openxmlformats.org/officeDocument/2006/relationships/customXml" Target="../ink/ink66.xml"/><Relationship Id="rId47" Type="http://schemas.openxmlformats.org/officeDocument/2006/relationships/image" Target="../media/image68.png"/><Relationship Id="rId63" Type="http://schemas.openxmlformats.org/officeDocument/2006/relationships/image" Target="../media/image76.png"/><Relationship Id="rId68" Type="http://schemas.openxmlformats.org/officeDocument/2006/relationships/customXml" Target="../ink/ink79.xml"/><Relationship Id="rId84" Type="http://schemas.openxmlformats.org/officeDocument/2006/relationships/customXml" Target="../ink/ink87.xml"/><Relationship Id="rId89" Type="http://schemas.openxmlformats.org/officeDocument/2006/relationships/image" Target="../media/image89.png"/><Relationship Id="rId112" Type="http://schemas.openxmlformats.org/officeDocument/2006/relationships/customXml" Target="../ink/ink101.xml"/><Relationship Id="rId16" Type="http://schemas.openxmlformats.org/officeDocument/2006/relationships/customXml" Target="../ink/ink53.xml"/><Relationship Id="rId107" Type="http://schemas.openxmlformats.org/officeDocument/2006/relationships/image" Target="../media/image98.png"/><Relationship Id="rId11" Type="http://schemas.openxmlformats.org/officeDocument/2006/relationships/image" Target="../media/image50.png"/><Relationship Id="rId32" Type="http://schemas.openxmlformats.org/officeDocument/2006/relationships/customXml" Target="../ink/ink61.xml"/><Relationship Id="rId37" Type="http://schemas.openxmlformats.org/officeDocument/2006/relationships/image" Target="../media/image63.png"/><Relationship Id="rId53" Type="http://schemas.openxmlformats.org/officeDocument/2006/relationships/image" Target="../media/image71.png"/><Relationship Id="rId58" Type="http://schemas.openxmlformats.org/officeDocument/2006/relationships/customXml" Target="../ink/ink74.xml"/><Relationship Id="rId74" Type="http://schemas.openxmlformats.org/officeDocument/2006/relationships/customXml" Target="../ink/ink82.xml"/><Relationship Id="rId79" Type="http://schemas.openxmlformats.org/officeDocument/2006/relationships/image" Target="../media/image84.png"/><Relationship Id="rId102" Type="http://schemas.openxmlformats.org/officeDocument/2006/relationships/customXml" Target="../ink/ink96.xml"/><Relationship Id="rId5" Type="http://schemas.openxmlformats.org/officeDocument/2006/relationships/image" Target="../media/image47.png"/><Relationship Id="rId90" Type="http://schemas.openxmlformats.org/officeDocument/2006/relationships/customXml" Target="../ink/ink90.xml"/><Relationship Id="rId95" Type="http://schemas.openxmlformats.org/officeDocument/2006/relationships/image" Target="../media/image92.png"/><Relationship Id="rId22" Type="http://schemas.openxmlformats.org/officeDocument/2006/relationships/customXml" Target="../ink/ink56.xml"/><Relationship Id="rId27" Type="http://schemas.openxmlformats.org/officeDocument/2006/relationships/image" Target="../media/image58.png"/><Relationship Id="rId43" Type="http://schemas.openxmlformats.org/officeDocument/2006/relationships/image" Target="../media/image66.png"/><Relationship Id="rId48" Type="http://schemas.openxmlformats.org/officeDocument/2006/relationships/customXml" Target="../ink/ink69.xml"/><Relationship Id="rId64" Type="http://schemas.openxmlformats.org/officeDocument/2006/relationships/customXml" Target="../ink/ink77.xml"/><Relationship Id="rId69" Type="http://schemas.openxmlformats.org/officeDocument/2006/relationships/image" Target="../media/image79.png"/><Relationship Id="rId113" Type="http://schemas.openxmlformats.org/officeDocument/2006/relationships/image" Target="../media/image101.png"/><Relationship Id="rId118" Type="http://schemas.openxmlformats.org/officeDocument/2006/relationships/customXml" Target="../ink/ink104.xml"/><Relationship Id="rId80" Type="http://schemas.openxmlformats.org/officeDocument/2006/relationships/customXml" Target="../ink/ink85.xml"/><Relationship Id="rId85" Type="http://schemas.openxmlformats.org/officeDocument/2006/relationships/image" Target="../media/image87.png"/><Relationship Id="rId12" Type="http://schemas.openxmlformats.org/officeDocument/2006/relationships/customXml" Target="../ink/ink51.xml"/><Relationship Id="rId17" Type="http://schemas.openxmlformats.org/officeDocument/2006/relationships/image" Target="../media/image53.png"/><Relationship Id="rId33" Type="http://schemas.openxmlformats.org/officeDocument/2006/relationships/image" Target="../media/image61.png"/><Relationship Id="rId38" Type="http://schemas.openxmlformats.org/officeDocument/2006/relationships/customXml" Target="../ink/ink64.xml"/><Relationship Id="rId59" Type="http://schemas.openxmlformats.org/officeDocument/2006/relationships/image" Target="../media/image74.png"/><Relationship Id="rId103" Type="http://schemas.openxmlformats.org/officeDocument/2006/relationships/image" Target="../media/image96.png"/><Relationship Id="rId108" Type="http://schemas.openxmlformats.org/officeDocument/2006/relationships/customXml" Target="../ink/ink99.xml"/><Relationship Id="rId54" Type="http://schemas.openxmlformats.org/officeDocument/2006/relationships/customXml" Target="../ink/ink72.xml"/><Relationship Id="rId70" Type="http://schemas.openxmlformats.org/officeDocument/2006/relationships/customXml" Target="../ink/ink80.xml"/><Relationship Id="rId75" Type="http://schemas.openxmlformats.org/officeDocument/2006/relationships/image" Target="../media/image82.png"/><Relationship Id="rId91" Type="http://schemas.openxmlformats.org/officeDocument/2006/relationships/image" Target="../media/image90.png"/><Relationship Id="rId96" Type="http://schemas.openxmlformats.org/officeDocument/2006/relationships/customXml" Target="../ink/ink9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8.xml"/><Relationship Id="rId23" Type="http://schemas.openxmlformats.org/officeDocument/2006/relationships/image" Target="../media/image56.png"/><Relationship Id="rId28" Type="http://schemas.openxmlformats.org/officeDocument/2006/relationships/customXml" Target="../ink/ink59.xml"/><Relationship Id="rId49" Type="http://schemas.openxmlformats.org/officeDocument/2006/relationships/image" Target="../media/image69.png"/><Relationship Id="rId114" Type="http://schemas.openxmlformats.org/officeDocument/2006/relationships/customXml" Target="../ink/ink102.xml"/><Relationship Id="rId119" Type="http://schemas.openxmlformats.org/officeDocument/2006/relationships/image" Target="../media/image104.png"/><Relationship Id="rId44" Type="http://schemas.openxmlformats.org/officeDocument/2006/relationships/customXml" Target="../ink/ink67.xml"/><Relationship Id="rId60" Type="http://schemas.openxmlformats.org/officeDocument/2006/relationships/customXml" Target="../ink/ink75.xml"/><Relationship Id="rId65" Type="http://schemas.openxmlformats.org/officeDocument/2006/relationships/image" Target="../media/image77.png"/><Relationship Id="rId81" Type="http://schemas.openxmlformats.org/officeDocument/2006/relationships/image" Target="../media/image85.png"/><Relationship Id="rId86" Type="http://schemas.openxmlformats.org/officeDocument/2006/relationships/customXml" Target="../ink/ink88.xml"/><Relationship Id="rId4" Type="http://schemas.openxmlformats.org/officeDocument/2006/relationships/customXml" Target="../ink/ink47.xml"/><Relationship Id="rId9" Type="http://schemas.openxmlformats.org/officeDocument/2006/relationships/image" Target="../media/image49.png"/><Relationship Id="rId13" Type="http://schemas.openxmlformats.org/officeDocument/2006/relationships/image" Target="../media/image51.png"/><Relationship Id="rId18" Type="http://schemas.openxmlformats.org/officeDocument/2006/relationships/customXml" Target="../ink/ink54.xml"/><Relationship Id="rId39" Type="http://schemas.openxmlformats.org/officeDocument/2006/relationships/image" Target="../media/image64.png"/><Relationship Id="rId109" Type="http://schemas.openxmlformats.org/officeDocument/2006/relationships/image" Target="../media/image99.png"/><Relationship Id="rId34" Type="http://schemas.openxmlformats.org/officeDocument/2006/relationships/customXml" Target="../ink/ink62.xml"/><Relationship Id="rId50" Type="http://schemas.openxmlformats.org/officeDocument/2006/relationships/customXml" Target="../ink/ink70.xml"/><Relationship Id="rId55" Type="http://schemas.openxmlformats.org/officeDocument/2006/relationships/image" Target="../media/image72.png"/><Relationship Id="rId76" Type="http://schemas.openxmlformats.org/officeDocument/2006/relationships/customXml" Target="../ink/ink83.xml"/><Relationship Id="rId97" Type="http://schemas.openxmlformats.org/officeDocument/2006/relationships/image" Target="../media/image93.png"/><Relationship Id="rId104" Type="http://schemas.openxmlformats.org/officeDocument/2006/relationships/customXml" Target="../ink/ink97.xml"/><Relationship Id="rId120" Type="http://schemas.openxmlformats.org/officeDocument/2006/relationships/customXml" Target="../ink/ink105.xml"/><Relationship Id="rId7" Type="http://schemas.openxmlformats.org/officeDocument/2006/relationships/image" Target="../media/image48.png"/><Relationship Id="rId71" Type="http://schemas.openxmlformats.org/officeDocument/2006/relationships/image" Target="../media/image80.png"/><Relationship Id="rId92" Type="http://schemas.openxmlformats.org/officeDocument/2006/relationships/customXml" Target="../ink/ink91.xml"/><Relationship Id="rId2" Type="http://schemas.openxmlformats.org/officeDocument/2006/relationships/customXml" Target="../ink/ink46.xml"/><Relationship Id="rId29" Type="http://schemas.openxmlformats.org/officeDocument/2006/relationships/image" Target="../media/image59.png"/><Relationship Id="rId24" Type="http://schemas.openxmlformats.org/officeDocument/2006/relationships/customXml" Target="../ink/ink57.xml"/><Relationship Id="rId40" Type="http://schemas.openxmlformats.org/officeDocument/2006/relationships/customXml" Target="../ink/ink65.xml"/><Relationship Id="rId45" Type="http://schemas.openxmlformats.org/officeDocument/2006/relationships/image" Target="../media/image67.png"/><Relationship Id="rId66" Type="http://schemas.openxmlformats.org/officeDocument/2006/relationships/customXml" Target="../ink/ink78.xml"/><Relationship Id="rId87" Type="http://schemas.openxmlformats.org/officeDocument/2006/relationships/image" Target="../media/image88.png"/><Relationship Id="rId110" Type="http://schemas.openxmlformats.org/officeDocument/2006/relationships/customXml" Target="../ink/ink100.xml"/><Relationship Id="rId115" Type="http://schemas.openxmlformats.org/officeDocument/2006/relationships/image" Target="../media/image102.png"/><Relationship Id="rId61" Type="http://schemas.openxmlformats.org/officeDocument/2006/relationships/image" Target="../media/image75.png"/><Relationship Id="rId82" Type="http://schemas.openxmlformats.org/officeDocument/2006/relationships/customXml" Target="../ink/ink86.xml"/><Relationship Id="rId19" Type="http://schemas.openxmlformats.org/officeDocument/2006/relationships/image" Target="../media/image54.png"/><Relationship Id="rId14" Type="http://schemas.openxmlformats.org/officeDocument/2006/relationships/customXml" Target="../ink/ink52.xml"/><Relationship Id="rId30" Type="http://schemas.openxmlformats.org/officeDocument/2006/relationships/customXml" Target="../ink/ink60.xml"/><Relationship Id="rId35" Type="http://schemas.openxmlformats.org/officeDocument/2006/relationships/image" Target="../media/image62.png"/><Relationship Id="rId56" Type="http://schemas.openxmlformats.org/officeDocument/2006/relationships/customXml" Target="../ink/ink73.xml"/><Relationship Id="rId77" Type="http://schemas.openxmlformats.org/officeDocument/2006/relationships/image" Target="../media/image83.png"/><Relationship Id="rId100" Type="http://schemas.openxmlformats.org/officeDocument/2006/relationships/customXml" Target="../ink/ink95.xml"/><Relationship Id="rId105" Type="http://schemas.openxmlformats.org/officeDocument/2006/relationships/image" Target="../media/image97.png"/><Relationship Id="rId8" Type="http://schemas.openxmlformats.org/officeDocument/2006/relationships/customXml" Target="../ink/ink49.xml"/><Relationship Id="rId51" Type="http://schemas.openxmlformats.org/officeDocument/2006/relationships/image" Target="../media/image70.png"/><Relationship Id="rId72" Type="http://schemas.openxmlformats.org/officeDocument/2006/relationships/customXml" Target="../ink/ink81.xml"/><Relationship Id="rId93" Type="http://schemas.openxmlformats.org/officeDocument/2006/relationships/image" Target="../media/image91.png"/><Relationship Id="rId98" Type="http://schemas.openxmlformats.org/officeDocument/2006/relationships/customXml" Target="../ink/ink94.xml"/><Relationship Id="rId121" Type="http://schemas.openxmlformats.org/officeDocument/2006/relationships/image" Target="../media/image105.png"/><Relationship Id="rId3" Type="http://schemas.openxmlformats.org/officeDocument/2006/relationships/image" Target="../media/image46.png"/><Relationship Id="rId25" Type="http://schemas.openxmlformats.org/officeDocument/2006/relationships/image" Target="../media/image57.png"/><Relationship Id="rId46" Type="http://schemas.openxmlformats.org/officeDocument/2006/relationships/customXml" Target="../ink/ink68.xml"/><Relationship Id="rId67" Type="http://schemas.openxmlformats.org/officeDocument/2006/relationships/image" Target="../media/image78.png"/><Relationship Id="rId116" Type="http://schemas.openxmlformats.org/officeDocument/2006/relationships/customXml" Target="../ink/ink103.xml"/><Relationship Id="rId20" Type="http://schemas.openxmlformats.org/officeDocument/2006/relationships/customXml" Target="../ink/ink55.xml"/><Relationship Id="rId41" Type="http://schemas.openxmlformats.org/officeDocument/2006/relationships/image" Target="../media/image65.png"/><Relationship Id="rId62" Type="http://schemas.openxmlformats.org/officeDocument/2006/relationships/customXml" Target="../ink/ink76.xml"/><Relationship Id="rId83" Type="http://schemas.openxmlformats.org/officeDocument/2006/relationships/image" Target="../media/image86.png"/><Relationship Id="rId88" Type="http://schemas.openxmlformats.org/officeDocument/2006/relationships/customXml" Target="../ink/ink89.xml"/><Relationship Id="rId111" Type="http://schemas.openxmlformats.org/officeDocument/2006/relationships/image" Target="../media/image100.png"/><Relationship Id="rId15" Type="http://schemas.openxmlformats.org/officeDocument/2006/relationships/image" Target="../media/image52.png"/><Relationship Id="rId36" Type="http://schemas.openxmlformats.org/officeDocument/2006/relationships/customXml" Target="../ink/ink63.xml"/><Relationship Id="rId57" Type="http://schemas.openxmlformats.org/officeDocument/2006/relationships/image" Target="../media/image73.png"/><Relationship Id="rId106" Type="http://schemas.openxmlformats.org/officeDocument/2006/relationships/customXml" Target="../ink/ink98.xml"/><Relationship Id="rId10" Type="http://schemas.openxmlformats.org/officeDocument/2006/relationships/customXml" Target="../ink/ink50.xml"/><Relationship Id="rId31" Type="http://schemas.openxmlformats.org/officeDocument/2006/relationships/image" Target="../media/image60.png"/><Relationship Id="rId52" Type="http://schemas.openxmlformats.org/officeDocument/2006/relationships/customXml" Target="../ink/ink71.xml"/><Relationship Id="rId73" Type="http://schemas.openxmlformats.org/officeDocument/2006/relationships/image" Target="../media/image81.png"/><Relationship Id="rId78" Type="http://schemas.openxmlformats.org/officeDocument/2006/relationships/customXml" Target="../ink/ink84.xml"/><Relationship Id="rId94" Type="http://schemas.openxmlformats.org/officeDocument/2006/relationships/customXml" Target="../ink/ink92.xml"/><Relationship Id="rId99" Type="http://schemas.openxmlformats.org/officeDocument/2006/relationships/image" Target="../media/image94.png"/><Relationship Id="rId101" Type="http://schemas.openxmlformats.org/officeDocument/2006/relationships/image" Target="../media/image95.png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18.xml"/><Relationship Id="rId21" Type="http://schemas.openxmlformats.org/officeDocument/2006/relationships/image" Target="../media/image115.png"/><Relationship Id="rId42" Type="http://schemas.openxmlformats.org/officeDocument/2006/relationships/customXml" Target="../ink/ink126.xml"/><Relationship Id="rId47" Type="http://schemas.openxmlformats.org/officeDocument/2006/relationships/image" Target="../media/image128.png"/><Relationship Id="rId63" Type="http://schemas.openxmlformats.org/officeDocument/2006/relationships/image" Target="../media/image136.png"/><Relationship Id="rId68" Type="http://schemas.openxmlformats.org/officeDocument/2006/relationships/customXml" Target="../ink/ink139.xml"/><Relationship Id="rId84" Type="http://schemas.openxmlformats.org/officeDocument/2006/relationships/customXml" Target="../ink/ink147.xml"/><Relationship Id="rId89" Type="http://schemas.openxmlformats.org/officeDocument/2006/relationships/image" Target="../media/image149.png"/><Relationship Id="rId16" Type="http://schemas.openxmlformats.org/officeDocument/2006/relationships/customXml" Target="../ink/ink113.xml"/><Relationship Id="rId11" Type="http://schemas.openxmlformats.org/officeDocument/2006/relationships/image" Target="../media/image110.png"/><Relationship Id="rId32" Type="http://schemas.openxmlformats.org/officeDocument/2006/relationships/customXml" Target="../ink/ink121.xml"/><Relationship Id="rId37" Type="http://schemas.openxmlformats.org/officeDocument/2006/relationships/image" Target="../media/image123.png"/><Relationship Id="rId53" Type="http://schemas.openxmlformats.org/officeDocument/2006/relationships/image" Target="../media/image131.png"/><Relationship Id="rId58" Type="http://schemas.openxmlformats.org/officeDocument/2006/relationships/customXml" Target="../ink/ink134.xml"/><Relationship Id="rId74" Type="http://schemas.openxmlformats.org/officeDocument/2006/relationships/customXml" Target="../ink/ink142.xml"/><Relationship Id="rId79" Type="http://schemas.openxmlformats.org/officeDocument/2006/relationships/image" Target="../media/image144.png"/><Relationship Id="rId102" Type="http://schemas.openxmlformats.org/officeDocument/2006/relationships/customXml" Target="../ink/ink156.xml"/><Relationship Id="rId5" Type="http://schemas.openxmlformats.org/officeDocument/2006/relationships/image" Target="../media/image107.png"/><Relationship Id="rId90" Type="http://schemas.openxmlformats.org/officeDocument/2006/relationships/customXml" Target="../ink/ink150.xml"/><Relationship Id="rId95" Type="http://schemas.openxmlformats.org/officeDocument/2006/relationships/image" Target="../media/image152.png"/><Relationship Id="rId22" Type="http://schemas.openxmlformats.org/officeDocument/2006/relationships/customXml" Target="../ink/ink116.xml"/><Relationship Id="rId27" Type="http://schemas.openxmlformats.org/officeDocument/2006/relationships/image" Target="../media/image118.png"/><Relationship Id="rId43" Type="http://schemas.openxmlformats.org/officeDocument/2006/relationships/image" Target="../media/image126.png"/><Relationship Id="rId48" Type="http://schemas.openxmlformats.org/officeDocument/2006/relationships/customXml" Target="../ink/ink129.xml"/><Relationship Id="rId64" Type="http://schemas.openxmlformats.org/officeDocument/2006/relationships/customXml" Target="../ink/ink137.xml"/><Relationship Id="rId69" Type="http://schemas.openxmlformats.org/officeDocument/2006/relationships/image" Target="../media/image139.png"/><Relationship Id="rId80" Type="http://schemas.openxmlformats.org/officeDocument/2006/relationships/customXml" Target="../ink/ink145.xml"/><Relationship Id="rId85" Type="http://schemas.openxmlformats.org/officeDocument/2006/relationships/image" Target="../media/image147.png"/><Relationship Id="rId12" Type="http://schemas.openxmlformats.org/officeDocument/2006/relationships/customXml" Target="../ink/ink111.xml"/><Relationship Id="rId17" Type="http://schemas.openxmlformats.org/officeDocument/2006/relationships/image" Target="../media/image113.png"/><Relationship Id="rId25" Type="http://schemas.openxmlformats.org/officeDocument/2006/relationships/image" Target="../media/image117.png"/><Relationship Id="rId33" Type="http://schemas.openxmlformats.org/officeDocument/2006/relationships/image" Target="../media/image121.png"/><Relationship Id="rId38" Type="http://schemas.openxmlformats.org/officeDocument/2006/relationships/customXml" Target="../ink/ink124.xml"/><Relationship Id="rId46" Type="http://schemas.openxmlformats.org/officeDocument/2006/relationships/customXml" Target="../ink/ink128.xml"/><Relationship Id="rId59" Type="http://schemas.openxmlformats.org/officeDocument/2006/relationships/image" Target="../media/image134.png"/><Relationship Id="rId67" Type="http://schemas.openxmlformats.org/officeDocument/2006/relationships/image" Target="../media/image138.png"/><Relationship Id="rId103" Type="http://schemas.openxmlformats.org/officeDocument/2006/relationships/image" Target="../media/image156.png"/><Relationship Id="rId20" Type="http://schemas.openxmlformats.org/officeDocument/2006/relationships/customXml" Target="../ink/ink115.xml"/><Relationship Id="rId41" Type="http://schemas.openxmlformats.org/officeDocument/2006/relationships/image" Target="../media/image125.png"/><Relationship Id="rId54" Type="http://schemas.openxmlformats.org/officeDocument/2006/relationships/customXml" Target="../ink/ink132.xml"/><Relationship Id="rId62" Type="http://schemas.openxmlformats.org/officeDocument/2006/relationships/customXml" Target="../ink/ink136.xml"/><Relationship Id="rId70" Type="http://schemas.openxmlformats.org/officeDocument/2006/relationships/customXml" Target="../ink/ink140.xml"/><Relationship Id="rId75" Type="http://schemas.openxmlformats.org/officeDocument/2006/relationships/image" Target="../media/image142.png"/><Relationship Id="rId83" Type="http://schemas.openxmlformats.org/officeDocument/2006/relationships/image" Target="../media/image146.png"/><Relationship Id="rId88" Type="http://schemas.openxmlformats.org/officeDocument/2006/relationships/customXml" Target="../ink/ink149.xml"/><Relationship Id="rId91" Type="http://schemas.openxmlformats.org/officeDocument/2006/relationships/image" Target="../media/image150.png"/><Relationship Id="rId96" Type="http://schemas.openxmlformats.org/officeDocument/2006/relationships/customXml" Target="../ink/ink1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08.xml"/><Relationship Id="rId15" Type="http://schemas.openxmlformats.org/officeDocument/2006/relationships/image" Target="../media/image112.png"/><Relationship Id="rId23" Type="http://schemas.openxmlformats.org/officeDocument/2006/relationships/image" Target="../media/image116.png"/><Relationship Id="rId28" Type="http://schemas.openxmlformats.org/officeDocument/2006/relationships/customXml" Target="../ink/ink119.xml"/><Relationship Id="rId36" Type="http://schemas.openxmlformats.org/officeDocument/2006/relationships/customXml" Target="../ink/ink123.xml"/><Relationship Id="rId49" Type="http://schemas.openxmlformats.org/officeDocument/2006/relationships/image" Target="../media/image129.png"/><Relationship Id="rId57" Type="http://schemas.openxmlformats.org/officeDocument/2006/relationships/image" Target="../media/image133.png"/><Relationship Id="rId10" Type="http://schemas.openxmlformats.org/officeDocument/2006/relationships/customXml" Target="../ink/ink110.xml"/><Relationship Id="rId31" Type="http://schemas.openxmlformats.org/officeDocument/2006/relationships/image" Target="../media/image120.png"/><Relationship Id="rId44" Type="http://schemas.openxmlformats.org/officeDocument/2006/relationships/customXml" Target="../ink/ink127.xml"/><Relationship Id="rId52" Type="http://schemas.openxmlformats.org/officeDocument/2006/relationships/customXml" Target="../ink/ink131.xml"/><Relationship Id="rId60" Type="http://schemas.openxmlformats.org/officeDocument/2006/relationships/customXml" Target="../ink/ink135.xml"/><Relationship Id="rId65" Type="http://schemas.openxmlformats.org/officeDocument/2006/relationships/image" Target="../media/image137.png"/><Relationship Id="rId73" Type="http://schemas.openxmlformats.org/officeDocument/2006/relationships/image" Target="../media/image141.png"/><Relationship Id="rId78" Type="http://schemas.openxmlformats.org/officeDocument/2006/relationships/customXml" Target="../ink/ink144.xml"/><Relationship Id="rId81" Type="http://schemas.openxmlformats.org/officeDocument/2006/relationships/image" Target="../media/image145.png"/><Relationship Id="rId86" Type="http://schemas.openxmlformats.org/officeDocument/2006/relationships/customXml" Target="../ink/ink148.xml"/><Relationship Id="rId94" Type="http://schemas.openxmlformats.org/officeDocument/2006/relationships/customXml" Target="../ink/ink152.xml"/><Relationship Id="rId99" Type="http://schemas.openxmlformats.org/officeDocument/2006/relationships/image" Target="../media/image154.png"/><Relationship Id="rId101" Type="http://schemas.openxmlformats.org/officeDocument/2006/relationships/image" Target="../media/image155.png"/><Relationship Id="rId4" Type="http://schemas.openxmlformats.org/officeDocument/2006/relationships/customXml" Target="../ink/ink107.xml"/><Relationship Id="rId9" Type="http://schemas.openxmlformats.org/officeDocument/2006/relationships/image" Target="../media/image109.png"/><Relationship Id="rId13" Type="http://schemas.openxmlformats.org/officeDocument/2006/relationships/image" Target="../media/image111.png"/><Relationship Id="rId18" Type="http://schemas.openxmlformats.org/officeDocument/2006/relationships/customXml" Target="../ink/ink114.xml"/><Relationship Id="rId39" Type="http://schemas.openxmlformats.org/officeDocument/2006/relationships/image" Target="../media/image124.png"/><Relationship Id="rId34" Type="http://schemas.openxmlformats.org/officeDocument/2006/relationships/customXml" Target="../ink/ink122.xml"/><Relationship Id="rId50" Type="http://schemas.openxmlformats.org/officeDocument/2006/relationships/customXml" Target="../ink/ink130.xml"/><Relationship Id="rId55" Type="http://schemas.openxmlformats.org/officeDocument/2006/relationships/image" Target="../media/image132.png"/><Relationship Id="rId76" Type="http://schemas.openxmlformats.org/officeDocument/2006/relationships/customXml" Target="../ink/ink143.xml"/><Relationship Id="rId97" Type="http://schemas.openxmlformats.org/officeDocument/2006/relationships/image" Target="../media/image153.png"/><Relationship Id="rId7" Type="http://schemas.openxmlformats.org/officeDocument/2006/relationships/image" Target="../media/image108.png"/><Relationship Id="rId71" Type="http://schemas.openxmlformats.org/officeDocument/2006/relationships/image" Target="../media/image140.png"/><Relationship Id="rId92" Type="http://schemas.openxmlformats.org/officeDocument/2006/relationships/customXml" Target="../ink/ink151.xml"/><Relationship Id="rId2" Type="http://schemas.openxmlformats.org/officeDocument/2006/relationships/customXml" Target="../ink/ink106.xml"/><Relationship Id="rId29" Type="http://schemas.openxmlformats.org/officeDocument/2006/relationships/image" Target="../media/image119.png"/><Relationship Id="rId24" Type="http://schemas.openxmlformats.org/officeDocument/2006/relationships/customXml" Target="../ink/ink117.xml"/><Relationship Id="rId40" Type="http://schemas.openxmlformats.org/officeDocument/2006/relationships/customXml" Target="../ink/ink125.xml"/><Relationship Id="rId45" Type="http://schemas.openxmlformats.org/officeDocument/2006/relationships/image" Target="../media/image127.png"/><Relationship Id="rId66" Type="http://schemas.openxmlformats.org/officeDocument/2006/relationships/customXml" Target="../ink/ink138.xml"/><Relationship Id="rId87" Type="http://schemas.openxmlformats.org/officeDocument/2006/relationships/image" Target="../media/image148.png"/><Relationship Id="rId61" Type="http://schemas.openxmlformats.org/officeDocument/2006/relationships/image" Target="../media/image135.png"/><Relationship Id="rId82" Type="http://schemas.openxmlformats.org/officeDocument/2006/relationships/customXml" Target="../ink/ink146.xml"/><Relationship Id="rId19" Type="http://schemas.openxmlformats.org/officeDocument/2006/relationships/image" Target="../media/image114.png"/><Relationship Id="rId14" Type="http://schemas.openxmlformats.org/officeDocument/2006/relationships/customXml" Target="../ink/ink112.xml"/><Relationship Id="rId30" Type="http://schemas.openxmlformats.org/officeDocument/2006/relationships/customXml" Target="../ink/ink120.xml"/><Relationship Id="rId35" Type="http://schemas.openxmlformats.org/officeDocument/2006/relationships/image" Target="../media/image122.png"/><Relationship Id="rId56" Type="http://schemas.openxmlformats.org/officeDocument/2006/relationships/customXml" Target="../ink/ink133.xml"/><Relationship Id="rId77" Type="http://schemas.openxmlformats.org/officeDocument/2006/relationships/image" Target="../media/image143.png"/><Relationship Id="rId100" Type="http://schemas.openxmlformats.org/officeDocument/2006/relationships/customXml" Target="../ink/ink155.xml"/><Relationship Id="rId8" Type="http://schemas.openxmlformats.org/officeDocument/2006/relationships/customXml" Target="../ink/ink109.xml"/><Relationship Id="rId51" Type="http://schemas.openxmlformats.org/officeDocument/2006/relationships/image" Target="../media/image130.png"/><Relationship Id="rId72" Type="http://schemas.openxmlformats.org/officeDocument/2006/relationships/customXml" Target="../ink/ink141.xml"/><Relationship Id="rId93" Type="http://schemas.openxmlformats.org/officeDocument/2006/relationships/image" Target="../media/image151.png"/><Relationship Id="rId98" Type="http://schemas.openxmlformats.org/officeDocument/2006/relationships/customXml" Target="../ink/ink154.xml"/><Relationship Id="rId3" Type="http://schemas.openxmlformats.org/officeDocument/2006/relationships/image" Target="../media/image106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69.xml"/><Relationship Id="rId21" Type="http://schemas.openxmlformats.org/officeDocument/2006/relationships/image" Target="../media/image166.png"/><Relationship Id="rId34" Type="http://schemas.openxmlformats.org/officeDocument/2006/relationships/customXml" Target="../ink/ink173.xml"/><Relationship Id="rId42" Type="http://schemas.openxmlformats.org/officeDocument/2006/relationships/customXml" Target="../ink/ink177.xml"/><Relationship Id="rId47" Type="http://schemas.openxmlformats.org/officeDocument/2006/relationships/image" Target="../media/image179.png"/><Relationship Id="rId50" Type="http://schemas.openxmlformats.org/officeDocument/2006/relationships/customXml" Target="../ink/ink181.xml"/><Relationship Id="rId55" Type="http://schemas.openxmlformats.org/officeDocument/2006/relationships/image" Target="../media/image183.png"/><Relationship Id="rId63" Type="http://schemas.openxmlformats.org/officeDocument/2006/relationships/image" Target="../media/image187.png"/><Relationship Id="rId7" Type="http://schemas.openxmlformats.org/officeDocument/2006/relationships/image" Target="../media/image159.png"/><Relationship Id="rId2" Type="http://schemas.openxmlformats.org/officeDocument/2006/relationships/customXml" Target="../ink/ink157.xml"/><Relationship Id="rId16" Type="http://schemas.openxmlformats.org/officeDocument/2006/relationships/customXml" Target="../ink/ink164.xml"/><Relationship Id="rId29" Type="http://schemas.openxmlformats.org/officeDocument/2006/relationships/image" Target="../media/image170.png"/><Relationship Id="rId11" Type="http://schemas.openxmlformats.org/officeDocument/2006/relationships/image" Target="../media/image161.png"/><Relationship Id="rId24" Type="http://schemas.openxmlformats.org/officeDocument/2006/relationships/customXml" Target="../ink/ink168.xml"/><Relationship Id="rId32" Type="http://schemas.openxmlformats.org/officeDocument/2006/relationships/customXml" Target="../ink/ink172.xml"/><Relationship Id="rId37" Type="http://schemas.openxmlformats.org/officeDocument/2006/relationships/image" Target="../media/image174.png"/><Relationship Id="rId40" Type="http://schemas.openxmlformats.org/officeDocument/2006/relationships/customXml" Target="../ink/ink176.xml"/><Relationship Id="rId45" Type="http://schemas.openxmlformats.org/officeDocument/2006/relationships/image" Target="../media/image178.png"/><Relationship Id="rId53" Type="http://schemas.openxmlformats.org/officeDocument/2006/relationships/image" Target="../media/image182.png"/><Relationship Id="rId58" Type="http://schemas.openxmlformats.org/officeDocument/2006/relationships/customXml" Target="../ink/ink185.xml"/><Relationship Id="rId5" Type="http://schemas.openxmlformats.org/officeDocument/2006/relationships/image" Target="../media/image158.png"/><Relationship Id="rId61" Type="http://schemas.openxmlformats.org/officeDocument/2006/relationships/image" Target="../media/image186.png"/><Relationship Id="rId19" Type="http://schemas.openxmlformats.org/officeDocument/2006/relationships/image" Target="../media/image165.png"/><Relationship Id="rId14" Type="http://schemas.openxmlformats.org/officeDocument/2006/relationships/customXml" Target="../ink/ink163.xml"/><Relationship Id="rId22" Type="http://schemas.openxmlformats.org/officeDocument/2006/relationships/customXml" Target="../ink/ink167.xml"/><Relationship Id="rId27" Type="http://schemas.openxmlformats.org/officeDocument/2006/relationships/image" Target="../media/image169.png"/><Relationship Id="rId30" Type="http://schemas.openxmlformats.org/officeDocument/2006/relationships/customXml" Target="../ink/ink171.xml"/><Relationship Id="rId35" Type="http://schemas.openxmlformats.org/officeDocument/2006/relationships/image" Target="../media/image173.png"/><Relationship Id="rId43" Type="http://schemas.openxmlformats.org/officeDocument/2006/relationships/image" Target="../media/image177.png"/><Relationship Id="rId48" Type="http://schemas.openxmlformats.org/officeDocument/2006/relationships/customXml" Target="../ink/ink180.xml"/><Relationship Id="rId56" Type="http://schemas.openxmlformats.org/officeDocument/2006/relationships/customXml" Target="../ink/ink184.xml"/><Relationship Id="rId64" Type="http://schemas.openxmlformats.org/officeDocument/2006/relationships/customXml" Target="../ink/ink188.xml"/><Relationship Id="rId8" Type="http://schemas.openxmlformats.org/officeDocument/2006/relationships/customXml" Target="../ink/ink160.xml"/><Relationship Id="rId51" Type="http://schemas.openxmlformats.org/officeDocument/2006/relationships/image" Target="../media/image181.png"/><Relationship Id="rId3" Type="http://schemas.openxmlformats.org/officeDocument/2006/relationships/image" Target="../media/image157.png"/><Relationship Id="rId12" Type="http://schemas.openxmlformats.org/officeDocument/2006/relationships/customXml" Target="../ink/ink162.xml"/><Relationship Id="rId17" Type="http://schemas.openxmlformats.org/officeDocument/2006/relationships/image" Target="../media/image164.png"/><Relationship Id="rId25" Type="http://schemas.openxmlformats.org/officeDocument/2006/relationships/image" Target="../media/image168.png"/><Relationship Id="rId33" Type="http://schemas.openxmlformats.org/officeDocument/2006/relationships/image" Target="../media/image172.png"/><Relationship Id="rId38" Type="http://schemas.openxmlformats.org/officeDocument/2006/relationships/customXml" Target="../ink/ink175.xml"/><Relationship Id="rId46" Type="http://schemas.openxmlformats.org/officeDocument/2006/relationships/customXml" Target="../ink/ink179.xml"/><Relationship Id="rId59" Type="http://schemas.openxmlformats.org/officeDocument/2006/relationships/image" Target="../media/image185.png"/><Relationship Id="rId20" Type="http://schemas.openxmlformats.org/officeDocument/2006/relationships/customXml" Target="../ink/ink166.xml"/><Relationship Id="rId41" Type="http://schemas.openxmlformats.org/officeDocument/2006/relationships/image" Target="../media/image176.png"/><Relationship Id="rId54" Type="http://schemas.openxmlformats.org/officeDocument/2006/relationships/customXml" Target="../ink/ink183.xml"/><Relationship Id="rId62" Type="http://schemas.openxmlformats.org/officeDocument/2006/relationships/customXml" Target="../ink/ink18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59.xml"/><Relationship Id="rId15" Type="http://schemas.openxmlformats.org/officeDocument/2006/relationships/image" Target="../media/image163.png"/><Relationship Id="rId23" Type="http://schemas.openxmlformats.org/officeDocument/2006/relationships/image" Target="../media/image167.png"/><Relationship Id="rId28" Type="http://schemas.openxmlformats.org/officeDocument/2006/relationships/customXml" Target="../ink/ink170.xml"/><Relationship Id="rId36" Type="http://schemas.openxmlformats.org/officeDocument/2006/relationships/customXml" Target="../ink/ink174.xml"/><Relationship Id="rId49" Type="http://schemas.openxmlformats.org/officeDocument/2006/relationships/image" Target="../media/image180.png"/><Relationship Id="rId57" Type="http://schemas.openxmlformats.org/officeDocument/2006/relationships/image" Target="../media/image184.png"/><Relationship Id="rId10" Type="http://schemas.openxmlformats.org/officeDocument/2006/relationships/customXml" Target="../ink/ink161.xml"/><Relationship Id="rId31" Type="http://schemas.openxmlformats.org/officeDocument/2006/relationships/image" Target="../media/image171.png"/><Relationship Id="rId44" Type="http://schemas.openxmlformats.org/officeDocument/2006/relationships/customXml" Target="../ink/ink178.xml"/><Relationship Id="rId52" Type="http://schemas.openxmlformats.org/officeDocument/2006/relationships/customXml" Target="../ink/ink182.xml"/><Relationship Id="rId60" Type="http://schemas.openxmlformats.org/officeDocument/2006/relationships/customXml" Target="../ink/ink186.xml"/><Relationship Id="rId65" Type="http://schemas.openxmlformats.org/officeDocument/2006/relationships/image" Target="../media/image188.png"/><Relationship Id="rId4" Type="http://schemas.openxmlformats.org/officeDocument/2006/relationships/customXml" Target="../ink/ink158.xml"/><Relationship Id="rId9" Type="http://schemas.openxmlformats.org/officeDocument/2006/relationships/image" Target="../media/image160.png"/><Relationship Id="rId13" Type="http://schemas.openxmlformats.org/officeDocument/2006/relationships/image" Target="../media/image162.png"/><Relationship Id="rId18" Type="http://schemas.openxmlformats.org/officeDocument/2006/relationships/customXml" Target="../ink/ink165.xml"/><Relationship Id="rId39" Type="http://schemas.openxmlformats.org/officeDocument/2006/relationships/image" Target="../media/image17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9.png"/><Relationship Id="rId7" Type="http://schemas.openxmlformats.org/officeDocument/2006/relationships/image" Target="../media/image191.png"/><Relationship Id="rId2" Type="http://schemas.openxmlformats.org/officeDocument/2006/relationships/customXml" Target="../ink/ink18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91.xml"/><Relationship Id="rId5" Type="http://schemas.openxmlformats.org/officeDocument/2006/relationships/image" Target="../media/image190.png"/><Relationship Id="rId4" Type="http://schemas.openxmlformats.org/officeDocument/2006/relationships/customXml" Target="../ink/ink190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97.png"/><Relationship Id="rId18" Type="http://schemas.openxmlformats.org/officeDocument/2006/relationships/customXml" Target="../ink/ink200.xml"/><Relationship Id="rId26" Type="http://schemas.openxmlformats.org/officeDocument/2006/relationships/customXml" Target="../ink/ink204.xml"/><Relationship Id="rId39" Type="http://schemas.openxmlformats.org/officeDocument/2006/relationships/image" Target="../media/image210.png"/><Relationship Id="rId21" Type="http://schemas.openxmlformats.org/officeDocument/2006/relationships/image" Target="../media/image201.png"/><Relationship Id="rId34" Type="http://schemas.openxmlformats.org/officeDocument/2006/relationships/customXml" Target="../ink/ink208.xml"/><Relationship Id="rId42" Type="http://schemas.openxmlformats.org/officeDocument/2006/relationships/customXml" Target="../ink/ink212.xml"/><Relationship Id="rId47" Type="http://schemas.openxmlformats.org/officeDocument/2006/relationships/image" Target="../media/image214.png"/><Relationship Id="rId50" Type="http://schemas.openxmlformats.org/officeDocument/2006/relationships/customXml" Target="../ink/ink216.xml"/><Relationship Id="rId55" Type="http://schemas.openxmlformats.org/officeDocument/2006/relationships/image" Target="../media/image218.png"/><Relationship Id="rId7" Type="http://schemas.openxmlformats.org/officeDocument/2006/relationships/image" Target="../media/image194.png"/><Relationship Id="rId2" Type="http://schemas.openxmlformats.org/officeDocument/2006/relationships/customXml" Target="../ink/ink192.xml"/><Relationship Id="rId16" Type="http://schemas.openxmlformats.org/officeDocument/2006/relationships/customXml" Target="../ink/ink199.xml"/><Relationship Id="rId29" Type="http://schemas.openxmlformats.org/officeDocument/2006/relationships/image" Target="../media/image205.png"/><Relationship Id="rId11" Type="http://schemas.openxmlformats.org/officeDocument/2006/relationships/image" Target="../media/image196.png"/><Relationship Id="rId24" Type="http://schemas.openxmlformats.org/officeDocument/2006/relationships/customXml" Target="../ink/ink203.xml"/><Relationship Id="rId32" Type="http://schemas.openxmlformats.org/officeDocument/2006/relationships/customXml" Target="../ink/ink207.xml"/><Relationship Id="rId37" Type="http://schemas.openxmlformats.org/officeDocument/2006/relationships/image" Target="../media/image209.png"/><Relationship Id="rId40" Type="http://schemas.openxmlformats.org/officeDocument/2006/relationships/customXml" Target="../ink/ink211.xml"/><Relationship Id="rId45" Type="http://schemas.openxmlformats.org/officeDocument/2006/relationships/image" Target="../media/image213.png"/><Relationship Id="rId53" Type="http://schemas.openxmlformats.org/officeDocument/2006/relationships/image" Target="../media/image217.png"/><Relationship Id="rId58" Type="http://schemas.openxmlformats.org/officeDocument/2006/relationships/customXml" Target="../ink/ink220.xml"/><Relationship Id="rId5" Type="http://schemas.openxmlformats.org/officeDocument/2006/relationships/image" Target="../media/image193.png"/><Relationship Id="rId61" Type="http://schemas.openxmlformats.org/officeDocument/2006/relationships/image" Target="../media/image221.png"/><Relationship Id="rId19" Type="http://schemas.openxmlformats.org/officeDocument/2006/relationships/image" Target="../media/image200.png"/><Relationship Id="rId14" Type="http://schemas.openxmlformats.org/officeDocument/2006/relationships/customXml" Target="../ink/ink198.xml"/><Relationship Id="rId22" Type="http://schemas.openxmlformats.org/officeDocument/2006/relationships/customXml" Target="../ink/ink202.xml"/><Relationship Id="rId27" Type="http://schemas.openxmlformats.org/officeDocument/2006/relationships/image" Target="../media/image204.png"/><Relationship Id="rId30" Type="http://schemas.openxmlformats.org/officeDocument/2006/relationships/customXml" Target="../ink/ink206.xml"/><Relationship Id="rId35" Type="http://schemas.openxmlformats.org/officeDocument/2006/relationships/image" Target="../media/image208.png"/><Relationship Id="rId43" Type="http://schemas.openxmlformats.org/officeDocument/2006/relationships/image" Target="../media/image212.png"/><Relationship Id="rId48" Type="http://schemas.openxmlformats.org/officeDocument/2006/relationships/customXml" Target="../ink/ink215.xml"/><Relationship Id="rId56" Type="http://schemas.openxmlformats.org/officeDocument/2006/relationships/customXml" Target="../ink/ink219.xml"/><Relationship Id="rId8" Type="http://schemas.openxmlformats.org/officeDocument/2006/relationships/customXml" Target="../ink/ink195.xml"/><Relationship Id="rId51" Type="http://schemas.openxmlformats.org/officeDocument/2006/relationships/image" Target="../media/image216.png"/><Relationship Id="rId3" Type="http://schemas.openxmlformats.org/officeDocument/2006/relationships/image" Target="../media/image192.png"/><Relationship Id="rId12" Type="http://schemas.openxmlformats.org/officeDocument/2006/relationships/customXml" Target="../ink/ink197.xml"/><Relationship Id="rId17" Type="http://schemas.openxmlformats.org/officeDocument/2006/relationships/image" Target="../media/image199.png"/><Relationship Id="rId25" Type="http://schemas.openxmlformats.org/officeDocument/2006/relationships/image" Target="../media/image203.png"/><Relationship Id="rId33" Type="http://schemas.openxmlformats.org/officeDocument/2006/relationships/image" Target="../media/image207.png"/><Relationship Id="rId38" Type="http://schemas.openxmlformats.org/officeDocument/2006/relationships/customXml" Target="../ink/ink210.xml"/><Relationship Id="rId46" Type="http://schemas.openxmlformats.org/officeDocument/2006/relationships/customXml" Target="../ink/ink214.xml"/><Relationship Id="rId59" Type="http://schemas.openxmlformats.org/officeDocument/2006/relationships/image" Target="../media/image220.png"/><Relationship Id="rId20" Type="http://schemas.openxmlformats.org/officeDocument/2006/relationships/customXml" Target="../ink/ink201.xml"/><Relationship Id="rId41" Type="http://schemas.openxmlformats.org/officeDocument/2006/relationships/image" Target="../media/image211.png"/><Relationship Id="rId54" Type="http://schemas.openxmlformats.org/officeDocument/2006/relationships/customXml" Target="../ink/ink21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94.xml"/><Relationship Id="rId15" Type="http://schemas.openxmlformats.org/officeDocument/2006/relationships/image" Target="../media/image198.png"/><Relationship Id="rId23" Type="http://schemas.openxmlformats.org/officeDocument/2006/relationships/image" Target="../media/image202.png"/><Relationship Id="rId28" Type="http://schemas.openxmlformats.org/officeDocument/2006/relationships/customXml" Target="../ink/ink205.xml"/><Relationship Id="rId36" Type="http://schemas.openxmlformats.org/officeDocument/2006/relationships/customXml" Target="../ink/ink209.xml"/><Relationship Id="rId49" Type="http://schemas.openxmlformats.org/officeDocument/2006/relationships/image" Target="../media/image215.png"/><Relationship Id="rId57" Type="http://schemas.openxmlformats.org/officeDocument/2006/relationships/image" Target="../media/image219.png"/><Relationship Id="rId10" Type="http://schemas.openxmlformats.org/officeDocument/2006/relationships/customXml" Target="../ink/ink196.xml"/><Relationship Id="rId31" Type="http://schemas.openxmlformats.org/officeDocument/2006/relationships/image" Target="../media/image206.png"/><Relationship Id="rId44" Type="http://schemas.openxmlformats.org/officeDocument/2006/relationships/customXml" Target="../ink/ink213.xml"/><Relationship Id="rId52" Type="http://schemas.openxmlformats.org/officeDocument/2006/relationships/customXml" Target="../ink/ink217.xml"/><Relationship Id="rId60" Type="http://schemas.openxmlformats.org/officeDocument/2006/relationships/customXml" Target="../ink/ink221.xml"/><Relationship Id="rId4" Type="http://schemas.openxmlformats.org/officeDocument/2006/relationships/customXml" Target="../ink/ink193.xml"/><Relationship Id="rId9" Type="http://schemas.openxmlformats.org/officeDocument/2006/relationships/image" Target="../media/image195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7.png"/><Relationship Id="rId18" Type="http://schemas.openxmlformats.org/officeDocument/2006/relationships/customXml" Target="../ink/ink230.xml"/><Relationship Id="rId26" Type="http://schemas.openxmlformats.org/officeDocument/2006/relationships/customXml" Target="../ink/ink234.xml"/><Relationship Id="rId39" Type="http://schemas.openxmlformats.org/officeDocument/2006/relationships/image" Target="../media/image240.png"/><Relationship Id="rId21" Type="http://schemas.openxmlformats.org/officeDocument/2006/relationships/image" Target="../media/image231.png"/><Relationship Id="rId34" Type="http://schemas.openxmlformats.org/officeDocument/2006/relationships/customXml" Target="../ink/ink238.xml"/><Relationship Id="rId42" Type="http://schemas.openxmlformats.org/officeDocument/2006/relationships/customXml" Target="../ink/ink242.xml"/><Relationship Id="rId47" Type="http://schemas.openxmlformats.org/officeDocument/2006/relationships/image" Target="../media/image244.png"/><Relationship Id="rId50" Type="http://schemas.openxmlformats.org/officeDocument/2006/relationships/customXml" Target="../ink/ink246.xml"/><Relationship Id="rId55" Type="http://schemas.openxmlformats.org/officeDocument/2006/relationships/image" Target="../media/image248.png"/><Relationship Id="rId7" Type="http://schemas.openxmlformats.org/officeDocument/2006/relationships/image" Target="../media/image224.png"/><Relationship Id="rId2" Type="http://schemas.openxmlformats.org/officeDocument/2006/relationships/customXml" Target="../ink/ink222.xml"/><Relationship Id="rId16" Type="http://schemas.openxmlformats.org/officeDocument/2006/relationships/customXml" Target="../ink/ink229.xml"/><Relationship Id="rId29" Type="http://schemas.openxmlformats.org/officeDocument/2006/relationships/image" Target="../media/image235.png"/><Relationship Id="rId11" Type="http://schemas.openxmlformats.org/officeDocument/2006/relationships/image" Target="../media/image226.png"/><Relationship Id="rId24" Type="http://schemas.openxmlformats.org/officeDocument/2006/relationships/customXml" Target="../ink/ink233.xml"/><Relationship Id="rId32" Type="http://schemas.openxmlformats.org/officeDocument/2006/relationships/customXml" Target="../ink/ink237.xml"/><Relationship Id="rId37" Type="http://schemas.openxmlformats.org/officeDocument/2006/relationships/image" Target="../media/image239.png"/><Relationship Id="rId40" Type="http://schemas.openxmlformats.org/officeDocument/2006/relationships/customXml" Target="../ink/ink241.xml"/><Relationship Id="rId45" Type="http://schemas.openxmlformats.org/officeDocument/2006/relationships/image" Target="../media/image243.png"/><Relationship Id="rId53" Type="http://schemas.openxmlformats.org/officeDocument/2006/relationships/image" Target="../media/image247.png"/><Relationship Id="rId58" Type="http://schemas.openxmlformats.org/officeDocument/2006/relationships/customXml" Target="../ink/ink250.xml"/><Relationship Id="rId5" Type="http://schemas.openxmlformats.org/officeDocument/2006/relationships/image" Target="../media/image223.png"/><Relationship Id="rId19" Type="http://schemas.openxmlformats.org/officeDocument/2006/relationships/image" Target="../media/image230.png"/><Relationship Id="rId4" Type="http://schemas.openxmlformats.org/officeDocument/2006/relationships/customXml" Target="../ink/ink223.xml"/><Relationship Id="rId9" Type="http://schemas.openxmlformats.org/officeDocument/2006/relationships/image" Target="../media/image225.png"/><Relationship Id="rId14" Type="http://schemas.openxmlformats.org/officeDocument/2006/relationships/customXml" Target="../ink/ink228.xml"/><Relationship Id="rId22" Type="http://schemas.openxmlformats.org/officeDocument/2006/relationships/customXml" Target="../ink/ink232.xml"/><Relationship Id="rId27" Type="http://schemas.openxmlformats.org/officeDocument/2006/relationships/image" Target="../media/image234.png"/><Relationship Id="rId30" Type="http://schemas.openxmlformats.org/officeDocument/2006/relationships/customXml" Target="../ink/ink236.xml"/><Relationship Id="rId35" Type="http://schemas.openxmlformats.org/officeDocument/2006/relationships/image" Target="../media/image238.png"/><Relationship Id="rId43" Type="http://schemas.openxmlformats.org/officeDocument/2006/relationships/image" Target="../media/image242.png"/><Relationship Id="rId48" Type="http://schemas.openxmlformats.org/officeDocument/2006/relationships/customXml" Target="../ink/ink245.xml"/><Relationship Id="rId56" Type="http://schemas.openxmlformats.org/officeDocument/2006/relationships/customXml" Target="../ink/ink249.xml"/><Relationship Id="rId8" Type="http://schemas.openxmlformats.org/officeDocument/2006/relationships/customXml" Target="../ink/ink225.xml"/><Relationship Id="rId51" Type="http://schemas.openxmlformats.org/officeDocument/2006/relationships/image" Target="../media/image246.png"/><Relationship Id="rId3" Type="http://schemas.openxmlformats.org/officeDocument/2006/relationships/image" Target="../media/image222.png"/><Relationship Id="rId12" Type="http://schemas.openxmlformats.org/officeDocument/2006/relationships/customXml" Target="../ink/ink227.xml"/><Relationship Id="rId17" Type="http://schemas.openxmlformats.org/officeDocument/2006/relationships/image" Target="../media/image229.png"/><Relationship Id="rId25" Type="http://schemas.openxmlformats.org/officeDocument/2006/relationships/image" Target="../media/image233.png"/><Relationship Id="rId33" Type="http://schemas.openxmlformats.org/officeDocument/2006/relationships/image" Target="../media/image237.png"/><Relationship Id="rId38" Type="http://schemas.openxmlformats.org/officeDocument/2006/relationships/customXml" Target="../ink/ink240.xml"/><Relationship Id="rId46" Type="http://schemas.openxmlformats.org/officeDocument/2006/relationships/customXml" Target="../ink/ink244.xml"/><Relationship Id="rId59" Type="http://schemas.openxmlformats.org/officeDocument/2006/relationships/image" Target="../media/image250.png"/><Relationship Id="rId20" Type="http://schemas.openxmlformats.org/officeDocument/2006/relationships/customXml" Target="../ink/ink231.xml"/><Relationship Id="rId41" Type="http://schemas.openxmlformats.org/officeDocument/2006/relationships/image" Target="../media/image241.png"/><Relationship Id="rId54" Type="http://schemas.openxmlformats.org/officeDocument/2006/relationships/customXml" Target="../ink/ink24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24.xml"/><Relationship Id="rId15" Type="http://schemas.openxmlformats.org/officeDocument/2006/relationships/image" Target="../media/image228.png"/><Relationship Id="rId23" Type="http://schemas.openxmlformats.org/officeDocument/2006/relationships/image" Target="../media/image232.png"/><Relationship Id="rId28" Type="http://schemas.openxmlformats.org/officeDocument/2006/relationships/customXml" Target="../ink/ink235.xml"/><Relationship Id="rId36" Type="http://schemas.openxmlformats.org/officeDocument/2006/relationships/customXml" Target="../ink/ink239.xml"/><Relationship Id="rId49" Type="http://schemas.openxmlformats.org/officeDocument/2006/relationships/image" Target="../media/image245.png"/><Relationship Id="rId57" Type="http://schemas.openxmlformats.org/officeDocument/2006/relationships/image" Target="../media/image249.png"/><Relationship Id="rId10" Type="http://schemas.openxmlformats.org/officeDocument/2006/relationships/customXml" Target="../ink/ink226.xml"/><Relationship Id="rId31" Type="http://schemas.openxmlformats.org/officeDocument/2006/relationships/image" Target="../media/image236.png"/><Relationship Id="rId44" Type="http://schemas.openxmlformats.org/officeDocument/2006/relationships/customXml" Target="../ink/ink243.xml"/><Relationship Id="rId52" Type="http://schemas.openxmlformats.org/officeDocument/2006/relationships/customXml" Target="../ink/ink247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6.png"/><Relationship Id="rId18" Type="http://schemas.openxmlformats.org/officeDocument/2006/relationships/customXml" Target="../ink/ink259.xml"/><Relationship Id="rId26" Type="http://schemas.openxmlformats.org/officeDocument/2006/relationships/customXml" Target="../ink/ink263.xml"/><Relationship Id="rId39" Type="http://schemas.openxmlformats.org/officeDocument/2006/relationships/image" Target="../media/image269.png"/><Relationship Id="rId21" Type="http://schemas.openxmlformats.org/officeDocument/2006/relationships/image" Target="../media/image260.png"/><Relationship Id="rId34" Type="http://schemas.openxmlformats.org/officeDocument/2006/relationships/customXml" Target="../ink/ink267.xml"/><Relationship Id="rId42" Type="http://schemas.openxmlformats.org/officeDocument/2006/relationships/customXml" Target="../ink/ink271.xml"/><Relationship Id="rId47" Type="http://schemas.openxmlformats.org/officeDocument/2006/relationships/image" Target="../media/image273.png"/><Relationship Id="rId7" Type="http://schemas.openxmlformats.org/officeDocument/2006/relationships/image" Target="../media/image253.png"/><Relationship Id="rId2" Type="http://schemas.openxmlformats.org/officeDocument/2006/relationships/customXml" Target="../ink/ink251.xml"/><Relationship Id="rId16" Type="http://schemas.openxmlformats.org/officeDocument/2006/relationships/customXml" Target="../ink/ink258.xml"/><Relationship Id="rId29" Type="http://schemas.openxmlformats.org/officeDocument/2006/relationships/image" Target="../media/image26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53.xml"/><Relationship Id="rId11" Type="http://schemas.openxmlformats.org/officeDocument/2006/relationships/image" Target="../media/image255.png"/><Relationship Id="rId24" Type="http://schemas.openxmlformats.org/officeDocument/2006/relationships/customXml" Target="../ink/ink262.xml"/><Relationship Id="rId32" Type="http://schemas.openxmlformats.org/officeDocument/2006/relationships/customXml" Target="../ink/ink266.xml"/><Relationship Id="rId37" Type="http://schemas.openxmlformats.org/officeDocument/2006/relationships/image" Target="../media/image268.png"/><Relationship Id="rId40" Type="http://schemas.openxmlformats.org/officeDocument/2006/relationships/customXml" Target="../ink/ink270.xml"/><Relationship Id="rId45" Type="http://schemas.openxmlformats.org/officeDocument/2006/relationships/image" Target="../media/image272.png"/><Relationship Id="rId5" Type="http://schemas.openxmlformats.org/officeDocument/2006/relationships/image" Target="../media/image252.png"/><Relationship Id="rId15" Type="http://schemas.openxmlformats.org/officeDocument/2006/relationships/image" Target="../media/image257.png"/><Relationship Id="rId23" Type="http://schemas.openxmlformats.org/officeDocument/2006/relationships/image" Target="../media/image261.png"/><Relationship Id="rId28" Type="http://schemas.openxmlformats.org/officeDocument/2006/relationships/customXml" Target="../ink/ink264.xml"/><Relationship Id="rId36" Type="http://schemas.openxmlformats.org/officeDocument/2006/relationships/customXml" Target="../ink/ink268.xml"/><Relationship Id="rId10" Type="http://schemas.openxmlformats.org/officeDocument/2006/relationships/customXml" Target="../ink/ink255.xml"/><Relationship Id="rId19" Type="http://schemas.openxmlformats.org/officeDocument/2006/relationships/image" Target="../media/image259.png"/><Relationship Id="rId31" Type="http://schemas.openxmlformats.org/officeDocument/2006/relationships/image" Target="../media/image265.png"/><Relationship Id="rId44" Type="http://schemas.openxmlformats.org/officeDocument/2006/relationships/customXml" Target="../ink/ink272.xml"/><Relationship Id="rId4" Type="http://schemas.openxmlformats.org/officeDocument/2006/relationships/customXml" Target="../ink/ink252.xml"/><Relationship Id="rId9" Type="http://schemas.openxmlformats.org/officeDocument/2006/relationships/image" Target="../media/image254.png"/><Relationship Id="rId14" Type="http://schemas.openxmlformats.org/officeDocument/2006/relationships/customXml" Target="../ink/ink257.xml"/><Relationship Id="rId22" Type="http://schemas.openxmlformats.org/officeDocument/2006/relationships/customXml" Target="../ink/ink261.xml"/><Relationship Id="rId27" Type="http://schemas.openxmlformats.org/officeDocument/2006/relationships/image" Target="../media/image263.png"/><Relationship Id="rId30" Type="http://schemas.openxmlformats.org/officeDocument/2006/relationships/customXml" Target="../ink/ink265.xml"/><Relationship Id="rId35" Type="http://schemas.openxmlformats.org/officeDocument/2006/relationships/image" Target="../media/image267.png"/><Relationship Id="rId43" Type="http://schemas.openxmlformats.org/officeDocument/2006/relationships/image" Target="../media/image271.png"/><Relationship Id="rId8" Type="http://schemas.openxmlformats.org/officeDocument/2006/relationships/customXml" Target="../ink/ink254.xml"/><Relationship Id="rId3" Type="http://schemas.openxmlformats.org/officeDocument/2006/relationships/image" Target="../media/image251.png"/><Relationship Id="rId12" Type="http://schemas.openxmlformats.org/officeDocument/2006/relationships/customXml" Target="../ink/ink256.xml"/><Relationship Id="rId17" Type="http://schemas.openxmlformats.org/officeDocument/2006/relationships/image" Target="../media/image258.png"/><Relationship Id="rId25" Type="http://schemas.openxmlformats.org/officeDocument/2006/relationships/image" Target="../media/image262.png"/><Relationship Id="rId33" Type="http://schemas.openxmlformats.org/officeDocument/2006/relationships/image" Target="../media/image266.png"/><Relationship Id="rId38" Type="http://schemas.openxmlformats.org/officeDocument/2006/relationships/customXml" Target="../ink/ink269.xml"/><Relationship Id="rId46" Type="http://schemas.openxmlformats.org/officeDocument/2006/relationships/customXml" Target="../ink/ink273.xml"/><Relationship Id="rId20" Type="http://schemas.openxmlformats.org/officeDocument/2006/relationships/customXml" Target="../ink/ink260.xml"/><Relationship Id="rId41" Type="http://schemas.openxmlformats.org/officeDocument/2006/relationships/image" Target="../media/image270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31.png"/><Relationship Id="rId21" Type="http://schemas.openxmlformats.org/officeDocument/2006/relationships/image" Target="../media/image283.png"/><Relationship Id="rId42" Type="http://schemas.openxmlformats.org/officeDocument/2006/relationships/customXml" Target="../ink/ink294.xml"/><Relationship Id="rId63" Type="http://schemas.openxmlformats.org/officeDocument/2006/relationships/image" Target="../media/image304.png"/><Relationship Id="rId84" Type="http://schemas.openxmlformats.org/officeDocument/2006/relationships/customXml" Target="../ink/ink315.xml"/><Relationship Id="rId138" Type="http://schemas.openxmlformats.org/officeDocument/2006/relationships/customXml" Target="../ink/ink342.xml"/><Relationship Id="rId159" Type="http://schemas.openxmlformats.org/officeDocument/2006/relationships/image" Target="../media/image352.png"/><Relationship Id="rId170" Type="http://schemas.openxmlformats.org/officeDocument/2006/relationships/customXml" Target="../ink/ink358.xml"/><Relationship Id="rId107" Type="http://schemas.openxmlformats.org/officeDocument/2006/relationships/image" Target="../media/image326.png"/><Relationship Id="rId11" Type="http://schemas.openxmlformats.org/officeDocument/2006/relationships/image" Target="../media/image278.png"/><Relationship Id="rId32" Type="http://schemas.openxmlformats.org/officeDocument/2006/relationships/customXml" Target="../ink/ink289.xml"/><Relationship Id="rId53" Type="http://schemas.openxmlformats.org/officeDocument/2006/relationships/image" Target="../media/image299.png"/><Relationship Id="rId74" Type="http://schemas.openxmlformats.org/officeDocument/2006/relationships/customXml" Target="../ink/ink310.xml"/><Relationship Id="rId128" Type="http://schemas.openxmlformats.org/officeDocument/2006/relationships/customXml" Target="../ink/ink337.xml"/><Relationship Id="rId149" Type="http://schemas.openxmlformats.org/officeDocument/2006/relationships/image" Target="../media/image347.png"/><Relationship Id="rId5" Type="http://schemas.openxmlformats.org/officeDocument/2006/relationships/image" Target="../media/image275.png"/><Relationship Id="rId95" Type="http://schemas.openxmlformats.org/officeDocument/2006/relationships/image" Target="../media/image320.png"/><Relationship Id="rId160" Type="http://schemas.openxmlformats.org/officeDocument/2006/relationships/customXml" Target="../ink/ink353.xml"/><Relationship Id="rId22" Type="http://schemas.openxmlformats.org/officeDocument/2006/relationships/customXml" Target="../ink/ink284.xml"/><Relationship Id="rId43" Type="http://schemas.openxmlformats.org/officeDocument/2006/relationships/image" Target="../media/image294.png"/><Relationship Id="rId64" Type="http://schemas.openxmlformats.org/officeDocument/2006/relationships/customXml" Target="../ink/ink305.xml"/><Relationship Id="rId118" Type="http://schemas.openxmlformats.org/officeDocument/2006/relationships/customXml" Target="../ink/ink332.xml"/><Relationship Id="rId139" Type="http://schemas.openxmlformats.org/officeDocument/2006/relationships/image" Target="../media/image342.png"/><Relationship Id="rId85" Type="http://schemas.openxmlformats.org/officeDocument/2006/relationships/image" Target="../media/image315.png"/><Relationship Id="rId150" Type="http://schemas.openxmlformats.org/officeDocument/2006/relationships/customXml" Target="../ink/ink348.xml"/><Relationship Id="rId171" Type="http://schemas.openxmlformats.org/officeDocument/2006/relationships/image" Target="../media/image358.png"/><Relationship Id="rId12" Type="http://schemas.openxmlformats.org/officeDocument/2006/relationships/customXml" Target="../ink/ink279.xml"/><Relationship Id="rId33" Type="http://schemas.openxmlformats.org/officeDocument/2006/relationships/image" Target="../media/image289.png"/><Relationship Id="rId108" Type="http://schemas.openxmlformats.org/officeDocument/2006/relationships/customXml" Target="../ink/ink327.xml"/><Relationship Id="rId129" Type="http://schemas.openxmlformats.org/officeDocument/2006/relationships/image" Target="../media/image337.png"/><Relationship Id="rId54" Type="http://schemas.openxmlformats.org/officeDocument/2006/relationships/customXml" Target="../ink/ink300.xml"/><Relationship Id="rId75" Type="http://schemas.openxmlformats.org/officeDocument/2006/relationships/image" Target="../media/image310.png"/><Relationship Id="rId96" Type="http://schemas.openxmlformats.org/officeDocument/2006/relationships/customXml" Target="../ink/ink321.xml"/><Relationship Id="rId140" Type="http://schemas.openxmlformats.org/officeDocument/2006/relationships/customXml" Target="../ink/ink343.xml"/><Relationship Id="rId161" Type="http://schemas.openxmlformats.org/officeDocument/2006/relationships/image" Target="../media/image353.png"/><Relationship Id="rId6" Type="http://schemas.openxmlformats.org/officeDocument/2006/relationships/customXml" Target="../ink/ink276.xml"/><Relationship Id="rId23" Type="http://schemas.openxmlformats.org/officeDocument/2006/relationships/image" Target="../media/image284.png"/><Relationship Id="rId28" Type="http://schemas.openxmlformats.org/officeDocument/2006/relationships/customXml" Target="../ink/ink287.xml"/><Relationship Id="rId49" Type="http://schemas.openxmlformats.org/officeDocument/2006/relationships/image" Target="../media/image297.png"/><Relationship Id="rId114" Type="http://schemas.openxmlformats.org/officeDocument/2006/relationships/customXml" Target="../ink/ink330.xml"/><Relationship Id="rId119" Type="http://schemas.openxmlformats.org/officeDocument/2006/relationships/image" Target="../media/image332.png"/><Relationship Id="rId44" Type="http://schemas.openxmlformats.org/officeDocument/2006/relationships/customXml" Target="../ink/ink295.xml"/><Relationship Id="rId60" Type="http://schemas.openxmlformats.org/officeDocument/2006/relationships/customXml" Target="../ink/ink303.xml"/><Relationship Id="rId65" Type="http://schemas.openxmlformats.org/officeDocument/2006/relationships/image" Target="../media/image305.png"/><Relationship Id="rId81" Type="http://schemas.openxmlformats.org/officeDocument/2006/relationships/image" Target="../media/image313.png"/><Relationship Id="rId86" Type="http://schemas.openxmlformats.org/officeDocument/2006/relationships/customXml" Target="../ink/ink316.xml"/><Relationship Id="rId130" Type="http://schemas.openxmlformats.org/officeDocument/2006/relationships/customXml" Target="../ink/ink338.xml"/><Relationship Id="rId135" Type="http://schemas.openxmlformats.org/officeDocument/2006/relationships/image" Target="../media/image340.png"/><Relationship Id="rId151" Type="http://schemas.openxmlformats.org/officeDocument/2006/relationships/image" Target="../media/image348.png"/><Relationship Id="rId156" Type="http://schemas.openxmlformats.org/officeDocument/2006/relationships/customXml" Target="../ink/ink351.xml"/><Relationship Id="rId177" Type="http://schemas.openxmlformats.org/officeDocument/2006/relationships/image" Target="../media/image361.png"/><Relationship Id="rId172" Type="http://schemas.openxmlformats.org/officeDocument/2006/relationships/customXml" Target="../ink/ink359.xml"/><Relationship Id="rId13" Type="http://schemas.openxmlformats.org/officeDocument/2006/relationships/image" Target="../media/image279.png"/><Relationship Id="rId18" Type="http://schemas.openxmlformats.org/officeDocument/2006/relationships/customXml" Target="../ink/ink282.xml"/><Relationship Id="rId39" Type="http://schemas.openxmlformats.org/officeDocument/2006/relationships/image" Target="../media/image292.png"/><Relationship Id="rId109" Type="http://schemas.openxmlformats.org/officeDocument/2006/relationships/image" Target="../media/image327.png"/><Relationship Id="rId34" Type="http://schemas.openxmlformats.org/officeDocument/2006/relationships/customXml" Target="../ink/ink290.xml"/><Relationship Id="rId50" Type="http://schemas.openxmlformats.org/officeDocument/2006/relationships/customXml" Target="../ink/ink298.xml"/><Relationship Id="rId55" Type="http://schemas.openxmlformats.org/officeDocument/2006/relationships/image" Target="../media/image300.png"/><Relationship Id="rId76" Type="http://schemas.openxmlformats.org/officeDocument/2006/relationships/customXml" Target="../ink/ink311.xml"/><Relationship Id="rId97" Type="http://schemas.openxmlformats.org/officeDocument/2006/relationships/image" Target="../media/image321.png"/><Relationship Id="rId104" Type="http://schemas.openxmlformats.org/officeDocument/2006/relationships/customXml" Target="../ink/ink325.xml"/><Relationship Id="rId120" Type="http://schemas.openxmlformats.org/officeDocument/2006/relationships/customXml" Target="../ink/ink333.xml"/><Relationship Id="rId125" Type="http://schemas.openxmlformats.org/officeDocument/2006/relationships/image" Target="../media/image335.png"/><Relationship Id="rId141" Type="http://schemas.openxmlformats.org/officeDocument/2006/relationships/image" Target="../media/image343.png"/><Relationship Id="rId146" Type="http://schemas.openxmlformats.org/officeDocument/2006/relationships/customXml" Target="../ink/ink346.xml"/><Relationship Id="rId167" Type="http://schemas.openxmlformats.org/officeDocument/2006/relationships/image" Target="../media/image356.png"/><Relationship Id="rId7" Type="http://schemas.openxmlformats.org/officeDocument/2006/relationships/image" Target="../media/image276.png"/><Relationship Id="rId71" Type="http://schemas.openxmlformats.org/officeDocument/2006/relationships/image" Target="../media/image308.png"/><Relationship Id="rId92" Type="http://schemas.openxmlformats.org/officeDocument/2006/relationships/customXml" Target="../ink/ink319.xml"/><Relationship Id="rId162" Type="http://schemas.openxmlformats.org/officeDocument/2006/relationships/customXml" Target="../ink/ink354.xml"/><Relationship Id="rId2" Type="http://schemas.openxmlformats.org/officeDocument/2006/relationships/customXml" Target="../ink/ink274.xml"/><Relationship Id="rId29" Type="http://schemas.openxmlformats.org/officeDocument/2006/relationships/image" Target="../media/image287.png"/><Relationship Id="rId24" Type="http://schemas.openxmlformats.org/officeDocument/2006/relationships/customXml" Target="../ink/ink285.xml"/><Relationship Id="rId40" Type="http://schemas.openxmlformats.org/officeDocument/2006/relationships/customXml" Target="../ink/ink293.xml"/><Relationship Id="rId45" Type="http://schemas.openxmlformats.org/officeDocument/2006/relationships/image" Target="../media/image295.png"/><Relationship Id="rId66" Type="http://schemas.openxmlformats.org/officeDocument/2006/relationships/customXml" Target="../ink/ink306.xml"/><Relationship Id="rId87" Type="http://schemas.openxmlformats.org/officeDocument/2006/relationships/image" Target="../media/image316.png"/><Relationship Id="rId110" Type="http://schemas.openxmlformats.org/officeDocument/2006/relationships/customXml" Target="../ink/ink328.xml"/><Relationship Id="rId115" Type="http://schemas.openxmlformats.org/officeDocument/2006/relationships/image" Target="../media/image330.png"/><Relationship Id="rId131" Type="http://schemas.openxmlformats.org/officeDocument/2006/relationships/image" Target="../media/image338.png"/><Relationship Id="rId136" Type="http://schemas.openxmlformats.org/officeDocument/2006/relationships/customXml" Target="../ink/ink341.xml"/><Relationship Id="rId157" Type="http://schemas.openxmlformats.org/officeDocument/2006/relationships/image" Target="../media/image351.png"/><Relationship Id="rId61" Type="http://schemas.openxmlformats.org/officeDocument/2006/relationships/image" Target="../media/image303.png"/><Relationship Id="rId82" Type="http://schemas.openxmlformats.org/officeDocument/2006/relationships/customXml" Target="../ink/ink314.xml"/><Relationship Id="rId152" Type="http://schemas.openxmlformats.org/officeDocument/2006/relationships/customXml" Target="../ink/ink349.xml"/><Relationship Id="rId173" Type="http://schemas.openxmlformats.org/officeDocument/2006/relationships/image" Target="../media/image359.png"/><Relationship Id="rId19" Type="http://schemas.openxmlformats.org/officeDocument/2006/relationships/image" Target="../media/image282.png"/><Relationship Id="rId14" Type="http://schemas.openxmlformats.org/officeDocument/2006/relationships/customXml" Target="../ink/ink280.xml"/><Relationship Id="rId30" Type="http://schemas.openxmlformats.org/officeDocument/2006/relationships/customXml" Target="../ink/ink288.xml"/><Relationship Id="rId35" Type="http://schemas.openxmlformats.org/officeDocument/2006/relationships/image" Target="../media/image290.png"/><Relationship Id="rId56" Type="http://schemas.openxmlformats.org/officeDocument/2006/relationships/customXml" Target="../ink/ink301.xml"/><Relationship Id="rId77" Type="http://schemas.openxmlformats.org/officeDocument/2006/relationships/image" Target="../media/image311.png"/><Relationship Id="rId100" Type="http://schemas.openxmlformats.org/officeDocument/2006/relationships/customXml" Target="../ink/ink323.xml"/><Relationship Id="rId105" Type="http://schemas.openxmlformats.org/officeDocument/2006/relationships/image" Target="../media/image325.png"/><Relationship Id="rId126" Type="http://schemas.openxmlformats.org/officeDocument/2006/relationships/customXml" Target="../ink/ink336.xml"/><Relationship Id="rId147" Type="http://schemas.openxmlformats.org/officeDocument/2006/relationships/image" Target="../media/image346.png"/><Relationship Id="rId168" Type="http://schemas.openxmlformats.org/officeDocument/2006/relationships/customXml" Target="../ink/ink357.xml"/><Relationship Id="rId8" Type="http://schemas.openxmlformats.org/officeDocument/2006/relationships/customXml" Target="../ink/ink277.xml"/><Relationship Id="rId51" Type="http://schemas.openxmlformats.org/officeDocument/2006/relationships/image" Target="../media/image298.png"/><Relationship Id="rId72" Type="http://schemas.openxmlformats.org/officeDocument/2006/relationships/customXml" Target="../ink/ink309.xml"/><Relationship Id="rId93" Type="http://schemas.openxmlformats.org/officeDocument/2006/relationships/image" Target="../media/image319.png"/><Relationship Id="rId98" Type="http://schemas.openxmlformats.org/officeDocument/2006/relationships/customXml" Target="../ink/ink322.xml"/><Relationship Id="rId121" Type="http://schemas.openxmlformats.org/officeDocument/2006/relationships/image" Target="../media/image333.png"/><Relationship Id="rId142" Type="http://schemas.openxmlformats.org/officeDocument/2006/relationships/customXml" Target="../ink/ink344.xml"/><Relationship Id="rId163" Type="http://schemas.openxmlformats.org/officeDocument/2006/relationships/image" Target="../media/image354.png"/><Relationship Id="rId3" Type="http://schemas.openxmlformats.org/officeDocument/2006/relationships/image" Target="../media/image274.png"/><Relationship Id="rId25" Type="http://schemas.openxmlformats.org/officeDocument/2006/relationships/image" Target="../media/image285.png"/><Relationship Id="rId46" Type="http://schemas.openxmlformats.org/officeDocument/2006/relationships/customXml" Target="../ink/ink296.xml"/><Relationship Id="rId67" Type="http://schemas.openxmlformats.org/officeDocument/2006/relationships/image" Target="../media/image306.png"/><Relationship Id="rId116" Type="http://schemas.openxmlformats.org/officeDocument/2006/relationships/customXml" Target="../ink/ink331.xml"/><Relationship Id="rId137" Type="http://schemas.openxmlformats.org/officeDocument/2006/relationships/image" Target="../media/image341.png"/><Relationship Id="rId158" Type="http://schemas.openxmlformats.org/officeDocument/2006/relationships/customXml" Target="../ink/ink352.xml"/><Relationship Id="rId20" Type="http://schemas.openxmlformats.org/officeDocument/2006/relationships/customXml" Target="../ink/ink283.xml"/><Relationship Id="rId41" Type="http://schemas.openxmlformats.org/officeDocument/2006/relationships/image" Target="../media/image293.png"/><Relationship Id="rId62" Type="http://schemas.openxmlformats.org/officeDocument/2006/relationships/customXml" Target="../ink/ink304.xml"/><Relationship Id="rId83" Type="http://schemas.openxmlformats.org/officeDocument/2006/relationships/image" Target="../media/image314.png"/><Relationship Id="rId88" Type="http://schemas.openxmlformats.org/officeDocument/2006/relationships/customXml" Target="../ink/ink317.xml"/><Relationship Id="rId111" Type="http://schemas.openxmlformats.org/officeDocument/2006/relationships/image" Target="../media/image328.png"/><Relationship Id="rId132" Type="http://schemas.openxmlformats.org/officeDocument/2006/relationships/customXml" Target="../ink/ink339.xml"/><Relationship Id="rId153" Type="http://schemas.openxmlformats.org/officeDocument/2006/relationships/image" Target="../media/image349.png"/><Relationship Id="rId174" Type="http://schemas.openxmlformats.org/officeDocument/2006/relationships/customXml" Target="../ink/ink360.xml"/><Relationship Id="rId15" Type="http://schemas.openxmlformats.org/officeDocument/2006/relationships/image" Target="../media/image280.png"/><Relationship Id="rId36" Type="http://schemas.openxmlformats.org/officeDocument/2006/relationships/customXml" Target="../ink/ink291.xml"/><Relationship Id="rId57" Type="http://schemas.openxmlformats.org/officeDocument/2006/relationships/image" Target="../media/image301.png"/><Relationship Id="rId106" Type="http://schemas.openxmlformats.org/officeDocument/2006/relationships/customXml" Target="../ink/ink326.xml"/><Relationship Id="rId127" Type="http://schemas.openxmlformats.org/officeDocument/2006/relationships/image" Target="../media/image336.png"/><Relationship Id="rId10" Type="http://schemas.openxmlformats.org/officeDocument/2006/relationships/customXml" Target="../ink/ink278.xml"/><Relationship Id="rId31" Type="http://schemas.openxmlformats.org/officeDocument/2006/relationships/image" Target="../media/image288.png"/><Relationship Id="rId52" Type="http://schemas.openxmlformats.org/officeDocument/2006/relationships/customXml" Target="../ink/ink299.xml"/><Relationship Id="rId73" Type="http://schemas.openxmlformats.org/officeDocument/2006/relationships/image" Target="../media/image309.png"/><Relationship Id="rId78" Type="http://schemas.openxmlformats.org/officeDocument/2006/relationships/customXml" Target="../ink/ink312.xml"/><Relationship Id="rId94" Type="http://schemas.openxmlformats.org/officeDocument/2006/relationships/customXml" Target="../ink/ink320.xml"/><Relationship Id="rId99" Type="http://schemas.openxmlformats.org/officeDocument/2006/relationships/image" Target="../media/image322.png"/><Relationship Id="rId101" Type="http://schemas.openxmlformats.org/officeDocument/2006/relationships/image" Target="../media/image323.png"/><Relationship Id="rId122" Type="http://schemas.openxmlformats.org/officeDocument/2006/relationships/customXml" Target="../ink/ink334.xml"/><Relationship Id="rId143" Type="http://schemas.openxmlformats.org/officeDocument/2006/relationships/image" Target="../media/image344.png"/><Relationship Id="rId148" Type="http://schemas.openxmlformats.org/officeDocument/2006/relationships/customXml" Target="../ink/ink347.xml"/><Relationship Id="rId164" Type="http://schemas.openxmlformats.org/officeDocument/2006/relationships/customXml" Target="../ink/ink355.xml"/><Relationship Id="rId169" Type="http://schemas.openxmlformats.org/officeDocument/2006/relationships/image" Target="../media/image357.png"/><Relationship Id="rId4" Type="http://schemas.openxmlformats.org/officeDocument/2006/relationships/customXml" Target="../ink/ink275.xml"/><Relationship Id="rId9" Type="http://schemas.openxmlformats.org/officeDocument/2006/relationships/image" Target="../media/image277.png"/><Relationship Id="rId26" Type="http://schemas.openxmlformats.org/officeDocument/2006/relationships/customXml" Target="../ink/ink286.xml"/><Relationship Id="rId47" Type="http://schemas.openxmlformats.org/officeDocument/2006/relationships/image" Target="../media/image296.png"/><Relationship Id="rId68" Type="http://schemas.openxmlformats.org/officeDocument/2006/relationships/customXml" Target="../ink/ink307.xml"/><Relationship Id="rId89" Type="http://schemas.openxmlformats.org/officeDocument/2006/relationships/image" Target="../media/image317.png"/><Relationship Id="rId112" Type="http://schemas.openxmlformats.org/officeDocument/2006/relationships/customXml" Target="../ink/ink329.xml"/><Relationship Id="rId133" Type="http://schemas.openxmlformats.org/officeDocument/2006/relationships/image" Target="../media/image339.png"/><Relationship Id="rId154" Type="http://schemas.openxmlformats.org/officeDocument/2006/relationships/customXml" Target="../ink/ink350.xml"/><Relationship Id="rId175" Type="http://schemas.openxmlformats.org/officeDocument/2006/relationships/image" Target="../media/image360.png"/><Relationship Id="rId16" Type="http://schemas.openxmlformats.org/officeDocument/2006/relationships/customXml" Target="../ink/ink281.xml"/><Relationship Id="rId37" Type="http://schemas.openxmlformats.org/officeDocument/2006/relationships/image" Target="../media/image291.png"/><Relationship Id="rId58" Type="http://schemas.openxmlformats.org/officeDocument/2006/relationships/customXml" Target="../ink/ink302.xml"/><Relationship Id="rId79" Type="http://schemas.openxmlformats.org/officeDocument/2006/relationships/image" Target="../media/image312.png"/><Relationship Id="rId102" Type="http://schemas.openxmlformats.org/officeDocument/2006/relationships/customXml" Target="../ink/ink324.xml"/><Relationship Id="rId123" Type="http://schemas.openxmlformats.org/officeDocument/2006/relationships/image" Target="../media/image334.png"/><Relationship Id="rId144" Type="http://schemas.openxmlformats.org/officeDocument/2006/relationships/customXml" Target="../ink/ink345.xml"/><Relationship Id="rId90" Type="http://schemas.openxmlformats.org/officeDocument/2006/relationships/customXml" Target="../ink/ink318.xml"/><Relationship Id="rId165" Type="http://schemas.openxmlformats.org/officeDocument/2006/relationships/image" Target="../media/image355.png"/><Relationship Id="rId27" Type="http://schemas.openxmlformats.org/officeDocument/2006/relationships/image" Target="../media/image286.png"/><Relationship Id="rId48" Type="http://schemas.openxmlformats.org/officeDocument/2006/relationships/customXml" Target="../ink/ink297.xml"/><Relationship Id="rId69" Type="http://schemas.openxmlformats.org/officeDocument/2006/relationships/image" Target="../media/image307.png"/><Relationship Id="rId113" Type="http://schemas.openxmlformats.org/officeDocument/2006/relationships/image" Target="../media/image329.png"/><Relationship Id="rId134" Type="http://schemas.openxmlformats.org/officeDocument/2006/relationships/customXml" Target="../ink/ink340.xml"/><Relationship Id="rId80" Type="http://schemas.openxmlformats.org/officeDocument/2006/relationships/customXml" Target="../ink/ink313.xml"/><Relationship Id="rId155" Type="http://schemas.openxmlformats.org/officeDocument/2006/relationships/image" Target="../media/image350.png"/><Relationship Id="rId176" Type="http://schemas.openxmlformats.org/officeDocument/2006/relationships/customXml" Target="../ink/ink361.xml"/><Relationship Id="rId17" Type="http://schemas.openxmlformats.org/officeDocument/2006/relationships/image" Target="../media/image281.png"/><Relationship Id="rId38" Type="http://schemas.openxmlformats.org/officeDocument/2006/relationships/customXml" Target="../ink/ink292.xml"/><Relationship Id="rId59" Type="http://schemas.openxmlformats.org/officeDocument/2006/relationships/image" Target="../media/image302.png"/><Relationship Id="rId103" Type="http://schemas.openxmlformats.org/officeDocument/2006/relationships/image" Target="../media/image324.png"/><Relationship Id="rId124" Type="http://schemas.openxmlformats.org/officeDocument/2006/relationships/customXml" Target="../ink/ink335.xml"/><Relationship Id="rId70" Type="http://schemas.openxmlformats.org/officeDocument/2006/relationships/customXml" Target="../ink/ink308.xml"/><Relationship Id="rId91" Type="http://schemas.openxmlformats.org/officeDocument/2006/relationships/image" Target="../media/image318.png"/><Relationship Id="rId145" Type="http://schemas.openxmlformats.org/officeDocument/2006/relationships/image" Target="../media/image345.png"/><Relationship Id="rId166" Type="http://schemas.openxmlformats.org/officeDocument/2006/relationships/customXml" Target="../ink/ink35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19.png"/><Relationship Id="rId21" Type="http://schemas.openxmlformats.org/officeDocument/2006/relationships/image" Target="../media/image371.png"/><Relationship Id="rId42" Type="http://schemas.openxmlformats.org/officeDocument/2006/relationships/customXml" Target="../ink/ink382.xml"/><Relationship Id="rId63" Type="http://schemas.openxmlformats.org/officeDocument/2006/relationships/image" Target="../media/image392.png"/><Relationship Id="rId84" Type="http://schemas.openxmlformats.org/officeDocument/2006/relationships/customXml" Target="../ink/ink403.xml"/><Relationship Id="rId138" Type="http://schemas.openxmlformats.org/officeDocument/2006/relationships/customXml" Target="../ink/ink430.xml"/><Relationship Id="rId159" Type="http://schemas.openxmlformats.org/officeDocument/2006/relationships/image" Target="../media/image440.png"/><Relationship Id="rId107" Type="http://schemas.openxmlformats.org/officeDocument/2006/relationships/image" Target="../media/image414.png"/><Relationship Id="rId11" Type="http://schemas.openxmlformats.org/officeDocument/2006/relationships/image" Target="../media/image366.png"/><Relationship Id="rId32" Type="http://schemas.openxmlformats.org/officeDocument/2006/relationships/customXml" Target="../ink/ink377.xml"/><Relationship Id="rId53" Type="http://schemas.openxmlformats.org/officeDocument/2006/relationships/image" Target="../media/image387.png"/><Relationship Id="rId74" Type="http://schemas.openxmlformats.org/officeDocument/2006/relationships/customXml" Target="../ink/ink398.xml"/><Relationship Id="rId128" Type="http://schemas.openxmlformats.org/officeDocument/2006/relationships/customXml" Target="../ink/ink425.xml"/><Relationship Id="rId149" Type="http://schemas.openxmlformats.org/officeDocument/2006/relationships/image" Target="../media/image435.png"/><Relationship Id="rId5" Type="http://schemas.openxmlformats.org/officeDocument/2006/relationships/image" Target="../media/image363.png"/><Relationship Id="rId95" Type="http://schemas.openxmlformats.org/officeDocument/2006/relationships/image" Target="../media/image408.png"/><Relationship Id="rId22" Type="http://schemas.openxmlformats.org/officeDocument/2006/relationships/customXml" Target="../ink/ink372.xml"/><Relationship Id="rId43" Type="http://schemas.openxmlformats.org/officeDocument/2006/relationships/image" Target="../media/image382.png"/><Relationship Id="rId64" Type="http://schemas.openxmlformats.org/officeDocument/2006/relationships/customXml" Target="../ink/ink393.xml"/><Relationship Id="rId118" Type="http://schemas.openxmlformats.org/officeDocument/2006/relationships/customXml" Target="../ink/ink420.xml"/><Relationship Id="rId139" Type="http://schemas.openxmlformats.org/officeDocument/2006/relationships/image" Target="../media/image430.png"/><Relationship Id="rId80" Type="http://schemas.openxmlformats.org/officeDocument/2006/relationships/customXml" Target="../ink/ink401.xml"/><Relationship Id="rId85" Type="http://schemas.openxmlformats.org/officeDocument/2006/relationships/image" Target="../media/image403.png"/><Relationship Id="rId150" Type="http://schemas.openxmlformats.org/officeDocument/2006/relationships/customXml" Target="../ink/ink436.xml"/><Relationship Id="rId155" Type="http://schemas.openxmlformats.org/officeDocument/2006/relationships/image" Target="../media/image438.png"/><Relationship Id="rId12" Type="http://schemas.openxmlformats.org/officeDocument/2006/relationships/customXml" Target="../ink/ink367.xml"/><Relationship Id="rId17" Type="http://schemas.openxmlformats.org/officeDocument/2006/relationships/image" Target="../media/image369.png"/><Relationship Id="rId33" Type="http://schemas.openxmlformats.org/officeDocument/2006/relationships/image" Target="../media/image377.png"/><Relationship Id="rId38" Type="http://schemas.openxmlformats.org/officeDocument/2006/relationships/customXml" Target="../ink/ink380.xml"/><Relationship Id="rId59" Type="http://schemas.openxmlformats.org/officeDocument/2006/relationships/image" Target="../media/image390.png"/><Relationship Id="rId103" Type="http://schemas.openxmlformats.org/officeDocument/2006/relationships/image" Target="../media/image412.png"/><Relationship Id="rId108" Type="http://schemas.openxmlformats.org/officeDocument/2006/relationships/customXml" Target="../ink/ink415.xml"/><Relationship Id="rId124" Type="http://schemas.openxmlformats.org/officeDocument/2006/relationships/customXml" Target="../ink/ink423.xml"/><Relationship Id="rId129" Type="http://schemas.openxmlformats.org/officeDocument/2006/relationships/image" Target="../media/image425.png"/><Relationship Id="rId54" Type="http://schemas.openxmlformats.org/officeDocument/2006/relationships/customXml" Target="../ink/ink388.xml"/><Relationship Id="rId70" Type="http://schemas.openxmlformats.org/officeDocument/2006/relationships/customXml" Target="../ink/ink396.xml"/><Relationship Id="rId75" Type="http://schemas.openxmlformats.org/officeDocument/2006/relationships/image" Target="../media/image398.png"/><Relationship Id="rId91" Type="http://schemas.openxmlformats.org/officeDocument/2006/relationships/image" Target="../media/image406.png"/><Relationship Id="rId96" Type="http://schemas.openxmlformats.org/officeDocument/2006/relationships/customXml" Target="../ink/ink409.xml"/><Relationship Id="rId140" Type="http://schemas.openxmlformats.org/officeDocument/2006/relationships/customXml" Target="../ink/ink431.xml"/><Relationship Id="rId145" Type="http://schemas.openxmlformats.org/officeDocument/2006/relationships/image" Target="../media/image433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64.xml"/><Relationship Id="rId23" Type="http://schemas.openxmlformats.org/officeDocument/2006/relationships/image" Target="../media/image372.png"/><Relationship Id="rId28" Type="http://schemas.openxmlformats.org/officeDocument/2006/relationships/customXml" Target="../ink/ink375.xml"/><Relationship Id="rId49" Type="http://schemas.openxmlformats.org/officeDocument/2006/relationships/image" Target="../media/image385.png"/><Relationship Id="rId114" Type="http://schemas.openxmlformats.org/officeDocument/2006/relationships/customXml" Target="../ink/ink418.xml"/><Relationship Id="rId119" Type="http://schemas.openxmlformats.org/officeDocument/2006/relationships/image" Target="../media/image420.png"/><Relationship Id="rId44" Type="http://schemas.openxmlformats.org/officeDocument/2006/relationships/customXml" Target="../ink/ink383.xml"/><Relationship Id="rId60" Type="http://schemas.openxmlformats.org/officeDocument/2006/relationships/customXml" Target="../ink/ink391.xml"/><Relationship Id="rId65" Type="http://schemas.openxmlformats.org/officeDocument/2006/relationships/image" Target="../media/image393.png"/><Relationship Id="rId81" Type="http://schemas.openxmlformats.org/officeDocument/2006/relationships/image" Target="../media/image401.png"/><Relationship Id="rId86" Type="http://schemas.openxmlformats.org/officeDocument/2006/relationships/customXml" Target="../ink/ink404.xml"/><Relationship Id="rId130" Type="http://schemas.openxmlformats.org/officeDocument/2006/relationships/customXml" Target="../ink/ink426.xml"/><Relationship Id="rId135" Type="http://schemas.openxmlformats.org/officeDocument/2006/relationships/image" Target="../media/image428.png"/><Relationship Id="rId151" Type="http://schemas.openxmlformats.org/officeDocument/2006/relationships/image" Target="../media/image436.png"/><Relationship Id="rId156" Type="http://schemas.openxmlformats.org/officeDocument/2006/relationships/customXml" Target="../ink/ink439.xml"/><Relationship Id="rId13" Type="http://schemas.openxmlformats.org/officeDocument/2006/relationships/image" Target="../media/image367.png"/><Relationship Id="rId18" Type="http://schemas.openxmlformats.org/officeDocument/2006/relationships/customXml" Target="../ink/ink370.xml"/><Relationship Id="rId39" Type="http://schemas.openxmlformats.org/officeDocument/2006/relationships/image" Target="../media/image380.png"/><Relationship Id="rId109" Type="http://schemas.openxmlformats.org/officeDocument/2006/relationships/image" Target="../media/image415.png"/><Relationship Id="rId34" Type="http://schemas.openxmlformats.org/officeDocument/2006/relationships/customXml" Target="../ink/ink378.xml"/><Relationship Id="rId50" Type="http://schemas.openxmlformats.org/officeDocument/2006/relationships/customXml" Target="../ink/ink386.xml"/><Relationship Id="rId55" Type="http://schemas.openxmlformats.org/officeDocument/2006/relationships/image" Target="../media/image388.png"/><Relationship Id="rId76" Type="http://schemas.openxmlformats.org/officeDocument/2006/relationships/customXml" Target="../ink/ink399.xml"/><Relationship Id="rId97" Type="http://schemas.openxmlformats.org/officeDocument/2006/relationships/image" Target="../media/image409.png"/><Relationship Id="rId104" Type="http://schemas.openxmlformats.org/officeDocument/2006/relationships/customXml" Target="../ink/ink413.xml"/><Relationship Id="rId120" Type="http://schemas.openxmlformats.org/officeDocument/2006/relationships/customXml" Target="../ink/ink421.xml"/><Relationship Id="rId125" Type="http://schemas.openxmlformats.org/officeDocument/2006/relationships/image" Target="../media/image423.png"/><Relationship Id="rId141" Type="http://schemas.openxmlformats.org/officeDocument/2006/relationships/image" Target="../media/image431.png"/><Relationship Id="rId146" Type="http://schemas.openxmlformats.org/officeDocument/2006/relationships/customXml" Target="../ink/ink434.xml"/><Relationship Id="rId7" Type="http://schemas.openxmlformats.org/officeDocument/2006/relationships/image" Target="../media/image364.png"/><Relationship Id="rId71" Type="http://schemas.openxmlformats.org/officeDocument/2006/relationships/image" Target="../media/image396.png"/><Relationship Id="rId92" Type="http://schemas.openxmlformats.org/officeDocument/2006/relationships/customXml" Target="../ink/ink407.xml"/><Relationship Id="rId2" Type="http://schemas.openxmlformats.org/officeDocument/2006/relationships/customXml" Target="../ink/ink362.xml"/><Relationship Id="rId29" Type="http://schemas.openxmlformats.org/officeDocument/2006/relationships/image" Target="../media/image375.png"/><Relationship Id="rId24" Type="http://schemas.openxmlformats.org/officeDocument/2006/relationships/customXml" Target="../ink/ink373.xml"/><Relationship Id="rId40" Type="http://schemas.openxmlformats.org/officeDocument/2006/relationships/customXml" Target="../ink/ink381.xml"/><Relationship Id="rId45" Type="http://schemas.openxmlformats.org/officeDocument/2006/relationships/image" Target="../media/image383.png"/><Relationship Id="rId66" Type="http://schemas.openxmlformats.org/officeDocument/2006/relationships/customXml" Target="../ink/ink394.xml"/><Relationship Id="rId87" Type="http://schemas.openxmlformats.org/officeDocument/2006/relationships/image" Target="../media/image404.png"/><Relationship Id="rId110" Type="http://schemas.openxmlformats.org/officeDocument/2006/relationships/customXml" Target="../ink/ink416.xml"/><Relationship Id="rId115" Type="http://schemas.openxmlformats.org/officeDocument/2006/relationships/image" Target="../media/image418.png"/><Relationship Id="rId131" Type="http://schemas.openxmlformats.org/officeDocument/2006/relationships/image" Target="../media/image426.png"/><Relationship Id="rId136" Type="http://schemas.openxmlformats.org/officeDocument/2006/relationships/customXml" Target="../ink/ink429.xml"/><Relationship Id="rId157" Type="http://schemas.openxmlformats.org/officeDocument/2006/relationships/image" Target="../media/image439.png"/><Relationship Id="rId61" Type="http://schemas.openxmlformats.org/officeDocument/2006/relationships/image" Target="../media/image391.png"/><Relationship Id="rId82" Type="http://schemas.openxmlformats.org/officeDocument/2006/relationships/customXml" Target="../ink/ink402.xml"/><Relationship Id="rId152" Type="http://schemas.openxmlformats.org/officeDocument/2006/relationships/customXml" Target="../ink/ink437.xml"/><Relationship Id="rId19" Type="http://schemas.openxmlformats.org/officeDocument/2006/relationships/image" Target="../media/image370.png"/><Relationship Id="rId14" Type="http://schemas.openxmlformats.org/officeDocument/2006/relationships/customXml" Target="../ink/ink368.xml"/><Relationship Id="rId30" Type="http://schemas.openxmlformats.org/officeDocument/2006/relationships/customXml" Target="../ink/ink376.xml"/><Relationship Id="rId35" Type="http://schemas.openxmlformats.org/officeDocument/2006/relationships/image" Target="../media/image378.png"/><Relationship Id="rId56" Type="http://schemas.openxmlformats.org/officeDocument/2006/relationships/customXml" Target="../ink/ink389.xml"/><Relationship Id="rId77" Type="http://schemas.openxmlformats.org/officeDocument/2006/relationships/image" Target="../media/image399.png"/><Relationship Id="rId100" Type="http://schemas.openxmlformats.org/officeDocument/2006/relationships/customXml" Target="../ink/ink411.xml"/><Relationship Id="rId105" Type="http://schemas.openxmlformats.org/officeDocument/2006/relationships/image" Target="../media/image413.png"/><Relationship Id="rId126" Type="http://schemas.openxmlformats.org/officeDocument/2006/relationships/customXml" Target="../ink/ink424.xml"/><Relationship Id="rId147" Type="http://schemas.openxmlformats.org/officeDocument/2006/relationships/image" Target="../media/image434.png"/><Relationship Id="rId8" Type="http://schemas.openxmlformats.org/officeDocument/2006/relationships/customXml" Target="../ink/ink365.xml"/><Relationship Id="rId51" Type="http://schemas.openxmlformats.org/officeDocument/2006/relationships/image" Target="../media/image386.png"/><Relationship Id="rId72" Type="http://schemas.openxmlformats.org/officeDocument/2006/relationships/customXml" Target="../ink/ink397.xml"/><Relationship Id="rId93" Type="http://schemas.openxmlformats.org/officeDocument/2006/relationships/image" Target="../media/image407.png"/><Relationship Id="rId98" Type="http://schemas.openxmlformats.org/officeDocument/2006/relationships/customXml" Target="../ink/ink410.xml"/><Relationship Id="rId121" Type="http://schemas.openxmlformats.org/officeDocument/2006/relationships/image" Target="../media/image421.png"/><Relationship Id="rId142" Type="http://schemas.openxmlformats.org/officeDocument/2006/relationships/customXml" Target="../ink/ink432.xml"/><Relationship Id="rId3" Type="http://schemas.openxmlformats.org/officeDocument/2006/relationships/image" Target="../media/image362.png"/><Relationship Id="rId25" Type="http://schemas.openxmlformats.org/officeDocument/2006/relationships/image" Target="../media/image373.png"/><Relationship Id="rId46" Type="http://schemas.openxmlformats.org/officeDocument/2006/relationships/customXml" Target="../ink/ink384.xml"/><Relationship Id="rId67" Type="http://schemas.openxmlformats.org/officeDocument/2006/relationships/image" Target="../media/image394.png"/><Relationship Id="rId116" Type="http://schemas.openxmlformats.org/officeDocument/2006/relationships/customXml" Target="../ink/ink419.xml"/><Relationship Id="rId137" Type="http://schemas.openxmlformats.org/officeDocument/2006/relationships/image" Target="../media/image429.png"/><Relationship Id="rId158" Type="http://schemas.openxmlformats.org/officeDocument/2006/relationships/customXml" Target="../ink/ink440.xml"/><Relationship Id="rId20" Type="http://schemas.openxmlformats.org/officeDocument/2006/relationships/customXml" Target="../ink/ink371.xml"/><Relationship Id="rId41" Type="http://schemas.openxmlformats.org/officeDocument/2006/relationships/image" Target="../media/image381.png"/><Relationship Id="rId62" Type="http://schemas.openxmlformats.org/officeDocument/2006/relationships/customXml" Target="../ink/ink392.xml"/><Relationship Id="rId83" Type="http://schemas.openxmlformats.org/officeDocument/2006/relationships/image" Target="../media/image402.png"/><Relationship Id="rId88" Type="http://schemas.openxmlformats.org/officeDocument/2006/relationships/customXml" Target="../ink/ink405.xml"/><Relationship Id="rId111" Type="http://schemas.openxmlformats.org/officeDocument/2006/relationships/image" Target="../media/image416.png"/><Relationship Id="rId132" Type="http://schemas.openxmlformats.org/officeDocument/2006/relationships/customXml" Target="../ink/ink427.xml"/><Relationship Id="rId153" Type="http://schemas.openxmlformats.org/officeDocument/2006/relationships/image" Target="../media/image437.png"/><Relationship Id="rId15" Type="http://schemas.openxmlformats.org/officeDocument/2006/relationships/image" Target="../media/image368.png"/><Relationship Id="rId36" Type="http://schemas.openxmlformats.org/officeDocument/2006/relationships/customXml" Target="../ink/ink379.xml"/><Relationship Id="rId57" Type="http://schemas.openxmlformats.org/officeDocument/2006/relationships/image" Target="../media/image389.png"/><Relationship Id="rId106" Type="http://schemas.openxmlformats.org/officeDocument/2006/relationships/customXml" Target="../ink/ink414.xml"/><Relationship Id="rId127" Type="http://schemas.openxmlformats.org/officeDocument/2006/relationships/image" Target="../media/image424.png"/><Relationship Id="rId10" Type="http://schemas.openxmlformats.org/officeDocument/2006/relationships/customXml" Target="../ink/ink366.xml"/><Relationship Id="rId31" Type="http://schemas.openxmlformats.org/officeDocument/2006/relationships/image" Target="../media/image376.png"/><Relationship Id="rId52" Type="http://schemas.openxmlformats.org/officeDocument/2006/relationships/customXml" Target="../ink/ink387.xml"/><Relationship Id="rId73" Type="http://schemas.openxmlformats.org/officeDocument/2006/relationships/image" Target="../media/image397.png"/><Relationship Id="rId78" Type="http://schemas.openxmlformats.org/officeDocument/2006/relationships/customXml" Target="../ink/ink400.xml"/><Relationship Id="rId94" Type="http://schemas.openxmlformats.org/officeDocument/2006/relationships/customXml" Target="../ink/ink408.xml"/><Relationship Id="rId99" Type="http://schemas.openxmlformats.org/officeDocument/2006/relationships/image" Target="../media/image410.png"/><Relationship Id="rId101" Type="http://schemas.openxmlformats.org/officeDocument/2006/relationships/image" Target="../media/image411.png"/><Relationship Id="rId122" Type="http://schemas.openxmlformats.org/officeDocument/2006/relationships/customXml" Target="../ink/ink422.xml"/><Relationship Id="rId143" Type="http://schemas.openxmlformats.org/officeDocument/2006/relationships/image" Target="../media/image432.png"/><Relationship Id="rId148" Type="http://schemas.openxmlformats.org/officeDocument/2006/relationships/customXml" Target="../ink/ink435.xml"/><Relationship Id="rId4" Type="http://schemas.openxmlformats.org/officeDocument/2006/relationships/customXml" Target="../ink/ink363.xml"/><Relationship Id="rId9" Type="http://schemas.openxmlformats.org/officeDocument/2006/relationships/image" Target="../media/image365.png"/><Relationship Id="rId26" Type="http://schemas.openxmlformats.org/officeDocument/2006/relationships/customXml" Target="../ink/ink374.xml"/><Relationship Id="rId47" Type="http://schemas.openxmlformats.org/officeDocument/2006/relationships/image" Target="../media/image384.png"/><Relationship Id="rId68" Type="http://schemas.openxmlformats.org/officeDocument/2006/relationships/customXml" Target="../ink/ink395.xml"/><Relationship Id="rId89" Type="http://schemas.openxmlformats.org/officeDocument/2006/relationships/image" Target="../media/image405.png"/><Relationship Id="rId112" Type="http://schemas.openxmlformats.org/officeDocument/2006/relationships/customXml" Target="../ink/ink417.xml"/><Relationship Id="rId133" Type="http://schemas.openxmlformats.org/officeDocument/2006/relationships/image" Target="../media/image427.png"/><Relationship Id="rId154" Type="http://schemas.openxmlformats.org/officeDocument/2006/relationships/customXml" Target="../ink/ink438.xml"/><Relationship Id="rId16" Type="http://schemas.openxmlformats.org/officeDocument/2006/relationships/customXml" Target="../ink/ink369.xml"/><Relationship Id="rId37" Type="http://schemas.openxmlformats.org/officeDocument/2006/relationships/image" Target="../media/image379.png"/><Relationship Id="rId58" Type="http://schemas.openxmlformats.org/officeDocument/2006/relationships/customXml" Target="../ink/ink390.xml"/><Relationship Id="rId79" Type="http://schemas.openxmlformats.org/officeDocument/2006/relationships/image" Target="../media/image400.png"/><Relationship Id="rId102" Type="http://schemas.openxmlformats.org/officeDocument/2006/relationships/customXml" Target="../ink/ink412.xml"/><Relationship Id="rId123" Type="http://schemas.openxmlformats.org/officeDocument/2006/relationships/image" Target="../media/image422.png"/><Relationship Id="rId144" Type="http://schemas.openxmlformats.org/officeDocument/2006/relationships/customXml" Target="../ink/ink433.xml"/><Relationship Id="rId90" Type="http://schemas.openxmlformats.org/officeDocument/2006/relationships/customXml" Target="../ink/ink406.xml"/><Relationship Id="rId27" Type="http://schemas.openxmlformats.org/officeDocument/2006/relationships/image" Target="../media/image374.png"/><Relationship Id="rId48" Type="http://schemas.openxmlformats.org/officeDocument/2006/relationships/customXml" Target="../ink/ink385.xml"/><Relationship Id="rId69" Type="http://schemas.openxmlformats.org/officeDocument/2006/relationships/image" Target="../media/image395.png"/><Relationship Id="rId113" Type="http://schemas.openxmlformats.org/officeDocument/2006/relationships/image" Target="../media/image417.png"/><Relationship Id="rId134" Type="http://schemas.openxmlformats.org/officeDocument/2006/relationships/customXml" Target="../ink/ink428.xml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53.xml"/><Relationship Id="rId21" Type="http://schemas.openxmlformats.org/officeDocument/2006/relationships/image" Target="../media/image450.png"/><Relationship Id="rId42" Type="http://schemas.openxmlformats.org/officeDocument/2006/relationships/customXml" Target="../ink/ink461.xml"/><Relationship Id="rId47" Type="http://schemas.openxmlformats.org/officeDocument/2006/relationships/image" Target="../media/image463.png"/><Relationship Id="rId63" Type="http://schemas.openxmlformats.org/officeDocument/2006/relationships/image" Target="../media/image471.png"/><Relationship Id="rId68" Type="http://schemas.openxmlformats.org/officeDocument/2006/relationships/customXml" Target="../ink/ink474.xml"/><Relationship Id="rId84" Type="http://schemas.openxmlformats.org/officeDocument/2006/relationships/customXml" Target="../ink/ink482.xml"/><Relationship Id="rId89" Type="http://schemas.openxmlformats.org/officeDocument/2006/relationships/image" Target="../media/image484.png"/><Relationship Id="rId16" Type="http://schemas.openxmlformats.org/officeDocument/2006/relationships/customXml" Target="../ink/ink448.xml"/><Relationship Id="rId11" Type="http://schemas.openxmlformats.org/officeDocument/2006/relationships/image" Target="../media/image445.png"/><Relationship Id="rId32" Type="http://schemas.openxmlformats.org/officeDocument/2006/relationships/customXml" Target="../ink/ink456.xml"/><Relationship Id="rId37" Type="http://schemas.openxmlformats.org/officeDocument/2006/relationships/image" Target="../media/image458.png"/><Relationship Id="rId53" Type="http://schemas.openxmlformats.org/officeDocument/2006/relationships/image" Target="../media/image466.png"/><Relationship Id="rId58" Type="http://schemas.openxmlformats.org/officeDocument/2006/relationships/customXml" Target="../ink/ink469.xml"/><Relationship Id="rId74" Type="http://schemas.openxmlformats.org/officeDocument/2006/relationships/customXml" Target="../ink/ink477.xml"/><Relationship Id="rId79" Type="http://schemas.openxmlformats.org/officeDocument/2006/relationships/image" Target="../media/image479.png"/><Relationship Id="rId102" Type="http://schemas.openxmlformats.org/officeDocument/2006/relationships/customXml" Target="../ink/ink491.xml"/><Relationship Id="rId5" Type="http://schemas.openxmlformats.org/officeDocument/2006/relationships/image" Target="../media/image442.png"/><Relationship Id="rId90" Type="http://schemas.openxmlformats.org/officeDocument/2006/relationships/customXml" Target="../ink/ink485.xml"/><Relationship Id="rId95" Type="http://schemas.openxmlformats.org/officeDocument/2006/relationships/image" Target="../media/image487.png"/><Relationship Id="rId22" Type="http://schemas.openxmlformats.org/officeDocument/2006/relationships/customXml" Target="../ink/ink451.xml"/><Relationship Id="rId27" Type="http://schemas.openxmlformats.org/officeDocument/2006/relationships/image" Target="../media/image453.png"/><Relationship Id="rId43" Type="http://schemas.openxmlformats.org/officeDocument/2006/relationships/image" Target="../media/image461.png"/><Relationship Id="rId48" Type="http://schemas.openxmlformats.org/officeDocument/2006/relationships/customXml" Target="../ink/ink464.xml"/><Relationship Id="rId64" Type="http://schemas.openxmlformats.org/officeDocument/2006/relationships/customXml" Target="../ink/ink472.xml"/><Relationship Id="rId69" Type="http://schemas.openxmlformats.org/officeDocument/2006/relationships/image" Target="../media/image474.png"/><Relationship Id="rId80" Type="http://schemas.openxmlformats.org/officeDocument/2006/relationships/customXml" Target="../ink/ink480.xml"/><Relationship Id="rId85" Type="http://schemas.openxmlformats.org/officeDocument/2006/relationships/image" Target="../media/image482.png"/><Relationship Id="rId12" Type="http://schemas.openxmlformats.org/officeDocument/2006/relationships/customXml" Target="../ink/ink446.xml"/><Relationship Id="rId17" Type="http://schemas.openxmlformats.org/officeDocument/2006/relationships/image" Target="../media/image448.png"/><Relationship Id="rId25" Type="http://schemas.openxmlformats.org/officeDocument/2006/relationships/image" Target="../media/image452.png"/><Relationship Id="rId33" Type="http://schemas.openxmlformats.org/officeDocument/2006/relationships/image" Target="../media/image456.png"/><Relationship Id="rId38" Type="http://schemas.openxmlformats.org/officeDocument/2006/relationships/customXml" Target="../ink/ink459.xml"/><Relationship Id="rId46" Type="http://schemas.openxmlformats.org/officeDocument/2006/relationships/customXml" Target="../ink/ink463.xml"/><Relationship Id="rId59" Type="http://schemas.openxmlformats.org/officeDocument/2006/relationships/image" Target="../media/image469.png"/><Relationship Id="rId67" Type="http://schemas.openxmlformats.org/officeDocument/2006/relationships/image" Target="../media/image473.png"/><Relationship Id="rId103" Type="http://schemas.openxmlformats.org/officeDocument/2006/relationships/image" Target="../media/image491.png"/><Relationship Id="rId20" Type="http://schemas.openxmlformats.org/officeDocument/2006/relationships/customXml" Target="../ink/ink450.xml"/><Relationship Id="rId41" Type="http://schemas.openxmlformats.org/officeDocument/2006/relationships/image" Target="../media/image460.png"/><Relationship Id="rId54" Type="http://schemas.openxmlformats.org/officeDocument/2006/relationships/customXml" Target="../ink/ink467.xml"/><Relationship Id="rId62" Type="http://schemas.openxmlformats.org/officeDocument/2006/relationships/customXml" Target="../ink/ink471.xml"/><Relationship Id="rId70" Type="http://schemas.openxmlformats.org/officeDocument/2006/relationships/customXml" Target="../ink/ink475.xml"/><Relationship Id="rId75" Type="http://schemas.openxmlformats.org/officeDocument/2006/relationships/image" Target="../media/image477.png"/><Relationship Id="rId83" Type="http://schemas.openxmlformats.org/officeDocument/2006/relationships/image" Target="../media/image481.png"/><Relationship Id="rId88" Type="http://schemas.openxmlformats.org/officeDocument/2006/relationships/customXml" Target="../ink/ink484.xml"/><Relationship Id="rId91" Type="http://schemas.openxmlformats.org/officeDocument/2006/relationships/image" Target="../media/image485.png"/><Relationship Id="rId96" Type="http://schemas.openxmlformats.org/officeDocument/2006/relationships/customXml" Target="../ink/ink48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43.xml"/><Relationship Id="rId15" Type="http://schemas.openxmlformats.org/officeDocument/2006/relationships/image" Target="../media/image447.png"/><Relationship Id="rId23" Type="http://schemas.openxmlformats.org/officeDocument/2006/relationships/image" Target="../media/image451.png"/><Relationship Id="rId28" Type="http://schemas.openxmlformats.org/officeDocument/2006/relationships/customXml" Target="../ink/ink454.xml"/><Relationship Id="rId36" Type="http://schemas.openxmlformats.org/officeDocument/2006/relationships/customXml" Target="../ink/ink458.xml"/><Relationship Id="rId49" Type="http://schemas.openxmlformats.org/officeDocument/2006/relationships/image" Target="../media/image464.png"/><Relationship Id="rId57" Type="http://schemas.openxmlformats.org/officeDocument/2006/relationships/image" Target="../media/image468.png"/><Relationship Id="rId10" Type="http://schemas.openxmlformats.org/officeDocument/2006/relationships/customXml" Target="../ink/ink445.xml"/><Relationship Id="rId31" Type="http://schemas.openxmlformats.org/officeDocument/2006/relationships/image" Target="../media/image455.png"/><Relationship Id="rId44" Type="http://schemas.openxmlformats.org/officeDocument/2006/relationships/customXml" Target="../ink/ink462.xml"/><Relationship Id="rId52" Type="http://schemas.openxmlformats.org/officeDocument/2006/relationships/customXml" Target="../ink/ink466.xml"/><Relationship Id="rId60" Type="http://schemas.openxmlformats.org/officeDocument/2006/relationships/customXml" Target="../ink/ink470.xml"/><Relationship Id="rId65" Type="http://schemas.openxmlformats.org/officeDocument/2006/relationships/image" Target="../media/image472.png"/><Relationship Id="rId73" Type="http://schemas.openxmlformats.org/officeDocument/2006/relationships/image" Target="../media/image476.png"/><Relationship Id="rId78" Type="http://schemas.openxmlformats.org/officeDocument/2006/relationships/customXml" Target="../ink/ink479.xml"/><Relationship Id="rId81" Type="http://schemas.openxmlformats.org/officeDocument/2006/relationships/image" Target="../media/image480.png"/><Relationship Id="rId86" Type="http://schemas.openxmlformats.org/officeDocument/2006/relationships/customXml" Target="../ink/ink483.xml"/><Relationship Id="rId94" Type="http://schemas.openxmlformats.org/officeDocument/2006/relationships/customXml" Target="../ink/ink487.xml"/><Relationship Id="rId99" Type="http://schemas.openxmlformats.org/officeDocument/2006/relationships/image" Target="../media/image489.png"/><Relationship Id="rId101" Type="http://schemas.openxmlformats.org/officeDocument/2006/relationships/image" Target="../media/image490.png"/><Relationship Id="rId4" Type="http://schemas.openxmlformats.org/officeDocument/2006/relationships/customXml" Target="../ink/ink442.xml"/><Relationship Id="rId9" Type="http://schemas.openxmlformats.org/officeDocument/2006/relationships/image" Target="../media/image444.png"/><Relationship Id="rId13" Type="http://schemas.openxmlformats.org/officeDocument/2006/relationships/image" Target="../media/image446.png"/><Relationship Id="rId18" Type="http://schemas.openxmlformats.org/officeDocument/2006/relationships/customXml" Target="../ink/ink449.xml"/><Relationship Id="rId39" Type="http://schemas.openxmlformats.org/officeDocument/2006/relationships/image" Target="../media/image459.png"/><Relationship Id="rId34" Type="http://schemas.openxmlformats.org/officeDocument/2006/relationships/customXml" Target="../ink/ink457.xml"/><Relationship Id="rId50" Type="http://schemas.openxmlformats.org/officeDocument/2006/relationships/customXml" Target="../ink/ink465.xml"/><Relationship Id="rId55" Type="http://schemas.openxmlformats.org/officeDocument/2006/relationships/image" Target="../media/image467.png"/><Relationship Id="rId76" Type="http://schemas.openxmlformats.org/officeDocument/2006/relationships/customXml" Target="../ink/ink478.xml"/><Relationship Id="rId97" Type="http://schemas.openxmlformats.org/officeDocument/2006/relationships/image" Target="../media/image488.png"/><Relationship Id="rId7" Type="http://schemas.openxmlformats.org/officeDocument/2006/relationships/image" Target="../media/image443.png"/><Relationship Id="rId71" Type="http://schemas.openxmlformats.org/officeDocument/2006/relationships/image" Target="../media/image475.png"/><Relationship Id="rId92" Type="http://schemas.openxmlformats.org/officeDocument/2006/relationships/customXml" Target="../ink/ink486.xml"/><Relationship Id="rId2" Type="http://schemas.openxmlformats.org/officeDocument/2006/relationships/customXml" Target="../ink/ink441.xml"/><Relationship Id="rId29" Type="http://schemas.openxmlformats.org/officeDocument/2006/relationships/image" Target="../media/image454.png"/><Relationship Id="rId24" Type="http://schemas.openxmlformats.org/officeDocument/2006/relationships/customXml" Target="../ink/ink452.xml"/><Relationship Id="rId40" Type="http://schemas.openxmlformats.org/officeDocument/2006/relationships/customXml" Target="../ink/ink460.xml"/><Relationship Id="rId45" Type="http://schemas.openxmlformats.org/officeDocument/2006/relationships/image" Target="../media/image462.png"/><Relationship Id="rId66" Type="http://schemas.openxmlformats.org/officeDocument/2006/relationships/customXml" Target="../ink/ink473.xml"/><Relationship Id="rId87" Type="http://schemas.openxmlformats.org/officeDocument/2006/relationships/image" Target="../media/image483.png"/><Relationship Id="rId61" Type="http://schemas.openxmlformats.org/officeDocument/2006/relationships/image" Target="../media/image470.png"/><Relationship Id="rId82" Type="http://schemas.openxmlformats.org/officeDocument/2006/relationships/customXml" Target="../ink/ink481.xml"/><Relationship Id="rId19" Type="http://schemas.openxmlformats.org/officeDocument/2006/relationships/image" Target="../media/image449.png"/><Relationship Id="rId14" Type="http://schemas.openxmlformats.org/officeDocument/2006/relationships/customXml" Target="../ink/ink447.xml"/><Relationship Id="rId30" Type="http://schemas.openxmlformats.org/officeDocument/2006/relationships/customXml" Target="../ink/ink455.xml"/><Relationship Id="rId35" Type="http://schemas.openxmlformats.org/officeDocument/2006/relationships/image" Target="../media/image457.png"/><Relationship Id="rId56" Type="http://schemas.openxmlformats.org/officeDocument/2006/relationships/customXml" Target="../ink/ink468.xml"/><Relationship Id="rId77" Type="http://schemas.openxmlformats.org/officeDocument/2006/relationships/image" Target="../media/image478.png"/><Relationship Id="rId100" Type="http://schemas.openxmlformats.org/officeDocument/2006/relationships/customXml" Target="../ink/ink490.xml"/><Relationship Id="rId8" Type="http://schemas.openxmlformats.org/officeDocument/2006/relationships/customXml" Target="../ink/ink444.xml"/><Relationship Id="rId51" Type="http://schemas.openxmlformats.org/officeDocument/2006/relationships/image" Target="../media/image465.png"/><Relationship Id="rId72" Type="http://schemas.openxmlformats.org/officeDocument/2006/relationships/customXml" Target="../ink/ink476.xml"/><Relationship Id="rId93" Type="http://schemas.openxmlformats.org/officeDocument/2006/relationships/image" Target="../media/image486.png"/><Relationship Id="rId98" Type="http://schemas.openxmlformats.org/officeDocument/2006/relationships/customXml" Target="../ink/ink489.xml"/><Relationship Id="rId3" Type="http://schemas.openxmlformats.org/officeDocument/2006/relationships/image" Target="../media/image441.png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04.xml"/><Relationship Id="rId21" Type="http://schemas.openxmlformats.org/officeDocument/2006/relationships/image" Target="../media/image501.png"/><Relationship Id="rId42" Type="http://schemas.openxmlformats.org/officeDocument/2006/relationships/customXml" Target="../ink/ink512.xml"/><Relationship Id="rId47" Type="http://schemas.openxmlformats.org/officeDocument/2006/relationships/image" Target="../media/image514.png"/><Relationship Id="rId63" Type="http://schemas.openxmlformats.org/officeDocument/2006/relationships/image" Target="../media/image522.png"/><Relationship Id="rId68" Type="http://schemas.openxmlformats.org/officeDocument/2006/relationships/customXml" Target="../ink/ink525.xml"/><Relationship Id="rId84" Type="http://schemas.openxmlformats.org/officeDocument/2006/relationships/customXml" Target="../ink/ink533.xml"/><Relationship Id="rId89" Type="http://schemas.openxmlformats.org/officeDocument/2006/relationships/image" Target="../media/image535.png"/><Relationship Id="rId112" Type="http://schemas.openxmlformats.org/officeDocument/2006/relationships/customXml" Target="../ink/ink547.xml"/><Relationship Id="rId16" Type="http://schemas.openxmlformats.org/officeDocument/2006/relationships/customXml" Target="../ink/ink499.xml"/><Relationship Id="rId107" Type="http://schemas.openxmlformats.org/officeDocument/2006/relationships/image" Target="../media/image544.png"/><Relationship Id="rId11" Type="http://schemas.openxmlformats.org/officeDocument/2006/relationships/image" Target="../media/image496.png"/><Relationship Id="rId32" Type="http://schemas.openxmlformats.org/officeDocument/2006/relationships/customXml" Target="../ink/ink507.xml"/><Relationship Id="rId37" Type="http://schemas.openxmlformats.org/officeDocument/2006/relationships/image" Target="../media/image509.png"/><Relationship Id="rId53" Type="http://schemas.openxmlformats.org/officeDocument/2006/relationships/image" Target="../media/image517.png"/><Relationship Id="rId58" Type="http://schemas.openxmlformats.org/officeDocument/2006/relationships/customXml" Target="../ink/ink520.xml"/><Relationship Id="rId74" Type="http://schemas.openxmlformats.org/officeDocument/2006/relationships/customXml" Target="../ink/ink528.xml"/><Relationship Id="rId79" Type="http://schemas.openxmlformats.org/officeDocument/2006/relationships/image" Target="../media/image530.png"/><Relationship Id="rId102" Type="http://schemas.openxmlformats.org/officeDocument/2006/relationships/customXml" Target="../ink/ink542.xml"/><Relationship Id="rId5" Type="http://schemas.openxmlformats.org/officeDocument/2006/relationships/image" Target="../media/image493.png"/><Relationship Id="rId90" Type="http://schemas.openxmlformats.org/officeDocument/2006/relationships/customXml" Target="../ink/ink536.xml"/><Relationship Id="rId95" Type="http://schemas.openxmlformats.org/officeDocument/2006/relationships/image" Target="../media/image538.png"/><Relationship Id="rId22" Type="http://schemas.openxmlformats.org/officeDocument/2006/relationships/customXml" Target="../ink/ink502.xml"/><Relationship Id="rId27" Type="http://schemas.openxmlformats.org/officeDocument/2006/relationships/image" Target="../media/image504.png"/><Relationship Id="rId43" Type="http://schemas.openxmlformats.org/officeDocument/2006/relationships/image" Target="../media/image512.png"/><Relationship Id="rId48" Type="http://schemas.openxmlformats.org/officeDocument/2006/relationships/customXml" Target="../ink/ink515.xml"/><Relationship Id="rId64" Type="http://schemas.openxmlformats.org/officeDocument/2006/relationships/customXml" Target="../ink/ink523.xml"/><Relationship Id="rId69" Type="http://schemas.openxmlformats.org/officeDocument/2006/relationships/image" Target="../media/image525.png"/><Relationship Id="rId113" Type="http://schemas.openxmlformats.org/officeDocument/2006/relationships/image" Target="../media/image547.png"/><Relationship Id="rId80" Type="http://schemas.openxmlformats.org/officeDocument/2006/relationships/customXml" Target="../ink/ink531.xml"/><Relationship Id="rId85" Type="http://schemas.openxmlformats.org/officeDocument/2006/relationships/image" Target="../media/image533.png"/><Relationship Id="rId12" Type="http://schemas.openxmlformats.org/officeDocument/2006/relationships/customXml" Target="../ink/ink497.xml"/><Relationship Id="rId17" Type="http://schemas.openxmlformats.org/officeDocument/2006/relationships/image" Target="../media/image499.png"/><Relationship Id="rId33" Type="http://schemas.openxmlformats.org/officeDocument/2006/relationships/image" Target="../media/image507.png"/><Relationship Id="rId38" Type="http://schemas.openxmlformats.org/officeDocument/2006/relationships/customXml" Target="../ink/ink510.xml"/><Relationship Id="rId59" Type="http://schemas.openxmlformats.org/officeDocument/2006/relationships/image" Target="../media/image520.png"/><Relationship Id="rId103" Type="http://schemas.openxmlformats.org/officeDocument/2006/relationships/image" Target="../media/image542.png"/><Relationship Id="rId108" Type="http://schemas.openxmlformats.org/officeDocument/2006/relationships/customXml" Target="../ink/ink545.xml"/><Relationship Id="rId54" Type="http://schemas.openxmlformats.org/officeDocument/2006/relationships/customXml" Target="../ink/ink518.xml"/><Relationship Id="rId70" Type="http://schemas.openxmlformats.org/officeDocument/2006/relationships/customXml" Target="../ink/ink526.xml"/><Relationship Id="rId75" Type="http://schemas.openxmlformats.org/officeDocument/2006/relationships/image" Target="../media/image528.png"/><Relationship Id="rId91" Type="http://schemas.openxmlformats.org/officeDocument/2006/relationships/image" Target="../media/image536.png"/><Relationship Id="rId96" Type="http://schemas.openxmlformats.org/officeDocument/2006/relationships/customXml" Target="../ink/ink53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94.xml"/><Relationship Id="rId15" Type="http://schemas.openxmlformats.org/officeDocument/2006/relationships/image" Target="../media/image498.png"/><Relationship Id="rId23" Type="http://schemas.openxmlformats.org/officeDocument/2006/relationships/image" Target="../media/image502.png"/><Relationship Id="rId28" Type="http://schemas.openxmlformats.org/officeDocument/2006/relationships/customXml" Target="../ink/ink505.xml"/><Relationship Id="rId36" Type="http://schemas.openxmlformats.org/officeDocument/2006/relationships/customXml" Target="../ink/ink509.xml"/><Relationship Id="rId49" Type="http://schemas.openxmlformats.org/officeDocument/2006/relationships/image" Target="../media/image515.png"/><Relationship Id="rId57" Type="http://schemas.openxmlformats.org/officeDocument/2006/relationships/image" Target="../media/image519.png"/><Relationship Id="rId106" Type="http://schemas.openxmlformats.org/officeDocument/2006/relationships/customXml" Target="../ink/ink544.xml"/><Relationship Id="rId114" Type="http://schemas.openxmlformats.org/officeDocument/2006/relationships/customXml" Target="../ink/ink548.xml"/><Relationship Id="rId10" Type="http://schemas.openxmlformats.org/officeDocument/2006/relationships/customXml" Target="../ink/ink496.xml"/><Relationship Id="rId31" Type="http://schemas.openxmlformats.org/officeDocument/2006/relationships/image" Target="../media/image506.png"/><Relationship Id="rId44" Type="http://schemas.openxmlformats.org/officeDocument/2006/relationships/customXml" Target="../ink/ink513.xml"/><Relationship Id="rId52" Type="http://schemas.openxmlformats.org/officeDocument/2006/relationships/customXml" Target="../ink/ink517.xml"/><Relationship Id="rId60" Type="http://schemas.openxmlformats.org/officeDocument/2006/relationships/customXml" Target="../ink/ink521.xml"/><Relationship Id="rId65" Type="http://schemas.openxmlformats.org/officeDocument/2006/relationships/image" Target="../media/image523.png"/><Relationship Id="rId73" Type="http://schemas.openxmlformats.org/officeDocument/2006/relationships/image" Target="../media/image527.png"/><Relationship Id="rId78" Type="http://schemas.openxmlformats.org/officeDocument/2006/relationships/customXml" Target="../ink/ink530.xml"/><Relationship Id="rId81" Type="http://schemas.openxmlformats.org/officeDocument/2006/relationships/image" Target="../media/image531.png"/><Relationship Id="rId86" Type="http://schemas.openxmlformats.org/officeDocument/2006/relationships/customXml" Target="../ink/ink534.xml"/><Relationship Id="rId94" Type="http://schemas.openxmlformats.org/officeDocument/2006/relationships/customXml" Target="../ink/ink538.xml"/><Relationship Id="rId99" Type="http://schemas.openxmlformats.org/officeDocument/2006/relationships/image" Target="../media/image540.png"/><Relationship Id="rId101" Type="http://schemas.openxmlformats.org/officeDocument/2006/relationships/image" Target="../media/image541.png"/><Relationship Id="rId4" Type="http://schemas.openxmlformats.org/officeDocument/2006/relationships/customXml" Target="../ink/ink493.xml"/><Relationship Id="rId9" Type="http://schemas.openxmlformats.org/officeDocument/2006/relationships/image" Target="../media/image495.png"/><Relationship Id="rId13" Type="http://schemas.openxmlformats.org/officeDocument/2006/relationships/image" Target="../media/image497.png"/><Relationship Id="rId18" Type="http://schemas.openxmlformats.org/officeDocument/2006/relationships/customXml" Target="../ink/ink500.xml"/><Relationship Id="rId39" Type="http://schemas.openxmlformats.org/officeDocument/2006/relationships/image" Target="../media/image510.png"/><Relationship Id="rId109" Type="http://schemas.openxmlformats.org/officeDocument/2006/relationships/image" Target="../media/image545.png"/><Relationship Id="rId34" Type="http://schemas.openxmlformats.org/officeDocument/2006/relationships/customXml" Target="../ink/ink508.xml"/><Relationship Id="rId50" Type="http://schemas.openxmlformats.org/officeDocument/2006/relationships/customXml" Target="../ink/ink516.xml"/><Relationship Id="rId55" Type="http://schemas.openxmlformats.org/officeDocument/2006/relationships/image" Target="../media/image518.png"/><Relationship Id="rId76" Type="http://schemas.openxmlformats.org/officeDocument/2006/relationships/customXml" Target="../ink/ink529.xml"/><Relationship Id="rId97" Type="http://schemas.openxmlformats.org/officeDocument/2006/relationships/image" Target="../media/image539.png"/><Relationship Id="rId104" Type="http://schemas.openxmlformats.org/officeDocument/2006/relationships/customXml" Target="../ink/ink543.xml"/><Relationship Id="rId7" Type="http://schemas.openxmlformats.org/officeDocument/2006/relationships/image" Target="../media/image494.png"/><Relationship Id="rId71" Type="http://schemas.openxmlformats.org/officeDocument/2006/relationships/image" Target="../media/image526.png"/><Relationship Id="rId92" Type="http://schemas.openxmlformats.org/officeDocument/2006/relationships/customXml" Target="../ink/ink537.xml"/><Relationship Id="rId2" Type="http://schemas.openxmlformats.org/officeDocument/2006/relationships/customXml" Target="../ink/ink492.xml"/><Relationship Id="rId29" Type="http://schemas.openxmlformats.org/officeDocument/2006/relationships/image" Target="../media/image505.png"/><Relationship Id="rId24" Type="http://schemas.openxmlformats.org/officeDocument/2006/relationships/customXml" Target="../ink/ink503.xml"/><Relationship Id="rId40" Type="http://schemas.openxmlformats.org/officeDocument/2006/relationships/customXml" Target="../ink/ink511.xml"/><Relationship Id="rId45" Type="http://schemas.openxmlformats.org/officeDocument/2006/relationships/image" Target="../media/image513.png"/><Relationship Id="rId66" Type="http://schemas.openxmlformats.org/officeDocument/2006/relationships/customXml" Target="../ink/ink524.xml"/><Relationship Id="rId87" Type="http://schemas.openxmlformats.org/officeDocument/2006/relationships/image" Target="../media/image534.png"/><Relationship Id="rId110" Type="http://schemas.openxmlformats.org/officeDocument/2006/relationships/customXml" Target="../ink/ink546.xml"/><Relationship Id="rId115" Type="http://schemas.openxmlformats.org/officeDocument/2006/relationships/image" Target="../media/image548.png"/><Relationship Id="rId61" Type="http://schemas.openxmlformats.org/officeDocument/2006/relationships/image" Target="../media/image521.png"/><Relationship Id="rId82" Type="http://schemas.openxmlformats.org/officeDocument/2006/relationships/customXml" Target="../ink/ink532.xml"/><Relationship Id="rId19" Type="http://schemas.openxmlformats.org/officeDocument/2006/relationships/image" Target="../media/image500.png"/><Relationship Id="rId14" Type="http://schemas.openxmlformats.org/officeDocument/2006/relationships/customXml" Target="../ink/ink498.xml"/><Relationship Id="rId30" Type="http://schemas.openxmlformats.org/officeDocument/2006/relationships/customXml" Target="../ink/ink506.xml"/><Relationship Id="rId35" Type="http://schemas.openxmlformats.org/officeDocument/2006/relationships/image" Target="../media/image508.png"/><Relationship Id="rId56" Type="http://schemas.openxmlformats.org/officeDocument/2006/relationships/customXml" Target="../ink/ink519.xml"/><Relationship Id="rId77" Type="http://schemas.openxmlformats.org/officeDocument/2006/relationships/image" Target="../media/image529.png"/><Relationship Id="rId100" Type="http://schemas.openxmlformats.org/officeDocument/2006/relationships/customXml" Target="../ink/ink541.xml"/><Relationship Id="rId105" Type="http://schemas.openxmlformats.org/officeDocument/2006/relationships/image" Target="../media/image543.png"/><Relationship Id="rId8" Type="http://schemas.openxmlformats.org/officeDocument/2006/relationships/customXml" Target="../ink/ink495.xml"/><Relationship Id="rId51" Type="http://schemas.openxmlformats.org/officeDocument/2006/relationships/image" Target="../media/image516.png"/><Relationship Id="rId72" Type="http://schemas.openxmlformats.org/officeDocument/2006/relationships/customXml" Target="../ink/ink527.xml"/><Relationship Id="rId93" Type="http://schemas.openxmlformats.org/officeDocument/2006/relationships/image" Target="../media/image537.png"/><Relationship Id="rId98" Type="http://schemas.openxmlformats.org/officeDocument/2006/relationships/customXml" Target="../ink/ink540.xml"/><Relationship Id="rId3" Type="http://schemas.openxmlformats.org/officeDocument/2006/relationships/image" Target="../media/image492.png"/><Relationship Id="rId25" Type="http://schemas.openxmlformats.org/officeDocument/2006/relationships/image" Target="../media/image503.png"/><Relationship Id="rId46" Type="http://schemas.openxmlformats.org/officeDocument/2006/relationships/customXml" Target="../ink/ink514.xml"/><Relationship Id="rId67" Type="http://schemas.openxmlformats.org/officeDocument/2006/relationships/image" Target="../media/image524.png"/><Relationship Id="rId20" Type="http://schemas.openxmlformats.org/officeDocument/2006/relationships/customXml" Target="../ink/ink501.xml"/><Relationship Id="rId41" Type="http://schemas.openxmlformats.org/officeDocument/2006/relationships/image" Target="../media/image511.png"/><Relationship Id="rId62" Type="http://schemas.openxmlformats.org/officeDocument/2006/relationships/customXml" Target="../ink/ink522.xml"/><Relationship Id="rId83" Type="http://schemas.openxmlformats.org/officeDocument/2006/relationships/image" Target="../media/image532.png"/><Relationship Id="rId88" Type="http://schemas.openxmlformats.org/officeDocument/2006/relationships/customXml" Target="../ink/ink535.xml"/><Relationship Id="rId111" Type="http://schemas.openxmlformats.org/officeDocument/2006/relationships/image" Target="../media/image546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54.png"/><Relationship Id="rId18" Type="http://schemas.openxmlformats.org/officeDocument/2006/relationships/customXml" Target="../ink/ink557.xml"/><Relationship Id="rId26" Type="http://schemas.openxmlformats.org/officeDocument/2006/relationships/customXml" Target="../ink/ink561.xml"/><Relationship Id="rId39" Type="http://schemas.openxmlformats.org/officeDocument/2006/relationships/image" Target="../media/image567.png"/><Relationship Id="rId21" Type="http://schemas.openxmlformats.org/officeDocument/2006/relationships/image" Target="../media/image558.png"/><Relationship Id="rId34" Type="http://schemas.openxmlformats.org/officeDocument/2006/relationships/customXml" Target="../ink/ink565.xml"/><Relationship Id="rId42" Type="http://schemas.openxmlformats.org/officeDocument/2006/relationships/customXml" Target="../ink/ink569.xml"/><Relationship Id="rId47" Type="http://schemas.openxmlformats.org/officeDocument/2006/relationships/image" Target="../media/image571.png"/><Relationship Id="rId7" Type="http://schemas.openxmlformats.org/officeDocument/2006/relationships/image" Target="../media/image551.png"/><Relationship Id="rId2" Type="http://schemas.openxmlformats.org/officeDocument/2006/relationships/customXml" Target="../ink/ink549.xml"/><Relationship Id="rId16" Type="http://schemas.openxmlformats.org/officeDocument/2006/relationships/customXml" Target="../ink/ink556.xml"/><Relationship Id="rId29" Type="http://schemas.openxmlformats.org/officeDocument/2006/relationships/image" Target="../media/image562.png"/><Relationship Id="rId11" Type="http://schemas.openxmlformats.org/officeDocument/2006/relationships/image" Target="../media/image553.png"/><Relationship Id="rId24" Type="http://schemas.openxmlformats.org/officeDocument/2006/relationships/customXml" Target="../ink/ink560.xml"/><Relationship Id="rId32" Type="http://schemas.openxmlformats.org/officeDocument/2006/relationships/customXml" Target="../ink/ink564.xml"/><Relationship Id="rId37" Type="http://schemas.openxmlformats.org/officeDocument/2006/relationships/image" Target="../media/image566.png"/><Relationship Id="rId40" Type="http://schemas.openxmlformats.org/officeDocument/2006/relationships/customXml" Target="../ink/ink568.xml"/><Relationship Id="rId45" Type="http://schemas.openxmlformats.org/officeDocument/2006/relationships/image" Target="../media/image570.png"/><Relationship Id="rId5" Type="http://schemas.openxmlformats.org/officeDocument/2006/relationships/image" Target="../media/image550.png"/><Relationship Id="rId15" Type="http://schemas.openxmlformats.org/officeDocument/2006/relationships/image" Target="../media/image555.png"/><Relationship Id="rId23" Type="http://schemas.openxmlformats.org/officeDocument/2006/relationships/image" Target="../media/image559.png"/><Relationship Id="rId28" Type="http://schemas.openxmlformats.org/officeDocument/2006/relationships/customXml" Target="../ink/ink562.xml"/><Relationship Id="rId36" Type="http://schemas.openxmlformats.org/officeDocument/2006/relationships/customXml" Target="../ink/ink566.xml"/><Relationship Id="rId49" Type="http://schemas.openxmlformats.org/officeDocument/2006/relationships/image" Target="../media/image572.png"/><Relationship Id="rId10" Type="http://schemas.openxmlformats.org/officeDocument/2006/relationships/customXml" Target="../ink/ink553.xml"/><Relationship Id="rId19" Type="http://schemas.openxmlformats.org/officeDocument/2006/relationships/image" Target="../media/image557.png"/><Relationship Id="rId31" Type="http://schemas.openxmlformats.org/officeDocument/2006/relationships/image" Target="../media/image563.png"/><Relationship Id="rId44" Type="http://schemas.openxmlformats.org/officeDocument/2006/relationships/customXml" Target="../ink/ink570.xml"/><Relationship Id="rId4" Type="http://schemas.openxmlformats.org/officeDocument/2006/relationships/customXml" Target="../ink/ink550.xml"/><Relationship Id="rId9" Type="http://schemas.openxmlformats.org/officeDocument/2006/relationships/image" Target="../media/image552.png"/><Relationship Id="rId14" Type="http://schemas.openxmlformats.org/officeDocument/2006/relationships/customXml" Target="../ink/ink555.xml"/><Relationship Id="rId22" Type="http://schemas.openxmlformats.org/officeDocument/2006/relationships/customXml" Target="../ink/ink559.xml"/><Relationship Id="rId27" Type="http://schemas.openxmlformats.org/officeDocument/2006/relationships/image" Target="../media/image561.png"/><Relationship Id="rId30" Type="http://schemas.openxmlformats.org/officeDocument/2006/relationships/customXml" Target="../ink/ink563.xml"/><Relationship Id="rId35" Type="http://schemas.openxmlformats.org/officeDocument/2006/relationships/image" Target="../media/image565.png"/><Relationship Id="rId43" Type="http://schemas.openxmlformats.org/officeDocument/2006/relationships/image" Target="../media/image569.png"/><Relationship Id="rId48" Type="http://schemas.openxmlformats.org/officeDocument/2006/relationships/customXml" Target="../ink/ink572.xml"/><Relationship Id="rId8" Type="http://schemas.openxmlformats.org/officeDocument/2006/relationships/customXml" Target="../ink/ink552.xml"/><Relationship Id="rId3" Type="http://schemas.openxmlformats.org/officeDocument/2006/relationships/image" Target="../media/image549.png"/><Relationship Id="rId12" Type="http://schemas.openxmlformats.org/officeDocument/2006/relationships/customXml" Target="../ink/ink554.xml"/><Relationship Id="rId17" Type="http://schemas.openxmlformats.org/officeDocument/2006/relationships/image" Target="../media/image556.png"/><Relationship Id="rId25" Type="http://schemas.openxmlformats.org/officeDocument/2006/relationships/image" Target="../media/image560.png"/><Relationship Id="rId33" Type="http://schemas.openxmlformats.org/officeDocument/2006/relationships/image" Target="../media/image564.png"/><Relationship Id="rId38" Type="http://schemas.openxmlformats.org/officeDocument/2006/relationships/customXml" Target="../ink/ink567.xml"/><Relationship Id="rId46" Type="http://schemas.openxmlformats.org/officeDocument/2006/relationships/customXml" Target="../ink/ink571.xml"/><Relationship Id="rId20" Type="http://schemas.openxmlformats.org/officeDocument/2006/relationships/customXml" Target="../ink/ink558.xml"/><Relationship Id="rId41" Type="http://schemas.openxmlformats.org/officeDocument/2006/relationships/image" Target="../media/image568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51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85.xml"/><Relationship Id="rId21" Type="http://schemas.openxmlformats.org/officeDocument/2006/relationships/image" Target="../media/image582.png"/><Relationship Id="rId42" Type="http://schemas.openxmlformats.org/officeDocument/2006/relationships/customXml" Target="../ink/ink593.xml"/><Relationship Id="rId47" Type="http://schemas.openxmlformats.org/officeDocument/2006/relationships/image" Target="../media/image595.png"/><Relationship Id="rId63" Type="http://schemas.openxmlformats.org/officeDocument/2006/relationships/image" Target="../media/image603.png"/><Relationship Id="rId68" Type="http://schemas.openxmlformats.org/officeDocument/2006/relationships/customXml" Target="../ink/ink606.xml"/><Relationship Id="rId84" Type="http://schemas.openxmlformats.org/officeDocument/2006/relationships/customXml" Target="../ink/ink614.xml"/><Relationship Id="rId89" Type="http://schemas.openxmlformats.org/officeDocument/2006/relationships/image" Target="../media/image616.png"/><Relationship Id="rId16" Type="http://schemas.openxmlformats.org/officeDocument/2006/relationships/customXml" Target="../ink/ink580.xml"/><Relationship Id="rId11" Type="http://schemas.openxmlformats.org/officeDocument/2006/relationships/image" Target="../media/image577.png"/><Relationship Id="rId32" Type="http://schemas.openxmlformats.org/officeDocument/2006/relationships/customXml" Target="../ink/ink588.xml"/><Relationship Id="rId37" Type="http://schemas.openxmlformats.org/officeDocument/2006/relationships/image" Target="../media/image590.png"/><Relationship Id="rId53" Type="http://schemas.openxmlformats.org/officeDocument/2006/relationships/image" Target="../media/image598.png"/><Relationship Id="rId58" Type="http://schemas.openxmlformats.org/officeDocument/2006/relationships/customXml" Target="../ink/ink601.xml"/><Relationship Id="rId74" Type="http://schemas.openxmlformats.org/officeDocument/2006/relationships/customXml" Target="../ink/ink609.xml"/><Relationship Id="rId79" Type="http://schemas.openxmlformats.org/officeDocument/2006/relationships/image" Target="../media/image611.png"/><Relationship Id="rId5" Type="http://schemas.openxmlformats.org/officeDocument/2006/relationships/image" Target="../media/image574.png"/><Relationship Id="rId90" Type="http://schemas.openxmlformats.org/officeDocument/2006/relationships/customXml" Target="../ink/ink617.xml"/><Relationship Id="rId95" Type="http://schemas.openxmlformats.org/officeDocument/2006/relationships/image" Target="../media/image619.png"/><Relationship Id="rId22" Type="http://schemas.openxmlformats.org/officeDocument/2006/relationships/customXml" Target="../ink/ink583.xml"/><Relationship Id="rId27" Type="http://schemas.openxmlformats.org/officeDocument/2006/relationships/image" Target="../media/image585.png"/><Relationship Id="rId43" Type="http://schemas.openxmlformats.org/officeDocument/2006/relationships/image" Target="../media/image593.png"/><Relationship Id="rId48" Type="http://schemas.openxmlformats.org/officeDocument/2006/relationships/customXml" Target="../ink/ink596.xml"/><Relationship Id="rId64" Type="http://schemas.openxmlformats.org/officeDocument/2006/relationships/customXml" Target="../ink/ink604.xml"/><Relationship Id="rId69" Type="http://schemas.openxmlformats.org/officeDocument/2006/relationships/image" Target="../media/image606.png"/><Relationship Id="rId8" Type="http://schemas.openxmlformats.org/officeDocument/2006/relationships/customXml" Target="../ink/ink576.xml"/><Relationship Id="rId51" Type="http://schemas.openxmlformats.org/officeDocument/2006/relationships/image" Target="../media/image597.png"/><Relationship Id="rId72" Type="http://schemas.openxmlformats.org/officeDocument/2006/relationships/customXml" Target="../ink/ink608.xml"/><Relationship Id="rId80" Type="http://schemas.openxmlformats.org/officeDocument/2006/relationships/customXml" Target="../ink/ink612.xml"/><Relationship Id="rId85" Type="http://schemas.openxmlformats.org/officeDocument/2006/relationships/image" Target="../media/image614.png"/><Relationship Id="rId93" Type="http://schemas.openxmlformats.org/officeDocument/2006/relationships/image" Target="../media/image618.png"/><Relationship Id="rId3" Type="http://schemas.openxmlformats.org/officeDocument/2006/relationships/image" Target="../media/image573.png"/><Relationship Id="rId12" Type="http://schemas.openxmlformats.org/officeDocument/2006/relationships/customXml" Target="../ink/ink578.xml"/><Relationship Id="rId17" Type="http://schemas.openxmlformats.org/officeDocument/2006/relationships/image" Target="../media/image580.png"/><Relationship Id="rId25" Type="http://schemas.openxmlformats.org/officeDocument/2006/relationships/image" Target="../media/image584.png"/><Relationship Id="rId33" Type="http://schemas.openxmlformats.org/officeDocument/2006/relationships/image" Target="../media/image588.png"/><Relationship Id="rId38" Type="http://schemas.openxmlformats.org/officeDocument/2006/relationships/customXml" Target="../ink/ink591.xml"/><Relationship Id="rId46" Type="http://schemas.openxmlformats.org/officeDocument/2006/relationships/customXml" Target="../ink/ink595.xml"/><Relationship Id="rId59" Type="http://schemas.openxmlformats.org/officeDocument/2006/relationships/image" Target="../media/image601.png"/><Relationship Id="rId67" Type="http://schemas.openxmlformats.org/officeDocument/2006/relationships/image" Target="../media/image605.png"/><Relationship Id="rId20" Type="http://schemas.openxmlformats.org/officeDocument/2006/relationships/customXml" Target="../ink/ink582.xml"/><Relationship Id="rId41" Type="http://schemas.openxmlformats.org/officeDocument/2006/relationships/image" Target="../media/image592.png"/><Relationship Id="rId54" Type="http://schemas.openxmlformats.org/officeDocument/2006/relationships/customXml" Target="../ink/ink599.xml"/><Relationship Id="rId62" Type="http://schemas.openxmlformats.org/officeDocument/2006/relationships/customXml" Target="../ink/ink603.xml"/><Relationship Id="rId70" Type="http://schemas.openxmlformats.org/officeDocument/2006/relationships/customXml" Target="../ink/ink607.xml"/><Relationship Id="rId75" Type="http://schemas.openxmlformats.org/officeDocument/2006/relationships/image" Target="../media/image609.png"/><Relationship Id="rId83" Type="http://schemas.openxmlformats.org/officeDocument/2006/relationships/image" Target="../media/image613.png"/><Relationship Id="rId88" Type="http://schemas.openxmlformats.org/officeDocument/2006/relationships/customXml" Target="../ink/ink616.xml"/><Relationship Id="rId91" Type="http://schemas.openxmlformats.org/officeDocument/2006/relationships/image" Target="../media/image61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5.xml"/><Relationship Id="rId15" Type="http://schemas.openxmlformats.org/officeDocument/2006/relationships/image" Target="../media/image579.png"/><Relationship Id="rId23" Type="http://schemas.openxmlformats.org/officeDocument/2006/relationships/image" Target="../media/image583.png"/><Relationship Id="rId28" Type="http://schemas.openxmlformats.org/officeDocument/2006/relationships/customXml" Target="../ink/ink586.xml"/><Relationship Id="rId36" Type="http://schemas.openxmlformats.org/officeDocument/2006/relationships/customXml" Target="../ink/ink590.xml"/><Relationship Id="rId49" Type="http://schemas.openxmlformats.org/officeDocument/2006/relationships/image" Target="../media/image596.png"/><Relationship Id="rId57" Type="http://schemas.openxmlformats.org/officeDocument/2006/relationships/image" Target="../media/image600.png"/><Relationship Id="rId10" Type="http://schemas.openxmlformats.org/officeDocument/2006/relationships/customXml" Target="../ink/ink577.xml"/><Relationship Id="rId31" Type="http://schemas.openxmlformats.org/officeDocument/2006/relationships/image" Target="../media/image587.png"/><Relationship Id="rId44" Type="http://schemas.openxmlformats.org/officeDocument/2006/relationships/customXml" Target="../ink/ink594.xml"/><Relationship Id="rId52" Type="http://schemas.openxmlformats.org/officeDocument/2006/relationships/customXml" Target="../ink/ink598.xml"/><Relationship Id="rId60" Type="http://schemas.openxmlformats.org/officeDocument/2006/relationships/customXml" Target="../ink/ink602.xml"/><Relationship Id="rId65" Type="http://schemas.openxmlformats.org/officeDocument/2006/relationships/image" Target="../media/image604.png"/><Relationship Id="rId73" Type="http://schemas.openxmlformats.org/officeDocument/2006/relationships/image" Target="../media/image608.png"/><Relationship Id="rId78" Type="http://schemas.openxmlformats.org/officeDocument/2006/relationships/customXml" Target="../ink/ink611.xml"/><Relationship Id="rId81" Type="http://schemas.openxmlformats.org/officeDocument/2006/relationships/image" Target="../media/image612.png"/><Relationship Id="rId86" Type="http://schemas.openxmlformats.org/officeDocument/2006/relationships/customXml" Target="../ink/ink615.xml"/><Relationship Id="rId94" Type="http://schemas.openxmlformats.org/officeDocument/2006/relationships/customXml" Target="../ink/ink619.xml"/><Relationship Id="rId4" Type="http://schemas.openxmlformats.org/officeDocument/2006/relationships/customXml" Target="../ink/ink574.xml"/><Relationship Id="rId9" Type="http://schemas.openxmlformats.org/officeDocument/2006/relationships/image" Target="../media/image576.png"/><Relationship Id="rId13" Type="http://schemas.openxmlformats.org/officeDocument/2006/relationships/image" Target="../media/image578.png"/><Relationship Id="rId18" Type="http://schemas.openxmlformats.org/officeDocument/2006/relationships/customXml" Target="../ink/ink581.xml"/><Relationship Id="rId39" Type="http://schemas.openxmlformats.org/officeDocument/2006/relationships/image" Target="../media/image591.png"/><Relationship Id="rId34" Type="http://schemas.openxmlformats.org/officeDocument/2006/relationships/customXml" Target="../ink/ink589.xml"/><Relationship Id="rId50" Type="http://schemas.openxmlformats.org/officeDocument/2006/relationships/customXml" Target="../ink/ink597.xml"/><Relationship Id="rId55" Type="http://schemas.openxmlformats.org/officeDocument/2006/relationships/image" Target="../media/image599.png"/><Relationship Id="rId76" Type="http://schemas.openxmlformats.org/officeDocument/2006/relationships/customXml" Target="../ink/ink610.xml"/><Relationship Id="rId7" Type="http://schemas.openxmlformats.org/officeDocument/2006/relationships/image" Target="../media/image575.png"/><Relationship Id="rId71" Type="http://schemas.openxmlformats.org/officeDocument/2006/relationships/image" Target="../media/image607.png"/><Relationship Id="rId92" Type="http://schemas.openxmlformats.org/officeDocument/2006/relationships/customXml" Target="../ink/ink618.xml"/><Relationship Id="rId2" Type="http://schemas.openxmlformats.org/officeDocument/2006/relationships/customXml" Target="../ink/ink573.xml"/><Relationship Id="rId29" Type="http://schemas.openxmlformats.org/officeDocument/2006/relationships/image" Target="../media/image586.png"/><Relationship Id="rId24" Type="http://schemas.openxmlformats.org/officeDocument/2006/relationships/customXml" Target="../ink/ink584.xml"/><Relationship Id="rId40" Type="http://schemas.openxmlformats.org/officeDocument/2006/relationships/customXml" Target="../ink/ink592.xml"/><Relationship Id="rId45" Type="http://schemas.openxmlformats.org/officeDocument/2006/relationships/image" Target="../media/image594.png"/><Relationship Id="rId66" Type="http://schemas.openxmlformats.org/officeDocument/2006/relationships/customXml" Target="../ink/ink605.xml"/><Relationship Id="rId87" Type="http://schemas.openxmlformats.org/officeDocument/2006/relationships/image" Target="../media/image615.png"/><Relationship Id="rId61" Type="http://schemas.openxmlformats.org/officeDocument/2006/relationships/image" Target="../media/image602.png"/><Relationship Id="rId82" Type="http://schemas.openxmlformats.org/officeDocument/2006/relationships/customXml" Target="../ink/ink613.xml"/><Relationship Id="rId19" Type="http://schemas.openxmlformats.org/officeDocument/2006/relationships/image" Target="../media/image581.png"/><Relationship Id="rId14" Type="http://schemas.openxmlformats.org/officeDocument/2006/relationships/customXml" Target="../ink/ink579.xml"/><Relationship Id="rId30" Type="http://schemas.openxmlformats.org/officeDocument/2006/relationships/customXml" Target="../ink/ink587.xml"/><Relationship Id="rId35" Type="http://schemas.openxmlformats.org/officeDocument/2006/relationships/image" Target="../media/image589.png"/><Relationship Id="rId56" Type="http://schemas.openxmlformats.org/officeDocument/2006/relationships/customXml" Target="../ink/ink600.xml"/><Relationship Id="rId77" Type="http://schemas.openxmlformats.org/officeDocument/2006/relationships/image" Target="../media/image610.png"/></Relationships>
</file>

<file path=ppt/slides/_rels/slide1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32.xml"/><Relationship Id="rId21" Type="http://schemas.openxmlformats.org/officeDocument/2006/relationships/image" Target="../media/image629.png"/><Relationship Id="rId42" Type="http://schemas.openxmlformats.org/officeDocument/2006/relationships/customXml" Target="../ink/ink640.xml"/><Relationship Id="rId47" Type="http://schemas.openxmlformats.org/officeDocument/2006/relationships/image" Target="../media/image642.png"/><Relationship Id="rId63" Type="http://schemas.openxmlformats.org/officeDocument/2006/relationships/image" Target="../media/image650.png"/><Relationship Id="rId68" Type="http://schemas.openxmlformats.org/officeDocument/2006/relationships/customXml" Target="../ink/ink653.xml"/><Relationship Id="rId84" Type="http://schemas.openxmlformats.org/officeDocument/2006/relationships/customXml" Target="../ink/ink661.xml"/><Relationship Id="rId89" Type="http://schemas.openxmlformats.org/officeDocument/2006/relationships/image" Target="../media/image663.png"/><Relationship Id="rId16" Type="http://schemas.openxmlformats.org/officeDocument/2006/relationships/customXml" Target="../ink/ink627.xml"/><Relationship Id="rId11" Type="http://schemas.openxmlformats.org/officeDocument/2006/relationships/image" Target="../media/image624.png"/><Relationship Id="rId32" Type="http://schemas.openxmlformats.org/officeDocument/2006/relationships/customXml" Target="../ink/ink635.xml"/><Relationship Id="rId37" Type="http://schemas.openxmlformats.org/officeDocument/2006/relationships/image" Target="../media/image637.png"/><Relationship Id="rId53" Type="http://schemas.openxmlformats.org/officeDocument/2006/relationships/image" Target="../media/image645.png"/><Relationship Id="rId58" Type="http://schemas.openxmlformats.org/officeDocument/2006/relationships/customXml" Target="../ink/ink648.xml"/><Relationship Id="rId74" Type="http://schemas.openxmlformats.org/officeDocument/2006/relationships/customXml" Target="../ink/ink656.xml"/><Relationship Id="rId79" Type="http://schemas.openxmlformats.org/officeDocument/2006/relationships/image" Target="../media/image658.png"/><Relationship Id="rId5" Type="http://schemas.openxmlformats.org/officeDocument/2006/relationships/image" Target="../media/image621.png"/><Relationship Id="rId14" Type="http://schemas.openxmlformats.org/officeDocument/2006/relationships/customXml" Target="../ink/ink626.xml"/><Relationship Id="rId22" Type="http://schemas.openxmlformats.org/officeDocument/2006/relationships/customXml" Target="../ink/ink630.xml"/><Relationship Id="rId27" Type="http://schemas.openxmlformats.org/officeDocument/2006/relationships/image" Target="../media/image632.png"/><Relationship Id="rId30" Type="http://schemas.openxmlformats.org/officeDocument/2006/relationships/customXml" Target="../ink/ink634.xml"/><Relationship Id="rId35" Type="http://schemas.openxmlformats.org/officeDocument/2006/relationships/image" Target="../media/image636.png"/><Relationship Id="rId43" Type="http://schemas.openxmlformats.org/officeDocument/2006/relationships/image" Target="../media/image640.png"/><Relationship Id="rId48" Type="http://schemas.openxmlformats.org/officeDocument/2006/relationships/customXml" Target="../ink/ink643.xml"/><Relationship Id="rId56" Type="http://schemas.openxmlformats.org/officeDocument/2006/relationships/customXml" Target="../ink/ink647.xml"/><Relationship Id="rId64" Type="http://schemas.openxmlformats.org/officeDocument/2006/relationships/customXml" Target="../ink/ink651.xml"/><Relationship Id="rId69" Type="http://schemas.openxmlformats.org/officeDocument/2006/relationships/image" Target="../media/image653.png"/><Relationship Id="rId77" Type="http://schemas.openxmlformats.org/officeDocument/2006/relationships/image" Target="../media/image657.png"/><Relationship Id="rId8" Type="http://schemas.openxmlformats.org/officeDocument/2006/relationships/customXml" Target="../ink/ink623.xml"/><Relationship Id="rId51" Type="http://schemas.openxmlformats.org/officeDocument/2006/relationships/image" Target="../media/image644.png"/><Relationship Id="rId72" Type="http://schemas.openxmlformats.org/officeDocument/2006/relationships/customXml" Target="../ink/ink655.xml"/><Relationship Id="rId80" Type="http://schemas.openxmlformats.org/officeDocument/2006/relationships/customXml" Target="../ink/ink659.xml"/><Relationship Id="rId85" Type="http://schemas.openxmlformats.org/officeDocument/2006/relationships/image" Target="../media/image661.png"/><Relationship Id="rId3" Type="http://schemas.openxmlformats.org/officeDocument/2006/relationships/image" Target="../media/image620.png"/><Relationship Id="rId12" Type="http://schemas.openxmlformats.org/officeDocument/2006/relationships/customXml" Target="../ink/ink625.xml"/><Relationship Id="rId17" Type="http://schemas.openxmlformats.org/officeDocument/2006/relationships/image" Target="../media/image627.png"/><Relationship Id="rId25" Type="http://schemas.openxmlformats.org/officeDocument/2006/relationships/image" Target="../media/image631.png"/><Relationship Id="rId33" Type="http://schemas.openxmlformats.org/officeDocument/2006/relationships/image" Target="../media/image635.png"/><Relationship Id="rId38" Type="http://schemas.openxmlformats.org/officeDocument/2006/relationships/customXml" Target="../ink/ink638.xml"/><Relationship Id="rId46" Type="http://schemas.openxmlformats.org/officeDocument/2006/relationships/customXml" Target="../ink/ink642.xml"/><Relationship Id="rId59" Type="http://schemas.openxmlformats.org/officeDocument/2006/relationships/image" Target="../media/image648.png"/><Relationship Id="rId67" Type="http://schemas.openxmlformats.org/officeDocument/2006/relationships/image" Target="../media/image652.png"/><Relationship Id="rId20" Type="http://schemas.openxmlformats.org/officeDocument/2006/relationships/customXml" Target="../ink/ink629.xml"/><Relationship Id="rId41" Type="http://schemas.openxmlformats.org/officeDocument/2006/relationships/image" Target="../media/image639.png"/><Relationship Id="rId54" Type="http://schemas.openxmlformats.org/officeDocument/2006/relationships/customXml" Target="../ink/ink646.xml"/><Relationship Id="rId62" Type="http://schemas.openxmlformats.org/officeDocument/2006/relationships/customXml" Target="../ink/ink650.xml"/><Relationship Id="rId70" Type="http://schemas.openxmlformats.org/officeDocument/2006/relationships/customXml" Target="../ink/ink654.xml"/><Relationship Id="rId75" Type="http://schemas.openxmlformats.org/officeDocument/2006/relationships/image" Target="../media/image656.png"/><Relationship Id="rId83" Type="http://schemas.openxmlformats.org/officeDocument/2006/relationships/image" Target="../media/image660.png"/><Relationship Id="rId88" Type="http://schemas.openxmlformats.org/officeDocument/2006/relationships/customXml" Target="../ink/ink66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22.xml"/><Relationship Id="rId15" Type="http://schemas.openxmlformats.org/officeDocument/2006/relationships/image" Target="../media/image626.png"/><Relationship Id="rId23" Type="http://schemas.openxmlformats.org/officeDocument/2006/relationships/image" Target="../media/image630.png"/><Relationship Id="rId28" Type="http://schemas.openxmlformats.org/officeDocument/2006/relationships/customXml" Target="../ink/ink633.xml"/><Relationship Id="rId36" Type="http://schemas.openxmlformats.org/officeDocument/2006/relationships/customXml" Target="../ink/ink637.xml"/><Relationship Id="rId49" Type="http://schemas.openxmlformats.org/officeDocument/2006/relationships/image" Target="../media/image643.png"/><Relationship Id="rId57" Type="http://schemas.openxmlformats.org/officeDocument/2006/relationships/image" Target="../media/image647.png"/><Relationship Id="rId10" Type="http://schemas.openxmlformats.org/officeDocument/2006/relationships/customXml" Target="../ink/ink624.xml"/><Relationship Id="rId31" Type="http://schemas.openxmlformats.org/officeDocument/2006/relationships/image" Target="../media/image634.png"/><Relationship Id="rId44" Type="http://schemas.openxmlformats.org/officeDocument/2006/relationships/customXml" Target="../ink/ink641.xml"/><Relationship Id="rId52" Type="http://schemas.openxmlformats.org/officeDocument/2006/relationships/customXml" Target="../ink/ink645.xml"/><Relationship Id="rId60" Type="http://schemas.openxmlformats.org/officeDocument/2006/relationships/customXml" Target="../ink/ink649.xml"/><Relationship Id="rId65" Type="http://schemas.openxmlformats.org/officeDocument/2006/relationships/image" Target="../media/image651.png"/><Relationship Id="rId73" Type="http://schemas.openxmlformats.org/officeDocument/2006/relationships/image" Target="../media/image655.png"/><Relationship Id="rId78" Type="http://schemas.openxmlformats.org/officeDocument/2006/relationships/customXml" Target="../ink/ink658.xml"/><Relationship Id="rId81" Type="http://schemas.openxmlformats.org/officeDocument/2006/relationships/image" Target="../media/image659.png"/><Relationship Id="rId86" Type="http://schemas.openxmlformats.org/officeDocument/2006/relationships/customXml" Target="../ink/ink662.xml"/><Relationship Id="rId4" Type="http://schemas.openxmlformats.org/officeDocument/2006/relationships/customXml" Target="../ink/ink621.xml"/><Relationship Id="rId9" Type="http://schemas.openxmlformats.org/officeDocument/2006/relationships/image" Target="../media/image623.png"/><Relationship Id="rId13" Type="http://schemas.openxmlformats.org/officeDocument/2006/relationships/image" Target="../media/image625.png"/><Relationship Id="rId18" Type="http://schemas.openxmlformats.org/officeDocument/2006/relationships/customXml" Target="../ink/ink628.xml"/><Relationship Id="rId39" Type="http://schemas.openxmlformats.org/officeDocument/2006/relationships/image" Target="../media/image638.png"/><Relationship Id="rId34" Type="http://schemas.openxmlformats.org/officeDocument/2006/relationships/customXml" Target="../ink/ink636.xml"/><Relationship Id="rId50" Type="http://schemas.openxmlformats.org/officeDocument/2006/relationships/customXml" Target="../ink/ink644.xml"/><Relationship Id="rId55" Type="http://schemas.openxmlformats.org/officeDocument/2006/relationships/image" Target="../media/image646.png"/><Relationship Id="rId76" Type="http://schemas.openxmlformats.org/officeDocument/2006/relationships/customXml" Target="../ink/ink657.xml"/><Relationship Id="rId7" Type="http://schemas.openxmlformats.org/officeDocument/2006/relationships/image" Target="../media/image622.png"/><Relationship Id="rId71" Type="http://schemas.openxmlformats.org/officeDocument/2006/relationships/image" Target="../media/image654.png"/><Relationship Id="rId2" Type="http://schemas.openxmlformats.org/officeDocument/2006/relationships/customXml" Target="../ink/ink620.xml"/><Relationship Id="rId29" Type="http://schemas.openxmlformats.org/officeDocument/2006/relationships/image" Target="../media/image633.png"/><Relationship Id="rId24" Type="http://schemas.openxmlformats.org/officeDocument/2006/relationships/customXml" Target="../ink/ink631.xml"/><Relationship Id="rId40" Type="http://schemas.openxmlformats.org/officeDocument/2006/relationships/customXml" Target="../ink/ink639.xml"/><Relationship Id="rId45" Type="http://schemas.openxmlformats.org/officeDocument/2006/relationships/image" Target="../media/image641.png"/><Relationship Id="rId66" Type="http://schemas.openxmlformats.org/officeDocument/2006/relationships/customXml" Target="../ink/ink652.xml"/><Relationship Id="rId87" Type="http://schemas.openxmlformats.org/officeDocument/2006/relationships/image" Target="../media/image662.png"/><Relationship Id="rId61" Type="http://schemas.openxmlformats.org/officeDocument/2006/relationships/image" Target="../media/image649.png"/><Relationship Id="rId82" Type="http://schemas.openxmlformats.org/officeDocument/2006/relationships/customXml" Target="../ink/ink660.xml"/><Relationship Id="rId19" Type="http://schemas.openxmlformats.org/officeDocument/2006/relationships/image" Target="../media/image628.png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76.xml"/><Relationship Id="rId21" Type="http://schemas.openxmlformats.org/officeDocument/2006/relationships/image" Target="../media/image673.png"/><Relationship Id="rId42" Type="http://schemas.openxmlformats.org/officeDocument/2006/relationships/customXml" Target="../ink/ink684.xml"/><Relationship Id="rId47" Type="http://schemas.openxmlformats.org/officeDocument/2006/relationships/image" Target="../media/image686.png"/><Relationship Id="rId63" Type="http://schemas.openxmlformats.org/officeDocument/2006/relationships/image" Target="../media/image694.png"/><Relationship Id="rId68" Type="http://schemas.openxmlformats.org/officeDocument/2006/relationships/customXml" Target="../ink/ink697.xml"/><Relationship Id="rId2" Type="http://schemas.openxmlformats.org/officeDocument/2006/relationships/customXml" Target="../ink/ink664.xml"/><Relationship Id="rId16" Type="http://schemas.openxmlformats.org/officeDocument/2006/relationships/customXml" Target="../ink/ink671.xml"/><Relationship Id="rId29" Type="http://schemas.openxmlformats.org/officeDocument/2006/relationships/image" Target="../media/image677.png"/><Relationship Id="rId11" Type="http://schemas.openxmlformats.org/officeDocument/2006/relationships/image" Target="../media/image668.png"/><Relationship Id="rId24" Type="http://schemas.openxmlformats.org/officeDocument/2006/relationships/customXml" Target="../ink/ink675.xml"/><Relationship Id="rId32" Type="http://schemas.openxmlformats.org/officeDocument/2006/relationships/customXml" Target="../ink/ink679.xml"/><Relationship Id="rId37" Type="http://schemas.openxmlformats.org/officeDocument/2006/relationships/image" Target="../media/image681.png"/><Relationship Id="rId40" Type="http://schemas.openxmlformats.org/officeDocument/2006/relationships/customXml" Target="../ink/ink683.xml"/><Relationship Id="rId45" Type="http://schemas.openxmlformats.org/officeDocument/2006/relationships/image" Target="../media/image685.png"/><Relationship Id="rId53" Type="http://schemas.openxmlformats.org/officeDocument/2006/relationships/image" Target="../media/image689.png"/><Relationship Id="rId58" Type="http://schemas.openxmlformats.org/officeDocument/2006/relationships/customXml" Target="../ink/ink692.xml"/><Relationship Id="rId66" Type="http://schemas.openxmlformats.org/officeDocument/2006/relationships/customXml" Target="../ink/ink696.xml"/><Relationship Id="rId5" Type="http://schemas.openxmlformats.org/officeDocument/2006/relationships/image" Target="../media/image665.png"/><Relationship Id="rId61" Type="http://schemas.openxmlformats.org/officeDocument/2006/relationships/image" Target="../media/image693.png"/><Relationship Id="rId19" Type="http://schemas.openxmlformats.org/officeDocument/2006/relationships/image" Target="../media/image672.png"/><Relationship Id="rId14" Type="http://schemas.openxmlformats.org/officeDocument/2006/relationships/customXml" Target="../ink/ink670.xml"/><Relationship Id="rId22" Type="http://schemas.openxmlformats.org/officeDocument/2006/relationships/customXml" Target="../ink/ink674.xml"/><Relationship Id="rId27" Type="http://schemas.openxmlformats.org/officeDocument/2006/relationships/image" Target="../media/image676.png"/><Relationship Id="rId30" Type="http://schemas.openxmlformats.org/officeDocument/2006/relationships/customXml" Target="../ink/ink678.xml"/><Relationship Id="rId35" Type="http://schemas.openxmlformats.org/officeDocument/2006/relationships/image" Target="../media/image680.png"/><Relationship Id="rId43" Type="http://schemas.openxmlformats.org/officeDocument/2006/relationships/image" Target="../media/image684.png"/><Relationship Id="rId48" Type="http://schemas.openxmlformats.org/officeDocument/2006/relationships/customXml" Target="../ink/ink687.xml"/><Relationship Id="rId56" Type="http://schemas.openxmlformats.org/officeDocument/2006/relationships/customXml" Target="../ink/ink691.xml"/><Relationship Id="rId64" Type="http://schemas.openxmlformats.org/officeDocument/2006/relationships/customXml" Target="../ink/ink695.xml"/><Relationship Id="rId69" Type="http://schemas.openxmlformats.org/officeDocument/2006/relationships/image" Target="../media/image697.png"/><Relationship Id="rId8" Type="http://schemas.openxmlformats.org/officeDocument/2006/relationships/customXml" Target="../ink/ink667.xml"/><Relationship Id="rId51" Type="http://schemas.openxmlformats.org/officeDocument/2006/relationships/image" Target="../media/image688.png"/><Relationship Id="rId72" Type="http://schemas.openxmlformats.org/officeDocument/2006/relationships/customXml" Target="../ink/ink699.xml"/><Relationship Id="rId3" Type="http://schemas.openxmlformats.org/officeDocument/2006/relationships/image" Target="../media/image664.png"/><Relationship Id="rId12" Type="http://schemas.openxmlformats.org/officeDocument/2006/relationships/customXml" Target="../ink/ink669.xml"/><Relationship Id="rId17" Type="http://schemas.openxmlformats.org/officeDocument/2006/relationships/image" Target="../media/image671.png"/><Relationship Id="rId25" Type="http://schemas.openxmlformats.org/officeDocument/2006/relationships/image" Target="../media/image675.png"/><Relationship Id="rId33" Type="http://schemas.openxmlformats.org/officeDocument/2006/relationships/image" Target="../media/image679.png"/><Relationship Id="rId38" Type="http://schemas.openxmlformats.org/officeDocument/2006/relationships/customXml" Target="../ink/ink682.xml"/><Relationship Id="rId46" Type="http://schemas.openxmlformats.org/officeDocument/2006/relationships/customXml" Target="../ink/ink686.xml"/><Relationship Id="rId59" Type="http://schemas.openxmlformats.org/officeDocument/2006/relationships/image" Target="../media/image692.png"/><Relationship Id="rId67" Type="http://schemas.openxmlformats.org/officeDocument/2006/relationships/image" Target="../media/image696.png"/><Relationship Id="rId20" Type="http://schemas.openxmlformats.org/officeDocument/2006/relationships/customXml" Target="../ink/ink673.xml"/><Relationship Id="rId41" Type="http://schemas.openxmlformats.org/officeDocument/2006/relationships/image" Target="../media/image683.png"/><Relationship Id="rId54" Type="http://schemas.openxmlformats.org/officeDocument/2006/relationships/customXml" Target="../ink/ink690.xml"/><Relationship Id="rId62" Type="http://schemas.openxmlformats.org/officeDocument/2006/relationships/customXml" Target="../ink/ink694.xml"/><Relationship Id="rId70" Type="http://schemas.openxmlformats.org/officeDocument/2006/relationships/customXml" Target="../ink/ink69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66.xml"/><Relationship Id="rId15" Type="http://schemas.openxmlformats.org/officeDocument/2006/relationships/image" Target="../media/image670.png"/><Relationship Id="rId23" Type="http://schemas.openxmlformats.org/officeDocument/2006/relationships/image" Target="../media/image674.png"/><Relationship Id="rId28" Type="http://schemas.openxmlformats.org/officeDocument/2006/relationships/customXml" Target="../ink/ink677.xml"/><Relationship Id="rId36" Type="http://schemas.openxmlformats.org/officeDocument/2006/relationships/customXml" Target="../ink/ink681.xml"/><Relationship Id="rId49" Type="http://schemas.openxmlformats.org/officeDocument/2006/relationships/image" Target="../media/image687.png"/><Relationship Id="rId57" Type="http://schemas.openxmlformats.org/officeDocument/2006/relationships/image" Target="../media/image691.png"/><Relationship Id="rId10" Type="http://schemas.openxmlformats.org/officeDocument/2006/relationships/customXml" Target="../ink/ink668.xml"/><Relationship Id="rId31" Type="http://schemas.openxmlformats.org/officeDocument/2006/relationships/image" Target="../media/image678.png"/><Relationship Id="rId44" Type="http://schemas.openxmlformats.org/officeDocument/2006/relationships/customXml" Target="../ink/ink685.xml"/><Relationship Id="rId52" Type="http://schemas.openxmlformats.org/officeDocument/2006/relationships/customXml" Target="../ink/ink689.xml"/><Relationship Id="rId60" Type="http://schemas.openxmlformats.org/officeDocument/2006/relationships/customXml" Target="../ink/ink693.xml"/><Relationship Id="rId65" Type="http://schemas.openxmlformats.org/officeDocument/2006/relationships/image" Target="../media/image695.png"/><Relationship Id="rId73" Type="http://schemas.openxmlformats.org/officeDocument/2006/relationships/image" Target="../media/image699.png"/><Relationship Id="rId4" Type="http://schemas.openxmlformats.org/officeDocument/2006/relationships/customXml" Target="../ink/ink665.xml"/><Relationship Id="rId9" Type="http://schemas.openxmlformats.org/officeDocument/2006/relationships/image" Target="../media/image667.png"/><Relationship Id="rId13" Type="http://schemas.openxmlformats.org/officeDocument/2006/relationships/image" Target="../media/image669.png"/><Relationship Id="rId18" Type="http://schemas.openxmlformats.org/officeDocument/2006/relationships/customXml" Target="../ink/ink672.xml"/><Relationship Id="rId39" Type="http://schemas.openxmlformats.org/officeDocument/2006/relationships/image" Target="../media/image682.png"/><Relationship Id="rId34" Type="http://schemas.openxmlformats.org/officeDocument/2006/relationships/customXml" Target="../ink/ink680.xml"/><Relationship Id="rId50" Type="http://schemas.openxmlformats.org/officeDocument/2006/relationships/customXml" Target="../ink/ink688.xml"/><Relationship Id="rId55" Type="http://schemas.openxmlformats.org/officeDocument/2006/relationships/image" Target="../media/image690.png"/><Relationship Id="rId7" Type="http://schemas.openxmlformats.org/officeDocument/2006/relationships/image" Target="../media/image666.png"/><Relationship Id="rId71" Type="http://schemas.openxmlformats.org/officeDocument/2006/relationships/image" Target="../media/image698.png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12.xml"/><Relationship Id="rId21" Type="http://schemas.openxmlformats.org/officeDocument/2006/relationships/image" Target="../media/image709.png"/><Relationship Id="rId34" Type="http://schemas.openxmlformats.org/officeDocument/2006/relationships/customXml" Target="../ink/ink716.xml"/><Relationship Id="rId42" Type="http://schemas.openxmlformats.org/officeDocument/2006/relationships/customXml" Target="../ink/ink720.xml"/><Relationship Id="rId47" Type="http://schemas.openxmlformats.org/officeDocument/2006/relationships/image" Target="../media/image722.png"/><Relationship Id="rId50" Type="http://schemas.openxmlformats.org/officeDocument/2006/relationships/customXml" Target="../ink/ink724.xml"/><Relationship Id="rId55" Type="http://schemas.openxmlformats.org/officeDocument/2006/relationships/image" Target="../media/image726.png"/><Relationship Id="rId63" Type="http://schemas.openxmlformats.org/officeDocument/2006/relationships/image" Target="../media/image730.png"/><Relationship Id="rId7" Type="http://schemas.openxmlformats.org/officeDocument/2006/relationships/image" Target="../media/image702.png"/><Relationship Id="rId2" Type="http://schemas.openxmlformats.org/officeDocument/2006/relationships/customXml" Target="../ink/ink700.xml"/><Relationship Id="rId16" Type="http://schemas.openxmlformats.org/officeDocument/2006/relationships/customXml" Target="../ink/ink707.xml"/><Relationship Id="rId29" Type="http://schemas.openxmlformats.org/officeDocument/2006/relationships/image" Target="../media/image713.png"/><Relationship Id="rId11" Type="http://schemas.openxmlformats.org/officeDocument/2006/relationships/image" Target="../media/image704.png"/><Relationship Id="rId24" Type="http://schemas.openxmlformats.org/officeDocument/2006/relationships/customXml" Target="../ink/ink711.xml"/><Relationship Id="rId32" Type="http://schemas.openxmlformats.org/officeDocument/2006/relationships/customXml" Target="../ink/ink715.xml"/><Relationship Id="rId37" Type="http://schemas.openxmlformats.org/officeDocument/2006/relationships/image" Target="../media/image717.png"/><Relationship Id="rId40" Type="http://schemas.openxmlformats.org/officeDocument/2006/relationships/customXml" Target="../ink/ink719.xml"/><Relationship Id="rId45" Type="http://schemas.openxmlformats.org/officeDocument/2006/relationships/image" Target="../media/image721.png"/><Relationship Id="rId53" Type="http://schemas.openxmlformats.org/officeDocument/2006/relationships/image" Target="../media/image725.png"/><Relationship Id="rId58" Type="http://schemas.openxmlformats.org/officeDocument/2006/relationships/customXml" Target="../ink/ink728.xml"/><Relationship Id="rId66" Type="http://schemas.openxmlformats.org/officeDocument/2006/relationships/customXml" Target="../ink/ink732.xml"/><Relationship Id="rId5" Type="http://schemas.openxmlformats.org/officeDocument/2006/relationships/image" Target="../media/image701.png"/><Relationship Id="rId61" Type="http://schemas.openxmlformats.org/officeDocument/2006/relationships/image" Target="../media/image729.png"/><Relationship Id="rId19" Type="http://schemas.openxmlformats.org/officeDocument/2006/relationships/image" Target="../media/image708.png"/><Relationship Id="rId14" Type="http://schemas.openxmlformats.org/officeDocument/2006/relationships/customXml" Target="../ink/ink706.xml"/><Relationship Id="rId22" Type="http://schemas.openxmlformats.org/officeDocument/2006/relationships/customXml" Target="../ink/ink710.xml"/><Relationship Id="rId27" Type="http://schemas.openxmlformats.org/officeDocument/2006/relationships/image" Target="../media/image712.png"/><Relationship Id="rId30" Type="http://schemas.openxmlformats.org/officeDocument/2006/relationships/customXml" Target="../ink/ink714.xml"/><Relationship Id="rId35" Type="http://schemas.openxmlformats.org/officeDocument/2006/relationships/image" Target="../media/image716.png"/><Relationship Id="rId43" Type="http://schemas.openxmlformats.org/officeDocument/2006/relationships/image" Target="../media/image720.png"/><Relationship Id="rId48" Type="http://schemas.openxmlformats.org/officeDocument/2006/relationships/customXml" Target="../ink/ink723.xml"/><Relationship Id="rId56" Type="http://schemas.openxmlformats.org/officeDocument/2006/relationships/customXml" Target="../ink/ink727.xml"/><Relationship Id="rId64" Type="http://schemas.openxmlformats.org/officeDocument/2006/relationships/customXml" Target="../ink/ink731.xml"/><Relationship Id="rId8" Type="http://schemas.openxmlformats.org/officeDocument/2006/relationships/customXml" Target="../ink/ink703.xml"/><Relationship Id="rId51" Type="http://schemas.openxmlformats.org/officeDocument/2006/relationships/image" Target="../media/image724.png"/><Relationship Id="rId3" Type="http://schemas.openxmlformats.org/officeDocument/2006/relationships/image" Target="../media/image700.png"/><Relationship Id="rId12" Type="http://schemas.openxmlformats.org/officeDocument/2006/relationships/customXml" Target="../ink/ink705.xml"/><Relationship Id="rId17" Type="http://schemas.openxmlformats.org/officeDocument/2006/relationships/image" Target="../media/image707.png"/><Relationship Id="rId25" Type="http://schemas.openxmlformats.org/officeDocument/2006/relationships/image" Target="../media/image711.png"/><Relationship Id="rId33" Type="http://schemas.openxmlformats.org/officeDocument/2006/relationships/image" Target="../media/image715.png"/><Relationship Id="rId38" Type="http://schemas.openxmlformats.org/officeDocument/2006/relationships/customXml" Target="../ink/ink718.xml"/><Relationship Id="rId46" Type="http://schemas.openxmlformats.org/officeDocument/2006/relationships/customXml" Target="../ink/ink722.xml"/><Relationship Id="rId59" Type="http://schemas.openxmlformats.org/officeDocument/2006/relationships/image" Target="../media/image728.png"/><Relationship Id="rId67" Type="http://schemas.openxmlformats.org/officeDocument/2006/relationships/image" Target="../media/image732.png"/><Relationship Id="rId20" Type="http://schemas.openxmlformats.org/officeDocument/2006/relationships/customXml" Target="../ink/ink709.xml"/><Relationship Id="rId41" Type="http://schemas.openxmlformats.org/officeDocument/2006/relationships/image" Target="../media/image719.png"/><Relationship Id="rId54" Type="http://schemas.openxmlformats.org/officeDocument/2006/relationships/customXml" Target="../ink/ink726.xml"/><Relationship Id="rId62" Type="http://schemas.openxmlformats.org/officeDocument/2006/relationships/customXml" Target="../ink/ink73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02.xml"/><Relationship Id="rId15" Type="http://schemas.openxmlformats.org/officeDocument/2006/relationships/image" Target="../media/image706.png"/><Relationship Id="rId23" Type="http://schemas.openxmlformats.org/officeDocument/2006/relationships/image" Target="../media/image710.png"/><Relationship Id="rId28" Type="http://schemas.openxmlformats.org/officeDocument/2006/relationships/customXml" Target="../ink/ink713.xml"/><Relationship Id="rId36" Type="http://schemas.openxmlformats.org/officeDocument/2006/relationships/customXml" Target="../ink/ink717.xml"/><Relationship Id="rId49" Type="http://schemas.openxmlformats.org/officeDocument/2006/relationships/image" Target="../media/image723.png"/><Relationship Id="rId57" Type="http://schemas.openxmlformats.org/officeDocument/2006/relationships/image" Target="../media/image727.png"/><Relationship Id="rId10" Type="http://schemas.openxmlformats.org/officeDocument/2006/relationships/customXml" Target="../ink/ink704.xml"/><Relationship Id="rId31" Type="http://schemas.openxmlformats.org/officeDocument/2006/relationships/image" Target="../media/image714.png"/><Relationship Id="rId44" Type="http://schemas.openxmlformats.org/officeDocument/2006/relationships/customXml" Target="../ink/ink721.xml"/><Relationship Id="rId52" Type="http://schemas.openxmlformats.org/officeDocument/2006/relationships/customXml" Target="../ink/ink725.xml"/><Relationship Id="rId60" Type="http://schemas.openxmlformats.org/officeDocument/2006/relationships/customXml" Target="../ink/ink729.xml"/><Relationship Id="rId65" Type="http://schemas.openxmlformats.org/officeDocument/2006/relationships/image" Target="../media/image731.png"/><Relationship Id="rId4" Type="http://schemas.openxmlformats.org/officeDocument/2006/relationships/customXml" Target="../ink/ink701.xml"/><Relationship Id="rId9" Type="http://schemas.openxmlformats.org/officeDocument/2006/relationships/image" Target="../media/image703.png"/><Relationship Id="rId13" Type="http://schemas.openxmlformats.org/officeDocument/2006/relationships/image" Target="../media/image705.png"/><Relationship Id="rId18" Type="http://schemas.openxmlformats.org/officeDocument/2006/relationships/customXml" Target="../ink/ink708.xml"/><Relationship Id="rId39" Type="http://schemas.openxmlformats.org/officeDocument/2006/relationships/image" Target="../media/image718.png"/></Relationships>
</file>

<file path=ppt/slides/_rels/slide1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45.xml"/><Relationship Id="rId21" Type="http://schemas.openxmlformats.org/officeDocument/2006/relationships/image" Target="../media/image742.png"/><Relationship Id="rId42" Type="http://schemas.openxmlformats.org/officeDocument/2006/relationships/customXml" Target="../ink/ink753.xml"/><Relationship Id="rId47" Type="http://schemas.openxmlformats.org/officeDocument/2006/relationships/image" Target="../media/image755.png"/><Relationship Id="rId63" Type="http://schemas.openxmlformats.org/officeDocument/2006/relationships/image" Target="../media/image763.png"/><Relationship Id="rId68" Type="http://schemas.openxmlformats.org/officeDocument/2006/relationships/customXml" Target="../ink/ink766.xml"/><Relationship Id="rId84" Type="http://schemas.openxmlformats.org/officeDocument/2006/relationships/customXml" Target="../ink/ink774.xml"/><Relationship Id="rId89" Type="http://schemas.openxmlformats.org/officeDocument/2006/relationships/image" Target="../media/image776.png"/><Relationship Id="rId16" Type="http://schemas.openxmlformats.org/officeDocument/2006/relationships/customXml" Target="../ink/ink740.xml"/><Relationship Id="rId107" Type="http://schemas.openxmlformats.org/officeDocument/2006/relationships/image" Target="../media/image785.png"/><Relationship Id="rId11" Type="http://schemas.openxmlformats.org/officeDocument/2006/relationships/image" Target="../media/image737.png"/><Relationship Id="rId32" Type="http://schemas.openxmlformats.org/officeDocument/2006/relationships/customXml" Target="../ink/ink748.xml"/><Relationship Id="rId37" Type="http://schemas.openxmlformats.org/officeDocument/2006/relationships/image" Target="../media/image750.png"/><Relationship Id="rId53" Type="http://schemas.openxmlformats.org/officeDocument/2006/relationships/image" Target="../media/image758.png"/><Relationship Id="rId58" Type="http://schemas.openxmlformats.org/officeDocument/2006/relationships/customXml" Target="../ink/ink761.xml"/><Relationship Id="rId74" Type="http://schemas.openxmlformats.org/officeDocument/2006/relationships/customXml" Target="../ink/ink769.xml"/><Relationship Id="rId79" Type="http://schemas.openxmlformats.org/officeDocument/2006/relationships/image" Target="../media/image771.png"/><Relationship Id="rId102" Type="http://schemas.openxmlformats.org/officeDocument/2006/relationships/customXml" Target="../ink/ink783.xml"/><Relationship Id="rId5" Type="http://schemas.openxmlformats.org/officeDocument/2006/relationships/image" Target="../media/image734.png"/><Relationship Id="rId90" Type="http://schemas.openxmlformats.org/officeDocument/2006/relationships/customXml" Target="../ink/ink777.xml"/><Relationship Id="rId95" Type="http://schemas.openxmlformats.org/officeDocument/2006/relationships/image" Target="../media/image779.png"/><Relationship Id="rId22" Type="http://schemas.openxmlformats.org/officeDocument/2006/relationships/customXml" Target="../ink/ink743.xml"/><Relationship Id="rId27" Type="http://schemas.openxmlformats.org/officeDocument/2006/relationships/image" Target="../media/image745.png"/><Relationship Id="rId43" Type="http://schemas.openxmlformats.org/officeDocument/2006/relationships/image" Target="../media/image753.png"/><Relationship Id="rId48" Type="http://schemas.openxmlformats.org/officeDocument/2006/relationships/customXml" Target="../ink/ink756.xml"/><Relationship Id="rId64" Type="http://schemas.openxmlformats.org/officeDocument/2006/relationships/customXml" Target="../ink/ink764.xml"/><Relationship Id="rId69" Type="http://schemas.openxmlformats.org/officeDocument/2006/relationships/image" Target="../media/image766.png"/><Relationship Id="rId80" Type="http://schemas.openxmlformats.org/officeDocument/2006/relationships/customXml" Target="../ink/ink772.xml"/><Relationship Id="rId85" Type="http://schemas.openxmlformats.org/officeDocument/2006/relationships/image" Target="../media/image774.png"/><Relationship Id="rId12" Type="http://schemas.openxmlformats.org/officeDocument/2006/relationships/customXml" Target="../ink/ink738.xml"/><Relationship Id="rId17" Type="http://schemas.openxmlformats.org/officeDocument/2006/relationships/image" Target="../media/image740.png"/><Relationship Id="rId33" Type="http://schemas.openxmlformats.org/officeDocument/2006/relationships/image" Target="../media/image748.png"/><Relationship Id="rId38" Type="http://schemas.openxmlformats.org/officeDocument/2006/relationships/customXml" Target="../ink/ink751.xml"/><Relationship Id="rId59" Type="http://schemas.openxmlformats.org/officeDocument/2006/relationships/image" Target="../media/image761.png"/><Relationship Id="rId103" Type="http://schemas.openxmlformats.org/officeDocument/2006/relationships/image" Target="../media/image783.png"/><Relationship Id="rId20" Type="http://schemas.openxmlformats.org/officeDocument/2006/relationships/customXml" Target="../ink/ink742.xml"/><Relationship Id="rId41" Type="http://schemas.openxmlformats.org/officeDocument/2006/relationships/image" Target="../media/image752.png"/><Relationship Id="rId54" Type="http://schemas.openxmlformats.org/officeDocument/2006/relationships/customXml" Target="../ink/ink759.xml"/><Relationship Id="rId62" Type="http://schemas.openxmlformats.org/officeDocument/2006/relationships/customXml" Target="../ink/ink763.xml"/><Relationship Id="rId70" Type="http://schemas.openxmlformats.org/officeDocument/2006/relationships/customXml" Target="../ink/ink767.xml"/><Relationship Id="rId75" Type="http://schemas.openxmlformats.org/officeDocument/2006/relationships/image" Target="../media/image769.png"/><Relationship Id="rId83" Type="http://schemas.openxmlformats.org/officeDocument/2006/relationships/image" Target="../media/image773.png"/><Relationship Id="rId88" Type="http://schemas.openxmlformats.org/officeDocument/2006/relationships/customXml" Target="../ink/ink776.xml"/><Relationship Id="rId91" Type="http://schemas.openxmlformats.org/officeDocument/2006/relationships/image" Target="../media/image777.png"/><Relationship Id="rId96" Type="http://schemas.openxmlformats.org/officeDocument/2006/relationships/customXml" Target="../ink/ink78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35.xml"/><Relationship Id="rId15" Type="http://schemas.openxmlformats.org/officeDocument/2006/relationships/image" Target="../media/image739.png"/><Relationship Id="rId23" Type="http://schemas.openxmlformats.org/officeDocument/2006/relationships/image" Target="../media/image743.png"/><Relationship Id="rId28" Type="http://schemas.openxmlformats.org/officeDocument/2006/relationships/customXml" Target="../ink/ink746.xml"/><Relationship Id="rId36" Type="http://schemas.openxmlformats.org/officeDocument/2006/relationships/customXml" Target="../ink/ink750.xml"/><Relationship Id="rId49" Type="http://schemas.openxmlformats.org/officeDocument/2006/relationships/image" Target="../media/image756.png"/><Relationship Id="rId57" Type="http://schemas.openxmlformats.org/officeDocument/2006/relationships/image" Target="../media/image760.png"/><Relationship Id="rId106" Type="http://schemas.openxmlformats.org/officeDocument/2006/relationships/customXml" Target="../ink/ink785.xml"/><Relationship Id="rId10" Type="http://schemas.openxmlformats.org/officeDocument/2006/relationships/customXml" Target="../ink/ink737.xml"/><Relationship Id="rId31" Type="http://schemas.openxmlformats.org/officeDocument/2006/relationships/image" Target="../media/image747.png"/><Relationship Id="rId44" Type="http://schemas.openxmlformats.org/officeDocument/2006/relationships/customXml" Target="../ink/ink754.xml"/><Relationship Id="rId52" Type="http://schemas.openxmlformats.org/officeDocument/2006/relationships/customXml" Target="../ink/ink758.xml"/><Relationship Id="rId60" Type="http://schemas.openxmlformats.org/officeDocument/2006/relationships/customXml" Target="../ink/ink762.xml"/><Relationship Id="rId65" Type="http://schemas.openxmlformats.org/officeDocument/2006/relationships/image" Target="../media/image764.png"/><Relationship Id="rId73" Type="http://schemas.openxmlformats.org/officeDocument/2006/relationships/image" Target="../media/image768.png"/><Relationship Id="rId78" Type="http://schemas.openxmlformats.org/officeDocument/2006/relationships/customXml" Target="../ink/ink771.xml"/><Relationship Id="rId81" Type="http://schemas.openxmlformats.org/officeDocument/2006/relationships/image" Target="../media/image772.png"/><Relationship Id="rId86" Type="http://schemas.openxmlformats.org/officeDocument/2006/relationships/customXml" Target="../ink/ink775.xml"/><Relationship Id="rId94" Type="http://schemas.openxmlformats.org/officeDocument/2006/relationships/customXml" Target="../ink/ink779.xml"/><Relationship Id="rId99" Type="http://schemas.openxmlformats.org/officeDocument/2006/relationships/image" Target="../media/image781.png"/><Relationship Id="rId101" Type="http://schemas.openxmlformats.org/officeDocument/2006/relationships/image" Target="../media/image782.png"/><Relationship Id="rId4" Type="http://schemas.openxmlformats.org/officeDocument/2006/relationships/customXml" Target="../ink/ink734.xml"/><Relationship Id="rId9" Type="http://schemas.openxmlformats.org/officeDocument/2006/relationships/image" Target="../media/image736.png"/><Relationship Id="rId13" Type="http://schemas.openxmlformats.org/officeDocument/2006/relationships/image" Target="../media/image738.png"/><Relationship Id="rId18" Type="http://schemas.openxmlformats.org/officeDocument/2006/relationships/customXml" Target="../ink/ink741.xml"/><Relationship Id="rId39" Type="http://schemas.openxmlformats.org/officeDocument/2006/relationships/image" Target="../media/image751.png"/><Relationship Id="rId34" Type="http://schemas.openxmlformats.org/officeDocument/2006/relationships/customXml" Target="../ink/ink749.xml"/><Relationship Id="rId50" Type="http://schemas.openxmlformats.org/officeDocument/2006/relationships/customXml" Target="../ink/ink757.xml"/><Relationship Id="rId55" Type="http://schemas.openxmlformats.org/officeDocument/2006/relationships/image" Target="../media/image759.png"/><Relationship Id="rId76" Type="http://schemas.openxmlformats.org/officeDocument/2006/relationships/customXml" Target="../ink/ink770.xml"/><Relationship Id="rId97" Type="http://schemas.openxmlformats.org/officeDocument/2006/relationships/image" Target="../media/image780.png"/><Relationship Id="rId104" Type="http://schemas.openxmlformats.org/officeDocument/2006/relationships/customXml" Target="../ink/ink784.xml"/><Relationship Id="rId7" Type="http://schemas.openxmlformats.org/officeDocument/2006/relationships/image" Target="../media/image735.png"/><Relationship Id="rId71" Type="http://schemas.openxmlformats.org/officeDocument/2006/relationships/image" Target="../media/image767.png"/><Relationship Id="rId92" Type="http://schemas.openxmlformats.org/officeDocument/2006/relationships/customXml" Target="../ink/ink778.xml"/><Relationship Id="rId2" Type="http://schemas.openxmlformats.org/officeDocument/2006/relationships/customXml" Target="../ink/ink733.xml"/><Relationship Id="rId29" Type="http://schemas.openxmlformats.org/officeDocument/2006/relationships/image" Target="../media/image746.png"/><Relationship Id="rId24" Type="http://schemas.openxmlformats.org/officeDocument/2006/relationships/customXml" Target="../ink/ink744.xml"/><Relationship Id="rId40" Type="http://schemas.openxmlformats.org/officeDocument/2006/relationships/customXml" Target="../ink/ink752.xml"/><Relationship Id="rId45" Type="http://schemas.openxmlformats.org/officeDocument/2006/relationships/image" Target="../media/image754.png"/><Relationship Id="rId66" Type="http://schemas.openxmlformats.org/officeDocument/2006/relationships/customXml" Target="../ink/ink765.xml"/><Relationship Id="rId87" Type="http://schemas.openxmlformats.org/officeDocument/2006/relationships/image" Target="../media/image775.png"/><Relationship Id="rId61" Type="http://schemas.openxmlformats.org/officeDocument/2006/relationships/image" Target="../media/image762.png"/><Relationship Id="rId82" Type="http://schemas.openxmlformats.org/officeDocument/2006/relationships/customXml" Target="../ink/ink773.xml"/><Relationship Id="rId19" Type="http://schemas.openxmlformats.org/officeDocument/2006/relationships/image" Target="../media/image741.png"/><Relationship Id="rId14" Type="http://schemas.openxmlformats.org/officeDocument/2006/relationships/customXml" Target="../ink/ink739.xml"/><Relationship Id="rId30" Type="http://schemas.openxmlformats.org/officeDocument/2006/relationships/customXml" Target="../ink/ink747.xml"/><Relationship Id="rId35" Type="http://schemas.openxmlformats.org/officeDocument/2006/relationships/image" Target="../media/image749.png"/><Relationship Id="rId56" Type="http://schemas.openxmlformats.org/officeDocument/2006/relationships/customXml" Target="../ink/ink760.xml"/><Relationship Id="rId77" Type="http://schemas.openxmlformats.org/officeDocument/2006/relationships/image" Target="../media/image770.png"/><Relationship Id="rId100" Type="http://schemas.openxmlformats.org/officeDocument/2006/relationships/customXml" Target="../ink/ink782.xml"/><Relationship Id="rId105" Type="http://schemas.openxmlformats.org/officeDocument/2006/relationships/image" Target="../media/image784.png"/><Relationship Id="rId8" Type="http://schemas.openxmlformats.org/officeDocument/2006/relationships/customXml" Target="../ink/ink736.xml"/><Relationship Id="rId51" Type="http://schemas.openxmlformats.org/officeDocument/2006/relationships/image" Target="../media/image757.png"/><Relationship Id="rId72" Type="http://schemas.openxmlformats.org/officeDocument/2006/relationships/customXml" Target="../ink/ink768.xml"/><Relationship Id="rId93" Type="http://schemas.openxmlformats.org/officeDocument/2006/relationships/image" Target="../media/image778.png"/><Relationship Id="rId98" Type="http://schemas.openxmlformats.org/officeDocument/2006/relationships/customXml" Target="../ink/ink781.xml"/><Relationship Id="rId3" Type="http://schemas.openxmlformats.org/officeDocument/2006/relationships/image" Target="../media/image733.png"/><Relationship Id="rId25" Type="http://schemas.openxmlformats.org/officeDocument/2006/relationships/image" Target="../media/image744.png"/><Relationship Id="rId46" Type="http://schemas.openxmlformats.org/officeDocument/2006/relationships/customXml" Target="../ink/ink755.xml"/><Relationship Id="rId67" Type="http://schemas.openxmlformats.org/officeDocument/2006/relationships/image" Target="../media/image765.png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43.png"/><Relationship Id="rId21" Type="http://schemas.openxmlformats.org/officeDocument/2006/relationships/image" Target="../media/image795.png"/><Relationship Id="rId42" Type="http://schemas.openxmlformats.org/officeDocument/2006/relationships/customXml" Target="../ink/ink806.xml"/><Relationship Id="rId63" Type="http://schemas.openxmlformats.org/officeDocument/2006/relationships/image" Target="../media/image816.png"/><Relationship Id="rId84" Type="http://schemas.openxmlformats.org/officeDocument/2006/relationships/customXml" Target="../ink/ink827.xml"/><Relationship Id="rId138" Type="http://schemas.openxmlformats.org/officeDocument/2006/relationships/customXml" Target="../ink/ink854.xml"/><Relationship Id="rId159" Type="http://schemas.openxmlformats.org/officeDocument/2006/relationships/image" Target="../media/image864.png"/><Relationship Id="rId170" Type="http://schemas.openxmlformats.org/officeDocument/2006/relationships/customXml" Target="../ink/ink870.xml"/><Relationship Id="rId191" Type="http://schemas.openxmlformats.org/officeDocument/2006/relationships/image" Target="../media/image880.png"/><Relationship Id="rId205" Type="http://schemas.openxmlformats.org/officeDocument/2006/relationships/image" Target="../media/image887.png"/><Relationship Id="rId226" Type="http://schemas.openxmlformats.org/officeDocument/2006/relationships/customXml" Target="../ink/ink898.xml"/><Relationship Id="rId107" Type="http://schemas.openxmlformats.org/officeDocument/2006/relationships/image" Target="../media/image838.png"/><Relationship Id="rId11" Type="http://schemas.openxmlformats.org/officeDocument/2006/relationships/image" Target="../media/image790.png"/><Relationship Id="rId32" Type="http://schemas.openxmlformats.org/officeDocument/2006/relationships/customXml" Target="../ink/ink801.xml"/><Relationship Id="rId53" Type="http://schemas.openxmlformats.org/officeDocument/2006/relationships/image" Target="../media/image811.png"/><Relationship Id="rId74" Type="http://schemas.openxmlformats.org/officeDocument/2006/relationships/customXml" Target="../ink/ink822.xml"/><Relationship Id="rId128" Type="http://schemas.openxmlformats.org/officeDocument/2006/relationships/customXml" Target="../ink/ink849.xml"/><Relationship Id="rId149" Type="http://schemas.openxmlformats.org/officeDocument/2006/relationships/image" Target="../media/image859.png"/><Relationship Id="rId5" Type="http://schemas.openxmlformats.org/officeDocument/2006/relationships/image" Target="../media/image787.png"/><Relationship Id="rId95" Type="http://schemas.openxmlformats.org/officeDocument/2006/relationships/image" Target="../media/image832.png"/><Relationship Id="rId160" Type="http://schemas.openxmlformats.org/officeDocument/2006/relationships/customXml" Target="../ink/ink865.xml"/><Relationship Id="rId181" Type="http://schemas.openxmlformats.org/officeDocument/2006/relationships/image" Target="../media/image875.png"/><Relationship Id="rId216" Type="http://schemas.openxmlformats.org/officeDocument/2006/relationships/customXml" Target="../ink/ink893.xml"/><Relationship Id="rId22" Type="http://schemas.openxmlformats.org/officeDocument/2006/relationships/customXml" Target="../ink/ink796.xml"/><Relationship Id="rId43" Type="http://schemas.openxmlformats.org/officeDocument/2006/relationships/image" Target="../media/image806.png"/><Relationship Id="rId64" Type="http://schemas.openxmlformats.org/officeDocument/2006/relationships/customXml" Target="../ink/ink817.xml"/><Relationship Id="rId118" Type="http://schemas.openxmlformats.org/officeDocument/2006/relationships/customXml" Target="../ink/ink844.xml"/><Relationship Id="rId139" Type="http://schemas.openxmlformats.org/officeDocument/2006/relationships/image" Target="../media/image854.png"/><Relationship Id="rId85" Type="http://schemas.openxmlformats.org/officeDocument/2006/relationships/image" Target="../media/image827.png"/><Relationship Id="rId150" Type="http://schemas.openxmlformats.org/officeDocument/2006/relationships/customXml" Target="../ink/ink860.xml"/><Relationship Id="rId171" Type="http://schemas.openxmlformats.org/officeDocument/2006/relationships/image" Target="../media/image870.png"/><Relationship Id="rId192" Type="http://schemas.openxmlformats.org/officeDocument/2006/relationships/customXml" Target="../ink/ink881.xml"/><Relationship Id="rId206" Type="http://schemas.openxmlformats.org/officeDocument/2006/relationships/customXml" Target="../ink/ink888.xml"/><Relationship Id="rId227" Type="http://schemas.openxmlformats.org/officeDocument/2006/relationships/image" Target="../media/image898.png"/><Relationship Id="rId12" Type="http://schemas.openxmlformats.org/officeDocument/2006/relationships/customXml" Target="../ink/ink791.xml"/><Relationship Id="rId33" Type="http://schemas.openxmlformats.org/officeDocument/2006/relationships/image" Target="../media/image801.png"/><Relationship Id="rId108" Type="http://schemas.openxmlformats.org/officeDocument/2006/relationships/customXml" Target="../ink/ink839.xml"/><Relationship Id="rId129" Type="http://schemas.openxmlformats.org/officeDocument/2006/relationships/image" Target="../media/image849.png"/><Relationship Id="rId54" Type="http://schemas.openxmlformats.org/officeDocument/2006/relationships/customXml" Target="../ink/ink812.xml"/><Relationship Id="rId75" Type="http://schemas.openxmlformats.org/officeDocument/2006/relationships/image" Target="../media/image822.png"/><Relationship Id="rId96" Type="http://schemas.openxmlformats.org/officeDocument/2006/relationships/customXml" Target="../ink/ink833.xml"/><Relationship Id="rId140" Type="http://schemas.openxmlformats.org/officeDocument/2006/relationships/customXml" Target="../ink/ink855.xml"/><Relationship Id="rId161" Type="http://schemas.openxmlformats.org/officeDocument/2006/relationships/image" Target="../media/image865.png"/><Relationship Id="rId182" Type="http://schemas.openxmlformats.org/officeDocument/2006/relationships/customXml" Target="../ink/ink876.xml"/><Relationship Id="rId217" Type="http://schemas.openxmlformats.org/officeDocument/2006/relationships/image" Target="../media/image893.png"/><Relationship Id="rId6" Type="http://schemas.openxmlformats.org/officeDocument/2006/relationships/customXml" Target="../ink/ink788.xml"/><Relationship Id="rId23" Type="http://schemas.openxmlformats.org/officeDocument/2006/relationships/image" Target="../media/image796.png"/><Relationship Id="rId119" Type="http://schemas.openxmlformats.org/officeDocument/2006/relationships/image" Target="../media/image844.png"/><Relationship Id="rId44" Type="http://schemas.openxmlformats.org/officeDocument/2006/relationships/customXml" Target="../ink/ink807.xml"/><Relationship Id="rId65" Type="http://schemas.openxmlformats.org/officeDocument/2006/relationships/image" Target="../media/image817.png"/><Relationship Id="rId86" Type="http://schemas.openxmlformats.org/officeDocument/2006/relationships/customXml" Target="../ink/ink828.xml"/><Relationship Id="rId130" Type="http://schemas.openxmlformats.org/officeDocument/2006/relationships/customXml" Target="../ink/ink850.xml"/><Relationship Id="rId151" Type="http://schemas.openxmlformats.org/officeDocument/2006/relationships/image" Target="../media/image860.png"/><Relationship Id="rId172" Type="http://schemas.openxmlformats.org/officeDocument/2006/relationships/customXml" Target="../ink/ink871.xml"/><Relationship Id="rId193" Type="http://schemas.openxmlformats.org/officeDocument/2006/relationships/image" Target="../media/image881.png"/><Relationship Id="rId207" Type="http://schemas.openxmlformats.org/officeDocument/2006/relationships/image" Target="../media/image888.png"/><Relationship Id="rId228" Type="http://schemas.openxmlformats.org/officeDocument/2006/relationships/customXml" Target="../ink/ink899.xml"/><Relationship Id="rId13" Type="http://schemas.openxmlformats.org/officeDocument/2006/relationships/image" Target="../media/image791.png"/><Relationship Id="rId109" Type="http://schemas.openxmlformats.org/officeDocument/2006/relationships/image" Target="../media/image839.png"/><Relationship Id="rId34" Type="http://schemas.openxmlformats.org/officeDocument/2006/relationships/customXml" Target="../ink/ink802.xml"/><Relationship Id="rId55" Type="http://schemas.openxmlformats.org/officeDocument/2006/relationships/image" Target="../media/image812.png"/><Relationship Id="rId76" Type="http://schemas.openxmlformats.org/officeDocument/2006/relationships/customXml" Target="../ink/ink823.xml"/><Relationship Id="rId97" Type="http://schemas.openxmlformats.org/officeDocument/2006/relationships/image" Target="../media/image833.png"/><Relationship Id="rId120" Type="http://schemas.openxmlformats.org/officeDocument/2006/relationships/customXml" Target="../ink/ink845.xml"/><Relationship Id="rId141" Type="http://schemas.openxmlformats.org/officeDocument/2006/relationships/image" Target="../media/image855.png"/><Relationship Id="rId7" Type="http://schemas.openxmlformats.org/officeDocument/2006/relationships/image" Target="../media/image788.png"/><Relationship Id="rId162" Type="http://schemas.openxmlformats.org/officeDocument/2006/relationships/customXml" Target="../ink/ink866.xml"/><Relationship Id="rId183" Type="http://schemas.openxmlformats.org/officeDocument/2006/relationships/image" Target="../media/image876.png"/><Relationship Id="rId218" Type="http://schemas.openxmlformats.org/officeDocument/2006/relationships/customXml" Target="../ink/ink894.xml"/><Relationship Id="rId24" Type="http://schemas.openxmlformats.org/officeDocument/2006/relationships/customXml" Target="../ink/ink797.xml"/><Relationship Id="rId45" Type="http://schemas.openxmlformats.org/officeDocument/2006/relationships/image" Target="../media/image807.png"/><Relationship Id="rId66" Type="http://schemas.openxmlformats.org/officeDocument/2006/relationships/customXml" Target="../ink/ink818.xml"/><Relationship Id="rId87" Type="http://schemas.openxmlformats.org/officeDocument/2006/relationships/image" Target="../media/image828.png"/><Relationship Id="rId110" Type="http://schemas.openxmlformats.org/officeDocument/2006/relationships/customXml" Target="../ink/ink840.xml"/><Relationship Id="rId131" Type="http://schemas.openxmlformats.org/officeDocument/2006/relationships/image" Target="../media/image850.png"/><Relationship Id="rId152" Type="http://schemas.openxmlformats.org/officeDocument/2006/relationships/customXml" Target="../ink/ink861.xml"/><Relationship Id="rId173" Type="http://schemas.openxmlformats.org/officeDocument/2006/relationships/image" Target="../media/image871.png"/><Relationship Id="rId194" Type="http://schemas.openxmlformats.org/officeDocument/2006/relationships/customXml" Target="../ink/ink882.xml"/><Relationship Id="rId208" Type="http://schemas.openxmlformats.org/officeDocument/2006/relationships/customXml" Target="../ink/ink889.xml"/><Relationship Id="rId229" Type="http://schemas.openxmlformats.org/officeDocument/2006/relationships/image" Target="../media/image899.png"/><Relationship Id="rId14" Type="http://schemas.openxmlformats.org/officeDocument/2006/relationships/customXml" Target="../ink/ink792.xml"/><Relationship Id="rId35" Type="http://schemas.openxmlformats.org/officeDocument/2006/relationships/image" Target="../media/image802.png"/><Relationship Id="rId56" Type="http://schemas.openxmlformats.org/officeDocument/2006/relationships/customXml" Target="../ink/ink813.xml"/><Relationship Id="rId77" Type="http://schemas.openxmlformats.org/officeDocument/2006/relationships/image" Target="../media/image823.png"/><Relationship Id="rId100" Type="http://schemas.openxmlformats.org/officeDocument/2006/relationships/customXml" Target="../ink/ink835.xml"/><Relationship Id="rId8" Type="http://schemas.openxmlformats.org/officeDocument/2006/relationships/customXml" Target="../ink/ink789.xml"/><Relationship Id="rId98" Type="http://schemas.openxmlformats.org/officeDocument/2006/relationships/customXml" Target="../ink/ink834.xml"/><Relationship Id="rId121" Type="http://schemas.openxmlformats.org/officeDocument/2006/relationships/image" Target="../media/image845.png"/><Relationship Id="rId142" Type="http://schemas.openxmlformats.org/officeDocument/2006/relationships/customXml" Target="../ink/ink856.xml"/><Relationship Id="rId163" Type="http://schemas.openxmlformats.org/officeDocument/2006/relationships/image" Target="../media/image866.png"/><Relationship Id="rId184" Type="http://schemas.openxmlformats.org/officeDocument/2006/relationships/customXml" Target="../ink/ink877.xml"/><Relationship Id="rId219" Type="http://schemas.openxmlformats.org/officeDocument/2006/relationships/image" Target="../media/image894.png"/><Relationship Id="rId25" Type="http://schemas.openxmlformats.org/officeDocument/2006/relationships/image" Target="../media/image797.png"/><Relationship Id="rId46" Type="http://schemas.openxmlformats.org/officeDocument/2006/relationships/customXml" Target="../ink/ink808.xml"/><Relationship Id="rId67" Type="http://schemas.openxmlformats.org/officeDocument/2006/relationships/image" Target="../media/image818.png"/><Relationship Id="rId116" Type="http://schemas.openxmlformats.org/officeDocument/2006/relationships/customXml" Target="../ink/ink843.xml"/><Relationship Id="rId137" Type="http://schemas.openxmlformats.org/officeDocument/2006/relationships/image" Target="../media/image853.png"/><Relationship Id="rId158" Type="http://schemas.openxmlformats.org/officeDocument/2006/relationships/customXml" Target="../ink/ink864.xml"/><Relationship Id="rId20" Type="http://schemas.openxmlformats.org/officeDocument/2006/relationships/customXml" Target="../ink/ink795.xml"/><Relationship Id="rId41" Type="http://schemas.openxmlformats.org/officeDocument/2006/relationships/image" Target="../media/image805.png"/><Relationship Id="rId62" Type="http://schemas.openxmlformats.org/officeDocument/2006/relationships/customXml" Target="../ink/ink816.xml"/><Relationship Id="rId83" Type="http://schemas.openxmlformats.org/officeDocument/2006/relationships/image" Target="../media/image826.png"/><Relationship Id="rId88" Type="http://schemas.openxmlformats.org/officeDocument/2006/relationships/customXml" Target="../ink/ink829.xml"/><Relationship Id="rId111" Type="http://schemas.openxmlformats.org/officeDocument/2006/relationships/image" Target="../media/image840.png"/><Relationship Id="rId132" Type="http://schemas.openxmlformats.org/officeDocument/2006/relationships/customXml" Target="../ink/ink851.xml"/><Relationship Id="rId153" Type="http://schemas.openxmlformats.org/officeDocument/2006/relationships/image" Target="../media/image861.png"/><Relationship Id="rId174" Type="http://schemas.openxmlformats.org/officeDocument/2006/relationships/customXml" Target="../ink/ink872.xml"/><Relationship Id="rId179" Type="http://schemas.openxmlformats.org/officeDocument/2006/relationships/image" Target="../media/image874.png"/><Relationship Id="rId195" Type="http://schemas.openxmlformats.org/officeDocument/2006/relationships/image" Target="../media/image882.png"/><Relationship Id="rId209" Type="http://schemas.openxmlformats.org/officeDocument/2006/relationships/image" Target="../media/image889.png"/><Relationship Id="rId190" Type="http://schemas.openxmlformats.org/officeDocument/2006/relationships/customXml" Target="../ink/ink880.xml"/><Relationship Id="rId204" Type="http://schemas.openxmlformats.org/officeDocument/2006/relationships/customXml" Target="../ink/ink887.xml"/><Relationship Id="rId220" Type="http://schemas.openxmlformats.org/officeDocument/2006/relationships/customXml" Target="../ink/ink895.xml"/><Relationship Id="rId225" Type="http://schemas.openxmlformats.org/officeDocument/2006/relationships/image" Target="../media/image897.png"/><Relationship Id="rId15" Type="http://schemas.openxmlformats.org/officeDocument/2006/relationships/image" Target="../media/image792.png"/><Relationship Id="rId36" Type="http://schemas.openxmlformats.org/officeDocument/2006/relationships/customXml" Target="../ink/ink803.xml"/><Relationship Id="rId57" Type="http://schemas.openxmlformats.org/officeDocument/2006/relationships/image" Target="../media/image813.png"/><Relationship Id="rId106" Type="http://schemas.openxmlformats.org/officeDocument/2006/relationships/customXml" Target="../ink/ink838.xml"/><Relationship Id="rId127" Type="http://schemas.openxmlformats.org/officeDocument/2006/relationships/image" Target="../media/image848.png"/><Relationship Id="rId10" Type="http://schemas.openxmlformats.org/officeDocument/2006/relationships/customXml" Target="../ink/ink790.xml"/><Relationship Id="rId31" Type="http://schemas.openxmlformats.org/officeDocument/2006/relationships/image" Target="../media/image800.png"/><Relationship Id="rId52" Type="http://schemas.openxmlformats.org/officeDocument/2006/relationships/customXml" Target="../ink/ink811.xml"/><Relationship Id="rId73" Type="http://schemas.openxmlformats.org/officeDocument/2006/relationships/image" Target="../media/image821.png"/><Relationship Id="rId78" Type="http://schemas.openxmlformats.org/officeDocument/2006/relationships/customXml" Target="../ink/ink824.xml"/><Relationship Id="rId94" Type="http://schemas.openxmlformats.org/officeDocument/2006/relationships/customXml" Target="../ink/ink832.xml"/><Relationship Id="rId99" Type="http://schemas.openxmlformats.org/officeDocument/2006/relationships/image" Target="../media/image834.png"/><Relationship Id="rId101" Type="http://schemas.openxmlformats.org/officeDocument/2006/relationships/image" Target="../media/image835.png"/><Relationship Id="rId122" Type="http://schemas.openxmlformats.org/officeDocument/2006/relationships/customXml" Target="../ink/ink846.xml"/><Relationship Id="rId143" Type="http://schemas.openxmlformats.org/officeDocument/2006/relationships/image" Target="../media/image856.png"/><Relationship Id="rId148" Type="http://schemas.openxmlformats.org/officeDocument/2006/relationships/customXml" Target="../ink/ink859.xml"/><Relationship Id="rId164" Type="http://schemas.openxmlformats.org/officeDocument/2006/relationships/customXml" Target="../ink/ink867.xml"/><Relationship Id="rId169" Type="http://schemas.openxmlformats.org/officeDocument/2006/relationships/image" Target="../media/image869.png"/><Relationship Id="rId185" Type="http://schemas.openxmlformats.org/officeDocument/2006/relationships/image" Target="../media/image877.png"/><Relationship Id="rId4" Type="http://schemas.openxmlformats.org/officeDocument/2006/relationships/customXml" Target="../ink/ink787.xml"/><Relationship Id="rId9" Type="http://schemas.openxmlformats.org/officeDocument/2006/relationships/image" Target="../media/image789.png"/><Relationship Id="rId180" Type="http://schemas.openxmlformats.org/officeDocument/2006/relationships/customXml" Target="../ink/ink875.xml"/><Relationship Id="rId210" Type="http://schemas.openxmlformats.org/officeDocument/2006/relationships/customXml" Target="../ink/ink890.xml"/><Relationship Id="rId215" Type="http://schemas.openxmlformats.org/officeDocument/2006/relationships/image" Target="../media/image892.png"/><Relationship Id="rId26" Type="http://schemas.openxmlformats.org/officeDocument/2006/relationships/customXml" Target="../ink/ink798.xml"/><Relationship Id="rId47" Type="http://schemas.openxmlformats.org/officeDocument/2006/relationships/image" Target="../media/image808.png"/><Relationship Id="rId68" Type="http://schemas.openxmlformats.org/officeDocument/2006/relationships/customXml" Target="../ink/ink819.xml"/><Relationship Id="rId89" Type="http://schemas.openxmlformats.org/officeDocument/2006/relationships/image" Target="../media/image829.png"/><Relationship Id="rId112" Type="http://schemas.openxmlformats.org/officeDocument/2006/relationships/customXml" Target="../ink/ink841.xml"/><Relationship Id="rId133" Type="http://schemas.openxmlformats.org/officeDocument/2006/relationships/image" Target="../media/image851.png"/><Relationship Id="rId154" Type="http://schemas.openxmlformats.org/officeDocument/2006/relationships/customXml" Target="../ink/ink862.xml"/><Relationship Id="rId175" Type="http://schemas.openxmlformats.org/officeDocument/2006/relationships/image" Target="../media/image872.png"/><Relationship Id="rId196" Type="http://schemas.openxmlformats.org/officeDocument/2006/relationships/customXml" Target="../ink/ink883.xml"/><Relationship Id="rId200" Type="http://schemas.openxmlformats.org/officeDocument/2006/relationships/customXml" Target="../ink/ink885.xml"/><Relationship Id="rId16" Type="http://schemas.openxmlformats.org/officeDocument/2006/relationships/customXml" Target="../ink/ink793.xml"/><Relationship Id="rId221" Type="http://schemas.openxmlformats.org/officeDocument/2006/relationships/image" Target="../media/image895.png"/><Relationship Id="rId37" Type="http://schemas.openxmlformats.org/officeDocument/2006/relationships/image" Target="../media/image803.png"/><Relationship Id="rId58" Type="http://schemas.openxmlformats.org/officeDocument/2006/relationships/customXml" Target="../ink/ink814.xml"/><Relationship Id="rId79" Type="http://schemas.openxmlformats.org/officeDocument/2006/relationships/image" Target="../media/image824.png"/><Relationship Id="rId102" Type="http://schemas.openxmlformats.org/officeDocument/2006/relationships/customXml" Target="../ink/ink836.xml"/><Relationship Id="rId123" Type="http://schemas.openxmlformats.org/officeDocument/2006/relationships/image" Target="../media/image846.png"/><Relationship Id="rId144" Type="http://schemas.openxmlformats.org/officeDocument/2006/relationships/customXml" Target="../ink/ink857.xml"/><Relationship Id="rId90" Type="http://schemas.openxmlformats.org/officeDocument/2006/relationships/customXml" Target="../ink/ink830.xml"/><Relationship Id="rId165" Type="http://schemas.openxmlformats.org/officeDocument/2006/relationships/image" Target="../media/image867.png"/><Relationship Id="rId186" Type="http://schemas.openxmlformats.org/officeDocument/2006/relationships/customXml" Target="../ink/ink878.xml"/><Relationship Id="rId211" Type="http://schemas.openxmlformats.org/officeDocument/2006/relationships/image" Target="../media/image890.png"/><Relationship Id="rId27" Type="http://schemas.openxmlformats.org/officeDocument/2006/relationships/image" Target="../media/image798.png"/><Relationship Id="rId48" Type="http://schemas.openxmlformats.org/officeDocument/2006/relationships/customXml" Target="../ink/ink809.xml"/><Relationship Id="rId69" Type="http://schemas.openxmlformats.org/officeDocument/2006/relationships/image" Target="../media/image819.png"/><Relationship Id="rId113" Type="http://schemas.openxmlformats.org/officeDocument/2006/relationships/image" Target="../media/image841.png"/><Relationship Id="rId134" Type="http://schemas.openxmlformats.org/officeDocument/2006/relationships/customXml" Target="../ink/ink852.xml"/><Relationship Id="rId80" Type="http://schemas.openxmlformats.org/officeDocument/2006/relationships/customXml" Target="../ink/ink825.xml"/><Relationship Id="rId155" Type="http://schemas.openxmlformats.org/officeDocument/2006/relationships/image" Target="../media/image862.png"/><Relationship Id="rId176" Type="http://schemas.openxmlformats.org/officeDocument/2006/relationships/customXml" Target="../ink/ink873.xml"/><Relationship Id="rId197" Type="http://schemas.openxmlformats.org/officeDocument/2006/relationships/image" Target="../media/image883.png"/><Relationship Id="rId201" Type="http://schemas.openxmlformats.org/officeDocument/2006/relationships/image" Target="../media/image885.png"/><Relationship Id="rId222" Type="http://schemas.openxmlformats.org/officeDocument/2006/relationships/customXml" Target="../ink/ink896.xml"/><Relationship Id="rId17" Type="http://schemas.openxmlformats.org/officeDocument/2006/relationships/image" Target="../media/image793.png"/><Relationship Id="rId38" Type="http://schemas.openxmlformats.org/officeDocument/2006/relationships/customXml" Target="../ink/ink804.xml"/><Relationship Id="rId59" Type="http://schemas.openxmlformats.org/officeDocument/2006/relationships/image" Target="../media/image814.png"/><Relationship Id="rId103" Type="http://schemas.openxmlformats.org/officeDocument/2006/relationships/image" Target="../media/image836.png"/><Relationship Id="rId124" Type="http://schemas.openxmlformats.org/officeDocument/2006/relationships/customXml" Target="../ink/ink847.xml"/><Relationship Id="rId70" Type="http://schemas.openxmlformats.org/officeDocument/2006/relationships/customXml" Target="../ink/ink820.xml"/><Relationship Id="rId91" Type="http://schemas.openxmlformats.org/officeDocument/2006/relationships/image" Target="../media/image830.png"/><Relationship Id="rId145" Type="http://schemas.openxmlformats.org/officeDocument/2006/relationships/image" Target="../media/image857.png"/><Relationship Id="rId166" Type="http://schemas.openxmlformats.org/officeDocument/2006/relationships/customXml" Target="../ink/ink868.xml"/><Relationship Id="rId187" Type="http://schemas.openxmlformats.org/officeDocument/2006/relationships/image" Target="../media/image878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891.xml"/><Relationship Id="rId28" Type="http://schemas.openxmlformats.org/officeDocument/2006/relationships/customXml" Target="../ink/ink799.xml"/><Relationship Id="rId49" Type="http://schemas.openxmlformats.org/officeDocument/2006/relationships/image" Target="../media/image809.png"/><Relationship Id="rId114" Type="http://schemas.openxmlformats.org/officeDocument/2006/relationships/customXml" Target="../ink/ink842.xml"/><Relationship Id="rId60" Type="http://schemas.openxmlformats.org/officeDocument/2006/relationships/customXml" Target="../ink/ink815.xml"/><Relationship Id="rId81" Type="http://schemas.openxmlformats.org/officeDocument/2006/relationships/image" Target="../media/image825.png"/><Relationship Id="rId135" Type="http://schemas.openxmlformats.org/officeDocument/2006/relationships/image" Target="../media/image852.png"/><Relationship Id="rId156" Type="http://schemas.openxmlformats.org/officeDocument/2006/relationships/customXml" Target="../ink/ink863.xml"/><Relationship Id="rId177" Type="http://schemas.openxmlformats.org/officeDocument/2006/relationships/image" Target="../media/image873.png"/><Relationship Id="rId198" Type="http://schemas.openxmlformats.org/officeDocument/2006/relationships/customXml" Target="../ink/ink884.xml"/><Relationship Id="rId202" Type="http://schemas.openxmlformats.org/officeDocument/2006/relationships/customXml" Target="../ink/ink886.xml"/><Relationship Id="rId223" Type="http://schemas.openxmlformats.org/officeDocument/2006/relationships/image" Target="../media/image896.png"/><Relationship Id="rId18" Type="http://schemas.openxmlformats.org/officeDocument/2006/relationships/customXml" Target="../ink/ink794.xml"/><Relationship Id="rId39" Type="http://schemas.openxmlformats.org/officeDocument/2006/relationships/image" Target="../media/image804.png"/><Relationship Id="rId50" Type="http://schemas.openxmlformats.org/officeDocument/2006/relationships/customXml" Target="../ink/ink810.xml"/><Relationship Id="rId104" Type="http://schemas.openxmlformats.org/officeDocument/2006/relationships/customXml" Target="../ink/ink837.xml"/><Relationship Id="rId125" Type="http://schemas.openxmlformats.org/officeDocument/2006/relationships/image" Target="../media/image847.png"/><Relationship Id="rId146" Type="http://schemas.openxmlformats.org/officeDocument/2006/relationships/customXml" Target="../ink/ink858.xml"/><Relationship Id="rId167" Type="http://schemas.openxmlformats.org/officeDocument/2006/relationships/image" Target="../media/image868.png"/><Relationship Id="rId188" Type="http://schemas.openxmlformats.org/officeDocument/2006/relationships/customXml" Target="../ink/ink879.xml"/><Relationship Id="rId71" Type="http://schemas.openxmlformats.org/officeDocument/2006/relationships/image" Target="../media/image820.png"/><Relationship Id="rId92" Type="http://schemas.openxmlformats.org/officeDocument/2006/relationships/customXml" Target="../ink/ink831.xml"/><Relationship Id="rId213" Type="http://schemas.openxmlformats.org/officeDocument/2006/relationships/image" Target="../media/image891.png"/><Relationship Id="rId2" Type="http://schemas.openxmlformats.org/officeDocument/2006/relationships/customXml" Target="../ink/ink786.xml"/><Relationship Id="rId29" Type="http://schemas.openxmlformats.org/officeDocument/2006/relationships/image" Target="../media/image799.png"/><Relationship Id="rId40" Type="http://schemas.openxmlformats.org/officeDocument/2006/relationships/customXml" Target="../ink/ink805.xml"/><Relationship Id="rId115" Type="http://schemas.openxmlformats.org/officeDocument/2006/relationships/image" Target="../media/image842.png"/><Relationship Id="rId136" Type="http://schemas.openxmlformats.org/officeDocument/2006/relationships/customXml" Target="../ink/ink853.xml"/><Relationship Id="rId157" Type="http://schemas.openxmlformats.org/officeDocument/2006/relationships/image" Target="../media/image863.png"/><Relationship Id="rId178" Type="http://schemas.openxmlformats.org/officeDocument/2006/relationships/customXml" Target="../ink/ink874.xml"/><Relationship Id="rId61" Type="http://schemas.openxmlformats.org/officeDocument/2006/relationships/image" Target="../media/image815.png"/><Relationship Id="rId82" Type="http://schemas.openxmlformats.org/officeDocument/2006/relationships/customXml" Target="../ink/ink826.xml"/><Relationship Id="rId199" Type="http://schemas.openxmlformats.org/officeDocument/2006/relationships/image" Target="../media/image884.png"/><Relationship Id="rId203" Type="http://schemas.openxmlformats.org/officeDocument/2006/relationships/image" Target="../media/image886.png"/><Relationship Id="rId19" Type="http://schemas.openxmlformats.org/officeDocument/2006/relationships/image" Target="../media/image794.png"/><Relationship Id="rId224" Type="http://schemas.openxmlformats.org/officeDocument/2006/relationships/customXml" Target="../ink/ink897.xml"/><Relationship Id="rId30" Type="http://schemas.openxmlformats.org/officeDocument/2006/relationships/customXml" Target="../ink/ink800.xml"/><Relationship Id="rId105" Type="http://schemas.openxmlformats.org/officeDocument/2006/relationships/image" Target="../media/image837.png"/><Relationship Id="rId126" Type="http://schemas.openxmlformats.org/officeDocument/2006/relationships/customXml" Target="../ink/ink848.xml"/><Relationship Id="rId147" Type="http://schemas.openxmlformats.org/officeDocument/2006/relationships/image" Target="../media/image858.png"/><Relationship Id="rId168" Type="http://schemas.openxmlformats.org/officeDocument/2006/relationships/customXml" Target="../ink/ink869.xml"/><Relationship Id="rId51" Type="http://schemas.openxmlformats.org/officeDocument/2006/relationships/image" Target="../media/image810.png"/><Relationship Id="rId72" Type="http://schemas.openxmlformats.org/officeDocument/2006/relationships/customXml" Target="../ink/ink821.xml"/><Relationship Id="rId93" Type="http://schemas.openxmlformats.org/officeDocument/2006/relationships/image" Target="../media/image831.png"/><Relationship Id="rId189" Type="http://schemas.openxmlformats.org/officeDocument/2006/relationships/image" Target="../media/image879.png"/><Relationship Id="rId3" Type="http://schemas.openxmlformats.org/officeDocument/2006/relationships/image" Target="../media/image786.png"/><Relationship Id="rId214" Type="http://schemas.openxmlformats.org/officeDocument/2006/relationships/customXml" Target="../ink/ink892.xml"/></Relationships>
</file>

<file path=ppt/slides/_rels/slide2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912.xml"/><Relationship Id="rId21" Type="http://schemas.openxmlformats.org/officeDocument/2006/relationships/image" Target="../media/image909.png"/><Relationship Id="rId42" Type="http://schemas.openxmlformats.org/officeDocument/2006/relationships/customXml" Target="../ink/ink920.xml"/><Relationship Id="rId47" Type="http://schemas.openxmlformats.org/officeDocument/2006/relationships/image" Target="../media/image922.png"/><Relationship Id="rId63" Type="http://schemas.openxmlformats.org/officeDocument/2006/relationships/image" Target="../media/image930.png"/><Relationship Id="rId68" Type="http://schemas.openxmlformats.org/officeDocument/2006/relationships/customXml" Target="../ink/ink933.xml"/><Relationship Id="rId84" Type="http://schemas.openxmlformats.org/officeDocument/2006/relationships/customXml" Target="../ink/ink941.xml"/><Relationship Id="rId16" Type="http://schemas.openxmlformats.org/officeDocument/2006/relationships/customXml" Target="../ink/ink907.xml"/><Relationship Id="rId11" Type="http://schemas.openxmlformats.org/officeDocument/2006/relationships/image" Target="../media/image904.png"/><Relationship Id="rId32" Type="http://schemas.openxmlformats.org/officeDocument/2006/relationships/customXml" Target="../ink/ink915.xml"/><Relationship Id="rId37" Type="http://schemas.openxmlformats.org/officeDocument/2006/relationships/image" Target="../media/image917.png"/><Relationship Id="rId53" Type="http://schemas.openxmlformats.org/officeDocument/2006/relationships/image" Target="../media/image925.png"/><Relationship Id="rId58" Type="http://schemas.openxmlformats.org/officeDocument/2006/relationships/customXml" Target="../ink/ink928.xml"/><Relationship Id="rId74" Type="http://schemas.openxmlformats.org/officeDocument/2006/relationships/customXml" Target="../ink/ink936.xml"/><Relationship Id="rId79" Type="http://schemas.openxmlformats.org/officeDocument/2006/relationships/image" Target="../media/image938.png"/><Relationship Id="rId5" Type="http://schemas.openxmlformats.org/officeDocument/2006/relationships/image" Target="../media/image901.png"/><Relationship Id="rId19" Type="http://schemas.openxmlformats.org/officeDocument/2006/relationships/image" Target="../media/image908.png"/><Relationship Id="rId14" Type="http://schemas.openxmlformats.org/officeDocument/2006/relationships/customXml" Target="../ink/ink906.xml"/><Relationship Id="rId22" Type="http://schemas.openxmlformats.org/officeDocument/2006/relationships/customXml" Target="../ink/ink910.xml"/><Relationship Id="rId27" Type="http://schemas.openxmlformats.org/officeDocument/2006/relationships/image" Target="../media/image912.png"/><Relationship Id="rId30" Type="http://schemas.openxmlformats.org/officeDocument/2006/relationships/customXml" Target="../ink/ink914.xml"/><Relationship Id="rId35" Type="http://schemas.openxmlformats.org/officeDocument/2006/relationships/image" Target="../media/image916.png"/><Relationship Id="rId43" Type="http://schemas.openxmlformats.org/officeDocument/2006/relationships/image" Target="../media/image920.png"/><Relationship Id="rId48" Type="http://schemas.openxmlformats.org/officeDocument/2006/relationships/customXml" Target="../ink/ink923.xml"/><Relationship Id="rId56" Type="http://schemas.openxmlformats.org/officeDocument/2006/relationships/customXml" Target="../ink/ink927.xml"/><Relationship Id="rId64" Type="http://schemas.openxmlformats.org/officeDocument/2006/relationships/customXml" Target="../ink/ink931.xml"/><Relationship Id="rId69" Type="http://schemas.openxmlformats.org/officeDocument/2006/relationships/image" Target="../media/image933.png"/><Relationship Id="rId77" Type="http://schemas.openxmlformats.org/officeDocument/2006/relationships/image" Target="../media/image937.png"/><Relationship Id="rId8" Type="http://schemas.openxmlformats.org/officeDocument/2006/relationships/customXml" Target="../ink/ink903.xml"/><Relationship Id="rId51" Type="http://schemas.openxmlformats.org/officeDocument/2006/relationships/image" Target="../media/image924.png"/><Relationship Id="rId72" Type="http://schemas.openxmlformats.org/officeDocument/2006/relationships/customXml" Target="../ink/ink935.xml"/><Relationship Id="rId80" Type="http://schemas.openxmlformats.org/officeDocument/2006/relationships/customXml" Target="../ink/ink939.xml"/><Relationship Id="rId85" Type="http://schemas.openxmlformats.org/officeDocument/2006/relationships/image" Target="../media/image941.png"/><Relationship Id="rId3" Type="http://schemas.openxmlformats.org/officeDocument/2006/relationships/image" Target="../media/image900.png"/><Relationship Id="rId12" Type="http://schemas.openxmlformats.org/officeDocument/2006/relationships/customXml" Target="../ink/ink905.xml"/><Relationship Id="rId17" Type="http://schemas.openxmlformats.org/officeDocument/2006/relationships/image" Target="../media/image907.png"/><Relationship Id="rId25" Type="http://schemas.openxmlformats.org/officeDocument/2006/relationships/image" Target="../media/image911.png"/><Relationship Id="rId33" Type="http://schemas.openxmlformats.org/officeDocument/2006/relationships/image" Target="../media/image915.png"/><Relationship Id="rId38" Type="http://schemas.openxmlformats.org/officeDocument/2006/relationships/customXml" Target="../ink/ink918.xml"/><Relationship Id="rId46" Type="http://schemas.openxmlformats.org/officeDocument/2006/relationships/customXml" Target="../ink/ink922.xml"/><Relationship Id="rId59" Type="http://schemas.openxmlformats.org/officeDocument/2006/relationships/image" Target="../media/image928.png"/><Relationship Id="rId67" Type="http://schemas.openxmlformats.org/officeDocument/2006/relationships/image" Target="../media/image932.png"/><Relationship Id="rId20" Type="http://schemas.openxmlformats.org/officeDocument/2006/relationships/customXml" Target="../ink/ink909.xml"/><Relationship Id="rId41" Type="http://schemas.openxmlformats.org/officeDocument/2006/relationships/image" Target="../media/image919.png"/><Relationship Id="rId54" Type="http://schemas.openxmlformats.org/officeDocument/2006/relationships/customXml" Target="../ink/ink926.xml"/><Relationship Id="rId62" Type="http://schemas.openxmlformats.org/officeDocument/2006/relationships/customXml" Target="../ink/ink930.xml"/><Relationship Id="rId70" Type="http://schemas.openxmlformats.org/officeDocument/2006/relationships/customXml" Target="../ink/ink934.xml"/><Relationship Id="rId75" Type="http://schemas.openxmlformats.org/officeDocument/2006/relationships/image" Target="../media/image936.png"/><Relationship Id="rId83" Type="http://schemas.openxmlformats.org/officeDocument/2006/relationships/image" Target="../media/image94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02.xml"/><Relationship Id="rId15" Type="http://schemas.openxmlformats.org/officeDocument/2006/relationships/image" Target="../media/image906.png"/><Relationship Id="rId23" Type="http://schemas.openxmlformats.org/officeDocument/2006/relationships/image" Target="../media/image910.png"/><Relationship Id="rId28" Type="http://schemas.openxmlformats.org/officeDocument/2006/relationships/customXml" Target="../ink/ink913.xml"/><Relationship Id="rId36" Type="http://schemas.openxmlformats.org/officeDocument/2006/relationships/customXml" Target="../ink/ink917.xml"/><Relationship Id="rId49" Type="http://schemas.openxmlformats.org/officeDocument/2006/relationships/image" Target="../media/image923.png"/><Relationship Id="rId57" Type="http://schemas.openxmlformats.org/officeDocument/2006/relationships/image" Target="../media/image927.png"/><Relationship Id="rId10" Type="http://schemas.openxmlformats.org/officeDocument/2006/relationships/customXml" Target="../ink/ink904.xml"/><Relationship Id="rId31" Type="http://schemas.openxmlformats.org/officeDocument/2006/relationships/image" Target="../media/image914.png"/><Relationship Id="rId44" Type="http://schemas.openxmlformats.org/officeDocument/2006/relationships/customXml" Target="../ink/ink921.xml"/><Relationship Id="rId52" Type="http://schemas.openxmlformats.org/officeDocument/2006/relationships/customXml" Target="../ink/ink925.xml"/><Relationship Id="rId60" Type="http://schemas.openxmlformats.org/officeDocument/2006/relationships/customXml" Target="../ink/ink929.xml"/><Relationship Id="rId65" Type="http://schemas.openxmlformats.org/officeDocument/2006/relationships/image" Target="../media/image931.png"/><Relationship Id="rId73" Type="http://schemas.openxmlformats.org/officeDocument/2006/relationships/image" Target="../media/image935.png"/><Relationship Id="rId78" Type="http://schemas.openxmlformats.org/officeDocument/2006/relationships/customXml" Target="../ink/ink938.xml"/><Relationship Id="rId81" Type="http://schemas.openxmlformats.org/officeDocument/2006/relationships/image" Target="../media/image939.png"/><Relationship Id="rId4" Type="http://schemas.openxmlformats.org/officeDocument/2006/relationships/customXml" Target="../ink/ink901.xml"/><Relationship Id="rId9" Type="http://schemas.openxmlformats.org/officeDocument/2006/relationships/image" Target="../media/image903.png"/><Relationship Id="rId13" Type="http://schemas.openxmlformats.org/officeDocument/2006/relationships/image" Target="../media/image905.png"/><Relationship Id="rId18" Type="http://schemas.openxmlformats.org/officeDocument/2006/relationships/customXml" Target="../ink/ink908.xml"/><Relationship Id="rId39" Type="http://schemas.openxmlformats.org/officeDocument/2006/relationships/image" Target="../media/image918.png"/><Relationship Id="rId34" Type="http://schemas.openxmlformats.org/officeDocument/2006/relationships/customXml" Target="../ink/ink916.xml"/><Relationship Id="rId50" Type="http://schemas.openxmlformats.org/officeDocument/2006/relationships/customXml" Target="../ink/ink924.xml"/><Relationship Id="rId55" Type="http://schemas.openxmlformats.org/officeDocument/2006/relationships/image" Target="../media/image926.png"/><Relationship Id="rId76" Type="http://schemas.openxmlformats.org/officeDocument/2006/relationships/customXml" Target="../ink/ink937.xml"/><Relationship Id="rId7" Type="http://schemas.openxmlformats.org/officeDocument/2006/relationships/image" Target="../media/image902.png"/><Relationship Id="rId71" Type="http://schemas.openxmlformats.org/officeDocument/2006/relationships/image" Target="../media/image934.png"/><Relationship Id="rId2" Type="http://schemas.openxmlformats.org/officeDocument/2006/relationships/customXml" Target="../ink/ink900.xml"/><Relationship Id="rId29" Type="http://schemas.openxmlformats.org/officeDocument/2006/relationships/image" Target="../media/image913.png"/><Relationship Id="rId24" Type="http://schemas.openxmlformats.org/officeDocument/2006/relationships/customXml" Target="../ink/ink911.xml"/><Relationship Id="rId40" Type="http://schemas.openxmlformats.org/officeDocument/2006/relationships/customXml" Target="../ink/ink919.xml"/><Relationship Id="rId45" Type="http://schemas.openxmlformats.org/officeDocument/2006/relationships/image" Target="../media/image921.png"/><Relationship Id="rId66" Type="http://schemas.openxmlformats.org/officeDocument/2006/relationships/customXml" Target="../ink/ink932.xml"/><Relationship Id="rId61" Type="http://schemas.openxmlformats.org/officeDocument/2006/relationships/image" Target="../media/image929.png"/><Relationship Id="rId82" Type="http://schemas.openxmlformats.org/officeDocument/2006/relationships/customXml" Target="../ink/ink940.xml"/></Relationships>
</file>

<file path=ppt/slides/_rels/slide2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954.xml"/><Relationship Id="rId21" Type="http://schemas.openxmlformats.org/officeDocument/2006/relationships/image" Target="../media/image951.png"/><Relationship Id="rId42" Type="http://schemas.openxmlformats.org/officeDocument/2006/relationships/customXml" Target="../ink/ink962.xml"/><Relationship Id="rId47" Type="http://schemas.openxmlformats.org/officeDocument/2006/relationships/image" Target="../media/image964.png"/><Relationship Id="rId63" Type="http://schemas.openxmlformats.org/officeDocument/2006/relationships/image" Target="../media/image972.png"/><Relationship Id="rId68" Type="http://schemas.openxmlformats.org/officeDocument/2006/relationships/customXml" Target="../ink/ink975.xml"/><Relationship Id="rId7" Type="http://schemas.openxmlformats.org/officeDocument/2006/relationships/image" Target="../media/image944.png"/><Relationship Id="rId2" Type="http://schemas.openxmlformats.org/officeDocument/2006/relationships/customXml" Target="../ink/ink942.xml"/><Relationship Id="rId16" Type="http://schemas.openxmlformats.org/officeDocument/2006/relationships/customXml" Target="../ink/ink949.xml"/><Relationship Id="rId29" Type="http://schemas.openxmlformats.org/officeDocument/2006/relationships/image" Target="../media/image955.png"/><Relationship Id="rId11" Type="http://schemas.openxmlformats.org/officeDocument/2006/relationships/image" Target="../media/image946.png"/><Relationship Id="rId24" Type="http://schemas.openxmlformats.org/officeDocument/2006/relationships/customXml" Target="../ink/ink953.xml"/><Relationship Id="rId32" Type="http://schemas.openxmlformats.org/officeDocument/2006/relationships/customXml" Target="../ink/ink957.xml"/><Relationship Id="rId37" Type="http://schemas.openxmlformats.org/officeDocument/2006/relationships/image" Target="../media/image959.png"/><Relationship Id="rId40" Type="http://schemas.openxmlformats.org/officeDocument/2006/relationships/customXml" Target="../ink/ink961.xml"/><Relationship Id="rId45" Type="http://schemas.openxmlformats.org/officeDocument/2006/relationships/image" Target="../media/image963.png"/><Relationship Id="rId53" Type="http://schemas.openxmlformats.org/officeDocument/2006/relationships/image" Target="../media/image967.png"/><Relationship Id="rId58" Type="http://schemas.openxmlformats.org/officeDocument/2006/relationships/customXml" Target="../ink/ink970.xml"/><Relationship Id="rId66" Type="http://schemas.openxmlformats.org/officeDocument/2006/relationships/customXml" Target="../ink/ink974.xml"/><Relationship Id="rId5" Type="http://schemas.openxmlformats.org/officeDocument/2006/relationships/image" Target="../media/image943.png"/><Relationship Id="rId61" Type="http://schemas.openxmlformats.org/officeDocument/2006/relationships/image" Target="../media/image971.png"/><Relationship Id="rId19" Type="http://schemas.openxmlformats.org/officeDocument/2006/relationships/image" Target="../media/image950.png"/><Relationship Id="rId14" Type="http://schemas.openxmlformats.org/officeDocument/2006/relationships/customXml" Target="../ink/ink948.xml"/><Relationship Id="rId22" Type="http://schemas.openxmlformats.org/officeDocument/2006/relationships/customXml" Target="../ink/ink952.xml"/><Relationship Id="rId27" Type="http://schemas.openxmlformats.org/officeDocument/2006/relationships/image" Target="../media/image954.png"/><Relationship Id="rId30" Type="http://schemas.openxmlformats.org/officeDocument/2006/relationships/customXml" Target="../ink/ink956.xml"/><Relationship Id="rId35" Type="http://schemas.openxmlformats.org/officeDocument/2006/relationships/image" Target="../media/image958.png"/><Relationship Id="rId43" Type="http://schemas.openxmlformats.org/officeDocument/2006/relationships/image" Target="../media/image962.png"/><Relationship Id="rId48" Type="http://schemas.openxmlformats.org/officeDocument/2006/relationships/customXml" Target="../ink/ink965.xml"/><Relationship Id="rId56" Type="http://schemas.openxmlformats.org/officeDocument/2006/relationships/customXml" Target="../ink/ink969.xml"/><Relationship Id="rId64" Type="http://schemas.openxmlformats.org/officeDocument/2006/relationships/customXml" Target="../ink/ink973.xml"/><Relationship Id="rId69" Type="http://schemas.openxmlformats.org/officeDocument/2006/relationships/image" Target="../media/image975.png"/><Relationship Id="rId8" Type="http://schemas.openxmlformats.org/officeDocument/2006/relationships/customXml" Target="../ink/ink945.xml"/><Relationship Id="rId51" Type="http://schemas.openxmlformats.org/officeDocument/2006/relationships/image" Target="../media/image966.png"/><Relationship Id="rId3" Type="http://schemas.openxmlformats.org/officeDocument/2006/relationships/image" Target="../media/image942.png"/><Relationship Id="rId12" Type="http://schemas.openxmlformats.org/officeDocument/2006/relationships/customXml" Target="../ink/ink947.xml"/><Relationship Id="rId17" Type="http://schemas.openxmlformats.org/officeDocument/2006/relationships/image" Target="../media/image949.png"/><Relationship Id="rId25" Type="http://schemas.openxmlformats.org/officeDocument/2006/relationships/image" Target="../media/image953.png"/><Relationship Id="rId33" Type="http://schemas.openxmlformats.org/officeDocument/2006/relationships/image" Target="../media/image957.png"/><Relationship Id="rId38" Type="http://schemas.openxmlformats.org/officeDocument/2006/relationships/customXml" Target="../ink/ink960.xml"/><Relationship Id="rId46" Type="http://schemas.openxmlformats.org/officeDocument/2006/relationships/customXml" Target="../ink/ink964.xml"/><Relationship Id="rId59" Type="http://schemas.openxmlformats.org/officeDocument/2006/relationships/image" Target="../media/image970.png"/><Relationship Id="rId67" Type="http://schemas.openxmlformats.org/officeDocument/2006/relationships/image" Target="../media/image974.png"/><Relationship Id="rId20" Type="http://schemas.openxmlformats.org/officeDocument/2006/relationships/customXml" Target="../ink/ink951.xml"/><Relationship Id="rId41" Type="http://schemas.openxmlformats.org/officeDocument/2006/relationships/image" Target="../media/image961.png"/><Relationship Id="rId54" Type="http://schemas.openxmlformats.org/officeDocument/2006/relationships/customXml" Target="../ink/ink968.xml"/><Relationship Id="rId62" Type="http://schemas.openxmlformats.org/officeDocument/2006/relationships/customXml" Target="../ink/ink97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44.xml"/><Relationship Id="rId15" Type="http://schemas.openxmlformats.org/officeDocument/2006/relationships/image" Target="../media/image948.png"/><Relationship Id="rId23" Type="http://schemas.openxmlformats.org/officeDocument/2006/relationships/image" Target="../media/image952.png"/><Relationship Id="rId28" Type="http://schemas.openxmlformats.org/officeDocument/2006/relationships/customXml" Target="../ink/ink955.xml"/><Relationship Id="rId36" Type="http://schemas.openxmlformats.org/officeDocument/2006/relationships/customXml" Target="../ink/ink959.xml"/><Relationship Id="rId49" Type="http://schemas.openxmlformats.org/officeDocument/2006/relationships/image" Target="../media/image965.png"/><Relationship Id="rId57" Type="http://schemas.openxmlformats.org/officeDocument/2006/relationships/image" Target="../media/image969.png"/><Relationship Id="rId10" Type="http://schemas.openxmlformats.org/officeDocument/2006/relationships/customXml" Target="../ink/ink946.xml"/><Relationship Id="rId31" Type="http://schemas.openxmlformats.org/officeDocument/2006/relationships/image" Target="../media/image956.png"/><Relationship Id="rId44" Type="http://schemas.openxmlformats.org/officeDocument/2006/relationships/customXml" Target="../ink/ink963.xml"/><Relationship Id="rId52" Type="http://schemas.openxmlformats.org/officeDocument/2006/relationships/customXml" Target="../ink/ink967.xml"/><Relationship Id="rId60" Type="http://schemas.openxmlformats.org/officeDocument/2006/relationships/customXml" Target="../ink/ink971.xml"/><Relationship Id="rId65" Type="http://schemas.openxmlformats.org/officeDocument/2006/relationships/image" Target="../media/image973.png"/><Relationship Id="rId4" Type="http://schemas.openxmlformats.org/officeDocument/2006/relationships/customXml" Target="../ink/ink943.xml"/><Relationship Id="rId9" Type="http://schemas.openxmlformats.org/officeDocument/2006/relationships/image" Target="../media/image945.png"/><Relationship Id="rId13" Type="http://schemas.openxmlformats.org/officeDocument/2006/relationships/image" Target="../media/image947.png"/><Relationship Id="rId18" Type="http://schemas.openxmlformats.org/officeDocument/2006/relationships/customXml" Target="../ink/ink950.xml"/><Relationship Id="rId39" Type="http://schemas.openxmlformats.org/officeDocument/2006/relationships/image" Target="../media/image960.png"/><Relationship Id="rId34" Type="http://schemas.openxmlformats.org/officeDocument/2006/relationships/customXml" Target="../ink/ink958.xml"/><Relationship Id="rId50" Type="http://schemas.openxmlformats.org/officeDocument/2006/relationships/customXml" Target="../ink/ink966.xml"/><Relationship Id="rId55" Type="http://schemas.openxmlformats.org/officeDocument/2006/relationships/image" Target="../media/image96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2C250F01-ECB2-02C6-CC5D-B719F9D1BE05}"/>
              </a:ext>
            </a:extLst>
          </p:cNvPr>
          <p:cNvGrpSpPr/>
          <p:nvPr/>
        </p:nvGrpSpPr>
        <p:grpSpPr>
          <a:xfrm>
            <a:off x="1569715" y="764300"/>
            <a:ext cx="3108240" cy="1043640"/>
            <a:chOff x="1569715" y="764300"/>
            <a:chExt cx="3108240" cy="104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C374D49-EF80-A4E8-8E05-DA89314A490B}"/>
                    </a:ext>
                  </a:extLst>
                </p14:cNvPr>
                <p14:cNvContentPartPr/>
                <p14:nvPr/>
              </p14:nvContentPartPr>
              <p14:xfrm>
                <a:off x="1569715" y="1002980"/>
                <a:ext cx="623520" cy="8049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C374D49-EF80-A4E8-8E05-DA89314A490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63595" y="996860"/>
                  <a:ext cx="635760" cy="81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4C854F0-EEBD-F819-727F-2BD29DEB245C}"/>
                    </a:ext>
                  </a:extLst>
                </p14:cNvPr>
                <p14:cNvContentPartPr/>
                <p14:nvPr/>
              </p14:nvContentPartPr>
              <p14:xfrm>
                <a:off x="2525155" y="976700"/>
                <a:ext cx="502560" cy="728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4C854F0-EEBD-F819-727F-2BD29DEB245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19035" y="970580"/>
                  <a:ext cx="514800" cy="74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8106502-38F7-2437-FA99-16FEB9C06BE6}"/>
                    </a:ext>
                  </a:extLst>
                </p14:cNvPr>
                <p14:cNvContentPartPr/>
                <p14:nvPr/>
              </p14:nvContentPartPr>
              <p14:xfrm>
                <a:off x="3278635" y="990020"/>
                <a:ext cx="119160" cy="6321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8106502-38F7-2437-FA99-16FEB9C06BE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72515" y="983900"/>
                  <a:ext cx="131400" cy="64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4B2F598-6925-AD23-70ED-C50D64416B74}"/>
                    </a:ext>
                  </a:extLst>
                </p14:cNvPr>
                <p14:cNvContentPartPr/>
                <p14:nvPr/>
              </p14:nvContentPartPr>
              <p14:xfrm>
                <a:off x="3395995" y="779060"/>
                <a:ext cx="456480" cy="572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4B2F598-6925-AD23-70ED-C50D64416B7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89875" y="772940"/>
                  <a:ext cx="468720" cy="58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0A7789E-7D24-E210-7FFF-45DC8AB386C0}"/>
                    </a:ext>
                  </a:extLst>
                </p14:cNvPr>
                <p14:cNvContentPartPr/>
                <p14:nvPr/>
              </p14:nvContentPartPr>
              <p14:xfrm>
                <a:off x="4074955" y="764300"/>
                <a:ext cx="603000" cy="8456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0A7789E-7D24-E210-7FFF-45DC8AB386C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068835" y="758180"/>
                  <a:ext cx="615240" cy="85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E6D8344-7C96-6405-06C5-E01BEF407360}"/>
                  </a:ext>
                </a:extLst>
              </p14:cNvPr>
              <p14:cNvContentPartPr/>
              <p14:nvPr/>
            </p14:nvContentPartPr>
            <p14:xfrm>
              <a:off x="5242435" y="1195940"/>
              <a:ext cx="577800" cy="1018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E6D8344-7C96-6405-06C5-E01BEF40736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6315" y="1189820"/>
                <a:ext cx="590040" cy="11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314A60EB-FE2A-E21F-6183-5386F621A4D9}"/>
              </a:ext>
            </a:extLst>
          </p:cNvPr>
          <p:cNvGrpSpPr/>
          <p:nvPr/>
        </p:nvGrpSpPr>
        <p:grpSpPr>
          <a:xfrm>
            <a:off x="981475" y="2442260"/>
            <a:ext cx="11111400" cy="4296600"/>
            <a:chOff x="981475" y="2442260"/>
            <a:chExt cx="11111400" cy="429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ED941E7-37F8-4925-878B-F170B0A5F386}"/>
                    </a:ext>
                  </a:extLst>
                </p14:cNvPr>
                <p14:cNvContentPartPr/>
                <p14:nvPr/>
              </p14:nvContentPartPr>
              <p14:xfrm>
                <a:off x="981475" y="3175220"/>
                <a:ext cx="572400" cy="869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ED941E7-37F8-4925-878B-F170B0A5F38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75355" y="3169100"/>
                  <a:ext cx="584640" cy="88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154F086-31D4-58FE-DE25-2383317120E0}"/>
                    </a:ext>
                  </a:extLst>
                </p14:cNvPr>
                <p14:cNvContentPartPr/>
                <p14:nvPr/>
              </p14:nvContentPartPr>
              <p14:xfrm>
                <a:off x="1762675" y="2976860"/>
                <a:ext cx="495720" cy="972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154F086-31D4-58FE-DE25-2383317120E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56555" y="2970740"/>
                  <a:ext cx="507960" cy="9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73B73F5-FAC3-59DC-2C0E-F722A0DCE6F0}"/>
                    </a:ext>
                  </a:extLst>
                </p14:cNvPr>
                <p14:cNvContentPartPr/>
                <p14:nvPr/>
              </p14:nvContentPartPr>
              <p14:xfrm>
                <a:off x="2291875" y="3248660"/>
                <a:ext cx="392040" cy="1042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73B73F5-FAC3-59DC-2C0E-F722A0DCE6F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285755" y="3242540"/>
                  <a:ext cx="404280" cy="10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1407BEB-C010-5ED2-443B-4A2DA8665883}"/>
                    </a:ext>
                  </a:extLst>
                </p14:cNvPr>
                <p14:cNvContentPartPr/>
                <p14:nvPr/>
              </p14:nvContentPartPr>
              <p14:xfrm>
                <a:off x="2663035" y="2970740"/>
                <a:ext cx="60480" cy="63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1407BEB-C010-5ED2-443B-4A2DA86658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656915" y="2964620"/>
                  <a:ext cx="727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9BC965E-A2EE-7299-A1B2-1C2BE5565357}"/>
                    </a:ext>
                  </a:extLst>
                </p14:cNvPr>
                <p14:cNvContentPartPr/>
                <p14:nvPr/>
              </p14:nvContentPartPr>
              <p14:xfrm>
                <a:off x="2873995" y="3169460"/>
                <a:ext cx="1160640" cy="617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9BC965E-A2EE-7299-A1B2-1C2BE556535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67875" y="3163340"/>
                  <a:ext cx="1172880" cy="62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6EF5A3A-C11C-4D6C-BE75-96A94AA8BFD9}"/>
                    </a:ext>
                  </a:extLst>
                </p14:cNvPr>
                <p14:cNvContentPartPr/>
                <p14:nvPr/>
              </p14:nvContentPartPr>
              <p14:xfrm>
                <a:off x="3789115" y="3299780"/>
                <a:ext cx="581400" cy="131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6EF5A3A-C11C-4D6C-BE75-96A94AA8BFD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782995" y="3293660"/>
                  <a:ext cx="5936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285C318-0580-9C38-D6CA-B898193665A7}"/>
                    </a:ext>
                  </a:extLst>
                </p14:cNvPr>
                <p14:cNvContentPartPr/>
                <p14:nvPr/>
              </p14:nvContentPartPr>
              <p14:xfrm>
                <a:off x="5533675" y="2479700"/>
                <a:ext cx="574200" cy="1029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285C318-0580-9C38-D6CA-B898193665A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527555" y="2473580"/>
                  <a:ext cx="586440" cy="10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9D5194A-D6E0-E6B9-05F4-43F6D5D37D4C}"/>
                    </a:ext>
                  </a:extLst>
                </p14:cNvPr>
                <p14:cNvContentPartPr/>
                <p14:nvPr/>
              </p14:nvContentPartPr>
              <p14:xfrm>
                <a:off x="6226315" y="2918540"/>
                <a:ext cx="655200" cy="586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9D5194A-D6E0-E6B9-05F4-43F6D5D37D4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20195" y="2912420"/>
                  <a:ext cx="667440" cy="59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3C92960-368D-D5C3-BA09-C8594A677FE3}"/>
                    </a:ext>
                  </a:extLst>
                </p14:cNvPr>
                <p14:cNvContentPartPr/>
                <p14:nvPr/>
              </p14:nvContentPartPr>
              <p14:xfrm>
                <a:off x="6809875" y="2634500"/>
                <a:ext cx="155880" cy="75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3C92960-368D-D5C3-BA09-C8594A677FE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803755" y="2628380"/>
                  <a:ext cx="1681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AE11E71-588C-B135-539C-AF24077B23F6}"/>
                    </a:ext>
                  </a:extLst>
                </p14:cNvPr>
                <p14:cNvContentPartPr/>
                <p14:nvPr/>
              </p14:nvContentPartPr>
              <p14:xfrm>
                <a:off x="6745795" y="3092420"/>
                <a:ext cx="97920" cy="439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AE11E71-588C-B135-539C-AF24077B23F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39675" y="3086300"/>
                  <a:ext cx="11016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F5C1853-E238-D9C2-144E-162750718431}"/>
                    </a:ext>
                  </a:extLst>
                </p14:cNvPr>
                <p14:cNvContentPartPr/>
                <p14:nvPr/>
              </p14:nvContentPartPr>
              <p14:xfrm>
                <a:off x="7099315" y="2619380"/>
                <a:ext cx="76320" cy="90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F5C1853-E238-D9C2-144E-16275071843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093195" y="2613260"/>
                  <a:ext cx="885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BB096A2-0BC3-C383-BEC5-11B993A66EC9}"/>
                    </a:ext>
                  </a:extLst>
                </p14:cNvPr>
                <p14:cNvContentPartPr/>
                <p14:nvPr/>
              </p14:nvContentPartPr>
              <p14:xfrm>
                <a:off x="7184635" y="2732060"/>
                <a:ext cx="1573560" cy="721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BB096A2-0BC3-C383-BEC5-11B993A66EC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78515" y="2725940"/>
                  <a:ext cx="1585800" cy="73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4E73EBD-B5F5-A891-7811-D4A61623F996}"/>
                    </a:ext>
                  </a:extLst>
                </p14:cNvPr>
                <p14:cNvContentPartPr/>
                <p14:nvPr/>
              </p14:nvContentPartPr>
              <p14:xfrm>
                <a:off x="8455795" y="2930780"/>
                <a:ext cx="455040" cy="21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4E73EBD-B5F5-A891-7811-D4A61623F99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449675" y="2924660"/>
                  <a:ext cx="4672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765D5C1-DFBD-6050-232D-BD1DF39E731F}"/>
                    </a:ext>
                  </a:extLst>
                </p14:cNvPr>
                <p14:cNvContentPartPr/>
                <p14:nvPr/>
              </p14:nvContentPartPr>
              <p14:xfrm>
                <a:off x="8998315" y="2442260"/>
                <a:ext cx="1370520" cy="955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765D5C1-DFBD-6050-232D-BD1DF39E731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992195" y="2436140"/>
                  <a:ext cx="1382760" cy="9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C94950C-E9DB-0A38-EA74-2F74C8AC6EBB}"/>
                    </a:ext>
                  </a:extLst>
                </p14:cNvPr>
                <p14:cNvContentPartPr/>
                <p14:nvPr/>
              </p14:nvContentPartPr>
              <p14:xfrm>
                <a:off x="1169035" y="4717100"/>
                <a:ext cx="155880" cy="1258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C94950C-E9DB-0A38-EA74-2F74C8AC6EB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62915" y="4710980"/>
                  <a:ext cx="168120" cy="12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285577E-337C-E37F-0BCD-614BC283157C}"/>
                    </a:ext>
                  </a:extLst>
                </p14:cNvPr>
                <p14:cNvContentPartPr/>
                <p14:nvPr/>
              </p14:nvContentPartPr>
              <p14:xfrm>
                <a:off x="1360915" y="4437020"/>
                <a:ext cx="908280" cy="9334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285577E-337C-E37F-0BCD-614BC283157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354795" y="4430900"/>
                  <a:ext cx="920520" cy="9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C993A89-0F61-E29A-EB3C-B7A76B0DC753}"/>
                    </a:ext>
                  </a:extLst>
                </p14:cNvPr>
                <p14:cNvContentPartPr/>
                <p14:nvPr/>
              </p14:nvContentPartPr>
              <p14:xfrm>
                <a:off x="2284315" y="5096900"/>
                <a:ext cx="575640" cy="620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C993A89-0F61-E29A-EB3C-B7A76B0DC75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278195" y="5090780"/>
                  <a:ext cx="587880" cy="63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C381517-8B15-D5B5-D589-034787A68BAC}"/>
                    </a:ext>
                  </a:extLst>
                </p14:cNvPr>
                <p14:cNvContentPartPr/>
                <p14:nvPr/>
              </p14:nvContentPartPr>
              <p14:xfrm>
                <a:off x="3013315" y="5097260"/>
                <a:ext cx="239040" cy="532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C381517-8B15-D5B5-D589-034787A68BA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007195" y="5091140"/>
                  <a:ext cx="251280" cy="5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043B0B5-CE5C-52ED-1991-D450FB1B2F73}"/>
                    </a:ext>
                  </a:extLst>
                </p14:cNvPr>
                <p14:cNvContentPartPr/>
                <p14:nvPr/>
              </p14:nvContentPartPr>
              <p14:xfrm>
                <a:off x="3177115" y="5071700"/>
                <a:ext cx="577440" cy="1116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043B0B5-CE5C-52ED-1991-D450FB1B2F7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170995" y="5065580"/>
                  <a:ext cx="589680" cy="11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74D65F4-D452-6B24-9063-7A91C0A8CB30}"/>
                    </a:ext>
                  </a:extLst>
                </p14:cNvPr>
                <p14:cNvContentPartPr/>
                <p14:nvPr/>
              </p14:nvContentPartPr>
              <p14:xfrm>
                <a:off x="4035355" y="4885220"/>
                <a:ext cx="588960" cy="642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74D65F4-D452-6B24-9063-7A91C0A8CB3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029235" y="4879100"/>
                  <a:ext cx="601200" cy="65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5D2AB7-023B-4A49-54A0-9EB52E191565}"/>
                    </a:ext>
                  </a:extLst>
                </p14:cNvPr>
                <p14:cNvContentPartPr/>
                <p14:nvPr/>
              </p14:nvContentPartPr>
              <p14:xfrm>
                <a:off x="4494355" y="5038940"/>
                <a:ext cx="415440" cy="321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5D2AB7-023B-4A49-54A0-9EB52E19156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488235" y="5032820"/>
                  <a:ext cx="42768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FB27F50-1072-6B2A-033D-8DA7F09F577C}"/>
                    </a:ext>
                  </a:extLst>
                </p14:cNvPr>
                <p14:cNvContentPartPr/>
                <p14:nvPr/>
              </p14:nvContentPartPr>
              <p14:xfrm>
                <a:off x="5106355" y="4891700"/>
                <a:ext cx="743040" cy="496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FB27F50-1072-6B2A-033D-8DA7F09F577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100235" y="4885580"/>
                  <a:ext cx="755280" cy="5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68AB9DC-A74C-C97D-1462-8338318473C3}"/>
                    </a:ext>
                  </a:extLst>
                </p14:cNvPr>
                <p14:cNvContentPartPr/>
                <p14:nvPr/>
              </p14:nvContentPartPr>
              <p14:xfrm>
                <a:off x="5952355" y="4926980"/>
                <a:ext cx="1260000" cy="418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68AB9DC-A74C-C97D-1462-8338318473C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946235" y="4920860"/>
                  <a:ext cx="127224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97A9FB8-BF6A-DAAC-366B-6D25DA41C3C8}"/>
                    </a:ext>
                  </a:extLst>
                </p14:cNvPr>
                <p14:cNvContentPartPr/>
                <p14:nvPr/>
              </p14:nvContentPartPr>
              <p14:xfrm>
                <a:off x="7423675" y="4480220"/>
                <a:ext cx="19800" cy="165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97A9FB8-BF6A-DAAC-366B-6D25DA41C3C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417555" y="4474100"/>
                  <a:ext cx="320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1758668-C451-5E23-7BEE-3105BEA72EA8}"/>
                    </a:ext>
                  </a:extLst>
                </p14:cNvPr>
                <p14:cNvContentPartPr/>
                <p14:nvPr/>
              </p14:nvContentPartPr>
              <p14:xfrm>
                <a:off x="7432675" y="4950740"/>
                <a:ext cx="1005480" cy="15544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1758668-C451-5E23-7BEE-3105BEA72EA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26555" y="4944620"/>
                  <a:ext cx="1017720" cy="15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F4EDB46-B671-0257-8410-5751BF28FE1B}"/>
                    </a:ext>
                  </a:extLst>
                </p14:cNvPr>
                <p14:cNvContentPartPr/>
                <p14:nvPr/>
              </p14:nvContentPartPr>
              <p14:xfrm>
                <a:off x="8707075" y="4134620"/>
                <a:ext cx="901800" cy="1348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F4EDB46-B671-0257-8410-5751BF28FE1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00955" y="4128500"/>
                  <a:ext cx="914040" cy="13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465F53D-8057-D8B3-B63D-AA78D370EF6E}"/>
                    </a:ext>
                  </a:extLst>
                </p14:cNvPr>
                <p14:cNvContentPartPr/>
                <p14:nvPr/>
              </p14:nvContentPartPr>
              <p14:xfrm>
                <a:off x="9454435" y="4738700"/>
                <a:ext cx="848160" cy="1146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465F53D-8057-D8B3-B63D-AA78D370EF6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448315" y="4732580"/>
                  <a:ext cx="860400" cy="11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84491FB-21ED-340E-615B-6163DDDDDA31}"/>
                    </a:ext>
                  </a:extLst>
                </p14:cNvPr>
                <p14:cNvContentPartPr/>
                <p14:nvPr/>
              </p14:nvContentPartPr>
              <p14:xfrm>
                <a:off x="10428595" y="4660580"/>
                <a:ext cx="293040" cy="815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84491FB-21ED-340E-615B-6163DDDDDA3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422475" y="4654460"/>
                  <a:ext cx="305280" cy="82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4CB3FB2-BAE5-0442-1E1F-F1E3A3CC70D7}"/>
                    </a:ext>
                  </a:extLst>
                </p14:cNvPr>
                <p14:cNvContentPartPr/>
                <p14:nvPr/>
              </p14:nvContentPartPr>
              <p14:xfrm>
                <a:off x="10484035" y="5032100"/>
                <a:ext cx="740880" cy="384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4CB3FB2-BAE5-0442-1E1F-F1E3A3CC70D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477915" y="5025980"/>
                  <a:ext cx="75312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3F391B1-227F-183D-1A8D-57A597828CB0}"/>
                    </a:ext>
                  </a:extLst>
                </p14:cNvPr>
                <p14:cNvContentPartPr/>
                <p14:nvPr/>
              </p14:nvContentPartPr>
              <p14:xfrm>
                <a:off x="10925035" y="4531340"/>
                <a:ext cx="502920" cy="1238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3F391B1-227F-183D-1A8D-57A597828CB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918915" y="4525220"/>
                  <a:ext cx="515160" cy="12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6D71536-D381-BBC1-0569-84714BD1865A}"/>
                    </a:ext>
                  </a:extLst>
                </p14:cNvPr>
                <p14:cNvContentPartPr/>
                <p14:nvPr/>
              </p14:nvContentPartPr>
              <p14:xfrm>
                <a:off x="8447875" y="5721140"/>
                <a:ext cx="437760" cy="928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6D71536-D381-BBC1-0569-84714BD1865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441755" y="5715020"/>
                  <a:ext cx="450000" cy="9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2B77CEB-DDEB-CE12-FC1A-99A40F332808}"/>
                    </a:ext>
                  </a:extLst>
                </p14:cNvPr>
                <p14:cNvContentPartPr/>
                <p14:nvPr/>
              </p14:nvContentPartPr>
              <p14:xfrm>
                <a:off x="9103435" y="5996900"/>
                <a:ext cx="239040" cy="741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2B77CEB-DDEB-CE12-FC1A-99A40F33280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097315" y="5990780"/>
                  <a:ext cx="251280" cy="75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D1B943B-6B55-2E8E-74CB-C42898C971C1}"/>
                    </a:ext>
                  </a:extLst>
                </p14:cNvPr>
                <p14:cNvContentPartPr/>
                <p14:nvPr/>
              </p14:nvContentPartPr>
              <p14:xfrm>
                <a:off x="8939275" y="6423860"/>
                <a:ext cx="441720" cy="47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D1B943B-6B55-2E8E-74CB-C42898C971C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933155" y="6417740"/>
                  <a:ext cx="4539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0A7108A-FAAE-B536-7293-4B10EF8F6B9B}"/>
                    </a:ext>
                  </a:extLst>
                </p14:cNvPr>
                <p14:cNvContentPartPr/>
                <p14:nvPr/>
              </p14:nvContentPartPr>
              <p14:xfrm>
                <a:off x="9311875" y="6314420"/>
                <a:ext cx="439200" cy="371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0A7108A-FAAE-B536-7293-4B10EF8F6B9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305755" y="6308300"/>
                  <a:ext cx="45144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4DF68EA-A29F-4D1C-C210-7E0B0B4B3EA8}"/>
                    </a:ext>
                  </a:extLst>
                </p14:cNvPr>
                <p14:cNvContentPartPr/>
                <p14:nvPr/>
              </p14:nvContentPartPr>
              <p14:xfrm>
                <a:off x="9935755" y="6255740"/>
                <a:ext cx="380880" cy="354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4DF68EA-A29F-4D1C-C210-7E0B0B4B3EA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929635" y="6249620"/>
                  <a:ext cx="39312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C589677-DEFD-6477-D76A-4FA435ABEB33}"/>
                    </a:ext>
                  </a:extLst>
                </p14:cNvPr>
                <p14:cNvContentPartPr/>
                <p14:nvPr/>
              </p14:nvContentPartPr>
              <p14:xfrm>
                <a:off x="10761595" y="6124700"/>
                <a:ext cx="687600" cy="476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C589677-DEFD-6477-D76A-4FA435ABEB3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755475" y="6118580"/>
                  <a:ext cx="69984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368EBEF-D18E-872E-12F8-8D381CC87603}"/>
                    </a:ext>
                  </a:extLst>
                </p14:cNvPr>
                <p14:cNvContentPartPr/>
                <p14:nvPr/>
              </p14:nvContentPartPr>
              <p14:xfrm>
                <a:off x="11156875" y="6223340"/>
                <a:ext cx="441720" cy="3520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368EBEF-D18E-872E-12F8-8D381CC8760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150755" y="6217220"/>
                  <a:ext cx="4539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8524B71-039B-3747-B776-0EC3E8A21341}"/>
                    </a:ext>
                  </a:extLst>
                </p14:cNvPr>
                <p14:cNvContentPartPr/>
                <p14:nvPr/>
              </p14:nvContentPartPr>
              <p14:xfrm>
                <a:off x="11775355" y="6300380"/>
                <a:ext cx="134280" cy="1710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8524B71-039B-3747-B776-0EC3E8A2134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769235" y="6294260"/>
                  <a:ext cx="1465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73CF030-1BAC-B137-E156-7F86CD8C0C72}"/>
                    </a:ext>
                  </a:extLst>
                </p14:cNvPr>
                <p14:cNvContentPartPr/>
                <p14:nvPr/>
              </p14:nvContentPartPr>
              <p14:xfrm>
                <a:off x="11952115" y="6384620"/>
                <a:ext cx="140760" cy="262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73CF030-1BAC-B137-E156-7F86CD8C0C7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945995" y="6378500"/>
                  <a:ext cx="153000" cy="275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3057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9426185-7E6B-2B87-55F2-2D2CD3D2938D}"/>
                  </a:ext>
                </a:extLst>
              </p14:cNvPr>
              <p14:cNvContentPartPr/>
              <p14:nvPr/>
            </p14:nvContentPartPr>
            <p14:xfrm>
              <a:off x="836395" y="600500"/>
              <a:ext cx="63000" cy="4366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9426185-7E6B-2B87-55F2-2D2CD3D2938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0275" y="594380"/>
                <a:ext cx="75240" cy="44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7DC05E7-D8FA-93CB-40C0-FA3D5382C509}"/>
                  </a:ext>
                </a:extLst>
              </p14:cNvPr>
              <p14:cNvContentPartPr/>
              <p14:nvPr/>
            </p14:nvContentPartPr>
            <p14:xfrm>
              <a:off x="1205395" y="766820"/>
              <a:ext cx="14760" cy="46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7DC05E7-D8FA-93CB-40C0-FA3D5382C50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99275" y="760700"/>
                <a:ext cx="27000" cy="1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3082EA32-A29A-EC8F-FB84-B832065EDAA1}"/>
              </a:ext>
            </a:extLst>
          </p:cNvPr>
          <p:cNvGrpSpPr/>
          <p:nvPr/>
        </p:nvGrpSpPr>
        <p:grpSpPr>
          <a:xfrm>
            <a:off x="1741795" y="342380"/>
            <a:ext cx="4379400" cy="981360"/>
            <a:chOff x="1741795" y="342380"/>
            <a:chExt cx="4379400" cy="98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3591D62-B8BC-C817-548B-7B6F7BB9E8B5}"/>
                    </a:ext>
                  </a:extLst>
                </p14:cNvPr>
                <p14:cNvContentPartPr/>
                <p14:nvPr/>
              </p14:nvContentPartPr>
              <p14:xfrm>
                <a:off x="1783195" y="501140"/>
                <a:ext cx="49320" cy="8226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3591D62-B8BC-C817-548B-7B6F7BB9E8B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77075" y="495020"/>
                  <a:ext cx="61560" cy="83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3EB0461-74C6-9360-734E-D0269F50398C}"/>
                    </a:ext>
                  </a:extLst>
                </p14:cNvPr>
                <p14:cNvContentPartPr/>
                <p14:nvPr/>
              </p14:nvContentPartPr>
              <p14:xfrm>
                <a:off x="1741795" y="342380"/>
                <a:ext cx="658080" cy="472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3EB0461-74C6-9360-734E-D0269F50398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35675" y="336260"/>
                  <a:ext cx="67032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79B5ECD-2179-154B-7ED0-35CA012AF796}"/>
                    </a:ext>
                  </a:extLst>
                </p14:cNvPr>
                <p14:cNvContentPartPr/>
                <p14:nvPr/>
              </p14:nvContentPartPr>
              <p14:xfrm>
                <a:off x="2188915" y="824420"/>
                <a:ext cx="397080" cy="397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79B5ECD-2179-154B-7ED0-35CA012AF79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82795" y="818300"/>
                  <a:ext cx="40932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1BD7CD1-3E9C-0599-8414-6264E4F2BA95}"/>
                    </a:ext>
                  </a:extLst>
                </p14:cNvPr>
                <p14:cNvContentPartPr/>
                <p14:nvPr/>
              </p14:nvContentPartPr>
              <p14:xfrm>
                <a:off x="2654755" y="735140"/>
                <a:ext cx="261720" cy="3121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1BD7CD1-3E9C-0599-8414-6264E4F2BA9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648635" y="729020"/>
                  <a:ext cx="2739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B637251-820F-F918-1A11-14FBB9808A5C}"/>
                    </a:ext>
                  </a:extLst>
                </p14:cNvPr>
                <p14:cNvContentPartPr/>
                <p14:nvPr/>
              </p14:nvContentPartPr>
              <p14:xfrm>
                <a:off x="3572755" y="422300"/>
                <a:ext cx="1250640" cy="651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B637251-820F-F918-1A11-14FBB9808A5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66635" y="416180"/>
                  <a:ext cx="1262880" cy="66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CA37D65-AF0D-04B3-D406-4088FBEF7098}"/>
                    </a:ext>
                  </a:extLst>
                </p14:cNvPr>
                <p14:cNvContentPartPr/>
                <p14:nvPr/>
              </p14:nvContentPartPr>
              <p14:xfrm>
                <a:off x="4970995" y="657020"/>
                <a:ext cx="639360" cy="468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CA37D65-AF0D-04B3-D406-4088FBEF709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964875" y="650900"/>
                  <a:ext cx="65160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91CBE30-CF84-FE8D-5B24-15BDB9C9475B}"/>
                    </a:ext>
                  </a:extLst>
                </p14:cNvPr>
                <p14:cNvContentPartPr/>
                <p14:nvPr/>
              </p14:nvContentPartPr>
              <p14:xfrm>
                <a:off x="5520715" y="457220"/>
                <a:ext cx="600480" cy="592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91CBE30-CF84-FE8D-5B24-15BDB9C9475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14595" y="451100"/>
                  <a:ext cx="612720" cy="60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1AD5864-D628-E1B3-A0EC-5F7674260B13}"/>
                    </a:ext>
                  </a:extLst>
                </p14:cNvPr>
                <p14:cNvContentPartPr/>
                <p14:nvPr/>
              </p14:nvContentPartPr>
              <p14:xfrm>
                <a:off x="3174595" y="770060"/>
                <a:ext cx="329040" cy="3092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1AD5864-D628-E1B3-A0EC-5F7674260B1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68475" y="763940"/>
                  <a:ext cx="341280" cy="321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D59BAE3-D155-6C1D-EFDD-8C25A43E635C}"/>
                  </a:ext>
                </a:extLst>
              </p14:cNvPr>
              <p14:cNvContentPartPr/>
              <p14:nvPr/>
            </p14:nvContentPartPr>
            <p14:xfrm>
              <a:off x="6571555" y="353180"/>
              <a:ext cx="428040" cy="15195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D59BAE3-D155-6C1D-EFDD-8C25A43E635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565435" y="347060"/>
                <a:ext cx="440280" cy="1531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65595412-C951-B79F-F1CB-CD8E545E69CA}"/>
              </a:ext>
            </a:extLst>
          </p:cNvPr>
          <p:cNvGrpSpPr/>
          <p:nvPr/>
        </p:nvGrpSpPr>
        <p:grpSpPr>
          <a:xfrm>
            <a:off x="7980595" y="369380"/>
            <a:ext cx="3364920" cy="1037880"/>
            <a:chOff x="7980595" y="369380"/>
            <a:chExt cx="3364920" cy="103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65ACB28-30F6-6A9D-BB17-AF53CC7E94DD}"/>
                    </a:ext>
                  </a:extLst>
                </p14:cNvPr>
                <p14:cNvContentPartPr/>
                <p14:nvPr/>
              </p14:nvContentPartPr>
              <p14:xfrm>
                <a:off x="7984915" y="771500"/>
                <a:ext cx="109440" cy="635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65ACB28-30F6-6A9D-BB17-AF53CC7E94D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978795" y="765380"/>
                  <a:ext cx="121680" cy="64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86DA09B-0B39-666F-7549-CA171DCCADFC}"/>
                    </a:ext>
                  </a:extLst>
                </p14:cNvPr>
                <p14:cNvContentPartPr/>
                <p14:nvPr/>
              </p14:nvContentPartPr>
              <p14:xfrm>
                <a:off x="8029915" y="369380"/>
                <a:ext cx="448920" cy="275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86DA09B-0B39-666F-7549-CA171DCCADF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023795" y="363260"/>
                  <a:ext cx="46116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D401B1C-EEEB-4F78-73DF-00F7858D01A0}"/>
                    </a:ext>
                  </a:extLst>
                </p14:cNvPr>
                <p14:cNvContentPartPr/>
                <p14:nvPr/>
              </p14:nvContentPartPr>
              <p14:xfrm>
                <a:off x="7980595" y="946820"/>
                <a:ext cx="308880" cy="79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D401B1C-EEEB-4F78-73DF-00F7858D01A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974475" y="940700"/>
                  <a:ext cx="3211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74F7BA3-78D3-C167-53C0-E077C672237E}"/>
                    </a:ext>
                  </a:extLst>
                </p14:cNvPr>
                <p14:cNvContentPartPr/>
                <p14:nvPr/>
              </p14:nvContentPartPr>
              <p14:xfrm>
                <a:off x="8581795" y="903620"/>
                <a:ext cx="294840" cy="252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74F7BA3-78D3-C167-53C0-E077C672237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575675" y="897500"/>
                  <a:ext cx="3070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23A6348-B2EC-79AA-F24B-B2884442F1C5}"/>
                    </a:ext>
                  </a:extLst>
                </p14:cNvPr>
                <p14:cNvContentPartPr/>
                <p14:nvPr/>
              </p14:nvContentPartPr>
              <p14:xfrm>
                <a:off x="9047275" y="842780"/>
                <a:ext cx="374760" cy="347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23A6348-B2EC-79AA-F24B-B2884442F1C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041155" y="836660"/>
                  <a:ext cx="38700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657F7EA-7FC1-F130-C64F-3C5841F012D0}"/>
                    </a:ext>
                  </a:extLst>
                </p14:cNvPr>
                <p14:cNvContentPartPr/>
                <p14:nvPr/>
              </p14:nvContentPartPr>
              <p14:xfrm>
                <a:off x="9630115" y="663500"/>
                <a:ext cx="540720" cy="4291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657F7EA-7FC1-F130-C64F-3C5841F012D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623995" y="657380"/>
                  <a:ext cx="55296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9B0CEE1-2659-8030-A206-9770195419E4}"/>
                    </a:ext>
                  </a:extLst>
                </p14:cNvPr>
                <p14:cNvContentPartPr/>
                <p14:nvPr/>
              </p14:nvContentPartPr>
              <p14:xfrm>
                <a:off x="10005235" y="865460"/>
                <a:ext cx="334800" cy="201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9B0CEE1-2659-8030-A206-9770195419E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999115" y="859340"/>
                  <a:ext cx="3470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C94AED2-AF6D-ADDE-A73E-B6584E19670A}"/>
                    </a:ext>
                  </a:extLst>
                </p14:cNvPr>
                <p14:cNvContentPartPr/>
                <p14:nvPr/>
              </p14:nvContentPartPr>
              <p14:xfrm>
                <a:off x="10464595" y="700580"/>
                <a:ext cx="132840" cy="37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C94AED2-AF6D-ADDE-A73E-B6584E19670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458475" y="694460"/>
                  <a:ext cx="14508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A753EF9-F678-5BBA-7BA0-3F69597B6468}"/>
                    </a:ext>
                  </a:extLst>
                </p14:cNvPr>
                <p14:cNvContentPartPr/>
                <p14:nvPr/>
              </p14:nvContentPartPr>
              <p14:xfrm>
                <a:off x="10728475" y="696980"/>
                <a:ext cx="617040" cy="401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A753EF9-F678-5BBA-7BA0-3F69597B646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722355" y="690860"/>
                  <a:ext cx="629280" cy="41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52D3F1E-F1AA-F2B5-6A16-E4CAF904E6E2}"/>
              </a:ext>
            </a:extLst>
          </p:cNvPr>
          <p:cNvGrpSpPr/>
          <p:nvPr/>
        </p:nvGrpSpPr>
        <p:grpSpPr>
          <a:xfrm>
            <a:off x="722635" y="1625060"/>
            <a:ext cx="5428080" cy="1560600"/>
            <a:chOff x="722635" y="1625060"/>
            <a:chExt cx="5428080" cy="156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3F2A6A0-B252-9B6E-48CC-864A711D3251}"/>
                    </a:ext>
                  </a:extLst>
                </p14:cNvPr>
                <p14:cNvContentPartPr/>
                <p14:nvPr/>
              </p14:nvContentPartPr>
              <p14:xfrm>
                <a:off x="722635" y="1964540"/>
                <a:ext cx="72000" cy="870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3F2A6A0-B252-9B6E-48CC-864A711D325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16515" y="1958420"/>
                  <a:ext cx="84240" cy="88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F2BF611-6223-D08A-5F55-763298DAB59F}"/>
                    </a:ext>
                  </a:extLst>
                </p14:cNvPr>
                <p14:cNvContentPartPr/>
                <p14:nvPr/>
              </p14:nvContentPartPr>
              <p14:xfrm>
                <a:off x="862675" y="2186300"/>
                <a:ext cx="212040" cy="349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F2BF611-6223-D08A-5F55-763298DAB59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56555" y="2180180"/>
                  <a:ext cx="2242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E4DE693-DE21-9356-9AAD-72D80864F186}"/>
                    </a:ext>
                  </a:extLst>
                </p14:cNvPr>
                <p14:cNvContentPartPr/>
                <p14:nvPr/>
              </p14:nvContentPartPr>
              <p14:xfrm>
                <a:off x="1107475" y="2016020"/>
                <a:ext cx="734760" cy="439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E4DE693-DE21-9356-9AAD-72D80864F18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01355" y="2009900"/>
                  <a:ext cx="74700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9FE909F-8FD5-64D1-155E-67BC43A99EB1}"/>
                    </a:ext>
                  </a:extLst>
                </p14:cNvPr>
                <p14:cNvContentPartPr/>
                <p14:nvPr/>
              </p14:nvContentPartPr>
              <p14:xfrm>
                <a:off x="1781395" y="2100980"/>
                <a:ext cx="342000" cy="893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9FE909F-8FD5-64D1-155E-67BC43A99EB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75275" y="2094860"/>
                  <a:ext cx="354240" cy="90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CEB60E2-FB68-AA86-41A8-65151943DA0C}"/>
                    </a:ext>
                  </a:extLst>
                </p14:cNvPr>
                <p14:cNvContentPartPr/>
                <p14:nvPr/>
              </p14:nvContentPartPr>
              <p14:xfrm>
                <a:off x="2102515" y="2009180"/>
                <a:ext cx="474120" cy="495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CEB60E2-FB68-AA86-41A8-65151943DA0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096395" y="2003060"/>
                  <a:ext cx="486360" cy="5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B2E9EF8-1DBE-9DE0-A3B1-DE3D452C7002}"/>
                    </a:ext>
                  </a:extLst>
                </p14:cNvPr>
                <p14:cNvContentPartPr/>
                <p14:nvPr/>
              </p14:nvContentPartPr>
              <p14:xfrm>
                <a:off x="2655835" y="2125460"/>
                <a:ext cx="304200" cy="319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B2E9EF8-1DBE-9DE0-A3B1-DE3D452C700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649715" y="2119340"/>
                  <a:ext cx="31644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7763CAC-DAB6-63E6-CD25-3AB514DF065A}"/>
                    </a:ext>
                  </a:extLst>
                </p14:cNvPr>
                <p14:cNvContentPartPr/>
                <p14:nvPr/>
              </p14:nvContentPartPr>
              <p14:xfrm>
                <a:off x="3112315" y="2082980"/>
                <a:ext cx="749880" cy="289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7763CAC-DAB6-63E6-CD25-3AB514DF065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106195" y="2076860"/>
                  <a:ext cx="7621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A89ED55-06FE-2D4C-3DA3-16CDF66757B6}"/>
                    </a:ext>
                  </a:extLst>
                </p14:cNvPr>
                <p14:cNvContentPartPr/>
                <p14:nvPr/>
              </p14:nvContentPartPr>
              <p14:xfrm>
                <a:off x="3947875" y="2026820"/>
                <a:ext cx="973800" cy="291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A89ED55-06FE-2D4C-3DA3-16CDF66757B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941755" y="2020700"/>
                  <a:ext cx="9860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9FE3AE1-3F57-F478-96CA-5D6B8B80C1B3}"/>
                    </a:ext>
                  </a:extLst>
                </p14:cNvPr>
                <p14:cNvContentPartPr/>
                <p14:nvPr/>
              </p14:nvContentPartPr>
              <p14:xfrm>
                <a:off x="4975675" y="1625060"/>
                <a:ext cx="47520" cy="94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9FE3AE1-3F57-F478-96CA-5D6B8B80C1B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969555" y="1618940"/>
                  <a:ext cx="59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16FE6F6-996E-8469-FC2F-978B4EE5D9D3}"/>
                    </a:ext>
                  </a:extLst>
                </p14:cNvPr>
                <p14:cNvContentPartPr/>
                <p14:nvPr/>
              </p14:nvContentPartPr>
              <p14:xfrm>
                <a:off x="5057755" y="1971020"/>
                <a:ext cx="1092960" cy="1214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16FE6F6-996E-8469-FC2F-978B4EE5D9D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051635" y="1964900"/>
                  <a:ext cx="1105200" cy="122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91623EB-E932-5225-C6DF-D58790A1BEF0}"/>
              </a:ext>
            </a:extLst>
          </p:cNvPr>
          <p:cNvGrpSpPr/>
          <p:nvPr/>
        </p:nvGrpSpPr>
        <p:grpSpPr>
          <a:xfrm>
            <a:off x="7816795" y="1643420"/>
            <a:ext cx="3465720" cy="856800"/>
            <a:chOff x="7816795" y="1643420"/>
            <a:chExt cx="3465720" cy="85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36B302D-2F32-697D-F427-B886E8E19D56}"/>
                    </a:ext>
                  </a:extLst>
                </p14:cNvPr>
                <p14:cNvContentPartPr/>
                <p14:nvPr/>
              </p14:nvContentPartPr>
              <p14:xfrm>
                <a:off x="7816795" y="1643420"/>
                <a:ext cx="962280" cy="856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36B302D-2F32-697D-F427-B886E8E19D5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10675" y="1637300"/>
                  <a:ext cx="974520" cy="86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A1BDD26-8E58-4886-65CD-BBCB897063C9}"/>
                    </a:ext>
                  </a:extLst>
                </p14:cNvPr>
                <p14:cNvContentPartPr/>
                <p14:nvPr/>
              </p14:nvContentPartPr>
              <p14:xfrm>
                <a:off x="8757115" y="1922420"/>
                <a:ext cx="365040" cy="198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A1BDD26-8E58-4886-65CD-BBCB897063C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50995" y="1916300"/>
                  <a:ext cx="3772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EFC9251-A1D2-6D70-3E47-CB60511FCFD9}"/>
                    </a:ext>
                  </a:extLst>
                </p14:cNvPr>
                <p14:cNvContentPartPr/>
                <p14:nvPr/>
              </p14:nvContentPartPr>
              <p14:xfrm>
                <a:off x="9123235" y="1765100"/>
                <a:ext cx="81720" cy="64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EFC9251-A1D2-6D70-3E47-CB60511FCFD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117115" y="1758980"/>
                  <a:ext cx="9396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B0AB6C4-6A0F-DE0C-22E4-17143ED421CD}"/>
                    </a:ext>
                  </a:extLst>
                </p14:cNvPr>
                <p14:cNvContentPartPr/>
                <p14:nvPr/>
              </p14:nvContentPartPr>
              <p14:xfrm>
                <a:off x="9283075" y="1900100"/>
                <a:ext cx="231840" cy="275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B0AB6C4-6A0F-DE0C-22E4-17143ED421C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76955" y="1893980"/>
                  <a:ext cx="2440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4FD7A6E-1406-99E8-615A-1B0D6421A0AB}"/>
                    </a:ext>
                  </a:extLst>
                </p14:cNvPr>
                <p14:cNvContentPartPr/>
                <p14:nvPr/>
              </p14:nvContentPartPr>
              <p14:xfrm>
                <a:off x="9463795" y="1746380"/>
                <a:ext cx="783720" cy="4176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4FD7A6E-1406-99E8-615A-1B0D6421A0A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457675" y="1740260"/>
                  <a:ext cx="79596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48408FF-C0CD-EDE1-F40B-FE00E1A1CBA4}"/>
                    </a:ext>
                  </a:extLst>
                </p14:cNvPr>
                <p14:cNvContentPartPr/>
                <p14:nvPr/>
              </p14:nvContentPartPr>
              <p14:xfrm>
                <a:off x="10338595" y="1818380"/>
                <a:ext cx="256320" cy="241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48408FF-C0CD-EDE1-F40B-FE00E1A1CBA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332475" y="1812260"/>
                  <a:ext cx="2685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493D186-6180-5047-DBF8-DDB166162409}"/>
                    </a:ext>
                  </a:extLst>
                </p14:cNvPr>
                <p14:cNvContentPartPr/>
                <p14:nvPr/>
              </p14:nvContentPartPr>
              <p14:xfrm>
                <a:off x="10627675" y="1663220"/>
                <a:ext cx="464400" cy="337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493D186-6180-5047-DBF8-DDB16616240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21555" y="1657100"/>
                  <a:ext cx="47664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2A04E54-509A-2908-CC82-161EC3EA09D2}"/>
                    </a:ext>
                  </a:extLst>
                </p14:cNvPr>
                <p14:cNvContentPartPr/>
                <p14:nvPr/>
              </p14:nvContentPartPr>
              <p14:xfrm>
                <a:off x="11240035" y="1906220"/>
                <a:ext cx="42480" cy="73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2A04E54-509A-2908-CC82-161EC3EA09D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233915" y="1900100"/>
                  <a:ext cx="5472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F386E05-9621-C82D-8AF7-2697F6EDE7F6}"/>
              </a:ext>
            </a:extLst>
          </p:cNvPr>
          <p:cNvGrpSpPr/>
          <p:nvPr/>
        </p:nvGrpSpPr>
        <p:grpSpPr>
          <a:xfrm>
            <a:off x="604195" y="3360260"/>
            <a:ext cx="1244520" cy="972720"/>
            <a:chOff x="604195" y="3360260"/>
            <a:chExt cx="1244520" cy="97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94541EE-F6A9-97F8-A0CB-B545C8C45BE7}"/>
                    </a:ext>
                  </a:extLst>
                </p14:cNvPr>
                <p14:cNvContentPartPr/>
                <p14:nvPr/>
              </p14:nvContentPartPr>
              <p14:xfrm>
                <a:off x="604195" y="3891260"/>
                <a:ext cx="1008000" cy="51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94541EE-F6A9-97F8-A0CB-B545C8C45BE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8075" y="3885140"/>
                  <a:ext cx="10202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89E000C-5BAE-7165-57B4-96BE8ECD221A}"/>
                    </a:ext>
                  </a:extLst>
                </p14:cNvPr>
                <p14:cNvContentPartPr/>
                <p14:nvPr/>
              </p14:nvContentPartPr>
              <p14:xfrm>
                <a:off x="1361995" y="3360260"/>
                <a:ext cx="486720" cy="972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89E000C-5BAE-7165-57B4-96BE8ECD221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355875" y="3354140"/>
                  <a:ext cx="498960" cy="98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E0E6E7BA-18A5-94BF-8080-E3F6E83FC4C8}"/>
                  </a:ext>
                </a:extLst>
              </p14:cNvPr>
              <p14:cNvContentPartPr/>
              <p14:nvPr/>
            </p14:nvContentPartPr>
            <p14:xfrm>
              <a:off x="2350555" y="3952460"/>
              <a:ext cx="89640" cy="4320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E0E6E7BA-18A5-94BF-8080-E3F6E83FC4C8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2344435" y="3946340"/>
                <a:ext cx="10188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98D6C504-EA53-733B-4FD4-5502EE53F6FA}"/>
              </a:ext>
            </a:extLst>
          </p:cNvPr>
          <p:cNvGrpSpPr/>
          <p:nvPr/>
        </p:nvGrpSpPr>
        <p:grpSpPr>
          <a:xfrm>
            <a:off x="3455755" y="3072980"/>
            <a:ext cx="1908360" cy="929160"/>
            <a:chOff x="3455755" y="3072980"/>
            <a:chExt cx="1908360" cy="92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9C1BF1D-333C-D939-7513-ED791FA493E6}"/>
                    </a:ext>
                  </a:extLst>
                </p14:cNvPr>
                <p14:cNvContentPartPr/>
                <p14:nvPr/>
              </p14:nvContentPartPr>
              <p14:xfrm>
                <a:off x="3455755" y="3208700"/>
                <a:ext cx="385920" cy="638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9C1BF1D-333C-D939-7513-ED791FA493E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449635" y="3202580"/>
                  <a:ext cx="398160" cy="65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A089D96-7712-450D-299F-C873298002AC}"/>
                    </a:ext>
                  </a:extLst>
                </p14:cNvPr>
                <p14:cNvContentPartPr/>
                <p14:nvPr/>
              </p14:nvContentPartPr>
              <p14:xfrm>
                <a:off x="4213555" y="3072980"/>
                <a:ext cx="127080" cy="929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A089D96-7712-450D-299F-C873298002A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207435" y="3066860"/>
                  <a:ext cx="139320" cy="9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D82FDF2-2CC5-9332-833A-D05F4EA86E79}"/>
                    </a:ext>
                  </a:extLst>
                </p14:cNvPr>
                <p14:cNvContentPartPr/>
                <p14:nvPr/>
              </p14:nvContentPartPr>
              <p14:xfrm>
                <a:off x="3923035" y="3495980"/>
                <a:ext cx="573120" cy="245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D82FDF2-2CC5-9332-833A-D05F4EA86E7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916915" y="3489860"/>
                  <a:ext cx="5853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CC48924-08E7-E435-5220-5379C54D3AF3}"/>
                    </a:ext>
                  </a:extLst>
                </p14:cNvPr>
                <p14:cNvContentPartPr/>
                <p14:nvPr/>
              </p14:nvContentPartPr>
              <p14:xfrm>
                <a:off x="4822675" y="3594980"/>
                <a:ext cx="18360" cy="2552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CC48924-08E7-E435-5220-5379C54D3AF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816555" y="3588860"/>
                  <a:ext cx="30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8D9B5AB-1C66-E986-D7D8-6DDE39242158}"/>
                    </a:ext>
                  </a:extLst>
                </p14:cNvPr>
                <p14:cNvContentPartPr/>
                <p14:nvPr/>
              </p14:nvContentPartPr>
              <p14:xfrm>
                <a:off x="4908355" y="3229220"/>
                <a:ext cx="200520" cy="936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8D9B5AB-1C66-E986-D7D8-6DDE3924215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902235" y="3223100"/>
                  <a:ext cx="2127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411E5FA-4379-240A-D7FF-093FE99B013C}"/>
                    </a:ext>
                  </a:extLst>
                </p14:cNvPr>
                <p14:cNvContentPartPr/>
                <p14:nvPr/>
              </p14:nvContentPartPr>
              <p14:xfrm>
                <a:off x="5117875" y="3526580"/>
                <a:ext cx="246240" cy="384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411E5FA-4379-240A-D7FF-093FE99B013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111755" y="3520460"/>
                  <a:ext cx="258480" cy="39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B5E8B44-B20F-67BD-58ED-15F985773628}"/>
              </a:ext>
            </a:extLst>
          </p:cNvPr>
          <p:cNvGrpSpPr/>
          <p:nvPr/>
        </p:nvGrpSpPr>
        <p:grpSpPr>
          <a:xfrm>
            <a:off x="6411715" y="3142460"/>
            <a:ext cx="1445040" cy="514800"/>
            <a:chOff x="6411715" y="3142460"/>
            <a:chExt cx="1445040" cy="51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6E4A426-E164-0F59-835E-7A5D47DC9DCF}"/>
                    </a:ext>
                  </a:extLst>
                </p14:cNvPr>
                <p14:cNvContentPartPr/>
                <p14:nvPr/>
              </p14:nvContentPartPr>
              <p14:xfrm>
                <a:off x="6411715" y="3301580"/>
                <a:ext cx="837000" cy="308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6E4A426-E164-0F59-835E-7A5D47DC9DC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405595" y="3295460"/>
                  <a:ext cx="8492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0C38FDE-C298-508A-CBFE-CE2E1034BDBB}"/>
                    </a:ext>
                  </a:extLst>
                </p14:cNvPr>
                <p14:cNvContentPartPr/>
                <p14:nvPr/>
              </p14:nvContentPartPr>
              <p14:xfrm>
                <a:off x="7489915" y="3142460"/>
                <a:ext cx="128160" cy="514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0C38FDE-C298-508A-CBFE-CE2E1034BDB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483795" y="3136340"/>
                  <a:ext cx="140400" cy="52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619ED34-2984-2E52-1B52-9FB60E44E5F3}"/>
                    </a:ext>
                  </a:extLst>
                </p14:cNvPr>
                <p14:cNvContentPartPr/>
                <p14:nvPr/>
              </p14:nvContentPartPr>
              <p14:xfrm>
                <a:off x="7451395" y="3309500"/>
                <a:ext cx="405360" cy="66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619ED34-2984-2E52-1B52-9FB60E44E5F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445275" y="3303380"/>
                  <a:ext cx="417600" cy="7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2C144CA-7DF0-0BFA-7AE1-95202E1E5499}"/>
              </a:ext>
            </a:extLst>
          </p:cNvPr>
          <p:cNvGrpSpPr/>
          <p:nvPr/>
        </p:nvGrpSpPr>
        <p:grpSpPr>
          <a:xfrm>
            <a:off x="8732995" y="2711540"/>
            <a:ext cx="2575440" cy="1254600"/>
            <a:chOff x="8732995" y="2711540"/>
            <a:chExt cx="2575440" cy="125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F408F8A-C1F2-A90B-6F15-656F3EC22DC3}"/>
                    </a:ext>
                  </a:extLst>
                </p14:cNvPr>
                <p14:cNvContentPartPr/>
                <p14:nvPr/>
              </p14:nvContentPartPr>
              <p14:xfrm>
                <a:off x="8732995" y="2882900"/>
                <a:ext cx="1152360" cy="729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F408F8A-C1F2-A90B-6F15-656F3EC22DC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726875" y="2876780"/>
                  <a:ext cx="1164600" cy="74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704FB2D-239A-DF4D-A2CD-78A370031D97}"/>
                    </a:ext>
                  </a:extLst>
                </p14:cNvPr>
                <p14:cNvContentPartPr/>
                <p14:nvPr/>
              </p14:nvContentPartPr>
              <p14:xfrm>
                <a:off x="10094515" y="2738180"/>
                <a:ext cx="249480" cy="8755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704FB2D-239A-DF4D-A2CD-78A370031D9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088395" y="2732060"/>
                  <a:ext cx="261720" cy="88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B76A8C1-5F89-52AC-BBA8-873B8587C2D2}"/>
                    </a:ext>
                  </a:extLst>
                </p14:cNvPr>
                <p14:cNvContentPartPr/>
                <p14:nvPr/>
              </p14:nvContentPartPr>
              <p14:xfrm>
                <a:off x="10169035" y="3092420"/>
                <a:ext cx="263160" cy="207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B76A8C1-5F89-52AC-BBA8-873B8587C2D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162915" y="3086300"/>
                  <a:ext cx="2754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785D547-F89C-4016-2DA7-AF0446145152}"/>
                    </a:ext>
                  </a:extLst>
                </p14:cNvPr>
                <p14:cNvContentPartPr/>
                <p14:nvPr/>
              </p14:nvContentPartPr>
              <p14:xfrm>
                <a:off x="10354075" y="2711540"/>
                <a:ext cx="954360" cy="1254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785D547-F89C-4016-2DA7-AF044614515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347955" y="2705420"/>
                  <a:ext cx="966600" cy="1266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0311E024-3B58-CD21-F3CB-F10F5AF8C457}"/>
                  </a:ext>
                </a:extLst>
              </p14:cNvPr>
              <p14:cNvContentPartPr/>
              <p14:nvPr/>
            </p14:nvContentPartPr>
            <p14:xfrm>
              <a:off x="544795" y="4556180"/>
              <a:ext cx="1397520" cy="142056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0311E024-3B58-CD21-F3CB-F10F5AF8C457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538675" y="4550060"/>
                <a:ext cx="1409760" cy="143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458D793D-40A4-899D-FB43-89876757357A}"/>
                  </a:ext>
                </a:extLst>
              </p14:cNvPr>
              <p14:cNvContentPartPr/>
              <p14:nvPr/>
            </p14:nvContentPartPr>
            <p14:xfrm>
              <a:off x="3053635" y="4740140"/>
              <a:ext cx="1598400" cy="6238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458D793D-40A4-899D-FB43-89876757357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3047515" y="4734020"/>
                <a:ext cx="1610640" cy="63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7ACBB0F-C406-BC12-1B58-E3167C2DAC3A}"/>
                  </a:ext>
                </a:extLst>
              </p14:cNvPr>
              <p14:cNvContentPartPr/>
              <p14:nvPr/>
            </p14:nvContentPartPr>
            <p14:xfrm>
              <a:off x="5463475" y="4409300"/>
              <a:ext cx="2154960" cy="7797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7ACBB0F-C406-BC12-1B58-E3167C2DAC3A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5457355" y="4403180"/>
                <a:ext cx="2167200" cy="79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ECE25919-A731-B755-485C-496EF3952A17}"/>
              </a:ext>
            </a:extLst>
          </p:cNvPr>
          <p:cNvGrpSpPr/>
          <p:nvPr/>
        </p:nvGrpSpPr>
        <p:grpSpPr>
          <a:xfrm>
            <a:off x="8763235" y="4440980"/>
            <a:ext cx="2868840" cy="509400"/>
            <a:chOff x="8763235" y="4440980"/>
            <a:chExt cx="2868840" cy="50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448A6A3-FD53-4D0D-8D3D-F83ED9021A2F}"/>
                    </a:ext>
                  </a:extLst>
                </p14:cNvPr>
                <p14:cNvContentPartPr/>
                <p14:nvPr/>
              </p14:nvContentPartPr>
              <p14:xfrm>
                <a:off x="8763235" y="4440980"/>
                <a:ext cx="1430280" cy="509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448A6A3-FD53-4D0D-8D3D-F83ED9021A2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757115" y="4434860"/>
                  <a:ext cx="144252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E66F2F3-3045-80D7-31ED-834FE871A23D}"/>
                    </a:ext>
                  </a:extLst>
                </p14:cNvPr>
                <p14:cNvContentPartPr/>
                <p14:nvPr/>
              </p14:nvContentPartPr>
              <p14:xfrm>
                <a:off x="10082275" y="4456100"/>
                <a:ext cx="1419480" cy="468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E66F2F3-3045-80D7-31ED-834FE871A23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076155" y="4449980"/>
                  <a:ext cx="143172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1511BC3-38BD-76A6-83BA-37BADF2045BF}"/>
                    </a:ext>
                  </a:extLst>
                </p14:cNvPr>
                <p14:cNvContentPartPr/>
                <p14:nvPr/>
              </p14:nvContentPartPr>
              <p14:xfrm>
                <a:off x="11614795" y="4798460"/>
                <a:ext cx="17280" cy="198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1511BC3-38BD-76A6-83BA-37BADF2045B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608675" y="4792340"/>
                  <a:ext cx="29520" cy="32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5053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9C38B972-1504-89F2-BE56-DF2CD9E00992}"/>
              </a:ext>
            </a:extLst>
          </p:cNvPr>
          <p:cNvGrpSpPr/>
          <p:nvPr/>
        </p:nvGrpSpPr>
        <p:grpSpPr>
          <a:xfrm>
            <a:off x="6931915" y="568820"/>
            <a:ext cx="4221720" cy="1521720"/>
            <a:chOff x="6931915" y="568820"/>
            <a:chExt cx="4221720" cy="152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E73D396-E2E2-049A-1418-D2730B472323}"/>
                    </a:ext>
                  </a:extLst>
                </p14:cNvPr>
                <p14:cNvContentPartPr/>
                <p14:nvPr/>
              </p14:nvContentPartPr>
              <p14:xfrm>
                <a:off x="6931915" y="682580"/>
                <a:ext cx="432000" cy="844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E73D396-E2E2-049A-1418-D2730B47232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925795" y="676460"/>
                  <a:ext cx="444240" cy="85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49ABF06-2827-49F0-59C2-515A3D66A1A9}"/>
                    </a:ext>
                  </a:extLst>
                </p14:cNvPr>
                <p14:cNvContentPartPr/>
                <p14:nvPr/>
              </p14:nvContentPartPr>
              <p14:xfrm>
                <a:off x="7144315" y="568820"/>
                <a:ext cx="908280" cy="1020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49ABF06-2827-49F0-59C2-515A3D66A1A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138195" y="562700"/>
                  <a:ext cx="920520" cy="10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C13D616-048D-B0A4-D923-0116F2DBB838}"/>
                    </a:ext>
                  </a:extLst>
                </p14:cNvPr>
                <p14:cNvContentPartPr/>
                <p14:nvPr/>
              </p14:nvContentPartPr>
              <p14:xfrm>
                <a:off x="8219275" y="814340"/>
                <a:ext cx="110160" cy="48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C13D616-048D-B0A4-D923-0116F2DBB83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213155" y="808220"/>
                  <a:ext cx="1224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FEEEC25-D72A-6AF5-6397-E48AB8747A33}"/>
                    </a:ext>
                  </a:extLst>
                </p14:cNvPr>
                <p14:cNvContentPartPr/>
                <p14:nvPr/>
              </p14:nvContentPartPr>
              <p14:xfrm>
                <a:off x="8324395" y="1157420"/>
                <a:ext cx="786600" cy="299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FEEEC25-D72A-6AF5-6397-E48AB8747A3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18275" y="1151300"/>
                  <a:ext cx="79884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6CE1FEA-F073-6154-D6BA-912B13D058E3}"/>
                    </a:ext>
                  </a:extLst>
                </p14:cNvPr>
                <p14:cNvContentPartPr/>
                <p14:nvPr/>
              </p14:nvContentPartPr>
              <p14:xfrm>
                <a:off x="10120435" y="707420"/>
                <a:ext cx="1033200" cy="1183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6CE1FEA-F073-6154-D6BA-912B13D058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114315" y="701300"/>
                  <a:ext cx="1045440" cy="11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D6E98D3-88C2-6FDE-7609-E9B5DFA022AE}"/>
                    </a:ext>
                  </a:extLst>
                </p14:cNvPr>
                <p14:cNvContentPartPr/>
                <p14:nvPr/>
              </p14:nvContentPartPr>
              <p14:xfrm>
                <a:off x="9119995" y="1362620"/>
                <a:ext cx="717840" cy="727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D6E98D3-88C2-6FDE-7609-E9B5DFA022A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113875" y="1356500"/>
                  <a:ext cx="730080" cy="74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32083A9-614B-B32C-FE05-5C53C917A30C}"/>
                    </a:ext>
                  </a:extLst>
                </p14:cNvPr>
                <p14:cNvContentPartPr/>
                <p14:nvPr/>
              </p14:nvContentPartPr>
              <p14:xfrm>
                <a:off x="9882115" y="1544780"/>
                <a:ext cx="70200" cy="41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32083A9-614B-B32C-FE05-5C53C917A30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875995" y="1538660"/>
                  <a:ext cx="824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63BD7D1-DE18-5396-E66C-DEA17EB8A06D}"/>
                    </a:ext>
                  </a:extLst>
                </p14:cNvPr>
                <p14:cNvContentPartPr/>
                <p14:nvPr/>
              </p14:nvContentPartPr>
              <p14:xfrm>
                <a:off x="9938995" y="1841060"/>
                <a:ext cx="537120" cy="2109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63BD7D1-DE18-5396-E66C-DEA17EB8A06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932875" y="1834940"/>
                  <a:ext cx="549360" cy="22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479322A-1C85-F350-2D80-E66645F68BA8}"/>
              </a:ext>
            </a:extLst>
          </p:cNvPr>
          <p:cNvGrpSpPr/>
          <p:nvPr/>
        </p:nvGrpSpPr>
        <p:grpSpPr>
          <a:xfrm>
            <a:off x="965995" y="3644300"/>
            <a:ext cx="6843600" cy="1537560"/>
            <a:chOff x="965995" y="3644300"/>
            <a:chExt cx="6843600" cy="153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10AA417-D9AC-82D9-D078-322895CB1025}"/>
                    </a:ext>
                  </a:extLst>
                </p14:cNvPr>
                <p14:cNvContentPartPr/>
                <p14:nvPr/>
              </p14:nvContentPartPr>
              <p14:xfrm>
                <a:off x="965995" y="3741140"/>
                <a:ext cx="1653120" cy="1091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10AA417-D9AC-82D9-D078-322895CB102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59875" y="3735020"/>
                  <a:ext cx="1665360" cy="11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6178152-15CB-D1BA-3CB0-A937525A9B2E}"/>
                    </a:ext>
                  </a:extLst>
                </p14:cNvPr>
                <p14:cNvContentPartPr/>
                <p14:nvPr/>
              </p14:nvContentPartPr>
              <p14:xfrm>
                <a:off x="2692195" y="4070900"/>
                <a:ext cx="1181880" cy="1110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6178152-15CB-D1BA-3CB0-A937525A9B2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686075" y="4064780"/>
                  <a:ext cx="1194120" cy="11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8610F3F-6093-B2A1-C634-F4CB1614714E}"/>
                    </a:ext>
                  </a:extLst>
                </p14:cNvPr>
                <p14:cNvContentPartPr/>
                <p14:nvPr/>
              </p14:nvContentPartPr>
              <p14:xfrm>
                <a:off x="4024555" y="4660580"/>
                <a:ext cx="154800" cy="103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8610F3F-6093-B2A1-C634-F4CB1614714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18435" y="4654460"/>
                  <a:ext cx="1670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86A8AA-3897-F1D0-A359-EB9C61E52DFD}"/>
                    </a:ext>
                  </a:extLst>
                </p14:cNvPr>
                <p14:cNvContentPartPr/>
                <p14:nvPr/>
              </p14:nvContentPartPr>
              <p14:xfrm>
                <a:off x="4699915" y="3644300"/>
                <a:ext cx="624600" cy="927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86A8AA-3897-F1D0-A359-EB9C61E52DF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693795" y="3638180"/>
                  <a:ext cx="636840" cy="9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579DCB4-397E-4982-767E-2F5F5B3A3024}"/>
                    </a:ext>
                  </a:extLst>
                </p14:cNvPr>
                <p14:cNvContentPartPr/>
                <p14:nvPr/>
              </p14:nvContentPartPr>
              <p14:xfrm>
                <a:off x="4891075" y="3981620"/>
                <a:ext cx="2090520" cy="339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579DCB4-397E-4982-767E-2F5F5B3A302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884955" y="3975500"/>
                  <a:ext cx="210276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0624459-64B1-1795-B6B8-ADC18B86C9B5}"/>
                    </a:ext>
                  </a:extLst>
                </p14:cNvPr>
                <p14:cNvContentPartPr/>
                <p14:nvPr/>
              </p14:nvContentPartPr>
              <p14:xfrm>
                <a:off x="7113715" y="3953540"/>
                <a:ext cx="439200" cy="279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0624459-64B1-1795-B6B8-ADC18B86C9B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07595" y="3947420"/>
                  <a:ext cx="45144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FCAA1E8-6734-FF46-24C1-82216059B6B1}"/>
                    </a:ext>
                  </a:extLst>
                </p14:cNvPr>
                <p14:cNvContentPartPr/>
                <p14:nvPr/>
              </p14:nvContentPartPr>
              <p14:xfrm>
                <a:off x="7659835" y="4321820"/>
                <a:ext cx="149760" cy="135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FCAA1E8-6734-FF46-24C1-82216059B6B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653715" y="4315700"/>
                  <a:ext cx="16200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9A05F1A-FF52-D194-1648-A9902A9B01B2}"/>
              </a:ext>
            </a:extLst>
          </p:cNvPr>
          <p:cNvGrpSpPr/>
          <p:nvPr/>
        </p:nvGrpSpPr>
        <p:grpSpPr>
          <a:xfrm>
            <a:off x="8699515" y="3741500"/>
            <a:ext cx="1275840" cy="591480"/>
            <a:chOff x="8699515" y="3741500"/>
            <a:chExt cx="1275840" cy="59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A23F8CA-5573-21B8-4D64-6CA14FF95CB1}"/>
                    </a:ext>
                  </a:extLst>
                </p14:cNvPr>
                <p14:cNvContentPartPr/>
                <p14:nvPr/>
              </p14:nvContentPartPr>
              <p14:xfrm>
                <a:off x="8699515" y="3741500"/>
                <a:ext cx="111240" cy="591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A23F8CA-5573-21B8-4D64-6CA14FF95CB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693395" y="3735380"/>
                  <a:ext cx="123480" cy="60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42644E7-4B25-8F26-C253-F750FC3A5BAA}"/>
                    </a:ext>
                  </a:extLst>
                </p14:cNvPr>
                <p14:cNvContentPartPr/>
                <p14:nvPr/>
              </p14:nvContentPartPr>
              <p14:xfrm>
                <a:off x="9017395" y="3800900"/>
                <a:ext cx="570960" cy="484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42644E7-4B25-8F26-C253-F750FC3A5BA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011275" y="3794780"/>
                  <a:ext cx="58320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CD617C0-F5D2-EF41-5162-F6EF7D179D56}"/>
                    </a:ext>
                  </a:extLst>
                </p14:cNvPr>
                <p14:cNvContentPartPr/>
                <p14:nvPr/>
              </p14:nvContentPartPr>
              <p14:xfrm>
                <a:off x="9925675" y="4107980"/>
                <a:ext cx="49680" cy="1177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CD617C0-F5D2-EF41-5162-F6EF7D179D5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919555" y="4101860"/>
                  <a:ext cx="61920" cy="12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7A86F513-96B1-2E9B-1DB6-373BD6158299}"/>
                  </a:ext>
                </a:extLst>
              </p14:cNvPr>
              <p14:cNvContentPartPr/>
              <p14:nvPr/>
            </p14:nvContentPartPr>
            <p14:xfrm>
              <a:off x="3435955" y="5205260"/>
              <a:ext cx="1467720" cy="13608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7A86F513-96B1-2E9B-1DB6-373BD6158299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429835" y="5199140"/>
                <a:ext cx="1479960" cy="14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50679AE-909E-9CE3-2A25-305DA7352950}"/>
                  </a:ext>
                </a:extLst>
              </p14:cNvPr>
              <p14:cNvContentPartPr/>
              <p14:nvPr/>
            </p14:nvContentPartPr>
            <p14:xfrm>
              <a:off x="6421795" y="6053060"/>
              <a:ext cx="1561680" cy="1083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50679AE-909E-9CE3-2A25-305DA7352950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415675" y="6046940"/>
                <a:ext cx="1573920" cy="120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22291B25-01F0-8C43-9E18-53084254FBB1}"/>
              </a:ext>
            </a:extLst>
          </p:cNvPr>
          <p:cNvGrpSpPr/>
          <p:nvPr/>
        </p:nvGrpSpPr>
        <p:grpSpPr>
          <a:xfrm>
            <a:off x="7205155" y="4621340"/>
            <a:ext cx="4443840" cy="1066320"/>
            <a:chOff x="7205155" y="4621340"/>
            <a:chExt cx="4443840" cy="106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46894DA-8324-DA8A-4E04-4D801395A89F}"/>
                    </a:ext>
                  </a:extLst>
                </p14:cNvPr>
                <p14:cNvContentPartPr/>
                <p14:nvPr/>
              </p14:nvContentPartPr>
              <p14:xfrm>
                <a:off x="7568755" y="5006540"/>
                <a:ext cx="355320" cy="609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46894DA-8324-DA8A-4E04-4D801395A89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562635" y="5000420"/>
                  <a:ext cx="367560" cy="62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DE0743D-0A86-D41B-2981-D2A15EBBE9E1}"/>
                    </a:ext>
                  </a:extLst>
                </p14:cNvPr>
                <p14:cNvContentPartPr/>
                <p14:nvPr/>
              </p14:nvContentPartPr>
              <p14:xfrm>
                <a:off x="7928755" y="4626740"/>
                <a:ext cx="389880" cy="137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DE0743D-0A86-D41B-2981-D2A15EBBE9E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922635" y="4620620"/>
                  <a:ext cx="4021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495466F-8ABE-72B3-C6AF-B0CA6C0FB5F8}"/>
                    </a:ext>
                  </a:extLst>
                </p14:cNvPr>
                <p14:cNvContentPartPr/>
                <p14:nvPr/>
              </p14:nvContentPartPr>
              <p14:xfrm>
                <a:off x="7699795" y="5416940"/>
                <a:ext cx="251280" cy="17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495466F-8ABE-72B3-C6AF-B0CA6C0FB5F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93675" y="5410820"/>
                  <a:ext cx="2635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7F47C45-4EB2-7051-CA70-293E87B3D450}"/>
                    </a:ext>
                  </a:extLst>
                </p14:cNvPr>
                <p14:cNvContentPartPr/>
                <p14:nvPr/>
              </p14:nvContentPartPr>
              <p14:xfrm>
                <a:off x="8412235" y="4797740"/>
                <a:ext cx="598680" cy="730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7F47C45-4EB2-7051-CA70-293E87B3D45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406115" y="4791620"/>
                  <a:ext cx="610920" cy="74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D96429F-3C58-462B-31A5-45E7A49FF9E6}"/>
                    </a:ext>
                  </a:extLst>
                </p14:cNvPr>
                <p14:cNvContentPartPr/>
                <p14:nvPr/>
              </p14:nvContentPartPr>
              <p14:xfrm>
                <a:off x="9130075" y="4801700"/>
                <a:ext cx="451440" cy="885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D96429F-3C58-462B-31A5-45E7A49FF9E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123955" y="4795580"/>
                  <a:ext cx="463680" cy="89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495B634-270A-32B2-A1C7-6AE1C94DF730}"/>
                    </a:ext>
                  </a:extLst>
                </p14:cNvPr>
                <p14:cNvContentPartPr/>
                <p14:nvPr/>
              </p14:nvContentPartPr>
              <p14:xfrm>
                <a:off x="9512395" y="5029220"/>
                <a:ext cx="943200" cy="409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495B634-270A-32B2-A1C7-6AE1C94DF73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506275" y="5023100"/>
                  <a:ext cx="95544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1B7E55A-9531-DB14-FC3E-3F9162567E61}"/>
                    </a:ext>
                  </a:extLst>
                </p14:cNvPr>
                <p14:cNvContentPartPr/>
                <p14:nvPr/>
              </p14:nvContentPartPr>
              <p14:xfrm>
                <a:off x="10681675" y="5276900"/>
                <a:ext cx="21960" cy="5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1B7E55A-9531-DB14-FC3E-3F9162567E6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75555" y="5270780"/>
                  <a:ext cx="342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7351532-BED5-407C-738A-A4C0107B5FB0}"/>
                    </a:ext>
                  </a:extLst>
                </p14:cNvPr>
                <p14:cNvContentPartPr/>
                <p14:nvPr/>
              </p14:nvContentPartPr>
              <p14:xfrm>
                <a:off x="10826395" y="4950020"/>
                <a:ext cx="631440" cy="415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7351532-BED5-407C-738A-A4C0107B5FB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820275" y="4943900"/>
                  <a:ext cx="64368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AA97BA2-CD09-68D5-9A35-3659C668D0E5}"/>
                    </a:ext>
                  </a:extLst>
                </p14:cNvPr>
                <p14:cNvContentPartPr/>
                <p14:nvPr/>
              </p14:nvContentPartPr>
              <p14:xfrm>
                <a:off x="11319595" y="5223620"/>
                <a:ext cx="329400" cy="39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AA97BA2-CD09-68D5-9A35-3659C668D0E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313475" y="5217500"/>
                  <a:ext cx="3416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6E3F38F-A994-6E75-6567-CAA56F86A4B1}"/>
                    </a:ext>
                  </a:extLst>
                </p14:cNvPr>
                <p14:cNvContentPartPr/>
                <p14:nvPr/>
              </p14:nvContentPartPr>
              <p14:xfrm>
                <a:off x="7205155" y="4621340"/>
                <a:ext cx="533160" cy="117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6E3F38F-A994-6E75-6567-CAA56F86A4B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199035" y="4615220"/>
                  <a:ext cx="545400" cy="12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95F51636-2588-3C8E-9829-379F671D22A8}"/>
                  </a:ext>
                </a:extLst>
              </p14:cNvPr>
              <p14:cNvContentPartPr/>
              <p14:nvPr/>
            </p14:nvContentPartPr>
            <p14:xfrm>
              <a:off x="9406915" y="4414340"/>
              <a:ext cx="735840" cy="792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95F51636-2588-3C8E-9829-379F671D22A8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400795" y="4408220"/>
                <a:ext cx="748080" cy="20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925BBB2F-3006-FCDE-1F0A-720870885BC4}"/>
              </a:ext>
            </a:extLst>
          </p:cNvPr>
          <p:cNvGrpSpPr/>
          <p:nvPr/>
        </p:nvGrpSpPr>
        <p:grpSpPr>
          <a:xfrm>
            <a:off x="-132725" y="312140"/>
            <a:ext cx="6364080" cy="2608200"/>
            <a:chOff x="-132725" y="312140"/>
            <a:chExt cx="6364080" cy="260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410888C-A31A-983E-4A2A-C6228C2A6D5E}"/>
                    </a:ext>
                  </a:extLst>
                </p14:cNvPr>
                <p14:cNvContentPartPr/>
                <p14:nvPr/>
              </p14:nvContentPartPr>
              <p14:xfrm>
                <a:off x="760075" y="825500"/>
                <a:ext cx="48960" cy="7794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410888C-A31A-983E-4A2A-C6228C2A6D5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53955" y="819380"/>
                  <a:ext cx="61200" cy="79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A834CBE-F0E0-A878-6D26-F8537E6AB6BF}"/>
                    </a:ext>
                  </a:extLst>
                </p14:cNvPr>
                <p14:cNvContentPartPr/>
                <p14:nvPr/>
              </p14:nvContentPartPr>
              <p14:xfrm>
                <a:off x="778075" y="312140"/>
                <a:ext cx="559080" cy="819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A834CBE-F0E0-A878-6D26-F8537E6AB6B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71955" y="306020"/>
                  <a:ext cx="571320" cy="83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2A565C5-C112-102F-A95E-05E1C653EA29}"/>
                    </a:ext>
                  </a:extLst>
                </p14:cNvPr>
                <p14:cNvContentPartPr/>
                <p14:nvPr/>
              </p14:nvContentPartPr>
              <p14:xfrm>
                <a:off x="1187035" y="959780"/>
                <a:ext cx="498240" cy="5097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2A565C5-C112-102F-A95E-05E1C653EA2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80915" y="953660"/>
                  <a:ext cx="510480" cy="52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666D19A-12F9-9BB2-8288-950A3A1E167F}"/>
                    </a:ext>
                  </a:extLst>
                </p14:cNvPr>
                <p14:cNvContentPartPr/>
                <p14:nvPr/>
              </p14:nvContentPartPr>
              <p14:xfrm>
                <a:off x="1815235" y="976340"/>
                <a:ext cx="545400" cy="508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666D19A-12F9-9BB2-8288-950A3A1E167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809115" y="970220"/>
                  <a:ext cx="557640" cy="52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AFD8244-D2FB-8F9F-5D8B-B12BE343D163}"/>
                    </a:ext>
                  </a:extLst>
                </p14:cNvPr>
                <p14:cNvContentPartPr/>
                <p14:nvPr/>
              </p14:nvContentPartPr>
              <p14:xfrm>
                <a:off x="2528395" y="941420"/>
                <a:ext cx="630360" cy="443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AFD8244-D2FB-8F9F-5D8B-B12BE343D16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22275" y="935300"/>
                  <a:ext cx="64260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15FC3FA-D334-6062-EC6A-60BFA3164CC5}"/>
                    </a:ext>
                  </a:extLst>
                </p14:cNvPr>
                <p14:cNvContentPartPr/>
                <p14:nvPr/>
              </p14:nvContentPartPr>
              <p14:xfrm>
                <a:off x="3262795" y="612020"/>
                <a:ext cx="909000" cy="719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15FC3FA-D334-6062-EC6A-60BFA3164CC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256675" y="605900"/>
                  <a:ext cx="921240" cy="73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0C5DEF0-C5A7-4084-CDAB-526D11AB3507}"/>
                    </a:ext>
                  </a:extLst>
                </p14:cNvPr>
                <p14:cNvContentPartPr/>
                <p14:nvPr/>
              </p14:nvContentPartPr>
              <p14:xfrm>
                <a:off x="4478875" y="922340"/>
                <a:ext cx="425880" cy="4816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0C5DEF0-C5A7-4084-CDAB-526D11AB350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472755" y="916220"/>
                  <a:ext cx="438120" cy="49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EC2F6B9-9CEE-1034-1B85-86D2D5003811}"/>
                    </a:ext>
                  </a:extLst>
                </p14:cNvPr>
                <p14:cNvContentPartPr/>
                <p14:nvPr/>
              </p14:nvContentPartPr>
              <p14:xfrm>
                <a:off x="4951555" y="1042940"/>
                <a:ext cx="334440" cy="410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EC2F6B9-9CEE-1034-1B85-86D2D500381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45435" y="1036820"/>
                  <a:ext cx="34668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D61C236-9C2F-09C7-3F10-3819C8E4ECC5}"/>
                    </a:ext>
                  </a:extLst>
                </p14:cNvPr>
                <p14:cNvContentPartPr/>
                <p14:nvPr/>
              </p14:nvContentPartPr>
              <p14:xfrm>
                <a:off x="1622275" y="2157500"/>
                <a:ext cx="48960" cy="762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D61C236-9C2F-09C7-3F10-3819C8E4ECC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616155" y="2151380"/>
                  <a:ext cx="61200" cy="77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132C7B5-0D18-C564-8308-5696AB269273}"/>
                    </a:ext>
                  </a:extLst>
                </p14:cNvPr>
                <p14:cNvContentPartPr/>
                <p14:nvPr/>
              </p14:nvContentPartPr>
              <p14:xfrm>
                <a:off x="1664395" y="1839980"/>
                <a:ext cx="463680" cy="218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132C7B5-0D18-C564-8308-5696AB26927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658275" y="1833860"/>
                  <a:ext cx="4759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53A8D78-CFDD-046B-1BB2-B0FD7F0F3381}"/>
                    </a:ext>
                  </a:extLst>
                </p14:cNvPr>
                <p14:cNvContentPartPr/>
                <p14:nvPr/>
              </p14:nvContentPartPr>
              <p14:xfrm>
                <a:off x="1694635" y="2439020"/>
                <a:ext cx="322200" cy="190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53A8D78-CFDD-046B-1BB2-B0FD7F0F338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688515" y="2432900"/>
                  <a:ext cx="3344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448A86-58A2-27EB-71AB-7E52B83BFF14}"/>
                    </a:ext>
                  </a:extLst>
                </p14:cNvPr>
                <p14:cNvContentPartPr/>
                <p14:nvPr/>
              </p14:nvContentPartPr>
              <p14:xfrm>
                <a:off x="2175235" y="2295740"/>
                <a:ext cx="338040" cy="209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448A86-58A2-27EB-71AB-7E52B83BFF1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169115" y="2289620"/>
                  <a:ext cx="3502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98200BD-68BD-E974-4FBE-BEF7E0DBC442}"/>
                    </a:ext>
                  </a:extLst>
                </p14:cNvPr>
                <p14:cNvContentPartPr/>
                <p14:nvPr/>
              </p14:nvContentPartPr>
              <p14:xfrm>
                <a:off x="2643955" y="2186300"/>
                <a:ext cx="371520" cy="455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98200BD-68BD-E974-4FBE-BEF7E0DBC44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637835" y="2180180"/>
                  <a:ext cx="38376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9EE633F-39CE-BF4E-ECE1-39DE4B4BC8E6}"/>
                    </a:ext>
                  </a:extLst>
                </p14:cNvPr>
                <p14:cNvContentPartPr/>
                <p14:nvPr/>
              </p14:nvContentPartPr>
              <p14:xfrm>
                <a:off x="3249475" y="2128340"/>
                <a:ext cx="599400" cy="3056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9EE633F-39CE-BF4E-ECE1-39DE4B4BC8E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243355" y="2122220"/>
                  <a:ext cx="61164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5C50A79-10F8-5103-3B1C-19CED926AFEF}"/>
                    </a:ext>
                  </a:extLst>
                </p14:cNvPr>
                <p14:cNvContentPartPr/>
                <p14:nvPr/>
              </p14:nvContentPartPr>
              <p14:xfrm>
                <a:off x="5157835" y="1089020"/>
                <a:ext cx="1073520" cy="145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5C50A79-10F8-5103-3B1C-19CED926AFE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151715" y="1082900"/>
                  <a:ext cx="1085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3BACD8D-CAFE-345C-1C99-AA81E84D1538}"/>
                    </a:ext>
                  </a:extLst>
                </p14:cNvPr>
                <p14:cNvContentPartPr/>
                <p14:nvPr/>
              </p14:nvContentPartPr>
              <p14:xfrm>
                <a:off x="5764435" y="888140"/>
                <a:ext cx="288000" cy="831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3BACD8D-CAFE-345C-1C99-AA81E84D153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758315" y="882020"/>
                  <a:ext cx="300240" cy="84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68C1368-3ACC-E832-7BE7-7368F292BAD4}"/>
                    </a:ext>
                  </a:extLst>
                </p14:cNvPr>
                <p14:cNvContentPartPr/>
                <p14:nvPr/>
              </p14:nvContentPartPr>
              <p14:xfrm>
                <a:off x="4351075" y="1629380"/>
                <a:ext cx="1225440" cy="845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68C1368-3ACC-E832-7BE7-7368F292BAD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344955" y="1623260"/>
                  <a:ext cx="1237680" cy="85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FCB9BD3-498B-F78D-C7E2-1E830FDB6CB4}"/>
                    </a:ext>
                  </a:extLst>
                </p14:cNvPr>
                <p14:cNvContentPartPr/>
                <p14:nvPr/>
              </p14:nvContentPartPr>
              <p14:xfrm>
                <a:off x="5488315" y="1546940"/>
                <a:ext cx="142200" cy="549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FCB9BD3-498B-F78D-C7E2-1E830FDB6CB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482195" y="1540820"/>
                  <a:ext cx="154440" cy="56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2D097E0-CC3B-2C5D-6B08-70FE9CB5FFC5}"/>
                    </a:ext>
                  </a:extLst>
                </p14:cNvPr>
                <p14:cNvContentPartPr/>
                <p14:nvPr/>
              </p14:nvContentPartPr>
              <p14:xfrm>
                <a:off x="5796835" y="1919180"/>
                <a:ext cx="154800" cy="14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2D097E0-CC3B-2C5D-6B08-70FE9CB5FFC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790715" y="1913060"/>
                  <a:ext cx="1670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5B74633-2618-DF34-9D5F-15EEA2EA5D70}"/>
                    </a:ext>
                  </a:extLst>
                </p14:cNvPr>
                <p14:cNvContentPartPr/>
                <p14:nvPr/>
              </p14:nvContentPartPr>
              <p14:xfrm>
                <a:off x="-132725" y="319700"/>
                <a:ext cx="1230840" cy="2206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5B74633-2618-DF34-9D5F-15EEA2EA5D7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-138845" y="313580"/>
                  <a:ext cx="1243080" cy="2218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3793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F85622E7-58A8-F369-EA48-A5B369DA95C7}"/>
                  </a:ext>
                </a:extLst>
              </p14:cNvPr>
              <p14:cNvContentPartPr/>
              <p14:nvPr/>
            </p14:nvContentPartPr>
            <p14:xfrm>
              <a:off x="1552435" y="4917260"/>
              <a:ext cx="978120" cy="1454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F85622E7-58A8-F369-EA48-A5B369DA95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6315" y="4911140"/>
                <a:ext cx="990360" cy="15768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A9B68DD2-070E-77C0-8A4E-E197872A3A55}"/>
              </a:ext>
            </a:extLst>
          </p:cNvPr>
          <p:cNvGrpSpPr/>
          <p:nvPr/>
        </p:nvGrpSpPr>
        <p:grpSpPr>
          <a:xfrm>
            <a:off x="571435" y="124220"/>
            <a:ext cx="10366200" cy="4133880"/>
            <a:chOff x="571435" y="124220"/>
            <a:chExt cx="10366200" cy="413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3AB8E0C-E011-137D-BF7B-8942E5A77168}"/>
                    </a:ext>
                  </a:extLst>
                </p14:cNvPr>
                <p14:cNvContentPartPr/>
                <p14:nvPr/>
              </p14:nvContentPartPr>
              <p14:xfrm>
                <a:off x="1582675" y="3472220"/>
                <a:ext cx="148680" cy="346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3AB8E0C-E011-137D-BF7B-8942E5A7716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76555" y="3466100"/>
                  <a:ext cx="16092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6C19E85-42EE-B527-000F-231D619E57D0}"/>
                    </a:ext>
                  </a:extLst>
                </p14:cNvPr>
                <p14:cNvContentPartPr/>
                <p14:nvPr/>
              </p14:nvContentPartPr>
              <p14:xfrm>
                <a:off x="1822435" y="3018620"/>
                <a:ext cx="96840" cy="69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6C19E85-42EE-B527-000F-231D619E57D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16315" y="3012500"/>
                  <a:ext cx="1090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30A6F98-7D6D-2150-628E-79C1C41FE1EA}"/>
                    </a:ext>
                  </a:extLst>
                </p14:cNvPr>
                <p14:cNvContentPartPr/>
                <p14:nvPr/>
              </p14:nvContentPartPr>
              <p14:xfrm>
                <a:off x="2006035" y="3067220"/>
                <a:ext cx="412560" cy="1190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30A6F98-7D6D-2150-628E-79C1C41FE1E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999915" y="3061100"/>
                  <a:ext cx="424800" cy="12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0E7F28F-BD1F-B774-38E7-9AA569FCDE2E}"/>
                    </a:ext>
                  </a:extLst>
                </p14:cNvPr>
                <p14:cNvContentPartPr/>
                <p14:nvPr/>
              </p14:nvContentPartPr>
              <p14:xfrm>
                <a:off x="8479555" y="3147500"/>
                <a:ext cx="460080" cy="725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0E7F28F-BD1F-B774-38E7-9AA569FCDE2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473435" y="3141380"/>
                  <a:ext cx="472320" cy="73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F193B45-A265-6CBF-9CBD-D217CDC27C27}"/>
                    </a:ext>
                  </a:extLst>
                </p14:cNvPr>
                <p14:cNvContentPartPr/>
                <p14:nvPr/>
              </p14:nvContentPartPr>
              <p14:xfrm>
                <a:off x="983995" y="522380"/>
                <a:ext cx="74520" cy="7894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F193B45-A265-6CBF-9CBD-D217CDC27C2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7875" y="516260"/>
                  <a:ext cx="86760" cy="80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0658DBB-18F4-DBE2-2DD1-6BC762F2B4B0}"/>
                    </a:ext>
                  </a:extLst>
                </p14:cNvPr>
                <p14:cNvContentPartPr/>
                <p14:nvPr/>
              </p14:nvContentPartPr>
              <p14:xfrm>
                <a:off x="1055635" y="150140"/>
                <a:ext cx="800640" cy="1191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0658DBB-18F4-DBE2-2DD1-6BC762F2B4B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49515" y="144020"/>
                  <a:ext cx="812880" cy="12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7BD1BEF-324E-223D-EDF4-7695EE66CDEE}"/>
                    </a:ext>
                  </a:extLst>
                </p14:cNvPr>
                <p14:cNvContentPartPr/>
                <p14:nvPr/>
              </p14:nvContentPartPr>
              <p14:xfrm>
                <a:off x="2308795" y="401060"/>
                <a:ext cx="150840" cy="8416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7BD1BEF-324E-223D-EDF4-7695EE66CDE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02675" y="394940"/>
                  <a:ext cx="163080" cy="85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8384027-C40E-0A14-A252-0EFD1037D087}"/>
                    </a:ext>
                  </a:extLst>
                </p14:cNvPr>
                <p14:cNvContentPartPr/>
                <p14:nvPr/>
              </p14:nvContentPartPr>
              <p14:xfrm>
                <a:off x="2329675" y="124220"/>
                <a:ext cx="585720" cy="1164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8384027-C40E-0A14-A252-0EFD1037D0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23555" y="118100"/>
                  <a:ext cx="597960" cy="11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6AFD10-0B44-CC6E-E304-4323582A0657}"/>
                    </a:ext>
                  </a:extLst>
                </p14:cNvPr>
                <p14:cNvContentPartPr/>
                <p14:nvPr/>
              </p14:nvContentPartPr>
              <p14:xfrm>
                <a:off x="3482755" y="330500"/>
                <a:ext cx="357480" cy="624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6AFD10-0B44-CC6E-E304-4323582A065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476635" y="324380"/>
                  <a:ext cx="369720" cy="63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B13F5E2-4657-68A3-EB91-5310702D7CD8}"/>
                    </a:ext>
                  </a:extLst>
                </p14:cNvPr>
                <p14:cNvContentPartPr/>
                <p14:nvPr/>
              </p14:nvContentPartPr>
              <p14:xfrm>
                <a:off x="3554035" y="385580"/>
                <a:ext cx="968760" cy="1463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B13F5E2-4657-68A3-EB91-5310702D7CD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547915" y="379460"/>
                  <a:ext cx="981000" cy="14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2D20C76-7884-7C24-312F-AD094BBC93AA}"/>
                    </a:ext>
                  </a:extLst>
                </p14:cNvPr>
                <p14:cNvContentPartPr/>
                <p14:nvPr/>
              </p14:nvContentPartPr>
              <p14:xfrm>
                <a:off x="571435" y="2070020"/>
                <a:ext cx="4460040" cy="143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2D20C76-7884-7C24-312F-AD094BBC93A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65315" y="2063900"/>
                  <a:ext cx="4472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BB618BB-7161-D8F1-1DF9-FB12188CB938}"/>
                    </a:ext>
                  </a:extLst>
                </p14:cNvPr>
                <p14:cNvContentPartPr/>
                <p14:nvPr/>
              </p14:nvContentPartPr>
              <p14:xfrm>
                <a:off x="4996195" y="1054460"/>
                <a:ext cx="1262880" cy="123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BB618BB-7161-D8F1-1DF9-FB12188CB93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90075" y="1048340"/>
                  <a:ext cx="12751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B307229-4A77-312A-ADEB-FC1596896DFA}"/>
                    </a:ext>
                  </a:extLst>
                </p14:cNvPr>
                <p14:cNvContentPartPr/>
                <p14:nvPr/>
              </p14:nvContentPartPr>
              <p14:xfrm>
                <a:off x="5705395" y="634700"/>
                <a:ext cx="440640" cy="1068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B307229-4A77-312A-ADEB-FC1596896DF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699275" y="628580"/>
                  <a:ext cx="452880" cy="10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4EC6D0C-0E86-8543-7B9A-2242127C9054}"/>
                    </a:ext>
                  </a:extLst>
                </p14:cNvPr>
                <p14:cNvContentPartPr/>
                <p14:nvPr/>
              </p14:nvContentPartPr>
              <p14:xfrm>
                <a:off x="7006075" y="665660"/>
                <a:ext cx="192240" cy="1014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4EC6D0C-0E86-8543-7B9A-2242127C905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999955" y="659540"/>
                  <a:ext cx="204480" cy="10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72018F9-4304-02D2-DCB3-D7C76C03A3BF}"/>
                    </a:ext>
                  </a:extLst>
                </p14:cNvPr>
                <p14:cNvContentPartPr/>
                <p14:nvPr/>
              </p14:nvContentPartPr>
              <p14:xfrm>
                <a:off x="6893035" y="453260"/>
                <a:ext cx="749520" cy="1222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72018F9-4304-02D2-DCB3-D7C76C03A3B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886915" y="447140"/>
                  <a:ext cx="761760" cy="12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D44457F-0AA4-45EA-C9A8-9A1754C4434B}"/>
                    </a:ext>
                  </a:extLst>
                </p14:cNvPr>
                <p14:cNvContentPartPr/>
                <p14:nvPr/>
              </p14:nvContentPartPr>
              <p14:xfrm>
                <a:off x="7766035" y="1019900"/>
                <a:ext cx="330840" cy="455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D44457F-0AA4-45EA-C9A8-9A1754C4434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59915" y="1013780"/>
                  <a:ext cx="34308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9930C5E-9919-CDB5-37DE-4DF66C8C972B}"/>
                    </a:ext>
                  </a:extLst>
                </p14:cNvPr>
                <p14:cNvContentPartPr/>
                <p14:nvPr/>
              </p14:nvContentPartPr>
              <p14:xfrm>
                <a:off x="8166355" y="1023860"/>
                <a:ext cx="491040" cy="398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9930C5E-9919-CDB5-37DE-4DF66C8C972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160235" y="1017740"/>
                  <a:ext cx="50328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264D835-60A6-53E5-BA06-4796D84C95C1}"/>
                    </a:ext>
                  </a:extLst>
                </p14:cNvPr>
                <p14:cNvContentPartPr/>
                <p14:nvPr/>
              </p14:nvContentPartPr>
              <p14:xfrm>
                <a:off x="8767555" y="783740"/>
                <a:ext cx="15120" cy="244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264D835-60A6-53E5-BA06-4796D84C95C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761435" y="777620"/>
                  <a:ext cx="273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34976AE-74C3-ADD9-A6DC-6BADCB519A2C}"/>
                    </a:ext>
                  </a:extLst>
                </p14:cNvPr>
                <p14:cNvContentPartPr/>
                <p14:nvPr/>
              </p14:nvContentPartPr>
              <p14:xfrm>
                <a:off x="8745955" y="697340"/>
                <a:ext cx="121320" cy="639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34976AE-74C3-ADD9-A6DC-6BADCB519A2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39835" y="691220"/>
                  <a:ext cx="133560" cy="65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06DE891-AFEA-BE2C-A0D0-480484EA3ADB}"/>
                    </a:ext>
                  </a:extLst>
                </p14:cNvPr>
                <p14:cNvContentPartPr/>
                <p14:nvPr/>
              </p14:nvContentPartPr>
              <p14:xfrm>
                <a:off x="8581075" y="1035740"/>
                <a:ext cx="374040" cy="91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06DE891-AFEA-BE2C-A0D0-480484EA3AD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574955" y="1029620"/>
                  <a:ext cx="3862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8FE47A4-BAC0-1456-10EB-E4DE132205C3}"/>
                    </a:ext>
                  </a:extLst>
                </p14:cNvPr>
                <p14:cNvContentPartPr/>
                <p14:nvPr/>
              </p14:nvContentPartPr>
              <p14:xfrm>
                <a:off x="8533915" y="805700"/>
                <a:ext cx="63000" cy="180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8FE47A4-BAC0-1456-10EB-E4DE132205C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527795" y="799580"/>
                  <a:ext cx="752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1648AAC-6510-271F-AA5C-DA50ABC54A81}"/>
                    </a:ext>
                  </a:extLst>
                </p14:cNvPr>
                <p14:cNvContentPartPr/>
                <p14:nvPr/>
              </p14:nvContentPartPr>
              <p14:xfrm>
                <a:off x="6268435" y="2012060"/>
                <a:ext cx="1414440" cy="650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1648AAC-6510-271F-AA5C-DA50ABC54A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62315" y="2005940"/>
                  <a:ext cx="142668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C76C143-9D82-DF7C-94BB-CB3AD6BCC508}"/>
                    </a:ext>
                  </a:extLst>
                </p14:cNvPr>
                <p14:cNvContentPartPr/>
                <p14:nvPr/>
              </p14:nvContentPartPr>
              <p14:xfrm>
                <a:off x="7492795" y="2011340"/>
                <a:ext cx="203400" cy="1012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C76C143-9D82-DF7C-94BB-CB3AD6BCC50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86675" y="2005220"/>
                  <a:ext cx="215640" cy="10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102E9CA-266A-7DAF-25E4-3B69F172DDB9}"/>
                    </a:ext>
                  </a:extLst>
                </p14:cNvPr>
                <p14:cNvContentPartPr/>
                <p14:nvPr/>
              </p14:nvContentPartPr>
              <p14:xfrm>
                <a:off x="7503235" y="2101700"/>
                <a:ext cx="1291680" cy="522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102E9CA-266A-7DAF-25E4-3B69F172DDB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497115" y="2095580"/>
                  <a:ext cx="1303920" cy="53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CA7C740-E781-1648-1825-B3176E6AAC86}"/>
                    </a:ext>
                  </a:extLst>
                </p14:cNvPr>
                <p14:cNvContentPartPr/>
                <p14:nvPr/>
              </p14:nvContentPartPr>
              <p14:xfrm>
                <a:off x="8825875" y="2158940"/>
                <a:ext cx="298080" cy="119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CA7C740-E781-1648-1825-B3176E6AAC8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819755" y="2152820"/>
                  <a:ext cx="3103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58CCE2-2548-7203-EC7D-0BE198A93CB6}"/>
                    </a:ext>
                  </a:extLst>
                </p14:cNvPr>
                <p14:cNvContentPartPr/>
                <p14:nvPr/>
              </p14:nvContentPartPr>
              <p14:xfrm>
                <a:off x="9499795" y="1685900"/>
                <a:ext cx="905760" cy="937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58CCE2-2548-7203-EC7D-0BE198A93CB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93675" y="1679780"/>
                  <a:ext cx="918000" cy="9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8DE5136-D133-98E2-9A59-DB99D7A28DB2}"/>
                    </a:ext>
                  </a:extLst>
                </p14:cNvPr>
                <p14:cNvContentPartPr/>
                <p14:nvPr/>
              </p14:nvContentPartPr>
              <p14:xfrm>
                <a:off x="10536235" y="1731620"/>
                <a:ext cx="160200" cy="290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8DE5136-D133-98E2-9A59-DB99D7A28DB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530115" y="1725500"/>
                  <a:ext cx="17244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42A4DD1-2EA9-DD5A-4374-FB73613B85CC}"/>
                    </a:ext>
                  </a:extLst>
                </p14:cNvPr>
                <p14:cNvContentPartPr/>
                <p14:nvPr/>
              </p14:nvContentPartPr>
              <p14:xfrm>
                <a:off x="10721275" y="1780220"/>
                <a:ext cx="216360" cy="266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42A4DD1-2EA9-DD5A-4374-FB73613B85C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715155" y="1774100"/>
                  <a:ext cx="2286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C406EE2-19D9-11D4-C17B-2AC926D82A43}"/>
                    </a:ext>
                  </a:extLst>
                </p14:cNvPr>
                <p14:cNvContentPartPr/>
                <p14:nvPr/>
              </p14:nvContentPartPr>
              <p14:xfrm>
                <a:off x="754315" y="1661060"/>
                <a:ext cx="1510200" cy="295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C406EE2-19D9-11D4-C17B-2AC926D82A4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48195" y="1654940"/>
                  <a:ext cx="152244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755476D-CD41-5AE6-EBD5-38678903FA6B}"/>
                    </a:ext>
                  </a:extLst>
                </p14:cNvPr>
                <p14:cNvContentPartPr/>
                <p14:nvPr/>
              </p14:nvContentPartPr>
              <p14:xfrm>
                <a:off x="3621715" y="1830260"/>
                <a:ext cx="897480" cy="109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755476D-CD41-5AE6-EBD5-38678903FA6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615595" y="1824140"/>
                  <a:ext cx="9097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78EB34B-D255-ABD9-A542-D63BF5D8E2FB}"/>
                    </a:ext>
                  </a:extLst>
                </p14:cNvPr>
                <p14:cNvContentPartPr/>
                <p14:nvPr/>
              </p14:nvContentPartPr>
              <p14:xfrm>
                <a:off x="1663675" y="1743500"/>
                <a:ext cx="1857240" cy="63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78EB34B-D255-ABD9-A542-D63BF5D8E2F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657555" y="1737380"/>
                  <a:ext cx="1869480" cy="75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99120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E252AAE-1D95-7573-82C1-897A544288CE}"/>
              </a:ext>
            </a:extLst>
          </p:cNvPr>
          <p:cNvGrpSpPr/>
          <p:nvPr/>
        </p:nvGrpSpPr>
        <p:grpSpPr>
          <a:xfrm>
            <a:off x="1552075" y="868700"/>
            <a:ext cx="3501000" cy="1211760"/>
            <a:chOff x="1552075" y="868700"/>
            <a:chExt cx="3501000" cy="121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D5DECFD-F7A6-0386-711E-E14D18A97E38}"/>
                    </a:ext>
                  </a:extLst>
                </p14:cNvPr>
                <p14:cNvContentPartPr/>
                <p14:nvPr/>
              </p14:nvContentPartPr>
              <p14:xfrm>
                <a:off x="1552075" y="1145180"/>
                <a:ext cx="756720" cy="9352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D5DECFD-F7A6-0386-711E-E14D18A97E3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43435" y="1136180"/>
                  <a:ext cx="774360" cy="9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0AFE780-E654-D3D2-79D9-1490743F36E5}"/>
                    </a:ext>
                  </a:extLst>
                </p14:cNvPr>
                <p14:cNvContentPartPr/>
                <p14:nvPr/>
              </p14:nvContentPartPr>
              <p14:xfrm>
                <a:off x="2536675" y="868700"/>
                <a:ext cx="1378440" cy="1058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0AFE780-E654-D3D2-79D9-1490743F36E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27675" y="860060"/>
                  <a:ext cx="1396080" cy="10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DBA4667-0B29-3A77-22F1-59D64B4CCA15}"/>
                    </a:ext>
                  </a:extLst>
                </p14:cNvPr>
                <p14:cNvContentPartPr/>
                <p14:nvPr/>
              </p14:nvContentPartPr>
              <p14:xfrm>
                <a:off x="4268995" y="1320500"/>
                <a:ext cx="784080" cy="666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DBA4667-0B29-3A77-22F1-59D64B4CCA1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259995" y="1311500"/>
                  <a:ext cx="801720" cy="684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23834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1B56A362-84C5-5C27-4E3C-5BBDA709EA38}"/>
              </a:ext>
            </a:extLst>
          </p:cNvPr>
          <p:cNvGrpSpPr/>
          <p:nvPr/>
        </p:nvGrpSpPr>
        <p:grpSpPr>
          <a:xfrm>
            <a:off x="387475" y="689060"/>
            <a:ext cx="10144080" cy="5739480"/>
            <a:chOff x="387475" y="689060"/>
            <a:chExt cx="10144080" cy="57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29CF7AF-75AF-AA34-1271-05A276E9276C}"/>
                    </a:ext>
                  </a:extLst>
                </p14:cNvPr>
                <p14:cNvContentPartPr/>
                <p14:nvPr/>
              </p14:nvContentPartPr>
              <p14:xfrm>
                <a:off x="1239955" y="1282340"/>
                <a:ext cx="105480" cy="13950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29CF7AF-75AF-AA34-1271-05A276E9276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31315" y="1273340"/>
                  <a:ext cx="123120" cy="14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BBC3BC2-B96C-0B3C-1D29-FA3E745AF236}"/>
                    </a:ext>
                  </a:extLst>
                </p14:cNvPr>
                <p14:cNvContentPartPr/>
                <p14:nvPr/>
              </p14:nvContentPartPr>
              <p14:xfrm>
                <a:off x="996595" y="1042220"/>
                <a:ext cx="775440" cy="781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BBC3BC2-B96C-0B3C-1D29-FA3E745AF23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87955" y="1033580"/>
                  <a:ext cx="793080" cy="79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91FB6E7-28B3-F072-92F3-A42655AA6D5E}"/>
                    </a:ext>
                  </a:extLst>
                </p14:cNvPr>
                <p14:cNvContentPartPr/>
                <p14:nvPr/>
              </p14:nvContentPartPr>
              <p14:xfrm>
                <a:off x="1681675" y="1690220"/>
                <a:ext cx="563400" cy="6249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91FB6E7-28B3-F072-92F3-A42655AA6D5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72675" y="1681580"/>
                  <a:ext cx="581040" cy="64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923BDD9-F2F6-66E6-FC26-D8D4784A6EBD}"/>
                    </a:ext>
                  </a:extLst>
                </p14:cNvPr>
                <p14:cNvContentPartPr/>
                <p14:nvPr/>
              </p14:nvContentPartPr>
              <p14:xfrm>
                <a:off x="2424715" y="1497260"/>
                <a:ext cx="216000" cy="611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923BDD9-F2F6-66E6-FC26-D8D4784A6EB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15715" y="1488260"/>
                  <a:ext cx="233640" cy="6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4EF073B-4F83-39B9-D673-957E07305CAA}"/>
                    </a:ext>
                  </a:extLst>
                </p14:cNvPr>
                <p14:cNvContentPartPr/>
                <p14:nvPr/>
              </p14:nvContentPartPr>
              <p14:xfrm>
                <a:off x="2937355" y="1528580"/>
                <a:ext cx="197640" cy="423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4EF073B-4F83-39B9-D673-957E07305CA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28355" y="1519580"/>
                  <a:ext cx="215280" cy="44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757D1D2-38C1-4338-94BC-BCF81D577104}"/>
                    </a:ext>
                  </a:extLst>
                </p14:cNvPr>
                <p14:cNvContentPartPr/>
                <p14:nvPr/>
              </p14:nvContentPartPr>
              <p14:xfrm>
                <a:off x="3282955" y="943580"/>
                <a:ext cx="1838160" cy="899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757D1D2-38C1-4338-94BC-BCF81D57710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73955" y="934940"/>
                  <a:ext cx="1855800" cy="9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1348CD3-3D58-3DA7-1865-3B40F2220EF8}"/>
                    </a:ext>
                  </a:extLst>
                </p14:cNvPr>
                <p14:cNvContentPartPr/>
                <p14:nvPr/>
              </p14:nvContentPartPr>
              <p14:xfrm>
                <a:off x="5262595" y="1145540"/>
                <a:ext cx="407880" cy="389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1348CD3-3D58-3DA7-1865-3B40F2220EF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53955" y="1136540"/>
                  <a:ext cx="42552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7A5B40D-76C7-7049-2098-2BC9ED5321F7}"/>
                    </a:ext>
                  </a:extLst>
                </p14:cNvPr>
                <p14:cNvContentPartPr/>
                <p14:nvPr/>
              </p14:nvContentPartPr>
              <p14:xfrm>
                <a:off x="5661835" y="1034660"/>
                <a:ext cx="264600" cy="329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7A5B40D-76C7-7049-2098-2BC9ED5321F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53195" y="1026020"/>
                  <a:ext cx="28224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AD3C97D-69A2-D6C5-0594-309A2C40E0FF}"/>
                    </a:ext>
                  </a:extLst>
                </p14:cNvPr>
                <p14:cNvContentPartPr/>
                <p14:nvPr/>
              </p14:nvContentPartPr>
              <p14:xfrm>
                <a:off x="5811235" y="789860"/>
                <a:ext cx="542880" cy="589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AD3C97D-69A2-D6C5-0594-309A2C40E0F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802595" y="781220"/>
                  <a:ext cx="56052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A144ED7-7D1B-68EF-32D0-459F7370D14B}"/>
                    </a:ext>
                  </a:extLst>
                </p14:cNvPr>
                <p14:cNvContentPartPr/>
                <p14:nvPr/>
              </p14:nvContentPartPr>
              <p14:xfrm>
                <a:off x="3956515" y="2637380"/>
                <a:ext cx="1995120" cy="2021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A144ED7-7D1B-68EF-32D0-459F7370D14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947875" y="2628380"/>
                  <a:ext cx="2012760" cy="20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4D3D47A-6018-B11C-3D7A-6C20513E2E69}"/>
                    </a:ext>
                  </a:extLst>
                </p14:cNvPr>
                <p14:cNvContentPartPr/>
                <p14:nvPr/>
              </p14:nvContentPartPr>
              <p14:xfrm>
                <a:off x="6153955" y="2597420"/>
                <a:ext cx="25560" cy="1436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4D3D47A-6018-B11C-3D7A-6C20513E2E6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44955" y="2588780"/>
                  <a:ext cx="432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8E97C2A-E4DA-E3B1-68E9-81B3A3BE4FE4}"/>
                    </a:ext>
                  </a:extLst>
                </p14:cNvPr>
                <p14:cNvContentPartPr/>
                <p14:nvPr/>
              </p14:nvContentPartPr>
              <p14:xfrm>
                <a:off x="6278155" y="2422460"/>
                <a:ext cx="184680" cy="277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8E97C2A-E4DA-E3B1-68E9-81B3A3BE4FE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69515" y="2413460"/>
                  <a:ext cx="2023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10B3C90-D8D7-73E7-E6C9-A4D8CD01CDD3}"/>
                    </a:ext>
                  </a:extLst>
                </p14:cNvPr>
                <p14:cNvContentPartPr/>
                <p14:nvPr/>
              </p14:nvContentPartPr>
              <p14:xfrm>
                <a:off x="6752995" y="2410940"/>
                <a:ext cx="27000" cy="9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10B3C90-D8D7-73E7-E6C9-A4D8CD01CDD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744355" y="2401940"/>
                  <a:ext cx="446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4ABC33C-1C6B-58DE-B420-234793B50529}"/>
                    </a:ext>
                  </a:extLst>
                </p14:cNvPr>
                <p14:cNvContentPartPr/>
                <p14:nvPr/>
              </p14:nvContentPartPr>
              <p14:xfrm>
                <a:off x="6789355" y="2423900"/>
                <a:ext cx="65520" cy="514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4ABC33C-1C6B-58DE-B420-234793B5052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80355" y="2414900"/>
                  <a:ext cx="831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9872D5E-2CFE-0809-B742-C791D928820B}"/>
                    </a:ext>
                  </a:extLst>
                </p14:cNvPr>
                <p14:cNvContentPartPr/>
                <p14:nvPr/>
              </p14:nvContentPartPr>
              <p14:xfrm>
                <a:off x="7256995" y="714620"/>
                <a:ext cx="948600" cy="2310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9872D5E-2CFE-0809-B742-C791D928820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248355" y="705620"/>
                  <a:ext cx="966240" cy="23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EADCD70-29C5-E584-A46F-5AD8D05F8232}"/>
                    </a:ext>
                  </a:extLst>
                </p14:cNvPr>
                <p14:cNvContentPartPr/>
                <p14:nvPr/>
              </p14:nvContentPartPr>
              <p14:xfrm>
                <a:off x="8596195" y="689060"/>
                <a:ext cx="193320" cy="1302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EADCD70-29C5-E584-A46F-5AD8D05F823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587195" y="680420"/>
                  <a:ext cx="210960" cy="131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65FA091-1BBF-AB4B-AB4E-0EDE2954741A}"/>
                    </a:ext>
                  </a:extLst>
                </p14:cNvPr>
                <p14:cNvContentPartPr/>
                <p14:nvPr/>
              </p14:nvContentPartPr>
              <p14:xfrm>
                <a:off x="8995795" y="822620"/>
                <a:ext cx="1273680" cy="669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65FA091-1BBF-AB4B-AB4E-0EDE2954741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987155" y="813980"/>
                  <a:ext cx="1291320" cy="68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5707426-F0AC-9925-73EF-0383C904EC0F}"/>
                    </a:ext>
                  </a:extLst>
                </p14:cNvPr>
                <p14:cNvContentPartPr/>
                <p14:nvPr/>
              </p14:nvContentPartPr>
              <p14:xfrm>
                <a:off x="10435795" y="1296380"/>
                <a:ext cx="95760" cy="20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5707426-F0AC-9925-73EF-0383C904EC0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426795" y="1287380"/>
                  <a:ext cx="1134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1214378-BCFA-2E68-1A43-B5E29F8817B7}"/>
                    </a:ext>
                  </a:extLst>
                </p14:cNvPr>
                <p14:cNvContentPartPr/>
                <p14:nvPr/>
              </p14:nvContentPartPr>
              <p14:xfrm>
                <a:off x="2451715" y="4938860"/>
                <a:ext cx="1140120" cy="1258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1214378-BCFA-2E68-1A43-B5E29F8817B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443075" y="4929860"/>
                  <a:ext cx="1157760" cy="12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F7605D0-FF6F-A23D-FB95-2ACE1B18CD73}"/>
                    </a:ext>
                  </a:extLst>
                </p14:cNvPr>
                <p14:cNvContentPartPr/>
                <p14:nvPr/>
              </p14:nvContentPartPr>
              <p14:xfrm>
                <a:off x="3381595" y="4890620"/>
                <a:ext cx="84600" cy="55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F7605D0-FF6F-A23D-FB95-2ACE1B18CD7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372955" y="4881620"/>
                  <a:ext cx="1022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B2A257C-D681-2F58-1667-FB516036DA02}"/>
                    </a:ext>
                  </a:extLst>
                </p14:cNvPr>
                <p14:cNvContentPartPr/>
                <p14:nvPr/>
              </p14:nvContentPartPr>
              <p14:xfrm>
                <a:off x="3803875" y="4943900"/>
                <a:ext cx="658800" cy="5353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B2A257C-D681-2F58-1667-FB516036DA0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794875" y="4934900"/>
                  <a:ext cx="676440" cy="55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B0192B7-A051-5467-9E96-AB68C1C3DA7C}"/>
                    </a:ext>
                  </a:extLst>
                </p14:cNvPr>
                <p14:cNvContentPartPr/>
                <p14:nvPr/>
              </p14:nvContentPartPr>
              <p14:xfrm>
                <a:off x="5081875" y="4688660"/>
                <a:ext cx="46080" cy="286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B0192B7-A051-5467-9E96-AB68C1C3DA7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72875" y="4680020"/>
                  <a:ext cx="637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CA6B18E-F6F2-FED6-793C-62D836B16240}"/>
                    </a:ext>
                  </a:extLst>
                </p14:cNvPr>
                <p14:cNvContentPartPr/>
                <p14:nvPr/>
              </p14:nvContentPartPr>
              <p14:xfrm>
                <a:off x="5420275" y="3742580"/>
                <a:ext cx="1404360" cy="536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CA6B18E-F6F2-FED6-793C-62D836B1624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411635" y="3733580"/>
                  <a:ext cx="1422000" cy="5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12329E7-4FD9-5BE6-CE51-84BF8A5B0C86}"/>
                    </a:ext>
                  </a:extLst>
                </p14:cNvPr>
                <p14:cNvContentPartPr/>
                <p14:nvPr/>
              </p14:nvContentPartPr>
              <p14:xfrm>
                <a:off x="7065475" y="3621980"/>
                <a:ext cx="187200" cy="129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12329E7-4FD9-5BE6-CE51-84BF8A5B0C8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056475" y="3612980"/>
                  <a:ext cx="2048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993BBE3-C369-C6C9-989B-6B8C356F871F}"/>
                    </a:ext>
                  </a:extLst>
                </p14:cNvPr>
                <p14:cNvContentPartPr/>
                <p14:nvPr/>
              </p14:nvContentPartPr>
              <p14:xfrm>
                <a:off x="6470035" y="3953900"/>
                <a:ext cx="1951200" cy="1017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993BBE3-C369-C6C9-989B-6B8C356F871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461035" y="3945260"/>
                  <a:ext cx="1968840" cy="10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B810A74-D7D7-F357-380D-D7E730E0DB38}"/>
                    </a:ext>
                  </a:extLst>
                </p14:cNvPr>
                <p14:cNvContentPartPr/>
                <p14:nvPr/>
              </p14:nvContentPartPr>
              <p14:xfrm>
                <a:off x="8611315" y="3773900"/>
                <a:ext cx="128160" cy="182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B810A74-D7D7-F357-380D-D7E730E0DB3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602315" y="3765260"/>
                  <a:ext cx="1458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F0A39B2-26EE-8F3A-F1A8-070A276D6752}"/>
                    </a:ext>
                  </a:extLst>
                </p14:cNvPr>
                <p14:cNvContentPartPr/>
                <p14:nvPr/>
              </p14:nvContentPartPr>
              <p14:xfrm>
                <a:off x="8398195" y="4046060"/>
                <a:ext cx="1543320" cy="1009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F0A39B2-26EE-8F3A-F1A8-070A276D675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389555" y="4037060"/>
                  <a:ext cx="1560960" cy="10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CD0F498-11C5-EB7C-D145-A745903046D8}"/>
                    </a:ext>
                  </a:extLst>
                </p14:cNvPr>
                <p14:cNvContentPartPr/>
                <p14:nvPr/>
              </p14:nvContentPartPr>
              <p14:xfrm>
                <a:off x="10319875" y="3805220"/>
                <a:ext cx="144000" cy="289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CD0F498-11C5-EB7C-D145-A745903046D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311235" y="3796580"/>
                  <a:ext cx="16164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C3FD914-F96B-35FF-5976-3239073A9C77}"/>
                    </a:ext>
                  </a:extLst>
                </p14:cNvPr>
                <p14:cNvContentPartPr/>
                <p14:nvPr/>
              </p14:nvContentPartPr>
              <p14:xfrm>
                <a:off x="387475" y="4804580"/>
                <a:ext cx="1002600" cy="1623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C3FD914-F96B-35FF-5976-3239073A9C7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78835" y="4795940"/>
                  <a:ext cx="1020240" cy="164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1F7BE83-5DCD-1967-5617-556DACC3D336}"/>
                    </a:ext>
                  </a:extLst>
                </p14:cNvPr>
                <p14:cNvContentPartPr/>
                <p14:nvPr/>
              </p14:nvContentPartPr>
              <p14:xfrm>
                <a:off x="8138635" y="2604980"/>
                <a:ext cx="1177920" cy="1436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1F7BE83-5DCD-1967-5617-556DACC3D33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129635" y="2595980"/>
                  <a:ext cx="1195560" cy="1454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78934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EAF603F-8B15-BB2A-99A9-0729B42C27F9}"/>
                  </a:ext>
                </a:extLst>
              </p14:cNvPr>
              <p14:cNvContentPartPr/>
              <p14:nvPr/>
            </p14:nvContentPartPr>
            <p14:xfrm>
              <a:off x="1410235" y="817908"/>
              <a:ext cx="348840" cy="11473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EAF603F-8B15-BB2A-99A9-0729B42C27F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01235" y="808908"/>
                <a:ext cx="366480" cy="116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873FBCC-7520-81E7-506E-0BC44558D5E9}"/>
                  </a:ext>
                </a:extLst>
              </p14:cNvPr>
              <p14:cNvContentPartPr/>
              <p14:nvPr/>
            </p14:nvContentPartPr>
            <p14:xfrm>
              <a:off x="1699675" y="600828"/>
              <a:ext cx="552240" cy="9630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873FBCC-7520-81E7-506E-0BC44558D5E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90675" y="591828"/>
                <a:ext cx="569880" cy="9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D1FF101-427B-1E57-3AFA-F2746FF44AC5}"/>
                  </a:ext>
                </a:extLst>
              </p14:cNvPr>
              <p14:cNvContentPartPr/>
              <p14:nvPr/>
            </p14:nvContentPartPr>
            <p14:xfrm>
              <a:off x="2272435" y="1159548"/>
              <a:ext cx="818280" cy="538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D1FF101-427B-1E57-3AFA-F2746FF44AC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63435" y="1150908"/>
                <a:ext cx="835920" cy="55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26D7341-D9A5-4F67-77DF-FDE0F882551F}"/>
                  </a:ext>
                </a:extLst>
              </p14:cNvPr>
              <p14:cNvContentPartPr/>
              <p14:nvPr/>
            </p14:nvContentPartPr>
            <p14:xfrm>
              <a:off x="3339835" y="696588"/>
              <a:ext cx="1090080" cy="8100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26D7341-D9A5-4F67-77DF-FDE0F882551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31195" y="687948"/>
                <a:ext cx="1107720" cy="82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BE1F956-499A-20B4-452A-42EE20D57F0A}"/>
                  </a:ext>
                </a:extLst>
              </p14:cNvPr>
              <p14:cNvContentPartPr/>
              <p14:nvPr/>
            </p14:nvContentPartPr>
            <p14:xfrm>
              <a:off x="4808275" y="734748"/>
              <a:ext cx="802080" cy="4212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BE1F956-499A-20B4-452A-42EE20D57F0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799275" y="726108"/>
                <a:ext cx="819720" cy="43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33B0FCB-EA5B-D41D-09FB-DDBC69AF30FA}"/>
                  </a:ext>
                </a:extLst>
              </p14:cNvPr>
              <p14:cNvContentPartPr/>
              <p14:nvPr/>
            </p14:nvContentPartPr>
            <p14:xfrm>
              <a:off x="5537635" y="847068"/>
              <a:ext cx="869760" cy="116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33B0FCB-EA5B-D41D-09FB-DDBC69AF30F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528995" y="838068"/>
                <a:ext cx="887400" cy="13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3079E26-D4D3-1E01-C2D3-DCE2F71B4E0E}"/>
                  </a:ext>
                </a:extLst>
              </p14:cNvPr>
              <p14:cNvContentPartPr/>
              <p14:nvPr/>
            </p14:nvContentPartPr>
            <p14:xfrm>
              <a:off x="7312435" y="547548"/>
              <a:ext cx="18360" cy="144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3079E26-D4D3-1E01-C2D3-DCE2F71B4E0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303795" y="538548"/>
                <a:ext cx="3600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0AE44CF-CB01-C595-32E7-EA8F1CDD968F}"/>
                  </a:ext>
                </a:extLst>
              </p14:cNvPr>
              <p14:cNvContentPartPr/>
              <p14:nvPr/>
            </p14:nvContentPartPr>
            <p14:xfrm>
              <a:off x="6906355" y="455748"/>
              <a:ext cx="412560" cy="8334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0AE44CF-CB01-C595-32E7-EA8F1CDD968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97355" y="447108"/>
                <a:ext cx="430200" cy="85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D54E190-70A8-B39F-AEBD-72E55B22528A}"/>
                  </a:ext>
                </a:extLst>
              </p14:cNvPr>
              <p14:cNvContentPartPr/>
              <p14:nvPr/>
            </p14:nvContentPartPr>
            <p14:xfrm>
              <a:off x="7789075" y="401388"/>
              <a:ext cx="1951200" cy="598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D54E190-70A8-B39F-AEBD-72E55B22528A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780435" y="392388"/>
                <a:ext cx="1968840" cy="61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883802A-8F40-8268-C6CC-7562F8E11EC2}"/>
                  </a:ext>
                </a:extLst>
              </p14:cNvPr>
              <p14:cNvContentPartPr/>
              <p14:nvPr/>
            </p14:nvContentPartPr>
            <p14:xfrm>
              <a:off x="2145715" y="1538268"/>
              <a:ext cx="6332040" cy="6685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883802A-8F40-8268-C6CC-7562F8E11EC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137075" y="1529628"/>
                <a:ext cx="6349680" cy="68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F528674D-7E40-C0BD-A861-8A4C5A78F4CC}"/>
                  </a:ext>
                </a:extLst>
              </p14:cNvPr>
              <p14:cNvContentPartPr/>
              <p14:nvPr/>
            </p14:nvContentPartPr>
            <p14:xfrm>
              <a:off x="7690075" y="958668"/>
              <a:ext cx="2157480" cy="1717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F528674D-7E40-C0BD-A861-8A4C5A78F4C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681075" y="950028"/>
                <a:ext cx="2175120" cy="18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C1A66FB-C2E9-EF74-7A73-DA212CE6BAF0}"/>
                  </a:ext>
                </a:extLst>
              </p14:cNvPr>
              <p14:cNvContentPartPr/>
              <p14:nvPr/>
            </p14:nvContentPartPr>
            <p14:xfrm>
              <a:off x="482515" y="2989068"/>
              <a:ext cx="1627560" cy="22507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C1A66FB-C2E9-EF74-7A73-DA212CE6BAF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73515" y="2980068"/>
                <a:ext cx="1645200" cy="2268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0EB9A097-7793-775A-5569-8DB1A5F87FB2}"/>
              </a:ext>
            </a:extLst>
          </p:cNvPr>
          <p:cNvGrpSpPr/>
          <p:nvPr/>
        </p:nvGrpSpPr>
        <p:grpSpPr>
          <a:xfrm>
            <a:off x="3010435" y="2635548"/>
            <a:ext cx="7195680" cy="3506760"/>
            <a:chOff x="3010435" y="2635548"/>
            <a:chExt cx="7195680" cy="350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F8E34C1-78D3-FB7C-3AD7-58F9BC56BADB}"/>
                    </a:ext>
                  </a:extLst>
                </p14:cNvPr>
                <p14:cNvContentPartPr/>
                <p14:nvPr/>
              </p14:nvContentPartPr>
              <p14:xfrm>
                <a:off x="3010435" y="2671908"/>
                <a:ext cx="1495800" cy="11772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F8E34C1-78D3-FB7C-3AD7-58F9BC56BAD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01795" y="2663268"/>
                  <a:ext cx="1513440" cy="11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0AD8217-1DE1-9C30-1ACF-55C358F1557E}"/>
                    </a:ext>
                  </a:extLst>
                </p14:cNvPr>
                <p14:cNvContentPartPr/>
                <p14:nvPr/>
              </p14:nvContentPartPr>
              <p14:xfrm>
                <a:off x="6607195" y="2635548"/>
                <a:ext cx="102960" cy="30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0AD8217-1DE1-9C30-1ACF-55C358F1557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598555" y="2626548"/>
                  <a:ext cx="1206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BDC5B9C-FF56-0F0F-558F-3B796FDE2193}"/>
                    </a:ext>
                  </a:extLst>
                </p14:cNvPr>
                <p14:cNvContentPartPr/>
                <p14:nvPr/>
              </p14:nvContentPartPr>
              <p14:xfrm>
                <a:off x="5457355" y="3320988"/>
                <a:ext cx="699480" cy="1209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BDC5B9C-FF56-0F0F-558F-3B796FDE21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448355" y="3312348"/>
                  <a:ext cx="717120" cy="12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341CC60-5A0C-D240-3479-195CD3D7E727}"/>
                    </a:ext>
                  </a:extLst>
                </p14:cNvPr>
                <p14:cNvContentPartPr/>
                <p14:nvPr/>
              </p14:nvContentPartPr>
              <p14:xfrm>
                <a:off x="6397315" y="2911308"/>
                <a:ext cx="591840" cy="1627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341CC60-5A0C-D240-3479-195CD3D7E72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88675" y="2902308"/>
                  <a:ext cx="609480" cy="16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653C996-7BA1-1747-1F94-3C5F5D0521DC}"/>
                    </a:ext>
                  </a:extLst>
                </p14:cNvPr>
                <p14:cNvContentPartPr/>
                <p14:nvPr/>
              </p14:nvContentPartPr>
              <p14:xfrm>
                <a:off x="7048555" y="3340428"/>
                <a:ext cx="628560" cy="1467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653C996-7BA1-1747-1F94-3C5F5D0521D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039555" y="3331788"/>
                  <a:ext cx="646200" cy="14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D253ED9-3D09-390E-6E1C-50A829622044}"/>
                    </a:ext>
                  </a:extLst>
                </p14:cNvPr>
                <p14:cNvContentPartPr/>
                <p14:nvPr/>
              </p14:nvContentPartPr>
              <p14:xfrm>
                <a:off x="7582795" y="2833188"/>
                <a:ext cx="24480" cy="28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D253ED9-3D09-390E-6E1C-50A82962204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573795" y="2824188"/>
                  <a:ext cx="421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2CB186D-91E8-A496-2B3C-8E9AE7EFEA87}"/>
                    </a:ext>
                  </a:extLst>
                </p14:cNvPr>
                <p14:cNvContentPartPr/>
                <p14:nvPr/>
              </p14:nvContentPartPr>
              <p14:xfrm>
                <a:off x="7833715" y="3438708"/>
                <a:ext cx="426960" cy="543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2CB186D-91E8-A496-2B3C-8E9AE7EFEA8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24715" y="3429708"/>
                  <a:ext cx="44460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C3C0292-55BB-E8DD-10BD-EF8028A8CB9F}"/>
                    </a:ext>
                  </a:extLst>
                </p14:cNvPr>
                <p14:cNvContentPartPr/>
                <p14:nvPr/>
              </p14:nvContentPartPr>
              <p14:xfrm>
                <a:off x="8538235" y="3049908"/>
                <a:ext cx="235080" cy="642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C3C0292-55BB-E8DD-10BD-EF8028A8CB9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529235" y="3041268"/>
                  <a:ext cx="252720" cy="66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1FB5EF8-A56B-1318-DEC8-71B8CCF50018}"/>
                    </a:ext>
                  </a:extLst>
                </p14:cNvPr>
                <p14:cNvContentPartPr/>
                <p14:nvPr/>
              </p14:nvContentPartPr>
              <p14:xfrm>
                <a:off x="8507635" y="3466788"/>
                <a:ext cx="421200" cy="20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1FB5EF8-A56B-1318-DEC8-71B8CCF5001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98635" y="3457788"/>
                  <a:ext cx="4388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6FC5E53-4124-D07B-3559-CB3B41EF6008}"/>
                    </a:ext>
                  </a:extLst>
                </p14:cNvPr>
                <p14:cNvContentPartPr/>
                <p14:nvPr/>
              </p14:nvContentPartPr>
              <p14:xfrm>
                <a:off x="7748035" y="3452028"/>
                <a:ext cx="371520" cy="245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6FC5E53-4124-D07B-3559-CB3B41EF600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739035" y="3443028"/>
                  <a:ext cx="3891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C9C7F48-790F-A651-A434-11298B43FCA2}"/>
                    </a:ext>
                  </a:extLst>
                </p14:cNvPr>
                <p14:cNvContentPartPr/>
                <p14:nvPr/>
              </p14:nvContentPartPr>
              <p14:xfrm>
                <a:off x="8113795" y="3441948"/>
                <a:ext cx="260280" cy="736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C9C7F48-790F-A651-A434-11298B43FCA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105155" y="3433308"/>
                  <a:ext cx="277920" cy="75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1B3C7C4-5D07-BE08-E0C5-9215F6C2560E}"/>
                    </a:ext>
                  </a:extLst>
                </p14:cNvPr>
                <p14:cNvContentPartPr/>
                <p14:nvPr/>
              </p14:nvContentPartPr>
              <p14:xfrm>
                <a:off x="4662115" y="4786548"/>
                <a:ext cx="4245480" cy="548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1B3C7C4-5D07-BE08-E0C5-9215F6C2560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653475" y="4777548"/>
                  <a:ext cx="4263120" cy="56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BCD170F-C615-D710-5A53-1B7637DFA325}"/>
                    </a:ext>
                  </a:extLst>
                </p14:cNvPr>
                <p14:cNvContentPartPr/>
                <p14:nvPr/>
              </p14:nvContentPartPr>
              <p14:xfrm>
                <a:off x="6955675" y="5699868"/>
                <a:ext cx="111240" cy="4107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BCD170F-C615-D710-5A53-1B7637DFA32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947035" y="5691228"/>
                  <a:ext cx="1288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7DE6550-6C88-937B-D4F7-D0FEE8FF91D2}"/>
                    </a:ext>
                  </a:extLst>
                </p14:cNvPr>
                <p14:cNvContentPartPr/>
                <p14:nvPr/>
              </p14:nvContentPartPr>
              <p14:xfrm>
                <a:off x="7141435" y="5384508"/>
                <a:ext cx="100440" cy="75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7DE6550-6C88-937B-D4F7-D0FEE8FF91D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132435" y="5375508"/>
                  <a:ext cx="1180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89A8344-E3BA-6BF9-1337-E26633230D58}"/>
                    </a:ext>
                  </a:extLst>
                </p14:cNvPr>
                <p14:cNvContentPartPr/>
                <p14:nvPr/>
              </p14:nvContentPartPr>
              <p14:xfrm>
                <a:off x="7716715" y="5608068"/>
                <a:ext cx="125640" cy="534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89A8344-E3BA-6BF9-1337-E26633230D5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707715" y="5599068"/>
                  <a:ext cx="143280" cy="55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E6F82A6-4272-3B8C-DFEA-2FACB4B41759}"/>
                    </a:ext>
                  </a:extLst>
                </p14:cNvPr>
                <p14:cNvContentPartPr/>
                <p14:nvPr/>
              </p14:nvContentPartPr>
              <p14:xfrm>
                <a:off x="7429435" y="5857548"/>
                <a:ext cx="483840" cy="183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E6F82A6-4272-3B8C-DFEA-2FACB4B4175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420795" y="5848548"/>
                  <a:ext cx="5014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48A9DBA-F6B0-1339-DAF5-6C1FBBE7520E}"/>
                    </a:ext>
                  </a:extLst>
                </p14:cNvPr>
                <p14:cNvContentPartPr/>
                <p14:nvPr/>
              </p14:nvContentPartPr>
              <p14:xfrm>
                <a:off x="8415835" y="5273628"/>
                <a:ext cx="1790280" cy="713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48A9DBA-F6B0-1339-DAF5-6C1FBBE7520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407195" y="5264628"/>
                  <a:ext cx="1807920" cy="731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94933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5B87CA53-503D-3BE5-58C8-1EC06A1D1BC6}"/>
              </a:ext>
            </a:extLst>
          </p:cNvPr>
          <p:cNvGrpSpPr/>
          <p:nvPr/>
        </p:nvGrpSpPr>
        <p:grpSpPr>
          <a:xfrm>
            <a:off x="1664755" y="651588"/>
            <a:ext cx="6905160" cy="3221280"/>
            <a:chOff x="1664755" y="651588"/>
            <a:chExt cx="6905160" cy="322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032420D-CC66-2D16-3849-EBE5508083B1}"/>
                    </a:ext>
                  </a:extLst>
                </p14:cNvPr>
                <p14:cNvContentPartPr/>
                <p14:nvPr/>
              </p14:nvContentPartPr>
              <p14:xfrm>
                <a:off x="1664755" y="698388"/>
                <a:ext cx="440640" cy="4334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032420D-CC66-2D16-3849-EBE5508083B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55755" y="689748"/>
                  <a:ext cx="45828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5D71742-C7E9-9F7A-FF53-4947C6B2CFC8}"/>
                    </a:ext>
                  </a:extLst>
                </p14:cNvPr>
                <p14:cNvContentPartPr/>
                <p14:nvPr/>
              </p14:nvContentPartPr>
              <p14:xfrm>
                <a:off x="2337595" y="651588"/>
                <a:ext cx="65520" cy="408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5D71742-C7E9-9F7A-FF53-4947C6B2CFC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28595" y="642948"/>
                  <a:ext cx="8316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7297F8A-E959-8584-0777-F2D8735108ED}"/>
                    </a:ext>
                  </a:extLst>
                </p14:cNvPr>
                <p14:cNvContentPartPr/>
                <p14:nvPr/>
              </p14:nvContentPartPr>
              <p14:xfrm>
                <a:off x="2569075" y="829428"/>
                <a:ext cx="744480" cy="180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7297F8A-E959-8584-0777-F2D8735108E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60075" y="820428"/>
                  <a:ext cx="7621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72418C1-95C8-F948-0293-9F74103920CA}"/>
                    </a:ext>
                  </a:extLst>
                </p14:cNvPr>
                <p14:cNvContentPartPr/>
                <p14:nvPr/>
              </p14:nvContentPartPr>
              <p14:xfrm>
                <a:off x="2254435" y="1363668"/>
                <a:ext cx="82440" cy="437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72418C1-95C8-F948-0293-9F74103920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45435" y="1354668"/>
                  <a:ext cx="100080" cy="4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48265F9-0262-FC48-16B5-5DED973DEDAF}"/>
                    </a:ext>
                  </a:extLst>
                </p14:cNvPr>
                <p14:cNvContentPartPr/>
                <p14:nvPr/>
              </p14:nvContentPartPr>
              <p14:xfrm>
                <a:off x="2009635" y="1437468"/>
                <a:ext cx="252360" cy="183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48265F9-0262-FC48-16B5-5DED973DEDA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00635" y="1428468"/>
                  <a:ext cx="2700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32A6436-55C6-79BF-E04B-AC69DFE67A1B}"/>
                    </a:ext>
                  </a:extLst>
                </p14:cNvPr>
                <p14:cNvContentPartPr/>
                <p14:nvPr/>
              </p14:nvContentPartPr>
              <p14:xfrm>
                <a:off x="2444875" y="1413708"/>
                <a:ext cx="317520" cy="79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32A6436-55C6-79BF-E04B-AC69DFE67A1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435875" y="1404708"/>
                  <a:ext cx="3351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D5F0E77-4AEA-568D-3DBF-6E5CFB64B31E}"/>
                    </a:ext>
                  </a:extLst>
                </p14:cNvPr>
                <p14:cNvContentPartPr/>
                <p14:nvPr/>
              </p14:nvContentPartPr>
              <p14:xfrm>
                <a:off x="1862395" y="2531148"/>
                <a:ext cx="168480" cy="1037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D5F0E77-4AEA-568D-3DBF-6E5CFB64B31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53755" y="2522508"/>
                  <a:ext cx="186120" cy="10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5EB2771-9CC9-01D5-2A41-D60F5717A4FE}"/>
                    </a:ext>
                  </a:extLst>
                </p14:cNvPr>
                <p14:cNvContentPartPr/>
                <p14:nvPr/>
              </p14:nvContentPartPr>
              <p14:xfrm>
                <a:off x="1892635" y="2657508"/>
                <a:ext cx="631080" cy="803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5EB2771-9CC9-01D5-2A41-D60F5717A4F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883635" y="2648508"/>
                  <a:ext cx="648720" cy="82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451C357-04E9-C4F0-FC98-D2B8A882C89C}"/>
                    </a:ext>
                  </a:extLst>
                </p14:cNvPr>
                <p14:cNvContentPartPr/>
                <p14:nvPr/>
              </p14:nvContentPartPr>
              <p14:xfrm>
                <a:off x="2594995" y="2973948"/>
                <a:ext cx="415440" cy="288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451C357-04E9-C4F0-FC98-D2B8A882C89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86355" y="2965308"/>
                  <a:ext cx="4330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19DE816-382A-6C9F-9446-A4341F95C988}"/>
                    </a:ext>
                  </a:extLst>
                </p14:cNvPr>
                <p14:cNvContentPartPr/>
                <p14:nvPr/>
              </p14:nvContentPartPr>
              <p14:xfrm>
                <a:off x="3069475" y="2919948"/>
                <a:ext cx="839520" cy="2278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19DE816-382A-6C9F-9446-A4341F95C98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60835" y="2911308"/>
                  <a:ext cx="8571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8CDC60D-D53A-CA53-225D-4869079922A0}"/>
                    </a:ext>
                  </a:extLst>
                </p14:cNvPr>
                <p14:cNvContentPartPr/>
                <p14:nvPr/>
              </p14:nvContentPartPr>
              <p14:xfrm>
                <a:off x="4131475" y="2815548"/>
                <a:ext cx="217800" cy="260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8CDC60D-D53A-CA53-225D-4869079922A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22835" y="2806908"/>
                  <a:ext cx="23544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E53BBB5-8CC2-D085-D575-87BE3C6EF94A}"/>
                    </a:ext>
                  </a:extLst>
                </p14:cNvPr>
                <p14:cNvContentPartPr/>
                <p14:nvPr/>
              </p14:nvContentPartPr>
              <p14:xfrm>
                <a:off x="2999275" y="1233348"/>
                <a:ext cx="69120" cy="1013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E53BBB5-8CC2-D085-D575-87BE3C6EF94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990635" y="1224708"/>
                  <a:ext cx="86760" cy="10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262C0AB-6C82-B3AE-00E4-D6EFC700369F}"/>
                    </a:ext>
                  </a:extLst>
                </p14:cNvPr>
                <p14:cNvContentPartPr/>
                <p14:nvPr/>
              </p14:nvContentPartPr>
              <p14:xfrm>
                <a:off x="2794435" y="1940028"/>
                <a:ext cx="718920" cy="426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262C0AB-6C82-B3AE-00E4-D6EFC700369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785795" y="1931028"/>
                  <a:ext cx="73656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BDE83D3-7AE6-F1A6-FA73-FC5800E4DC1D}"/>
                    </a:ext>
                  </a:extLst>
                </p14:cNvPr>
                <p14:cNvContentPartPr/>
                <p14:nvPr/>
              </p14:nvContentPartPr>
              <p14:xfrm>
                <a:off x="4492555" y="2912388"/>
                <a:ext cx="1568880" cy="69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BDE83D3-7AE6-F1A6-FA73-FC5800E4DC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483915" y="2903388"/>
                  <a:ext cx="15865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43AE2D4-C6F3-A4C8-7C9E-D84666267AAE}"/>
                    </a:ext>
                  </a:extLst>
                </p14:cNvPr>
                <p14:cNvContentPartPr/>
                <p14:nvPr/>
              </p14:nvContentPartPr>
              <p14:xfrm>
                <a:off x="5883595" y="1978188"/>
                <a:ext cx="312840" cy="1003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43AE2D4-C6F3-A4C8-7C9E-D84666267AA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874955" y="1969548"/>
                  <a:ext cx="330480" cy="10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061E945-C944-4AE8-D454-2D0F97F7DD86}"/>
                    </a:ext>
                  </a:extLst>
                </p14:cNvPr>
                <p14:cNvContentPartPr/>
                <p14:nvPr/>
              </p14:nvContentPartPr>
              <p14:xfrm>
                <a:off x="5672635" y="2958828"/>
                <a:ext cx="266760" cy="708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061E945-C944-4AE8-D454-2D0F97F7DD8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663995" y="2950188"/>
                  <a:ext cx="284400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BC3C83E-E703-C853-DBD8-0BED8D2BD290}"/>
                    </a:ext>
                  </a:extLst>
                </p14:cNvPr>
                <p14:cNvContentPartPr/>
                <p14:nvPr/>
              </p14:nvContentPartPr>
              <p14:xfrm>
                <a:off x="5594515" y="3688188"/>
                <a:ext cx="1484640" cy="184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BC3C83E-E703-C853-DBD8-0BED8D2BD29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585515" y="3679188"/>
                  <a:ext cx="15022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07FEABB-74DE-B4A8-1DB0-6452937235A6}"/>
                    </a:ext>
                  </a:extLst>
                </p14:cNvPr>
                <p14:cNvContentPartPr/>
                <p14:nvPr/>
              </p14:nvContentPartPr>
              <p14:xfrm>
                <a:off x="6305875" y="1908348"/>
                <a:ext cx="621360" cy="30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07FEABB-74DE-B4A8-1DB0-6452937235A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96875" y="1899708"/>
                  <a:ext cx="6390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F347D15-3000-2D51-A79F-DC92824856B4}"/>
                    </a:ext>
                  </a:extLst>
                </p14:cNvPr>
                <p14:cNvContentPartPr/>
                <p14:nvPr/>
              </p14:nvContentPartPr>
              <p14:xfrm>
                <a:off x="7453195" y="1636548"/>
                <a:ext cx="137160" cy="555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F347D15-3000-2D51-A79F-DC92824856B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444555" y="1627548"/>
                  <a:ext cx="154800" cy="57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058D191-F3D8-C843-6BC3-AA690CD38A46}"/>
                    </a:ext>
                  </a:extLst>
                </p14:cNvPr>
                <p14:cNvContentPartPr/>
                <p14:nvPr/>
              </p14:nvContentPartPr>
              <p14:xfrm>
                <a:off x="7691155" y="1456908"/>
                <a:ext cx="878760" cy="793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058D191-F3D8-C843-6BC3-AA690CD38A4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82515" y="1447908"/>
                  <a:ext cx="896400" cy="81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0B8425E-BC7F-6EBD-82B1-0F773A730975}"/>
                    </a:ext>
                  </a:extLst>
                </p14:cNvPr>
                <p14:cNvContentPartPr/>
                <p14:nvPr/>
              </p14:nvContentPartPr>
              <p14:xfrm>
                <a:off x="7796635" y="2960988"/>
                <a:ext cx="37080" cy="700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0B8425E-BC7F-6EBD-82B1-0F773A73097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787995" y="2952348"/>
                  <a:ext cx="54720" cy="71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DC561C4-917A-89B0-7F83-47FABC298CE5}"/>
                    </a:ext>
                  </a:extLst>
                </p14:cNvPr>
                <p14:cNvContentPartPr/>
                <p14:nvPr/>
              </p14:nvContentPartPr>
              <p14:xfrm>
                <a:off x="7856395" y="2793948"/>
                <a:ext cx="483840" cy="101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DC561C4-917A-89B0-7F83-47FABC298CE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847755" y="2784948"/>
                  <a:ext cx="5014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71BAC07-3AFF-5C28-9ED2-9F6750F14CB2}"/>
                    </a:ext>
                  </a:extLst>
                </p14:cNvPr>
                <p14:cNvContentPartPr/>
                <p14:nvPr/>
              </p14:nvContentPartPr>
              <p14:xfrm>
                <a:off x="7653715" y="3290028"/>
                <a:ext cx="574200" cy="92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71BAC07-3AFF-5C28-9ED2-9F6750F14CB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45075" y="3281028"/>
                  <a:ext cx="591840" cy="110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53582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06CB45A9-CAC8-83A7-0C9A-8267025B06EB}"/>
                  </a:ext>
                </a:extLst>
              </p14:cNvPr>
              <p14:cNvContentPartPr/>
              <p14:nvPr/>
            </p14:nvContentPartPr>
            <p14:xfrm>
              <a:off x="8987515" y="2449428"/>
              <a:ext cx="1239480" cy="1778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06CB45A9-CAC8-83A7-0C9A-8267025B06E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78875" y="2440788"/>
                <a:ext cx="125712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73923410-891B-05A3-4A27-B2831513C6F1}"/>
                  </a:ext>
                </a:extLst>
              </p14:cNvPr>
              <p14:cNvContentPartPr/>
              <p14:nvPr/>
            </p14:nvContentPartPr>
            <p14:xfrm>
              <a:off x="9687715" y="-20532"/>
              <a:ext cx="777240" cy="311328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73923410-891B-05A3-4A27-B2831513C6F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78715" y="-29532"/>
                <a:ext cx="794880" cy="313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2" name="Group 111">
            <a:extLst>
              <a:ext uri="{FF2B5EF4-FFF2-40B4-BE49-F238E27FC236}">
                <a16:creationId xmlns:a16="http://schemas.microsoft.com/office/drawing/2014/main" id="{AEA284CA-4F62-CCFB-1863-82461768E5F8}"/>
              </a:ext>
            </a:extLst>
          </p:cNvPr>
          <p:cNvGrpSpPr/>
          <p:nvPr/>
        </p:nvGrpSpPr>
        <p:grpSpPr>
          <a:xfrm>
            <a:off x="762595" y="22731"/>
            <a:ext cx="11576160" cy="6674400"/>
            <a:chOff x="762595" y="22731"/>
            <a:chExt cx="11576160" cy="667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1F1BB55-61A2-15A6-E10D-6EC37E6E8941}"/>
                    </a:ext>
                  </a:extLst>
                </p14:cNvPr>
                <p14:cNvContentPartPr/>
                <p14:nvPr/>
              </p14:nvContentPartPr>
              <p14:xfrm>
                <a:off x="1525435" y="912228"/>
                <a:ext cx="165600" cy="9162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1F1BB55-61A2-15A6-E10D-6EC37E6E894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16795" y="903228"/>
                  <a:ext cx="183240" cy="9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F313277-91C4-2E9A-9370-71EB72AAFE08}"/>
                    </a:ext>
                  </a:extLst>
                </p14:cNvPr>
                <p14:cNvContentPartPr/>
                <p14:nvPr/>
              </p14:nvContentPartPr>
              <p14:xfrm>
                <a:off x="1692835" y="1069548"/>
                <a:ext cx="589680" cy="8305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F313277-91C4-2E9A-9370-71EB72AAFE0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83835" y="1060548"/>
                  <a:ext cx="607320" cy="84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FF31716-0898-069D-BD9B-BF4D85F07D8A}"/>
                    </a:ext>
                  </a:extLst>
                </p14:cNvPr>
                <p14:cNvContentPartPr/>
                <p14:nvPr/>
              </p14:nvContentPartPr>
              <p14:xfrm>
                <a:off x="2434795" y="1301388"/>
                <a:ext cx="371880" cy="4395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FF31716-0898-069D-BD9B-BF4D85F07D8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25795" y="1292748"/>
                  <a:ext cx="38952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9462AC5-747F-AC05-53C0-9E4DEE6D1803}"/>
                    </a:ext>
                  </a:extLst>
                </p14:cNvPr>
                <p14:cNvContentPartPr/>
                <p14:nvPr/>
              </p14:nvContentPartPr>
              <p14:xfrm>
                <a:off x="2843755" y="1239828"/>
                <a:ext cx="592560" cy="401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9462AC5-747F-AC05-53C0-9E4DEE6D180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835115" y="1231188"/>
                  <a:ext cx="61020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3799848-B88C-58C0-4936-05996F1AE8EF}"/>
                    </a:ext>
                  </a:extLst>
                </p14:cNvPr>
                <p14:cNvContentPartPr/>
                <p14:nvPr/>
              </p14:nvContentPartPr>
              <p14:xfrm>
                <a:off x="3718915" y="814308"/>
                <a:ext cx="651600" cy="721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3799848-B88C-58C0-4936-05996F1AE8E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710275" y="805668"/>
                  <a:ext cx="669240" cy="7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9D8BB5C-FD26-1C22-EA74-E2829129F8C1}"/>
                    </a:ext>
                  </a:extLst>
                </p14:cNvPr>
                <p14:cNvContentPartPr/>
                <p14:nvPr/>
              </p14:nvContentPartPr>
              <p14:xfrm>
                <a:off x="4665715" y="933828"/>
                <a:ext cx="75240" cy="33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9D8BB5C-FD26-1C22-EA74-E2829129F8C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57075" y="925188"/>
                  <a:ext cx="928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A2034EA-2662-0A29-B530-E5BECE022F03}"/>
                    </a:ext>
                  </a:extLst>
                </p14:cNvPr>
                <p14:cNvContentPartPr/>
                <p14:nvPr/>
              </p14:nvContentPartPr>
              <p14:xfrm>
                <a:off x="4690915" y="1145508"/>
                <a:ext cx="517680" cy="414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A2034EA-2662-0A29-B530-E5BECE022F0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82275" y="1136508"/>
                  <a:ext cx="53532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16C491F-D930-154E-C255-844BFA0943B9}"/>
                    </a:ext>
                  </a:extLst>
                </p14:cNvPr>
                <p14:cNvContentPartPr/>
                <p14:nvPr/>
              </p14:nvContentPartPr>
              <p14:xfrm>
                <a:off x="5230915" y="1120668"/>
                <a:ext cx="252000" cy="423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16C491F-D930-154E-C255-844BFA0943B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2275" y="1112028"/>
                  <a:ext cx="26964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E5BECA1-CD9B-CEBE-B9BD-76216935524A}"/>
                    </a:ext>
                  </a:extLst>
                </p14:cNvPr>
                <p14:cNvContentPartPr/>
                <p14:nvPr/>
              </p14:nvContentPartPr>
              <p14:xfrm>
                <a:off x="5771635" y="1159548"/>
                <a:ext cx="379080" cy="273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E5BECA1-CD9B-CEBE-B9BD-76216935524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62635" y="1150908"/>
                  <a:ext cx="39672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31BF2F3-6AD8-A84E-775D-BFCA7409D833}"/>
                    </a:ext>
                  </a:extLst>
                </p14:cNvPr>
                <p14:cNvContentPartPr/>
                <p14:nvPr/>
              </p14:nvContentPartPr>
              <p14:xfrm>
                <a:off x="6250435" y="1237308"/>
                <a:ext cx="943200" cy="334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31BF2F3-6AD8-A84E-775D-BFCA7409D83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41795" y="1228308"/>
                  <a:ext cx="96084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59D5F20-617E-39F8-334A-1EE9D920478B}"/>
                    </a:ext>
                  </a:extLst>
                </p14:cNvPr>
                <p14:cNvContentPartPr/>
                <p14:nvPr/>
              </p14:nvContentPartPr>
              <p14:xfrm>
                <a:off x="6876115" y="862548"/>
                <a:ext cx="491040" cy="672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59D5F20-617E-39F8-334A-1EE9D920478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867115" y="853548"/>
                  <a:ext cx="508680" cy="69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09E79ED-4BDD-0B33-93CB-ACC124B86A3F}"/>
                    </a:ext>
                  </a:extLst>
                </p14:cNvPr>
                <p14:cNvContentPartPr/>
                <p14:nvPr/>
              </p14:nvContentPartPr>
              <p14:xfrm>
                <a:off x="4316155" y="1945428"/>
                <a:ext cx="750240" cy="88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09E79ED-4BDD-0B33-93CB-ACC124B86A3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07515" y="1936428"/>
                  <a:ext cx="7678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4BDAD8E-DF2D-4601-F2B7-318F68CE5C9A}"/>
                    </a:ext>
                  </a:extLst>
                </p14:cNvPr>
                <p14:cNvContentPartPr/>
                <p14:nvPr/>
              </p14:nvContentPartPr>
              <p14:xfrm>
                <a:off x="4058755" y="3433668"/>
                <a:ext cx="818640" cy="306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4BDAD8E-DF2D-4601-F2B7-318F68CE5C9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49755" y="3424668"/>
                  <a:ext cx="8362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F8130DF-E50C-9BF5-DB3C-943D1DCCF284}"/>
                    </a:ext>
                  </a:extLst>
                </p14:cNvPr>
                <p14:cNvContentPartPr/>
                <p14:nvPr/>
              </p14:nvContentPartPr>
              <p14:xfrm>
                <a:off x="4955155" y="3120468"/>
                <a:ext cx="77400" cy="57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F8130DF-E50C-9BF5-DB3C-943D1DCCF28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946515" y="3111828"/>
                  <a:ext cx="950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928FAC8-53DC-0B38-FA76-A6F09B328263}"/>
                    </a:ext>
                  </a:extLst>
                </p14:cNvPr>
                <p14:cNvContentPartPr/>
                <p14:nvPr/>
              </p14:nvContentPartPr>
              <p14:xfrm>
                <a:off x="5041915" y="3397308"/>
                <a:ext cx="456480" cy="350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928FAC8-53DC-0B38-FA76-A6F09B32826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032915" y="3388668"/>
                  <a:ext cx="4741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8493BEE-1C20-948C-6664-6B8F31CCA781}"/>
                    </a:ext>
                  </a:extLst>
                </p14:cNvPr>
                <p14:cNvContentPartPr/>
                <p14:nvPr/>
              </p14:nvContentPartPr>
              <p14:xfrm>
                <a:off x="5559235" y="3289668"/>
                <a:ext cx="237240" cy="441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8493BEE-1C20-948C-6664-6B8F31CCA78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550595" y="3280668"/>
                  <a:ext cx="254880" cy="45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E2EB2FB-24C3-7F26-03E6-AE30CD243618}"/>
                    </a:ext>
                  </a:extLst>
                </p14:cNvPr>
                <p14:cNvContentPartPr/>
                <p14:nvPr/>
              </p14:nvContentPartPr>
              <p14:xfrm>
                <a:off x="5926075" y="3313788"/>
                <a:ext cx="407880" cy="369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E2EB2FB-24C3-7F26-03E6-AE30CD24361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917075" y="3305148"/>
                  <a:ext cx="42552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EF9D454-5CC9-C3E9-022D-9B277D82F6A9}"/>
                    </a:ext>
                  </a:extLst>
                </p14:cNvPr>
                <p14:cNvContentPartPr/>
                <p14:nvPr/>
              </p14:nvContentPartPr>
              <p14:xfrm>
                <a:off x="6510715" y="3251148"/>
                <a:ext cx="762840" cy="625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EF9D454-5CC9-C3E9-022D-9B277D82F6A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502075" y="3242148"/>
                  <a:ext cx="78048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893C3C8-D2C2-55A1-D7D9-314F5956E647}"/>
                    </a:ext>
                  </a:extLst>
                </p14:cNvPr>
                <p14:cNvContentPartPr/>
                <p14:nvPr/>
              </p14:nvContentPartPr>
              <p14:xfrm>
                <a:off x="2171995" y="3274548"/>
                <a:ext cx="893160" cy="855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893C3C8-D2C2-55A1-D7D9-314F5956E64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162995" y="3265908"/>
                  <a:ext cx="910800" cy="87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150542A-159B-8BA7-4294-EFBC81F9DED9}"/>
                    </a:ext>
                  </a:extLst>
                </p14:cNvPr>
                <p14:cNvContentPartPr/>
                <p14:nvPr/>
              </p14:nvContentPartPr>
              <p14:xfrm>
                <a:off x="2904955" y="3674868"/>
                <a:ext cx="363600" cy="286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150542A-159B-8BA7-4294-EFBC81F9DED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896315" y="3666228"/>
                  <a:ext cx="38124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C11F303-FE75-785C-71A8-0D9032747355}"/>
                    </a:ext>
                  </a:extLst>
                </p14:cNvPr>
                <p14:cNvContentPartPr/>
                <p14:nvPr/>
              </p14:nvContentPartPr>
              <p14:xfrm>
                <a:off x="3410755" y="3455988"/>
                <a:ext cx="579240" cy="444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C11F303-FE75-785C-71A8-0D903274735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401755" y="3446988"/>
                  <a:ext cx="596880" cy="4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316DCC0-F588-03F2-0877-0BEF1FAE3DFB}"/>
                    </a:ext>
                  </a:extLst>
                </p14:cNvPr>
                <p14:cNvContentPartPr/>
                <p14:nvPr/>
              </p14:nvContentPartPr>
              <p14:xfrm>
                <a:off x="4300675" y="3785748"/>
                <a:ext cx="1806840" cy="1169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316DCC0-F588-03F2-0877-0BEF1FAE3DF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291675" y="3777108"/>
                  <a:ext cx="1824480" cy="11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57642DC-934C-0481-7327-98D58CF1BDE7}"/>
                    </a:ext>
                  </a:extLst>
                </p14:cNvPr>
                <p14:cNvContentPartPr/>
                <p14:nvPr/>
              </p14:nvContentPartPr>
              <p14:xfrm>
                <a:off x="6078355" y="4414668"/>
                <a:ext cx="2514960" cy="990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57642DC-934C-0481-7327-98D58CF1BDE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69355" y="4405668"/>
                  <a:ext cx="2532600" cy="10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06F59A8-D085-40BF-E587-783408971D65}"/>
                    </a:ext>
                  </a:extLst>
                </p14:cNvPr>
                <p14:cNvContentPartPr/>
                <p14:nvPr/>
              </p14:nvContentPartPr>
              <p14:xfrm>
                <a:off x="3999355" y="4992468"/>
                <a:ext cx="77400" cy="91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06F59A8-D085-40BF-E587-783408971D6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990355" y="4983828"/>
                  <a:ext cx="9504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E3550E4-D16F-CADF-65FF-082B97FBEB62}"/>
                    </a:ext>
                  </a:extLst>
                </p14:cNvPr>
                <p14:cNvContentPartPr/>
                <p14:nvPr/>
              </p14:nvContentPartPr>
              <p14:xfrm>
                <a:off x="5914915" y="4681428"/>
                <a:ext cx="417600" cy="1315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E3550E4-D16F-CADF-65FF-082B97FBEB6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06275" y="4672428"/>
                  <a:ext cx="435240" cy="133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A9B8443-5831-1B5D-45BC-1711574AC3EB}"/>
                    </a:ext>
                  </a:extLst>
                </p14:cNvPr>
                <p14:cNvContentPartPr/>
                <p14:nvPr/>
              </p14:nvContentPartPr>
              <p14:xfrm>
                <a:off x="3539635" y="6024588"/>
                <a:ext cx="680400" cy="590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A9B8443-5831-1B5D-45BC-1711574AC3E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530995" y="6015948"/>
                  <a:ext cx="698040" cy="60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17F4B64-F5EB-5B03-6CB3-EA54E3305831}"/>
                    </a:ext>
                  </a:extLst>
                </p14:cNvPr>
                <p14:cNvContentPartPr/>
                <p14:nvPr/>
              </p14:nvContentPartPr>
              <p14:xfrm>
                <a:off x="4294555" y="6035388"/>
                <a:ext cx="36360" cy="1054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17F4B64-F5EB-5B03-6CB3-EA54E330583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285555" y="6026748"/>
                  <a:ext cx="540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E3A4E16-1E32-2E0D-3D14-C529F4FDE416}"/>
                    </a:ext>
                  </a:extLst>
                </p14:cNvPr>
                <p14:cNvContentPartPr/>
                <p14:nvPr/>
              </p14:nvContentPartPr>
              <p14:xfrm>
                <a:off x="4317955" y="6291708"/>
                <a:ext cx="132480" cy="44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E3A4E16-1E32-2E0D-3D14-C529F4FDE41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309315" y="6282708"/>
                  <a:ext cx="1501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2306131-AA60-8D7D-CB06-2D11A61F107E}"/>
                    </a:ext>
                  </a:extLst>
                </p14:cNvPr>
                <p14:cNvContentPartPr/>
                <p14:nvPr/>
              </p14:nvContentPartPr>
              <p14:xfrm>
                <a:off x="4625755" y="6195948"/>
                <a:ext cx="238320" cy="1119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2306131-AA60-8D7D-CB06-2D11A61F107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17115" y="6187308"/>
                  <a:ext cx="2559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9F9815B-19FE-E0C6-8FA1-58B890A0FC48}"/>
                    </a:ext>
                  </a:extLst>
                </p14:cNvPr>
                <p14:cNvContentPartPr/>
                <p14:nvPr/>
              </p14:nvContentPartPr>
              <p14:xfrm>
                <a:off x="5668315" y="6128988"/>
                <a:ext cx="55440" cy="385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9F9815B-19FE-E0C6-8FA1-58B890A0FC4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659675" y="6120348"/>
                  <a:ext cx="730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C8DF112-381F-0298-C053-D44918ED3DF6}"/>
                    </a:ext>
                  </a:extLst>
                </p14:cNvPr>
                <p14:cNvContentPartPr/>
                <p14:nvPr/>
              </p14:nvContentPartPr>
              <p14:xfrm>
                <a:off x="5261515" y="6045108"/>
                <a:ext cx="640800" cy="2304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C8DF112-381F-0298-C053-D44918ED3DF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252875" y="6036468"/>
                  <a:ext cx="6584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337604F-4D76-0102-D511-DAE8DCD77C1E}"/>
                    </a:ext>
                  </a:extLst>
                </p14:cNvPr>
                <p14:cNvContentPartPr/>
                <p14:nvPr/>
              </p14:nvContentPartPr>
              <p14:xfrm>
                <a:off x="5939035" y="6369828"/>
                <a:ext cx="34200" cy="125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337604F-4D76-0102-D511-DAE8DCD77C1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930395" y="6360828"/>
                  <a:ext cx="518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8223218-F9DB-770F-E00B-4FD7B8B7502F}"/>
                    </a:ext>
                  </a:extLst>
                </p14:cNvPr>
                <p14:cNvContentPartPr/>
                <p14:nvPr/>
              </p14:nvContentPartPr>
              <p14:xfrm>
                <a:off x="6222715" y="6068868"/>
                <a:ext cx="371880" cy="321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8223218-F9DB-770F-E00B-4FD7B8B7502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13715" y="6060228"/>
                  <a:ext cx="38952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DABCFFC-8851-2388-5F0B-3489F313AAFC}"/>
                    </a:ext>
                  </a:extLst>
                </p14:cNvPr>
                <p14:cNvContentPartPr/>
                <p14:nvPr/>
              </p14:nvContentPartPr>
              <p14:xfrm>
                <a:off x="7863955" y="1070628"/>
                <a:ext cx="1477440" cy="244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DABCFFC-8851-2388-5F0B-3489F313AAF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855315" y="1061628"/>
                  <a:ext cx="149508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7207788-441A-9E13-9F86-4A7C94154831}"/>
                    </a:ext>
                  </a:extLst>
                </p14:cNvPr>
                <p14:cNvContentPartPr/>
                <p14:nvPr/>
              </p14:nvContentPartPr>
              <p14:xfrm>
                <a:off x="8939275" y="1153428"/>
                <a:ext cx="347760" cy="1685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7207788-441A-9E13-9F86-4A7C9415483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930275" y="1144428"/>
                  <a:ext cx="365400" cy="170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6F25BC8-DB06-27FE-A7FC-10A77CEF0CE4}"/>
                    </a:ext>
                  </a:extLst>
                </p14:cNvPr>
                <p14:cNvContentPartPr/>
                <p14:nvPr/>
              </p14:nvContentPartPr>
              <p14:xfrm>
                <a:off x="9299995" y="158748"/>
                <a:ext cx="483840" cy="1060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6F25BC8-DB06-27FE-A7FC-10A77CEF0CE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90995" y="150108"/>
                  <a:ext cx="501480" cy="10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FEE6FCF-6357-D0B4-A1D7-C65480C6628B}"/>
                    </a:ext>
                  </a:extLst>
                </p14:cNvPr>
                <p14:cNvContentPartPr/>
                <p14:nvPr/>
              </p14:nvContentPartPr>
              <p14:xfrm>
                <a:off x="9748195" y="329748"/>
                <a:ext cx="1301400" cy="57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FEE6FCF-6357-D0B4-A1D7-C65480C6628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739555" y="320748"/>
                  <a:ext cx="1319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12E1C59-D25E-596D-0FD9-AD62C90441A6}"/>
                    </a:ext>
                  </a:extLst>
                </p14:cNvPr>
                <p14:cNvContentPartPr/>
                <p14:nvPr/>
              </p14:nvContentPartPr>
              <p14:xfrm>
                <a:off x="9311875" y="1374108"/>
                <a:ext cx="862560" cy="86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12E1C59-D25E-596D-0FD9-AD62C90441A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302875" y="1365468"/>
                  <a:ext cx="8802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13C72E0-D738-5857-1A30-09F5F86FB00C}"/>
                    </a:ext>
                  </a:extLst>
                </p14:cNvPr>
                <p14:cNvContentPartPr/>
                <p14:nvPr/>
              </p14:nvContentPartPr>
              <p14:xfrm>
                <a:off x="8805355" y="2440068"/>
                <a:ext cx="768600" cy="73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13C72E0-D738-5857-1A30-09F5F86FB00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796715" y="2431428"/>
                  <a:ext cx="7862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A78235D-4641-4977-D216-C6898C577C28}"/>
                    </a:ext>
                  </a:extLst>
                </p14:cNvPr>
                <p14:cNvContentPartPr/>
                <p14:nvPr/>
              </p14:nvContentPartPr>
              <p14:xfrm>
                <a:off x="10836475" y="465108"/>
                <a:ext cx="952560" cy="578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A78235D-4641-4977-D216-C6898C577C2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827475" y="456108"/>
                  <a:ext cx="970200" cy="59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4ACDB81-BFA1-0250-927D-CE1F12D35B14}"/>
                    </a:ext>
                  </a:extLst>
                </p14:cNvPr>
                <p14:cNvContentPartPr/>
                <p14:nvPr/>
              </p14:nvContentPartPr>
              <p14:xfrm>
                <a:off x="11910355" y="350988"/>
                <a:ext cx="227160" cy="447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4ACDB81-BFA1-0250-927D-CE1F12D35B1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901715" y="342348"/>
                  <a:ext cx="24480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F334CEE-241D-5A89-EE73-7A9760974BE4}"/>
                    </a:ext>
                  </a:extLst>
                </p14:cNvPr>
                <p14:cNvContentPartPr/>
                <p14:nvPr/>
              </p14:nvContentPartPr>
              <p14:xfrm>
                <a:off x="12109435" y="440268"/>
                <a:ext cx="229320" cy="21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F334CEE-241D-5A89-EE73-7A9760974BE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2100435" y="431268"/>
                  <a:ext cx="2469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3D6C094-8634-C851-7E42-ABA195596BAC}"/>
                    </a:ext>
                  </a:extLst>
                </p14:cNvPr>
                <p14:cNvContentPartPr/>
                <p14:nvPr/>
              </p14:nvContentPartPr>
              <p14:xfrm>
                <a:off x="10199635" y="1293108"/>
                <a:ext cx="289800" cy="674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3D6C094-8634-C851-7E42-ABA195596BA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190995" y="1284468"/>
                  <a:ext cx="307440" cy="69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AFB2E60-E779-CC0E-2A99-79ED263E8420}"/>
                    </a:ext>
                  </a:extLst>
                </p14:cNvPr>
                <p14:cNvContentPartPr/>
                <p14:nvPr/>
              </p14:nvContentPartPr>
              <p14:xfrm>
                <a:off x="10732435" y="1428108"/>
                <a:ext cx="716760" cy="506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AFB2E60-E779-CC0E-2A99-79ED263E842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723435" y="1419468"/>
                  <a:ext cx="734400" cy="52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5A1C968-0DEC-9C7F-0B3E-D856815D2802}"/>
                    </a:ext>
                  </a:extLst>
                </p14:cNvPr>
                <p14:cNvContentPartPr/>
                <p14:nvPr/>
              </p14:nvContentPartPr>
              <p14:xfrm>
                <a:off x="10392235" y="2176908"/>
                <a:ext cx="938880" cy="6130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5A1C968-0DEC-9C7F-0B3E-D856815D280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383235" y="2168268"/>
                  <a:ext cx="956520" cy="63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4B50F47-451E-479D-2056-0FE7A2B8AFD0}"/>
                    </a:ext>
                  </a:extLst>
                </p14:cNvPr>
                <p14:cNvContentPartPr/>
                <p14:nvPr/>
              </p14:nvContentPartPr>
              <p14:xfrm>
                <a:off x="11471875" y="2416308"/>
                <a:ext cx="75960" cy="334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4B50F47-451E-479D-2056-0FE7A2B8AFD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462875" y="2407668"/>
                  <a:ext cx="9360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16EC2A5-2496-EFEC-696F-9144896D5647}"/>
                    </a:ext>
                  </a:extLst>
                </p14:cNvPr>
                <p14:cNvContentPartPr/>
                <p14:nvPr/>
              </p14:nvContentPartPr>
              <p14:xfrm>
                <a:off x="11635315" y="2688828"/>
                <a:ext cx="16200" cy="406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16EC2A5-2496-EFEC-696F-9144896D564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626675" y="2679828"/>
                  <a:ext cx="338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AAE963B-A859-67AF-AE5B-0D2C2B3A1CEA}"/>
                    </a:ext>
                  </a:extLst>
                </p14:cNvPr>
                <p14:cNvContentPartPr/>
                <p14:nvPr/>
              </p14:nvContentPartPr>
              <p14:xfrm>
                <a:off x="11855995" y="2334948"/>
                <a:ext cx="27000" cy="174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AAE963B-A859-67AF-AE5B-0D2C2B3A1CE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847355" y="2325948"/>
                  <a:ext cx="446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9FF0978-C0E9-9BC4-0B58-2A1A4666F8B1}"/>
                    </a:ext>
                  </a:extLst>
                </p14:cNvPr>
                <p14:cNvContentPartPr/>
                <p14:nvPr/>
              </p14:nvContentPartPr>
              <p14:xfrm>
                <a:off x="11757355" y="2520348"/>
                <a:ext cx="242640" cy="125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9FF0978-C0E9-9BC4-0B58-2A1A4666F8B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748355" y="2511708"/>
                  <a:ext cx="2602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A54259C-72C4-AA16-AEFE-60C5D7820249}"/>
                    </a:ext>
                  </a:extLst>
                </p14:cNvPr>
                <p14:cNvContentPartPr/>
                <p14:nvPr/>
              </p14:nvContentPartPr>
              <p14:xfrm>
                <a:off x="8152315" y="5529588"/>
                <a:ext cx="1383120" cy="605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A54259C-72C4-AA16-AEFE-60C5D782024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143675" y="5520948"/>
                  <a:ext cx="1400760" cy="62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367A8E2-0E3B-7A21-6BB6-41562AD4B0C0}"/>
                    </a:ext>
                  </a:extLst>
                </p14:cNvPr>
                <p14:cNvContentPartPr/>
                <p14:nvPr/>
              </p14:nvContentPartPr>
              <p14:xfrm>
                <a:off x="9635875" y="3885828"/>
                <a:ext cx="1188720" cy="1709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367A8E2-0E3B-7A21-6BB6-41562AD4B0C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626875" y="3876828"/>
                  <a:ext cx="1206360" cy="172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2043DFC-6335-6B93-9BBF-F373AE1EA6D9}"/>
                    </a:ext>
                  </a:extLst>
                </p14:cNvPr>
                <p14:cNvContentPartPr/>
                <p14:nvPr/>
              </p14:nvContentPartPr>
              <p14:xfrm>
                <a:off x="8810035" y="2528988"/>
                <a:ext cx="1549440" cy="1107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2043DFC-6335-6B93-9BBF-F373AE1EA6D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801395" y="2520348"/>
                  <a:ext cx="1567080" cy="11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F37BAC2-0374-E3FE-FDBC-1090C8AD8AC3}"/>
                    </a:ext>
                  </a:extLst>
                </p14:cNvPr>
                <p14:cNvContentPartPr/>
                <p14:nvPr/>
              </p14:nvContentPartPr>
              <p14:xfrm>
                <a:off x="10413115" y="2856948"/>
                <a:ext cx="115560" cy="568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F37BAC2-0374-E3FE-FDBC-1090C8AD8AC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404475" y="2847948"/>
                  <a:ext cx="13320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1C52FB7-FB6C-CF5F-30EB-7870A206FADC}"/>
                    </a:ext>
                  </a:extLst>
                </p14:cNvPr>
                <p14:cNvContentPartPr/>
                <p14:nvPr/>
              </p14:nvContentPartPr>
              <p14:xfrm>
                <a:off x="10387555" y="2881068"/>
                <a:ext cx="356040" cy="451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1C52FB7-FB6C-CF5F-30EB-7870A206FAD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378555" y="2872068"/>
                  <a:ext cx="37368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CFCB240-E4F9-1F99-C9F8-EEB538216F0C}"/>
                    </a:ext>
                  </a:extLst>
                </p14:cNvPr>
                <p14:cNvContentPartPr/>
                <p14:nvPr/>
              </p14:nvContentPartPr>
              <p14:xfrm>
                <a:off x="10781035" y="3124788"/>
                <a:ext cx="321120" cy="182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CFCB240-E4F9-1F99-C9F8-EEB538216F0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772395" y="3115788"/>
                  <a:ext cx="3387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8D429A8-4BCD-B066-C260-DA6418D2ABD3}"/>
                    </a:ext>
                  </a:extLst>
                </p14:cNvPr>
                <p14:cNvContentPartPr/>
                <p14:nvPr/>
              </p14:nvContentPartPr>
              <p14:xfrm>
                <a:off x="11267755" y="3139188"/>
                <a:ext cx="182160" cy="350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8D429A8-4BCD-B066-C260-DA6418D2ABD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258755" y="3130548"/>
                  <a:ext cx="19980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4ABA24E-AD33-E54B-125F-4BD30907F9B3}"/>
                    </a:ext>
                  </a:extLst>
                </p14:cNvPr>
                <p14:cNvContentPartPr/>
                <p14:nvPr/>
              </p14:nvContentPartPr>
              <p14:xfrm>
                <a:off x="11448475" y="3096708"/>
                <a:ext cx="268200" cy="330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4ABA24E-AD33-E54B-125F-4BD30907F9B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439835" y="3088068"/>
                  <a:ext cx="28584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DF9143B-AE80-80AA-514F-29D1823BF8D8}"/>
                    </a:ext>
                  </a:extLst>
                </p14:cNvPr>
                <p14:cNvContentPartPr/>
                <p14:nvPr/>
              </p14:nvContentPartPr>
              <p14:xfrm>
                <a:off x="11827195" y="3141348"/>
                <a:ext cx="30600" cy="10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DF9143B-AE80-80AA-514F-29D1823BF8D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818195" y="3132348"/>
                  <a:ext cx="482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DE5102F-F186-BCFA-FD67-291613D5F600}"/>
                    </a:ext>
                  </a:extLst>
                </p14:cNvPr>
                <p14:cNvContentPartPr/>
                <p14:nvPr/>
              </p14:nvContentPartPr>
              <p14:xfrm>
                <a:off x="7220995" y="4734051"/>
                <a:ext cx="122400" cy="529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DE5102F-F186-BCFA-FD67-291613D5F60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211995" y="4725411"/>
                  <a:ext cx="140040" cy="54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B2685E1-0D95-AAB0-6F42-7A6521A5B256}"/>
                    </a:ext>
                  </a:extLst>
                </p14:cNvPr>
                <p14:cNvContentPartPr/>
                <p14:nvPr/>
              </p14:nvContentPartPr>
              <p14:xfrm>
                <a:off x="6799795" y="5686611"/>
                <a:ext cx="39240" cy="3236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B2685E1-0D95-AAB0-6F42-7A6521A5B25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791155" y="5677611"/>
                  <a:ext cx="5688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06FB08A-A05D-9AED-3AC5-FFAD4A1E2ED9}"/>
                    </a:ext>
                  </a:extLst>
                </p14:cNvPr>
                <p14:cNvContentPartPr/>
                <p14:nvPr/>
              </p14:nvContentPartPr>
              <p14:xfrm>
                <a:off x="7023355" y="5536131"/>
                <a:ext cx="857520" cy="4147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06FB08A-A05D-9AED-3AC5-FFAD4A1E2ED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014355" y="5527131"/>
                  <a:ext cx="875160" cy="43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A1F4496-6C5F-724D-A318-6FCC89310806}"/>
                    </a:ext>
                  </a:extLst>
                </p14:cNvPr>
                <p14:cNvContentPartPr/>
                <p14:nvPr/>
              </p14:nvContentPartPr>
              <p14:xfrm>
                <a:off x="6563635" y="5301411"/>
                <a:ext cx="1729080" cy="11520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A1F4496-6C5F-724D-A318-6FCC8931080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554635" y="5292771"/>
                  <a:ext cx="1746720" cy="11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FFF2108-02A6-096D-CACE-9495D05693E5}"/>
                    </a:ext>
                  </a:extLst>
                </p14:cNvPr>
                <p14:cNvContentPartPr/>
                <p14:nvPr/>
              </p14:nvContentPartPr>
              <p14:xfrm>
                <a:off x="6847315" y="5048331"/>
                <a:ext cx="539280" cy="2797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FFF2108-02A6-096D-CACE-9495D05693E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838315" y="5039691"/>
                  <a:ext cx="5569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7ABB7FA-7F78-437A-8430-3A822975CE45}"/>
                    </a:ext>
                  </a:extLst>
                </p14:cNvPr>
                <p14:cNvContentPartPr/>
                <p14:nvPr/>
              </p14:nvContentPartPr>
              <p14:xfrm>
                <a:off x="3916555" y="5603091"/>
                <a:ext cx="527760" cy="3344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7ABB7FA-7F78-437A-8430-3A822975CE4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907555" y="5594091"/>
                  <a:ext cx="54540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DF0DB77-0D08-F859-A014-C00EAEEBC444}"/>
                    </a:ext>
                  </a:extLst>
                </p14:cNvPr>
                <p14:cNvContentPartPr/>
                <p14:nvPr/>
              </p14:nvContentPartPr>
              <p14:xfrm>
                <a:off x="5680195" y="5616051"/>
                <a:ext cx="401400" cy="2487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DF0DB77-0D08-F859-A014-C00EAEEBC44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671555" y="5607051"/>
                  <a:ext cx="4190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5E05D0D-E9F3-5075-7BF5-EA27524E6514}"/>
                    </a:ext>
                  </a:extLst>
                </p14:cNvPr>
                <p14:cNvContentPartPr/>
                <p14:nvPr/>
              </p14:nvContentPartPr>
              <p14:xfrm>
                <a:off x="8265355" y="5304651"/>
                <a:ext cx="372960" cy="1990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5E05D0D-E9F3-5075-7BF5-EA27524E651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256355" y="5295651"/>
                  <a:ext cx="3906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FF9B4DA-E552-4EA8-EF76-95966012D728}"/>
                    </a:ext>
                  </a:extLst>
                </p14:cNvPr>
                <p14:cNvContentPartPr/>
                <p14:nvPr/>
              </p14:nvContentPartPr>
              <p14:xfrm>
                <a:off x="4392115" y="6473931"/>
                <a:ext cx="608040" cy="223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FF9B4DA-E552-4EA8-EF76-95966012D72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383475" y="6465291"/>
                  <a:ext cx="6256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0DEC5F2-08B7-3CAD-8738-13A0375B2ACF}"/>
                    </a:ext>
                  </a:extLst>
                </p14:cNvPr>
                <p14:cNvContentPartPr/>
                <p14:nvPr/>
              </p14:nvContentPartPr>
              <p14:xfrm>
                <a:off x="6092035" y="6529011"/>
                <a:ext cx="513000" cy="95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0DEC5F2-08B7-3CAD-8738-13A0375B2AC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083035" y="6520371"/>
                  <a:ext cx="530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DD51404-E73F-3B05-BE05-8505C93667D8}"/>
                    </a:ext>
                  </a:extLst>
                </p14:cNvPr>
                <p14:cNvContentPartPr/>
                <p14:nvPr/>
              </p14:nvContentPartPr>
              <p14:xfrm>
                <a:off x="7263115" y="6260811"/>
                <a:ext cx="392400" cy="3844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DD51404-E73F-3B05-BE05-8505C93667D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254475" y="6251811"/>
                  <a:ext cx="41004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4F81269-FE9D-2B6F-A5A0-3A1432BB70CB}"/>
                    </a:ext>
                  </a:extLst>
                </p14:cNvPr>
                <p14:cNvContentPartPr/>
                <p14:nvPr/>
              </p14:nvContentPartPr>
              <p14:xfrm>
                <a:off x="8627515" y="6241011"/>
                <a:ext cx="594000" cy="3236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4F81269-FE9D-2B6F-A5A0-3A1432BB70C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618875" y="6232371"/>
                  <a:ext cx="61164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0C2CE62-EDC6-DB19-3B00-8134003ED10A}"/>
                    </a:ext>
                  </a:extLst>
                </p14:cNvPr>
                <p14:cNvContentPartPr/>
                <p14:nvPr/>
              </p14:nvContentPartPr>
              <p14:xfrm>
                <a:off x="8821195" y="6313371"/>
                <a:ext cx="13680" cy="38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0C2CE62-EDC6-DB19-3B00-8134003ED10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812195" y="6304731"/>
                  <a:ext cx="313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7A83DE3-5E9C-BC06-21D3-D96DE6DE09C2}"/>
                    </a:ext>
                  </a:extLst>
                </p14:cNvPr>
                <p14:cNvContentPartPr/>
                <p14:nvPr/>
              </p14:nvContentPartPr>
              <p14:xfrm>
                <a:off x="3088555" y="3742251"/>
                <a:ext cx="4282200" cy="545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7A83DE3-5E9C-BC06-21D3-D96DE6DE09C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079915" y="3733251"/>
                  <a:ext cx="4299840" cy="56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9C22DC2-FB90-8952-C3A2-E5429DB6B177}"/>
                    </a:ext>
                  </a:extLst>
                </p14:cNvPr>
                <p14:cNvContentPartPr/>
                <p14:nvPr/>
              </p14:nvContentPartPr>
              <p14:xfrm>
                <a:off x="7208755" y="2502411"/>
                <a:ext cx="471600" cy="12906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9C22DC2-FB90-8952-C3A2-E5429DB6B17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200115" y="2493771"/>
                  <a:ext cx="489240" cy="13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FA5394B-2DA1-D872-DBE9-CA6402026EE1}"/>
                    </a:ext>
                  </a:extLst>
                </p14:cNvPr>
                <p14:cNvContentPartPr/>
                <p14:nvPr/>
              </p14:nvContentPartPr>
              <p14:xfrm>
                <a:off x="1562515" y="2860611"/>
                <a:ext cx="290880" cy="18223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FA5394B-2DA1-D872-DBE9-CA6402026EE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553515" y="2851971"/>
                  <a:ext cx="308520" cy="18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540484D-D784-C63B-5649-19596CC13B2C}"/>
                    </a:ext>
                  </a:extLst>
                </p14:cNvPr>
                <p14:cNvContentPartPr/>
                <p14:nvPr/>
              </p14:nvContentPartPr>
              <p14:xfrm>
                <a:off x="1552435" y="2190291"/>
                <a:ext cx="6446160" cy="7153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540484D-D784-C63B-5649-19596CC13B2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543795" y="2181291"/>
                  <a:ext cx="646380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74CA3AF-A107-9FCC-8CF3-14AC6E9CC083}"/>
                    </a:ext>
                  </a:extLst>
                </p14:cNvPr>
                <p14:cNvContentPartPr/>
                <p14:nvPr/>
              </p14:nvContentPartPr>
              <p14:xfrm>
                <a:off x="1530835" y="4297371"/>
                <a:ext cx="2560320" cy="2836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74CA3AF-A107-9FCC-8CF3-14AC6E9CC08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521835" y="4288731"/>
                  <a:ext cx="2577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3D5827D-CC04-B52A-C07B-3258B6BAF3DF}"/>
                    </a:ext>
                  </a:extLst>
                </p14:cNvPr>
                <p14:cNvContentPartPr/>
                <p14:nvPr/>
              </p14:nvContentPartPr>
              <p14:xfrm>
                <a:off x="2207275" y="1884651"/>
                <a:ext cx="2545920" cy="2991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3D5827D-CC04-B52A-C07B-3258B6BAF3D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198275" y="1876011"/>
                  <a:ext cx="25635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83FC243-F488-7CCE-1979-EE726753A743}"/>
                    </a:ext>
                  </a:extLst>
                </p14:cNvPr>
                <p14:cNvContentPartPr/>
                <p14:nvPr/>
              </p14:nvContentPartPr>
              <p14:xfrm>
                <a:off x="1106395" y="423771"/>
                <a:ext cx="134280" cy="20019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83FC243-F488-7CCE-1979-EE726753A74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97395" y="415131"/>
                  <a:ext cx="151920" cy="20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A9858D0-C458-8F5D-839E-04850503D431}"/>
                    </a:ext>
                  </a:extLst>
                </p14:cNvPr>
                <p14:cNvContentPartPr/>
                <p14:nvPr/>
              </p14:nvContentPartPr>
              <p14:xfrm>
                <a:off x="762595" y="22731"/>
                <a:ext cx="6988320" cy="15588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A9858D0-C458-8F5D-839E-04850503D43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53955" y="14091"/>
                  <a:ext cx="7005960" cy="157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494BD74-6916-6389-8ECB-125C0DF803AE}"/>
                    </a:ext>
                  </a:extLst>
                </p14:cNvPr>
                <p14:cNvContentPartPr/>
                <p14:nvPr/>
              </p14:nvContentPartPr>
              <p14:xfrm>
                <a:off x="951955" y="1744971"/>
                <a:ext cx="6707520" cy="7221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494BD74-6916-6389-8ECB-125C0DF803A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43315" y="1736331"/>
                  <a:ext cx="6725160" cy="73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E16B392-4460-059C-6135-5F566C0A47FE}"/>
                    </a:ext>
                  </a:extLst>
                </p14:cNvPr>
                <p14:cNvContentPartPr/>
                <p14:nvPr/>
              </p14:nvContentPartPr>
              <p14:xfrm>
                <a:off x="7184635" y="1333851"/>
                <a:ext cx="155880" cy="5342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E16B392-4460-059C-6135-5F566C0A47F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175995" y="1324851"/>
                  <a:ext cx="173520" cy="55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FA2CC94-F296-37DE-02D6-3D7626E687E5}"/>
                    </a:ext>
                  </a:extLst>
                </p14:cNvPr>
                <p14:cNvContentPartPr/>
                <p14:nvPr/>
              </p14:nvContentPartPr>
              <p14:xfrm>
                <a:off x="8753155" y="2873571"/>
                <a:ext cx="1668240" cy="16441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FA2CC94-F296-37DE-02D6-3D7626E687E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744155" y="2864931"/>
                  <a:ext cx="1685880" cy="166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E87F440-B567-EC01-C6F0-1222CD648DCF}"/>
                    </a:ext>
                  </a:extLst>
                </p14:cNvPr>
                <p14:cNvContentPartPr/>
                <p14:nvPr/>
              </p14:nvContentPartPr>
              <p14:xfrm>
                <a:off x="10315195" y="3670251"/>
                <a:ext cx="71640" cy="133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E87F440-B567-EC01-C6F0-1222CD648DC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306195" y="3661251"/>
                  <a:ext cx="892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9E711C0-0A3B-DC1C-B7B9-4FF909371D91}"/>
                    </a:ext>
                  </a:extLst>
                </p14:cNvPr>
                <p14:cNvContentPartPr/>
                <p14:nvPr/>
              </p14:nvContentPartPr>
              <p14:xfrm>
                <a:off x="10518235" y="3549651"/>
                <a:ext cx="33480" cy="1436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9E711C0-0A3B-DC1C-B7B9-4FF909371D9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509235" y="3541011"/>
                  <a:ext cx="511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43669D3-EEF9-5661-C327-8F7A62564F51}"/>
                    </a:ext>
                  </a:extLst>
                </p14:cNvPr>
                <p14:cNvContentPartPr/>
                <p14:nvPr/>
              </p14:nvContentPartPr>
              <p14:xfrm>
                <a:off x="10301875" y="3616971"/>
                <a:ext cx="1263960" cy="5713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43669D3-EEF9-5661-C327-8F7A62564F5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293235" y="3608331"/>
                  <a:ext cx="1281600" cy="58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5B2A9EF-4D10-FF6C-BDAE-4E4436508036}"/>
                    </a:ext>
                  </a:extLst>
                </p14:cNvPr>
                <p14:cNvContentPartPr/>
                <p14:nvPr/>
              </p14:nvContentPartPr>
              <p14:xfrm>
                <a:off x="11829715" y="3734331"/>
                <a:ext cx="76320" cy="137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5B2A9EF-4D10-FF6C-BDAE-4E443650803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820715" y="3725331"/>
                  <a:ext cx="93960" cy="154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07602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4DA604E-76B0-B193-EE0B-22AD512AC3DD}"/>
                  </a:ext>
                </a:extLst>
              </p14:cNvPr>
              <p14:cNvContentPartPr/>
              <p14:nvPr/>
            </p14:nvContentPartPr>
            <p14:xfrm>
              <a:off x="3585715" y="739100"/>
              <a:ext cx="544680" cy="8557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4DA604E-76B0-B193-EE0B-22AD512AC3D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76715" y="730460"/>
                <a:ext cx="562320" cy="87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2A2B127-DF7E-FB8E-6484-F9AC7FA430FE}"/>
                  </a:ext>
                </a:extLst>
              </p14:cNvPr>
              <p14:cNvContentPartPr/>
              <p14:nvPr/>
            </p14:nvContentPartPr>
            <p14:xfrm>
              <a:off x="4340635" y="889940"/>
              <a:ext cx="452160" cy="656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2A2B127-DF7E-FB8E-6484-F9AC7FA430F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31995" y="881300"/>
                <a:ext cx="469800" cy="67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19834B4-E6AF-1003-DDFD-74837C6F6417}"/>
                  </a:ext>
                </a:extLst>
              </p14:cNvPr>
              <p14:cNvContentPartPr/>
              <p14:nvPr/>
            </p14:nvContentPartPr>
            <p14:xfrm>
              <a:off x="4957315" y="739460"/>
              <a:ext cx="487800" cy="1558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19834B4-E6AF-1003-DDFD-74837C6F641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948675" y="730820"/>
                <a:ext cx="505440" cy="157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3BC916E-B1A2-3C94-4ADB-FDEFDA4AB055}"/>
                  </a:ext>
                </a:extLst>
              </p14:cNvPr>
              <p14:cNvContentPartPr/>
              <p14:nvPr/>
            </p14:nvContentPartPr>
            <p14:xfrm>
              <a:off x="6115795" y="752060"/>
              <a:ext cx="110880" cy="783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3BC916E-B1A2-3C94-4ADB-FDEFDA4AB05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106795" y="743060"/>
                <a:ext cx="128520" cy="80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C7CF2A4-6D38-612F-4DB4-D468CCD9C780}"/>
                  </a:ext>
                </a:extLst>
              </p14:cNvPr>
              <p14:cNvContentPartPr/>
              <p14:nvPr/>
            </p14:nvContentPartPr>
            <p14:xfrm>
              <a:off x="5943355" y="501860"/>
              <a:ext cx="628920" cy="978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C7CF2A4-6D38-612F-4DB4-D468CCD9C78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934355" y="493220"/>
                <a:ext cx="646560" cy="9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51A8190-3E20-79E0-5235-440D72A3FF67}"/>
                  </a:ext>
                </a:extLst>
              </p14:cNvPr>
              <p14:cNvContentPartPr/>
              <p14:nvPr/>
            </p14:nvContentPartPr>
            <p14:xfrm>
              <a:off x="6516835" y="993980"/>
              <a:ext cx="652680" cy="4878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51A8190-3E20-79E0-5235-440D72A3FF6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507835" y="985340"/>
                <a:ext cx="670320" cy="50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37F2970-C267-2CD3-37AA-E81F42476F57}"/>
                  </a:ext>
                </a:extLst>
              </p14:cNvPr>
              <p14:cNvContentPartPr/>
              <p14:nvPr/>
            </p14:nvContentPartPr>
            <p14:xfrm>
              <a:off x="7193275" y="651620"/>
              <a:ext cx="89640" cy="720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37F2970-C267-2CD3-37AA-E81F42476F5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184275" y="642980"/>
                <a:ext cx="107280" cy="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6C0A11E-2A87-D1C2-5E96-6185E3BAB791}"/>
                  </a:ext>
                </a:extLst>
              </p14:cNvPr>
              <p14:cNvContentPartPr/>
              <p14:nvPr/>
            </p14:nvContentPartPr>
            <p14:xfrm>
              <a:off x="7325395" y="883820"/>
              <a:ext cx="310680" cy="4417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6C0A11E-2A87-D1C2-5E96-6185E3BAB79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316755" y="875180"/>
                <a:ext cx="328320" cy="45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274FDA7-89CE-D7CA-B083-E20791EB0094}"/>
                  </a:ext>
                </a:extLst>
              </p14:cNvPr>
              <p14:cNvContentPartPr/>
              <p14:nvPr/>
            </p14:nvContentPartPr>
            <p14:xfrm>
              <a:off x="7756315" y="978500"/>
              <a:ext cx="34200" cy="2142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274FDA7-89CE-D7CA-B083-E20791EB009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747675" y="969500"/>
                <a:ext cx="5184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FDDE576-98B3-37B9-E4DF-81547579A4D3}"/>
                  </a:ext>
                </a:extLst>
              </p14:cNvPr>
              <p14:cNvContentPartPr/>
              <p14:nvPr/>
            </p14:nvContentPartPr>
            <p14:xfrm>
              <a:off x="7810675" y="653780"/>
              <a:ext cx="164520" cy="145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FDDE576-98B3-37B9-E4DF-81547579A4D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801675" y="645140"/>
                <a:ext cx="182160" cy="16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8C325567-19C0-9070-5999-6E0ECCBC6A5E}"/>
                  </a:ext>
                </a:extLst>
              </p14:cNvPr>
              <p14:cNvContentPartPr/>
              <p14:nvPr/>
            </p14:nvContentPartPr>
            <p14:xfrm>
              <a:off x="8016955" y="821900"/>
              <a:ext cx="872280" cy="8802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8C325567-19C0-9070-5999-6E0ECCBC6A5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007955" y="812900"/>
                <a:ext cx="889920" cy="89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CCCCFDF-A036-DB23-4CB7-F229C9D574B4}"/>
                  </a:ext>
                </a:extLst>
              </p14:cNvPr>
              <p14:cNvContentPartPr/>
              <p14:nvPr/>
            </p14:nvContentPartPr>
            <p14:xfrm>
              <a:off x="9258595" y="853580"/>
              <a:ext cx="75240" cy="27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CCCCFDF-A036-DB23-4CB7-F229C9D574B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249955" y="844580"/>
                <a:ext cx="9288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04C3B87-A783-DB8F-688A-5580020C993E}"/>
                  </a:ext>
                </a:extLst>
              </p14:cNvPr>
              <p14:cNvContentPartPr/>
              <p14:nvPr/>
            </p14:nvContentPartPr>
            <p14:xfrm>
              <a:off x="9396115" y="376220"/>
              <a:ext cx="589320" cy="55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04C3B87-A783-DB8F-688A-5580020C993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9387475" y="367220"/>
                <a:ext cx="606960" cy="56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C9ADC0E-486D-017A-FD43-E26E5BC1DD86}"/>
                  </a:ext>
                </a:extLst>
              </p14:cNvPr>
              <p14:cNvContentPartPr/>
              <p14:nvPr/>
            </p14:nvContentPartPr>
            <p14:xfrm>
              <a:off x="10087315" y="533540"/>
              <a:ext cx="272880" cy="434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C9ADC0E-486D-017A-FD43-E26E5BC1DD86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0078315" y="524540"/>
                <a:ext cx="290520" cy="45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5D5FACAF-D898-D974-9A47-1DCDE879B07D}"/>
                  </a:ext>
                </a:extLst>
              </p14:cNvPr>
              <p14:cNvContentPartPr/>
              <p14:nvPr/>
            </p14:nvContentPartPr>
            <p14:xfrm>
              <a:off x="10460995" y="676820"/>
              <a:ext cx="10080" cy="198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5D5FACAF-D898-D974-9A47-1DCDE879B07D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0451995" y="667820"/>
                <a:ext cx="277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A5A3640-1F83-5355-FE47-2F3AF3FB8382}"/>
                  </a:ext>
                </a:extLst>
              </p14:cNvPr>
              <p14:cNvContentPartPr/>
              <p14:nvPr/>
            </p14:nvContentPartPr>
            <p14:xfrm>
              <a:off x="58435" y="655580"/>
              <a:ext cx="1190520" cy="7128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A5A3640-1F83-5355-FE47-2F3AF3FB838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9795" y="646940"/>
                <a:ext cx="1208160" cy="73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7A4091F2-15BA-3330-0FDA-2BC9E865F258}"/>
                  </a:ext>
                </a:extLst>
              </p14:cNvPr>
              <p14:cNvContentPartPr/>
              <p14:nvPr/>
            </p14:nvContentPartPr>
            <p14:xfrm>
              <a:off x="845755" y="873020"/>
              <a:ext cx="151200" cy="450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7A4091F2-15BA-3330-0FDA-2BC9E865F258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37115" y="864380"/>
                <a:ext cx="168840" cy="46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2DAD1B2-DE36-C746-0E77-9F3CEF982398}"/>
                  </a:ext>
                </a:extLst>
              </p14:cNvPr>
              <p14:cNvContentPartPr/>
              <p14:nvPr/>
            </p14:nvContentPartPr>
            <p14:xfrm>
              <a:off x="1252195" y="924500"/>
              <a:ext cx="497520" cy="2930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2DAD1B2-DE36-C746-0E77-9F3CEF982398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243555" y="915860"/>
                <a:ext cx="515160" cy="31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79345A6C-58E7-0BC2-241B-85915D9C0B5D}"/>
                  </a:ext>
                </a:extLst>
              </p14:cNvPr>
              <p14:cNvContentPartPr/>
              <p14:nvPr/>
            </p14:nvContentPartPr>
            <p14:xfrm>
              <a:off x="1829995" y="565940"/>
              <a:ext cx="156960" cy="5461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79345A6C-58E7-0BC2-241B-85915D9C0B5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821355" y="557300"/>
                <a:ext cx="174600" cy="56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4977828-8B4D-7675-780A-17C95EED8661}"/>
                  </a:ext>
                </a:extLst>
              </p14:cNvPr>
              <p14:cNvContentPartPr/>
              <p14:nvPr/>
            </p14:nvContentPartPr>
            <p14:xfrm>
              <a:off x="2297635" y="802460"/>
              <a:ext cx="112680" cy="2293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4977828-8B4D-7675-780A-17C95EED8661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288995" y="793820"/>
                <a:ext cx="13032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E0762042-A2E5-55D5-D76F-773ACBC4461E}"/>
                  </a:ext>
                </a:extLst>
              </p14:cNvPr>
              <p14:cNvContentPartPr/>
              <p14:nvPr/>
            </p14:nvContentPartPr>
            <p14:xfrm>
              <a:off x="2568355" y="77780"/>
              <a:ext cx="138960" cy="15282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E0762042-A2E5-55D5-D76F-773ACBC4461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559715" y="68780"/>
                <a:ext cx="156600" cy="154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528902CD-1EC8-F051-B5C3-37B710DE98F9}"/>
                  </a:ext>
                </a:extLst>
              </p14:cNvPr>
              <p14:cNvContentPartPr/>
              <p14:nvPr/>
            </p14:nvContentPartPr>
            <p14:xfrm>
              <a:off x="2952475" y="597260"/>
              <a:ext cx="106560" cy="4096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528902CD-1EC8-F051-B5C3-37B710DE98F9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943475" y="588260"/>
                <a:ext cx="124200" cy="42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0C3FDECE-BE5B-87C3-06A8-B9FF1F5ECC50}"/>
                  </a:ext>
                </a:extLst>
              </p14:cNvPr>
              <p14:cNvContentPartPr/>
              <p14:nvPr/>
            </p14:nvContentPartPr>
            <p14:xfrm>
              <a:off x="3013675" y="383420"/>
              <a:ext cx="245880" cy="5454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0C3FDECE-BE5B-87C3-06A8-B9FF1F5ECC50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04675" y="374780"/>
                <a:ext cx="263520" cy="56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520D6183-1600-6DCA-EE9C-871A8BFE4465}"/>
                  </a:ext>
                </a:extLst>
              </p14:cNvPr>
              <p14:cNvContentPartPr/>
              <p14:nvPr/>
            </p14:nvContentPartPr>
            <p14:xfrm>
              <a:off x="3374395" y="440300"/>
              <a:ext cx="205200" cy="5785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520D6183-1600-6DCA-EE9C-871A8BFE4465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65755" y="431300"/>
                <a:ext cx="222840" cy="59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FD4A6E9B-DC9D-118B-A85F-B1CA2F9D2C22}"/>
                  </a:ext>
                </a:extLst>
              </p14:cNvPr>
              <p14:cNvContentPartPr/>
              <p14:nvPr/>
            </p14:nvContentPartPr>
            <p14:xfrm>
              <a:off x="3752035" y="194780"/>
              <a:ext cx="205920" cy="3672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FD4A6E9B-DC9D-118B-A85F-B1CA2F9D2C2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743035" y="185780"/>
                <a:ext cx="223560" cy="38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007C7562-64CC-E6BA-552C-FEC9D7C9D25B}"/>
                  </a:ext>
                </a:extLst>
              </p14:cNvPr>
              <p14:cNvContentPartPr/>
              <p14:nvPr/>
            </p14:nvContentPartPr>
            <p14:xfrm>
              <a:off x="2615515" y="826580"/>
              <a:ext cx="1871280" cy="64908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007C7562-64CC-E6BA-552C-FEC9D7C9D25B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606515" y="817580"/>
                <a:ext cx="1888920" cy="66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EBD1875F-DCA0-50AB-FEBD-3A73591F604A}"/>
                  </a:ext>
                </a:extLst>
              </p14:cNvPr>
              <p14:cNvContentPartPr/>
              <p14:nvPr/>
            </p14:nvContentPartPr>
            <p14:xfrm>
              <a:off x="683035" y="1405820"/>
              <a:ext cx="1329120" cy="6285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EBD1875F-DCA0-50AB-FEBD-3A73591F604A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674395" y="1397180"/>
                <a:ext cx="1346760" cy="64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B11E6DA-FD52-E78E-8DEC-E753CACF6C7B}"/>
                  </a:ext>
                </a:extLst>
              </p14:cNvPr>
              <p14:cNvContentPartPr/>
              <p14:nvPr/>
            </p14:nvContentPartPr>
            <p14:xfrm>
              <a:off x="2522995" y="1243100"/>
              <a:ext cx="941040" cy="2174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B11E6DA-FD52-E78E-8DEC-E753CACF6C7B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514355" y="1234460"/>
                <a:ext cx="958680" cy="235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980CAC3-72D1-EC4A-946A-BC3C5D1B5312}"/>
              </a:ext>
            </a:extLst>
          </p:cNvPr>
          <p:cNvGrpSpPr/>
          <p:nvPr/>
        </p:nvGrpSpPr>
        <p:grpSpPr>
          <a:xfrm>
            <a:off x="886075" y="1929980"/>
            <a:ext cx="11159640" cy="4789800"/>
            <a:chOff x="886075" y="1929980"/>
            <a:chExt cx="11159640" cy="478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56D70CC-6839-5912-21B4-E9546FDA4FFE}"/>
                    </a:ext>
                  </a:extLst>
                </p14:cNvPr>
                <p14:cNvContentPartPr/>
                <p14:nvPr/>
              </p14:nvContentPartPr>
              <p14:xfrm>
                <a:off x="5655715" y="1929980"/>
                <a:ext cx="96120" cy="1248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56D70CC-6839-5912-21B4-E9546FDA4FF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647075" y="1921340"/>
                  <a:ext cx="113760" cy="12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7A11F3B-82FA-1A70-C89A-88CB5C96063C}"/>
                    </a:ext>
                  </a:extLst>
                </p14:cNvPr>
                <p14:cNvContentPartPr/>
                <p14:nvPr/>
              </p14:nvContentPartPr>
              <p14:xfrm>
                <a:off x="1915315" y="3122660"/>
                <a:ext cx="3888000" cy="47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7A11F3B-82FA-1A70-C89A-88CB5C96063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906315" y="3114020"/>
                  <a:ext cx="39056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5599D29-AD38-DB24-8535-CA225C329D70}"/>
                    </a:ext>
                  </a:extLst>
                </p14:cNvPr>
                <p14:cNvContentPartPr/>
                <p14:nvPr/>
              </p14:nvContentPartPr>
              <p14:xfrm>
                <a:off x="5617195" y="2811260"/>
                <a:ext cx="3378960" cy="350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5599D29-AD38-DB24-8535-CA225C329D7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608555" y="2802620"/>
                  <a:ext cx="339660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D160C10-148E-0967-BCD3-D968F129E17D}"/>
                    </a:ext>
                  </a:extLst>
                </p14:cNvPr>
                <p14:cNvContentPartPr/>
                <p14:nvPr/>
              </p14:nvContentPartPr>
              <p14:xfrm>
                <a:off x="8900395" y="2820620"/>
                <a:ext cx="1225440" cy="1090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D160C10-148E-0967-BCD3-D968F129E17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891395" y="2811620"/>
                  <a:ext cx="1243080" cy="11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469767F-567A-172C-B3B3-BB08C4CE2266}"/>
                    </a:ext>
                  </a:extLst>
                </p14:cNvPr>
                <p14:cNvContentPartPr/>
                <p14:nvPr/>
              </p14:nvContentPartPr>
              <p14:xfrm>
                <a:off x="7870795" y="3026900"/>
                <a:ext cx="66240" cy="877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469767F-567A-172C-B3B3-BB08C4CE226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862155" y="3017900"/>
                  <a:ext cx="83880" cy="89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D6A4B59-7AF1-3D0C-2942-F9C03698CFCB}"/>
                    </a:ext>
                  </a:extLst>
                </p14:cNvPr>
                <p14:cNvContentPartPr/>
                <p14:nvPr/>
              </p14:nvContentPartPr>
              <p14:xfrm>
                <a:off x="5603875" y="3152180"/>
                <a:ext cx="39960" cy="9291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D6A4B59-7AF1-3D0C-2942-F9C03698CFC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594875" y="3143180"/>
                  <a:ext cx="57600" cy="9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A841771-8C27-A968-4B43-BACC35093313}"/>
                    </a:ext>
                  </a:extLst>
                </p14:cNvPr>
                <p14:cNvContentPartPr/>
                <p14:nvPr/>
              </p14:nvContentPartPr>
              <p14:xfrm>
                <a:off x="1823875" y="3148940"/>
                <a:ext cx="57600" cy="829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A841771-8C27-A968-4B43-BACC3509331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814875" y="3139940"/>
                  <a:ext cx="75240" cy="84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793D032-B161-4AE5-A3BD-B8419C508989}"/>
                    </a:ext>
                  </a:extLst>
                </p14:cNvPr>
                <p14:cNvContentPartPr/>
                <p14:nvPr/>
              </p14:nvContentPartPr>
              <p14:xfrm>
                <a:off x="1451635" y="3793340"/>
                <a:ext cx="847800" cy="478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793D032-B161-4AE5-A3BD-B8419C50898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442635" y="3784700"/>
                  <a:ext cx="86544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B13C57E-435F-EDDF-C377-610580E90371}"/>
                    </a:ext>
                  </a:extLst>
                </p14:cNvPr>
                <p14:cNvContentPartPr/>
                <p14:nvPr/>
              </p14:nvContentPartPr>
              <p14:xfrm>
                <a:off x="5087995" y="4074500"/>
                <a:ext cx="886680" cy="432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B13C57E-435F-EDDF-C377-610580E9037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078995" y="4065860"/>
                  <a:ext cx="90432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8A5258D-22C1-B55B-D477-DED335B02604}"/>
                    </a:ext>
                  </a:extLst>
                </p14:cNvPr>
                <p14:cNvContentPartPr/>
                <p14:nvPr/>
              </p14:nvContentPartPr>
              <p14:xfrm>
                <a:off x="7481275" y="4057220"/>
                <a:ext cx="1004760" cy="376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8A5258D-22C1-B55B-D477-DED335B0260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72635" y="4048220"/>
                  <a:ext cx="102240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FC66FF2-C4DD-36FC-F851-DB0B37281C7C}"/>
                    </a:ext>
                  </a:extLst>
                </p14:cNvPr>
                <p14:cNvContentPartPr/>
                <p14:nvPr/>
              </p14:nvContentPartPr>
              <p14:xfrm>
                <a:off x="9498715" y="3978020"/>
                <a:ext cx="898560" cy="273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FC66FF2-C4DD-36FC-F851-DB0B37281C7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490075" y="3969020"/>
                  <a:ext cx="9162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82B1126-7685-A77C-7CD9-1BF193B92DC2}"/>
                    </a:ext>
                  </a:extLst>
                </p14:cNvPr>
                <p14:cNvContentPartPr/>
                <p14:nvPr/>
              </p14:nvContentPartPr>
              <p14:xfrm>
                <a:off x="886075" y="4673900"/>
                <a:ext cx="728280" cy="540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82B1126-7685-A77C-7CD9-1BF193B92DC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77435" y="4664900"/>
                  <a:ext cx="74592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3301C8D-025D-3543-6903-65A41A5A5E81}"/>
                    </a:ext>
                  </a:extLst>
                </p14:cNvPr>
                <p14:cNvContentPartPr/>
                <p14:nvPr/>
              </p14:nvContentPartPr>
              <p14:xfrm>
                <a:off x="1681675" y="4766780"/>
                <a:ext cx="616680" cy="145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3301C8D-025D-3543-6903-65A41A5A5E8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672675" y="4758140"/>
                  <a:ext cx="6343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1B9A959-D14E-4D5A-5272-B757170CD4CB}"/>
                    </a:ext>
                  </a:extLst>
                </p14:cNvPr>
                <p14:cNvContentPartPr/>
                <p14:nvPr/>
              </p14:nvContentPartPr>
              <p14:xfrm>
                <a:off x="2395195" y="4549700"/>
                <a:ext cx="316440" cy="214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1B9A959-D14E-4D5A-5272-B757170CD4C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386555" y="4541060"/>
                  <a:ext cx="3340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14FDCB2-F62A-59C1-69CA-F1E088B2E7C6}"/>
                    </a:ext>
                  </a:extLst>
                </p14:cNvPr>
                <p14:cNvContentPartPr/>
                <p14:nvPr/>
              </p14:nvContentPartPr>
              <p14:xfrm>
                <a:off x="2806315" y="4534580"/>
                <a:ext cx="135360" cy="184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14FDCB2-F62A-59C1-69CA-F1E088B2E7C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797675" y="4525940"/>
                  <a:ext cx="153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0610DC9-5421-7CDD-C7C0-645B27E0F57B}"/>
                    </a:ext>
                  </a:extLst>
                </p14:cNvPr>
                <p14:cNvContentPartPr/>
                <p14:nvPr/>
              </p14:nvContentPartPr>
              <p14:xfrm>
                <a:off x="4496515" y="4746260"/>
                <a:ext cx="650880" cy="474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0610DC9-5421-7CDD-C7C0-645B27E0F57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487515" y="4737260"/>
                  <a:ext cx="66852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4F2A035-0829-C2DF-7706-59D07F13BD32}"/>
                    </a:ext>
                  </a:extLst>
                </p14:cNvPr>
                <p14:cNvContentPartPr/>
                <p14:nvPr/>
              </p14:nvContentPartPr>
              <p14:xfrm>
                <a:off x="5492995" y="5118500"/>
                <a:ext cx="21960" cy="380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4F2A035-0829-C2DF-7706-59D07F13BD3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484355" y="5109500"/>
                  <a:ext cx="3960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E7B59A0-DF85-9F96-97B3-7D326E631412}"/>
                    </a:ext>
                  </a:extLst>
                </p14:cNvPr>
                <p14:cNvContentPartPr/>
                <p14:nvPr/>
              </p14:nvContentPartPr>
              <p14:xfrm>
                <a:off x="5643835" y="4745900"/>
                <a:ext cx="246960" cy="3924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E7B59A0-DF85-9F96-97B3-7D326E63141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634835" y="4737260"/>
                  <a:ext cx="26460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023C4AF-04DF-48E0-5BCA-DE99144A3E00}"/>
                    </a:ext>
                  </a:extLst>
                </p14:cNvPr>
                <p14:cNvContentPartPr/>
                <p14:nvPr/>
              </p14:nvContentPartPr>
              <p14:xfrm>
                <a:off x="6002035" y="4577420"/>
                <a:ext cx="193320" cy="609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023C4AF-04DF-48E0-5BCA-DE99144A3E0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993035" y="4568420"/>
                  <a:ext cx="210960" cy="62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8F9D3F0-8054-8FB1-EF92-E7EA812F4EAF}"/>
                    </a:ext>
                  </a:extLst>
                </p14:cNvPr>
                <p14:cNvContentPartPr/>
                <p14:nvPr/>
              </p14:nvContentPartPr>
              <p14:xfrm>
                <a:off x="6441955" y="4941740"/>
                <a:ext cx="41400" cy="38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8F9D3F0-8054-8FB1-EF92-E7EA812F4EA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433315" y="4932740"/>
                  <a:ext cx="590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B6B7720-97C7-0FA9-DF67-E54F8F389A47}"/>
                    </a:ext>
                  </a:extLst>
                </p14:cNvPr>
                <p14:cNvContentPartPr/>
                <p14:nvPr/>
              </p14:nvContentPartPr>
              <p14:xfrm>
                <a:off x="1046995" y="5211740"/>
                <a:ext cx="2004840" cy="7459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B6B7720-97C7-0FA9-DF67-E54F8F389A4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37995" y="5203100"/>
                  <a:ext cx="2022480" cy="76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DE50D9E-E218-F6CC-C683-54C8C0E566C5}"/>
                    </a:ext>
                  </a:extLst>
                </p14:cNvPr>
                <p14:cNvContentPartPr/>
                <p14:nvPr/>
              </p14:nvContentPartPr>
              <p14:xfrm>
                <a:off x="7536715" y="4879460"/>
                <a:ext cx="53280" cy="547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DE50D9E-E218-F6CC-C683-54C8C0E566C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528075" y="4870820"/>
                  <a:ext cx="7092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640F634-B4BB-3764-78DF-C2AA81813204}"/>
                    </a:ext>
                  </a:extLst>
                </p14:cNvPr>
                <p14:cNvContentPartPr/>
                <p14:nvPr/>
              </p14:nvContentPartPr>
              <p14:xfrm>
                <a:off x="7633195" y="4813220"/>
                <a:ext cx="926640" cy="437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640F634-B4BB-3764-78DF-C2AA8181320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624555" y="4804580"/>
                  <a:ext cx="944280" cy="4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208943B-C52F-326F-1D3A-05F0B13AE754}"/>
                    </a:ext>
                  </a:extLst>
                </p14:cNvPr>
                <p14:cNvContentPartPr/>
                <p14:nvPr/>
              </p14:nvContentPartPr>
              <p14:xfrm>
                <a:off x="8772955" y="4810340"/>
                <a:ext cx="78840" cy="3747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208943B-C52F-326F-1D3A-05F0B13AE75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63955" y="4801340"/>
                  <a:ext cx="9648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746F52D-DA59-56EC-A572-D807D29FE98D}"/>
                    </a:ext>
                  </a:extLst>
                </p14:cNvPr>
                <p14:cNvContentPartPr/>
                <p14:nvPr/>
              </p14:nvContentPartPr>
              <p14:xfrm>
                <a:off x="8707795" y="4919420"/>
                <a:ext cx="294480" cy="1886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746F52D-DA59-56EC-A572-D807D29FE98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698795" y="4910420"/>
                  <a:ext cx="3121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80AD27C-E4A5-B734-D37D-7C364E072285}"/>
                    </a:ext>
                  </a:extLst>
                </p14:cNvPr>
                <p14:cNvContentPartPr/>
                <p14:nvPr/>
              </p14:nvContentPartPr>
              <p14:xfrm>
                <a:off x="9135475" y="4951460"/>
                <a:ext cx="333360" cy="143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80AD27C-E4A5-B734-D37D-7C364E07228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126835" y="4942460"/>
                  <a:ext cx="3510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0F875C4-6FD0-ED5C-1D15-DEEB9DA9F89D}"/>
                    </a:ext>
                  </a:extLst>
                </p14:cNvPr>
                <p14:cNvContentPartPr/>
                <p14:nvPr/>
              </p14:nvContentPartPr>
              <p14:xfrm>
                <a:off x="9657835" y="4996820"/>
                <a:ext cx="16200" cy="10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0F875C4-6FD0-ED5C-1D15-DEEB9DA9F89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649195" y="4988180"/>
                  <a:ext cx="338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17050EC-431E-EDED-8E1D-31D8DF2704CC}"/>
                    </a:ext>
                  </a:extLst>
                </p14:cNvPr>
                <p14:cNvContentPartPr/>
                <p14:nvPr/>
              </p14:nvContentPartPr>
              <p14:xfrm>
                <a:off x="10140235" y="4429460"/>
                <a:ext cx="352440" cy="6894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17050EC-431E-EDED-8E1D-31D8DF2704C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131235" y="4420460"/>
                  <a:ext cx="370080" cy="7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F669DE0-C0E2-CA57-53F2-DF9AA17BA2EB}"/>
                    </a:ext>
                  </a:extLst>
                </p14:cNvPr>
                <p14:cNvContentPartPr/>
                <p14:nvPr/>
              </p14:nvContentPartPr>
              <p14:xfrm>
                <a:off x="9929275" y="4701620"/>
                <a:ext cx="711000" cy="8013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F669DE0-C0E2-CA57-53F2-DF9AA17BA2E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920275" y="4692620"/>
                  <a:ext cx="728640" cy="81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3C16807-3638-2865-8475-B6CCC80A362D}"/>
                    </a:ext>
                  </a:extLst>
                </p14:cNvPr>
                <p14:cNvContentPartPr/>
                <p14:nvPr/>
              </p14:nvContentPartPr>
              <p14:xfrm>
                <a:off x="10346515" y="5846780"/>
                <a:ext cx="35280" cy="4482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3C16807-3638-2865-8475-B6CCC80A362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337515" y="5838140"/>
                  <a:ext cx="5292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8A572F6-EF43-11E9-141B-959A9B3076DF}"/>
                    </a:ext>
                  </a:extLst>
                </p14:cNvPr>
                <p14:cNvContentPartPr/>
                <p14:nvPr/>
              </p14:nvContentPartPr>
              <p14:xfrm>
                <a:off x="10312675" y="5547260"/>
                <a:ext cx="197640" cy="309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8A572F6-EF43-11E9-141B-959A9B3076D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303675" y="5538260"/>
                  <a:ext cx="21528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78E1AB3-1402-A0BD-6923-67BD5296C95B}"/>
                    </a:ext>
                  </a:extLst>
                </p14:cNvPr>
                <p14:cNvContentPartPr/>
                <p14:nvPr/>
              </p14:nvContentPartPr>
              <p14:xfrm>
                <a:off x="10644235" y="5486420"/>
                <a:ext cx="642240" cy="4118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78E1AB3-1402-A0BD-6923-67BD5296C95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635595" y="5477420"/>
                  <a:ext cx="659880" cy="42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1D23485-9CD2-5D9B-E704-0F55346B973C}"/>
                    </a:ext>
                  </a:extLst>
                </p14:cNvPr>
                <p14:cNvContentPartPr/>
                <p14:nvPr/>
              </p14:nvContentPartPr>
              <p14:xfrm>
                <a:off x="11391955" y="5409380"/>
                <a:ext cx="6480" cy="187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1D23485-9CD2-5D9B-E704-0F55346B973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382955" y="5400380"/>
                  <a:ext cx="241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181760C-F36B-8F14-BFDD-D3FBF07D7564}"/>
                    </a:ext>
                  </a:extLst>
                </p14:cNvPr>
                <p14:cNvContentPartPr/>
                <p14:nvPr/>
              </p14:nvContentPartPr>
              <p14:xfrm>
                <a:off x="11520835" y="5360420"/>
                <a:ext cx="8640" cy="24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181760C-F36B-8F14-BFDD-D3FBF07D756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512195" y="5351780"/>
                  <a:ext cx="262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6FAF4AB-2E53-0A88-607D-19D2C66E3BA3}"/>
                    </a:ext>
                  </a:extLst>
                </p14:cNvPr>
                <p14:cNvContentPartPr/>
                <p14:nvPr/>
              </p14:nvContentPartPr>
              <p14:xfrm>
                <a:off x="11611195" y="5345300"/>
                <a:ext cx="360" cy="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6FAF4AB-2E53-0A88-607D-19D2C66E3BA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602555" y="5336660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6188B8A-B446-66BC-5CF7-21F7B1EB2614}"/>
                    </a:ext>
                  </a:extLst>
                </p14:cNvPr>
                <p14:cNvContentPartPr/>
                <p14:nvPr/>
              </p14:nvContentPartPr>
              <p14:xfrm>
                <a:off x="11653675" y="5338820"/>
                <a:ext cx="37800" cy="34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6188B8A-B446-66BC-5CF7-21F7B1EB261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644675" y="5329820"/>
                  <a:ext cx="554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2570107-949C-1B2C-F55A-9E909149027F}"/>
                    </a:ext>
                  </a:extLst>
                </p14:cNvPr>
                <p14:cNvContentPartPr/>
                <p14:nvPr/>
              </p14:nvContentPartPr>
              <p14:xfrm>
                <a:off x="11723515" y="5289860"/>
                <a:ext cx="230760" cy="741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2570107-949C-1B2C-F55A-9E909149027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714515" y="5281220"/>
                  <a:ext cx="2484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B7F592D-6428-20CB-A582-622151FB0A6E}"/>
                    </a:ext>
                  </a:extLst>
                </p14:cNvPr>
                <p14:cNvContentPartPr/>
                <p14:nvPr/>
              </p14:nvContentPartPr>
              <p14:xfrm>
                <a:off x="9683395" y="5835980"/>
                <a:ext cx="66240" cy="7837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B7F592D-6428-20CB-A582-622151FB0A6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674755" y="5826980"/>
                  <a:ext cx="83880" cy="80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879B740-F7E5-F1A0-3036-E15569BCE46C}"/>
                    </a:ext>
                  </a:extLst>
                </p14:cNvPr>
                <p14:cNvContentPartPr/>
                <p14:nvPr/>
              </p14:nvContentPartPr>
              <p14:xfrm>
                <a:off x="9653155" y="4662740"/>
                <a:ext cx="2392560" cy="14641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879B740-F7E5-F1A0-3036-E15569BCE46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644155" y="4654100"/>
                  <a:ext cx="2410200" cy="148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4E4B5D1-ABC2-AC4B-5DE9-C09A0528B55C}"/>
                    </a:ext>
                  </a:extLst>
                </p14:cNvPr>
                <p14:cNvContentPartPr/>
                <p14:nvPr/>
              </p14:nvContentPartPr>
              <p14:xfrm>
                <a:off x="6215875" y="5364740"/>
                <a:ext cx="3482280" cy="953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4E4B5D1-ABC2-AC4B-5DE9-C09A0528B55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206875" y="5356100"/>
                  <a:ext cx="3499920" cy="9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8F67D7D-1B5A-8F38-528A-F1FDA9C04CD2}"/>
                    </a:ext>
                  </a:extLst>
                </p14:cNvPr>
                <p14:cNvContentPartPr/>
                <p14:nvPr/>
              </p14:nvContentPartPr>
              <p14:xfrm>
                <a:off x="6168715" y="5361500"/>
                <a:ext cx="42120" cy="394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8F67D7D-1B5A-8F38-528A-F1FDA9C04CD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159715" y="5352860"/>
                  <a:ext cx="597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90676E1-C8CB-23A2-7697-09C713F50D4F}"/>
                    </a:ext>
                  </a:extLst>
                </p14:cNvPr>
                <p14:cNvContentPartPr/>
                <p14:nvPr/>
              </p14:nvContentPartPr>
              <p14:xfrm>
                <a:off x="6189955" y="5372300"/>
                <a:ext cx="301680" cy="687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90676E1-C8CB-23A2-7697-09C713F50D4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181315" y="5363660"/>
                  <a:ext cx="3193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0F2190E-C133-567C-6F54-3A08DC584C39}"/>
                    </a:ext>
                  </a:extLst>
                </p14:cNvPr>
                <p14:cNvContentPartPr/>
                <p14:nvPr/>
              </p14:nvContentPartPr>
              <p14:xfrm>
                <a:off x="10687795" y="5743460"/>
                <a:ext cx="48600" cy="86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0F2190E-C133-567C-6F54-3A08DC584C3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678795" y="5734820"/>
                  <a:ext cx="662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A17C965-D605-ECA1-028F-01DF687DC8AC}"/>
                    </a:ext>
                  </a:extLst>
                </p14:cNvPr>
                <p14:cNvContentPartPr/>
                <p14:nvPr/>
              </p14:nvContentPartPr>
              <p14:xfrm>
                <a:off x="7355275" y="6291740"/>
                <a:ext cx="85320" cy="428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A17C965-D605-ECA1-028F-01DF687DC8A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346635" y="6282740"/>
                  <a:ext cx="10296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7F6FB10-3F14-97F4-F7B9-6A0A66332D16}"/>
                    </a:ext>
                  </a:extLst>
                </p14:cNvPr>
                <p14:cNvContentPartPr/>
                <p14:nvPr/>
              </p14:nvContentPartPr>
              <p14:xfrm>
                <a:off x="7517275" y="6156380"/>
                <a:ext cx="58680" cy="257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7F6FB10-3F14-97F4-F7B9-6A0A66332D16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508275" y="6147740"/>
                  <a:ext cx="763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1C23BD1-A089-0349-7ED4-F89447D513BF}"/>
                    </a:ext>
                  </a:extLst>
                </p14:cNvPr>
                <p14:cNvContentPartPr/>
                <p14:nvPr/>
              </p14:nvContentPartPr>
              <p14:xfrm>
                <a:off x="7895995" y="6395780"/>
                <a:ext cx="813240" cy="1000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1C23BD1-A089-0349-7ED4-F89447D513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886995" y="6386780"/>
                  <a:ext cx="8308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4CE34BB-65DB-FCCA-B5C0-498B080857FE}"/>
                    </a:ext>
                  </a:extLst>
                </p14:cNvPr>
                <p14:cNvContentPartPr/>
                <p14:nvPr/>
              </p14:nvContentPartPr>
              <p14:xfrm>
                <a:off x="949435" y="5368700"/>
                <a:ext cx="2883240" cy="6260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4CE34BB-65DB-FCCA-B5C0-498B080857FE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40795" y="5359700"/>
                  <a:ext cx="2900880" cy="6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D54A718-DF1D-9BFD-7EAA-23E4FA156AA7}"/>
                    </a:ext>
                  </a:extLst>
                </p14:cNvPr>
                <p14:cNvContentPartPr/>
                <p14:nvPr/>
              </p14:nvContentPartPr>
              <p14:xfrm>
                <a:off x="2214475" y="4407500"/>
                <a:ext cx="1423080" cy="9147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D54A718-DF1D-9BFD-7EAA-23E4FA156AA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205835" y="4398860"/>
                  <a:ext cx="1440720" cy="9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CA71DCC-A93E-D35E-0161-4574F3B5EE6A}"/>
                    </a:ext>
                  </a:extLst>
                </p14:cNvPr>
                <p14:cNvContentPartPr/>
                <p14:nvPr/>
              </p14:nvContentPartPr>
              <p14:xfrm>
                <a:off x="4452595" y="5276900"/>
                <a:ext cx="1156680" cy="7498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CA71DCC-A93E-D35E-0161-4574F3B5EE6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443955" y="5268260"/>
                  <a:ext cx="1174320" cy="76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D91C5E0-048D-D4AB-1A83-F4C6AEDB312D}"/>
                    </a:ext>
                  </a:extLst>
                </p14:cNvPr>
                <p14:cNvContentPartPr/>
                <p14:nvPr/>
              </p14:nvContentPartPr>
              <p14:xfrm>
                <a:off x="8753155" y="5358260"/>
                <a:ext cx="984600" cy="564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D91C5E0-048D-D4AB-1A83-F4C6AEDB312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744515" y="5349620"/>
                  <a:ext cx="1002240" cy="58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94BBCD0B-40A0-9CD2-4908-CA53BAE4F0CF}"/>
                  </a:ext>
                </a:extLst>
              </p14:cNvPr>
              <p14:cNvContentPartPr/>
              <p14:nvPr/>
            </p14:nvContentPartPr>
            <p14:xfrm>
              <a:off x="10774195" y="6286340"/>
              <a:ext cx="289080" cy="16848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94BBCD0B-40A0-9CD2-4908-CA53BAE4F0CF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10765195" y="6277340"/>
                <a:ext cx="306720" cy="186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94199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C0D3F81A-2CE0-A761-ECD9-C81F0364A2EF}"/>
              </a:ext>
            </a:extLst>
          </p:cNvPr>
          <p:cNvGrpSpPr/>
          <p:nvPr/>
        </p:nvGrpSpPr>
        <p:grpSpPr>
          <a:xfrm>
            <a:off x="240595" y="130340"/>
            <a:ext cx="9919440" cy="5488560"/>
            <a:chOff x="240595" y="130340"/>
            <a:chExt cx="9919440" cy="548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89EA5D4-FE23-D0AF-AD6C-0020312CCB0F}"/>
                    </a:ext>
                  </a:extLst>
                </p14:cNvPr>
                <p14:cNvContentPartPr/>
                <p14:nvPr/>
              </p14:nvContentPartPr>
              <p14:xfrm>
                <a:off x="512395" y="1082540"/>
                <a:ext cx="203760" cy="559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89EA5D4-FE23-D0AF-AD6C-0020312CCB0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03755" y="1073900"/>
                  <a:ext cx="22140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B0F231F-0C28-8185-A16A-53CBF45FD945}"/>
                    </a:ext>
                  </a:extLst>
                </p14:cNvPr>
                <p14:cNvContentPartPr/>
                <p14:nvPr/>
              </p14:nvContentPartPr>
              <p14:xfrm>
                <a:off x="240595" y="854660"/>
                <a:ext cx="562680" cy="662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B0F231F-0C28-8185-A16A-53CBF45FD94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1595" y="845660"/>
                  <a:ext cx="580320" cy="68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5335CDD-F9B9-8338-B617-D81D09056959}"/>
                    </a:ext>
                  </a:extLst>
                </p14:cNvPr>
                <p14:cNvContentPartPr/>
                <p14:nvPr/>
              </p14:nvContentPartPr>
              <p14:xfrm>
                <a:off x="851875" y="1011980"/>
                <a:ext cx="420120" cy="3560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5335CDD-F9B9-8338-B617-D81D0905695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2875" y="1003340"/>
                  <a:ext cx="4377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C01A245-74C4-4CB6-C028-01F5A231BCBB}"/>
                    </a:ext>
                  </a:extLst>
                </p14:cNvPr>
                <p14:cNvContentPartPr/>
                <p14:nvPr/>
              </p14:nvContentPartPr>
              <p14:xfrm>
                <a:off x="1436875" y="470540"/>
                <a:ext cx="629640" cy="3733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C01A245-74C4-4CB6-C028-01F5A231BCB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427875" y="461900"/>
                  <a:ext cx="64728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E2EEB77-019B-6D12-810E-FC2E5269D301}"/>
                    </a:ext>
                  </a:extLst>
                </p14:cNvPr>
                <p14:cNvContentPartPr/>
                <p14:nvPr/>
              </p14:nvContentPartPr>
              <p14:xfrm>
                <a:off x="2289355" y="533540"/>
                <a:ext cx="21960" cy="241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E2EEB77-019B-6D12-810E-FC2E5269D30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80355" y="524540"/>
                  <a:ext cx="396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E4360CA-A71B-5C1A-B7D5-32E2CB359CFF}"/>
                    </a:ext>
                  </a:extLst>
                </p14:cNvPr>
                <p14:cNvContentPartPr/>
                <p14:nvPr/>
              </p14:nvContentPartPr>
              <p14:xfrm>
                <a:off x="2085595" y="366860"/>
                <a:ext cx="793440" cy="480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E4360CA-A71B-5C1A-B7D5-32E2CB359CF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076955" y="358220"/>
                  <a:ext cx="81108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42D9236-9765-243D-60A2-4EE460E7F73C}"/>
                    </a:ext>
                  </a:extLst>
                </p14:cNvPr>
                <p14:cNvContentPartPr/>
                <p14:nvPr/>
              </p14:nvContentPartPr>
              <p14:xfrm>
                <a:off x="574675" y="1085060"/>
                <a:ext cx="1855080" cy="1376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42D9236-9765-243D-60A2-4EE460E7F73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65675" y="1076060"/>
                  <a:ext cx="1872720" cy="139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3C8CEC0-FC65-CA05-807E-B389AFDD3D15}"/>
                    </a:ext>
                  </a:extLst>
                </p14:cNvPr>
                <p14:cNvContentPartPr/>
                <p14:nvPr/>
              </p14:nvContentPartPr>
              <p14:xfrm>
                <a:off x="3177835" y="622100"/>
                <a:ext cx="858600" cy="738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3C8CEC0-FC65-CA05-807E-B389AFDD3D1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69195" y="613100"/>
                  <a:ext cx="876240" cy="75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EEF7902-FA0B-BFA3-1396-8410F7E2A998}"/>
                    </a:ext>
                  </a:extLst>
                </p14:cNvPr>
                <p14:cNvContentPartPr/>
                <p14:nvPr/>
              </p14:nvContentPartPr>
              <p14:xfrm>
                <a:off x="4144075" y="521660"/>
                <a:ext cx="878760" cy="285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EEF7902-FA0B-BFA3-1396-8410F7E2A99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35435" y="512660"/>
                  <a:ext cx="89640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605F509-DC94-C7AC-50AE-0D9E405A8E2F}"/>
                    </a:ext>
                  </a:extLst>
                </p14:cNvPr>
                <p14:cNvContentPartPr/>
                <p14:nvPr/>
              </p14:nvContentPartPr>
              <p14:xfrm>
                <a:off x="5310115" y="214220"/>
                <a:ext cx="20520" cy="333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605F509-DC94-C7AC-50AE-0D9E405A8E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01475" y="205580"/>
                  <a:ext cx="3816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12B03E2-25B4-13E4-3B40-193797C1CA5E}"/>
                    </a:ext>
                  </a:extLst>
                </p14:cNvPr>
                <p14:cNvContentPartPr/>
                <p14:nvPr/>
              </p14:nvContentPartPr>
              <p14:xfrm>
                <a:off x="5225515" y="301340"/>
                <a:ext cx="431280" cy="2304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12B03E2-25B4-13E4-3B40-193797C1CA5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216515" y="292340"/>
                  <a:ext cx="4489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45F6C4B-FBB5-E74D-173D-593E001F47F3}"/>
                    </a:ext>
                  </a:extLst>
                </p14:cNvPr>
                <p14:cNvContentPartPr/>
                <p14:nvPr/>
              </p14:nvContentPartPr>
              <p14:xfrm>
                <a:off x="5824555" y="313220"/>
                <a:ext cx="16200" cy="19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45F6C4B-FBB5-E74D-173D-593E001F47F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15915" y="304580"/>
                  <a:ext cx="338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EFA399B-634F-7F89-1162-DCB950295A5C}"/>
                    </a:ext>
                  </a:extLst>
                </p14:cNvPr>
                <p14:cNvContentPartPr/>
                <p14:nvPr/>
              </p14:nvContentPartPr>
              <p14:xfrm>
                <a:off x="3349555" y="645140"/>
                <a:ext cx="2638440" cy="1117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EFA399B-634F-7F89-1162-DCB950295A5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40915" y="636500"/>
                  <a:ext cx="2656080" cy="11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832E4D5-8B43-DC7D-2D4F-5C2FD5459DF2}"/>
                    </a:ext>
                  </a:extLst>
                </p14:cNvPr>
                <p14:cNvContentPartPr/>
                <p14:nvPr/>
              </p14:nvContentPartPr>
              <p14:xfrm>
                <a:off x="5822395" y="239420"/>
                <a:ext cx="2179800" cy="180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832E4D5-8B43-DC7D-2D4F-5C2FD5459DF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13395" y="230420"/>
                  <a:ext cx="21974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D1369D2-071C-60C7-FD42-358AF2A8D1B9}"/>
                    </a:ext>
                  </a:extLst>
                </p14:cNvPr>
                <p14:cNvContentPartPr/>
                <p14:nvPr/>
              </p14:nvContentPartPr>
              <p14:xfrm>
                <a:off x="7523035" y="130340"/>
                <a:ext cx="818280" cy="756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D1369D2-071C-60C7-FD42-358AF2A8D1B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514395" y="121340"/>
                  <a:ext cx="835920" cy="77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053F4DB-F7D4-2111-9D34-3D685A541C91}"/>
                    </a:ext>
                  </a:extLst>
                </p14:cNvPr>
                <p14:cNvContentPartPr/>
                <p14:nvPr/>
              </p14:nvContentPartPr>
              <p14:xfrm>
                <a:off x="6051355" y="805700"/>
                <a:ext cx="1937160" cy="378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053F4DB-F7D4-2111-9D34-3D685A541C9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042355" y="797060"/>
                  <a:ext cx="195480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4B5796D-99A8-EEA8-A361-BF8298D5ED42}"/>
                    </a:ext>
                  </a:extLst>
                </p14:cNvPr>
                <p14:cNvContentPartPr/>
                <p14:nvPr/>
              </p14:nvContentPartPr>
              <p14:xfrm>
                <a:off x="7187155" y="734060"/>
                <a:ext cx="651600" cy="971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4B5796D-99A8-EEA8-A361-BF8298D5ED4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178515" y="725420"/>
                  <a:ext cx="669240" cy="9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49E4DF3-5DA2-E0C8-828C-0C0A060FAE42}"/>
                    </a:ext>
                  </a:extLst>
                </p14:cNvPr>
                <p14:cNvContentPartPr/>
                <p14:nvPr/>
              </p14:nvContentPartPr>
              <p14:xfrm>
                <a:off x="3730795" y="2367740"/>
                <a:ext cx="203400" cy="717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49E4DF3-5DA2-E0C8-828C-0C0A060FAE4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21795" y="2359100"/>
                  <a:ext cx="221040" cy="73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2270114-8845-9E95-E027-A641E7048A7D}"/>
                    </a:ext>
                  </a:extLst>
                </p14:cNvPr>
                <p14:cNvContentPartPr/>
                <p14:nvPr/>
              </p14:nvContentPartPr>
              <p14:xfrm>
                <a:off x="3642595" y="2334620"/>
                <a:ext cx="597600" cy="1095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2270114-8845-9E95-E027-A641E7048A7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633595" y="2325620"/>
                  <a:ext cx="615240" cy="11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49D4C48-5DE6-AC90-2B77-55ECC61442E8}"/>
                    </a:ext>
                  </a:extLst>
                </p14:cNvPr>
                <p14:cNvContentPartPr/>
                <p14:nvPr/>
              </p14:nvContentPartPr>
              <p14:xfrm>
                <a:off x="4425955" y="1686260"/>
                <a:ext cx="1029600" cy="1049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49D4C48-5DE6-AC90-2B77-55ECC61442E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417315" y="1677620"/>
                  <a:ext cx="1047240" cy="10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010B06F-031E-E892-3B6B-071888AC10F8}"/>
                    </a:ext>
                  </a:extLst>
                </p14:cNvPr>
                <p14:cNvContentPartPr/>
                <p14:nvPr/>
              </p14:nvContentPartPr>
              <p14:xfrm>
                <a:off x="5579755" y="1716500"/>
                <a:ext cx="32760" cy="47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010B06F-031E-E892-3B6B-071888AC10F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71115" y="1707500"/>
                  <a:ext cx="504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C053D7D-224B-CA34-C301-522A7E70BADE}"/>
                    </a:ext>
                  </a:extLst>
                </p14:cNvPr>
                <p14:cNvContentPartPr/>
                <p14:nvPr/>
              </p14:nvContentPartPr>
              <p14:xfrm>
                <a:off x="5648515" y="1896500"/>
                <a:ext cx="422640" cy="363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C053D7D-224B-CA34-C301-522A7E70BAD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39515" y="1887500"/>
                  <a:ext cx="44028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A867010-BE39-2572-275C-18D97FDC3EB2}"/>
                    </a:ext>
                  </a:extLst>
                </p14:cNvPr>
                <p14:cNvContentPartPr/>
                <p14:nvPr/>
              </p14:nvContentPartPr>
              <p14:xfrm>
                <a:off x="6092395" y="1666460"/>
                <a:ext cx="1082160" cy="484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A867010-BE39-2572-275C-18D97FDC3EB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083755" y="1657460"/>
                  <a:ext cx="1099800" cy="5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29C8FE9-F8EF-73C7-419B-3515516DB3D0}"/>
                    </a:ext>
                  </a:extLst>
                </p14:cNvPr>
                <p14:cNvContentPartPr/>
                <p14:nvPr/>
              </p14:nvContentPartPr>
              <p14:xfrm>
                <a:off x="7430875" y="1775900"/>
                <a:ext cx="75240" cy="53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29C8FE9-F8EF-73C7-419B-3515516DB3D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21875" y="1767260"/>
                  <a:ext cx="928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BD1BC01-FDC9-F54A-084F-34DC09D38674}"/>
                    </a:ext>
                  </a:extLst>
                </p14:cNvPr>
                <p14:cNvContentPartPr/>
                <p14:nvPr/>
              </p14:nvContentPartPr>
              <p14:xfrm>
                <a:off x="7899955" y="1450460"/>
                <a:ext cx="827640" cy="327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BD1BC01-FDC9-F54A-084F-34DC09D3867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890955" y="1441460"/>
                  <a:ext cx="84528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2F755DC-8CA5-1902-09A1-16E473D66B6D}"/>
                    </a:ext>
                  </a:extLst>
                </p14:cNvPr>
                <p14:cNvContentPartPr/>
                <p14:nvPr/>
              </p14:nvContentPartPr>
              <p14:xfrm>
                <a:off x="8859715" y="1021700"/>
                <a:ext cx="48600" cy="508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2F755DC-8CA5-1902-09A1-16E473D66B6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850715" y="1013060"/>
                  <a:ext cx="66240" cy="52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588AF73-08D4-E2BF-EA07-C3E83AE861C8}"/>
                    </a:ext>
                  </a:extLst>
                </p14:cNvPr>
                <p14:cNvContentPartPr/>
                <p14:nvPr/>
              </p14:nvContentPartPr>
              <p14:xfrm>
                <a:off x="8864395" y="838820"/>
                <a:ext cx="275760" cy="842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588AF73-08D4-E2BF-EA07-C3E83AE861C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55755" y="829820"/>
                  <a:ext cx="293400" cy="85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13A049C-F208-4FD2-19E3-A5061475734C}"/>
                    </a:ext>
                  </a:extLst>
                </p14:cNvPr>
                <p14:cNvContentPartPr/>
                <p14:nvPr/>
              </p14:nvContentPartPr>
              <p14:xfrm>
                <a:off x="9603475" y="1186580"/>
                <a:ext cx="156960" cy="237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13A049C-F208-4FD2-19E3-A5061475734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94835" y="1177940"/>
                  <a:ext cx="17460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BA29AE4-FFC4-9FA3-D5BE-CD4EBF59C0A3}"/>
                    </a:ext>
                  </a:extLst>
                </p14:cNvPr>
                <p14:cNvContentPartPr/>
                <p14:nvPr/>
              </p14:nvContentPartPr>
              <p14:xfrm>
                <a:off x="9804715" y="1077500"/>
                <a:ext cx="355320" cy="991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BA29AE4-FFC4-9FA3-D5BE-CD4EBF59C0A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795715" y="1068860"/>
                  <a:ext cx="372960" cy="10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8C85696-A026-4A96-5FA4-F768EE39A105}"/>
                    </a:ext>
                  </a:extLst>
                </p14:cNvPr>
                <p14:cNvContentPartPr/>
                <p14:nvPr/>
              </p14:nvContentPartPr>
              <p14:xfrm>
                <a:off x="4331995" y="2179820"/>
                <a:ext cx="4527000" cy="1713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8C85696-A026-4A96-5FA4-F768EE39A10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322995" y="2170820"/>
                  <a:ext cx="4544640" cy="173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BF034B3-3623-3591-4454-9893D88D823E}"/>
                    </a:ext>
                  </a:extLst>
                </p14:cNvPr>
                <p14:cNvContentPartPr/>
                <p14:nvPr/>
              </p14:nvContentPartPr>
              <p14:xfrm>
                <a:off x="791755" y="2862380"/>
                <a:ext cx="671400" cy="979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BF034B3-3623-3591-4454-9893D88D823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3115" y="2853740"/>
                  <a:ext cx="689040" cy="9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0C02B52-351A-6AC6-90AE-31B5C9646E98}"/>
                    </a:ext>
                  </a:extLst>
                </p14:cNvPr>
                <p14:cNvContentPartPr/>
                <p14:nvPr/>
              </p14:nvContentPartPr>
              <p14:xfrm>
                <a:off x="2068675" y="2273060"/>
                <a:ext cx="75240" cy="62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0C02B52-351A-6AC6-90AE-31B5C9646E9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059675" y="2264060"/>
                  <a:ext cx="928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6136744-8091-51D2-011F-07FB1BF2D93A}"/>
                    </a:ext>
                  </a:extLst>
                </p14:cNvPr>
                <p14:cNvContentPartPr/>
                <p14:nvPr/>
              </p14:nvContentPartPr>
              <p14:xfrm>
                <a:off x="1833595" y="2265500"/>
                <a:ext cx="283680" cy="302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6136744-8091-51D2-011F-07FB1BF2D93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824595" y="2256500"/>
                  <a:ext cx="30132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B80DC2B-3E73-8D74-3CE6-3D94A7F5E5AF}"/>
                    </a:ext>
                  </a:extLst>
                </p14:cNvPr>
                <p14:cNvContentPartPr/>
                <p14:nvPr/>
              </p14:nvContentPartPr>
              <p14:xfrm>
                <a:off x="2201155" y="2124380"/>
                <a:ext cx="271800" cy="654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B80DC2B-3E73-8D74-3CE6-3D94A7F5E5A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192515" y="2115380"/>
                  <a:ext cx="28944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9380D69-CA26-2CB4-6D4E-D33616745718}"/>
                    </a:ext>
                  </a:extLst>
                </p14:cNvPr>
                <p14:cNvContentPartPr/>
                <p14:nvPr/>
              </p14:nvContentPartPr>
              <p14:xfrm>
                <a:off x="461995" y="1704620"/>
                <a:ext cx="2372040" cy="2934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9380D69-CA26-2CB4-6D4E-D3361674571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52995" y="1695620"/>
                  <a:ext cx="2389680" cy="29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220B5B8-C95F-30D8-9AEA-5C874F0C5A69}"/>
                    </a:ext>
                  </a:extLst>
                </p14:cNvPr>
                <p14:cNvContentPartPr/>
                <p14:nvPr/>
              </p14:nvContentPartPr>
              <p14:xfrm>
                <a:off x="2083075" y="2662580"/>
                <a:ext cx="691200" cy="519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220B5B8-C95F-30D8-9AEA-5C874F0C5A6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074075" y="2653940"/>
                  <a:ext cx="7088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FEE112B-B984-3446-6EDA-36DFB85620CF}"/>
                    </a:ext>
                  </a:extLst>
                </p14:cNvPr>
                <p14:cNvContentPartPr/>
                <p14:nvPr/>
              </p14:nvContentPartPr>
              <p14:xfrm>
                <a:off x="2610475" y="2097380"/>
                <a:ext cx="875160" cy="865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FEE112B-B984-3446-6EDA-36DFB85620C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601835" y="2088380"/>
                  <a:ext cx="892800" cy="88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3E32D33-680E-218F-09D1-ACE79D671E60}"/>
                    </a:ext>
                  </a:extLst>
                </p14:cNvPr>
                <p14:cNvContentPartPr/>
                <p14:nvPr/>
              </p14:nvContentPartPr>
              <p14:xfrm>
                <a:off x="2517235" y="1989020"/>
                <a:ext cx="327960" cy="40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3E32D33-680E-218F-09D1-ACE79D671E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508595" y="1980380"/>
                  <a:ext cx="345600" cy="41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752E79B-DD71-26DC-3B9B-A599D95534AE}"/>
                    </a:ext>
                  </a:extLst>
                </p14:cNvPr>
                <p14:cNvContentPartPr/>
                <p14:nvPr/>
              </p14:nvContentPartPr>
              <p14:xfrm>
                <a:off x="2771395" y="1963820"/>
                <a:ext cx="275400" cy="264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752E79B-DD71-26DC-3B9B-A599D95534A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762755" y="1954820"/>
                  <a:ext cx="29304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8F9A967-AAC8-6568-1618-AEF916834898}"/>
                    </a:ext>
                  </a:extLst>
                </p14:cNvPr>
                <p14:cNvContentPartPr/>
                <p14:nvPr/>
              </p14:nvContentPartPr>
              <p14:xfrm>
                <a:off x="3148675" y="4530980"/>
                <a:ext cx="386280" cy="815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8F9A967-AAC8-6568-1618-AEF91683489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140035" y="4521980"/>
                  <a:ext cx="403920" cy="83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4940243-DF91-40B4-A582-BDB14220687E}"/>
                    </a:ext>
                  </a:extLst>
                </p14:cNvPr>
                <p14:cNvContentPartPr/>
                <p14:nvPr/>
              </p14:nvContentPartPr>
              <p14:xfrm>
                <a:off x="2987395" y="4284020"/>
                <a:ext cx="874080" cy="1334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4940243-DF91-40B4-A582-BDB14220687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978755" y="4275020"/>
                  <a:ext cx="891720" cy="13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EC8747D-DF8B-9DAA-66C3-8D667B51EC69}"/>
                    </a:ext>
                  </a:extLst>
                </p14:cNvPr>
                <p14:cNvContentPartPr/>
                <p14:nvPr/>
              </p14:nvContentPartPr>
              <p14:xfrm>
                <a:off x="3824395" y="4338380"/>
                <a:ext cx="565920" cy="811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EC8747D-DF8B-9DAA-66C3-8D667B51EC6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15395" y="4329380"/>
                  <a:ext cx="583560" cy="82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E0D38A2-65A2-6011-3DC2-505007726A96}"/>
                    </a:ext>
                  </a:extLst>
                </p14:cNvPr>
                <p14:cNvContentPartPr/>
                <p14:nvPr/>
              </p14:nvContentPartPr>
              <p14:xfrm>
                <a:off x="4475275" y="4329380"/>
                <a:ext cx="403920" cy="469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E0D38A2-65A2-6011-3DC2-505007726A9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466635" y="4320740"/>
                  <a:ext cx="421560" cy="48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E68EA3E-FA84-AD7E-534E-0827EACC75DD}"/>
                    </a:ext>
                  </a:extLst>
                </p14:cNvPr>
                <p14:cNvContentPartPr/>
                <p14:nvPr/>
              </p14:nvContentPartPr>
              <p14:xfrm>
                <a:off x="4832395" y="4274300"/>
                <a:ext cx="639360" cy="291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E68EA3E-FA84-AD7E-534E-0827EACC75D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823395" y="4265660"/>
                  <a:ext cx="65700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9BB725D-DCF3-3511-45DE-571B82445957}"/>
                    </a:ext>
                  </a:extLst>
                </p14:cNvPr>
                <p14:cNvContentPartPr/>
                <p14:nvPr/>
              </p14:nvContentPartPr>
              <p14:xfrm>
                <a:off x="5608915" y="3957860"/>
                <a:ext cx="700200" cy="376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9BB725D-DCF3-3511-45DE-571B8244595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599915" y="3948860"/>
                  <a:ext cx="71784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1596134-F471-E0A1-7185-69E1CED655B3}"/>
                    </a:ext>
                  </a:extLst>
                </p14:cNvPr>
                <p14:cNvContentPartPr/>
                <p14:nvPr/>
              </p14:nvContentPartPr>
              <p14:xfrm>
                <a:off x="7099315" y="3130220"/>
                <a:ext cx="118440" cy="927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1596134-F471-E0A1-7185-69E1CED655B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090315" y="3121580"/>
                  <a:ext cx="136080" cy="9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D2561D3-C8F0-9252-540C-8C87B951EC99}"/>
                    </a:ext>
                  </a:extLst>
                </p14:cNvPr>
                <p14:cNvContentPartPr/>
                <p14:nvPr/>
              </p14:nvContentPartPr>
              <p14:xfrm>
                <a:off x="7017235" y="2942660"/>
                <a:ext cx="467640" cy="979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D2561D3-C8F0-9252-540C-8C87B951EC9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008235" y="2933660"/>
                  <a:ext cx="485280" cy="9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8735523-5C80-09AB-6469-3873FB245242}"/>
                    </a:ext>
                  </a:extLst>
                </p14:cNvPr>
                <p14:cNvContentPartPr/>
                <p14:nvPr/>
              </p14:nvContentPartPr>
              <p14:xfrm>
                <a:off x="7841995" y="2701820"/>
                <a:ext cx="814320" cy="1011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8735523-5C80-09AB-6469-3873FB24524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832995" y="2692820"/>
                  <a:ext cx="831960" cy="10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3072C1A-AF92-786B-AEA1-887FDF34E1F1}"/>
                    </a:ext>
                  </a:extLst>
                </p14:cNvPr>
                <p14:cNvContentPartPr/>
                <p14:nvPr/>
              </p14:nvContentPartPr>
              <p14:xfrm>
                <a:off x="8716075" y="2817020"/>
                <a:ext cx="451440" cy="3506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3072C1A-AF92-786B-AEA1-887FDF34E1F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707075" y="2808380"/>
                  <a:ext cx="46908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C8B5509-AB06-B818-0A5A-FAA0B985F7A8}"/>
                    </a:ext>
                  </a:extLst>
                </p14:cNvPr>
                <p14:cNvContentPartPr/>
                <p14:nvPr/>
              </p14:nvContentPartPr>
              <p14:xfrm>
                <a:off x="9243115" y="2721260"/>
                <a:ext cx="270360" cy="176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C8B5509-AB06-B818-0A5A-FAA0B985F7A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234115" y="2712260"/>
                  <a:ext cx="2880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DF69359-0C23-CF1B-09E9-236D1E57DCCB}"/>
                    </a:ext>
                  </a:extLst>
                </p14:cNvPr>
                <p14:cNvContentPartPr/>
                <p14:nvPr/>
              </p14:nvContentPartPr>
              <p14:xfrm>
                <a:off x="9788155" y="2450900"/>
                <a:ext cx="36360" cy="24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DF69359-0C23-CF1B-09E9-236D1E57DCC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779155" y="2442260"/>
                  <a:ext cx="54000" cy="41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09485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0B333F7-2F69-C739-FACC-87963F0C940C}"/>
                  </a:ext>
                </a:extLst>
              </p14:cNvPr>
              <p14:cNvContentPartPr/>
              <p14:nvPr/>
            </p14:nvContentPartPr>
            <p14:xfrm>
              <a:off x="2269915" y="1068108"/>
              <a:ext cx="619920" cy="10386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0B333F7-2F69-C739-FACC-87963F0C940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65595" y="1063788"/>
                <a:ext cx="628560" cy="104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8B5ED354-01D7-E74C-DB49-52892E3AC0BB}"/>
              </a:ext>
            </a:extLst>
          </p:cNvPr>
          <p:cNvGrpSpPr/>
          <p:nvPr/>
        </p:nvGrpSpPr>
        <p:grpSpPr>
          <a:xfrm>
            <a:off x="1274875" y="709188"/>
            <a:ext cx="5098680" cy="1013040"/>
            <a:chOff x="1274875" y="709188"/>
            <a:chExt cx="5098680" cy="101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72C07F4-03C8-ADCB-979F-03E652678820}"/>
                    </a:ext>
                  </a:extLst>
                </p14:cNvPr>
                <p14:cNvContentPartPr/>
                <p14:nvPr/>
              </p14:nvContentPartPr>
              <p14:xfrm>
                <a:off x="1274875" y="709188"/>
                <a:ext cx="584640" cy="9435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72C07F4-03C8-ADCB-979F-03E65267882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68755" y="703068"/>
                  <a:ext cx="596880" cy="9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0C6E9B0-45DB-2161-0A1C-61E3FFA620F7}"/>
                    </a:ext>
                  </a:extLst>
                </p14:cNvPr>
                <p14:cNvContentPartPr/>
                <p14:nvPr/>
              </p14:nvContentPartPr>
              <p14:xfrm>
                <a:off x="2186035" y="1279788"/>
                <a:ext cx="369000" cy="4424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0C6E9B0-45DB-2161-0A1C-61E3FFA620F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79915" y="1273668"/>
                  <a:ext cx="38124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431C17C-4D81-1B77-A62B-63A3CCA24711}"/>
                    </a:ext>
                  </a:extLst>
                </p14:cNvPr>
                <p14:cNvContentPartPr/>
                <p14:nvPr/>
              </p14:nvContentPartPr>
              <p14:xfrm>
                <a:off x="2902435" y="989988"/>
                <a:ext cx="1274040" cy="5778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431C17C-4D81-1B77-A62B-63A3CCA2471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96315" y="983868"/>
                  <a:ext cx="1286280" cy="59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376AB93-EE05-46F7-B906-735BC708E7A8}"/>
                    </a:ext>
                  </a:extLst>
                </p14:cNvPr>
                <p14:cNvContentPartPr/>
                <p14:nvPr/>
              </p14:nvContentPartPr>
              <p14:xfrm>
                <a:off x="4241275" y="1073868"/>
                <a:ext cx="42480" cy="428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376AB93-EE05-46F7-B906-735BC708E7A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35155" y="1067748"/>
                  <a:ext cx="5472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085A108-2428-828A-DE03-FE7B0D985226}"/>
                    </a:ext>
                  </a:extLst>
                </p14:cNvPr>
                <p14:cNvContentPartPr/>
                <p14:nvPr/>
              </p14:nvContentPartPr>
              <p14:xfrm>
                <a:off x="4469155" y="916548"/>
                <a:ext cx="220680" cy="6555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085A108-2428-828A-DE03-FE7B0D98522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463035" y="910428"/>
                  <a:ext cx="232920" cy="66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788E829-1E5A-5C04-173F-6033C7A462DD}"/>
                    </a:ext>
                  </a:extLst>
                </p14:cNvPr>
                <p14:cNvContentPartPr/>
                <p14:nvPr/>
              </p14:nvContentPartPr>
              <p14:xfrm>
                <a:off x="4342075" y="1284468"/>
                <a:ext cx="550800" cy="2368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788E829-1E5A-5C04-173F-6033C7A462D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335955" y="1278348"/>
                  <a:ext cx="5630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C7B9712-48E4-0C60-99CE-120EB4B7847B}"/>
                    </a:ext>
                  </a:extLst>
                </p14:cNvPr>
                <p14:cNvContentPartPr/>
                <p14:nvPr/>
              </p14:nvContentPartPr>
              <p14:xfrm>
                <a:off x="5062435" y="1306788"/>
                <a:ext cx="312120" cy="316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C7B9712-48E4-0C60-99CE-120EB4B7847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056315" y="1300668"/>
                  <a:ext cx="32436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2CC19AD-5AA9-1705-2BE2-905DFA029DCF}"/>
                    </a:ext>
                  </a:extLst>
                </p14:cNvPr>
                <p14:cNvContentPartPr/>
                <p14:nvPr/>
              </p14:nvContentPartPr>
              <p14:xfrm>
                <a:off x="5633755" y="1277988"/>
                <a:ext cx="97200" cy="2628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2CC19AD-5AA9-1705-2BE2-905DFA029DC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627635" y="1271868"/>
                  <a:ext cx="1094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2ABA1ED-807C-1B23-4495-B8ACB8993B69}"/>
                    </a:ext>
                  </a:extLst>
                </p14:cNvPr>
                <p14:cNvContentPartPr/>
                <p14:nvPr/>
              </p14:nvContentPartPr>
              <p14:xfrm>
                <a:off x="5982595" y="1334148"/>
                <a:ext cx="390960" cy="271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2ABA1ED-807C-1B23-4495-B8ACB8993B6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76475" y="1328028"/>
                  <a:ext cx="403200" cy="28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277F40F-042C-ED76-E2BB-EBFA8A151B94}"/>
              </a:ext>
            </a:extLst>
          </p:cNvPr>
          <p:cNvGrpSpPr/>
          <p:nvPr/>
        </p:nvGrpSpPr>
        <p:grpSpPr>
          <a:xfrm>
            <a:off x="7255915" y="1247748"/>
            <a:ext cx="1882440" cy="832320"/>
            <a:chOff x="7255915" y="1247748"/>
            <a:chExt cx="1882440" cy="83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27B8AE0-734A-7FEE-0CEB-D3D0222F6B97}"/>
                    </a:ext>
                  </a:extLst>
                </p14:cNvPr>
                <p14:cNvContentPartPr/>
                <p14:nvPr/>
              </p14:nvContentPartPr>
              <p14:xfrm>
                <a:off x="7385875" y="1247748"/>
                <a:ext cx="27360" cy="730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27B8AE0-734A-7FEE-0CEB-D3D0222F6B9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379755" y="1241628"/>
                  <a:ext cx="39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C8F4762-985D-CF54-49FC-CC9F6A9FEAF4}"/>
                    </a:ext>
                  </a:extLst>
                </p14:cNvPr>
                <p14:cNvContentPartPr/>
                <p14:nvPr/>
              </p14:nvContentPartPr>
              <p14:xfrm>
                <a:off x="7255915" y="1818348"/>
                <a:ext cx="101520" cy="109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C8F4762-985D-CF54-49FC-CC9F6A9FEAF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249795" y="1812228"/>
                  <a:ext cx="1137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9D63DB6-D5E5-6BD8-0B7F-BBD41277F18B}"/>
                    </a:ext>
                  </a:extLst>
                </p14:cNvPr>
                <p14:cNvContentPartPr/>
                <p14:nvPr/>
              </p14:nvContentPartPr>
              <p14:xfrm>
                <a:off x="7714195" y="1621788"/>
                <a:ext cx="622440" cy="42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9D63DB6-D5E5-6BD8-0B7F-BBD41277F18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708075" y="1615668"/>
                  <a:ext cx="6346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41C20D2-C5B1-1688-D4B9-F07FD3097B4C}"/>
                    </a:ext>
                  </a:extLst>
                </p14:cNvPr>
                <p14:cNvContentPartPr/>
                <p14:nvPr/>
              </p14:nvContentPartPr>
              <p14:xfrm>
                <a:off x="8447155" y="1253868"/>
                <a:ext cx="495360" cy="767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41C20D2-C5B1-1688-D4B9-F07FD3097B4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441035" y="1247748"/>
                  <a:ext cx="507600" cy="77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F320DFC-CAE8-B66F-66B8-1E7AE924965D}"/>
                    </a:ext>
                  </a:extLst>
                </p14:cNvPr>
                <p14:cNvContentPartPr/>
                <p14:nvPr/>
              </p14:nvContentPartPr>
              <p14:xfrm>
                <a:off x="9068155" y="2050548"/>
                <a:ext cx="70200" cy="29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F320DFC-CAE8-B66F-66B8-1E7AE924965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062035" y="2044428"/>
                  <a:ext cx="82440" cy="4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E27EE95-2255-D880-0A7C-842A1FB3030E}"/>
              </a:ext>
            </a:extLst>
          </p:cNvPr>
          <p:cNvGrpSpPr/>
          <p:nvPr/>
        </p:nvGrpSpPr>
        <p:grpSpPr>
          <a:xfrm>
            <a:off x="1983715" y="2748228"/>
            <a:ext cx="2014560" cy="798120"/>
            <a:chOff x="1983715" y="2748228"/>
            <a:chExt cx="2014560" cy="79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4518EA5-C00E-D687-CF65-75DA62A7BBD0}"/>
                    </a:ext>
                  </a:extLst>
                </p14:cNvPr>
                <p14:cNvContentPartPr/>
                <p14:nvPr/>
              </p14:nvContentPartPr>
              <p14:xfrm>
                <a:off x="1983715" y="2939748"/>
                <a:ext cx="550440" cy="599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4518EA5-C00E-D687-CF65-75DA62A7BBD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977595" y="2933628"/>
                  <a:ext cx="562680" cy="61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C4C8240-1C0E-BD02-4C1D-DBF5E0408879}"/>
                    </a:ext>
                  </a:extLst>
                </p14:cNvPr>
                <p14:cNvContentPartPr/>
                <p14:nvPr/>
              </p14:nvContentPartPr>
              <p14:xfrm>
                <a:off x="2775715" y="2748228"/>
                <a:ext cx="108360" cy="630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C4C8240-1C0E-BD02-4C1D-DBF5E040887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69595" y="2742108"/>
                  <a:ext cx="12060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3AE9D4B-CA87-9DBF-38C3-5DDBA3D5486E}"/>
                    </a:ext>
                  </a:extLst>
                </p14:cNvPr>
                <p14:cNvContentPartPr/>
                <p14:nvPr/>
              </p14:nvContentPartPr>
              <p14:xfrm>
                <a:off x="2987395" y="2992668"/>
                <a:ext cx="1010880" cy="553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3AE9D4B-CA87-9DBF-38C3-5DDBA3D5486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981275" y="2986548"/>
                  <a:ext cx="1023120" cy="565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2974905-E714-903E-6378-1DC2E926B650}"/>
                  </a:ext>
                </a:extLst>
              </p14:cNvPr>
              <p14:cNvContentPartPr/>
              <p14:nvPr/>
            </p14:nvContentPartPr>
            <p14:xfrm>
              <a:off x="5807635" y="2841468"/>
              <a:ext cx="354960" cy="52668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2974905-E714-903E-6378-1DC2E926B65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01515" y="2835348"/>
                <a:ext cx="367200" cy="53892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F0233A4D-65E1-7C00-F121-B33960E6C3A6}"/>
              </a:ext>
            </a:extLst>
          </p:cNvPr>
          <p:cNvGrpSpPr/>
          <p:nvPr/>
        </p:nvGrpSpPr>
        <p:grpSpPr>
          <a:xfrm>
            <a:off x="6475435" y="2636988"/>
            <a:ext cx="3354120" cy="894240"/>
            <a:chOff x="6475435" y="2636988"/>
            <a:chExt cx="3354120" cy="89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EAE34C3-256D-F548-3131-34EC7A8D9974}"/>
                    </a:ext>
                  </a:extLst>
                </p14:cNvPr>
                <p14:cNvContentPartPr/>
                <p14:nvPr/>
              </p14:nvContentPartPr>
              <p14:xfrm>
                <a:off x="6475435" y="2636988"/>
                <a:ext cx="159840" cy="7376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EAE34C3-256D-F548-3131-34EC7A8D997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469315" y="2630868"/>
                  <a:ext cx="172080" cy="74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6CD6D71-8E5C-7623-2E7A-AC8FF972E2B1}"/>
                    </a:ext>
                  </a:extLst>
                </p14:cNvPr>
                <p14:cNvContentPartPr/>
                <p14:nvPr/>
              </p14:nvContentPartPr>
              <p14:xfrm>
                <a:off x="6672715" y="3009588"/>
                <a:ext cx="900000" cy="4629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6CD6D71-8E5C-7623-2E7A-AC8FF972E2B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666595" y="3003468"/>
                  <a:ext cx="912240" cy="47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A2E4E43-5A3A-5DF8-3F57-952C86B59C31}"/>
                    </a:ext>
                  </a:extLst>
                </p14:cNvPr>
                <p14:cNvContentPartPr/>
                <p14:nvPr/>
              </p14:nvContentPartPr>
              <p14:xfrm>
                <a:off x="7795195" y="3479028"/>
                <a:ext cx="293040" cy="52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A2E4E43-5A3A-5DF8-3F57-952C86B59C3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789075" y="3472908"/>
                  <a:ext cx="3052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0BC500A-56AC-FD26-C181-26370CC503EE}"/>
                    </a:ext>
                  </a:extLst>
                </p14:cNvPr>
                <p14:cNvContentPartPr/>
                <p14:nvPr/>
              </p14:nvContentPartPr>
              <p14:xfrm>
                <a:off x="8318635" y="2964228"/>
                <a:ext cx="167400" cy="4636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0BC500A-56AC-FD26-C181-26370CC503E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312515" y="2958108"/>
                  <a:ext cx="17964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E4F5381-3425-0668-60DE-E441287F06C7}"/>
                    </a:ext>
                  </a:extLst>
                </p14:cNvPr>
                <p14:cNvContentPartPr/>
                <p14:nvPr/>
              </p14:nvContentPartPr>
              <p14:xfrm>
                <a:off x="8510875" y="2831388"/>
                <a:ext cx="600840" cy="433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E4F5381-3425-0668-60DE-E441287F06C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504755" y="2825268"/>
                  <a:ext cx="61308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FF5C994-43BC-2AAD-D105-3F9B56B107E0}"/>
                    </a:ext>
                  </a:extLst>
                </p14:cNvPr>
                <p14:cNvContentPartPr/>
                <p14:nvPr/>
              </p14:nvContentPartPr>
              <p14:xfrm>
                <a:off x="9250675" y="3107508"/>
                <a:ext cx="578880" cy="968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FF5C994-43BC-2AAD-D105-3F9B56B107E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244555" y="3101388"/>
                  <a:ext cx="591120" cy="10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CDC80AE-E917-F5FC-979D-FB9BD5E32EA5}"/>
                  </a:ext>
                </a:extLst>
              </p14:cNvPr>
              <p14:cNvContentPartPr/>
              <p14:nvPr/>
            </p14:nvContentPartPr>
            <p14:xfrm>
              <a:off x="12134635" y="2813748"/>
              <a:ext cx="52200" cy="1440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CDC80AE-E917-F5FC-979D-FB9BD5E32EA5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2128515" y="2807628"/>
                <a:ext cx="6444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B5C3546-175C-3E95-DEAE-31B179DC9A96}"/>
                  </a:ext>
                </a:extLst>
              </p14:cNvPr>
              <p14:cNvContentPartPr/>
              <p14:nvPr/>
            </p14:nvContentPartPr>
            <p14:xfrm>
              <a:off x="11986315" y="3344028"/>
              <a:ext cx="32760" cy="7308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B5C3546-175C-3E95-DEAE-31B179DC9A96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1980195" y="3337908"/>
                <a:ext cx="45000" cy="8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F7FF02BD-58DD-71D4-316C-98A1F7FA9E95}"/>
                  </a:ext>
                </a:extLst>
              </p14:cNvPr>
              <p14:cNvContentPartPr/>
              <p14:nvPr/>
            </p14:nvContentPartPr>
            <p14:xfrm>
              <a:off x="12169555" y="3112908"/>
              <a:ext cx="25560" cy="1764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F7FF02BD-58DD-71D4-316C-98A1F7FA9E9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163435" y="3106788"/>
                <a:ext cx="3780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A06DF6C-0779-5D56-3A3D-0E4AA17A18B7}"/>
                  </a:ext>
                </a:extLst>
              </p14:cNvPr>
              <p14:cNvContentPartPr/>
              <p14:nvPr/>
            </p14:nvContentPartPr>
            <p14:xfrm>
              <a:off x="10002715" y="3727068"/>
              <a:ext cx="204120" cy="1548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A06DF6C-0779-5D56-3A3D-0E4AA17A18B7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9996595" y="3720948"/>
                <a:ext cx="216360" cy="2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BE861ED5-EE16-33A9-D23E-AE3A0A8048A3}"/>
                  </a:ext>
                </a:extLst>
              </p14:cNvPr>
              <p14:cNvContentPartPr/>
              <p14:nvPr/>
            </p14:nvContentPartPr>
            <p14:xfrm>
              <a:off x="11260555" y="3830388"/>
              <a:ext cx="213840" cy="1440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BE861ED5-EE16-33A9-D23E-AE3A0A8048A3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1254435" y="3824268"/>
                <a:ext cx="226080" cy="2664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C59BF4FD-6FD0-3A56-878F-22374AF95904}"/>
              </a:ext>
            </a:extLst>
          </p:cNvPr>
          <p:cNvGrpSpPr/>
          <p:nvPr/>
        </p:nvGrpSpPr>
        <p:grpSpPr>
          <a:xfrm>
            <a:off x="3686155" y="4158708"/>
            <a:ext cx="1312920" cy="1211760"/>
            <a:chOff x="3686155" y="4158708"/>
            <a:chExt cx="1312920" cy="121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6E3A411-BD4B-EBFF-5D34-899B0BA1D5D9}"/>
                    </a:ext>
                  </a:extLst>
                </p14:cNvPr>
                <p14:cNvContentPartPr/>
                <p14:nvPr/>
              </p14:nvContentPartPr>
              <p14:xfrm>
                <a:off x="3686155" y="4355268"/>
                <a:ext cx="405720" cy="6379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6E3A411-BD4B-EBFF-5D34-899B0BA1D5D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680035" y="4349148"/>
                  <a:ext cx="417960" cy="65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3BF9D39-6E1A-6077-F0EA-C84849D2B324}"/>
                    </a:ext>
                  </a:extLst>
                </p14:cNvPr>
                <p14:cNvContentPartPr/>
                <p14:nvPr/>
              </p14:nvContentPartPr>
              <p14:xfrm>
                <a:off x="4351435" y="4158708"/>
                <a:ext cx="647640" cy="12117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3BF9D39-6E1A-6077-F0EA-C84849D2B32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345315" y="4152588"/>
                  <a:ext cx="659880" cy="122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1326472-834F-4C5F-6D97-61C1D97C8C17}"/>
              </a:ext>
            </a:extLst>
          </p:cNvPr>
          <p:cNvGrpSpPr/>
          <p:nvPr/>
        </p:nvGrpSpPr>
        <p:grpSpPr>
          <a:xfrm>
            <a:off x="6732475" y="4165548"/>
            <a:ext cx="2073240" cy="808920"/>
            <a:chOff x="6732475" y="4165548"/>
            <a:chExt cx="2073240" cy="80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252E724-D71E-2053-C5E5-CC5E56514AFD}"/>
                    </a:ext>
                  </a:extLst>
                </p14:cNvPr>
                <p14:cNvContentPartPr/>
                <p14:nvPr/>
              </p14:nvContentPartPr>
              <p14:xfrm>
                <a:off x="6732475" y="4926228"/>
                <a:ext cx="268200" cy="482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252E724-D71E-2053-C5E5-CC5E56514AF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726355" y="4920108"/>
                  <a:ext cx="2804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63F746A-F169-D5BA-5AE5-D001C5ED940F}"/>
                    </a:ext>
                  </a:extLst>
                </p14:cNvPr>
                <p14:cNvContentPartPr/>
                <p14:nvPr/>
              </p14:nvContentPartPr>
              <p14:xfrm>
                <a:off x="7257715" y="4503228"/>
                <a:ext cx="27360" cy="321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63F746A-F169-D5BA-5AE5-D001C5ED940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251595" y="4497108"/>
                  <a:ext cx="3960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0107D1C-75EE-3626-1F78-68C4D4F10D91}"/>
                    </a:ext>
                  </a:extLst>
                </p14:cNvPr>
                <p14:cNvContentPartPr/>
                <p14:nvPr/>
              </p14:nvContentPartPr>
              <p14:xfrm>
                <a:off x="7486315" y="4165548"/>
                <a:ext cx="20880" cy="612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0107D1C-75EE-3626-1F78-68C4D4F10D9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480195" y="4159428"/>
                  <a:ext cx="331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2059DC7-E04A-0252-8651-7764AF9D5D0B}"/>
                    </a:ext>
                  </a:extLst>
                </p14:cNvPr>
                <p14:cNvContentPartPr/>
                <p14:nvPr/>
              </p14:nvContentPartPr>
              <p14:xfrm>
                <a:off x="7570555" y="4561188"/>
                <a:ext cx="589680" cy="184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2059DC7-E04A-0252-8651-7764AF9D5D0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564435" y="4555068"/>
                  <a:ext cx="601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9A04930-1E49-5122-EEF5-A3C1B530703E}"/>
                    </a:ext>
                  </a:extLst>
                </p14:cNvPr>
                <p14:cNvContentPartPr/>
                <p14:nvPr/>
              </p14:nvContentPartPr>
              <p14:xfrm>
                <a:off x="8288035" y="4231788"/>
                <a:ext cx="35280" cy="720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9A04930-1E49-5122-EEF5-A3C1B530703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281915" y="4225668"/>
                  <a:ext cx="475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DF33E51-8FB4-B262-538D-F38C766D53AB}"/>
                    </a:ext>
                  </a:extLst>
                </p14:cNvPr>
                <p14:cNvContentPartPr/>
                <p14:nvPr/>
              </p14:nvContentPartPr>
              <p14:xfrm>
                <a:off x="8344915" y="4447788"/>
                <a:ext cx="165600" cy="217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DF33E51-8FB4-B262-538D-F38C766D53A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338795" y="4441668"/>
                  <a:ext cx="177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4A7179B-3111-B8E0-387F-AA7C812B0744}"/>
                    </a:ext>
                  </a:extLst>
                </p14:cNvPr>
                <p14:cNvContentPartPr/>
                <p14:nvPr/>
              </p14:nvContentPartPr>
              <p14:xfrm>
                <a:off x="8347075" y="4518348"/>
                <a:ext cx="317520" cy="29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4A7179B-3111-B8E0-387F-AA7C812B074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40955" y="4512228"/>
                  <a:ext cx="3297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DC585AC-55DC-D496-B893-09F5BB8565EB}"/>
                    </a:ext>
                  </a:extLst>
                </p14:cNvPr>
                <p14:cNvContentPartPr/>
                <p14:nvPr/>
              </p14:nvContentPartPr>
              <p14:xfrm>
                <a:off x="8521315" y="4824348"/>
                <a:ext cx="284400" cy="406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DC585AC-55DC-D496-B893-09F5BB8565E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515195" y="4818228"/>
                  <a:ext cx="29664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0BA4A4D-E8B9-47D8-B4E1-9959D0C2AA7D}"/>
              </a:ext>
            </a:extLst>
          </p:cNvPr>
          <p:cNvGrpSpPr/>
          <p:nvPr/>
        </p:nvGrpSpPr>
        <p:grpSpPr>
          <a:xfrm>
            <a:off x="9208195" y="4354548"/>
            <a:ext cx="853560" cy="627480"/>
            <a:chOff x="9208195" y="4354548"/>
            <a:chExt cx="853560" cy="62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A2833B1-FB76-06A7-C8EB-04043ED64093}"/>
                    </a:ext>
                  </a:extLst>
                </p14:cNvPr>
                <p14:cNvContentPartPr/>
                <p14:nvPr/>
              </p14:nvContentPartPr>
              <p14:xfrm>
                <a:off x="9208195" y="4717068"/>
                <a:ext cx="340560" cy="68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A2833B1-FB76-06A7-C8EB-04043ED6409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202075" y="4710948"/>
                  <a:ext cx="3528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40CCF79-7193-FB37-87DA-768D3C2C243C}"/>
                    </a:ext>
                  </a:extLst>
                </p14:cNvPr>
                <p14:cNvContentPartPr/>
                <p14:nvPr/>
              </p14:nvContentPartPr>
              <p14:xfrm>
                <a:off x="9622915" y="4787628"/>
                <a:ext cx="219960" cy="295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40CCF79-7193-FB37-87DA-768D3C2C243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616795" y="4781508"/>
                  <a:ext cx="2322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074F148-36B2-9EA0-6501-10247285E0CD}"/>
                    </a:ext>
                  </a:extLst>
                </p14:cNvPr>
                <p14:cNvContentPartPr/>
                <p14:nvPr/>
              </p14:nvContentPartPr>
              <p14:xfrm>
                <a:off x="9767995" y="4354548"/>
                <a:ext cx="293760" cy="6274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074F148-36B2-9EA0-6501-10247285E0C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761875" y="4348428"/>
                  <a:ext cx="306000" cy="63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F0BF6F31-28EC-FCD6-250C-320DF1D4DF21}"/>
                  </a:ext>
                </a:extLst>
              </p14:cNvPr>
              <p14:cNvContentPartPr/>
              <p14:nvPr/>
            </p14:nvContentPartPr>
            <p14:xfrm>
              <a:off x="10055635" y="2877108"/>
              <a:ext cx="117360" cy="10944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F0BF6F31-28EC-FCD6-250C-320DF1D4DF21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0049515" y="2870988"/>
                <a:ext cx="129600" cy="12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A8C99FD3-AEBA-F2DF-00FB-12332C367CC6}"/>
                  </a:ext>
                </a:extLst>
              </p14:cNvPr>
              <p14:cNvContentPartPr/>
              <p14:nvPr/>
            </p14:nvContentPartPr>
            <p14:xfrm>
              <a:off x="9774835" y="3475428"/>
              <a:ext cx="171720" cy="9900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A8C99FD3-AEBA-F2DF-00FB-12332C367CC6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9768715" y="3469308"/>
                <a:ext cx="183960" cy="11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58880159-62BF-6C72-A0F1-866966DFD9D1}"/>
                  </a:ext>
                </a:extLst>
              </p14:cNvPr>
              <p14:cNvContentPartPr/>
              <p14:nvPr/>
            </p14:nvContentPartPr>
            <p14:xfrm>
              <a:off x="10301875" y="3324588"/>
              <a:ext cx="321120" cy="2628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58880159-62BF-6C72-A0F1-866966DFD9D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0295755" y="3318468"/>
                <a:ext cx="333360" cy="3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F3BC4FFE-BE48-B988-D37F-452A88949B43}"/>
              </a:ext>
            </a:extLst>
          </p:cNvPr>
          <p:cNvGrpSpPr/>
          <p:nvPr/>
        </p:nvGrpSpPr>
        <p:grpSpPr>
          <a:xfrm>
            <a:off x="10230955" y="4447788"/>
            <a:ext cx="1037160" cy="800640"/>
            <a:chOff x="10230955" y="4447788"/>
            <a:chExt cx="1037160" cy="80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A1518BC-E08C-66BC-4185-3C929DBCCAE4}"/>
                    </a:ext>
                  </a:extLst>
                </p14:cNvPr>
                <p14:cNvContentPartPr/>
                <p14:nvPr/>
              </p14:nvContentPartPr>
              <p14:xfrm>
                <a:off x="10230955" y="4483068"/>
                <a:ext cx="167400" cy="4132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A1518BC-E08C-66BC-4185-3C929DBCCAE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224835" y="4476948"/>
                  <a:ext cx="17964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7597D2A-24FE-B9B7-3843-3A79A1264C56}"/>
                    </a:ext>
                  </a:extLst>
                </p14:cNvPr>
                <p14:cNvContentPartPr/>
                <p14:nvPr/>
              </p14:nvContentPartPr>
              <p14:xfrm>
                <a:off x="10623715" y="4447788"/>
                <a:ext cx="552600" cy="8006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7597D2A-24FE-B9B7-3843-3A79A1264C5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617595" y="4441668"/>
                  <a:ext cx="564840" cy="81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CA497A4-4A18-5A7B-917C-40119959F518}"/>
                    </a:ext>
                  </a:extLst>
                </p14:cNvPr>
                <p14:cNvContentPartPr/>
                <p14:nvPr/>
              </p14:nvContentPartPr>
              <p14:xfrm>
                <a:off x="11095315" y="5156628"/>
                <a:ext cx="172800" cy="892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CA497A4-4A18-5A7B-917C-40119959F51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089195" y="5150508"/>
                  <a:ext cx="18504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462BDC9-BB53-4C5B-3085-B4DE5969DE86}"/>
              </a:ext>
            </a:extLst>
          </p:cNvPr>
          <p:cNvGrpSpPr/>
          <p:nvPr/>
        </p:nvGrpSpPr>
        <p:grpSpPr>
          <a:xfrm>
            <a:off x="11647555" y="4498908"/>
            <a:ext cx="618840" cy="1121400"/>
            <a:chOff x="11647555" y="4498908"/>
            <a:chExt cx="618840" cy="112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3CCB451-38DD-5E5F-47F8-5DFAC3B4A32F}"/>
                    </a:ext>
                  </a:extLst>
                </p14:cNvPr>
                <p14:cNvContentPartPr/>
                <p14:nvPr/>
              </p14:nvContentPartPr>
              <p14:xfrm>
                <a:off x="11647555" y="4782228"/>
                <a:ext cx="95760" cy="2761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3CCB451-38DD-5E5F-47F8-5DFAC3B4A32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641435" y="4776108"/>
                  <a:ext cx="10800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AC6B5DD-4532-E208-21A2-600E0F531E78}"/>
                    </a:ext>
                  </a:extLst>
                </p14:cNvPr>
                <p14:cNvContentPartPr/>
                <p14:nvPr/>
              </p14:nvContentPartPr>
              <p14:xfrm>
                <a:off x="11749795" y="4498908"/>
                <a:ext cx="172440" cy="4291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AC6B5DD-4532-E208-21A2-600E0F531E7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743675" y="4492788"/>
                  <a:ext cx="18468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E0510A5-FB22-4D05-A858-74D12AEFECA0}"/>
                    </a:ext>
                  </a:extLst>
                </p14:cNvPr>
                <p14:cNvContentPartPr/>
                <p14:nvPr/>
              </p14:nvContentPartPr>
              <p14:xfrm>
                <a:off x="11718475" y="5048988"/>
                <a:ext cx="153360" cy="1652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E0510A5-FB22-4D05-A858-74D12AEFECA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712355" y="5042868"/>
                  <a:ext cx="1656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49D725D-E0E9-E159-F3F3-D5F7696FBD6E}"/>
                    </a:ext>
                  </a:extLst>
                </p14:cNvPr>
                <p14:cNvContentPartPr/>
                <p14:nvPr/>
              </p14:nvContentPartPr>
              <p14:xfrm>
                <a:off x="11949955" y="5142228"/>
                <a:ext cx="51120" cy="25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49D725D-E0E9-E159-F3F3-D5F7696FBD6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943835" y="5136108"/>
                  <a:ext cx="6336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12F9009-65EB-C082-B25E-3EDE0F85F43B}"/>
                    </a:ext>
                  </a:extLst>
                </p14:cNvPr>
                <p14:cNvContentPartPr/>
                <p14:nvPr/>
              </p14:nvContentPartPr>
              <p14:xfrm>
                <a:off x="11879035" y="4877628"/>
                <a:ext cx="99720" cy="3553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12F9009-65EB-C082-B25E-3EDE0F85F43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872915" y="4871508"/>
                  <a:ext cx="11196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5734772-F8B7-B677-789F-3A6965B8F4CC}"/>
                    </a:ext>
                  </a:extLst>
                </p14:cNvPr>
                <p14:cNvContentPartPr/>
                <p14:nvPr/>
              </p14:nvContentPartPr>
              <p14:xfrm>
                <a:off x="12041755" y="4880508"/>
                <a:ext cx="49680" cy="1047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5734772-F8B7-B677-789F-3A6965B8F4C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2035635" y="4874388"/>
                  <a:ext cx="619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A0E8C60-5E30-B062-33CF-2B8396E76CFA}"/>
                    </a:ext>
                  </a:extLst>
                </p14:cNvPr>
                <p14:cNvContentPartPr/>
                <p14:nvPr/>
              </p14:nvContentPartPr>
              <p14:xfrm>
                <a:off x="11901715" y="5253108"/>
                <a:ext cx="284760" cy="1274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A0E8C60-5E30-B062-33CF-2B8396E76CF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895595" y="5246988"/>
                  <a:ext cx="297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9AF7B7E-7C05-3C06-235D-B7C8B214BC41}"/>
                    </a:ext>
                  </a:extLst>
                </p14:cNvPr>
                <p14:cNvContentPartPr/>
                <p14:nvPr/>
              </p14:nvContentPartPr>
              <p14:xfrm>
                <a:off x="11742595" y="4852788"/>
                <a:ext cx="523800" cy="7675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9AF7B7E-7C05-3C06-235D-B7C8B214BC4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736475" y="4846668"/>
                  <a:ext cx="536040" cy="779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21942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4383F3C2-3418-14C7-0D72-0290CF09F757}"/>
              </a:ext>
            </a:extLst>
          </p:cNvPr>
          <p:cNvGrpSpPr/>
          <p:nvPr/>
        </p:nvGrpSpPr>
        <p:grpSpPr>
          <a:xfrm>
            <a:off x="1437595" y="4664148"/>
            <a:ext cx="1211400" cy="1538280"/>
            <a:chOff x="1437595" y="4664148"/>
            <a:chExt cx="1211400" cy="153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53CC22F-B15B-FB08-0736-3F6AF2862431}"/>
                    </a:ext>
                  </a:extLst>
                </p14:cNvPr>
                <p14:cNvContentPartPr/>
                <p14:nvPr/>
              </p14:nvContentPartPr>
              <p14:xfrm>
                <a:off x="1437595" y="4727868"/>
                <a:ext cx="524520" cy="6807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53CC22F-B15B-FB08-0736-3F6AF286243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31475" y="4721748"/>
                  <a:ext cx="536760" cy="69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2CE2D2-AD14-7B24-BD1C-8979A8CE2539}"/>
                    </a:ext>
                  </a:extLst>
                </p14:cNvPr>
                <p14:cNvContentPartPr/>
                <p14:nvPr/>
              </p14:nvContentPartPr>
              <p14:xfrm>
                <a:off x="2165155" y="4664148"/>
                <a:ext cx="483840" cy="15382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2CE2D2-AD14-7B24-BD1C-8979A8CE253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159035" y="4658028"/>
                  <a:ext cx="496080" cy="155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F5BC1C4-C61E-12F2-3FEB-6DC6062A7037}"/>
                    </a:ext>
                  </a:extLst>
                </p14:cNvPr>
                <p14:cNvContentPartPr/>
                <p14:nvPr/>
              </p14:nvContentPartPr>
              <p14:xfrm>
                <a:off x="1991995" y="5162388"/>
                <a:ext cx="173880" cy="3016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F5BC1C4-C61E-12F2-3FEB-6DC6062A703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85875" y="5156268"/>
                  <a:ext cx="186120" cy="31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3BFEA01-0117-3E07-7461-9FD9E9170E12}"/>
              </a:ext>
            </a:extLst>
          </p:cNvPr>
          <p:cNvGrpSpPr/>
          <p:nvPr/>
        </p:nvGrpSpPr>
        <p:grpSpPr>
          <a:xfrm>
            <a:off x="3358915" y="4813548"/>
            <a:ext cx="2306880" cy="780480"/>
            <a:chOff x="3358915" y="4813548"/>
            <a:chExt cx="2306880" cy="78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1429F81-097A-EE60-FA09-710CD31109CC}"/>
                    </a:ext>
                  </a:extLst>
                </p14:cNvPr>
                <p14:cNvContentPartPr/>
                <p14:nvPr/>
              </p14:nvContentPartPr>
              <p14:xfrm>
                <a:off x="3358915" y="5429868"/>
                <a:ext cx="208800" cy="164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1429F81-097A-EE60-FA09-710CD31109C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52795" y="5423748"/>
                  <a:ext cx="2210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41C91D-D57B-7E06-D717-6B1B92E7A4E3}"/>
                    </a:ext>
                  </a:extLst>
                </p14:cNvPr>
                <p14:cNvContentPartPr/>
                <p14:nvPr/>
              </p14:nvContentPartPr>
              <p14:xfrm>
                <a:off x="3880915" y="5330148"/>
                <a:ext cx="106560" cy="10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41C91D-D57B-7E06-D717-6B1B92E7A4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74795" y="5324028"/>
                  <a:ext cx="1188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3E88FF3-38B2-89AA-9705-161E4A8DBF98}"/>
                    </a:ext>
                  </a:extLst>
                </p14:cNvPr>
                <p14:cNvContentPartPr/>
                <p14:nvPr/>
              </p14:nvContentPartPr>
              <p14:xfrm>
                <a:off x="3937795" y="4813548"/>
                <a:ext cx="1333800" cy="3560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3E88FF3-38B2-89AA-9705-161E4A8DBF9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931675" y="4807428"/>
                  <a:ext cx="134604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1FBC33A-10FB-3732-9D01-E7F97E93CE2E}"/>
                    </a:ext>
                  </a:extLst>
                </p14:cNvPr>
                <p14:cNvContentPartPr/>
                <p14:nvPr/>
              </p14:nvContentPartPr>
              <p14:xfrm>
                <a:off x="5213275" y="4996788"/>
                <a:ext cx="452520" cy="76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1FBC33A-10FB-3732-9D01-E7F97E93CE2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07155" y="4990668"/>
                  <a:ext cx="46476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1EB187-C7E3-670F-C6CA-536F8CA89F7E}"/>
              </a:ext>
            </a:extLst>
          </p:cNvPr>
          <p:cNvGrpSpPr/>
          <p:nvPr/>
        </p:nvGrpSpPr>
        <p:grpSpPr>
          <a:xfrm>
            <a:off x="6621235" y="4460748"/>
            <a:ext cx="2368440" cy="962280"/>
            <a:chOff x="6621235" y="4460748"/>
            <a:chExt cx="2368440" cy="96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09B996E-25C7-6712-8887-13C4EED7766B}"/>
                    </a:ext>
                  </a:extLst>
                </p14:cNvPr>
                <p14:cNvContentPartPr/>
                <p14:nvPr/>
              </p14:nvContentPartPr>
              <p14:xfrm>
                <a:off x="6621235" y="4528068"/>
                <a:ext cx="689400" cy="894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09B996E-25C7-6712-8887-13C4EED7766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615115" y="4521948"/>
                  <a:ext cx="701640" cy="90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8046AB-636D-8FF3-CF47-BF8AEBFFC44F}"/>
                    </a:ext>
                  </a:extLst>
                </p14:cNvPr>
                <p14:cNvContentPartPr/>
                <p14:nvPr/>
              </p14:nvContentPartPr>
              <p14:xfrm>
                <a:off x="8293075" y="4460748"/>
                <a:ext cx="696600" cy="950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8046AB-636D-8FF3-CF47-BF8AEBFFC44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286955" y="4454628"/>
                  <a:ext cx="708840" cy="9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66AEFD7-86EC-7F03-AFC6-1D718782E06B}"/>
                    </a:ext>
                  </a:extLst>
                </p14:cNvPr>
                <p14:cNvContentPartPr/>
                <p14:nvPr/>
              </p14:nvContentPartPr>
              <p14:xfrm>
                <a:off x="7208755" y="4712748"/>
                <a:ext cx="1014480" cy="446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66AEFD7-86EC-7F03-AFC6-1D718782E06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202635" y="4706628"/>
                  <a:ext cx="1026720" cy="45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371AB-E42C-4794-82FF-CEB5710204A0}"/>
              </a:ext>
            </a:extLst>
          </p:cNvPr>
          <p:cNvGrpSpPr/>
          <p:nvPr/>
        </p:nvGrpSpPr>
        <p:grpSpPr>
          <a:xfrm>
            <a:off x="2432275" y="224988"/>
            <a:ext cx="3525840" cy="4000320"/>
            <a:chOff x="2432275" y="224988"/>
            <a:chExt cx="3525840" cy="400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85DC8EC-1B92-FAFB-7491-9AD798B8A2F6}"/>
                    </a:ext>
                  </a:extLst>
                </p14:cNvPr>
                <p14:cNvContentPartPr/>
                <p14:nvPr/>
              </p14:nvContentPartPr>
              <p14:xfrm>
                <a:off x="3274675" y="1006548"/>
                <a:ext cx="96480" cy="7534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85DC8EC-1B92-FAFB-7491-9AD798B8A2F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68555" y="1000428"/>
                  <a:ext cx="108720" cy="76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FEB4CE9-AC17-1EA3-A065-A7B29B3AD550}"/>
                    </a:ext>
                  </a:extLst>
                </p14:cNvPr>
                <p14:cNvContentPartPr/>
                <p14:nvPr/>
              </p14:nvContentPartPr>
              <p14:xfrm>
                <a:off x="3327595" y="566988"/>
                <a:ext cx="344520" cy="8902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FEB4CE9-AC17-1EA3-A065-A7B29B3AD55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321475" y="560868"/>
                  <a:ext cx="356760" cy="90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95BC17F-676C-8D50-FF62-4ED97D855B85}"/>
                    </a:ext>
                  </a:extLst>
                </p14:cNvPr>
                <p14:cNvContentPartPr/>
                <p14:nvPr/>
              </p14:nvContentPartPr>
              <p14:xfrm>
                <a:off x="3390235" y="1819428"/>
                <a:ext cx="424800" cy="4323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95BC17F-676C-8D50-FF62-4ED97D855B8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84115" y="1813308"/>
                  <a:ext cx="43704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0C78A54-D526-0FC2-3B0A-45AE95B52A07}"/>
                    </a:ext>
                  </a:extLst>
                </p14:cNvPr>
                <p14:cNvContentPartPr/>
                <p14:nvPr/>
              </p14:nvContentPartPr>
              <p14:xfrm>
                <a:off x="3383035" y="1678308"/>
                <a:ext cx="112680" cy="371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0C78A54-D526-0FC2-3B0A-45AE95B52A0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76915" y="1672188"/>
                  <a:ext cx="12492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9F20A79-19C7-F477-F63E-A63111047837}"/>
                    </a:ext>
                  </a:extLst>
                </p14:cNvPr>
                <p14:cNvContentPartPr/>
                <p14:nvPr/>
              </p14:nvContentPartPr>
              <p14:xfrm>
                <a:off x="2829355" y="2998068"/>
                <a:ext cx="180000" cy="9878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9F20A79-19C7-F477-F63E-A6311104783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823235" y="2991948"/>
                  <a:ext cx="192240" cy="10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169140E-AFC4-669A-3FA1-6E01BBFAE0CB}"/>
                    </a:ext>
                  </a:extLst>
                </p14:cNvPr>
                <p14:cNvContentPartPr/>
                <p14:nvPr/>
              </p14:nvContentPartPr>
              <p14:xfrm>
                <a:off x="2538835" y="2796828"/>
                <a:ext cx="754200" cy="1173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169140E-AFC4-669A-3FA1-6E01BBFAE0C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532715" y="2790708"/>
                  <a:ext cx="766440" cy="11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7DEEDFD-D334-81D1-D989-5A98C717CABA}"/>
                    </a:ext>
                  </a:extLst>
                </p14:cNvPr>
                <p14:cNvContentPartPr/>
                <p14:nvPr/>
              </p14:nvContentPartPr>
              <p14:xfrm>
                <a:off x="3284035" y="3746868"/>
                <a:ext cx="473040" cy="478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7DEEDFD-D334-81D1-D989-5A98C717CAB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277915" y="3740748"/>
                  <a:ext cx="485280" cy="49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66BD118-ABBE-EBCC-85C7-551901B16275}"/>
                    </a:ext>
                  </a:extLst>
                </p14:cNvPr>
                <p14:cNvContentPartPr/>
                <p14:nvPr/>
              </p14:nvContentPartPr>
              <p14:xfrm>
                <a:off x="3826555" y="3791868"/>
                <a:ext cx="43920" cy="131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66BD118-ABBE-EBCC-85C7-551901B1627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820435" y="3785748"/>
                  <a:ext cx="561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C5F0603-18D0-9186-B4A6-5649C1F3A9F4}"/>
                    </a:ext>
                  </a:extLst>
                </p14:cNvPr>
                <p14:cNvContentPartPr/>
                <p14:nvPr/>
              </p14:nvContentPartPr>
              <p14:xfrm>
                <a:off x="5025355" y="3144588"/>
                <a:ext cx="613800" cy="47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C5F0603-18D0-9186-B4A6-5649C1F3A9F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019235" y="3138468"/>
                  <a:ext cx="6260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494D80D-98FB-51A4-7A0B-7B24B0E84869}"/>
                    </a:ext>
                  </a:extLst>
                </p14:cNvPr>
                <p14:cNvContentPartPr/>
                <p14:nvPr/>
              </p14:nvContentPartPr>
              <p14:xfrm>
                <a:off x="5039755" y="1167468"/>
                <a:ext cx="918360" cy="2500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494D80D-98FB-51A4-7A0B-7B24B0E8486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033635" y="1161348"/>
                  <a:ext cx="930600" cy="251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4505BE-9716-8ACC-3907-097B5DED19EC}"/>
                    </a:ext>
                  </a:extLst>
                </p14:cNvPr>
                <p14:cNvContentPartPr/>
                <p14:nvPr/>
              </p14:nvContentPartPr>
              <p14:xfrm>
                <a:off x="5738875" y="3202908"/>
                <a:ext cx="17280" cy="547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4505BE-9716-8ACC-3907-097B5DED19E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32755" y="3196788"/>
                  <a:ext cx="295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95FD94B-D8C8-00F2-97D5-2BCA7C5116C9}"/>
                    </a:ext>
                  </a:extLst>
                </p14:cNvPr>
                <p14:cNvContentPartPr/>
                <p14:nvPr/>
              </p14:nvContentPartPr>
              <p14:xfrm>
                <a:off x="2432275" y="224988"/>
                <a:ext cx="2948400" cy="2546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95FD94B-D8C8-00F2-97D5-2BCA7C5116C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426155" y="218868"/>
                  <a:ext cx="2960640" cy="255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9C0B9E2F-F5F2-8E38-AE7A-E8E068620D54}"/>
                  </a:ext>
                </a:extLst>
              </p14:cNvPr>
              <p14:cNvContentPartPr/>
              <p14:nvPr/>
            </p14:nvContentPartPr>
            <p14:xfrm>
              <a:off x="4513795" y="5859708"/>
              <a:ext cx="123480" cy="2304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9C0B9E2F-F5F2-8E38-AE7A-E8E068620D54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4507675" y="5853588"/>
                <a:ext cx="13572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A9CEBFE7-EBFD-C869-9F83-6F73F90B2268}"/>
                  </a:ext>
                </a:extLst>
              </p14:cNvPr>
              <p14:cNvContentPartPr/>
              <p14:nvPr/>
            </p14:nvContentPartPr>
            <p14:xfrm>
              <a:off x="6809875" y="6121068"/>
              <a:ext cx="72720" cy="2520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A9CEBFE7-EBFD-C869-9F83-6F73F90B226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803755" y="6114948"/>
                <a:ext cx="84960" cy="37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90513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A2C40DAD-A919-BD47-2E36-B4D89B3BBC76}"/>
              </a:ext>
            </a:extLst>
          </p:cNvPr>
          <p:cNvGrpSpPr/>
          <p:nvPr/>
        </p:nvGrpSpPr>
        <p:grpSpPr>
          <a:xfrm>
            <a:off x="878875" y="357468"/>
            <a:ext cx="10676520" cy="6395760"/>
            <a:chOff x="878875" y="357468"/>
            <a:chExt cx="10676520" cy="639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87B21B4-09DE-8D25-DE63-A36701F1AAAD}"/>
                    </a:ext>
                  </a:extLst>
                </p14:cNvPr>
                <p14:cNvContentPartPr/>
                <p14:nvPr/>
              </p14:nvContentPartPr>
              <p14:xfrm>
                <a:off x="8693395" y="459348"/>
                <a:ext cx="319320" cy="10566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87B21B4-09DE-8D25-DE63-A36701F1AAA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687275" y="453228"/>
                  <a:ext cx="331560" cy="10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F025B1F-72C2-9893-D470-F988A3C3491A}"/>
                    </a:ext>
                  </a:extLst>
                </p14:cNvPr>
                <p14:cNvContentPartPr/>
                <p14:nvPr/>
              </p14:nvContentPartPr>
              <p14:xfrm>
                <a:off x="8617435" y="529908"/>
                <a:ext cx="864360" cy="6400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F025B1F-72C2-9893-D470-F988A3C3491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611315" y="523788"/>
                  <a:ext cx="876600" cy="65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9AF9238-7220-BBBE-063D-82BC33ED0AA9}"/>
                    </a:ext>
                  </a:extLst>
                </p14:cNvPr>
                <p14:cNvContentPartPr/>
                <p14:nvPr/>
              </p14:nvContentPartPr>
              <p14:xfrm>
                <a:off x="9203155" y="525588"/>
                <a:ext cx="435240" cy="3358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9AF9238-7220-BBBE-063D-82BC33ED0AA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197035" y="519468"/>
                  <a:ext cx="44748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5144A98-2D15-4A97-AFB1-2F73BC00F277}"/>
                    </a:ext>
                  </a:extLst>
                </p14:cNvPr>
                <p14:cNvContentPartPr/>
                <p14:nvPr/>
              </p14:nvContentPartPr>
              <p14:xfrm>
                <a:off x="9402235" y="817908"/>
                <a:ext cx="241560" cy="53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5144A98-2D15-4A97-AFB1-2F73BC00F27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396115" y="811788"/>
                  <a:ext cx="2538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E3C0669-2A0F-1819-9715-5F4193C13436}"/>
                    </a:ext>
                  </a:extLst>
                </p14:cNvPr>
                <p14:cNvContentPartPr/>
                <p14:nvPr/>
              </p14:nvContentPartPr>
              <p14:xfrm>
                <a:off x="9838915" y="498948"/>
                <a:ext cx="21600" cy="48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E3C0669-2A0F-1819-9715-5F4193C1343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832795" y="492828"/>
                  <a:ext cx="3384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F157B35-010A-8371-B611-A51BFF5D9E7E}"/>
                    </a:ext>
                  </a:extLst>
                </p14:cNvPr>
                <p14:cNvContentPartPr/>
                <p14:nvPr/>
              </p14:nvContentPartPr>
              <p14:xfrm>
                <a:off x="9601315" y="558348"/>
                <a:ext cx="137160" cy="8424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F157B35-010A-8371-B611-A51BFF5D9E7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595195" y="552228"/>
                  <a:ext cx="149400" cy="85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D4737C5-E867-5BC0-76DC-7A624EEC7B30}"/>
                    </a:ext>
                  </a:extLst>
                </p14:cNvPr>
                <p14:cNvContentPartPr/>
                <p14:nvPr/>
              </p14:nvContentPartPr>
              <p14:xfrm>
                <a:off x="9784555" y="772188"/>
                <a:ext cx="426960" cy="266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D4737C5-E867-5BC0-76DC-7A624EEC7B3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778435" y="766068"/>
                  <a:ext cx="43920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DE034D9-CC51-AEC0-7696-C1448CA66C00}"/>
                    </a:ext>
                  </a:extLst>
                </p14:cNvPr>
                <p14:cNvContentPartPr/>
                <p14:nvPr/>
              </p14:nvContentPartPr>
              <p14:xfrm>
                <a:off x="10325995" y="357468"/>
                <a:ext cx="200160" cy="7351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DE034D9-CC51-AEC0-7696-C1448CA66C0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319875" y="351348"/>
                  <a:ext cx="212400" cy="74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49D3BD5-2353-26E7-B73C-1EDBE3999179}"/>
                    </a:ext>
                  </a:extLst>
                </p14:cNvPr>
                <p14:cNvContentPartPr/>
                <p14:nvPr/>
              </p14:nvContentPartPr>
              <p14:xfrm>
                <a:off x="10679155" y="620988"/>
                <a:ext cx="427320" cy="290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49D3BD5-2353-26E7-B73C-1EDBE399917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673035" y="614868"/>
                  <a:ext cx="4395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D635706-0300-A884-FDEC-BBEBE0BC3B88}"/>
                    </a:ext>
                  </a:extLst>
                </p14:cNvPr>
                <p14:cNvContentPartPr/>
                <p14:nvPr/>
              </p14:nvContentPartPr>
              <p14:xfrm>
                <a:off x="11099995" y="701628"/>
                <a:ext cx="455400" cy="254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D635706-0300-A884-FDEC-BBEBE0BC3B8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093875" y="695508"/>
                  <a:ext cx="4676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B90D433-1E13-D259-28BB-8BB27FC0E7D0}"/>
                    </a:ext>
                  </a:extLst>
                </p14:cNvPr>
                <p14:cNvContentPartPr/>
                <p14:nvPr/>
              </p14:nvContentPartPr>
              <p14:xfrm>
                <a:off x="8970955" y="1901868"/>
                <a:ext cx="279720" cy="627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B90D433-1E13-D259-28BB-8BB27FC0E7D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964835" y="1895748"/>
                  <a:ext cx="291960" cy="63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85C905A-0677-B419-8F93-D657B0512195}"/>
                    </a:ext>
                  </a:extLst>
                </p14:cNvPr>
                <p14:cNvContentPartPr/>
                <p14:nvPr/>
              </p14:nvContentPartPr>
              <p14:xfrm>
                <a:off x="9512035" y="1925628"/>
                <a:ext cx="68760" cy="5356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85C905A-0677-B419-8F93-D657B051219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505915" y="1919508"/>
                  <a:ext cx="8100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F7AE29E-1BAB-2E56-E4C6-6F3AFF8902F1}"/>
                    </a:ext>
                  </a:extLst>
                </p14:cNvPr>
                <p14:cNvContentPartPr/>
                <p14:nvPr/>
              </p14:nvContentPartPr>
              <p14:xfrm>
                <a:off x="8614915" y="2688108"/>
                <a:ext cx="957240" cy="448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F7AE29E-1BAB-2E56-E4C6-6F3AFF8902F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608795" y="2681988"/>
                  <a:ext cx="96948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B7655B9-73C0-DA53-CDFF-5D5CBCA041C9}"/>
                    </a:ext>
                  </a:extLst>
                </p14:cNvPr>
                <p14:cNvContentPartPr/>
                <p14:nvPr/>
              </p14:nvContentPartPr>
              <p14:xfrm>
                <a:off x="9883915" y="1960548"/>
                <a:ext cx="363600" cy="3722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B7655B9-73C0-DA53-CDFF-5D5CBCA041C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77795" y="1954428"/>
                  <a:ext cx="3758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26B8250-4DFA-A7AF-E389-3E084D88013A}"/>
                    </a:ext>
                  </a:extLst>
                </p14:cNvPr>
                <p14:cNvContentPartPr/>
                <p14:nvPr/>
              </p14:nvContentPartPr>
              <p14:xfrm>
                <a:off x="10363435" y="1901868"/>
                <a:ext cx="156960" cy="423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26B8250-4DFA-A7AF-E389-3E084D88013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357315" y="1895748"/>
                  <a:ext cx="1692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139BDC2-30F2-400E-C0BC-498B51CB148B}"/>
                    </a:ext>
                  </a:extLst>
                </p14:cNvPr>
                <p14:cNvContentPartPr/>
                <p14:nvPr/>
              </p14:nvContentPartPr>
              <p14:xfrm>
                <a:off x="8722195" y="1693428"/>
                <a:ext cx="1950120" cy="2314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139BDC2-30F2-400E-C0BC-498B51CB148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716075" y="1687308"/>
                  <a:ext cx="19623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F0C01C6-651A-E956-ACE0-AC1BF7EF3395}"/>
                    </a:ext>
                  </a:extLst>
                </p14:cNvPr>
                <p14:cNvContentPartPr/>
                <p14:nvPr/>
              </p14:nvContentPartPr>
              <p14:xfrm>
                <a:off x="10539475" y="1423428"/>
                <a:ext cx="731160" cy="12754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F0C01C6-651A-E956-ACE0-AC1BF7EF339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533355" y="1417308"/>
                  <a:ext cx="743400" cy="12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5916BE0-E989-F171-2AA8-DC64DE2E50D2}"/>
                    </a:ext>
                  </a:extLst>
                </p14:cNvPr>
                <p14:cNvContentPartPr/>
                <p14:nvPr/>
              </p14:nvContentPartPr>
              <p14:xfrm>
                <a:off x="8111635" y="1476348"/>
                <a:ext cx="1123200" cy="1878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5916BE0-E989-F171-2AA8-DC64DE2E50D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105515" y="1470228"/>
                  <a:ext cx="1135440" cy="18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41C7C02-BFD7-93D3-68F9-C491B91C69D7}"/>
                    </a:ext>
                  </a:extLst>
                </p14:cNvPr>
                <p14:cNvContentPartPr/>
                <p14:nvPr/>
              </p14:nvContentPartPr>
              <p14:xfrm>
                <a:off x="1173355" y="717468"/>
                <a:ext cx="759240" cy="1292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41C7C02-BFD7-93D3-68F9-C491B91C69D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67235" y="711348"/>
                  <a:ext cx="771480" cy="13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711A9CA-18C0-3E41-C2A3-FA669EC3A9E5}"/>
                    </a:ext>
                  </a:extLst>
                </p14:cNvPr>
                <p14:cNvContentPartPr/>
                <p14:nvPr/>
              </p14:nvContentPartPr>
              <p14:xfrm>
                <a:off x="2116915" y="1155228"/>
                <a:ext cx="487440" cy="615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711A9CA-18C0-3E41-C2A3-FA669EC3A9E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110795" y="1149108"/>
                  <a:ext cx="499680" cy="6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488DD4D-9C18-6587-B28D-0ED22B336677}"/>
                    </a:ext>
                  </a:extLst>
                </p14:cNvPr>
                <p14:cNvContentPartPr/>
                <p14:nvPr/>
              </p14:nvContentPartPr>
              <p14:xfrm>
                <a:off x="2746915" y="1235508"/>
                <a:ext cx="308880" cy="3225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488DD4D-9C18-6587-B28D-0ED22B3366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740795" y="1229388"/>
                  <a:ext cx="3211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2DC30AD-0479-7B8D-723A-A91215CFBE4C}"/>
                    </a:ext>
                  </a:extLst>
                </p14:cNvPr>
                <p14:cNvContentPartPr/>
                <p14:nvPr/>
              </p14:nvContentPartPr>
              <p14:xfrm>
                <a:off x="3118075" y="1207428"/>
                <a:ext cx="438840" cy="3412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2DC30AD-0479-7B8D-723A-A91215CFBE4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111955" y="1201308"/>
                  <a:ext cx="45108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F4DE90E-6EA3-189D-B9E1-EE01417512E6}"/>
                    </a:ext>
                  </a:extLst>
                </p14:cNvPr>
                <p14:cNvContentPartPr/>
                <p14:nvPr/>
              </p14:nvContentPartPr>
              <p14:xfrm>
                <a:off x="3584995" y="732948"/>
                <a:ext cx="208080" cy="7754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F4DE90E-6EA3-189D-B9E1-EE01417512E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578875" y="726828"/>
                  <a:ext cx="220320" cy="78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A9CE495-0415-036E-67D8-2A37432A22B9}"/>
                    </a:ext>
                  </a:extLst>
                </p14:cNvPr>
                <p14:cNvContentPartPr/>
                <p14:nvPr/>
              </p14:nvContentPartPr>
              <p14:xfrm>
                <a:off x="3980275" y="623508"/>
                <a:ext cx="784800" cy="1633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A9CE495-0415-036E-67D8-2A37432A22B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974155" y="617388"/>
                  <a:ext cx="797040" cy="164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2234D0B-A47E-2FD5-C5E9-02E8DB3767AB}"/>
                    </a:ext>
                  </a:extLst>
                </p14:cNvPr>
                <p14:cNvContentPartPr/>
                <p14:nvPr/>
              </p14:nvContentPartPr>
              <p14:xfrm>
                <a:off x="4901155" y="978468"/>
                <a:ext cx="223560" cy="838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2234D0B-A47E-2FD5-C5E9-02E8DB3767A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895035" y="972348"/>
                  <a:ext cx="2358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03ED4F6-76FC-46B7-4E67-0BF664EA4E38}"/>
                    </a:ext>
                  </a:extLst>
                </p14:cNvPr>
                <p14:cNvContentPartPr/>
                <p14:nvPr/>
              </p14:nvContentPartPr>
              <p14:xfrm>
                <a:off x="2839075" y="2140908"/>
                <a:ext cx="221760" cy="12960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03ED4F6-76FC-46B7-4E67-0BF664EA4E3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832955" y="2134788"/>
                  <a:ext cx="234000" cy="13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5A29E2A-2492-0B2A-4884-6711C3033BC2}"/>
                    </a:ext>
                  </a:extLst>
                </p14:cNvPr>
                <p14:cNvContentPartPr/>
                <p14:nvPr/>
              </p14:nvContentPartPr>
              <p14:xfrm>
                <a:off x="1446235" y="3485148"/>
                <a:ext cx="1647360" cy="3553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5A29E2A-2492-0B2A-4884-6711C3033BC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440115" y="3479028"/>
                  <a:ext cx="165960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99FD44A-0F95-6E5F-0374-760CEA55F5E8}"/>
                    </a:ext>
                  </a:extLst>
                </p14:cNvPr>
                <p14:cNvContentPartPr/>
                <p14:nvPr/>
              </p14:nvContentPartPr>
              <p14:xfrm>
                <a:off x="3143995" y="2975028"/>
                <a:ext cx="1812960" cy="1177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99FD44A-0F95-6E5F-0374-760CEA55F5E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137875" y="2968908"/>
                  <a:ext cx="1825200" cy="11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3EDE237-AB71-6660-C9E1-2A9357C5D7A0}"/>
                    </a:ext>
                  </a:extLst>
                </p14:cNvPr>
                <p14:cNvContentPartPr/>
                <p14:nvPr/>
              </p14:nvContentPartPr>
              <p14:xfrm>
                <a:off x="1423555" y="3889068"/>
                <a:ext cx="144000" cy="806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3EDE237-AB71-6660-C9E1-2A9357C5D7A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417435" y="3882948"/>
                  <a:ext cx="156240" cy="81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D1B777A-F27B-C823-99D4-8F71799E6EA1}"/>
                    </a:ext>
                  </a:extLst>
                </p14:cNvPr>
                <p14:cNvContentPartPr/>
                <p14:nvPr/>
              </p14:nvContentPartPr>
              <p14:xfrm>
                <a:off x="878875" y="5261748"/>
                <a:ext cx="271440" cy="549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D1B777A-F27B-C823-99D4-8F71799E6EA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72755" y="5255628"/>
                  <a:ext cx="283680" cy="56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A610B2A-2068-3FA2-0398-46DDA2373F2A}"/>
                    </a:ext>
                  </a:extLst>
                </p14:cNvPr>
                <p14:cNvContentPartPr/>
                <p14:nvPr/>
              </p14:nvContentPartPr>
              <p14:xfrm>
                <a:off x="914515" y="5053308"/>
                <a:ext cx="482400" cy="921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A610B2A-2068-3FA2-0398-46DDA2373F2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08395" y="5047188"/>
                  <a:ext cx="494640" cy="9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D5BBDA5-978F-BB02-A86A-175C53FAC68A}"/>
                    </a:ext>
                  </a:extLst>
                </p14:cNvPr>
                <p14:cNvContentPartPr/>
                <p14:nvPr/>
              </p14:nvContentPartPr>
              <p14:xfrm>
                <a:off x="1536955" y="4966908"/>
                <a:ext cx="598320" cy="6181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D5BBDA5-978F-BB02-A86A-175C53FAC68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530835" y="4960788"/>
                  <a:ext cx="610560" cy="63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CE7BA14-1E8F-9632-205C-3D20B97BDBA2}"/>
                    </a:ext>
                  </a:extLst>
                </p14:cNvPr>
                <p14:cNvContentPartPr/>
                <p14:nvPr/>
              </p14:nvContentPartPr>
              <p14:xfrm>
                <a:off x="4712155" y="4388388"/>
                <a:ext cx="597960" cy="5360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CE7BA14-1E8F-9632-205C-3D20B97BDBA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706035" y="4382268"/>
                  <a:ext cx="610200" cy="54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24A8C70-2270-6B59-13D7-C953DD3C84E6}"/>
                    </a:ext>
                  </a:extLst>
                </p14:cNvPr>
                <p14:cNvContentPartPr/>
                <p14:nvPr/>
              </p14:nvContentPartPr>
              <p14:xfrm>
                <a:off x="5462755" y="4237188"/>
                <a:ext cx="1026360" cy="3542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24A8C70-2270-6B59-13D7-C953DD3C84E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456635" y="4231068"/>
                  <a:ext cx="103860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03EC9B2-E21B-47F7-3900-EB5F8498D7EF}"/>
                    </a:ext>
                  </a:extLst>
                </p14:cNvPr>
                <p14:cNvContentPartPr/>
                <p14:nvPr/>
              </p14:nvContentPartPr>
              <p14:xfrm>
                <a:off x="1734595" y="5757828"/>
                <a:ext cx="597600" cy="7675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03EC9B2-E21B-47F7-3900-EB5F8498D7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728475" y="5751708"/>
                  <a:ext cx="609840" cy="77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63491B7-4403-0B50-9840-A13DDB1B4152}"/>
                    </a:ext>
                  </a:extLst>
                </p14:cNvPr>
                <p14:cNvContentPartPr/>
                <p14:nvPr/>
              </p14:nvContentPartPr>
              <p14:xfrm>
                <a:off x="2285395" y="5521308"/>
                <a:ext cx="1366560" cy="7390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63491B7-4403-0B50-9840-A13DDB1B415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279275" y="5515188"/>
                  <a:ext cx="137880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A1FAF19-81EA-2B3E-0888-F8DBFBC78B80}"/>
                    </a:ext>
                  </a:extLst>
                </p14:cNvPr>
                <p14:cNvContentPartPr/>
                <p14:nvPr/>
              </p14:nvContentPartPr>
              <p14:xfrm>
                <a:off x="1850155" y="6549828"/>
                <a:ext cx="260640" cy="2034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A1FAF19-81EA-2B3E-0888-F8DBFBC78B8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844035" y="6543708"/>
                  <a:ext cx="2728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1928E79-32E2-AD6E-66DE-56F8462BB30E}"/>
                    </a:ext>
                  </a:extLst>
                </p14:cNvPr>
                <p14:cNvContentPartPr/>
                <p14:nvPr/>
              </p14:nvContentPartPr>
              <p14:xfrm>
                <a:off x="3874435" y="5797428"/>
                <a:ext cx="1014840" cy="6422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1928E79-32E2-AD6E-66DE-56F8462BB30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68315" y="5791308"/>
                  <a:ext cx="1027080" cy="65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4E363D6-2B9C-6B0B-8179-719DE59E38A4}"/>
                    </a:ext>
                  </a:extLst>
                </p14:cNvPr>
                <p14:cNvContentPartPr/>
                <p14:nvPr/>
              </p14:nvContentPartPr>
              <p14:xfrm>
                <a:off x="5550955" y="4179228"/>
                <a:ext cx="1451520" cy="4219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4E363D6-2B9C-6B0B-8179-719DE59E38A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544835" y="4173108"/>
                  <a:ext cx="1463760" cy="43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CA4AF3B-E5C2-B4A3-90EF-97F58D88BAFF}"/>
                    </a:ext>
                  </a:extLst>
                </p14:cNvPr>
                <p14:cNvContentPartPr/>
                <p14:nvPr/>
              </p14:nvContentPartPr>
              <p14:xfrm>
                <a:off x="6952075" y="3890148"/>
                <a:ext cx="25560" cy="13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CA4AF3B-E5C2-B4A3-90EF-97F58D88BAF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945955" y="3884028"/>
                  <a:ext cx="378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1FE2602-9A4F-C37B-456C-2645999DE5E3}"/>
                    </a:ext>
                  </a:extLst>
                </p14:cNvPr>
                <p14:cNvContentPartPr/>
                <p14:nvPr/>
              </p14:nvContentPartPr>
              <p14:xfrm>
                <a:off x="6996715" y="4184268"/>
                <a:ext cx="404280" cy="954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1FE2602-9A4F-C37B-456C-2645999DE5E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90595" y="4178148"/>
                  <a:ext cx="416520" cy="9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DFE567C-92E4-8175-8CD8-B19C4450917D}"/>
                    </a:ext>
                  </a:extLst>
                </p14:cNvPr>
                <p14:cNvContentPartPr/>
                <p14:nvPr/>
              </p14:nvContentPartPr>
              <p14:xfrm>
                <a:off x="7646875" y="4751988"/>
                <a:ext cx="2053800" cy="843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DFE567C-92E4-8175-8CD8-B19C4450917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640755" y="4745868"/>
                  <a:ext cx="2066040" cy="85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A815053-976B-FED0-3B4D-2CAF9610C904}"/>
                    </a:ext>
                  </a:extLst>
                </p14:cNvPr>
                <p14:cNvContentPartPr/>
                <p14:nvPr/>
              </p14:nvContentPartPr>
              <p14:xfrm>
                <a:off x="3824035" y="5448228"/>
                <a:ext cx="1284120" cy="928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A815053-976B-FED0-3B4D-2CAF9610C90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17915" y="5442108"/>
                  <a:ext cx="1296360" cy="9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E0CAAEE-C7AE-5C20-BA75-5293DB521D66}"/>
                    </a:ext>
                  </a:extLst>
                </p14:cNvPr>
                <p14:cNvContentPartPr/>
                <p14:nvPr/>
              </p14:nvContentPartPr>
              <p14:xfrm>
                <a:off x="2148235" y="5173908"/>
                <a:ext cx="1983960" cy="392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E0CAAEE-C7AE-5C20-BA75-5293DB521D6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42115" y="5167788"/>
                  <a:ext cx="199620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049A130-BFFD-87E6-D5ED-0B703BF25451}"/>
                    </a:ext>
                  </a:extLst>
                </p14:cNvPr>
                <p14:cNvContentPartPr/>
                <p14:nvPr/>
              </p14:nvContentPartPr>
              <p14:xfrm>
                <a:off x="3957955" y="5150868"/>
                <a:ext cx="268920" cy="4798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049A130-BFFD-87E6-D5ED-0B703BF2545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51835" y="5144748"/>
                  <a:ext cx="28116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70BAEE8-7CC8-E4F6-A2A4-D30050798BC0}"/>
                    </a:ext>
                  </a:extLst>
                </p14:cNvPr>
                <p14:cNvContentPartPr/>
                <p14:nvPr/>
              </p14:nvContentPartPr>
              <p14:xfrm>
                <a:off x="2250475" y="5348868"/>
                <a:ext cx="132840" cy="3387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70BAEE8-7CC8-E4F6-A2A4-D30050798BC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244355" y="5342748"/>
                  <a:ext cx="14508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54CE196-89E7-52EA-B77B-E7E9CD343994}"/>
                    </a:ext>
                  </a:extLst>
                </p14:cNvPr>
                <p14:cNvContentPartPr/>
                <p14:nvPr/>
              </p14:nvContentPartPr>
              <p14:xfrm>
                <a:off x="2431555" y="5350668"/>
                <a:ext cx="180000" cy="252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54CE196-89E7-52EA-B77B-E7E9CD34399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25435" y="5344548"/>
                  <a:ext cx="192240" cy="37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278731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2B81DF64-BA2E-F96A-48EF-C0030200A2DF}"/>
              </a:ext>
            </a:extLst>
          </p:cNvPr>
          <p:cNvGrpSpPr/>
          <p:nvPr/>
        </p:nvGrpSpPr>
        <p:grpSpPr>
          <a:xfrm>
            <a:off x="1210795" y="653028"/>
            <a:ext cx="5058000" cy="1290600"/>
            <a:chOff x="1210795" y="653028"/>
            <a:chExt cx="5058000" cy="129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FE0973E-A368-13B7-EB72-885D610832D5}"/>
                    </a:ext>
                  </a:extLst>
                </p14:cNvPr>
                <p14:cNvContentPartPr/>
                <p14:nvPr/>
              </p14:nvContentPartPr>
              <p14:xfrm>
                <a:off x="1210795" y="870108"/>
                <a:ext cx="1953360" cy="10735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FE0973E-A368-13B7-EB72-885D610832D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04675" y="863988"/>
                  <a:ext cx="1965600" cy="10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A0A0A8B-98D5-FFBE-5C82-9081B81B88E9}"/>
                    </a:ext>
                  </a:extLst>
                </p14:cNvPr>
                <p14:cNvContentPartPr/>
                <p14:nvPr/>
              </p14:nvContentPartPr>
              <p14:xfrm>
                <a:off x="3281155" y="988188"/>
                <a:ext cx="1107720" cy="2563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A0A0A8B-98D5-FFBE-5C82-9081B81B88E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75035" y="982068"/>
                  <a:ext cx="11199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8EFCBDE-53CA-D6D8-2563-28D88B9F25CD}"/>
                    </a:ext>
                  </a:extLst>
                </p14:cNvPr>
                <p14:cNvContentPartPr/>
                <p14:nvPr/>
              </p14:nvContentPartPr>
              <p14:xfrm>
                <a:off x="4867315" y="653028"/>
                <a:ext cx="1401480" cy="217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8EFCBDE-53CA-D6D8-2563-28D88B9F25C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861195" y="646908"/>
                  <a:ext cx="1413720" cy="22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B727663-BEBA-BC3C-B79C-474D25E82A7C}"/>
              </a:ext>
            </a:extLst>
          </p:cNvPr>
          <p:cNvGrpSpPr/>
          <p:nvPr/>
        </p:nvGrpSpPr>
        <p:grpSpPr>
          <a:xfrm>
            <a:off x="9222595" y="746988"/>
            <a:ext cx="1180800" cy="703080"/>
            <a:chOff x="9222595" y="746988"/>
            <a:chExt cx="1180800" cy="70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5337176-50C7-9F02-D5BA-A191125D41D0}"/>
                    </a:ext>
                  </a:extLst>
                </p14:cNvPr>
                <p14:cNvContentPartPr/>
                <p14:nvPr/>
              </p14:nvContentPartPr>
              <p14:xfrm>
                <a:off x="9222595" y="746988"/>
                <a:ext cx="463320" cy="7030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5337176-50C7-9F02-D5BA-A191125D41D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216475" y="740868"/>
                  <a:ext cx="475560" cy="71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74B95B5-7E56-CB9A-16EC-5D4FDACB4F6F}"/>
                    </a:ext>
                  </a:extLst>
                </p14:cNvPr>
                <p14:cNvContentPartPr/>
                <p14:nvPr/>
              </p14:nvContentPartPr>
              <p14:xfrm>
                <a:off x="10254715" y="1042548"/>
                <a:ext cx="49680" cy="36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74B95B5-7E56-CB9A-16EC-5D4FDACB4F6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248595" y="1036428"/>
                  <a:ext cx="619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B98A233-1586-E103-1AA6-5B3CC14294EB}"/>
                    </a:ext>
                  </a:extLst>
                </p14:cNvPr>
                <p14:cNvContentPartPr/>
                <p14:nvPr/>
              </p14:nvContentPartPr>
              <p14:xfrm>
                <a:off x="10368115" y="1143348"/>
                <a:ext cx="35280" cy="79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B98A233-1586-E103-1AA6-5B3CC14294E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361995" y="1137228"/>
                  <a:ext cx="47520" cy="20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EEBE0AE4-07EF-9808-E55A-52EC7E554513}"/>
                  </a:ext>
                </a:extLst>
              </p14:cNvPr>
              <p14:cNvContentPartPr/>
              <p14:nvPr/>
            </p14:nvContentPartPr>
            <p14:xfrm>
              <a:off x="8960875" y="1992948"/>
              <a:ext cx="1616040" cy="2728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EEBE0AE4-07EF-9808-E55A-52EC7E554513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54755" y="1986828"/>
                <a:ext cx="1628280" cy="285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1ED40E1E-7C12-C11C-0977-2917A894868A}"/>
              </a:ext>
            </a:extLst>
          </p:cNvPr>
          <p:cNvGrpSpPr/>
          <p:nvPr/>
        </p:nvGrpSpPr>
        <p:grpSpPr>
          <a:xfrm>
            <a:off x="7575235" y="627468"/>
            <a:ext cx="1623600" cy="628920"/>
            <a:chOff x="7575235" y="627468"/>
            <a:chExt cx="1623600" cy="62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67957B6-9BD3-7F33-CD75-00035CC73B7A}"/>
                    </a:ext>
                  </a:extLst>
                </p14:cNvPr>
                <p14:cNvContentPartPr/>
                <p14:nvPr/>
              </p14:nvContentPartPr>
              <p14:xfrm>
                <a:off x="7575235" y="920508"/>
                <a:ext cx="662760" cy="3358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67957B6-9BD3-7F33-CD75-00035CC73B7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569115" y="914388"/>
                  <a:ext cx="67500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13F3597-4AFD-5EBF-9493-85B58904A835}"/>
                    </a:ext>
                  </a:extLst>
                </p14:cNvPr>
                <p14:cNvContentPartPr/>
                <p14:nvPr/>
              </p14:nvContentPartPr>
              <p14:xfrm>
                <a:off x="8630395" y="835188"/>
                <a:ext cx="29160" cy="122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13F3597-4AFD-5EBF-9493-85B58904A83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24275" y="829068"/>
                  <a:ext cx="41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0AEDD38-6128-0B80-379C-5900F8443A53}"/>
                    </a:ext>
                  </a:extLst>
                </p14:cNvPr>
                <p14:cNvContentPartPr/>
                <p14:nvPr/>
              </p14:nvContentPartPr>
              <p14:xfrm>
                <a:off x="8219995" y="627468"/>
                <a:ext cx="978840" cy="487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0AEDD38-6128-0B80-379C-5900F8443A5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213875" y="621348"/>
                  <a:ext cx="991080" cy="50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2CC6234-E676-A07A-4C0E-96F3AFCBA89B}"/>
              </a:ext>
            </a:extLst>
          </p:cNvPr>
          <p:cNvGrpSpPr/>
          <p:nvPr/>
        </p:nvGrpSpPr>
        <p:grpSpPr>
          <a:xfrm>
            <a:off x="511315" y="1848228"/>
            <a:ext cx="10582920" cy="4137120"/>
            <a:chOff x="511315" y="1848228"/>
            <a:chExt cx="10582920" cy="413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60B41F0-1AFE-7E0D-73D0-E1F9F8D8E17B}"/>
                    </a:ext>
                  </a:extLst>
                </p14:cNvPr>
                <p14:cNvContentPartPr/>
                <p14:nvPr/>
              </p14:nvContentPartPr>
              <p14:xfrm>
                <a:off x="3584635" y="1959468"/>
                <a:ext cx="65160" cy="17647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60B41F0-1AFE-7E0D-73D0-E1F9F8D8E1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578515" y="1953348"/>
                  <a:ext cx="77400" cy="177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C26E0F0-4D05-F30F-9B25-91308164EDE9}"/>
                    </a:ext>
                  </a:extLst>
                </p14:cNvPr>
                <p14:cNvContentPartPr/>
                <p14:nvPr/>
              </p14:nvContentPartPr>
              <p14:xfrm>
                <a:off x="3093595" y="2745708"/>
                <a:ext cx="400680" cy="567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C26E0F0-4D05-F30F-9B25-91308164EDE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87475" y="2739588"/>
                  <a:ext cx="412920" cy="57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8B74AA8-E516-93E1-2A2E-A54EB2C61C0D}"/>
                    </a:ext>
                  </a:extLst>
                </p14:cNvPr>
                <p14:cNvContentPartPr/>
                <p14:nvPr/>
              </p14:nvContentPartPr>
              <p14:xfrm>
                <a:off x="3716755" y="2782428"/>
                <a:ext cx="453600" cy="218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8B74AA8-E516-93E1-2A2E-A54EB2C61C0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10635" y="2776308"/>
                  <a:ext cx="4658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6D1F569-1BE2-705F-517C-073B9A3CE3C7}"/>
                    </a:ext>
                  </a:extLst>
                </p14:cNvPr>
                <p14:cNvContentPartPr/>
                <p14:nvPr/>
              </p14:nvContentPartPr>
              <p14:xfrm>
                <a:off x="3199795" y="2265108"/>
                <a:ext cx="421200" cy="270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6D1F569-1BE2-705F-517C-073B9A3CE3C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193675" y="2258988"/>
                  <a:ext cx="43344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F1276C5-08A1-6F22-95F7-69B6A342EDE8}"/>
                    </a:ext>
                  </a:extLst>
                </p14:cNvPr>
                <p14:cNvContentPartPr/>
                <p14:nvPr/>
              </p14:nvContentPartPr>
              <p14:xfrm>
                <a:off x="3590395" y="2247108"/>
                <a:ext cx="345240" cy="203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F1276C5-08A1-6F22-95F7-69B6A342EDE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584275" y="2240988"/>
                  <a:ext cx="3574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B473957-E6F0-10A1-EED0-D22EECE3F866}"/>
                    </a:ext>
                  </a:extLst>
                </p14:cNvPr>
                <p14:cNvContentPartPr/>
                <p14:nvPr/>
              </p14:nvContentPartPr>
              <p14:xfrm>
                <a:off x="4718995" y="2350068"/>
                <a:ext cx="696240" cy="178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B473957-E6F0-10A1-EED0-D22EECE3F86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12875" y="2343948"/>
                  <a:ext cx="708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21DF0AE-7737-6816-D52F-BBC2A7D59F75}"/>
                    </a:ext>
                  </a:extLst>
                </p14:cNvPr>
                <p14:cNvContentPartPr/>
                <p14:nvPr/>
              </p14:nvContentPartPr>
              <p14:xfrm>
                <a:off x="5199595" y="2041188"/>
                <a:ext cx="569880" cy="6926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21DF0AE-7737-6816-D52F-BBC2A7D59F7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93475" y="2035068"/>
                  <a:ext cx="58212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9E7E8A9-EB2E-743A-AD84-167128A28C69}"/>
                    </a:ext>
                  </a:extLst>
                </p14:cNvPr>
                <p14:cNvContentPartPr/>
                <p14:nvPr/>
              </p14:nvContentPartPr>
              <p14:xfrm>
                <a:off x="6529075" y="1848228"/>
                <a:ext cx="1274760" cy="4849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9E7E8A9-EB2E-743A-AD84-167128A28C6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522955" y="1842108"/>
                  <a:ext cx="1287000" cy="49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3D3EE1C-469A-AE3C-383F-6A44CF73DB42}"/>
                    </a:ext>
                  </a:extLst>
                </p14:cNvPr>
                <p14:cNvContentPartPr/>
                <p14:nvPr/>
              </p14:nvContentPartPr>
              <p14:xfrm>
                <a:off x="7954675" y="1866228"/>
                <a:ext cx="301320" cy="3603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3D3EE1C-469A-AE3C-383F-6A44CF73DB4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948555" y="1860108"/>
                  <a:ext cx="3135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A0E006A-65AE-4C09-F937-66DBAB15FD84}"/>
                    </a:ext>
                  </a:extLst>
                </p14:cNvPr>
                <p14:cNvContentPartPr/>
                <p14:nvPr/>
              </p14:nvContentPartPr>
              <p14:xfrm>
                <a:off x="7886635" y="1858308"/>
                <a:ext cx="21960" cy="6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A0E006A-65AE-4C09-F937-66DBAB15FD8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880515" y="1852188"/>
                  <a:ext cx="34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B330702-834D-85BE-202F-B64F5EAD4526}"/>
                    </a:ext>
                  </a:extLst>
                </p14:cNvPr>
                <p14:cNvContentPartPr/>
                <p14:nvPr/>
              </p14:nvContentPartPr>
              <p14:xfrm>
                <a:off x="8041075" y="2873148"/>
                <a:ext cx="81000" cy="767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B330702-834D-85BE-202F-B64F5EAD452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034955" y="2867028"/>
                  <a:ext cx="93240" cy="77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FA2EFDD-3917-7293-60B8-CCCEAD7493B3}"/>
                    </a:ext>
                  </a:extLst>
                </p14:cNvPr>
                <p14:cNvContentPartPr/>
                <p14:nvPr/>
              </p14:nvContentPartPr>
              <p14:xfrm>
                <a:off x="8087875" y="2764788"/>
                <a:ext cx="1894680" cy="4543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FA2EFDD-3917-7293-60B8-CCCEAD7493B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081755" y="2758668"/>
                  <a:ext cx="1906920" cy="4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04028CC-FF9A-4B7D-665C-6E552F50C76B}"/>
                    </a:ext>
                  </a:extLst>
                </p14:cNvPr>
                <p14:cNvContentPartPr/>
                <p14:nvPr/>
              </p14:nvContentPartPr>
              <p14:xfrm>
                <a:off x="8649475" y="3835788"/>
                <a:ext cx="56160" cy="140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04028CC-FF9A-4B7D-665C-6E552F50C76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643355" y="3829668"/>
                  <a:ext cx="684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1E7656B-B977-C683-5065-605A32549EE0}"/>
                    </a:ext>
                  </a:extLst>
                </p14:cNvPr>
                <p14:cNvContentPartPr/>
                <p14:nvPr/>
              </p14:nvContentPartPr>
              <p14:xfrm>
                <a:off x="5924635" y="3176268"/>
                <a:ext cx="2147760" cy="137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1E7656B-B977-C683-5065-605A32549EE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18515" y="3170148"/>
                  <a:ext cx="21600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64B94D6-BF06-31CC-5EC3-B3446E98AABC}"/>
                    </a:ext>
                  </a:extLst>
                </p14:cNvPr>
                <p14:cNvContentPartPr/>
                <p14:nvPr/>
              </p14:nvContentPartPr>
              <p14:xfrm>
                <a:off x="5595955" y="2869908"/>
                <a:ext cx="939240" cy="796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64B94D6-BF06-31CC-5EC3-B3446E98AAB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589835" y="2863788"/>
                  <a:ext cx="951480" cy="80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101B205-D7FE-24DC-6EDF-74C10EC25D75}"/>
                    </a:ext>
                  </a:extLst>
                </p14:cNvPr>
                <p14:cNvContentPartPr/>
                <p14:nvPr/>
              </p14:nvContentPartPr>
              <p14:xfrm>
                <a:off x="5529355" y="2597388"/>
                <a:ext cx="2530080" cy="4633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101B205-D7FE-24DC-6EDF-74C10EC25D7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23235" y="2591268"/>
                  <a:ext cx="2542320" cy="47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983703B-C889-EF68-22FB-55F0D7889C47}"/>
                    </a:ext>
                  </a:extLst>
                </p14:cNvPr>
                <p14:cNvContentPartPr/>
                <p14:nvPr/>
              </p14:nvContentPartPr>
              <p14:xfrm>
                <a:off x="5403715" y="2616108"/>
                <a:ext cx="629640" cy="3780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983703B-C889-EF68-22FB-55F0D7889C4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97595" y="2609988"/>
                  <a:ext cx="641880" cy="3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3CA8E59-EA43-5F5B-F5FB-D1A872CD7727}"/>
                    </a:ext>
                  </a:extLst>
                </p14:cNvPr>
                <p14:cNvContentPartPr/>
                <p14:nvPr/>
              </p14:nvContentPartPr>
              <p14:xfrm>
                <a:off x="4977475" y="4250148"/>
                <a:ext cx="849960" cy="849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3CA8E59-EA43-5F5B-F5FB-D1A872CD772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971355" y="4244028"/>
                  <a:ext cx="862200" cy="86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885C27F-F8AD-BC5C-0A99-6A04139B5600}"/>
                    </a:ext>
                  </a:extLst>
                </p14:cNvPr>
                <p14:cNvContentPartPr/>
                <p14:nvPr/>
              </p14:nvContentPartPr>
              <p14:xfrm>
                <a:off x="6133435" y="4386948"/>
                <a:ext cx="1263600" cy="501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885C27F-F8AD-BC5C-0A99-6A04139B560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27315" y="4380828"/>
                  <a:ext cx="1275840" cy="51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4A500E6-ADD5-29F2-E0E4-C486E7972D78}"/>
                    </a:ext>
                  </a:extLst>
                </p14:cNvPr>
                <p14:cNvContentPartPr/>
                <p14:nvPr/>
              </p14:nvContentPartPr>
              <p14:xfrm>
                <a:off x="7849195" y="4102548"/>
                <a:ext cx="1411200" cy="279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4A500E6-ADD5-29F2-E0E4-C486E7972D7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843075" y="4096428"/>
                  <a:ext cx="142344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32F2DA2-9B40-6A2B-134A-058A9DB3D358}"/>
                    </a:ext>
                  </a:extLst>
                </p14:cNvPr>
                <p14:cNvContentPartPr/>
                <p14:nvPr/>
              </p14:nvContentPartPr>
              <p14:xfrm>
                <a:off x="9540115" y="3366708"/>
                <a:ext cx="1554120" cy="6894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32F2DA2-9B40-6A2B-134A-058A9DB3D35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533995" y="3360588"/>
                  <a:ext cx="1566360" cy="7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2AA1936-3B29-C145-4052-FE799ADE0BA3}"/>
                    </a:ext>
                  </a:extLst>
                </p14:cNvPr>
                <p14:cNvContentPartPr/>
                <p14:nvPr/>
              </p14:nvContentPartPr>
              <p14:xfrm>
                <a:off x="511315" y="4420428"/>
                <a:ext cx="1228680" cy="859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2AA1936-3B29-C145-4052-FE799ADE0BA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05195" y="4414308"/>
                  <a:ext cx="1240920" cy="87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E41070C-DBBE-33E8-3149-B8281DEA9AF0}"/>
                    </a:ext>
                  </a:extLst>
                </p14:cNvPr>
                <p14:cNvContentPartPr/>
                <p14:nvPr/>
              </p14:nvContentPartPr>
              <p14:xfrm>
                <a:off x="1974715" y="4455348"/>
                <a:ext cx="991440" cy="5234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E41070C-DBBE-33E8-3149-B8281DEA9AF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968595" y="4449228"/>
                  <a:ext cx="1003680" cy="53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DD9C278-414D-7F91-F389-8B2BFD19802B}"/>
                    </a:ext>
                  </a:extLst>
                </p14:cNvPr>
                <p14:cNvContentPartPr/>
                <p14:nvPr/>
              </p14:nvContentPartPr>
              <p14:xfrm>
                <a:off x="3282595" y="4002828"/>
                <a:ext cx="658800" cy="396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DD9C278-414D-7F91-F389-8B2BFD19802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276475" y="3996708"/>
                  <a:ext cx="67104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1110440-F471-D73D-EF35-2019D391866B}"/>
                    </a:ext>
                  </a:extLst>
                </p14:cNvPr>
                <p14:cNvContentPartPr/>
                <p14:nvPr/>
              </p14:nvContentPartPr>
              <p14:xfrm>
                <a:off x="3624595" y="3793308"/>
                <a:ext cx="615240" cy="9226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1110440-F471-D73D-EF35-2019D391866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618475" y="3787188"/>
                  <a:ext cx="627480" cy="9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7AA4B7D-14AF-83F7-D40D-C61725CC4839}"/>
                    </a:ext>
                  </a:extLst>
                </p14:cNvPr>
                <p14:cNvContentPartPr/>
                <p14:nvPr/>
              </p14:nvContentPartPr>
              <p14:xfrm>
                <a:off x="4204195" y="4218828"/>
                <a:ext cx="110160" cy="33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7AA4B7D-14AF-83F7-D40D-C61725CC483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198075" y="4212708"/>
                  <a:ext cx="1224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09FD6A9-64A9-3582-A51C-7C07C5B8186B}"/>
                    </a:ext>
                  </a:extLst>
                </p14:cNvPr>
                <p14:cNvContentPartPr/>
                <p14:nvPr/>
              </p14:nvContentPartPr>
              <p14:xfrm>
                <a:off x="2014315" y="5077428"/>
                <a:ext cx="842040" cy="907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09FD6A9-64A9-3582-A51C-7C07C5B8186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008195" y="5071308"/>
                  <a:ext cx="854280" cy="9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48E6E82-6967-C4D7-9720-A0259335916C}"/>
                    </a:ext>
                  </a:extLst>
                </p14:cNvPr>
                <p14:cNvContentPartPr/>
                <p14:nvPr/>
              </p14:nvContentPartPr>
              <p14:xfrm>
                <a:off x="2695435" y="5139708"/>
                <a:ext cx="252360" cy="1756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48E6E82-6967-C4D7-9720-A0259335916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689315" y="5133588"/>
                  <a:ext cx="2646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A89B307-9BE3-52EA-DA73-9E2D3B85204E}"/>
                    </a:ext>
                  </a:extLst>
                </p14:cNvPr>
                <p14:cNvContentPartPr/>
                <p14:nvPr/>
              </p14:nvContentPartPr>
              <p14:xfrm>
                <a:off x="3048595" y="5056548"/>
                <a:ext cx="343080" cy="2815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A89B307-9BE3-52EA-DA73-9E2D3B85204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042475" y="5050428"/>
                  <a:ext cx="3553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91807D0-71A4-4B61-9F94-043F761CF270}"/>
                    </a:ext>
                  </a:extLst>
                </p14:cNvPr>
                <p14:cNvContentPartPr/>
                <p14:nvPr/>
              </p14:nvContentPartPr>
              <p14:xfrm>
                <a:off x="3531355" y="4887348"/>
                <a:ext cx="358560" cy="208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91807D0-71A4-4B61-9F94-043F761CF27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525235" y="4881228"/>
                  <a:ext cx="3708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E82CF74-AE57-469D-0DB7-44C3E49D6EE8}"/>
                    </a:ext>
                  </a:extLst>
                </p14:cNvPr>
                <p14:cNvContentPartPr/>
                <p14:nvPr/>
              </p14:nvContentPartPr>
              <p14:xfrm>
                <a:off x="4493275" y="3394068"/>
                <a:ext cx="861480" cy="5601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E82CF74-AE57-469D-0DB7-44C3E49D6EE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487155" y="3387948"/>
                  <a:ext cx="873720" cy="57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FF182AA-0DB2-B491-049D-AEB939F53C8A}"/>
                    </a:ext>
                  </a:extLst>
                </p14:cNvPr>
                <p14:cNvContentPartPr/>
                <p14:nvPr/>
              </p14:nvContentPartPr>
              <p14:xfrm>
                <a:off x="5021395" y="2908068"/>
                <a:ext cx="818640" cy="1152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FF182AA-0DB2-B491-049D-AEB939F53C8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015275" y="2901948"/>
                  <a:ext cx="830880" cy="11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D676475-D5BA-B623-0DC5-0382D65E1E39}"/>
                    </a:ext>
                  </a:extLst>
                </p14:cNvPr>
                <p14:cNvContentPartPr/>
                <p14:nvPr/>
              </p14:nvContentPartPr>
              <p14:xfrm>
                <a:off x="5722315" y="3589548"/>
                <a:ext cx="94320" cy="25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D676475-D5BA-B623-0DC5-0382D65E1E3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716195" y="3583428"/>
                  <a:ext cx="106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13881DC-F21F-3D90-91B1-0187D5B4EB42}"/>
                    </a:ext>
                  </a:extLst>
                </p14:cNvPr>
                <p14:cNvContentPartPr/>
                <p14:nvPr/>
              </p14:nvContentPartPr>
              <p14:xfrm>
                <a:off x="2083795" y="2391108"/>
                <a:ext cx="4502520" cy="32644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13881DC-F21F-3D90-91B1-0187D5B4EB4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077675" y="2384988"/>
                  <a:ext cx="4514760" cy="3276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02307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A0BB5F8B-1447-D131-CE12-2534E69AF6BE}"/>
              </a:ext>
            </a:extLst>
          </p:cNvPr>
          <p:cNvGrpSpPr/>
          <p:nvPr/>
        </p:nvGrpSpPr>
        <p:grpSpPr>
          <a:xfrm>
            <a:off x="332755" y="323268"/>
            <a:ext cx="11779560" cy="5950800"/>
            <a:chOff x="332755" y="323268"/>
            <a:chExt cx="11779560" cy="595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549F09B-B668-1E12-7136-EDC71FDA039B}"/>
                    </a:ext>
                  </a:extLst>
                </p14:cNvPr>
                <p14:cNvContentPartPr/>
                <p14:nvPr/>
              </p14:nvContentPartPr>
              <p14:xfrm>
                <a:off x="2858875" y="789468"/>
                <a:ext cx="161640" cy="7837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549F09B-B668-1E12-7136-EDC71FDA039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52755" y="783348"/>
                  <a:ext cx="173880" cy="79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D984699-9687-659F-C3C4-D18D1895EBA7}"/>
                    </a:ext>
                  </a:extLst>
                </p14:cNvPr>
                <p14:cNvContentPartPr/>
                <p14:nvPr/>
              </p14:nvContentPartPr>
              <p14:xfrm>
                <a:off x="3024115" y="591108"/>
                <a:ext cx="1447920" cy="10364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D984699-9687-659F-C3C4-D18D1895EBA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17995" y="584988"/>
                  <a:ext cx="1460160" cy="10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5A05F7E-A229-AAA6-C3C5-F34B23B841AE}"/>
                    </a:ext>
                  </a:extLst>
                </p14:cNvPr>
                <p14:cNvContentPartPr/>
                <p14:nvPr/>
              </p14:nvContentPartPr>
              <p14:xfrm>
                <a:off x="6188515" y="1009788"/>
                <a:ext cx="1346400" cy="1868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5A05F7E-A229-AAA6-C3C5-F34B23B841A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82395" y="1003668"/>
                  <a:ext cx="13586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E1840A4-BC49-354E-096D-CF24BDA8881A}"/>
                    </a:ext>
                  </a:extLst>
                </p14:cNvPr>
                <p14:cNvContentPartPr/>
                <p14:nvPr/>
              </p14:nvContentPartPr>
              <p14:xfrm>
                <a:off x="7425835" y="529188"/>
                <a:ext cx="545760" cy="9302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E1840A4-BC49-354E-096D-CF24BDA8881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419715" y="523068"/>
                  <a:ext cx="558000" cy="9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A20D028-5106-8820-EAA2-5E80FBE72824}"/>
                    </a:ext>
                  </a:extLst>
                </p14:cNvPr>
                <p14:cNvContentPartPr/>
                <p14:nvPr/>
              </p14:nvContentPartPr>
              <p14:xfrm>
                <a:off x="9049075" y="717828"/>
                <a:ext cx="182520" cy="7938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A20D028-5106-8820-EAA2-5E80FBE7282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042955" y="711708"/>
                  <a:ext cx="194760" cy="80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C7A6A4F-ED20-BA02-7A41-26FF1D9A6CA2}"/>
                    </a:ext>
                  </a:extLst>
                </p14:cNvPr>
                <p14:cNvContentPartPr/>
                <p14:nvPr/>
              </p14:nvContentPartPr>
              <p14:xfrm>
                <a:off x="9171835" y="323268"/>
                <a:ext cx="271800" cy="4719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C7A6A4F-ED20-BA02-7A41-26FF1D9A6CA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165715" y="317148"/>
                  <a:ext cx="28404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3211C0A-BE49-84F7-416D-632A0AB012DF}"/>
                    </a:ext>
                  </a:extLst>
                </p14:cNvPr>
                <p14:cNvContentPartPr/>
                <p14:nvPr/>
              </p14:nvContentPartPr>
              <p14:xfrm>
                <a:off x="9649555" y="699468"/>
                <a:ext cx="1075680" cy="4366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3211C0A-BE49-84F7-416D-632A0AB012D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43435" y="693348"/>
                  <a:ext cx="108792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5F85F4A-49E1-5299-8394-CCF71FD61FF4}"/>
                    </a:ext>
                  </a:extLst>
                </p14:cNvPr>
                <p14:cNvContentPartPr/>
                <p14:nvPr/>
              </p14:nvContentPartPr>
              <p14:xfrm>
                <a:off x="6907435" y="1820148"/>
                <a:ext cx="175320" cy="1734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5F85F4A-49E1-5299-8394-CCF71FD61FF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901315" y="1814028"/>
                  <a:ext cx="187560" cy="174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83B58E8-88AC-B81F-B849-2631066621D6}"/>
                    </a:ext>
                  </a:extLst>
                </p14:cNvPr>
                <p14:cNvContentPartPr/>
                <p14:nvPr/>
              </p14:nvContentPartPr>
              <p14:xfrm>
                <a:off x="6683875" y="2777748"/>
                <a:ext cx="1476720" cy="9522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83B58E8-88AC-B81F-B849-2631066621D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77755" y="2771628"/>
                  <a:ext cx="1488960" cy="9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C24D3DF-6B3B-1342-85CE-E31091A3C82D}"/>
                    </a:ext>
                  </a:extLst>
                </p14:cNvPr>
                <p14:cNvContentPartPr/>
                <p14:nvPr/>
              </p14:nvContentPartPr>
              <p14:xfrm>
                <a:off x="7431955" y="3621948"/>
                <a:ext cx="1659960" cy="942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C24D3DF-6B3B-1342-85CE-E31091A3C82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425835" y="3615828"/>
                  <a:ext cx="1672200" cy="9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2C44213-1E1C-E860-D9CF-C630B5A3F5FE}"/>
                    </a:ext>
                  </a:extLst>
                </p14:cNvPr>
                <p14:cNvContentPartPr/>
                <p14:nvPr/>
              </p14:nvContentPartPr>
              <p14:xfrm>
                <a:off x="9091195" y="3557148"/>
                <a:ext cx="810720" cy="201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2C44213-1E1C-E860-D9CF-C630B5A3F5F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085075" y="3551028"/>
                  <a:ext cx="8229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580C26D-807C-BB9F-857D-9F4C963BB933}"/>
                    </a:ext>
                  </a:extLst>
                </p14:cNvPr>
                <p14:cNvContentPartPr/>
                <p14:nvPr/>
              </p14:nvContentPartPr>
              <p14:xfrm>
                <a:off x="6633475" y="2742108"/>
                <a:ext cx="3761280" cy="22600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580C26D-807C-BB9F-857D-9F4C963BB93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627355" y="2735988"/>
                  <a:ext cx="3773520" cy="227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8BEFA3B-9AEB-A432-CBD5-3FB7C2207766}"/>
                    </a:ext>
                  </a:extLst>
                </p14:cNvPr>
                <p14:cNvContentPartPr/>
                <p14:nvPr/>
              </p14:nvContentPartPr>
              <p14:xfrm>
                <a:off x="3828715" y="2164308"/>
                <a:ext cx="3044880" cy="24872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8BEFA3B-9AEB-A432-CBD5-3FB7C220776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22595" y="2158188"/>
                  <a:ext cx="3057120" cy="249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9F1A4A5-8C62-0593-E542-E13E340EE82B}"/>
                    </a:ext>
                  </a:extLst>
                </p14:cNvPr>
                <p14:cNvContentPartPr/>
                <p14:nvPr/>
              </p14:nvContentPartPr>
              <p14:xfrm>
                <a:off x="3132115" y="2339268"/>
                <a:ext cx="853920" cy="858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9F1A4A5-8C62-0593-E542-E13E340EE82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125995" y="2333148"/>
                  <a:ext cx="866160" cy="87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5822FBB-F9E2-762A-5ABF-90D61F3BCAB1}"/>
                    </a:ext>
                  </a:extLst>
                </p14:cNvPr>
                <p14:cNvContentPartPr/>
                <p14:nvPr/>
              </p14:nvContentPartPr>
              <p14:xfrm>
                <a:off x="3885595" y="2577948"/>
                <a:ext cx="310320" cy="3888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5822FBB-F9E2-762A-5ABF-90D61F3BCAB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879475" y="2571828"/>
                  <a:ext cx="32256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9F3FDF7-D543-9C69-DA88-6AAB81501E29}"/>
                    </a:ext>
                  </a:extLst>
                </p14:cNvPr>
                <p14:cNvContentPartPr/>
                <p14:nvPr/>
              </p14:nvContentPartPr>
              <p14:xfrm>
                <a:off x="9107035" y="4327188"/>
                <a:ext cx="1857240" cy="576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9F3FDF7-D543-9C69-DA88-6AAB81501E2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100915" y="4321068"/>
                  <a:ext cx="1869480" cy="58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7E3602D-CBD7-E7F7-561B-4C23D00B5AF2}"/>
                    </a:ext>
                  </a:extLst>
                </p14:cNvPr>
                <p14:cNvContentPartPr/>
                <p14:nvPr/>
              </p14:nvContentPartPr>
              <p14:xfrm>
                <a:off x="10740715" y="4129908"/>
                <a:ext cx="403920" cy="8024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7E3602D-CBD7-E7F7-561B-4C23D00B5AF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734595" y="4123788"/>
                  <a:ext cx="416160" cy="81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E16F781-7C33-5A41-071F-8CD237C8C523}"/>
                    </a:ext>
                  </a:extLst>
                </p14:cNvPr>
                <p14:cNvContentPartPr/>
                <p14:nvPr/>
              </p14:nvContentPartPr>
              <p14:xfrm>
                <a:off x="11358835" y="3760908"/>
                <a:ext cx="732600" cy="214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E16F781-7C33-5A41-071F-8CD237C8C52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352715" y="3754788"/>
                  <a:ext cx="7448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8372F4E-471B-1889-959D-D8E3FD76F238}"/>
                    </a:ext>
                  </a:extLst>
                </p14:cNvPr>
                <p14:cNvContentPartPr/>
                <p14:nvPr/>
              </p14:nvContentPartPr>
              <p14:xfrm>
                <a:off x="10761235" y="2532948"/>
                <a:ext cx="1035000" cy="20174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8372F4E-471B-1889-959D-D8E3FD76F23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755115" y="2526828"/>
                  <a:ext cx="1047240" cy="20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56721FE-CB06-E7AA-9422-4F1657C299EF}"/>
                    </a:ext>
                  </a:extLst>
                </p14:cNvPr>
                <p14:cNvContentPartPr/>
                <p14:nvPr/>
              </p14:nvContentPartPr>
              <p14:xfrm>
                <a:off x="11800555" y="3015348"/>
                <a:ext cx="123480" cy="7470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56721FE-CB06-E7AA-9422-4F1657C299E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794435" y="3009228"/>
                  <a:ext cx="135720" cy="75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47E0BCC-26AC-FE98-14CF-5B3B001F9065}"/>
                    </a:ext>
                  </a:extLst>
                </p14:cNvPr>
                <p14:cNvContentPartPr/>
                <p14:nvPr/>
              </p14:nvContentPartPr>
              <p14:xfrm>
                <a:off x="11593195" y="4304508"/>
                <a:ext cx="204120" cy="1555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47E0BCC-26AC-FE98-14CF-5B3B001F906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587075" y="4298388"/>
                  <a:ext cx="2163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4B4383C-3EFC-BA0D-420A-D1661776CF15}"/>
                    </a:ext>
                  </a:extLst>
                </p14:cNvPr>
                <p14:cNvContentPartPr/>
                <p14:nvPr/>
              </p14:nvContentPartPr>
              <p14:xfrm>
                <a:off x="10174075" y="4695108"/>
                <a:ext cx="125640" cy="428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4B4383C-3EFC-BA0D-420A-D1661776CF1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167955" y="4688988"/>
                  <a:ext cx="1378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97234E6-DDAD-28AF-A87C-B0C1BC8F2E31}"/>
                    </a:ext>
                  </a:extLst>
                </p14:cNvPr>
                <p14:cNvContentPartPr/>
                <p14:nvPr/>
              </p14:nvContentPartPr>
              <p14:xfrm>
                <a:off x="11038435" y="4922988"/>
                <a:ext cx="48600" cy="38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97234E6-DDAD-28AF-A87C-B0C1BC8F2E3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032315" y="4916868"/>
                  <a:ext cx="608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D36AE6F-7E15-4849-70A5-A5AC6C031ADF}"/>
                    </a:ext>
                  </a:extLst>
                </p14:cNvPr>
                <p14:cNvContentPartPr/>
                <p14:nvPr/>
              </p14:nvContentPartPr>
              <p14:xfrm>
                <a:off x="11059315" y="3046668"/>
                <a:ext cx="124200" cy="1206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D36AE6F-7E15-4849-70A5-A5AC6C031AD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053195" y="3040548"/>
                  <a:ext cx="136440" cy="12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50C8786-E6DA-7937-058F-733B3AB995B5}"/>
                    </a:ext>
                  </a:extLst>
                </p14:cNvPr>
                <p14:cNvContentPartPr/>
                <p14:nvPr/>
              </p14:nvContentPartPr>
              <p14:xfrm>
                <a:off x="11010715" y="2923548"/>
                <a:ext cx="1101600" cy="16516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50C8786-E6DA-7937-058F-733B3AB995B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004595" y="2917428"/>
                  <a:ext cx="1113840" cy="166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A8E126A-781C-F56D-AC7A-16CF3E679E2D}"/>
                    </a:ext>
                  </a:extLst>
                </p14:cNvPr>
                <p14:cNvContentPartPr/>
                <p14:nvPr/>
              </p14:nvContentPartPr>
              <p14:xfrm>
                <a:off x="11473675" y="4570548"/>
                <a:ext cx="82440" cy="9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A8E126A-781C-F56D-AC7A-16CF3E679E2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467555" y="4564428"/>
                  <a:ext cx="946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72C8BD9-E6BB-5011-0F8F-32FB70B3B083}"/>
                    </a:ext>
                  </a:extLst>
                </p14:cNvPr>
                <p14:cNvContentPartPr/>
                <p14:nvPr/>
              </p14:nvContentPartPr>
              <p14:xfrm>
                <a:off x="10996315" y="3220548"/>
                <a:ext cx="75240" cy="10281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72C8BD9-E6BB-5011-0F8F-32FB70B3B08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990195" y="3214428"/>
                  <a:ext cx="87480" cy="10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F173F7C-57F7-0721-BD41-4968027F6622}"/>
                    </a:ext>
                  </a:extLst>
                </p14:cNvPr>
                <p14:cNvContentPartPr/>
                <p14:nvPr/>
              </p14:nvContentPartPr>
              <p14:xfrm>
                <a:off x="11347315" y="3053508"/>
                <a:ext cx="473040" cy="18298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F173F7C-57F7-0721-BD41-4968027F662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341195" y="3047388"/>
                  <a:ext cx="485280" cy="18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3076EF6-6EF8-D78F-ABF1-4CA6EFF8E938}"/>
                    </a:ext>
                  </a:extLst>
                </p14:cNvPr>
                <p14:cNvContentPartPr/>
                <p14:nvPr/>
              </p14:nvContentPartPr>
              <p14:xfrm>
                <a:off x="1142395" y="359988"/>
                <a:ext cx="283680" cy="18158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3076EF6-6EF8-D78F-ABF1-4CA6EFF8E93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36275" y="353868"/>
                  <a:ext cx="295920" cy="18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45A808A-24FF-FC11-7852-D62F70417AE3}"/>
                    </a:ext>
                  </a:extLst>
                </p14:cNvPr>
                <p14:cNvContentPartPr/>
                <p14:nvPr/>
              </p14:nvContentPartPr>
              <p14:xfrm>
                <a:off x="332755" y="1684788"/>
                <a:ext cx="2019600" cy="1280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45A808A-24FF-FC11-7852-D62F70417AE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26635" y="1678668"/>
                  <a:ext cx="2031840" cy="12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1BA9A73-7473-CE7E-A465-8FC6161A6CAD}"/>
                    </a:ext>
                  </a:extLst>
                </p14:cNvPr>
                <p14:cNvContentPartPr/>
                <p14:nvPr/>
              </p14:nvContentPartPr>
              <p14:xfrm>
                <a:off x="848635" y="3291468"/>
                <a:ext cx="288000" cy="1183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1BA9A73-7473-CE7E-A465-8FC6161A6CA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42515" y="3285348"/>
                  <a:ext cx="300240" cy="11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CC189D8-6662-3CFB-1D6A-7D52152265A2}"/>
                    </a:ext>
                  </a:extLst>
                </p14:cNvPr>
                <p14:cNvContentPartPr/>
                <p14:nvPr/>
              </p14:nvContentPartPr>
              <p14:xfrm>
                <a:off x="463435" y="2490108"/>
                <a:ext cx="2530800" cy="26204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CC189D8-6662-3CFB-1D6A-7D52152265A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57315" y="2483988"/>
                  <a:ext cx="2543040" cy="263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464D790-9DAF-6415-85CD-253B4B4B8115}"/>
                    </a:ext>
                  </a:extLst>
                </p14:cNvPr>
                <p14:cNvContentPartPr/>
                <p14:nvPr/>
              </p14:nvContentPartPr>
              <p14:xfrm>
                <a:off x="2420755" y="4126668"/>
                <a:ext cx="346320" cy="1099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464D790-9DAF-6415-85CD-253B4B4B811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414635" y="4120548"/>
                  <a:ext cx="358560" cy="11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6C54A81-E530-F715-96CF-E4693CBB075F}"/>
                    </a:ext>
                  </a:extLst>
                </p14:cNvPr>
                <p14:cNvContentPartPr/>
                <p14:nvPr/>
              </p14:nvContentPartPr>
              <p14:xfrm>
                <a:off x="2326435" y="3698268"/>
                <a:ext cx="1609560" cy="1964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6C54A81-E530-F715-96CF-E4693CBB075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320315" y="3692148"/>
                  <a:ext cx="1621800" cy="19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46A2637-70B3-79E3-8986-8AF0141404A1}"/>
                    </a:ext>
                  </a:extLst>
                </p14:cNvPr>
                <p14:cNvContentPartPr/>
                <p14:nvPr/>
              </p14:nvContentPartPr>
              <p14:xfrm>
                <a:off x="3704515" y="4796268"/>
                <a:ext cx="680760" cy="1418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46A2637-70B3-79E3-8986-8AF0141404A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698395" y="4790148"/>
                  <a:ext cx="693000" cy="143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EF1BC2C-BACD-FF01-700D-66E558CF8CF8}"/>
                    </a:ext>
                  </a:extLst>
                </p14:cNvPr>
                <p14:cNvContentPartPr/>
                <p14:nvPr/>
              </p14:nvContentPartPr>
              <p14:xfrm>
                <a:off x="3656635" y="4095708"/>
                <a:ext cx="2068560" cy="2178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EF1BC2C-BACD-FF01-700D-66E558CF8CF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650515" y="4089588"/>
                  <a:ext cx="2080800" cy="2190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70164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24AFF502-9DD4-2F5D-A4E3-8D9244E0A36A}"/>
              </a:ext>
            </a:extLst>
          </p:cNvPr>
          <p:cNvGrpSpPr/>
          <p:nvPr/>
        </p:nvGrpSpPr>
        <p:grpSpPr>
          <a:xfrm>
            <a:off x="718675" y="250188"/>
            <a:ext cx="11160720" cy="5508000"/>
            <a:chOff x="718675" y="250188"/>
            <a:chExt cx="11160720" cy="550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183BA99-B2D6-11AF-64E0-D26CD2911BB2}"/>
                    </a:ext>
                  </a:extLst>
                </p14:cNvPr>
                <p14:cNvContentPartPr/>
                <p14:nvPr/>
              </p14:nvContentPartPr>
              <p14:xfrm>
                <a:off x="1075795" y="250188"/>
                <a:ext cx="617760" cy="7329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183BA99-B2D6-11AF-64E0-D26CD2911BB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69675" y="244068"/>
                  <a:ext cx="630000" cy="74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A8CC6B7-7035-5C8D-F407-871D848A627B}"/>
                    </a:ext>
                  </a:extLst>
                </p14:cNvPr>
                <p14:cNvContentPartPr/>
                <p14:nvPr/>
              </p14:nvContentPartPr>
              <p14:xfrm>
                <a:off x="1790035" y="760308"/>
                <a:ext cx="349560" cy="452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A8CC6B7-7035-5C8D-F407-871D848A627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83915" y="754188"/>
                  <a:ext cx="36180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8967DD2-DA42-434A-0685-74F22A5A1BF3}"/>
                    </a:ext>
                  </a:extLst>
                </p14:cNvPr>
                <p14:cNvContentPartPr/>
                <p14:nvPr/>
              </p14:nvContentPartPr>
              <p14:xfrm>
                <a:off x="2441995" y="575628"/>
                <a:ext cx="1407240" cy="7696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8967DD2-DA42-434A-0685-74F22A5A1BF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35875" y="569508"/>
                  <a:ext cx="1419480" cy="78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AD3933E-6A9F-A1FD-57B3-514F6080D4D1}"/>
                    </a:ext>
                  </a:extLst>
                </p14:cNvPr>
                <p14:cNvContentPartPr/>
                <p14:nvPr/>
              </p14:nvContentPartPr>
              <p14:xfrm>
                <a:off x="4125715" y="823308"/>
                <a:ext cx="20880" cy="65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AD3933E-6A9F-A1FD-57B3-514F6080D4D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119595" y="817188"/>
                  <a:ext cx="331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DF3E981-8C7C-A3EF-B4D3-E55D11D54630}"/>
                    </a:ext>
                  </a:extLst>
                </p14:cNvPr>
                <p14:cNvContentPartPr/>
                <p14:nvPr/>
              </p14:nvContentPartPr>
              <p14:xfrm>
                <a:off x="4330555" y="940308"/>
                <a:ext cx="277560" cy="4356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DF3E981-8C7C-A3EF-B4D3-E55D11D5463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324435" y="934188"/>
                  <a:ext cx="28980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D8D5C56-B706-6F0B-D4D7-41705FD6E85A}"/>
                    </a:ext>
                  </a:extLst>
                </p14:cNvPr>
                <p14:cNvContentPartPr/>
                <p14:nvPr/>
              </p14:nvContentPartPr>
              <p14:xfrm>
                <a:off x="4334155" y="1073868"/>
                <a:ext cx="1254960" cy="3888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D8D5C56-B706-6F0B-D4D7-41705FD6E85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328035" y="1067748"/>
                  <a:ext cx="126720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522161E-9C12-8859-127B-3CB41C6B8EBD}"/>
                    </a:ext>
                  </a:extLst>
                </p14:cNvPr>
                <p14:cNvContentPartPr/>
                <p14:nvPr/>
              </p14:nvContentPartPr>
              <p14:xfrm>
                <a:off x="7029115" y="971988"/>
                <a:ext cx="64800" cy="151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522161E-9C12-8859-127B-3CB41C6B8EB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022995" y="965868"/>
                  <a:ext cx="770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406AB2E-ED18-F9B0-A8B8-741746F7A154}"/>
                    </a:ext>
                  </a:extLst>
                </p14:cNvPr>
                <p14:cNvContentPartPr/>
                <p14:nvPr/>
              </p14:nvContentPartPr>
              <p14:xfrm>
                <a:off x="6767755" y="1596948"/>
                <a:ext cx="281160" cy="763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406AB2E-ED18-F9B0-A8B8-741746F7A15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761635" y="1590828"/>
                  <a:ext cx="2934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E919173-C121-15F3-8A8E-4A9A96EF639C}"/>
                    </a:ext>
                  </a:extLst>
                </p14:cNvPr>
                <p14:cNvContentPartPr/>
                <p14:nvPr/>
              </p14:nvContentPartPr>
              <p14:xfrm>
                <a:off x="7433035" y="1516668"/>
                <a:ext cx="789120" cy="1674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E919173-C121-15F3-8A8E-4A9A96EF639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426915" y="1510548"/>
                  <a:ext cx="8013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9D350DB-24E9-47CF-5BF9-56562FE75E27}"/>
                    </a:ext>
                  </a:extLst>
                </p14:cNvPr>
                <p14:cNvContentPartPr/>
                <p14:nvPr/>
              </p14:nvContentPartPr>
              <p14:xfrm>
                <a:off x="718675" y="1767948"/>
                <a:ext cx="1650600" cy="1014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9D350DB-24E9-47CF-5BF9-56562FE75E2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12555" y="1761828"/>
                  <a:ext cx="1662840" cy="10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4607838-BC8F-0CF9-1EDE-4198F15A8E46}"/>
                    </a:ext>
                  </a:extLst>
                </p14:cNvPr>
                <p14:cNvContentPartPr/>
                <p14:nvPr/>
              </p14:nvContentPartPr>
              <p14:xfrm>
                <a:off x="2424355" y="2404068"/>
                <a:ext cx="1056240" cy="502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4607838-BC8F-0CF9-1EDE-4198F15A8E4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418235" y="2397948"/>
                  <a:ext cx="1068480" cy="51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A062CC3-8945-AEB3-72DC-87B64F09A292}"/>
                    </a:ext>
                  </a:extLst>
                </p14:cNvPr>
                <p14:cNvContentPartPr/>
                <p14:nvPr/>
              </p14:nvContentPartPr>
              <p14:xfrm>
                <a:off x="4161715" y="3108588"/>
                <a:ext cx="608040" cy="65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A062CC3-8945-AEB3-72DC-87B64F09A29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5595" y="3102468"/>
                  <a:ext cx="6202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CCF0610-A116-BCCA-958F-B89DFE35A727}"/>
                    </a:ext>
                  </a:extLst>
                </p14:cNvPr>
                <p14:cNvContentPartPr/>
                <p14:nvPr/>
              </p14:nvContentPartPr>
              <p14:xfrm>
                <a:off x="6071155" y="2365908"/>
                <a:ext cx="422280" cy="928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CCF0610-A116-BCCA-958F-B89DFE35A72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065035" y="2359788"/>
                  <a:ext cx="434520" cy="9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CB3B2EE-45BA-13E8-A340-A6343850C8DD}"/>
                    </a:ext>
                  </a:extLst>
                </p14:cNvPr>
                <p14:cNvContentPartPr/>
                <p14:nvPr/>
              </p14:nvContentPartPr>
              <p14:xfrm>
                <a:off x="6038035" y="2213268"/>
                <a:ext cx="588960" cy="247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CB3B2EE-45BA-13E8-A340-A6343850C8D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031915" y="2207148"/>
                  <a:ext cx="6012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2A0F31D-B37B-3679-986F-A35A2F48EE16}"/>
                    </a:ext>
                  </a:extLst>
                </p14:cNvPr>
                <p14:cNvContentPartPr/>
                <p14:nvPr/>
              </p14:nvContentPartPr>
              <p14:xfrm>
                <a:off x="5323075" y="3467868"/>
                <a:ext cx="1054080" cy="108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2A0F31D-B37B-3679-986F-A35A2F48EE1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316955" y="3461748"/>
                  <a:ext cx="10663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800038D-A8AC-42D6-04F3-3CF745E61357}"/>
                    </a:ext>
                  </a:extLst>
                </p14:cNvPr>
                <p14:cNvContentPartPr/>
                <p14:nvPr/>
              </p14:nvContentPartPr>
              <p14:xfrm>
                <a:off x="3228595" y="3751188"/>
                <a:ext cx="1479960" cy="765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800038D-A8AC-42D6-04F3-3CF745E6135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222475" y="3745068"/>
                  <a:ext cx="1492200" cy="77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B29E555-76FA-CBFC-4028-A2F35864DC6A}"/>
                    </a:ext>
                  </a:extLst>
                </p14:cNvPr>
                <p14:cNvContentPartPr/>
                <p14:nvPr/>
              </p14:nvContentPartPr>
              <p14:xfrm>
                <a:off x="2864995" y="4757388"/>
                <a:ext cx="1504080" cy="7722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B29E555-76FA-CBFC-4028-A2F35864DC6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858875" y="4751268"/>
                  <a:ext cx="1516320" cy="78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EB45674-9D0B-7825-E757-4A9A2099F95E}"/>
                    </a:ext>
                  </a:extLst>
                </p14:cNvPr>
                <p14:cNvContentPartPr/>
                <p14:nvPr/>
              </p14:nvContentPartPr>
              <p14:xfrm>
                <a:off x="6255115" y="2283828"/>
                <a:ext cx="1775880" cy="2826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EB45674-9D0B-7825-E757-4A9A2099F95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48995" y="2277708"/>
                  <a:ext cx="1788120" cy="28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26B8606-202F-E3B0-36E9-3F1689802AE5}"/>
                    </a:ext>
                  </a:extLst>
                </p14:cNvPr>
                <p14:cNvContentPartPr/>
                <p14:nvPr/>
              </p14:nvContentPartPr>
              <p14:xfrm>
                <a:off x="9059875" y="2729868"/>
                <a:ext cx="1923840" cy="825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26B8606-202F-E3B0-36E9-3F1689802AE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053755" y="2723748"/>
                  <a:ext cx="1936080" cy="83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35248C7-45A6-DF52-70C6-768139EC51BC}"/>
                    </a:ext>
                  </a:extLst>
                </p14:cNvPr>
                <p14:cNvContentPartPr/>
                <p14:nvPr/>
              </p14:nvContentPartPr>
              <p14:xfrm>
                <a:off x="11443795" y="3104268"/>
                <a:ext cx="435600" cy="7232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35248C7-45A6-DF52-70C6-768139EC51B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437675" y="3098148"/>
                  <a:ext cx="447840" cy="73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8BECCA3-0359-0BA4-0F64-DD67043EC1FD}"/>
                    </a:ext>
                  </a:extLst>
                </p14:cNvPr>
                <p14:cNvContentPartPr/>
                <p14:nvPr/>
              </p14:nvContentPartPr>
              <p14:xfrm>
                <a:off x="11078395" y="3684948"/>
                <a:ext cx="211320" cy="199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8BECCA3-0359-0BA4-0F64-DD67043EC1F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072275" y="3678828"/>
                  <a:ext cx="2235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2ADC6D4-5F32-8EAE-34FA-06BA96B2E0BB}"/>
                    </a:ext>
                  </a:extLst>
                </p14:cNvPr>
                <p14:cNvContentPartPr/>
                <p14:nvPr/>
              </p14:nvContentPartPr>
              <p14:xfrm>
                <a:off x="7122355" y="2817708"/>
                <a:ext cx="2017080" cy="357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2ADC6D4-5F32-8EAE-34FA-06BA96B2E0B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116235" y="2811588"/>
                  <a:ext cx="202932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21B5B90-18C1-8C86-9366-B138829BE972}"/>
                    </a:ext>
                  </a:extLst>
                </p14:cNvPr>
                <p14:cNvContentPartPr/>
                <p14:nvPr/>
              </p14:nvContentPartPr>
              <p14:xfrm>
                <a:off x="6552835" y="2389668"/>
                <a:ext cx="982080" cy="7272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21B5B90-18C1-8C86-9366-B138829BE97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546715" y="2383548"/>
                  <a:ext cx="994320" cy="73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56B87F6-0D38-B384-98BC-F15A9F095968}"/>
                    </a:ext>
                  </a:extLst>
                </p14:cNvPr>
                <p14:cNvContentPartPr/>
                <p14:nvPr/>
              </p14:nvContentPartPr>
              <p14:xfrm>
                <a:off x="7248715" y="3201828"/>
                <a:ext cx="3960" cy="450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56B87F6-0D38-B384-98BC-F15A9F09596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242595" y="3195708"/>
                  <a:ext cx="162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E785448-4F8E-F03E-F9E2-37548F8CAA66}"/>
                    </a:ext>
                  </a:extLst>
                </p14:cNvPr>
                <p14:cNvContentPartPr/>
                <p14:nvPr/>
              </p14:nvContentPartPr>
              <p14:xfrm>
                <a:off x="1746835" y="3293628"/>
                <a:ext cx="1114200" cy="2464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E785448-4F8E-F03E-F9E2-37548F8CAA6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40715" y="3287508"/>
                  <a:ext cx="1126440" cy="24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A96E2EB-CE7E-768D-4603-1A5E2C99060F}"/>
                    </a:ext>
                  </a:extLst>
                </p14:cNvPr>
                <p14:cNvContentPartPr/>
                <p14:nvPr/>
              </p14:nvContentPartPr>
              <p14:xfrm>
                <a:off x="4768675" y="3915708"/>
                <a:ext cx="442080" cy="1388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A96E2EB-CE7E-768D-4603-1A5E2C99060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762555" y="3909588"/>
                  <a:ext cx="454320" cy="14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FA71129-143A-4EAA-8BA7-830A98C040CC}"/>
                    </a:ext>
                  </a:extLst>
                </p14:cNvPr>
                <p14:cNvContentPartPr/>
                <p14:nvPr/>
              </p14:nvContentPartPr>
              <p14:xfrm>
                <a:off x="10217275" y="4285428"/>
                <a:ext cx="718560" cy="941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FA71129-143A-4EAA-8BA7-830A98C040C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211155" y="4279308"/>
                  <a:ext cx="730800" cy="9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1897B7E-7416-C189-64E5-885AB860AFAE}"/>
                    </a:ext>
                  </a:extLst>
                </p14:cNvPr>
                <p14:cNvContentPartPr/>
                <p14:nvPr/>
              </p14:nvContentPartPr>
              <p14:xfrm>
                <a:off x="10809475" y="4626708"/>
                <a:ext cx="833400" cy="837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1897B7E-7416-C189-64E5-885AB860AFA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803355" y="4620588"/>
                  <a:ext cx="845640" cy="84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9DE5D48-15EA-8DBB-E194-30612512C870}"/>
                    </a:ext>
                  </a:extLst>
                </p14:cNvPr>
                <p14:cNvContentPartPr/>
                <p14:nvPr/>
              </p14:nvContentPartPr>
              <p14:xfrm>
                <a:off x="11091715" y="5627508"/>
                <a:ext cx="10080" cy="39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9DE5D48-15EA-8DBB-E194-30612512C87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085595" y="5621388"/>
                  <a:ext cx="223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997F300-4448-1B61-BDA1-BA365F51CA7E}"/>
                    </a:ext>
                  </a:extLst>
                </p14:cNvPr>
                <p14:cNvContentPartPr/>
                <p14:nvPr/>
              </p14:nvContentPartPr>
              <p14:xfrm>
                <a:off x="8031355" y="4370028"/>
                <a:ext cx="1875240" cy="305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997F300-4448-1B61-BDA1-BA365F51CA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025235" y="4363908"/>
                  <a:ext cx="1887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64ACF2B-0707-A24C-3FED-C1875EAB6F53}"/>
                    </a:ext>
                  </a:extLst>
                </p14:cNvPr>
                <p14:cNvContentPartPr/>
                <p14:nvPr/>
              </p14:nvContentPartPr>
              <p14:xfrm>
                <a:off x="9327355" y="4331868"/>
                <a:ext cx="731160" cy="686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64ACF2B-0707-A24C-3FED-C1875EAB6F5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321235" y="4325748"/>
                  <a:ext cx="743400" cy="69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431853E-7671-0FA5-1E1D-B2B0CDE72E9A}"/>
                    </a:ext>
                  </a:extLst>
                </p14:cNvPr>
                <p14:cNvContentPartPr/>
                <p14:nvPr/>
              </p14:nvContentPartPr>
              <p14:xfrm>
                <a:off x="9357595" y="3899868"/>
                <a:ext cx="691200" cy="1915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431853E-7671-0FA5-1E1D-B2B0CDE72E9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351475" y="3893748"/>
                  <a:ext cx="7034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1AB35CF-D275-BA9D-640C-8D5865E8B042}"/>
                    </a:ext>
                  </a:extLst>
                </p14:cNvPr>
                <p14:cNvContentPartPr/>
                <p14:nvPr/>
              </p14:nvContentPartPr>
              <p14:xfrm>
                <a:off x="9030715" y="3973668"/>
                <a:ext cx="1470240" cy="358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1AB35CF-D275-BA9D-640C-8D5865E8B04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024595" y="3967548"/>
                  <a:ext cx="1482480" cy="370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812251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38CFBDF-C24F-B0B9-A585-A1DE3F34AB71}"/>
                  </a:ext>
                </a:extLst>
              </p14:cNvPr>
              <p14:cNvContentPartPr/>
              <p14:nvPr/>
            </p14:nvContentPartPr>
            <p14:xfrm>
              <a:off x="2026195" y="770748"/>
              <a:ext cx="256320" cy="7059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38CFBDF-C24F-B0B9-A585-A1DE3F34AB7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20075" y="764628"/>
                <a:ext cx="268560" cy="71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4373C59-D8BB-5B46-B31B-B4467887EF97}"/>
                  </a:ext>
                </a:extLst>
              </p14:cNvPr>
              <p14:cNvContentPartPr/>
              <p14:nvPr/>
            </p14:nvContentPartPr>
            <p14:xfrm>
              <a:off x="1982635" y="523068"/>
              <a:ext cx="681480" cy="11350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4373C59-D8BB-5B46-B31B-B4467887EF9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76515" y="516948"/>
                <a:ext cx="693720" cy="11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03BE83-B057-982B-83F6-741295E22439}"/>
                  </a:ext>
                </a:extLst>
              </p14:cNvPr>
              <p14:cNvContentPartPr/>
              <p14:nvPr/>
            </p14:nvContentPartPr>
            <p14:xfrm>
              <a:off x="2743675" y="671748"/>
              <a:ext cx="1255320" cy="785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03BE83-B057-982B-83F6-741295E2243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737555" y="665628"/>
                <a:ext cx="1267560" cy="79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CA093F7-DBC2-912F-BD35-BD8292BFDBA9}"/>
                  </a:ext>
                </a:extLst>
              </p14:cNvPr>
              <p14:cNvContentPartPr/>
              <p14:nvPr/>
            </p14:nvContentPartPr>
            <p14:xfrm>
              <a:off x="4280155" y="1311468"/>
              <a:ext cx="972360" cy="1022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CA093F7-DBC2-912F-BD35-BD8292BFDBA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274035" y="1305348"/>
                <a:ext cx="984600" cy="11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3F7F7F6-059B-BD36-2534-DE57DD93A2A6}"/>
                  </a:ext>
                </a:extLst>
              </p14:cNvPr>
              <p14:cNvContentPartPr/>
              <p14:nvPr/>
            </p14:nvContentPartPr>
            <p14:xfrm>
              <a:off x="5835355" y="847068"/>
              <a:ext cx="144000" cy="4939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3F7F7F6-059B-BD36-2534-DE57DD93A2A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829235" y="840948"/>
                <a:ext cx="156240" cy="50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69DBF58-5CF0-71BD-F519-928A68C141A9}"/>
                  </a:ext>
                </a:extLst>
              </p14:cNvPr>
              <p14:cNvContentPartPr/>
              <p14:nvPr/>
            </p14:nvContentPartPr>
            <p14:xfrm>
              <a:off x="6157195" y="751308"/>
              <a:ext cx="534600" cy="6861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69DBF58-5CF0-71BD-F519-928A68C141A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151075" y="745188"/>
                <a:ext cx="546840" cy="69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5EA9EE1-2A5B-A52E-6648-EEB460009F52}"/>
                  </a:ext>
                </a:extLst>
              </p14:cNvPr>
              <p14:cNvContentPartPr/>
              <p14:nvPr/>
            </p14:nvContentPartPr>
            <p14:xfrm>
              <a:off x="7199395" y="686508"/>
              <a:ext cx="99000" cy="2206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5EA9EE1-2A5B-A52E-6648-EEB460009F5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193275" y="680388"/>
                <a:ext cx="111240" cy="23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1D929D8-A0BA-2FA4-149E-E12106670AF2}"/>
                  </a:ext>
                </a:extLst>
              </p14:cNvPr>
              <p14:cNvContentPartPr/>
              <p14:nvPr/>
            </p14:nvContentPartPr>
            <p14:xfrm>
              <a:off x="7090675" y="706308"/>
              <a:ext cx="588960" cy="3398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1D929D8-A0BA-2FA4-149E-E12106670AF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084555" y="700188"/>
                <a:ext cx="601200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DD1C805-5046-7753-5603-CDA372F621F3}"/>
                  </a:ext>
                </a:extLst>
              </p14:cNvPr>
              <p14:cNvContentPartPr/>
              <p14:nvPr/>
            </p14:nvContentPartPr>
            <p14:xfrm>
              <a:off x="8667115" y="991428"/>
              <a:ext cx="238680" cy="5169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DD1C805-5046-7753-5603-CDA372F621F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660995" y="985308"/>
                <a:ext cx="250920" cy="52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6032429-9CAD-E2BA-2255-B4108A8129EC}"/>
                  </a:ext>
                </a:extLst>
              </p14:cNvPr>
              <p14:cNvContentPartPr/>
              <p14:nvPr/>
            </p14:nvContentPartPr>
            <p14:xfrm>
              <a:off x="8984995" y="700548"/>
              <a:ext cx="258480" cy="3726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6032429-9CAD-E2BA-2255-B4108A8129EC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978875" y="694428"/>
                <a:ext cx="270720" cy="38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EDEF2EE-92ED-63AE-4A08-DDC1EDF994DB}"/>
                  </a:ext>
                </a:extLst>
              </p14:cNvPr>
              <p14:cNvContentPartPr/>
              <p14:nvPr/>
            </p14:nvContentPartPr>
            <p14:xfrm>
              <a:off x="9382435" y="977028"/>
              <a:ext cx="970200" cy="3913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EDEF2EE-92ED-63AE-4A08-DDC1EDF994D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9376315" y="970908"/>
                <a:ext cx="982440" cy="40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F2F56E1-04CB-0D78-9242-A752EF41CAE8}"/>
                  </a:ext>
                </a:extLst>
              </p14:cNvPr>
              <p14:cNvContentPartPr/>
              <p14:nvPr/>
            </p14:nvContentPartPr>
            <p14:xfrm>
              <a:off x="10498435" y="1403628"/>
              <a:ext cx="78840" cy="482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F2F56E1-04CB-0D78-9242-A752EF41CAE8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492315" y="1397508"/>
                <a:ext cx="9108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D7ACF1C-DFC2-6629-CF99-613EED1854FB}"/>
                  </a:ext>
                </a:extLst>
              </p14:cNvPr>
              <p14:cNvContentPartPr/>
              <p14:nvPr/>
            </p14:nvContentPartPr>
            <p14:xfrm>
              <a:off x="5893315" y="1469508"/>
              <a:ext cx="4769640" cy="7682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D7ACF1C-DFC2-6629-CF99-613EED1854FB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887195" y="1463388"/>
                <a:ext cx="4781880" cy="78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4B9BD946-3D16-7E83-2DA9-E8B3BAECC794}"/>
              </a:ext>
            </a:extLst>
          </p:cNvPr>
          <p:cNvGrpSpPr/>
          <p:nvPr/>
        </p:nvGrpSpPr>
        <p:grpSpPr>
          <a:xfrm>
            <a:off x="580435" y="1788108"/>
            <a:ext cx="10789200" cy="4724280"/>
            <a:chOff x="580435" y="1788108"/>
            <a:chExt cx="10789200" cy="472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D05BB0A-E7FB-55F7-BFA9-33C9C9AD27A0}"/>
                    </a:ext>
                  </a:extLst>
                </p14:cNvPr>
                <p14:cNvContentPartPr/>
                <p14:nvPr/>
              </p14:nvContentPartPr>
              <p14:xfrm>
                <a:off x="2502475" y="1788108"/>
                <a:ext cx="480600" cy="1309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D05BB0A-E7FB-55F7-BFA9-33C9C9AD27A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496355" y="1781988"/>
                  <a:ext cx="492840" cy="13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0866B87-9A06-4471-C5A3-6EC312B2663D}"/>
                    </a:ext>
                  </a:extLst>
                </p14:cNvPr>
                <p14:cNvContentPartPr/>
                <p14:nvPr/>
              </p14:nvContentPartPr>
              <p14:xfrm>
                <a:off x="1689235" y="2707908"/>
                <a:ext cx="1739160" cy="8485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0866B87-9A06-4471-C5A3-6EC312B2663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683115" y="2701788"/>
                  <a:ext cx="1751400" cy="86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DD2257E-02CD-8149-2E73-8F171C043F27}"/>
                    </a:ext>
                  </a:extLst>
                </p14:cNvPr>
                <p14:cNvContentPartPr/>
                <p14:nvPr/>
              </p14:nvContentPartPr>
              <p14:xfrm>
                <a:off x="1647115" y="3706548"/>
                <a:ext cx="559800" cy="816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DD2257E-02CD-8149-2E73-8F171C043F2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640995" y="3700428"/>
                  <a:ext cx="572040" cy="82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5A97A17-62E1-D829-05D1-E90D3E6CCB5D}"/>
                    </a:ext>
                  </a:extLst>
                </p14:cNvPr>
                <p14:cNvContentPartPr/>
                <p14:nvPr/>
              </p14:nvContentPartPr>
              <p14:xfrm>
                <a:off x="1682755" y="3907068"/>
                <a:ext cx="1352160" cy="252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5A97A17-62E1-D829-05D1-E90D3E6CCB5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676635" y="3900948"/>
                  <a:ext cx="13644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4D1E338-3A93-3F95-61BF-3709C7BDF8B5}"/>
                    </a:ext>
                  </a:extLst>
                </p14:cNvPr>
                <p14:cNvContentPartPr/>
                <p14:nvPr/>
              </p14:nvContentPartPr>
              <p14:xfrm>
                <a:off x="4062715" y="4088508"/>
                <a:ext cx="1252080" cy="41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4D1E338-3A93-3F95-61BF-3709C7BDF8B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56595" y="4082388"/>
                  <a:ext cx="12643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981B899-A72D-7FC4-647C-2E14B398B70A}"/>
                    </a:ext>
                  </a:extLst>
                </p14:cNvPr>
                <p14:cNvContentPartPr/>
                <p14:nvPr/>
              </p14:nvContentPartPr>
              <p14:xfrm>
                <a:off x="6393715" y="3554628"/>
                <a:ext cx="158400" cy="532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981B899-A72D-7FC4-647C-2E14B398B70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87595" y="3548508"/>
                  <a:ext cx="17064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D41BCD7-6F91-CF56-AABF-B8C8032EF03E}"/>
                    </a:ext>
                  </a:extLst>
                </p14:cNvPr>
                <p14:cNvContentPartPr/>
                <p14:nvPr/>
              </p14:nvContentPartPr>
              <p14:xfrm>
                <a:off x="7138195" y="3439068"/>
                <a:ext cx="1013760" cy="495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D41BCD7-6F91-CF56-AABF-B8C8032EF03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132075" y="3432948"/>
                  <a:ext cx="1026000" cy="5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A7DFD5D-9048-4F15-AECE-C08A15106F17}"/>
                    </a:ext>
                  </a:extLst>
                </p14:cNvPr>
                <p14:cNvContentPartPr/>
                <p14:nvPr/>
              </p14:nvContentPartPr>
              <p14:xfrm>
                <a:off x="8098675" y="3564708"/>
                <a:ext cx="1990080" cy="199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A7DFD5D-9048-4F15-AECE-C08A15106F1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092555" y="3558588"/>
                  <a:ext cx="20023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8D6A9AB-BE63-7381-61CD-385BFB4D3ED5}"/>
                    </a:ext>
                  </a:extLst>
                </p14:cNvPr>
                <p14:cNvContentPartPr/>
                <p14:nvPr/>
              </p14:nvContentPartPr>
              <p14:xfrm>
                <a:off x="7503955" y="4091748"/>
                <a:ext cx="128520" cy="895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8D6A9AB-BE63-7381-61CD-385BFB4D3ED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497835" y="4085628"/>
                  <a:ext cx="140760" cy="90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B668C83-39F8-4428-60D3-08664B144426}"/>
                    </a:ext>
                  </a:extLst>
                </p14:cNvPr>
                <p14:cNvContentPartPr/>
                <p14:nvPr/>
              </p14:nvContentPartPr>
              <p14:xfrm>
                <a:off x="6944515" y="4952508"/>
                <a:ext cx="1065600" cy="237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B668C83-39F8-4428-60D3-08664B14442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938395" y="4946388"/>
                  <a:ext cx="10778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1AC3E5F-DFE8-B927-38C1-D4E5278BECFE}"/>
                    </a:ext>
                  </a:extLst>
                </p14:cNvPr>
                <p14:cNvContentPartPr/>
                <p14:nvPr/>
              </p14:nvContentPartPr>
              <p14:xfrm>
                <a:off x="8554075" y="4876548"/>
                <a:ext cx="511920" cy="610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1AC3E5F-DFE8-B927-38C1-D4E5278BECF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547955" y="4870428"/>
                  <a:ext cx="524160" cy="62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9AEA5AC-04A3-ED33-033F-A27CC332A0DC}"/>
                    </a:ext>
                  </a:extLst>
                </p14:cNvPr>
                <p14:cNvContentPartPr/>
                <p14:nvPr/>
              </p14:nvContentPartPr>
              <p14:xfrm>
                <a:off x="9591595" y="5135748"/>
                <a:ext cx="349920" cy="172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9AEA5AC-04A3-ED33-033F-A27CC332A0D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585475" y="5129628"/>
                  <a:ext cx="3621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3CF12BF-BECC-A490-4291-9A139011A9BE}"/>
                    </a:ext>
                  </a:extLst>
                </p14:cNvPr>
                <p14:cNvContentPartPr/>
                <p14:nvPr/>
              </p14:nvContentPartPr>
              <p14:xfrm>
                <a:off x="10142395" y="4970868"/>
                <a:ext cx="496440" cy="3124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3CF12BF-BECC-A490-4291-9A139011A9B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36275" y="4964748"/>
                  <a:ext cx="50868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99D14C6-E4E7-67A9-D3C6-4BFD4A1286AC}"/>
                    </a:ext>
                  </a:extLst>
                </p14:cNvPr>
                <p14:cNvContentPartPr/>
                <p14:nvPr/>
              </p14:nvContentPartPr>
              <p14:xfrm>
                <a:off x="8901115" y="5658468"/>
                <a:ext cx="2045880" cy="2772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99D14C6-E4E7-67A9-D3C6-4BFD4A1286A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94995" y="5652348"/>
                  <a:ext cx="20581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85C497B-9110-0DE1-60B1-7676CC4DD775}"/>
                    </a:ext>
                  </a:extLst>
                </p14:cNvPr>
                <p14:cNvContentPartPr/>
                <p14:nvPr/>
              </p14:nvContentPartPr>
              <p14:xfrm>
                <a:off x="10661155" y="4696188"/>
                <a:ext cx="708480" cy="1128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85C497B-9110-0DE1-60B1-7676CC4DD77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655035" y="4690068"/>
                  <a:ext cx="720720" cy="11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BB86CA6-A113-DC2A-672D-76CC0094578A}"/>
                    </a:ext>
                  </a:extLst>
                </p14:cNvPr>
                <p14:cNvContentPartPr/>
                <p14:nvPr/>
              </p14:nvContentPartPr>
              <p14:xfrm>
                <a:off x="4054075" y="4817868"/>
                <a:ext cx="56520" cy="549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BB86CA6-A113-DC2A-672D-76CC0094578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47955" y="4811748"/>
                  <a:ext cx="68760" cy="56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E7A02A5-27ED-C129-BBA5-EA96B817A0DF}"/>
                    </a:ext>
                  </a:extLst>
                </p14:cNvPr>
                <p14:cNvContentPartPr/>
                <p14:nvPr/>
              </p14:nvContentPartPr>
              <p14:xfrm>
                <a:off x="4122115" y="4476948"/>
                <a:ext cx="241560" cy="540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E7A02A5-27ED-C129-BBA5-EA96B817A0D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115995" y="4470828"/>
                  <a:ext cx="253800" cy="55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F1673CD-A30E-3F26-971F-1F09DB4319B0}"/>
                    </a:ext>
                  </a:extLst>
                </p14:cNvPr>
                <p14:cNvContentPartPr/>
                <p14:nvPr/>
              </p14:nvContentPartPr>
              <p14:xfrm>
                <a:off x="4757155" y="4771068"/>
                <a:ext cx="341640" cy="548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F1673CD-A30E-3F26-971F-1F09DB4319B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51035" y="4764948"/>
                  <a:ext cx="353880" cy="56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3F140C0-E361-95A9-2A1B-E6B3BDC98689}"/>
                    </a:ext>
                  </a:extLst>
                </p14:cNvPr>
                <p14:cNvContentPartPr/>
                <p14:nvPr/>
              </p14:nvContentPartPr>
              <p14:xfrm>
                <a:off x="3096115" y="3887268"/>
                <a:ext cx="2720520" cy="16164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3F140C0-E361-95A9-2A1B-E6B3BDC9868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89995" y="3881148"/>
                  <a:ext cx="2732760" cy="162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C9688E3-C190-923B-70B8-7D58E418CF32}"/>
                    </a:ext>
                  </a:extLst>
                </p14:cNvPr>
                <p14:cNvContentPartPr/>
                <p14:nvPr/>
              </p14:nvContentPartPr>
              <p14:xfrm>
                <a:off x="5500195" y="5381268"/>
                <a:ext cx="608040" cy="2131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C9688E3-C190-923B-70B8-7D58E418CF3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494075" y="5375148"/>
                  <a:ext cx="6202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0C47405-5842-5FEC-68B0-0F5EF8FEBDF9}"/>
                    </a:ext>
                  </a:extLst>
                </p14:cNvPr>
                <p14:cNvContentPartPr/>
                <p14:nvPr/>
              </p14:nvContentPartPr>
              <p14:xfrm>
                <a:off x="6175555" y="5377668"/>
                <a:ext cx="311400" cy="576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0C47405-5842-5FEC-68B0-0F5EF8FEBDF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169435" y="5371548"/>
                  <a:ext cx="323640" cy="58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F3BD8FA-E243-6B90-1DA6-5D631C4B4ECB}"/>
                    </a:ext>
                  </a:extLst>
                </p14:cNvPr>
                <p14:cNvContentPartPr/>
                <p14:nvPr/>
              </p14:nvContentPartPr>
              <p14:xfrm>
                <a:off x="6726715" y="5574228"/>
                <a:ext cx="650520" cy="4096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F3BD8FA-E243-6B90-1DA6-5D631C4B4EC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20595" y="5568108"/>
                  <a:ext cx="66276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969A618-9BC3-B9F6-799B-65DFB81079FF}"/>
                    </a:ext>
                  </a:extLst>
                </p14:cNvPr>
                <p14:cNvContentPartPr/>
                <p14:nvPr/>
              </p14:nvContentPartPr>
              <p14:xfrm>
                <a:off x="7442755" y="5742348"/>
                <a:ext cx="219960" cy="162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969A618-9BC3-B9F6-799B-65DFB81079F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436635" y="5736228"/>
                  <a:ext cx="2322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6AD1DC6-8B8D-A03B-440A-ECBF44C8924E}"/>
                    </a:ext>
                  </a:extLst>
                </p14:cNvPr>
                <p14:cNvContentPartPr/>
                <p14:nvPr/>
              </p14:nvContentPartPr>
              <p14:xfrm>
                <a:off x="6296515" y="5356788"/>
                <a:ext cx="2090880" cy="1155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6AD1DC6-8B8D-A03B-440A-ECBF44C8924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290395" y="5350668"/>
                  <a:ext cx="2103120" cy="11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CA7EF0A-E656-399F-0EE8-6A1CEF79028E}"/>
                    </a:ext>
                  </a:extLst>
                </p14:cNvPr>
                <p14:cNvContentPartPr/>
                <p14:nvPr/>
              </p14:nvContentPartPr>
              <p14:xfrm>
                <a:off x="7547155" y="5814708"/>
                <a:ext cx="448920" cy="515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CA7EF0A-E656-399F-0EE8-6A1CEF79028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541035" y="5808588"/>
                  <a:ext cx="461160" cy="52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C7D3CC4-8D71-875F-B9B8-3E2702426794}"/>
                    </a:ext>
                  </a:extLst>
                </p14:cNvPr>
                <p14:cNvContentPartPr/>
                <p14:nvPr/>
              </p14:nvContentPartPr>
              <p14:xfrm>
                <a:off x="7789075" y="6019188"/>
                <a:ext cx="411480" cy="1108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C7D3CC4-8D71-875F-B9B8-3E270242679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782955" y="6013068"/>
                  <a:ext cx="423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F8B5BB8-75ED-A487-3C2D-FE8BCE748749}"/>
                    </a:ext>
                  </a:extLst>
                </p14:cNvPr>
                <p14:cNvContentPartPr/>
                <p14:nvPr/>
              </p14:nvContentPartPr>
              <p14:xfrm>
                <a:off x="7245115" y="5676468"/>
                <a:ext cx="402120" cy="380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F8B5BB8-75ED-A487-3C2D-FE8BCE74874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238995" y="5670348"/>
                  <a:ext cx="41436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4C9B45D-2DDD-6F31-03C4-BF75DA3A05AE}"/>
                    </a:ext>
                  </a:extLst>
                </p14:cNvPr>
                <p14:cNvContentPartPr/>
                <p14:nvPr/>
              </p14:nvContentPartPr>
              <p14:xfrm>
                <a:off x="679435" y="5044668"/>
                <a:ext cx="203040" cy="6980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4C9B45D-2DDD-6F31-03C4-BF75DA3A05A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73315" y="5038548"/>
                  <a:ext cx="215280" cy="71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DC8AA0A-F4C5-84F1-D5E0-FC21271BBD53}"/>
                    </a:ext>
                  </a:extLst>
                </p14:cNvPr>
                <p14:cNvContentPartPr/>
                <p14:nvPr/>
              </p14:nvContentPartPr>
              <p14:xfrm>
                <a:off x="809755" y="4871148"/>
                <a:ext cx="1029960" cy="4485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DC8AA0A-F4C5-84F1-D5E0-FC21271BBD5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3635" y="4865028"/>
                  <a:ext cx="104220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8DA20EF-86D0-E412-4FD0-CC0D736B4FCB}"/>
                    </a:ext>
                  </a:extLst>
                </p14:cNvPr>
                <p14:cNvContentPartPr/>
                <p14:nvPr/>
              </p14:nvContentPartPr>
              <p14:xfrm>
                <a:off x="580435" y="4463988"/>
                <a:ext cx="2179800" cy="16099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8DA20EF-86D0-E412-4FD0-CC0D736B4FC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74315" y="4457868"/>
                  <a:ext cx="2192040" cy="162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4CD5B8B-E7A5-C558-D49A-755FE616081A}"/>
                    </a:ext>
                  </a:extLst>
                </p14:cNvPr>
                <p14:cNvContentPartPr/>
                <p14:nvPr/>
              </p14:nvContentPartPr>
              <p14:xfrm>
                <a:off x="2408515" y="5207388"/>
                <a:ext cx="12240" cy="198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4CD5B8B-E7A5-C558-D49A-755FE616081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402395" y="5201268"/>
                  <a:ext cx="244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84A3EF7-DE59-C3D1-FFD2-CBC848C14A76}"/>
                    </a:ext>
                  </a:extLst>
                </p14:cNvPr>
                <p14:cNvContentPartPr/>
                <p14:nvPr/>
              </p14:nvContentPartPr>
              <p14:xfrm>
                <a:off x="5936875" y="4647588"/>
                <a:ext cx="106560" cy="349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84A3EF7-DE59-C3D1-FFD2-CBC848C14A7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930755" y="4641468"/>
                  <a:ext cx="1188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13FD7D5-C285-09E0-0EA0-38F65D347BEA}"/>
                    </a:ext>
                  </a:extLst>
                </p14:cNvPr>
                <p14:cNvContentPartPr/>
                <p14:nvPr/>
              </p14:nvContentPartPr>
              <p14:xfrm>
                <a:off x="6185275" y="4616988"/>
                <a:ext cx="89640" cy="2988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13FD7D5-C285-09E0-0EA0-38F65D347BE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179155" y="4610868"/>
                  <a:ext cx="10188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46C144C-B355-17CE-DC82-53A55AB0061A}"/>
                    </a:ext>
                  </a:extLst>
                </p14:cNvPr>
                <p14:cNvContentPartPr/>
                <p14:nvPr/>
              </p14:nvContentPartPr>
              <p14:xfrm>
                <a:off x="6381835" y="4904628"/>
                <a:ext cx="207720" cy="514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46C144C-B355-17CE-DC82-53A55AB0061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375715" y="4898508"/>
                  <a:ext cx="2199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E2B9634-5E5B-5D3A-14D6-8BC02A6EF54F}"/>
                    </a:ext>
                  </a:extLst>
                </p14:cNvPr>
                <p14:cNvContentPartPr/>
                <p14:nvPr/>
              </p14:nvContentPartPr>
              <p14:xfrm>
                <a:off x="6500995" y="4648668"/>
                <a:ext cx="38880" cy="128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E2B9634-5E5B-5D3A-14D6-8BC02A6EF54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494875" y="4642548"/>
                  <a:ext cx="511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9A5C4A8-DC5C-84BF-7D41-52314175B23F}"/>
                    </a:ext>
                  </a:extLst>
                </p14:cNvPr>
                <p14:cNvContentPartPr/>
                <p14:nvPr/>
              </p14:nvContentPartPr>
              <p14:xfrm>
                <a:off x="6517915" y="4840548"/>
                <a:ext cx="28080" cy="176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9A5C4A8-DC5C-84BF-7D41-52314175B23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511795" y="4834428"/>
                  <a:ext cx="403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EA009A0-00F4-AAF1-AE34-30154D6BAE42}"/>
                    </a:ext>
                  </a:extLst>
                </p14:cNvPr>
                <p14:cNvContentPartPr/>
                <p14:nvPr/>
              </p14:nvContentPartPr>
              <p14:xfrm>
                <a:off x="5238115" y="4394508"/>
                <a:ext cx="2057040" cy="8751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EA009A0-00F4-AAF1-AE34-30154D6BAE4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231995" y="4388388"/>
                  <a:ext cx="2069280" cy="88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F0A8A5C-C920-BA82-DC38-A28AED2C7BF3}"/>
                    </a:ext>
                  </a:extLst>
                </p14:cNvPr>
                <p14:cNvContentPartPr/>
                <p14:nvPr/>
              </p14:nvContentPartPr>
              <p14:xfrm>
                <a:off x="5960995" y="4894908"/>
                <a:ext cx="5040" cy="122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F0A8A5C-C920-BA82-DC38-A28AED2C7BF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954875" y="4888788"/>
                  <a:ext cx="172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5DD869C-D52F-1DCA-668D-37AD89D53154}"/>
                    </a:ext>
                  </a:extLst>
                </p14:cNvPr>
                <p14:cNvContentPartPr/>
                <p14:nvPr/>
              </p14:nvContentPartPr>
              <p14:xfrm>
                <a:off x="5694595" y="4717068"/>
                <a:ext cx="295920" cy="5202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5DD869C-D52F-1DCA-668D-37AD89D5315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688475" y="4710948"/>
                  <a:ext cx="30816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96BD652-027F-6AAD-688B-E9A0C2C4ABE1}"/>
                    </a:ext>
                  </a:extLst>
                </p14:cNvPr>
                <p14:cNvContentPartPr/>
                <p14:nvPr/>
              </p14:nvContentPartPr>
              <p14:xfrm>
                <a:off x="5473915" y="4587828"/>
                <a:ext cx="948600" cy="6375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96BD652-027F-6AAD-688B-E9A0C2C4ABE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467795" y="4581708"/>
                  <a:ext cx="960840" cy="649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107327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Group 138">
            <a:extLst>
              <a:ext uri="{FF2B5EF4-FFF2-40B4-BE49-F238E27FC236}">
                <a16:creationId xmlns:a16="http://schemas.microsoft.com/office/drawing/2014/main" id="{8ECD9656-DF64-64BF-79F3-B6F9E10DBC66}"/>
              </a:ext>
            </a:extLst>
          </p:cNvPr>
          <p:cNvGrpSpPr/>
          <p:nvPr/>
        </p:nvGrpSpPr>
        <p:grpSpPr>
          <a:xfrm>
            <a:off x="198475" y="30948"/>
            <a:ext cx="11676240" cy="6388920"/>
            <a:chOff x="198475" y="30948"/>
            <a:chExt cx="11676240" cy="638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CC0535B-F81D-1713-C3AE-D1AF3545392E}"/>
                    </a:ext>
                  </a:extLst>
                </p14:cNvPr>
                <p14:cNvContentPartPr/>
                <p14:nvPr/>
              </p14:nvContentPartPr>
              <p14:xfrm>
                <a:off x="7159075" y="2317668"/>
                <a:ext cx="397440" cy="3934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CC0535B-F81D-1713-C3AE-D1AF3545392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152955" y="2311548"/>
                  <a:ext cx="40968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B9CEF5B-6ECE-9CBC-5F4C-15F0645582C8}"/>
                    </a:ext>
                  </a:extLst>
                </p14:cNvPr>
                <p14:cNvContentPartPr/>
                <p14:nvPr/>
              </p14:nvContentPartPr>
              <p14:xfrm>
                <a:off x="1478275" y="638628"/>
                <a:ext cx="220680" cy="8283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B9CEF5B-6ECE-9CBC-5F4C-15F0645582C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72155" y="632508"/>
                  <a:ext cx="232920" cy="84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8EDB4E4-1C3D-7940-E997-3703D5998DAA}"/>
                    </a:ext>
                  </a:extLst>
                </p14:cNvPr>
                <p14:cNvContentPartPr/>
                <p14:nvPr/>
              </p14:nvContentPartPr>
              <p14:xfrm>
                <a:off x="1529755" y="502908"/>
                <a:ext cx="559080" cy="11433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8EDB4E4-1C3D-7940-E997-3703D5998DA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23635" y="496788"/>
                  <a:ext cx="571320" cy="11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A86201E-3979-7FFD-ED90-E2EC38E6BA78}"/>
                    </a:ext>
                  </a:extLst>
                </p14:cNvPr>
                <p14:cNvContentPartPr/>
                <p14:nvPr/>
              </p14:nvContentPartPr>
              <p14:xfrm>
                <a:off x="2712355" y="1141908"/>
                <a:ext cx="388080" cy="961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A86201E-3979-7FFD-ED90-E2EC38E6BA7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06235" y="1135788"/>
                  <a:ext cx="4003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944071A-5E2C-D47B-93D7-EE870DEFD325}"/>
                    </a:ext>
                  </a:extLst>
                </p14:cNvPr>
                <p14:cNvContentPartPr/>
                <p14:nvPr/>
              </p14:nvContentPartPr>
              <p14:xfrm>
                <a:off x="4148755" y="990348"/>
                <a:ext cx="162720" cy="463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944071A-5E2C-D47B-93D7-EE870DEFD32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42635" y="984228"/>
                  <a:ext cx="17496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C74FB26-6891-A256-ED25-603DE030EA42}"/>
                    </a:ext>
                  </a:extLst>
                </p14:cNvPr>
                <p14:cNvContentPartPr/>
                <p14:nvPr/>
              </p14:nvContentPartPr>
              <p14:xfrm>
                <a:off x="4661035" y="827268"/>
                <a:ext cx="308880" cy="603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C74FB26-6891-A256-ED25-603DE030EA4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54915" y="821148"/>
                  <a:ext cx="321120" cy="61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6278DD3-7243-22FA-C8F9-BB2341BDB2A7}"/>
                    </a:ext>
                  </a:extLst>
                </p14:cNvPr>
                <p14:cNvContentPartPr/>
                <p14:nvPr/>
              </p14:nvContentPartPr>
              <p14:xfrm>
                <a:off x="5355475" y="1119588"/>
                <a:ext cx="108720" cy="130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6278DD3-7243-22FA-C8F9-BB2341BDB2A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349355" y="1113468"/>
                  <a:ext cx="1209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2068145-2DCF-280D-D62D-4FD41546B389}"/>
                    </a:ext>
                  </a:extLst>
                </p14:cNvPr>
                <p14:cNvContentPartPr/>
                <p14:nvPr/>
              </p14:nvContentPartPr>
              <p14:xfrm>
                <a:off x="5450875" y="900348"/>
                <a:ext cx="503280" cy="1724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2068145-2DCF-280D-D62D-4FD41546B38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44755" y="894228"/>
                  <a:ext cx="5155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0C7640F-57AC-7532-30B3-2ACF3E8B3C50}"/>
                    </a:ext>
                  </a:extLst>
                </p14:cNvPr>
                <p14:cNvContentPartPr/>
                <p14:nvPr/>
              </p14:nvContentPartPr>
              <p14:xfrm>
                <a:off x="1333915" y="2308668"/>
                <a:ext cx="258840" cy="6386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0C7640F-57AC-7532-30B3-2ACF3E8B3C5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327795" y="2302548"/>
                  <a:ext cx="271080" cy="65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8187383-A039-952F-B03D-B57DA29636B4}"/>
                    </a:ext>
                  </a:extLst>
                </p14:cNvPr>
                <p14:cNvContentPartPr/>
                <p14:nvPr/>
              </p14:nvContentPartPr>
              <p14:xfrm>
                <a:off x="1718755" y="2115708"/>
                <a:ext cx="833400" cy="6472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8187383-A039-952F-B03D-B57DA29636B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712635" y="2109588"/>
                  <a:ext cx="845640" cy="65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526FDD5-5020-3F2F-7D25-5155CFE8AC18}"/>
                    </a:ext>
                  </a:extLst>
                </p14:cNvPr>
                <p14:cNvContentPartPr/>
                <p14:nvPr/>
              </p14:nvContentPartPr>
              <p14:xfrm>
                <a:off x="3293035" y="2570388"/>
                <a:ext cx="621000" cy="1598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526FDD5-5020-3F2F-7D25-5155CFE8AC1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86915" y="2564268"/>
                  <a:ext cx="6332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893A6D3-FEFA-0822-8276-DFAB7704DFD9}"/>
                    </a:ext>
                  </a:extLst>
                </p14:cNvPr>
                <p14:cNvContentPartPr/>
                <p14:nvPr/>
              </p14:nvContentPartPr>
              <p14:xfrm>
                <a:off x="5812675" y="2539068"/>
                <a:ext cx="236520" cy="189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893A6D3-FEFA-0822-8276-DFAB7704DFD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06555" y="2532948"/>
                  <a:ext cx="2487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1206A84-DABB-208C-0284-EA09DB03F666}"/>
                    </a:ext>
                  </a:extLst>
                </p14:cNvPr>
                <p14:cNvContentPartPr/>
                <p14:nvPr/>
              </p14:nvContentPartPr>
              <p14:xfrm>
                <a:off x="5869915" y="1702068"/>
                <a:ext cx="764280" cy="1121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1206A84-DABB-208C-0284-EA09DB03F66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863795" y="1695948"/>
                  <a:ext cx="776520" cy="11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C3BDFC5-1CCE-C917-9576-E7B74BC9A435}"/>
                    </a:ext>
                  </a:extLst>
                </p14:cNvPr>
                <p14:cNvContentPartPr/>
                <p14:nvPr/>
              </p14:nvContentPartPr>
              <p14:xfrm>
                <a:off x="3980995" y="1531068"/>
                <a:ext cx="320040" cy="7844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C3BDFC5-1CCE-C917-9576-E7B74BC9A43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74875" y="1524948"/>
                  <a:ext cx="332280" cy="79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8077FF8-4491-C3C4-CFA3-3EC1C4A6C881}"/>
                    </a:ext>
                  </a:extLst>
                </p14:cNvPr>
                <p14:cNvContentPartPr/>
                <p14:nvPr/>
              </p14:nvContentPartPr>
              <p14:xfrm>
                <a:off x="3651595" y="1990788"/>
                <a:ext cx="637920" cy="672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8077FF8-4491-C3C4-CFA3-3EC1C4A6C88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645475" y="1984668"/>
                  <a:ext cx="650160" cy="68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7F12B52-E6D4-14D7-CACD-875C36F6EE66}"/>
                    </a:ext>
                  </a:extLst>
                </p14:cNvPr>
                <p14:cNvContentPartPr/>
                <p14:nvPr/>
              </p14:nvContentPartPr>
              <p14:xfrm>
                <a:off x="4295635" y="2238468"/>
                <a:ext cx="2880" cy="11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7F12B52-E6D4-14D7-CACD-875C36F6EE6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289515" y="2232348"/>
                  <a:ext cx="151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D07EA3A-14B1-7847-B017-A1C3BE60499D}"/>
                    </a:ext>
                  </a:extLst>
                </p14:cNvPr>
                <p14:cNvContentPartPr/>
                <p14:nvPr/>
              </p14:nvContentPartPr>
              <p14:xfrm>
                <a:off x="7973395" y="4687548"/>
                <a:ext cx="396000" cy="693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D07EA3A-14B1-7847-B017-A1C3BE60499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967275" y="4681428"/>
                  <a:ext cx="408240" cy="70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56A288A-6797-ECA9-7086-897B88713E5F}"/>
                    </a:ext>
                  </a:extLst>
                </p14:cNvPr>
                <p14:cNvContentPartPr/>
                <p14:nvPr/>
              </p14:nvContentPartPr>
              <p14:xfrm>
                <a:off x="10207915" y="2124348"/>
                <a:ext cx="239400" cy="788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56A288A-6797-ECA9-7086-897B88713E5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201795" y="2118228"/>
                  <a:ext cx="251640" cy="80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E8D5763-3106-592F-35E9-0C91F7B7F546}"/>
                    </a:ext>
                  </a:extLst>
                </p14:cNvPr>
                <p14:cNvContentPartPr/>
                <p14:nvPr/>
              </p14:nvContentPartPr>
              <p14:xfrm>
                <a:off x="9810835" y="3083748"/>
                <a:ext cx="895320" cy="2131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E8D5763-3106-592F-35E9-0C91F7B7F54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804715" y="3077628"/>
                  <a:ext cx="9075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3F11CC4-5BC4-A8E7-F588-0F9C300D5EF5}"/>
                    </a:ext>
                  </a:extLst>
                </p14:cNvPr>
                <p14:cNvContentPartPr/>
                <p14:nvPr/>
              </p14:nvContentPartPr>
              <p14:xfrm>
                <a:off x="9009115" y="3222708"/>
                <a:ext cx="930240" cy="1029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3F11CC4-5BC4-A8E7-F588-0F9C300D5EF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002995" y="3216588"/>
                  <a:ext cx="942480" cy="10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2D15B0F-AC7B-F3FB-4CF3-C6EEC2D1F45B}"/>
                    </a:ext>
                  </a:extLst>
                </p14:cNvPr>
                <p14:cNvContentPartPr/>
                <p14:nvPr/>
              </p14:nvContentPartPr>
              <p14:xfrm>
                <a:off x="10409155" y="3894468"/>
                <a:ext cx="294480" cy="51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2D15B0F-AC7B-F3FB-4CF3-C6EEC2D1F45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403035" y="3888348"/>
                  <a:ext cx="3067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230ADCB-DC2C-8643-A64E-884E9A1B96AE}"/>
                    </a:ext>
                  </a:extLst>
                </p14:cNvPr>
                <p14:cNvContentPartPr/>
                <p14:nvPr/>
              </p14:nvContentPartPr>
              <p14:xfrm>
                <a:off x="10561795" y="3761988"/>
                <a:ext cx="169920" cy="306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230ADCB-DC2C-8643-A64E-884E9A1B96A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555675" y="3755868"/>
                  <a:ext cx="18216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40C78BA-48BD-5843-16D8-6A8908E0B662}"/>
                    </a:ext>
                  </a:extLst>
                </p14:cNvPr>
                <p14:cNvContentPartPr/>
                <p14:nvPr/>
              </p14:nvContentPartPr>
              <p14:xfrm>
                <a:off x="11125195" y="3753348"/>
                <a:ext cx="10080" cy="5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40C78BA-48BD-5843-16D8-6A8908E0B66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119075" y="3747228"/>
                  <a:ext cx="223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2F1A8B4-87A5-B88E-D3F5-BD3957FDC417}"/>
                    </a:ext>
                  </a:extLst>
                </p14:cNvPr>
                <p14:cNvContentPartPr/>
                <p14:nvPr/>
              </p14:nvContentPartPr>
              <p14:xfrm>
                <a:off x="11032315" y="3582708"/>
                <a:ext cx="404640" cy="4896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2F1A8B4-87A5-B88E-D3F5-BD3957FDC41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026195" y="3576588"/>
                  <a:ext cx="416880" cy="5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A6F3491-0C9B-F322-B5ED-AA5DD7741D41}"/>
                    </a:ext>
                  </a:extLst>
                </p14:cNvPr>
                <p14:cNvContentPartPr/>
                <p14:nvPr/>
              </p14:nvContentPartPr>
              <p14:xfrm>
                <a:off x="10650715" y="3262308"/>
                <a:ext cx="1224000" cy="1083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A6F3491-0C9B-F322-B5ED-AA5DD7741D4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644595" y="3256188"/>
                  <a:ext cx="1236240" cy="10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E860330-34E9-6C66-EA41-C12A73E0D51E}"/>
                    </a:ext>
                  </a:extLst>
                </p14:cNvPr>
                <p14:cNvContentPartPr/>
                <p14:nvPr/>
              </p14:nvContentPartPr>
              <p14:xfrm>
                <a:off x="8845315" y="4542108"/>
                <a:ext cx="61920" cy="94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E860330-34E9-6C66-EA41-C12A73E0D51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839195" y="4535988"/>
                  <a:ext cx="741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A8B99EC-7E10-174C-856E-694FE27F7167}"/>
                    </a:ext>
                  </a:extLst>
                </p14:cNvPr>
                <p14:cNvContentPartPr/>
                <p14:nvPr/>
              </p14:nvContentPartPr>
              <p14:xfrm>
                <a:off x="8960875" y="5057628"/>
                <a:ext cx="71640" cy="406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A8B99EC-7E10-174C-856E-694FE27F71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954755" y="5051508"/>
                  <a:ext cx="838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EF53E16-6345-D650-E01E-6052E69F2760}"/>
                    </a:ext>
                  </a:extLst>
                </p14:cNvPr>
                <p14:cNvContentPartPr/>
                <p14:nvPr/>
              </p14:nvContentPartPr>
              <p14:xfrm>
                <a:off x="9351115" y="4867908"/>
                <a:ext cx="368640" cy="338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EF53E16-6345-D650-E01E-6052E69F276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344995" y="4861788"/>
                  <a:ext cx="38088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BDCD0FA-F574-3E4A-0A16-85241FB50194}"/>
                    </a:ext>
                  </a:extLst>
                </p14:cNvPr>
                <p14:cNvContentPartPr/>
                <p14:nvPr/>
              </p14:nvContentPartPr>
              <p14:xfrm>
                <a:off x="10160755" y="4729308"/>
                <a:ext cx="456120" cy="673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BDCD0FA-F574-3E4A-0A16-85241FB5019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154635" y="4723188"/>
                  <a:ext cx="468360" cy="68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7CFD257-A955-BF59-943A-A2F26F2C8542}"/>
                    </a:ext>
                  </a:extLst>
                </p14:cNvPr>
                <p14:cNvContentPartPr/>
                <p14:nvPr/>
              </p14:nvContentPartPr>
              <p14:xfrm>
                <a:off x="9437875" y="4379748"/>
                <a:ext cx="1406880" cy="1251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7CFD257-A955-BF59-943A-A2F26F2C854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431755" y="4373628"/>
                  <a:ext cx="1419120" cy="12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E5EE98D-A506-1B4D-FF56-729B17AA2C07}"/>
                    </a:ext>
                  </a:extLst>
                </p14:cNvPr>
                <p14:cNvContentPartPr/>
                <p14:nvPr/>
              </p14:nvContentPartPr>
              <p14:xfrm>
                <a:off x="10795075" y="5137908"/>
                <a:ext cx="7560" cy="90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E5EE98D-A506-1B4D-FF56-729B17AA2C0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788955" y="5131788"/>
                  <a:ext cx="198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7D29AF9-E8F3-3160-6C58-B95C3EC29D88}"/>
                    </a:ext>
                  </a:extLst>
                </p14:cNvPr>
                <p14:cNvContentPartPr/>
                <p14:nvPr/>
              </p14:nvContentPartPr>
              <p14:xfrm>
                <a:off x="11373595" y="5091468"/>
                <a:ext cx="35280" cy="32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7D29AF9-E8F3-3160-6C58-B95C3EC29D8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367475" y="5085348"/>
                  <a:ext cx="475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41826BA-E760-4F3A-5729-607B98BC4D6C}"/>
                    </a:ext>
                  </a:extLst>
                </p14:cNvPr>
                <p14:cNvContentPartPr/>
                <p14:nvPr/>
              </p14:nvContentPartPr>
              <p14:xfrm>
                <a:off x="11450995" y="4844148"/>
                <a:ext cx="122040" cy="3765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41826BA-E760-4F3A-5729-607B98BC4D6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444875" y="4838028"/>
                  <a:ext cx="13428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285C3A8-BA6C-56B5-544F-D2C40D5DBC74}"/>
                    </a:ext>
                  </a:extLst>
                </p14:cNvPr>
                <p14:cNvContentPartPr/>
                <p14:nvPr/>
              </p14:nvContentPartPr>
              <p14:xfrm>
                <a:off x="11347315" y="5205228"/>
                <a:ext cx="232920" cy="19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285C3A8-BA6C-56B5-544F-D2C40D5DBC7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341195" y="5199108"/>
                  <a:ext cx="245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8F6844D-4B09-7949-18FF-C473AA460D42}"/>
                    </a:ext>
                  </a:extLst>
                </p14:cNvPr>
                <p14:cNvContentPartPr/>
                <p14:nvPr/>
              </p14:nvContentPartPr>
              <p14:xfrm>
                <a:off x="11002795" y="4535988"/>
                <a:ext cx="854280" cy="1011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8F6844D-4B09-7949-18FF-C473AA460D4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996675" y="4529868"/>
                  <a:ext cx="866520" cy="10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9D0E31B-9A1E-4782-CA84-9F0704AD2E1B}"/>
                    </a:ext>
                  </a:extLst>
                </p14:cNvPr>
                <p14:cNvContentPartPr/>
                <p14:nvPr/>
              </p14:nvContentPartPr>
              <p14:xfrm>
                <a:off x="11245795" y="5005788"/>
                <a:ext cx="384120" cy="6080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9D0E31B-9A1E-4782-CA84-9F0704AD2E1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239675" y="4999668"/>
                  <a:ext cx="396360" cy="62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C6F69E1-5660-6C35-1296-A322CC6C3E5F}"/>
                    </a:ext>
                  </a:extLst>
                </p14:cNvPr>
                <p14:cNvContentPartPr/>
                <p14:nvPr/>
              </p14:nvContentPartPr>
              <p14:xfrm>
                <a:off x="10865275" y="4791228"/>
                <a:ext cx="848160" cy="8974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C6F69E1-5660-6C35-1296-A322CC6C3E5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59155" y="4785108"/>
                  <a:ext cx="86040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434CEB6-6179-0317-7BED-6692F9A35824}"/>
                    </a:ext>
                  </a:extLst>
                </p14:cNvPr>
                <p14:cNvContentPartPr/>
                <p14:nvPr/>
              </p14:nvContentPartPr>
              <p14:xfrm>
                <a:off x="11264155" y="5513388"/>
                <a:ext cx="58320" cy="68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434CEB6-6179-0317-7BED-6692F9A3582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258035" y="5507268"/>
                  <a:ext cx="705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6E2CA9C-E362-0370-F873-46C3621D806E}"/>
                    </a:ext>
                  </a:extLst>
                </p14:cNvPr>
                <p14:cNvContentPartPr/>
                <p14:nvPr/>
              </p14:nvContentPartPr>
              <p14:xfrm>
                <a:off x="7802035" y="5581788"/>
                <a:ext cx="2873880" cy="4194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6E2CA9C-E362-0370-F873-46C3621D806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795915" y="5575668"/>
                  <a:ext cx="288612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F5F866B-97D1-7899-4D37-A8FFE36947A9}"/>
                    </a:ext>
                  </a:extLst>
                </p14:cNvPr>
                <p14:cNvContentPartPr/>
                <p14:nvPr/>
              </p14:nvContentPartPr>
              <p14:xfrm>
                <a:off x="10635955" y="5795628"/>
                <a:ext cx="378720" cy="4093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F5F866B-97D1-7899-4D37-A8FFE36947A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629835" y="5789508"/>
                  <a:ext cx="39096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0B2C4CC-73C9-428A-D04F-497AB3587F1E}"/>
                    </a:ext>
                  </a:extLst>
                </p14:cNvPr>
                <p14:cNvContentPartPr/>
                <p14:nvPr/>
              </p14:nvContentPartPr>
              <p14:xfrm>
                <a:off x="1635595" y="3794388"/>
                <a:ext cx="39240" cy="492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0B2C4CC-73C9-428A-D04F-497AB3587F1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629475" y="3788268"/>
                  <a:ext cx="5148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3A6F8F4-8A26-143D-02ED-CE308601D48C}"/>
                    </a:ext>
                  </a:extLst>
                </p14:cNvPr>
                <p14:cNvContentPartPr/>
                <p14:nvPr/>
              </p14:nvContentPartPr>
              <p14:xfrm>
                <a:off x="1709395" y="3698988"/>
                <a:ext cx="314640" cy="770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3A6F8F4-8A26-143D-02ED-CE308601D48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703275" y="3692868"/>
                  <a:ext cx="326880" cy="78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12156DC-A376-34F1-755F-5F691086CC22}"/>
                    </a:ext>
                  </a:extLst>
                </p14:cNvPr>
                <p14:cNvContentPartPr/>
                <p14:nvPr/>
              </p14:nvContentPartPr>
              <p14:xfrm>
                <a:off x="2356675" y="4181028"/>
                <a:ext cx="59400" cy="262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12156DC-A376-34F1-755F-5F691086CC2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350555" y="4174908"/>
                  <a:ext cx="716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161FC88-080F-0E9B-1814-E6362ECFFE54}"/>
                    </a:ext>
                  </a:extLst>
                </p14:cNvPr>
                <p14:cNvContentPartPr/>
                <p14:nvPr/>
              </p14:nvContentPartPr>
              <p14:xfrm>
                <a:off x="2713795" y="3584148"/>
                <a:ext cx="386280" cy="840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161FC88-080F-0E9B-1814-E6362ECFFE5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07675" y="3578028"/>
                  <a:ext cx="398520" cy="85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C9D662C-0728-A2ED-46F1-E8497CA8E6B0}"/>
                    </a:ext>
                  </a:extLst>
                </p14:cNvPr>
                <p14:cNvContentPartPr/>
                <p14:nvPr/>
              </p14:nvContentPartPr>
              <p14:xfrm>
                <a:off x="3086755" y="4037748"/>
                <a:ext cx="261720" cy="3754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C9D662C-0728-A2ED-46F1-E8497CA8E6B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80635" y="4031628"/>
                  <a:ext cx="27396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39BD5BE-5281-607E-0C93-9D6FAEBF6E64}"/>
                    </a:ext>
                  </a:extLst>
                </p14:cNvPr>
                <p14:cNvContentPartPr/>
                <p14:nvPr/>
              </p14:nvContentPartPr>
              <p14:xfrm>
                <a:off x="3790555" y="4192908"/>
                <a:ext cx="86040" cy="176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39BD5BE-5281-607E-0C93-9D6FAEBF6E6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784435" y="4186788"/>
                  <a:ext cx="9828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4841245-F8A4-A660-B410-1858FBEEA05E}"/>
                    </a:ext>
                  </a:extLst>
                </p14:cNvPr>
                <p14:cNvContentPartPr/>
                <p14:nvPr/>
              </p14:nvContentPartPr>
              <p14:xfrm>
                <a:off x="4421275" y="4126668"/>
                <a:ext cx="783000" cy="925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4841245-F8A4-A660-B410-1858FBEEA05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14795" y="4120548"/>
                  <a:ext cx="79524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D705184-2901-9E97-1B41-2F1C83191AB4}"/>
                    </a:ext>
                  </a:extLst>
                </p14:cNvPr>
                <p14:cNvContentPartPr/>
                <p14:nvPr/>
              </p14:nvContentPartPr>
              <p14:xfrm>
                <a:off x="4993675" y="3747948"/>
                <a:ext cx="439560" cy="7210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D705184-2901-9E97-1B41-2F1C83191AB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987555" y="3741828"/>
                  <a:ext cx="451800" cy="73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A0A0C6E-A0DD-9A18-64D4-D11E117376F7}"/>
                    </a:ext>
                  </a:extLst>
                </p14:cNvPr>
                <p14:cNvContentPartPr/>
                <p14:nvPr/>
              </p14:nvContentPartPr>
              <p14:xfrm>
                <a:off x="5366275" y="3938748"/>
                <a:ext cx="65520" cy="154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A0A0C6E-A0DD-9A18-64D4-D11E117376F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360155" y="3932628"/>
                  <a:ext cx="777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D78790C-54C3-68AC-6EAE-491B760AD063}"/>
                    </a:ext>
                  </a:extLst>
                </p14:cNvPr>
                <p14:cNvContentPartPr/>
                <p14:nvPr/>
              </p14:nvContentPartPr>
              <p14:xfrm>
                <a:off x="5931835" y="3729228"/>
                <a:ext cx="306720" cy="6397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D78790C-54C3-68AC-6EAE-491B760AD06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925715" y="3723108"/>
                  <a:ext cx="318960" cy="65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5700F49-1138-2DB4-4A3E-A373354B33A2}"/>
                    </a:ext>
                  </a:extLst>
                </p14:cNvPr>
                <p14:cNvContentPartPr/>
                <p14:nvPr/>
              </p14:nvContentPartPr>
              <p14:xfrm>
                <a:off x="5937955" y="3592788"/>
                <a:ext cx="582840" cy="964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5700F49-1138-2DB4-4A3E-A373354B33A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931835" y="3586668"/>
                  <a:ext cx="595080" cy="9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0FB899D-481E-7946-D1CD-270C423450BE}"/>
                    </a:ext>
                  </a:extLst>
                </p14:cNvPr>
                <p14:cNvContentPartPr/>
                <p14:nvPr/>
              </p14:nvContentPartPr>
              <p14:xfrm>
                <a:off x="6926875" y="3296508"/>
                <a:ext cx="240480" cy="709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0FB899D-481E-7946-D1CD-270C423450B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920755" y="3290388"/>
                  <a:ext cx="2527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94ACF75-4EC1-E693-EE87-6A60548905F2}"/>
                    </a:ext>
                  </a:extLst>
                </p14:cNvPr>
                <p14:cNvContentPartPr/>
                <p14:nvPr/>
              </p14:nvContentPartPr>
              <p14:xfrm>
                <a:off x="7047115" y="3691428"/>
                <a:ext cx="497520" cy="4752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94ACF75-4EC1-E693-EE87-6A60548905F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040995" y="3685308"/>
                  <a:ext cx="509760" cy="4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99654EE-C2AB-5C99-0DFA-3AC9771A5B44}"/>
                    </a:ext>
                  </a:extLst>
                </p14:cNvPr>
                <p14:cNvContentPartPr/>
                <p14:nvPr/>
              </p14:nvContentPartPr>
              <p14:xfrm>
                <a:off x="7948915" y="3501708"/>
                <a:ext cx="198720" cy="2660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99654EE-C2AB-5C99-0DFA-3AC9771A5B4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942795" y="3495588"/>
                  <a:ext cx="2109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D497538-D330-3E0D-3938-75006986332F}"/>
                    </a:ext>
                  </a:extLst>
                </p14:cNvPr>
                <p14:cNvContentPartPr/>
                <p14:nvPr/>
              </p14:nvContentPartPr>
              <p14:xfrm>
                <a:off x="7843075" y="3655788"/>
                <a:ext cx="430920" cy="699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D497538-D330-3E0D-3938-75006986332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836955" y="3649668"/>
                  <a:ext cx="443160" cy="71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2E735D0-4E1C-2F74-205D-0485700D854D}"/>
                    </a:ext>
                  </a:extLst>
                </p14:cNvPr>
                <p14:cNvContentPartPr/>
                <p14:nvPr/>
              </p14:nvContentPartPr>
              <p14:xfrm>
                <a:off x="8251315" y="4140708"/>
                <a:ext cx="288360" cy="2556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2E735D0-4E1C-2F74-205D-0485700D854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45195" y="4134588"/>
                  <a:ext cx="3006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C2FB72B-B07C-7958-C402-098F0EB836A4}"/>
                    </a:ext>
                  </a:extLst>
                </p14:cNvPr>
                <p14:cNvContentPartPr/>
                <p14:nvPr/>
              </p14:nvContentPartPr>
              <p14:xfrm>
                <a:off x="5608915" y="2905908"/>
                <a:ext cx="3054600" cy="19785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C2FB72B-B07C-7958-C402-098F0EB836A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02795" y="2899788"/>
                  <a:ext cx="3066840" cy="19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814790B-DD57-718D-996A-B68597B29753}"/>
                    </a:ext>
                  </a:extLst>
                </p14:cNvPr>
                <p14:cNvContentPartPr/>
                <p14:nvPr/>
              </p14:nvContentPartPr>
              <p14:xfrm>
                <a:off x="2830795" y="4951428"/>
                <a:ext cx="430200" cy="4744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814790B-DD57-718D-996A-B68597B2975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824675" y="4945308"/>
                  <a:ext cx="442440" cy="48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B700831-259D-61E9-82B8-550684AC3EAB}"/>
                    </a:ext>
                  </a:extLst>
                </p14:cNvPr>
                <p14:cNvContentPartPr/>
                <p14:nvPr/>
              </p14:nvContentPartPr>
              <p14:xfrm>
                <a:off x="3736195" y="4955748"/>
                <a:ext cx="159480" cy="3153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B700831-259D-61E9-82B8-550684AC3EA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30075" y="4949628"/>
                  <a:ext cx="17172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B6A76A4-BECD-5965-EE15-211EAB487B59}"/>
                    </a:ext>
                  </a:extLst>
                </p14:cNvPr>
                <p14:cNvContentPartPr/>
                <p14:nvPr/>
              </p14:nvContentPartPr>
              <p14:xfrm>
                <a:off x="3928075" y="4692948"/>
                <a:ext cx="304200" cy="612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B6A76A4-BECD-5965-EE15-211EAB487B5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21955" y="4686828"/>
                  <a:ext cx="3164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94D2D4E-0014-1C1A-50A9-E077035BA4DB}"/>
                    </a:ext>
                  </a:extLst>
                </p14:cNvPr>
                <p14:cNvContentPartPr/>
                <p14:nvPr/>
              </p14:nvContentPartPr>
              <p14:xfrm>
                <a:off x="4403275" y="4775388"/>
                <a:ext cx="203040" cy="276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94D2D4E-0014-1C1A-50A9-E077035BA4D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397155" y="4769268"/>
                  <a:ext cx="2152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5167FD0-62A4-F856-AB72-71DF49A4788E}"/>
                    </a:ext>
                  </a:extLst>
                </p14:cNvPr>
                <p14:cNvContentPartPr/>
                <p14:nvPr/>
              </p14:nvContentPartPr>
              <p14:xfrm>
                <a:off x="4419835" y="5020908"/>
                <a:ext cx="369360" cy="4647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5167FD0-62A4-F856-AB72-71DF49A4788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413715" y="5014788"/>
                  <a:ext cx="381600" cy="47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839BD41-5FB8-6488-8570-19720FBA1FBF}"/>
                    </a:ext>
                  </a:extLst>
                </p14:cNvPr>
                <p14:cNvContentPartPr/>
                <p14:nvPr/>
              </p14:nvContentPartPr>
              <p14:xfrm>
                <a:off x="4734475" y="5197668"/>
                <a:ext cx="144720" cy="2019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839BD41-5FB8-6488-8570-19720FBA1FB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728355" y="5191548"/>
                  <a:ext cx="1569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E7B6AC5-7791-1ED1-826B-09F9ADFE7EA9}"/>
                    </a:ext>
                  </a:extLst>
                </p14:cNvPr>
                <p14:cNvContentPartPr/>
                <p14:nvPr/>
              </p14:nvContentPartPr>
              <p14:xfrm>
                <a:off x="2293315" y="4383348"/>
                <a:ext cx="2784240" cy="13942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E7B6AC5-7791-1ED1-826B-09F9ADFE7EA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287195" y="4377228"/>
                  <a:ext cx="2796480" cy="140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895103D-4EA3-FA23-AA4D-C160F1659EC0}"/>
                    </a:ext>
                  </a:extLst>
                </p14:cNvPr>
                <p14:cNvContentPartPr/>
                <p14:nvPr/>
              </p14:nvContentPartPr>
              <p14:xfrm>
                <a:off x="5567875" y="5117748"/>
                <a:ext cx="27000" cy="39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895103D-4EA3-FA23-AA4D-C160F1659EC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561755" y="5111628"/>
                  <a:ext cx="39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C283962-3245-D77C-E640-4AE600A82166}"/>
                    </a:ext>
                  </a:extLst>
                </p14:cNvPr>
                <p14:cNvContentPartPr/>
                <p14:nvPr/>
              </p14:nvContentPartPr>
              <p14:xfrm>
                <a:off x="5190235" y="4890588"/>
                <a:ext cx="621360" cy="9565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C283962-3245-D77C-E640-4AE600A8216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184115" y="4884468"/>
                  <a:ext cx="633600" cy="9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584155C-375B-99E5-8249-7CA162166CD5}"/>
                    </a:ext>
                  </a:extLst>
                </p14:cNvPr>
                <p14:cNvContentPartPr/>
                <p14:nvPr/>
              </p14:nvContentPartPr>
              <p14:xfrm>
                <a:off x="4803235" y="4544268"/>
                <a:ext cx="1570320" cy="14472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584155C-375B-99E5-8249-7CA162166CD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797115" y="4538148"/>
                  <a:ext cx="1582560" cy="145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723662F-4603-2690-DE0C-4D2DBBB5054E}"/>
                    </a:ext>
                  </a:extLst>
                </p14:cNvPr>
                <p14:cNvContentPartPr/>
                <p14:nvPr/>
              </p14:nvContentPartPr>
              <p14:xfrm>
                <a:off x="6100675" y="5513028"/>
                <a:ext cx="469440" cy="194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723662F-4603-2690-DE0C-4D2DBBB5054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094555" y="5506908"/>
                  <a:ext cx="4816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A00F27D-75C1-C0D1-23AF-BF057D144C02}"/>
                    </a:ext>
                  </a:extLst>
                </p14:cNvPr>
                <p14:cNvContentPartPr/>
                <p14:nvPr/>
              </p14:nvContentPartPr>
              <p14:xfrm>
                <a:off x="6556795" y="5335548"/>
                <a:ext cx="423720" cy="7502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A00F27D-75C1-C0D1-23AF-BF057D144C0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50675" y="5329428"/>
                  <a:ext cx="435960" cy="76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529E84E-F562-79F9-2E2D-E540852675BF}"/>
                    </a:ext>
                  </a:extLst>
                </p14:cNvPr>
                <p14:cNvContentPartPr/>
                <p14:nvPr/>
              </p14:nvContentPartPr>
              <p14:xfrm>
                <a:off x="7181755" y="5366868"/>
                <a:ext cx="257760" cy="2977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529E84E-F562-79F9-2E2D-E540852675B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175635" y="5360748"/>
                  <a:ext cx="27000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58ADB8D-5021-AE49-7C49-60A3C7063FD3}"/>
                    </a:ext>
                  </a:extLst>
                </p14:cNvPr>
                <p14:cNvContentPartPr/>
                <p14:nvPr/>
              </p14:nvContentPartPr>
              <p14:xfrm>
                <a:off x="7511515" y="5424468"/>
                <a:ext cx="10080" cy="165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58ADB8D-5021-AE49-7C49-60A3C7063FD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505395" y="5418348"/>
                  <a:ext cx="223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4CC5BD4-1D36-A75B-1C7A-01CB44647DCC}"/>
                    </a:ext>
                  </a:extLst>
                </p14:cNvPr>
                <p14:cNvContentPartPr/>
                <p14:nvPr/>
              </p14:nvContentPartPr>
              <p14:xfrm>
                <a:off x="9350395" y="836268"/>
                <a:ext cx="293040" cy="8305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4CC5BD4-1D36-A75B-1C7A-01CB44647DC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344275" y="830148"/>
                  <a:ext cx="305280" cy="84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B5708FA-42D1-1599-661C-D41A69FB411B}"/>
                    </a:ext>
                  </a:extLst>
                </p14:cNvPr>
                <p14:cNvContentPartPr/>
                <p14:nvPr/>
              </p14:nvContentPartPr>
              <p14:xfrm>
                <a:off x="9826675" y="583908"/>
                <a:ext cx="370440" cy="1153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B5708FA-42D1-1599-661C-D41A69FB411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820555" y="577788"/>
                  <a:ext cx="382680" cy="11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8FC2D6C-C284-6D3F-62BA-07DD62BCF3D8}"/>
                    </a:ext>
                  </a:extLst>
                </p14:cNvPr>
                <p14:cNvContentPartPr/>
                <p14:nvPr/>
              </p14:nvContentPartPr>
              <p14:xfrm>
                <a:off x="9631195" y="803148"/>
                <a:ext cx="1781640" cy="839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8FC2D6C-C284-6D3F-62BA-07DD62BCF3D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625075" y="797028"/>
                  <a:ext cx="1793880" cy="85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DEEB6E0-3D82-40F7-CF83-4B29A1D6DB6E}"/>
                    </a:ext>
                  </a:extLst>
                </p14:cNvPr>
                <p14:cNvContentPartPr/>
                <p14:nvPr/>
              </p14:nvContentPartPr>
              <p14:xfrm>
                <a:off x="7714195" y="30948"/>
                <a:ext cx="388800" cy="6415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DEEB6E0-3D82-40F7-CF83-4B29A1D6DB6E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708075" y="24828"/>
                  <a:ext cx="401040" cy="65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121DD83-8980-B449-2DC4-D851DDA573C9}"/>
                    </a:ext>
                  </a:extLst>
                </p14:cNvPr>
                <p14:cNvContentPartPr/>
                <p14:nvPr/>
              </p14:nvContentPartPr>
              <p14:xfrm>
                <a:off x="7975915" y="97188"/>
                <a:ext cx="158400" cy="2642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121DD83-8980-B449-2DC4-D851DDA573C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969795" y="91068"/>
                  <a:ext cx="1706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6B22DF7-33E1-AB1C-99F9-3F3B2E94E3D2}"/>
                    </a:ext>
                  </a:extLst>
                </p14:cNvPr>
                <p14:cNvContentPartPr/>
                <p14:nvPr/>
              </p14:nvContentPartPr>
              <p14:xfrm>
                <a:off x="8291635" y="413988"/>
                <a:ext cx="199440" cy="198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6B22DF7-33E1-AB1C-99F9-3F3B2E94E3D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285515" y="407868"/>
                  <a:ext cx="2116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A259716-9C66-C85B-8E39-7B0A04CC8625}"/>
                    </a:ext>
                  </a:extLst>
                </p14:cNvPr>
                <p14:cNvContentPartPr/>
                <p14:nvPr/>
              </p14:nvContentPartPr>
              <p14:xfrm>
                <a:off x="8626795" y="350988"/>
                <a:ext cx="145080" cy="1695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A259716-9C66-C85B-8E39-7B0A04CC862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620675" y="344868"/>
                  <a:ext cx="1573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B7CF4AA-CDEA-6370-7421-723AB6C5ACF4}"/>
                    </a:ext>
                  </a:extLst>
                </p14:cNvPr>
                <p14:cNvContentPartPr/>
                <p14:nvPr/>
              </p14:nvContentPartPr>
              <p14:xfrm>
                <a:off x="8688355" y="377268"/>
                <a:ext cx="276480" cy="1782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B7CF4AA-CDEA-6370-7421-723AB6C5ACF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682235" y="371148"/>
                  <a:ext cx="2887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23ADE13-C0E0-8DF6-1197-6769412D3EB2}"/>
                    </a:ext>
                  </a:extLst>
                </p14:cNvPr>
                <p14:cNvContentPartPr/>
                <p14:nvPr/>
              </p14:nvContentPartPr>
              <p14:xfrm>
                <a:off x="7656235" y="87108"/>
                <a:ext cx="1670760" cy="12560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23ADE13-C0E0-8DF6-1197-6769412D3EB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650115" y="80988"/>
                  <a:ext cx="1683000" cy="12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44485FF-520E-9807-3509-E3FA6AE6F7EC}"/>
                    </a:ext>
                  </a:extLst>
                </p14:cNvPr>
                <p14:cNvContentPartPr/>
                <p14:nvPr/>
              </p14:nvContentPartPr>
              <p14:xfrm>
                <a:off x="9221515" y="931668"/>
                <a:ext cx="53280" cy="144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44485FF-520E-9807-3509-E3FA6AE6F7E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215395" y="925548"/>
                  <a:ext cx="655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E996023-CE64-E818-7AC3-FE01C8955857}"/>
                    </a:ext>
                  </a:extLst>
                </p14:cNvPr>
                <p14:cNvContentPartPr/>
                <p14:nvPr/>
              </p14:nvContentPartPr>
              <p14:xfrm>
                <a:off x="3421555" y="5861868"/>
                <a:ext cx="290880" cy="5580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E996023-CE64-E818-7AC3-FE01C895585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415435" y="5855748"/>
                  <a:ext cx="30312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543F0D5-D875-1B69-1A8E-830EAD74D7B0}"/>
                    </a:ext>
                  </a:extLst>
                </p14:cNvPr>
                <p14:cNvContentPartPr/>
                <p14:nvPr/>
              </p14:nvContentPartPr>
              <p14:xfrm>
                <a:off x="3340915" y="5649828"/>
                <a:ext cx="557640" cy="6472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543F0D5-D875-1B69-1A8E-830EAD74D7B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334795" y="5643708"/>
                  <a:ext cx="569880" cy="65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79536E3-D040-FD1C-733B-4DA0CEEC1534}"/>
                    </a:ext>
                  </a:extLst>
                </p14:cNvPr>
                <p14:cNvContentPartPr/>
                <p14:nvPr/>
              </p14:nvContentPartPr>
              <p14:xfrm>
                <a:off x="4643035" y="6057348"/>
                <a:ext cx="301680" cy="1188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79536E3-D040-FD1C-733B-4DA0CEEC153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636915" y="6051228"/>
                  <a:ext cx="3139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73C3C24-525A-D6C0-2EFC-E0F9D4D037FD}"/>
                    </a:ext>
                  </a:extLst>
                </p14:cNvPr>
                <p14:cNvContentPartPr/>
                <p14:nvPr/>
              </p14:nvContentPartPr>
              <p14:xfrm>
                <a:off x="6935155" y="5933508"/>
                <a:ext cx="45000" cy="111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73C3C24-525A-D6C0-2EFC-E0F9D4D037F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929035" y="5927388"/>
                  <a:ext cx="572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F400038-73D7-4E0C-45C0-562495055C2A}"/>
                    </a:ext>
                  </a:extLst>
                </p14:cNvPr>
                <p14:cNvContentPartPr/>
                <p14:nvPr/>
              </p14:nvContentPartPr>
              <p14:xfrm>
                <a:off x="7247635" y="4754868"/>
                <a:ext cx="98280" cy="4932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F400038-73D7-4E0C-45C0-562495055C2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241515" y="4748748"/>
                  <a:ext cx="1105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5D083B4-B8F5-46BB-AFFC-1743CD010780}"/>
                    </a:ext>
                  </a:extLst>
                </p14:cNvPr>
                <p14:cNvContentPartPr/>
                <p14:nvPr/>
              </p14:nvContentPartPr>
              <p14:xfrm>
                <a:off x="6986995" y="4786548"/>
                <a:ext cx="297000" cy="1447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5D083B4-B8F5-46BB-AFFC-1743CD01078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980875" y="4780428"/>
                  <a:ext cx="3092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2AC378D-85C4-19AC-3019-E9F26F8FF531}"/>
                    </a:ext>
                  </a:extLst>
                </p14:cNvPr>
                <p14:cNvContentPartPr/>
                <p14:nvPr/>
              </p14:nvContentPartPr>
              <p14:xfrm>
                <a:off x="7522315" y="4887348"/>
                <a:ext cx="158400" cy="1760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2AC378D-85C4-19AC-3019-E9F26F8FF53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516195" y="4881228"/>
                  <a:ext cx="1706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5B7C5A9-BED3-01A6-95FD-FA026919B658}"/>
                    </a:ext>
                  </a:extLst>
                </p14:cNvPr>
                <p14:cNvContentPartPr/>
                <p14:nvPr/>
              </p14:nvContentPartPr>
              <p14:xfrm>
                <a:off x="6390475" y="4623468"/>
                <a:ext cx="1344600" cy="1177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5B7C5A9-BED3-01A6-95FD-FA026919B65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384355" y="4617348"/>
                  <a:ext cx="13568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A0302B3-F968-4634-48B6-D75DC7B420CF}"/>
                    </a:ext>
                  </a:extLst>
                </p14:cNvPr>
                <p14:cNvContentPartPr/>
                <p14:nvPr/>
              </p14:nvContentPartPr>
              <p14:xfrm>
                <a:off x="6900235" y="4579188"/>
                <a:ext cx="1291680" cy="1155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A0302B3-F968-4634-48B6-D75DC7B420C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894115" y="4573068"/>
                  <a:ext cx="1303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0988A4E-C9DE-79AB-68EB-773DBB5A1273}"/>
                    </a:ext>
                  </a:extLst>
                </p14:cNvPr>
                <p14:cNvContentPartPr/>
                <p14:nvPr/>
              </p14:nvContentPartPr>
              <p14:xfrm>
                <a:off x="7177435" y="4485948"/>
                <a:ext cx="676800" cy="428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0988A4E-C9DE-79AB-68EB-773DBB5A127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171315" y="4479828"/>
                  <a:ext cx="6890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7092ACB-501A-BDFA-4DB6-CF5F05021DAA}"/>
                    </a:ext>
                  </a:extLst>
                </p14:cNvPr>
                <p14:cNvContentPartPr/>
                <p14:nvPr/>
              </p14:nvContentPartPr>
              <p14:xfrm>
                <a:off x="6432595" y="4549668"/>
                <a:ext cx="1132560" cy="903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7092ACB-501A-BDFA-4DB6-CF5F05021DA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426475" y="4543548"/>
                  <a:ext cx="11448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9C49238-C13C-DD98-EF11-5C4EFE008676}"/>
                    </a:ext>
                  </a:extLst>
                </p14:cNvPr>
                <p14:cNvContentPartPr/>
                <p14:nvPr/>
              </p14:nvContentPartPr>
              <p14:xfrm>
                <a:off x="6689275" y="4621308"/>
                <a:ext cx="658800" cy="1231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9C49238-C13C-DD98-EF11-5C4EFE00867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683155" y="4615188"/>
                  <a:ext cx="671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63BABEB-17B5-310B-A2B8-75E3CD70BA08}"/>
                    </a:ext>
                  </a:extLst>
                </p14:cNvPr>
                <p14:cNvContentPartPr/>
                <p14:nvPr/>
              </p14:nvContentPartPr>
              <p14:xfrm>
                <a:off x="5811235" y="3387588"/>
                <a:ext cx="640080" cy="13676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63BABEB-17B5-310B-A2B8-75E3CD70BA0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805115" y="3381468"/>
                  <a:ext cx="652320" cy="13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C0AA4D3-23CB-646A-14BF-6564F951B6F5}"/>
                    </a:ext>
                  </a:extLst>
                </p14:cNvPr>
                <p14:cNvContentPartPr/>
                <p14:nvPr/>
              </p14:nvContentPartPr>
              <p14:xfrm>
                <a:off x="6562555" y="3236748"/>
                <a:ext cx="2320200" cy="16473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C0AA4D3-23CB-646A-14BF-6564F951B6F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556435" y="3230628"/>
                  <a:ext cx="2332440" cy="165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ADD38E3-B40D-EF21-77E9-6C1D3D8D36CD}"/>
                    </a:ext>
                  </a:extLst>
                </p14:cNvPr>
                <p14:cNvContentPartPr/>
                <p14:nvPr/>
              </p14:nvContentPartPr>
              <p14:xfrm>
                <a:off x="8759635" y="2397948"/>
                <a:ext cx="2174400" cy="9367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ADD38E3-B40D-EF21-77E9-6C1D3D8D36C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753515" y="2391828"/>
                  <a:ext cx="2186640" cy="9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51B6C46-9E5D-96B6-9CD8-0A754FB0E862}"/>
                    </a:ext>
                  </a:extLst>
                </p14:cNvPr>
                <p14:cNvContentPartPr/>
                <p14:nvPr/>
              </p14:nvContentPartPr>
              <p14:xfrm>
                <a:off x="11168755" y="2198148"/>
                <a:ext cx="214920" cy="8665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51B6C46-9E5D-96B6-9CD8-0A754FB0E86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162635" y="2192028"/>
                  <a:ext cx="227160" cy="87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4CB21A78-9C5E-BBEF-A944-A0C3B43F8DF3}"/>
                    </a:ext>
                  </a:extLst>
                </p14:cNvPr>
                <p14:cNvContentPartPr/>
                <p14:nvPr/>
              </p14:nvContentPartPr>
              <p14:xfrm>
                <a:off x="10907035" y="2233428"/>
                <a:ext cx="516600" cy="2376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4CB21A78-9C5E-BBEF-A944-A0C3B43F8DF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900915" y="2227308"/>
                  <a:ext cx="5288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DD7E581-EE60-5F8F-BAD9-2DFF780280EE}"/>
                    </a:ext>
                  </a:extLst>
                </p14:cNvPr>
                <p14:cNvContentPartPr/>
                <p14:nvPr/>
              </p14:nvContentPartPr>
              <p14:xfrm>
                <a:off x="10872115" y="2660028"/>
                <a:ext cx="308160" cy="1735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DD7E581-EE60-5F8F-BAD9-2DFF780280E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865995" y="2653908"/>
                  <a:ext cx="3204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BA59F1B-F3C7-FAB2-C980-99675B5ED657}"/>
                    </a:ext>
                  </a:extLst>
                </p14:cNvPr>
                <p14:cNvContentPartPr/>
                <p14:nvPr/>
              </p14:nvContentPartPr>
              <p14:xfrm>
                <a:off x="11243635" y="2687388"/>
                <a:ext cx="222120" cy="3816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BA59F1B-F3C7-FAB2-C980-99675B5ED657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237515" y="2681268"/>
                  <a:ext cx="23436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443A1A2-EAFF-1974-8425-26DF8E065BAD}"/>
                    </a:ext>
                  </a:extLst>
                </p14:cNvPr>
                <p14:cNvContentPartPr/>
                <p14:nvPr/>
              </p14:nvContentPartPr>
              <p14:xfrm>
                <a:off x="6880795" y="3273468"/>
                <a:ext cx="791280" cy="4528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443A1A2-EAFF-1974-8425-26DF8E065BA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874675" y="3267348"/>
                  <a:ext cx="80352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83D39F8-9082-C9E9-B826-DF9A54A4BBBC}"/>
                    </a:ext>
                  </a:extLst>
                </p14:cNvPr>
                <p14:cNvContentPartPr/>
                <p14:nvPr/>
              </p14:nvContentPartPr>
              <p14:xfrm>
                <a:off x="357595" y="4209468"/>
                <a:ext cx="202680" cy="3232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83D39F8-9082-C9E9-B826-DF9A54A4BBB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51475" y="4203348"/>
                  <a:ext cx="21492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FDAAE58-D2F6-F440-C50E-E44FCFD8D41B}"/>
                    </a:ext>
                  </a:extLst>
                </p14:cNvPr>
                <p14:cNvContentPartPr/>
                <p14:nvPr/>
              </p14:nvContentPartPr>
              <p14:xfrm>
                <a:off x="703555" y="4046388"/>
                <a:ext cx="185400" cy="2826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FDAAE58-D2F6-F440-C50E-E44FCFD8D41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97435" y="4040268"/>
                  <a:ext cx="197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26E5DC5-CA15-B82E-5A63-4DC658F286F9}"/>
                    </a:ext>
                  </a:extLst>
                </p14:cNvPr>
                <p14:cNvContentPartPr/>
                <p14:nvPr/>
              </p14:nvContentPartPr>
              <p14:xfrm>
                <a:off x="884635" y="3640308"/>
                <a:ext cx="53280" cy="122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26E5DC5-CA15-B82E-5A63-4DC658F286F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78515" y="3634188"/>
                  <a:ext cx="655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85554EA-C255-5C4D-DDD8-B34A65AF0B02}"/>
                    </a:ext>
                  </a:extLst>
                </p14:cNvPr>
                <p14:cNvContentPartPr/>
                <p14:nvPr/>
              </p14:nvContentPartPr>
              <p14:xfrm>
                <a:off x="1158235" y="3581268"/>
                <a:ext cx="190800" cy="2653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85554EA-C255-5C4D-DDD8-B34A65AF0B0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52115" y="3575148"/>
                  <a:ext cx="2030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568666F-63B5-18CB-B9A7-70AFD2A923DF}"/>
                    </a:ext>
                  </a:extLst>
                </p14:cNvPr>
                <p14:cNvContentPartPr/>
                <p14:nvPr/>
              </p14:nvContentPartPr>
              <p14:xfrm>
                <a:off x="198475" y="3102108"/>
                <a:ext cx="1550520" cy="18054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568666F-63B5-18CB-B9A7-70AFD2A923D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92355" y="3095988"/>
                  <a:ext cx="1562760" cy="18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DA75F25-AFBC-FF53-9582-8CABA38B4A53}"/>
                    </a:ext>
                  </a:extLst>
                </p14:cNvPr>
                <p14:cNvContentPartPr/>
                <p14:nvPr/>
              </p14:nvContentPartPr>
              <p14:xfrm>
                <a:off x="1246075" y="3515748"/>
                <a:ext cx="25560" cy="29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DA75F25-AFBC-FF53-9582-8CABA38B4A5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239955" y="3509628"/>
                  <a:ext cx="378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6F76232-DEF3-7CED-34B9-F968E4AD8D95}"/>
                    </a:ext>
                  </a:extLst>
                </p14:cNvPr>
                <p14:cNvContentPartPr/>
                <p14:nvPr/>
              </p14:nvContentPartPr>
              <p14:xfrm>
                <a:off x="1187035" y="3878988"/>
                <a:ext cx="106560" cy="2142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6F76232-DEF3-7CED-34B9-F968E4AD8D9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80915" y="3872868"/>
                  <a:ext cx="1188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A555D53-502B-E68C-4C3F-7AA78F21150A}"/>
                    </a:ext>
                  </a:extLst>
                </p14:cNvPr>
                <p14:cNvContentPartPr/>
                <p14:nvPr/>
              </p14:nvContentPartPr>
              <p14:xfrm>
                <a:off x="1255795" y="3674148"/>
                <a:ext cx="17280" cy="144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A555D53-502B-E68C-4C3F-7AA78F21150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249675" y="3668028"/>
                  <a:ext cx="295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BC99B85-18BD-724F-D320-E67A726E4825}"/>
                    </a:ext>
                  </a:extLst>
                </p14:cNvPr>
                <p14:cNvContentPartPr/>
                <p14:nvPr/>
              </p14:nvContentPartPr>
              <p14:xfrm>
                <a:off x="5923195" y="3050988"/>
                <a:ext cx="1008720" cy="4982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BC99B85-18BD-724F-D320-E67A726E482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917075" y="3044868"/>
                  <a:ext cx="102096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592862B-A66C-9274-34EC-9B5F7A4B628D}"/>
                    </a:ext>
                  </a:extLst>
                </p14:cNvPr>
                <p14:cNvContentPartPr/>
                <p14:nvPr/>
              </p14:nvContentPartPr>
              <p14:xfrm>
                <a:off x="6242515" y="2967468"/>
                <a:ext cx="1134360" cy="5126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592862B-A66C-9274-34EC-9B5F7A4B628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236395" y="2961348"/>
                  <a:ext cx="1146600" cy="52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143A728-C834-F77A-E061-D484200657DD}"/>
                    </a:ext>
                  </a:extLst>
                </p14:cNvPr>
                <p14:cNvContentPartPr/>
                <p14:nvPr/>
              </p14:nvContentPartPr>
              <p14:xfrm>
                <a:off x="7865395" y="1507668"/>
                <a:ext cx="535320" cy="7340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143A728-C834-F77A-E061-D484200657D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859275" y="1501548"/>
                  <a:ext cx="547560" cy="74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0521F15-FC82-44FF-2491-46117906FDBA}"/>
                    </a:ext>
                  </a:extLst>
                </p14:cNvPr>
                <p14:cNvContentPartPr/>
                <p14:nvPr/>
              </p14:nvContentPartPr>
              <p14:xfrm>
                <a:off x="7458235" y="1008348"/>
                <a:ext cx="1395000" cy="14176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0521F15-FC82-44FF-2491-46117906FDB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452115" y="1002228"/>
                  <a:ext cx="1407240" cy="142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2860FD3-76B9-6290-DBB1-5D0A91AD3C9E}"/>
                    </a:ext>
                  </a:extLst>
                </p14:cNvPr>
                <p14:cNvContentPartPr/>
                <p14:nvPr/>
              </p14:nvContentPartPr>
              <p14:xfrm>
                <a:off x="8973115" y="1978908"/>
                <a:ext cx="31680" cy="622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2860FD3-76B9-6290-DBB1-5D0A91AD3C9E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966995" y="1972788"/>
                  <a:ext cx="43920" cy="74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265587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F3CB739-8027-A14F-E33C-A539725B3C9B}"/>
              </a:ext>
            </a:extLst>
          </p:cNvPr>
          <p:cNvGrpSpPr/>
          <p:nvPr/>
        </p:nvGrpSpPr>
        <p:grpSpPr>
          <a:xfrm>
            <a:off x="8483155" y="421908"/>
            <a:ext cx="2417040" cy="806760"/>
            <a:chOff x="8483155" y="421908"/>
            <a:chExt cx="2417040" cy="80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973990C-CEF2-0816-0DA5-837899D0E8A1}"/>
                    </a:ext>
                  </a:extLst>
                </p14:cNvPr>
                <p14:cNvContentPartPr/>
                <p14:nvPr/>
              </p14:nvContentPartPr>
              <p14:xfrm>
                <a:off x="8483155" y="421908"/>
                <a:ext cx="1245600" cy="8038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973990C-CEF2-0816-0DA5-837899D0E8A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477035" y="415788"/>
                  <a:ext cx="1257840" cy="81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0CE6AD3-F1E7-CD3C-B205-F3C3621E627A}"/>
                    </a:ext>
                  </a:extLst>
                </p14:cNvPr>
                <p14:cNvContentPartPr/>
                <p14:nvPr/>
              </p14:nvContentPartPr>
              <p14:xfrm>
                <a:off x="10165435" y="598668"/>
                <a:ext cx="734760" cy="6300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0CE6AD3-F1E7-CD3C-B205-F3C3621E627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159315" y="592548"/>
                  <a:ext cx="747000" cy="64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DD689D0-B157-F2C5-BFA5-00455C4F1440}"/>
              </a:ext>
            </a:extLst>
          </p:cNvPr>
          <p:cNvGrpSpPr/>
          <p:nvPr/>
        </p:nvGrpSpPr>
        <p:grpSpPr>
          <a:xfrm>
            <a:off x="253195" y="196908"/>
            <a:ext cx="7374960" cy="5776920"/>
            <a:chOff x="253195" y="196908"/>
            <a:chExt cx="7374960" cy="577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A4278BD-0D52-6C97-F830-4E2CB74FA5D5}"/>
                    </a:ext>
                  </a:extLst>
                </p14:cNvPr>
                <p14:cNvContentPartPr/>
                <p14:nvPr/>
              </p14:nvContentPartPr>
              <p14:xfrm>
                <a:off x="926755" y="543948"/>
                <a:ext cx="989280" cy="8589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A4278BD-0D52-6C97-F830-4E2CB74FA5D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20635" y="537828"/>
                  <a:ext cx="1001520" cy="87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4E83DFD-3B54-2C99-E7A0-4888DE5B5413}"/>
                    </a:ext>
                  </a:extLst>
                </p14:cNvPr>
                <p14:cNvContentPartPr/>
                <p14:nvPr/>
              </p14:nvContentPartPr>
              <p14:xfrm>
                <a:off x="2035915" y="618828"/>
                <a:ext cx="386280" cy="9288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4E83DFD-3B54-2C99-E7A0-4888DE5B54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29795" y="612708"/>
                  <a:ext cx="398520" cy="9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E4789B1-456A-976A-7CC1-B33F2448489A}"/>
                    </a:ext>
                  </a:extLst>
                </p14:cNvPr>
                <p14:cNvContentPartPr/>
                <p14:nvPr/>
              </p14:nvContentPartPr>
              <p14:xfrm>
                <a:off x="2986315" y="1101948"/>
                <a:ext cx="437040" cy="493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E4789B1-456A-976A-7CC1-B33F2448489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80195" y="1095828"/>
                  <a:ext cx="4492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D1A8EF2-4D80-6ECC-F47F-664695E68E1C}"/>
                    </a:ext>
                  </a:extLst>
                </p14:cNvPr>
                <p14:cNvContentPartPr/>
                <p14:nvPr/>
              </p14:nvContentPartPr>
              <p14:xfrm>
                <a:off x="4171435" y="357108"/>
                <a:ext cx="201600" cy="951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D1A8EF2-4D80-6ECC-F47F-664695E68E1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165315" y="350988"/>
                  <a:ext cx="213840" cy="9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68B0F80-1768-8998-ECBD-2D68AD0C4019}"/>
                    </a:ext>
                  </a:extLst>
                </p14:cNvPr>
                <p14:cNvContentPartPr/>
                <p14:nvPr/>
              </p14:nvContentPartPr>
              <p14:xfrm>
                <a:off x="5230195" y="719988"/>
                <a:ext cx="743040" cy="212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68B0F80-1768-8998-ECBD-2D68AD0C401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24075" y="713868"/>
                  <a:ext cx="7552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E8D5551-BC4F-0B3C-0B23-F03CE5337310}"/>
                    </a:ext>
                  </a:extLst>
                </p14:cNvPr>
                <p14:cNvContentPartPr/>
                <p14:nvPr/>
              </p14:nvContentPartPr>
              <p14:xfrm>
                <a:off x="5912755" y="196908"/>
                <a:ext cx="995040" cy="14914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E8D5551-BC4F-0B3C-0B23-F03CE533731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906635" y="190788"/>
                  <a:ext cx="1007280" cy="150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8C10C65-5B78-E938-810B-81E0F78C5A9E}"/>
                    </a:ext>
                  </a:extLst>
                </p14:cNvPr>
                <p14:cNvContentPartPr/>
                <p14:nvPr/>
              </p14:nvContentPartPr>
              <p14:xfrm>
                <a:off x="1793275" y="1875948"/>
                <a:ext cx="484200" cy="14475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8C10C65-5B78-E938-810B-81E0F78C5A9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787155" y="1869828"/>
                  <a:ext cx="496440" cy="145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D1D2E2D-E4DD-6118-8409-63DD83878A17}"/>
                    </a:ext>
                  </a:extLst>
                </p14:cNvPr>
                <p14:cNvContentPartPr/>
                <p14:nvPr/>
              </p14:nvContentPartPr>
              <p14:xfrm>
                <a:off x="1079755" y="3027228"/>
                <a:ext cx="1324440" cy="8416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D1D2E2D-E4DD-6118-8409-63DD83878A1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73635" y="3021108"/>
                  <a:ext cx="1336680" cy="85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CCA40F4-427B-184C-C2A5-227D8E9522EE}"/>
                    </a:ext>
                  </a:extLst>
                </p14:cNvPr>
                <p14:cNvContentPartPr/>
                <p14:nvPr/>
              </p14:nvContentPartPr>
              <p14:xfrm>
                <a:off x="253195" y="4154748"/>
                <a:ext cx="151560" cy="9489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CCA40F4-427B-184C-C2A5-227D8E9522E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47075" y="4148628"/>
                  <a:ext cx="163800" cy="9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1027804-25B0-443F-9821-E535BD56B154}"/>
                    </a:ext>
                  </a:extLst>
                </p14:cNvPr>
                <p14:cNvContentPartPr/>
                <p14:nvPr/>
              </p14:nvContentPartPr>
              <p14:xfrm>
                <a:off x="268315" y="3889068"/>
                <a:ext cx="481680" cy="914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1027804-25B0-443F-9821-E535BD56B15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62195" y="3882948"/>
                  <a:ext cx="493920" cy="9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2393BD0-7FDE-79CD-92AB-421833C6CC85}"/>
                    </a:ext>
                  </a:extLst>
                </p14:cNvPr>
                <p14:cNvContentPartPr/>
                <p14:nvPr/>
              </p14:nvContentPartPr>
              <p14:xfrm>
                <a:off x="674395" y="4378308"/>
                <a:ext cx="380520" cy="3571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2393BD0-7FDE-79CD-92AB-421833C6CC8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8275" y="4372188"/>
                  <a:ext cx="39276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618A6F3-F66D-8862-F7B8-78FFEE060409}"/>
                    </a:ext>
                  </a:extLst>
                </p14:cNvPr>
                <p14:cNvContentPartPr/>
                <p14:nvPr/>
              </p14:nvContentPartPr>
              <p14:xfrm>
                <a:off x="1130515" y="4417548"/>
                <a:ext cx="234360" cy="358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618A6F3-F66D-8862-F7B8-78FFEE06040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24395" y="4411428"/>
                  <a:ext cx="24660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113C5E4-3539-EBBC-3021-5F035A31EB60}"/>
                    </a:ext>
                  </a:extLst>
                </p14:cNvPr>
                <p14:cNvContentPartPr/>
                <p14:nvPr/>
              </p14:nvContentPartPr>
              <p14:xfrm>
                <a:off x="1589875" y="4061148"/>
                <a:ext cx="753840" cy="3448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113C5E4-3539-EBBC-3021-5F035A31EB6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583755" y="4055028"/>
                  <a:ext cx="76608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72FE13C-3D4A-8AAB-C95A-47FECB978AA0}"/>
                    </a:ext>
                  </a:extLst>
                </p14:cNvPr>
                <p14:cNvContentPartPr/>
                <p14:nvPr/>
              </p14:nvContentPartPr>
              <p14:xfrm>
                <a:off x="2101075" y="4136388"/>
                <a:ext cx="500760" cy="19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72FE13C-3D4A-8AAB-C95A-47FECB978AA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94955" y="4130268"/>
                  <a:ext cx="5130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D31949D-F36B-C13B-690F-E8971835ACF9}"/>
                    </a:ext>
                  </a:extLst>
                </p14:cNvPr>
                <p14:cNvContentPartPr/>
                <p14:nvPr/>
              </p14:nvContentPartPr>
              <p14:xfrm>
                <a:off x="3078115" y="3275628"/>
                <a:ext cx="1882440" cy="1032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D31949D-F36B-C13B-690F-E8971835ACF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071995" y="3269508"/>
                  <a:ext cx="1894680" cy="10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7E77856-C772-2765-2280-F6199C3B4F78}"/>
                    </a:ext>
                  </a:extLst>
                </p14:cNvPr>
                <p14:cNvContentPartPr/>
                <p14:nvPr/>
              </p14:nvContentPartPr>
              <p14:xfrm>
                <a:off x="572515" y="5318988"/>
                <a:ext cx="50760" cy="6548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7E77856-C772-2765-2280-F6199C3B4F7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66395" y="5312868"/>
                  <a:ext cx="63000" cy="66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0D924EA-66F4-0DE1-D3FE-C4663F5AD84D}"/>
                    </a:ext>
                  </a:extLst>
                </p14:cNvPr>
                <p14:cNvContentPartPr/>
                <p14:nvPr/>
              </p14:nvContentPartPr>
              <p14:xfrm>
                <a:off x="663955" y="5024508"/>
                <a:ext cx="408600" cy="9486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0D924EA-66F4-0DE1-D3FE-C4663F5AD8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57835" y="5018388"/>
                  <a:ext cx="420840" cy="9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A1CA3E2-D44A-6335-5A0D-30334CE96B6F}"/>
                    </a:ext>
                  </a:extLst>
                </p14:cNvPr>
                <p14:cNvContentPartPr/>
                <p14:nvPr/>
              </p14:nvContentPartPr>
              <p14:xfrm>
                <a:off x="1425355" y="5222148"/>
                <a:ext cx="947520" cy="459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A1CA3E2-D44A-6335-5A0D-30334CE96B6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419235" y="5216028"/>
                  <a:ext cx="95976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17F3404-9F36-D1C9-DC5D-09D6CDB2E9F9}"/>
                    </a:ext>
                  </a:extLst>
                </p14:cNvPr>
                <p14:cNvContentPartPr/>
                <p14:nvPr/>
              </p14:nvContentPartPr>
              <p14:xfrm>
                <a:off x="2541355" y="5120268"/>
                <a:ext cx="644400" cy="4838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17F3404-9F36-D1C9-DC5D-09D6CDB2E9F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535235" y="5114148"/>
                  <a:ext cx="65664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51B05E6-AE2E-A43A-B8A9-F536F0EAB998}"/>
                    </a:ext>
                  </a:extLst>
                </p14:cNvPr>
                <p14:cNvContentPartPr/>
                <p14:nvPr/>
              </p14:nvContentPartPr>
              <p14:xfrm>
                <a:off x="3580675" y="4291908"/>
                <a:ext cx="763920" cy="906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51B05E6-AE2E-A43A-B8A9-F536F0EAB99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574555" y="4285788"/>
                  <a:ext cx="776160" cy="9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BE07604-C05E-D4A7-B0F0-CA39E644BECA}"/>
                    </a:ext>
                  </a:extLst>
                </p14:cNvPr>
                <p14:cNvContentPartPr/>
                <p14:nvPr/>
              </p14:nvContentPartPr>
              <p14:xfrm>
                <a:off x="4477435" y="4265628"/>
                <a:ext cx="177840" cy="797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BE07604-C05E-D4A7-B0F0-CA39E644BEC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71315" y="4259508"/>
                  <a:ext cx="190080" cy="80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E5BA278-BFFA-D8AC-AFD7-57709B240495}"/>
                    </a:ext>
                  </a:extLst>
                </p14:cNvPr>
                <p14:cNvContentPartPr/>
                <p14:nvPr/>
              </p14:nvContentPartPr>
              <p14:xfrm>
                <a:off x="4744555" y="4530228"/>
                <a:ext cx="1132200" cy="3661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E5BA278-BFFA-D8AC-AFD7-57709B24049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38435" y="4524108"/>
                  <a:ext cx="114444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093A6FF-B44B-5C46-6AB3-A4ABB1DF7F4A}"/>
                    </a:ext>
                  </a:extLst>
                </p14:cNvPr>
                <p14:cNvContentPartPr/>
                <p14:nvPr/>
              </p14:nvContentPartPr>
              <p14:xfrm>
                <a:off x="5195995" y="2979348"/>
                <a:ext cx="2163600" cy="196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093A6FF-B44B-5C46-6AB3-A4ABB1DF7F4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189875" y="2973228"/>
                  <a:ext cx="21758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C592EA3-8D91-145D-FC72-101A89077634}"/>
                    </a:ext>
                  </a:extLst>
                </p14:cNvPr>
                <p14:cNvContentPartPr/>
                <p14:nvPr/>
              </p14:nvContentPartPr>
              <p14:xfrm>
                <a:off x="6894475" y="2369868"/>
                <a:ext cx="733680" cy="15022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C592EA3-8D91-145D-FC72-101A8907763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888355" y="2363748"/>
                  <a:ext cx="745920" cy="151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4DAD123-B9C8-0504-58BE-15CAB00BAE8E}"/>
                    </a:ext>
                  </a:extLst>
                </p14:cNvPr>
                <p14:cNvContentPartPr/>
                <p14:nvPr/>
              </p14:nvContentPartPr>
              <p14:xfrm>
                <a:off x="5003395" y="3763068"/>
                <a:ext cx="186120" cy="108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4DAD123-B9C8-0504-58BE-15CAB00BAE8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997275" y="3756948"/>
                  <a:ext cx="1983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5D5D9D7-501F-8C59-EB88-5AF24AC96761}"/>
                    </a:ext>
                  </a:extLst>
                </p14:cNvPr>
                <p14:cNvContentPartPr/>
                <p14:nvPr/>
              </p14:nvContentPartPr>
              <p14:xfrm>
                <a:off x="5164315" y="3614388"/>
                <a:ext cx="781200" cy="5331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5D5D9D7-501F-8C59-EB88-5AF24AC9676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158195" y="3608268"/>
                  <a:ext cx="793440" cy="54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E27AD95-9664-8E3A-9471-C4E618076DC5}"/>
                    </a:ext>
                  </a:extLst>
                </p14:cNvPr>
                <p14:cNvContentPartPr/>
                <p14:nvPr/>
              </p14:nvContentPartPr>
              <p14:xfrm>
                <a:off x="6356635" y="4863588"/>
                <a:ext cx="687240" cy="273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E27AD95-9664-8E3A-9471-C4E618076DC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50515" y="4857468"/>
                  <a:ext cx="699480" cy="28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4E77E24-ED04-123E-7CDF-83EDB30C6CAC}"/>
              </a:ext>
            </a:extLst>
          </p:cNvPr>
          <p:cNvGrpSpPr/>
          <p:nvPr/>
        </p:nvGrpSpPr>
        <p:grpSpPr>
          <a:xfrm>
            <a:off x="8478835" y="2015988"/>
            <a:ext cx="3160440" cy="1798560"/>
            <a:chOff x="8478835" y="2015988"/>
            <a:chExt cx="3160440" cy="179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46DC8FE-CD36-CD40-B978-19164C46A0FB}"/>
                    </a:ext>
                  </a:extLst>
                </p14:cNvPr>
                <p14:cNvContentPartPr/>
                <p14:nvPr/>
              </p14:nvContentPartPr>
              <p14:xfrm>
                <a:off x="8478835" y="2161068"/>
                <a:ext cx="1473480" cy="789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46DC8FE-CD36-CD40-B978-19164C46A0F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472715" y="2154948"/>
                  <a:ext cx="1485720" cy="80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315B276-8937-028E-80CA-0DAEEF8F7E85}"/>
                    </a:ext>
                  </a:extLst>
                </p14:cNvPr>
                <p14:cNvContentPartPr/>
                <p14:nvPr/>
              </p14:nvContentPartPr>
              <p14:xfrm>
                <a:off x="9907675" y="2015988"/>
                <a:ext cx="190800" cy="712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315B276-8937-028E-80CA-0DAEEF8F7E8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901195" y="2009868"/>
                  <a:ext cx="20304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5793EF3-5150-753C-4654-D1F82791803B}"/>
                    </a:ext>
                  </a:extLst>
                </p14:cNvPr>
                <p14:cNvContentPartPr/>
                <p14:nvPr/>
              </p14:nvContentPartPr>
              <p14:xfrm>
                <a:off x="10196395" y="2047308"/>
                <a:ext cx="571680" cy="753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5793EF3-5150-753C-4654-D1F82791803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190275" y="2041188"/>
                  <a:ext cx="583920" cy="76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E2046B6-E100-2B5A-BFE0-EF427202EB12}"/>
                    </a:ext>
                  </a:extLst>
                </p14:cNvPr>
                <p14:cNvContentPartPr/>
                <p14:nvPr/>
              </p14:nvContentPartPr>
              <p14:xfrm>
                <a:off x="9759715" y="2851908"/>
                <a:ext cx="1749240" cy="962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E2046B6-E100-2B5A-BFE0-EF427202EB1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753595" y="2845788"/>
                  <a:ext cx="1761480" cy="9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273C001-D3A6-C7CB-B34A-FF42849A38C2}"/>
                    </a:ext>
                  </a:extLst>
                </p14:cNvPr>
                <p14:cNvContentPartPr/>
                <p14:nvPr/>
              </p14:nvContentPartPr>
              <p14:xfrm>
                <a:off x="11611195" y="3511428"/>
                <a:ext cx="28080" cy="27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273C001-D3A6-C7CB-B34A-FF42849A38C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605075" y="3505308"/>
                  <a:ext cx="4032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E73D814-D4AD-591C-8577-98C2B755F032}"/>
              </a:ext>
            </a:extLst>
          </p:cNvPr>
          <p:cNvGrpSpPr/>
          <p:nvPr/>
        </p:nvGrpSpPr>
        <p:grpSpPr>
          <a:xfrm>
            <a:off x="8007235" y="4239348"/>
            <a:ext cx="3674520" cy="1386720"/>
            <a:chOff x="8007235" y="4239348"/>
            <a:chExt cx="3674520" cy="138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72D7EA6-9675-7DC7-32E6-1C65CABC370A}"/>
                    </a:ext>
                  </a:extLst>
                </p14:cNvPr>
                <p14:cNvContentPartPr/>
                <p14:nvPr/>
              </p14:nvContentPartPr>
              <p14:xfrm>
                <a:off x="8425555" y="4239348"/>
                <a:ext cx="807120" cy="7981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72D7EA6-9675-7DC7-32E6-1C65CABC370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419435" y="4233228"/>
                  <a:ext cx="819360" cy="81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4BBB5D3-9230-8364-8EC4-D716600402EF}"/>
                    </a:ext>
                  </a:extLst>
                </p14:cNvPr>
                <p14:cNvContentPartPr/>
                <p14:nvPr/>
              </p14:nvContentPartPr>
              <p14:xfrm>
                <a:off x="9517795" y="4567308"/>
                <a:ext cx="320400" cy="385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4BBB5D3-9230-8364-8EC4-D716600402E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511675" y="4561188"/>
                  <a:ext cx="332640" cy="39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9E8198B-A8F6-47E0-0E2B-83AA18880968}"/>
                    </a:ext>
                  </a:extLst>
                </p14:cNvPr>
                <p14:cNvContentPartPr/>
                <p14:nvPr/>
              </p14:nvContentPartPr>
              <p14:xfrm>
                <a:off x="9872395" y="4519428"/>
                <a:ext cx="489240" cy="3088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9E8198B-A8F6-47E0-0E2B-83AA1888096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866275" y="4513308"/>
                  <a:ext cx="50148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F2CAC27-A752-1784-CEBE-E4F90D4DC6AD}"/>
                    </a:ext>
                  </a:extLst>
                </p14:cNvPr>
                <p14:cNvContentPartPr/>
                <p14:nvPr/>
              </p14:nvContentPartPr>
              <p14:xfrm>
                <a:off x="10574395" y="4261308"/>
                <a:ext cx="27000" cy="26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F2CAC27-A752-1784-CEBE-E4F90D4DC6A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68275" y="4255188"/>
                  <a:ext cx="392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071924B-072E-B2EC-1E75-E017388382B3}"/>
                    </a:ext>
                  </a:extLst>
                </p14:cNvPr>
                <p14:cNvContentPartPr/>
                <p14:nvPr/>
              </p14:nvContentPartPr>
              <p14:xfrm>
                <a:off x="10590595" y="4667028"/>
                <a:ext cx="245880" cy="2131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071924B-072E-B2EC-1E75-E017388382B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584475" y="4660908"/>
                  <a:ext cx="2581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FB7F8DC-CF4A-7838-5358-39B2BEAE6991}"/>
                    </a:ext>
                  </a:extLst>
                </p14:cNvPr>
                <p14:cNvContentPartPr/>
                <p14:nvPr/>
              </p14:nvContentPartPr>
              <p14:xfrm>
                <a:off x="11044555" y="4253028"/>
                <a:ext cx="491760" cy="5263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FB7F8DC-CF4A-7838-5358-39B2BEAE699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038435" y="4246908"/>
                  <a:ext cx="50400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76F3110-C991-7FC1-A8D7-3A91984647F2}"/>
                    </a:ext>
                  </a:extLst>
                </p14:cNvPr>
                <p14:cNvContentPartPr/>
                <p14:nvPr/>
              </p14:nvContentPartPr>
              <p14:xfrm>
                <a:off x="8007235" y="5260668"/>
                <a:ext cx="3674520" cy="3654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76F3110-C991-7FC1-A8D7-3A91984647F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001115" y="5254548"/>
                  <a:ext cx="368676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EA73EBC-9472-07C9-83FA-7DC9AB703EF9}"/>
                    </a:ext>
                  </a:extLst>
                </p14:cNvPr>
                <p14:cNvContentPartPr/>
                <p14:nvPr/>
              </p14:nvContentPartPr>
              <p14:xfrm>
                <a:off x="9774835" y="5189028"/>
                <a:ext cx="34200" cy="316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EA73EBC-9472-07C9-83FA-7DC9AB703EF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768715" y="5182908"/>
                  <a:ext cx="46440" cy="43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24319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B42D31-4BAC-AD59-D842-3390F7E15A1D}"/>
              </a:ext>
            </a:extLst>
          </p:cNvPr>
          <p:cNvSpPr txBox="1"/>
          <p:nvPr/>
        </p:nvSpPr>
        <p:spPr>
          <a:xfrm>
            <a:off x="1278654" y="764920"/>
            <a:ext cx="6094324" cy="1883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buNone/>
            </a:pPr>
            <a:r>
              <a:rPr lang="en-US" sz="3200" b="0" dirty="0">
                <a:solidFill>
                  <a:srgbClr val="BECFDA"/>
                </a:solidFill>
                <a:effectLst/>
                <a:latin typeface="Mono Lisa"/>
              </a:rPr>
              <a:t>Encapsulation involves bundling</a:t>
            </a:r>
          </a:p>
          <a:p>
            <a:pPr>
              <a:lnSpc>
                <a:spcPts val="1500"/>
              </a:lnSpc>
              <a:buNone/>
            </a:pPr>
            <a:endParaRPr lang="en-US" sz="3200" dirty="0">
              <a:solidFill>
                <a:srgbClr val="BECFDA"/>
              </a:solidFill>
              <a:latin typeface="Mono Lisa"/>
            </a:endParaRPr>
          </a:p>
          <a:p>
            <a:pPr>
              <a:lnSpc>
                <a:spcPts val="1500"/>
              </a:lnSpc>
              <a:buNone/>
            </a:pPr>
            <a:endParaRPr lang="en-US" sz="3200" b="0" dirty="0">
              <a:solidFill>
                <a:srgbClr val="BECFDA"/>
              </a:solidFill>
              <a:effectLst/>
              <a:latin typeface="Mono Lisa"/>
            </a:endParaRPr>
          </a:p>
          <a:p>
            <a:pPr>
              <a:lnSpc>
                <a:spcPts val="1500"/>
              </a:lnSpc>
              <a:buNone/>
            </a:pPr>
            <a:r>
              <a:rPr lang="en-US" sz="3200" b="0" dirty="0">
                <a:solidFill>
                  <a:srgbClr val="BECFDA"/>
                </a:solidFill>
                <a:effectLst/>
                <a:latin typeface="Mono Lisa"/>
              </a:rPr>
              <a:t> data and methods that</a:t>
            </a:r>
          </a:p>
          <a:p>
            <a:pPr>
              <a:lnSpc>
                <a:spcPts val="1500"/>
              </a:lnSpc>
              <a:buNone/>
            </a:pPr>
            <a:endParaRPr lang="en-US" sz="3200" dirty="0">
              <a:solidFill>
                <a:srgbClr val="BECFDA"/>
              </a:solidFill>
              <a:latin typeface="Mono Lisa"/>
            </a:endParaRPr>
          </a:p>
          <a:p>
            <a:pPr>
              <a:lnSpc>
                <a:spcPts val="1500"/>
              </a:lnSpc>
              <a:buNone/>
            </a:pPr>
            <a:r>
              <a:rPr lang="en-US" sz="3200" b="0" dirty="0">
                <a:solidFill>
                  <a:srgbClr val="BECFDA"/>
                </a:solidFill>
                <a:effectLst/>
                <a:latin typeface="Mono Lisa"/>
              </a:rPr>
              <a:t> operate on the data within a single </a:t>
            </a:r>
          </a:p>
          <a:p>
            <a:pPr>
              <a:lnSpc>
                <a:spcPts val="1500"/>
              </a:lnSpc>
              <a:buNone/>
            </a:pPr>
            <a:endParaRPr lang="en-US" sz="3200" dirty="0">
              <a:solidFill>
                <a:srgbClr val="BECFDA"/>
              </a:solidFill>
              <a:latin typeface="Mono Lisa"/>
            </a:endParaRPr>
          </a:p>
          <a:p>
            <a:pPr>
              <a:lnSpc>
                <a:spcPts val="1500"/>
              </a:lnSpc>
              <a:buNone/>
            </a:pPr>
            <a:endParaRPr lang="en-US" sz="3200" b="0" dirty="0">
              <a:solidFill>
                <a:srgbClr val="BECFDA"/>
              </a:solidFill>
              <a:effectLst/>
              <a:latin typeface="Mono Lisa"/>
            </a:endParaRPr>
          </a:p>
          <a:p>
            <a:pPr>
              <a:lnSpc>
                <a:spcPts val="1500"/>
              </a:lnSpc>
              <a:buNone/>
            </a:pPr>
            <a:r>
              <a:rPr lang="en-US" sz="3200" b="0" dirty="0">
                <a:solidFill>
                  <a:srgbClr val="BECFDA"/>
                </a:solidFill>
                <a:effectLst/>
                <a:latin typeface="Mono Lisa"/>
              </a:rPr>
              <a:t>unit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B7B92D9-5EFB-252A-0E4A-448C5E77BD97}"/>
                  </a:ext>
                </a:extLst>
              </p14:cNvPr>
              <p14:cNvContentPartPr/>
              <p14:nvPr/>
            </p14:nvContentPartPr>
            <p14:xfrm>
              <a:off x="12346675" y="136068"/>
              <a:ext cx="20880" cy="241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B7B92D9-5EFB-252A-0E4A-448C5E77BD9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40555" y="129948"/>
                <a:ext cx="3312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4097925-9502-B90A-8900-CD9D17FD819D}"/>
                  </a:ext>
                </a:extLst>
              </p14:cNvPr>
              <p14:cNvContentPartPr/>
              <p14:nvPr/>
            </p14:nvContentPartPr>
            <p14:xfrm>
              <a:off x="12396355" y="75588"/>
              <a:ext cx="7560" cy="100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4097925-9502-B90A-8900-CD9D17FD819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90235" y="69468"/>
                <a:ext cx="19800" cy="2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CFE60E6-7FA7-7C07-9BA0-CEB1C1CED24A}"/>
                  </a:ext>
                </a:extLst>
              </p14:cNvPr>
              <p14:cNvContentPartPr/>
              <p14:nvPr/>
            </p14:nvContentPartPr>
            <p14:xfrm>
              <a:off x="10301875" y="1155228"/>
              <a:ext cx="83520" cy="1296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CFE60E6-7FA7-7C07-9BA0-CEB1C1CED24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295755" y="1149108"/>
                <a:ext cx="9576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C05BFAB-45EB-DDF0-A533-6D2FC330AB78}"/>
                  </a:ext>
                </a:extLst>
              </p14:cNvPr>
              <p14:cNvContentPartPr/>
              <p14:nvPr/>
            </p14:nvContentPartPr>
            <p14:xfrm>
              <a:off x="4061635" y="1031420"/>
              <a:ext cx="2712960" cy="950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C05BFAB-45EB-DDF0-A533-6D2FC330AB7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052995" y="1022780"/>
                <a:ext cx="2730600" cy="11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CDF4585-1ABA-8E0B-E79A-C86B464627FC}"/>
                  </a:ext>
                </a:extLst>
              </p14:cNvPr>
              <p14:cNvContentPartPr/>
              <p14:nvPr/>
            </p14:nvContentPartPr>
            <p14:xfrm>
              <a:off x="1833595" y="1590500"/>
              <a:ext cx="454320" cy="806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CDF4585-1ABA-8E0B-E79A-C86B464627F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824595" y="1581500"/>
                <a:ext cx="471960" cy="9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A09CB-AF13-26C6-DE6E-69C4ABED0F93}"/>
              </a:ext>
            </a:extLst>
          </p:cNvPr>
          <p:cNvGrpSpPr/>
          <p:nvPr/>
        </p:nvGrpSpPr>
        <p:grpSpPr>
          <a:xfrm>
            <a:off x="9428875" y="444980"/>
            <a:ext cx="1613160" cy="1350720"/>
            <a:chOff x="9428875" y="444980"/>
            <a:chExt cx="1613160" cy="135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C7ADB19-D3FF-0613-DA28-FFD78E02F2CA}"/>
                    </a:ext>
                  </a:extLst>
                </p14:cNvPr>
                <p14:cNvContentPartPr/>
                <p14:nvPr/>
              </p14:nvContentPartPr>
              <p14:xfrm>
                <a:off x="9428875" y="501500"/>
                <a:ext cx="448560" cy="1104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C7ADB19-D3FF-0613-DA28-FFD78E02F2C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419875" y="492500"/>
                  <a:ext cx="466200" cy="11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D201C6D-ADB0-7FDB-1FC7-F8E457CC9C8C}"/>
                    </a:ext>
                  </a:extLst>
                </p14:cNvPr>
                <p14:cNvContentPartPr/>
                <p14:nvPr/>
              </p14:nvContentPartPr>
              <p14:xfrm>
                <a:off x="9926755" y="444980"/>
                <a:ext cx="1115280" cy="13507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D201C6D-ADB0-7FDB-1FC7-F8E457CC9C8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18115" y="436340"/>
                  <a:ext cx="1132920" cy="13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65E6633-48FF-FB1F-920B-A2309389410C}"/>
                    </a:ext>
                  </a:extLst>
                </p14:cNvPr>
                <p14:cNvContentPartPr/>
                <p14:nvPr/>
              </p14:nvContentPartPr>
              <p14:xfrm>
                <a:off x="9496195" y="661700"/>
                <a:ext cx="1112400" cy="840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65E6633-48FF-FB1F-920B-A2309389410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87555" y="652700"/>
                  <a:ext cx="1130040" cy="85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C4B41E5-13EE-9F0D-6513-5AED6E247449}"/>
                  </a:ext>
                </a:extLst>
              </p14:cNvPr>
              <p14:cNvContentPartPr/>
              <p14:nvPr/>
            </p14:nvContentPartPr>
            <p14:xfrm>
              <a:off x="3545755" y="1618580"/>
              <a:ext cx="1511280" cy="385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C4B41E5-13EE-9F0D-6513-5AED6E247449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536755" y="1609940"/>
                <a:ext cx="152892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054ABC9-D2BD-8F2C-AFCD-CEEEAD44B0DF}"/>
                  </a:ext>
                </a:extLst>
              </p14:cNvPr>
              <p14:cNvContentPartPr/>
              <p14:nvPr/>
            </p14:nvContentPartPr>
            <p14:xfrm>
              <a:off x="2020435" y="2028980"/>
              <a:ext cx="2827800" cy="1587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054ABC9-D2BD-8F2C-AFCD-CEEEAD44B0D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011435" y="2019980"/>
                <a:ext cx="284544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43268939-2991-8914-D390-DAD393CDAB3E}"/>
                  </a:ext>
                </a:extLst>
              </p14:cNvPr>
              <p14:cNvContentPartPr/>
              <p14:nvPr/>
            </p14:nvContentPartPr>
            <p14:xfrm>
              <a:off x="1369195" y="2762660"/>
              <a:ext cx="1256040" cy="597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43268939-2991-8914-D390-DAD393CDAB3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360555" y="2754020"/>
                <a:ext cx="127368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0E2DE883-2164-D22F-740E-B94AAE0B49E3}"/>
                  </a:ext>
                </a:extLst>
              </p14:cNvPr>
              <p14:cNvContentPartPr/>
              <p14:nvPr/>
            </p14:nvContentPartPr>
            <p14:xfrm>
              <a:off x="2576275" y="2366300"/>
              <a:ext cx="43920" cy="6012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0E2DE883-2164-D22F-740E-B94AAE0B49E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567275" y="2357660"/>
                <a:ext cx="61560" cy="7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957F7B8E-F2EC-9EE1-369C-D8E587A25BFC}"/>
              </a:ext>
            </a:extLst>
          </p:cNvPr>
          <p:cNvGrpSpPr/>
          <p:nvPr/>
        </p:nvGrpSpPr>
        <p:grpSpPr>
          <a:xfrm>
            <a:off x="6216955" y="2211140"/>
            <a:ext cx="5478840" cy="3931920"/>
            <a:chOff x="6216955" y="2211140"/>
            <a:chExt cx="5478840" cy="393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33FA951-22A1-7A04-E3DA-8C291517AA17}"/>
                    </a:ext>
                  </a:extLst>
                </p14:cNvPr>
                <p14:cNvContentPartPr/>
                <p14:nvPr/>
              </p14:nvContentPartPr>
              <p14:xfrm>
                <a:off x="6216955" y="2211140"/>
                <a:ext cx="905760" cy="41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33FA951-22A1-7A04-E3DA-8C291517AA1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207955" y="2202140"/>
                  <a:ext cx="9234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845D9B2-95EA-A38C-8EAA-BE75D16F86B8}"/>
                    </a:ext>
                  </a:extLst>
                </p14:cNvPr>
                <p14:cNvContentPartPr/>
                <p14:nvPr/>
              </p14:nvContentPartPr>
              <p14:xfrm>
                <a:off x="9908755" y="5103020"/>
                <a:ext cx="1437840" cy="169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845D9B2-95EA-A38C-8EAA-BE75D16F86B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99755" y="5094020"/>
                  <a:ext cx="14554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16636EE-E4C0-8977-2DA7-FBFAAA3446C1}"/>
                    </a:ext>
                  </a:extLst>
                </p14:cNvPr>
                <p14:cNvContentPartPr/>
                <p14:nvPr/>
              </p14:nvContentPartPr>
              <p14:xfrm>
                <a:off x="9667555" y="5560580"/>
                <a:ext cx="165600" cy="499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16636EE-E4C0-8977-2DA7-FBFAAA3446C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658555" y="5551580"/>
                  <a:ext cx="18324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830F875-9449-137B-7EE7-F5F0A98C0026}"/>
                    </a:ext>
                  </a:extLst>
                </p14:cNvPr>
                <p14:cNvContentPartPr/>
                <p14:nvPr/>
              </p14:nvContentPartPr>
              <p14:xfrm>
                <a:off x="9866635" y="5505140"/>
                <a:ext cx="481320" cy="6379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830F875-9449-137B-7EE7-F5F0A98C002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857635" y="5496500"/>
                  <a:ext cx="498960" cy="65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9215A49-08B1-FAD5-1831-6AF5E393450D}"/>
                    </a:ext>
                  </a:extLst>
                </p14:cNvPr>
                <p14:cNvContentPartPr/>
                <p14:nvPr/>
              </p14:nvContentPartPr>
              <p14:xfrm>
                <a:off x="11014315" y="5935700"/>
                <a:ext cx="28080" cy="37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9215A49-08B1-FAD5-1831-6AF5E393450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005675" y="5926700"/>
                  <a:ext cx="457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3F409B1-3CF1-EBDD-F40B-C2EEA00E289D}"/>
                    </a:ext>
                  </a:extLst>
                </p14:cNvPr>
                <p14:cNvContentPartPr/>
                <p14:nvPr/>
              </p14:nvContentPartPr>
              <p14:xfrm>
                <a:off x="7187155" y="4799540"/>
                <a:ext cx="516240" cy="8424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3F409B1-3CF1-EBDD-F40B-C2EEA00E289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78515" y="4790540"/>
                  <a:ext cx="533880" cy="86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2301DBA-0C7A-567C-0A60-5A3DE3B5BC92}"/>
                    </a:ext>
                  </a:extLst>
                </p14:cNvPr>
                <p14:cNvContentPartPr/>
                <p14:nvPr/>
              </p14:nvContentPartPr>
              <p14:xfrm>
                <a:off x="7106155" y="4420820"/>
                <a:ext cx="245160" cy="2304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2301DBA-0C7A-567C-0A60-5A3DE3B5BC9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097515" y="4411820"/>
                  <a:ext cx="2628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87201AF-AF93-8C80-9CF1-1A53A9F57CEF}"/>
                    </a:ext>
                  </a:extLst>
                </p14:cNvPr>
                <p14:cNvContentPartPr/>
                <p14:nvPr/>
              </p14:nvContentPartPr>
              <p14:xfrm>
                <a:off x="7717795" y="5163500"/>
                <a:ext cx="354240" cy="420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87201AF-AF93-8C80-9CF1-1A53A9F57CE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708795" y="5154860"/>
                  <a:ext cx="37188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646E24C-9694-0A0D-A5FF-8FAB47EB1F9A}"/>
                    </a:ext>
                  </a:extLst>
                </p14:cNvPr>
                <p14:cNvContentPartPr/>
                <p14:nvPr/>
              </p14:nvContentPartPr>
              <p14:xfrm>
                <a:off x="6899155" y="3219140"/>
                <a:ext cx="1408680" cy="25250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646E24C-9694-0A0D-A5FF-8FAB47EB1F9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890155" y="3210500"/>
                  <a:ext cx="1426320" cy="254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020C60D-55EF-3F03-8A8A-EC0B4FCF8A9F}"/>
                    </a:ext>
                  </a:extLst>
                </p14:cNvPr>
                <p14:cNvContentPartPr/>
                <p14:nvPr/>
              </p14:nvContentPartPr>
              <p14:xfrm>
                <a:off x="9214315" y="2657900"/>
                <a:ext cx="173160" cy="8157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020C60D-55EF-3F03-8A8A-EC0B4FCF8A9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205315" y="2649260"/>
                  <a:ext cx="190800" cy="83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DF6AD72-4AE1-6DF3-84DE-3F03CAAB66AA}"/>
                    </a:ext>
                  </a:extLst>
                </p14:cNvPr>
                <p14:cNvContentPartPr/>
                <p14:nvPr/>
              </p14:nvContentPartPr>
              <p14:xfrm>
                <a:off x="9070675" y="2380340"/>
                <a:ext cx="780480" cy="12956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DF6AD72-4AE1-6DF3-84DE-3F03CAAB66A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061675" y="2371700"/>
                  <a:ext cx="798120" cy="13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8F804B6-CE74-11C5-66AC-99481575796C}"/>
                    </a:ext>
                  </a:extLst>
                </p14:cNvPr>
                <p14:cNvContentPartPr/>
                <p14:nvPr/>
              </p14:nvContentPartPr>
              <p14:xfrm>
                <a:off x="9866635" y="3096740"/>
                <a:ext cx="293400" cy="2314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8F804B6-CE74-11C5-66AC-99481575796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857635" y="3087740"/>
                  <a:ext cx="3110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BD86640-41F9-DA6A-2BCA-5F4932BCBBE3}"/>
                    </a:ext>
                  </a:extLst>
                </p14:cNvPr>
                <p14:cNvContentPartPr/>
                <p14:nvPr/>
              </p14:nvContentPartPr>
              <p14:xfrm>
                <a:off x="10446595" y="3169460"/>
                <a:ext cx="301680" cy="2142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BD86640-41F9-DA6A-2BCA-5F4932BCBBE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37595" y="3160460"/>
                  <a:ext cx="3193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11A121A-7F37-3755-DD67-792C3794C746}"/>
                    </a:ext>
                  </a:extLst>
                </p14:cNvPr>
                <p14:cNvContentPartPr/>
                <p14:nvPr/>
              </p14:nvContentPartPr>
              <p14:xfrm>
                <a:off x="11054275" y="2842940"/>
                <a:ext cx="277200" cy="363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11A121A-7F37-3755-DD67-792C3794C74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045275" y="2833940"/>
                  <a:ext cx="29484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3CCFF12-EABE-93AA-FBB5-5AF7049FD93A}"/>
                    </a:ext>
                  </a:extLst>
                </p14:cNvPr>
                <p14:cNvContentPartPr/>
                <p14:nvPr/>
              </p14:nvContentPartPr>
              <p14:xfrm>
                <a:off x="11268835" y="2993780"/>
                <a:ext cx="65520" cy="21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3CCFF12-EABE-93AA-FBB5-5AF7049FD93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60195" y="2984780"/>
                  <a:ext cx="831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A9BF189-34E3-C96D-A262-8A15AD807499}"/>
                    </a:ext>
                  </a:extLst>
                </p14:cNvPr>
                <p14:cNvContentPartPr/>
                <p14:nvPr/>
              </p14:nvContentPartPr>
              <p14:xfrm>
                <a:off x="8997235" y="3927980"/>
                <a:ext cx="151200" cy="1209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A9BF189-34E3-C96D-A262-8A15AD80749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988235" y="3919340"/>
                  <a:ext cx="1688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EC48561-967B-49A6-D7B1-E3D218808B57}"/>
                    </a:ext>
                  </a:extLst>
                </p14:cNvPr>
                <p14:cNvContentPartPr/>
                <p14:nvPr/>
              </p14:nvContentPartPr>
              <p14:xfrm>
                <a:off x="8916235" y="4523780"/>
                <a:ext cx="330840" cy="741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EC48561-967B-49A6-D7B1-E3D218808B5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907595" y="4515140"/>
                  <a:ext cx="3484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A6D2F0B-EE73-9D71-E39B-AA23C2BAE412}"/>
                    </a:ext>
                  </a:extLst>
                </p14:cNvPr>
                <p14:cNvContentPartPr/>
                <p14:nvPr/>
              </p14:nvContentPartPr>
              <p14:xfrm>
                <a:off x="10335715" y="3934100"/>
                <a:ext cx="1216440" cy="683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A6D2F0B-EE73-9D71-E39B-AA23C2BAE41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327075" y="3925460"/>
                  <a:ext cx="1234080" cy="70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A9AC0E7-92CF-AC9B-0CF0-76ED8EADF430}"/>
                    </a:ext>
                  </a:extLst>
                </p14:cNvPr>
                <p14:cNvContentPartPr/>
                <p14:nvPr/>
              </p14:nvContentPartPr>
              <p14:xfrm>
                <a:off x="10931155" y="3762020"/>
                <a:ext cx="46080" cy="871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A9AC0E7-92CF-AC9B-0CF0-76ED8EADF43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922515" y="3753020"/>
                  <a:ext cx="637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C99C698-99E5-9006-EB01-69724A6FDCE0}"/>
                    </a:ext>
                  </a:extLst>
                </p14:cNvPr>
                <p14:cNvContentPartPr/>
                <p14:nvPr/>
              </p14:nvContentPartPr>
              <p14:xfrm>
                <a:off x="11022955" y="3490220"/>
                <a:ext cx="212760" cy="224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C99C698-99E5-9006-EB01-69724A6FDC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13955" y="3481220"/>
                  <a:ext cx="2304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FFEF990-6921-1DC0-967F-7E5470D4B8CA}"/>
                    </a:ext>
                  </a:extLst>
                </p14:cNvPr>
                <p14:cNvContentPartPr/>
                <p14:nvPr/>
              </p14:nvContentPartPr>
              <p14:xfrm>
                <a:off x="9568555" y="2570420"/>
                <a:ext cx="18360" cy="37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FFEF990-6921-1DC0-967F-7E5470D4B8C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559915" y="2561420"/>
                  <a:ext cx="360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BBC0050-D1BA-9FA2-4B23-6608072061FD}"/>
                    </a:ext>
                  </a:extLst>
                </p14:cNvPr>
                <p14:cNvContentPartPr/>
                <p14:nvPr/>
              </p14:nvContentPartPr>
              <p14:xfrm>
                <a:off x="7142515" y="2555660"/>
                <a:ext cx="4553280" cy="3385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BBC0050-D1BA-9FA2-4B23-6608072061F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133875" y="2546660"/>
                  <a:ext cx="4570920" cy="3403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595270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528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182</TotalTime>
  <Words>17</Words>
  <Application>Microsoft Office PowerPoint</Application>
  <PresentationFormat>Widescreen</PresentationFormat>
  <Paragraphs>9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Mono Lisa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testBI Power</dc:creator>
  <cp:lastModifiedBy>testBI Power</cp:lastModifiedBy>
  <cp:revision>4</cp:revision>
  <dcterms:created xsi:type="dcterms:W3CDTF">2026-03-19T17:19:06Z</dcterms:created>
  <dcterms:modified xsi:type="dcterms:W3CDTF">2026-03-26T17:50:20Z</dcterms:modified>
</cp:coreProperties>
</file>