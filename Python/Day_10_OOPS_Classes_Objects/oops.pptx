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19:47.53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616 595 11945,'-1'-4'2174,"-2"-4"-1021,0-1-1,0 1 0,0-1 1,-1 1-1,0 0 1,-1 1-1,0-1 0,0 1 1,-12-13-1,14 16-663,0 1-1,-1 0 1,1 0 0,-1 0-1,1 0 1,-1 1 0,-6-4 0,9 6-366,-1-1 1,1 1-1,-1 0 1,1 0 0,-1-1-1,1 1 1,-1 0 0,0 0-1,1 1 1,-1-1 0,1 0-1,-1 0 1,1 1-1,-1-1 1,1 1 0,-1-1-1,1 1 1,-1 0 0,1 0-1,0 0 1,-1-1-1,1 1 1,0 0 0,0 1-1,-2 0 1,-19 23-124,0 1 0,2 0 0,1 2 0,-24 44 0,24-40 0,-45 88 0,5 3 0,-66 201 0,55-92 0,61-189 0,2 1 0,1 0 0,1 66 0,5-72 0,2 1 0,2-1 0,1 1 0,2-1 0,13 43 0,-15-68 0,-1 0 0,2-1 0,0 0 0,0 0 0,1 0 0,0-1 0,1 0 0,1 0 0,0-1 0,0 0 0,1 0 0,0-1 0,0-1 0,1 0 0,0 0 0,1-1 0,0 0 0,18 7 0,-7-7 0,0 0 0,1-1 0,0-2 0,0 0 0,0-1 0,0-2 0,1 0 0,32-4 0,0-4 0,-1-2 0,78-23 0,-73 14 0,-1-3 0,-1-3 0,-1-2 0,-1-2 0,-1-4 0,-2-1 0,-1-3 0,-3-2 0,0-3 0,64-67 0,-77 68 0,-2-2 0,-2-2 0,-2-1 0,-2-1 0,-2-1 0,-1-2 0,-3 0 0,-3-2 0,-1 0 0,-3-1 0,-2-1 0,11-81 0,-20 91 0,-2 0 0,-2-1 0,-2 1 0,-2-1 0,-2 1 0,-2 0 0,-14-49 0,11 57 0,-2 1 0,-2 0 0,-1 0 0,-2 2 0,-1 0 0,-2 1 0,0 1 0,-47-52 0,35 50 0,-2 1 0,-1 2 0,-1 1 0,-1 2 0,-1 2 0,-2 1 0,-48-20 0,40 23 0,-1 2 0,0 2 0,-1 3 0,0 1 0,-1 3 0,-55-3 0,74 10-119,0 2 0,0 1 1,1 2-1,-1 1 0,1 1 0,0 2 1,0 1-1,-32 13 0,42-12-42,1 0-1,0 1 0,1 1 1,1 1-1,-1 1 1,2 0-1,0 2 1,0 0-1,2 0 1,0 2-1,0-1 1,-15 27-1,15-19-911,1 1 1,0 1-1,3 1 1,-12 33-1,19-44-16,0-1-1,0 1 1,2-1 0,0 1 0,1 0-1,0 0 1,1 0 0,1 0-1,4 19 1,21 56-9269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19:48.63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323 313 6153,'17'-26'1886,"-14"21"42,-3 3-1472,0-1 0,-1 0 0,1 1 1,0-1-1,0 0 0,1 0 0,-1 1 0,1-1 0,2-9 6882,-15 35-5334,-40 75 838,24-49-1712,-28 69 1,7 30 360,-52 261 0,82-314-1237,-7 105 1,23-158-208,2 0-1,2-1 1,2 1-1,1-1 0,12 47 1,-11-69-89,0-1 0,2 0 0,0-1 0,1 0 0,0 0 0,1 0 0,2-1 0,-1 0 0,2-1 0,0-1 0,0 0 0,2 0 0,0-1 0,21 15 0,-18-16-53,1-1-1,1-1 1,0-1 0,0 0-1,1-2 1,0 0-1,0-1 1,0-1-1,1-1 1,0-1 0,0 0-1,36-2 1,-22-2 27,-1-2 0,1-2 0,-1-1 0,1-2 1,-2-1-1,1-1 0,-1-2 0,-1-2 0,0-1 0,-1-1 0,31-22 1,-26 13 43,-1-2-1,-1-2 1,-1-1 0,-2-1 0,-2-2 0,0-1 0,-2-1 0,30-53 0,-31 39 4,-1 0 0,-3-2-1,-2 0 1,-3-2 0,-1 0 0,12-79 0,-21 82 41,-2 1 0,-2-1 0,-3 1 0,-1-1 1,-3 0-1,-1 1 0,-18-68 0,12 80 8,-2 0-1,-2 0 1,-1 1 0,-1 1 0,-2 1-1,-2 1 1,-1 0 0,-2 2-1,0 0 1,-3 2 0,-32-29-1,32 34-12,-1 1-1,-1 1 0,-2 2 1,0 1-1,0 1 0,-2 2 1,0 1-1,-1 2 0,0 1 0,-1 1 1,-1 2-1,-41-4 0,59 10-78,0 2-1,0 1 0,-1 0 0,1 1 1,0 1-1,-21 4 0,28-3-115,1 0 0,0 1 0,0 0 0,0 1 0,0 0 0,1 0-1,0 1 1,0 0 0,0 0 0,1 1 0,-13 14 0,10-8-299,0 0 0,1 0-1,1 1 1,1 1 0,0 0 0,0 0 0,-9 30 0,10-20-1444,1 0 0,0 1 0,3-1 0,-2 37 0,6 31-9021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19:48.93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330 98 13629,'-2'-9'953,"0"0"1,0 0-1,1 0 0,0-1 0,0-12 0,-9-7 11516,13 83-12319,-2 0 0,-3 0 0,-2 0 0,-12 58-1,-58 214 52,-84 239-201,142-498-1235,2 1-1,-4 71 1,10-66-71,6-58-72,0 0 0,1 0 0,3 31 0,-1-38-8,1 0 1,0 0 0,0-1-1,1 1 1,5 11 0,14 21-9562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19:49.19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701 232 12325,'-113'-126'6470,"110"121"-5948,0 0 0,0 1 0,0-2 0,0 1 1,-2-9-1,4 13-393,0-1-1,1 0 1,-1 1 0,1-1 0,0 1 0,-1-1 0,1 0 0,0 1 0,0-1 0,0 0 0,0 1-1,0-1 1,1 0 0,-1 1 0,0-1 0,1 1 0,-1-1 0,1 0 0,-1 1 0,1-1-1,0 1 1,0 0 0,0-1 0,0 1 0,2-3 0,4 0 60,0 1 0,0 0 0,0 0 0,0 1 0,0 0 0,1 0 0,-1 1 0,15-2 0,-5 3-26,-1-1-1,1 2 1,0 0-1,-1 1 1,1 1-1,-1 0 1,0 1-1,26 10 1,-9 0 51,0 1 0,58 37 0,-68-36-170,-1 1-1,0 1 0,-2 0 1,0 2-1,-1 0 1,-1 1-1,-1 1 0,-1 1 1,-1 0-1,-1 1 0,-1 1 1,13 32-1,-18-35-47,-1 0 1,0 1-1,-2-1 0,-1 1 0,0 1 1,-2-1-1,-1 0 0,-1 1 0,0-1 0,-2 1 1,-1-1-1,-1 0 0,0 0 0,-16 43 1,5-33-17,-1-1 0,-2-1 0,0 0 0,-3-1 0,0-2 0,-2 0 1,-1-1-1,-1-1 0,-37 29 0,-15 6-263,-3-3 0,-101 53 0,-113 43-1630,245-134 603,-58 16 1,75-27-762,0-2 0,-61 5 0,60-13-3713,20-9-3248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19:49.63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1632 568 11009,'13'-14'649,"-10"12"-509,-1 0 1,0 0-1,0 0 1,0 0-1,0 0 1,0-1-1,0 1 1,0-1-1,-1 1 1,1-1-1,-1 0 1,0 1-1,1-1 0,-2 0 1,1 0-1,0 0 1,0 0-1,-1 0 1,0 0-1,1 0 1,-1 0-1,0 0 1,-1 0-1,1 0 1,-1-4-1,-6-35 2062,1 1 0,3-1-1,1 1 1,3-1 0,5-46 0,-5 76-1726,-1 0-1,0 0 1,-1 0 0,-1-1 0,-4-20 0,3 22-232,3 7-222,-1 0 1,0 1-1,0-1 1,0 0 0,0 0-1,-1 1 1,0-1-1,0 1 1,0-1 0,0 1-1,0 0 1,0 0-1,-1 0 1,0 0 0,0 0-1,1 0 1,-2 1-1,1 0 1,0-1 0,0 1-1,-1 0 1,1 1 0,-1-1-1,1 0 1,-1 1-1,0 0 1,0 0 0,0 0-1,1 1 1,-1-1-1,0 1 1,0 0 0,0 0-1,-7 1 1,-3 1 16,0 0 1,-1 1 0,1 1-1,1 0 1,-1 1-1,0 0 1,1 2-1,-14 8 1,-5 5-40,1 2 0,1 2 0,1 1 0,1 1 0,1 1 0,2 1 0,1 2 0,1 0 0,1 2 0,2 0 0,-23 49 0,20-30 0,3 0 0,1 1 0,3 0 0,2 2 0,3-1 0,2 2 0,-4 72 0,13-61 0,2 0 0,3-1 0,3 0 0,18 70 0,-1-36 0,75 182 0,-93-264 0,11 23 0,-2 1 0,-2 0 0,-1 1 0,9 61 0,-20-91 0,-1 1 0,-1 0 0,0-1 0,-1 1 0,0 0 0,-1-1 0,-1 1 0,-5 17 0,4-21 0,0 0 0,0 0 0,-1 0 0,0-1 0,-1 1 0,0-1 0,0-1 0,-1 1 0,0-1 0,0 0 0,0-1 0,-11 7 0,-5 3-209,-2-2 0,0-1 1,-1-1-1,0-2 0,0 0 0,-1-2 0,-53 10 0,2-6-989,-125 2 1,132-14-355,-1-3 1,-73-12 0,96 7-1693,-86-26 1,78 10-2448,17 0-3194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19:49.95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134 282 7353,'-12'-1'1505,"-1"0"-1,1-1 1,0-1 0,0 0 0,0-1 0,0 0 0,-17-9 0,28 13-1384,0-1 0,0 1 0,0 0 0,0-1-1,0 1 1,0-1 0,0 1 0,0-1 0,0 0 0,0 1 0,1-1 0,-1 0 0,0 1 0,0-1 0,1 0 0,-1 0 0,0 0 0,1 0 0,-1 1-1,1-1 1,-1 0 0,1 0 0,0 0 0,-1 0 0,1 0 0,0 0 0,0-1 0,-1 1 0,1 0 0,0 0 0,0 0 0,0 0 0,0 0 0,0 0 0,1 0-1,-1 0 1,0 0 0,0 0 0,1 0 0,-1 0 0,1 0 0,-1 0 0,1 0 0,-1 0 0,1 0 0,0 0 0,0-1 0,3-3 42,1 1 0,-1-1 1,1 1-1,0 0 1,-1 0-1,8-4 0,10-2 79,-1 0 0,2 1 0,-1 1 0,1 1 0,0 1 0,30-3-1,-29 4-125,388-59-862,6 24-4659,-73 33-3707,-173 15-790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19:52.26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957 247 9953,'-42'-96'7122,"32"65"-4428,9 25-2196,-1 0 1,0 0 0,0-1-1,-1 1 1,1 1-1,-6-9 1,6 12-407,1 1 1,0-1-1,-1 1 1,1 0 0,-1-1-1,1 1 1,-1 0-1,0 0 1,0 0 0,1 0-1,-1 1 1,0-1 0,0 0-1,0 1 1,0-1-1,0 1 1,0 0 0,0-1-1,0 1 1,1 0-1,-1 0 1,0 1 0,0-1-1,0 0 1,0 1-1,-2 0 1,-5 1 82,0 1 0,1 1 1,-1 0-1,1 0 0,0 0 0,0 1 1,1 0-1,-1 1 0,1-1 0,0 1 0,1 1 1,0-1-1,-7 10 0,-10 15 456,-35 61-1,45-70-386,-374 759 2806,329-647-3050,-45 161 0,81-216 0,3 1 0,4 1 0,-7 128 0,21-174 0,1 0 0,2 0 0,1 0 0,15 65 0,-15-87 0,1-1 0,0 1 0,1-1 0,0 0 0,1 0 0,0-1 0,1 0 0,0 0 0,1 0 0,0-1 0,1 0 0,0-1 0,0 0 0,1 0 0,0-1 0,15 9 0,-8-8 1,1-2 0,-1 0 0,1-1 0,1 0 0,-1-2 0,1 0 0,0-2 1,0 0-1,0 0 0,0-2 0,0 0 0,-1-2 0,1 0 0,32-8 0,-5-2-17,0-1 0,-1-3 0,-1-2 0,74-42 0,-64 28-253,-1-3-1,-2-2 1,-2-2 0,87-90 0,-80 67-24,-2-3 1,-4-3-1,53-91 1,-65 88 136,-4-2-1,-2-1 1,39-144 0,-58 166 102,-2-1 0,-3-1 1,-2 0-1,-3 0 0,-5-87 0,1 113 39,-2 0 1,-1 1-1,-1-1 0,-2 1 0,0 0 0,-2 1 0,-1 0 0,-18-34 0,10 26 17,-2 0-1,-2 2 1,0 0-1,-3 1 1,0 2-1,-2 0 1,-1 2-1,-1 1 1,-41-28-1,28 25 16,-1 2 0,-1 2 0,-1 2 0,-1 2-1,-2 2 1,-80-21 0,102 34-34,0 0 1,-1 2-1,1 1 0,-1 1 1,0 1-1,-48 5 1,65-3-125,1 1 1,-1 0-1,1 0 1,0 1-1,0 0 1,0 1-1,0 0 1,1 0-1,-1 1 1,1 0-1,0 0 1,0 1-1,1 0 1,0 1-1,0-1 1,0 1-1,1 1 1,0-1-1,1 1 1,-1 0-1,2 1 1,-5 8-1,3-3-476,2 1-1,0 0 0,1 0 0,0 0 0,1 0 0,1 0 0,0 0 1,1 1-1,3 20 0,-2-21-662,2 0 1,-1-1 0,2 1-1,0-1 1,11 23-1,30 39-7771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19:52.68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649 26 16890,'-10'-20'2123,"9"19"-2025,1 1 1,0-1 0,-1 1 0,1 0 0,-1-1 0,1 1 0,0 0 0,-1-1 0,1 1 0,-1 0-1,1 0 1,-1-1 0,1 1 0,-1 0 0,1 0 0,-1 0 0,1 0 0,-1 0 0,1 0-1,-1 0 1,1 0 0,-1 0 0,0 0 0,-2 1 129,0 1 0,0 0 0,1-1-1,-1 1 1,0 1 0,1-1 0,-1 0 0,1 0 0,0 1-1,-3 4 1,-6 7 197,1 0 1,0 0-1,1 1 0,1 1 0,-9 22 1,-26 89 552,25-68-621,-210 668 1106,124-394-1304,-12 121-329,109-421 24,1 0 0,-2 50 0,8-73 100,-1 0 0,2 0 0,-1-1 0,2 1 0,-1 0 0,1 0 0,1-1-1,-1 1 1,2-1 0,-1 0 0,1 0 0,9 15 0,-11-22 23,0 0 0,0 0 0,1 0 1,-1 0-1,1 0 0,-1 0 0,1-1 0,-1 1 1,1-1-1,0 0 0,0 1 0,0-1 0,0-1 0,0 1 1,0 0-1,3 0 0,45 0-137,-45-2 140,22-3-50,0-1-1,0-1 1,0-1 0,-1-2 0,40-18-1,-10 5-18,54-18-101,124-28 0,-183 57 161,0 2-1,0 2 0,0 3 0,101 4 0,-133 2 33,-1 1-1,1 0 1,-1 1 0,0 1 0,-1 1-1,1 1 1,-1 1 0,19 10 0,-30-14-4,-1 0 0,0 1 0,0-1 0,-1 1 1,0 0-1,1 0 0,-1 1 0,-1 0 0,1 0 0,5 10 0,-8-11 3,0 0-1,0 1 0,0-1 0,-1 0 0,0 1 0,0-1 0,0 1 0,-1-1 0,1 1 0,-1-1 0,-1 1 0,1 0 0,-1-1 0,0 0 0,-3 10 0,-2 1 0,0-1-1,-1 0 0,-1 0 0,0-1 0,-1 0 0,0 0 0,-2-1 0,1 0 0,-1-1 1,-16 13-1,-9 6-15,-2-2 1,-49 31 0,5-11-309,-131 60-1,177-94-171,-64 16 0,-122 20-2088,206-48 2154,-1 0 0,1-1 0,-1-1 0,-22-1 0,32-1-10,-1-1 1,1 1 0,0-1-1,0-1 1,0 1-1,-12-8 1,13 7-475,0 0 1,1 0-1,-1-1 1,1 0-1,-9-8 1,-7-21-7772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19:53.41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546 914 10173,'3'-2'1652,"7"-2"448,1 0 0,0 1 0,21-5 0,-29 8-1277,-1 0-626,24 10 79,-24-8-171,-3 0-24,-6 11-6,5-9-24,1-1 0,-1 1 0,0-1 0,0 1 0,0-1 0,0 0 0,-1 0 0,1 0 0,-1 0 0,0-1-1,-5 5 1,35-43 187,-14 27 4,-10 7-224,-3 2-13,1-1 0,0 1 0,0-1 0,-1 1 0,1 0-1,0-1 1,-1 0 0,1 1 0,-1-1 0,1 1 0,0-1-1,-1 0 1,1 1 0,-1-1 0,0 0 0,1 1 0,-1-1-1,1 0 1,-1 0 0,0 0 0,0 1 0,1-1 0,-1 0-1,0-1 1,-25 8 151,22-5 1008,6-22-722,-2 18-418,0 0 0,0 0 0,0 0 1,0 1-1,0-1 0,0 0 1,1 1-1,0-1 0,-1 1 1,1 0-1,0-1 0,4-3 0,33-24 78,-9 9-24,2-8 97,0-1 0,-3-2-1,0 0 1,-2-2 0,30-49 0,-31 34 213,-3-1 0,-1-1 0,-3-1 0,-1-1 0,-4 0 0,-1-1 1,6-72-1,-18 119-280,-1 0 1,0 0-1,0 0 1,-1 0-1,-2-11 1,1 8 15,2 10-120,0 0-1,0 0 1,0-1-1,0 1 1,0 0-1,0 0 1,0 0-1,0 0 1,0 0-1,0 0 1,0-1-1,0 1 0,0 0 1,0 0-1,0 0 1,0 0-1,0 0 1,0 0-1,0 0 1,0-1-1,-1 1 1,1 0-1,0 0 1,0 0-1,0 0 1,0 0-1,0 0 1,0 0-1,0 0 1,-1 0-1,1 0 1,0 0-1,0 0 1,0 0-1,0 0 1,0-1-1,0 1 1,-1 0-1,1 0 1,0 0-1,0 0 1,0 1-1,0-1 1,0 0-1,0 0 1,-1 0-1,1 0 1,0 0-1,0 0 1,0 0-1,0 0 1,0 0-1,0 0 1,-1 0-1,1 0 1,0 0-1,0 0 1,0 0-1,0 1 1,0-1-1,0 0 1,0 0-1,-8 3 57,1 0-1,-1 1 1,1 0-1,0 0 1,0 1-1,1 0 1,-1 0-1,1 0 1,0 1-1,0 0 1,1 0-1,0 1 1,-8 12-1,-5 11 237,-27 62-1,44-88-277,-82 202 594,61-148-485,-37 101-43,-57 254 0,98-321-84,4 1 0,-2 133 0,21 187 0,2-186 0,-6-174 3,-3 0 0,-1 1 0,-4-1 0,-1-1 0,-3 1 0,-33 97 0,34-127-6,-1 1 1,0-2-1,-2 0 0,-1 0 1,-1-1-1,0-1 1,-19 19-1,19-25-5,0-1-1,0 0 1,-2-1-1,1-1 1,-2 0 0,1-1-1,-1-1 1,-1-1-1,-34 11 1,37-15-215,0 0 0,1 0 0,-1-2 0,-28 1 0,40-2 81,1-1 0,-1 0 1,1 0-1,-1-1 1,1 1-1,-1-1 0,1 0 1,-1 1-1,1-1 1,0-1-1,0 1 0,-1-1 1,1 1-1,0-1 1,0 0-1,1 0 0,-1 0 1,0 0-1,1-1 1,-1 1-1,1-1 0,0 1 1,-1-1-1,1 0 1,1 0-1,-1 0 0,0 0 1,-1-4-1,1-1-360,0 1-1,1-1 1,0 0 0,0 0-1,1 0 1,0 0-1,0 0 1,2-8 0,15-64-7355,-16 77 7481,18-68-11347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19:53.59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 61 13029,'-13'-15'1892,"19"3"-159,4 0 2363,4 0-3316,-1 3-400,4 12-204,0 3-412,3 9-564,10 15-1028,-20 3-848,0 6-2189,10 10-3832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19:54.41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64 1083 10965,'0'0'3508,"1"2"-1912,0 0-1313,0 0-1,0 0 0,0 0 0,0 0 0,0-1 1,1 1-1,-1 0 0,0-1 0,1 1 0,-1-1 0,1 1 1,0-1-1,-1 0 0,1 0 0,0 0 0,2 1 0,38 7 1983,-40-9-2307,24 1 349,0-1 1,0-2-1,0 0 0,-1-2 1,1 0-1,-1-2 0,0-1 1,0-1-1,-1-1 0,27-14 1,-45 20-290,1-1 0,-1 0 0,0 0 0,-1-1 1,1 1-1,-1-1 0,0 0 0,0-1 0,0 1 0,-1-1 0,0 0 1,0 0-1,-1 0 0,1-1 0,-1 1 0,-1-1 0,1 0 0,-1 0 1,2-13-1,-1-1-22,-1 1 1,0 0-1,-2-1 1,-1 1-1,-5-33 1,6 48-1,-1 1 1,1-1 0,-1 0 0,0 1-1,-1-1 1,1 1 0,-1-1-1,0 1 1,0 0 0,0-1 0,-1 1-1,1 0 1,-1 1 0,0-1-1,0 0 1,-1 1 0,1 0 0,-1-1-1,1 1 1,-1 1 0,0-1-1,0 1 1,-1-1 0,1 1 0,0 0-1,-1 1 1,1-1 0,-1 1-1,-4-1 1,2 1 14,-1 1 0,1 0 0,0 0 0,-1 1 0,1 0 1,0 0-1,-1 1 0,1-1 0,0 2 0,0-1 0,1 1 0,-1 0 0,1 1 0,-1-1 0,1 1 0,0 0 0,-11 10 0,-9 9 71,1 1 0,1 1 0,1 1-1,1 1 1,2 0 0,0 2 0,-27 56-1,29-48-32,3 0 0,0 1 0,3 1 0,1 0-1,2 1 1,-5 56 0,13-79-71,0 1 0,1-1 0,1 0 0,1 0 1,0 0-1,1 0 0,1 0 0,1 0 0,0-1 0,1 0 0,1 0 1,17 30-1,-16-34-108,0-1 1,1 0 0,0-1-1,0 1 1,1-2 0,1 1-1,0-2 1,0 1 0,0-2-1,1 1 1,0-1 0,1-1-1,0 0 1,0-1 0,0-1-1,20 5 1,-8-5-26,0-1 1,0-2-1,1 0 0,-1-2 1,0 0-1,0-2 0,0-1 1,0-1-1,-1-1 0,0-1 1,0-1-1,30-15 1,17-12-275,-1-3 0,103-76 0,195-179-501,-23-27 596,-336 311 330,626-633 1772,-557 556-728,-96 123 414,-52 80-251,-35 67-150,94-161-964,-141 293 799,119-236-729,3 1 0,-20 89 0,46-153-177,0 0-1,1 0 1,1 0-1,1 1 1,0-1-1,3 23 1,-1-33-55,0-1 0,0 1 0,1-1 1,0 0-1,1 1 0,-1-1 0,1 0 0,0-1 1,0 1-1,1 0 0,0-1 0,0 0 1,0 0-1,1 0 0,-1 0 0,1-1 0,0 1 1,1-1-1,9 6 0,-5-5-50,0-1 0,0 0-1,0 0 1,0-1 0,1 0 0,-1-1 0,1 0-1,0 0 1,0-1 0,-1-1 0,1 0 0,0-1-1,0 1 1,0-2 0,-1 0 0,16-4-1,6-5-155,-1 0 0,0-2 0,-1-1 1,32-21-1,-8 2-6,-2-3 1,-2-3 0,-1-1 0,-2-3 0,59-69 0,-40 33 125,-4-4 0,80-140 0,-100 145 343,39-104 0,16-89 1529,-83 241-1336,-11 25-204,0 0-1,-1 0 1,0 0 0,0 0-1,0 0 1,-1 0 0,1 0-1,-1-1 1,-1 1-1,1-10 1,-1 15-151,0 0 0,1 0 0,-1 0 0,0-1 0,0 1 0,0 0 0,0 0 0,0 0 0,0 0 0,0-1 0,0 1 0,0 0 0,-1 0 0,1 0 0,0-1 0,0 1 0,0 0 0,0 0 0,0 0 0,0-1 0,0 1 0,0 0 0,0 0 0,-1 0 0,1 0 0,0 0 0,0-1 0,0 1 0,0 0 0,-1 0 0,1 0 0,0 0 0,0 0 0,0 0 0,0 0 1,-1 0-1,1 0 0,0 0 0,0 0 0,0-1 0,-1 1 0,1 0 0,0 0 0,0 0 0,0 0 0,-1 1 0,-9 7 525,-10 22 247,14-17-586,1 0 0,1 0 0,0 0 0,-2 16 0,-1 1 48,-22 90 491,-14 135 0,37-195-1463,3 0-1,2 1 0,2-1 1,13 80-1,13 32-6908,-20-132 1223,6-3-4103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19:54.55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34 365 12093,'-33'-27'6341,"46"6"-4669,1 0-152,23 2-216,33-8-260,7 6-188,17 0-196,23-6-356,24 3-648,23-3-372,30 0-932,24-10-888,16 1-3557,7 6-5380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19:55.59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829 252 11041,'-20'-30'1278,"-9"-12"1449,22 38-2210,1 0 1,-1 1-1,1 0 0,-1 0 1,0 1-1,0-1 0,-1 2 1,1-1-1,0 1 0,-1 0 1,-11 0-1,12 2-296,-1 0 0,1 0 0,-1 1 0,1 0 0,0 1 0,0-1 0,0 1-1,0 1 1,0-1 0,1 1 0,-1 0 0,1 1 0,0 0 0,0 0 0,1 0 0,0 0 0,0 1 0,-5 6 0,-7 10 296,2 1 0,0 0 0,-19 42 1,-11 42 990,-40 147 0,55-158-968,-156 535 482,142-449-688,-31 283 0,68-393-334,4 0 0,7 85 0,-2-125 0,3 0 0,0-1 0,2 0 0,1 0 0,2-1 0,1 0 0,21 42 0,-24-60-69,0 1 1,0-1-1,1 0 1,1-1-1,0 0 1,0 0-1,1-1 0,0 0 1,1-1-1,0-1 1,1 0-1,0 0 1,0-2-1,0 1 1,1-2-1,0 1 0,0-2 1,1 0-1,-1-1 1,30 3-1,-11-4-117,1-2-1,0-1 1,0-1 0,-1-2-1,1-2 1,-1 0-1,0-3 1,39-15-1,-19 4 26,-2-3 0,-1-2 1,-1-2-1,-1-3 0,-2-1 0,-1-2 0,-1-3 0,-2-1 0,-2-2 0,51-63 0,-51 50 79,-3-1 0,-3-1 0,-1-2 1,-3-1-1,-3-2 0,-2 0 0,-3-2 0,27-118 0,-35 104 61,-3-1-1,-3 0 0,-4 0 0,-3-1 0,-12-98 0,3 112 50,-3 0 0,-3 1 0,-3 0 1,-2 1-1,-3 1 0,-51-99 0,40 102 35,-2 1-1,-3 1 0,-2 2 0,-2 2 0,-3 2 0,-53-46 0,60 62-43,-2 2 0,-1 1 1,-2 2-1,0 2 0,-2 2 1,0 2-1,-2 2 0,-72-21 1,97 36-47,0 0 1,0 1-1,0 2 1,0 0-1,0 1 1,0 1-1,-1 1 1,-37 7-1,46-5-122,1 1-1,-1 0 1,1 1-1,0 0 1,1 1-1,-1 1 1,1 0-1,1 0 0,-1 1 1,1 1-1,1 0 1,-1 0-1,2 1 1,-18 21-1,17-16-244,1-1 1,1 1-1,0 1 1,1-1-1,0 1 0,2 1 1,0-1-1,0 1 0,-2 24 1,3 4-2523,1 0 1,5 61-1,4 8-6752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19:5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0 137 13865,'5'-10'624,"0"0"0,0 0-1,1 1 1,1 0 0,0 0-1,0 1 1,0 0 0,1 0-1,0 1 1,1 0 0,-1 0-1,1 1 1,18-10 0,-20 14-409,0-1-1,0 1 1,0 1 0,0-1 0,0 1 0,0 0 0,0 1 0,1 0 0,-1 0-1,0 1 1,0-1 0,1 2 0,-1-1 0,0 1 0,0 0 0,-1 0 0,8 4-1,4 2-26,0 1-1,-1 0 0,0 1 0,-1 1 1,18 16-1,-8-4-88,-2 3 0,0 0 0,-1 1-1,-2 1 1,-1 1 0,-2 1 0,0 0 0,-2 2 0,-1 0 0,-2 0 0,-1 2 0,-2-1-1,11 62 1,-13-42-108,-2-1 0,-2 2 0,-3-1-1,-2 0 1,-2 0 0,-3 0 0,-2 0 0,-22 76-1,18-91-51,-1-1-1,-3 0 0,0-1 0,-3-1 0,0-1 1,-3 0-1,0-2 0,-3 0 0,0-2 0,-2 0 1,-52 43-1,64-62 48,-1 0 1,1-1-1,-30 12 1,44-21 11,-1 0 0,0 0 0,0 0 0,0-1 0,0 1 0,0-1 0,0 0 0,0 1 0,-1-1 0,1 0 0,0 0-1,0 0 1,0 0 0,0-1 0,0 1 0,0-1 0,0 1 0,0-1 0,0 0 0,0 1 0,0-1 0,0 0 0,1 0 0,-1-1 0,0 1 0,1 0 0,-1 0 0,1-1 0,-1 1 0,-1-3 0,1 1-4,-1-1 0,1 0 0,0 1 0,1-1 0,-1 0 0,1 0 0,-1 0 0,1 0 0,0 0 0,1 0 0,-1 0 0,1 0 0,-1 0 0,2-5 0,1-11-104,1-1-1,1 1 1,1 0-1,1 1 1,13-30-1,53-97-879,-50 105 743,37-69-613,5 2 0,115-146 0,-133 198 446,3 3 1,2 1-1,1 3 0,3 2 0,109-70 0,-114 86 82,0 3 0,2 2 0,94-32 0,-125 51 254,0 1 0,0 1 0,0 0 0,1 2 0,-1 1 0,1 1 0,0 0 0,0 2 0,0 1 0,-1 0 0,1 1 0,-1 2 0,23 7 0,-33-8-117,-1 1 1,-1-1-1,1 2 1,-1-1 0,0 1-1,0 1 1,0 0-1,-1 0 1,0 1-1,12 15 1,-5-2-1540,-1 0-1,-1 1 1,15 35 0,-4-3-4764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19:56.21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0 208 10353,'51'-90'1304,"-31"60"-232,0 6-80,0-1-108,-7 16-276,11-3-12,6-3-120,3 12-79,4 3-177,-7 12-460,17 6-249,-20 4-491,6-1-264,-9 3-704,-14 9-1568,3 9-1985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19:56.61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151 0 12705,'6'4'442,"-2"-2"97,0 0 0,-1 0 0,1 0 0,-1 1-1,1-1 1,-1 1 0,0 0 0,0 0 0,0 0 0,0 1 0,-1-1-1,1 1 1,-1-1 0,3 6 0,6 15 838,-1 0-1,-1 1 1,0 0 0,-2 0-1,6 44 1,-9-35-650,-2-1-1,-2 1 0,-6 60 1,-10-4-1485,-3 0 0,-43 117 1,-35 33-6569,84-211 5811,-32 60-7791,33-52 314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19:56.80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40 250 12125,'-26'-72'1860,"26"45"-212,-4 0-215,-3 0-177,4 2 620,3-2-1228,3 0-164,8 18-228,2 0-384,7 18-476,20 9-740,-10 15-608,4-2-773,-7 8-1555,6 24-3289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19:57.57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1188 10825,'34'-6'1522,"0"-1"1,-1-2-1,0-1 1,48-23-1,-13 1 253,97-62 0,-143 80-1587,-1-1-1,-1-1 0,-1-1 0,0 0 0,-1-2 0,-1 0 0,-1-1 0,19-31 0,-31 44-158,0 0 0,-1 0 0,0 0 0,0-1 0,-1 1 0,0-1 0,0 0 0,-1 1 0,0-1 0,0 0 0,-1 0 0,0 0 0,0 0 0,-2-9 0,1 14-18,0-1 0,0 1-1,0-1 1,-1 1 0,1-1-1,-1 1 1,0 0 0,0-1 0,0 1-1,0 0 1,-1 0 0,1 1-1,-1-1 1,0 0 0,0 1 0,0 0-1,0 0 1,0-1 0,0 2-1,0-1 1,-1 0 0,1 1 0,-1 0-1,1-1 1,-1 1 0,0 1-1,1-1 1,-1 0 0,0 1-1,0 0 1,-3 0 0,-4 0 45,-1 1 1,1 0-1,0 1 1,0 0-1,0 1 0,0 0 1,1 1-1,-1 0 1,1 0-1,0 1 0,0 1 1,0 0-1,1 0 1,0 1-1,-10 9 1,-12 13 242,2 1 1,-44 58-1,68-81-269,-25 33 95,2 2-1,2 0 1,1 2 0,3 1 0,2 1 0,2 0-1,-18 68 1,27-79-79,2 1 0,1 0 0,2 0 0,1 0 0,2 1 0,1-1 0,2 0 0,2 1 0,1-1 0,19 66 0,-18-85-96,1 0 0,0-1-1,2 0 1,-1-1 0,2 0 0,0 0 0,1-1 0,0 0-1,1-1 1,1 0 0,0-1 0,1 0 0,0-1 0,0-1-1,1 0 1,1-1 0,0-1 0,0-1 0,0 0 0,1 0 0,0-2-1,0 0 1,1-1 0,-1-1 0,35 2 0,-19-5-29,0 0 1,-1-2-1,1-2 1,-1-1-1,51-14 1,-38 4 28,-1-1-1,-1-2 1,59-33 0,-38 11-74,-2-2 1,-2-2-1,-2-4 0,92-95 1,109-173-478,-213 255 521,-36 49 62,2-5-40,1 1 1,0 0-1,1 1 0,27-22 1,-36 64 2,-5-27 54,2 20-79,0-1-1,-2 1 0,0 0 1,-5 30-1,-8 16-537,-9 105 0,22-165 555,-1 1-1,2 0 1,-1-1-1,1 1 1,0 0 0,0-1-1,1 1 1,0-1-1,0 0 1,5 9 0,-6-12 44,1-1 0,0 1 0,0 0 0,0-1 0,0 0 0,0 1 0,1-1 0,-1 0 0,1 0 0,-1 0 0,1 0 0,0-1 0,0 1 0,-1-1 0,1 0 0,0 0 1,0 0-1,1 0 0,-1 0 0,0-1 0,0 1 0,0-1 0,6 0 0,4-1 7,0 0 1,-1-1-1,1 0 0,-1-1 1,0 0-1,0-1 0,23-11 1,83-52 309,-54 28 9,-33 21-161,124-64 1010,-135 74-957,-1 0 0,1 1 1,1 1-1,-1 1 0,1 1 1,24-2-1,-34 6-104,1 0 1,0 1-1,-1 0 1,1 1-1,-1 0 1,1 1 0,-1 0-1,0 1 1,0 0-1,-1 1 1,1 0-1,-1 1 1,0 0-1,10 8 1,12 12 118,-2 1 0,48 55 1,-49-49-564,55 48 1,-71-71 177,0 0 0,1-1 0,0-1 0,1 0 0,-1-1 0,2 0 0,-1-1 0,0-1 0,1-1 0,17 3 0,-20-5 80,0-1 0,0-1-1,0 0 1,1 0 0,-1-2 0,0 1 0,0-2-1,0 0 1,-1 0 0,1-1 0,-1-1 0,1 0-1,10-7 1,15-10-44,-2-2-1,-1-2 1,-1-1 0,-1-1-1,52-58 1,126-183-189,-196 249 313,317-504 471,-43-21 3167,-262 494-2959,-21 39-621,1-1 1332,-4 31 118,-3-1-1111,-1 0 0,0-1 0,-2 1 0,0 0 1,-10 30-1,-39 87 619,35-93-923,-34 83-167,-148 385 348,152-370-989,-50 246-1,90-345-561,2 0 0,1 0 0,3 63 0,2-86 373,1-1 0,1 1-1,1 0 1,8 24 0,-8-31-137,0 1 0,1-1 0,1 0 0,0 0 0,0-1 0,1 0 0,12 14 1,36 24-9268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19:57.72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61 10933,'84'-31'1788,"-24"25"-392,7 0-200,7 0-356,6 0-99,11 3-169,13 3-456,16 0-872,11-3-521,13 3-599,10 6-2076,0 0-2785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19:58.36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2045 10549,'125'-7'4170,"231"-42"1,9-34-2305,-7-30-601,-311 94-1137,-1-3 0,-1-2 1,-1-2-1,-1-1 0,-2-3 0,0-1 1,-2-2-1,-2-2 0,-1-1 1,-2-2-1,46-65 0,-53 58-34,-2-2 0,23-55 0,-45 94-84,1-1 0,-2 0 0,1 0 1,1-16-1,-3 23-8,-1 0 1,0 0-1,0 1 0,0-1 1,0 0-1,-1 0 0,1 0 0,0 0 1,-1 1-1,1-1 0,-1 0 1,0 0-1,-1-2 0,1 4 0,1-1 0,-1 0 1,0 0-1,0 1 0,0-1 0,0 0 0,1 1 0,-1-1 0,0 1 0,0-1 0,0 1 0,0 0 0,-1-1 1,1 1-1,0 0 0,0 0 0,0-1 0,0 1 0,0 0 0,0 0 0,0 0 0,0 1 0,0-1 0,-2 0 1,-3 2 0,0-1 0,1 1 0,0 0 0,-1 0 0,1 0 0,0 1 1,0 0-1,0 0 0,1 0 0,-9 8 0,-42 47 8,43-44-9,-70 83 28,-81 128 0,121-159-22,3 3 0,3 1 0,-30 85 1,54-122-2,1 1 1,3 0 0,0 0 0,2 1 0,2 0-1,1 1 1,2-1 0,1 0 0,6 46 0,-3-62-17,1-1 0,0 1 0,1-1 0,1 0 0,1 0 0,0 0 1,1-1-1,1 0 0,1-1 0,0 0 0,1-1 0,1 0 0,1 0 0,0-1 0,0-1 1,1 0-1,1-1 0,27 17 0,-20-17-22,1-1 0,-1-2 0,2 0 1,-1-1-1,1-1 0,0-2 0,1 0 0,-1-1 1,1-2-1,0-1 0,-1 0 0,1-2 0,28-4 0,3-4-22,0-2-1,-1-3 0,-1-2 1,88-39-1,-67 19 9,-2-4 0,-2-3 0,-1-3 0,117-101-1,-148 112 30,0-2-1,-3-2 1,-1-1-1,38-57 1,-60 77 18,0-1 1,-2 0 0,0 0 0,-1-1 0,-2-1-1,0 0 1,-1 0 0,-2 0 0,0-1 0,-1 1-1,0-43 1,-4 56 4,0 0 0,-1 0 0,-1 0 0,1 0-1,-2 0 1,1 1 0,-1-1 0,-1 0 0,0 1 0,0 0 0,-1 0-1,0 0 1,0 1 0,-1 0 0,0 0 0,-1 0 0,0 1 0,0 0 0,-1 0-1,1 0 1,-1 1 0,-1 0 0,1 1 0,-1 0 0,0 1 0,0-1-1,0 1 1,-1 1 0,0 0 0,1 1 0,-1-1 0,0 2 0,-11-1-1,1 1 2,0 1 0,1 1-1,-1 1 1,0 0 0,1 2-1,0 0 1,-1 1-1,2 2 1,-1-1 0,1 2-1,0 0 1,0 2-1,1 0 1,-26 20 0,24-16-12,1 2 1,0 1-1,1 0 1,0 1 0,2 1-1,0 0 1,1 1-1,1 0 1,1 2 0,1-1-1,-12 35 1,19-44-44,0 0 0,1 0 0,0 1 0,1-1 0,1 1 0,0-1 0,0 1 0,1 0 0,3 15 0,-2-23 3,0 0-1,0 1 0,1-1 0,0 0 1,0 0-1,0 0 0,0 0 1,1 0-1,0 0 0,0-1 0,0 1 1,1-1-1,-1 0 0,1 0 1,0 0-1,0-1 0,1 1 0,-1-1 1,1 0-1,-1 0 0,1-1 0,0 1 1,6 1-1,0 0-5,1-1 0,0-1 0,0 0 0,0 0 0,0-1 0,0 0 0,0-1 0,0-1 0,1 0 0,-1-1 0,0 0 0,-1 0 0,1-2 1,21-8-1,1-3-27,0-1 0,-2-2 1,51-36-1,-41 21 157,-1-1 0,-2-2 0,-1-2 0,-2-1 0,36-51-1,136-234 681,134-330 1043,-177 265 829,-59 128-50,-93 240-1820,-12 21-733,-1 0-1,0-1 1,1 1 0,-1 0 0,0 0 0,1-1 0,-1 1 0,0 0 0,1 0 0,-1 0 0,0 0 0,1 0-1,-1 0 1,0 0 0,1 0 0,-1 0 0,1 0 0,-1 0 0,0 0 0,1 0 0,-1 0 0,0 0-1,1 0 1,-1 0 0,0 0 0,1 0 0,-1 0 0,1 1 0,-1-1 0,0 0 0,1 1 0,1 1 62,-1 0 0,1 1 1,0 0-1,-1-1 1,0 1-1,0 0 0,0 0 1,0-1-1,0 1 1,-1 0-1,1 0 1,-1 6-1,1 17 121,-1 0 1,-2 0 0,-8 48-1,4-36-198,-37 235-95,-149 504 0,53-375-2812,-22-5-4082,78-212-433,5-2-4925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19:59.13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433 6 16045,'-1'0'106,"1"-1"-1,0 1 0,0 0 1,0-1-1,0 1 0,-1 0 0,1-1 1,0 1-1,0 0 0,-1 0 0,1-1 1,0 1-1,0 0 0,-1 0 1,1-1-1,0 1 0,-1 0 0,1 0 1,0 0-1,-1 0 0,1-1 0,0 1 1,-1 0-1,1 0 0,-1 0 1,1 0-1,0 0 0,-1 0 0,1 0 1,0 0-1,-1 0 0,1 0 0,-1 0 1,1 0-1,0 0 0,-1 1 0,1-1 1,-1 0-1,0 23 3326,1-4-3035,-3 231 6647,-8-73-5424,-172 1110-1481,131-959-149,-19 56 11,29-169 0,-12 254-4051,52-422 1423,6 80-1,-2-106 453,2 0 0,0 0-1,9 25 1,13 12-9594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19:59.43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412 9 14477,'-2'-1'-251,"0"0"581,1 0-1,0 1 0,0-1 1,-1 0-1,1 0 0,-1 1 1,1-1-1,-1 1 1,1 0-1,-1-1 0,1 1 1,-1 0-1,1 0 0,-1 0 1,1 0-1,-1 0 0,1 0 1,-1 0-1,1 0 0,-1 1 1,1-1-1,-1 1 0,-1 0 1,3-1-290,-1 0 0,1 0 1,0 0-1,-1 0 1,1 1-1,0-1 0,0 0 1,-1 0-1,1 0 0,0 0 1,-1 1-1,1-1 0,0 0 1,0 0-1,0 1 1,-1-1-1,1 0 0,0 1 1,0-1-1,0 0 0,-1 0 1,1 1-1,0-1 1,0 0-1,0 1 0,0-1 1,0 0-1,0 1 0,0-1 1,0 0-1,0 1 1,0-1-1,0 0 0,0 1 1,0-1-1,0 0 0,0 1 1,0-1-1,0 0 0,1 1 1,-1-1-1,0 0 1,0 1-1,0-1 0,1 1 1,15 12 852,-12-10-699,21 12 405,-1-1-1,2-1 1,30 11 0,91 26 332,-103-35-707,202 63 574,176 59-131,-10 31-668,-87 9-537,-277-147 251,-2 3 0,-1 2 0,-2 1 0,57 63 0,-86-83 176,-1 1 0,0 0 0,-1 1 0,-1 0 0,-1 1 0,-1 0 0,0 1 1,-2-1-1,0 2 0,5 26 0,-9-30 44,-1 0 1,-1 0 0,0 0-1,-2 1 1,1-1-1,-2 0 1,-1 0 0,0 0-1,-1 0 1,0 0 0,-2-1-1,0 0 1,-9 17-1,-3-1-20,-1-2 0,-1 0 0,-1-2 0,-2 0-1,-1-1 1,-2-2 0,0 0 0,-38 26 0,-14 5-236,-162 85 0,-430 153-936,-22-58-2125,409-155-10,97-35-2819,98-24-1089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19:59.79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51 0 16053,'0'0'24,"-10"15"1962,10-15-1948,0 1 0,0-1 0,0 0 0,0 0 1,0 0-1,0 0 0,0 1 0,0-1 0,0 0 1,0 0-1,0 0 0,0 1 0,0-1 0,0 0 1,0 0-1,0 0 0,0 0 0,0 1 0,0-1 1,1 0-1,-1 0 0,0 0 0,0 0 0,0 0 1,0 1-1,0-1 0,0 0 0,1 0 0,-1 0 1,0 0-1,0 0 0,0 0 0,1 0 0,-1 0 1,0 0-1,0 0 0,0 0 0,0 0 0,1 0 1,-1 0-1,0 0 0,0 0 0,0 0 0,1 0 1,-1 0-1,0 0 0,0 0 0,0 0 0,0 0 0,1 0 1,-1 0-1,0 0 0,0 0 0,0 0 0,0 0 1,1-1-1,-1 1 0,0 0 0,0 0 1,1 0 110,0 0 1,0 0 0,0 0 0,0 1-1,-1-1 1,1 0 0,0 1 0,0-1 0,0 0-1,-1 1 1,1-1 0,0 1 0,-1-1 0,1 1-1,0 0 1,-1-1 0,1 1 0,0 1 0,5 3 466,64 43 2212,-41-30-2454,-2 1 0,0 1 0,-1 1 0,-1 1 0,41 47 0,-43-36-254,-1 1 0,-2 0 0,-1 2 0,-2 0 0,-2 2-1,18 62 1,-21-52-66,-2 1-1,-3 0 0,-1 0 0,-3 0 1,-3 56-1,-3-53-43,-3-1-1,-1 0 1,-3 0 0,-2-1 0,-2-1 0,-3 0 0,-1 0 0,-3-2 0,-1-1-1,-3 0 1,-47 65 0,56-90-5,-1-1 0,-1 0-1,-24 19 1,34-32-1,-1 0 0,0-1 1,0 0-1,0 0 0,-1-1 0,0 0 0,0-1 0,0 0 0,-1-1 1,-11 3-1,19-5 1,0-1-1,0 1 1,0-1 0,0 0 0,0 0 0,0 0 0,0 0-1,0-1 1,0 1 0,0-1 0,0 1 0,0-1 0,0 0 0,1 0-1,-1-1 1,0 1 0,0 0 0,1-1 0,-1 0 0,-2-2-1,2 0 5,0 1 0,1 0 0,0-1 0,0 0 0,0 1 0,0-1 0,0 0 0,1 0-1,-1 0 1,1 0 0,0 0 0,1 0 0,-1-5 0,0-11 9,1 0 0,1 1 0,1-1-1,0 0 1,7-22 0,4-8-75,2 1 0,3 1-1,2 0 1,1 1 0,35-52-1,5 3-1030,96-115-1,-90 134-67,3 2 0,3 4-1,3 3 1,124-85-1,-86 78-2717,4 5 0,232-101-1,-196 111-3779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0:00.07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377 180 11473,'-19'19'633,"-4"4"753,-1-2 0,-27 20-1,43-34-703,-1 1 0,2 0 0,-1 1 0,1 0 0,0 0 0,1 1 0,0 0 0,1 0 0,0 0 0,0 1 0,-4 16 0,-1 9 1082,1 0 1,-6 47-1,7 3-1007,3 0 0,4 0-1,19 156 1,-8-175-757,3-1 0,26 79 0,-35-133 0,1 1 0,0-1 0,1 1 0,0-2 0,1 1 0,0-1 0,14 16 0,-19-24 0,0-1 0,1 0 0,0 0 0,-1 0 0,1 0 0,0-1 0,0 1 0,0-1 0,0 0 0,0 1 0,0-1 0,0-1 0,1 1 0,-1 0 0,0-1 0,1 0 0,-1 1 0,0-1 0,5-1 0,-2 0 0,-1 1 0,1-1 0,-1-1 0,1 1 0,-1-1 0,0 0 0,0 0 0,1 0 0,-2-1 0,8-4 0,3-5 0,-1-1 0,-1-1 0,0 0 0,-1 0 0,0-1 0,-1-1 0,16-31 0,-2-5 0,25-70 0,-34 74-21,-1-1 0,-3 0 0,-2-1 0,-2 0 0,-2 0 0,-2-1 0,-3 0 0,-2 1 0,-2-1 0,-11-56 0,8 75-10,-3 0-1,0 0 1,-2 1-1,-1 0 1,-2 1-1,-1 0 1,-20-29-1,20 37 1,-2 0 0,0 2 0,-1 0 0,-2 1 0,0 0 0,0 2 0,-2 0 0,0 2 0,-34-19 0,41 27-283,0-1 1,-1 2-1,1 0 1,-1 1 0,-1 0-1,1 1 1,-1 1-1,0 1 1,-23-1-1,35 3 45,0 0-1,0 1 1,-1-1-1,1 1 1,0 0-1,0 1 1,0-1-1,0 1 0,0 0 1,1 0-1,-1 0 1,0 1-1,1 0 1,0 0-1,0 0 1,0 0-1,0 1 0,0-1 1,0 1-1,1 0 1,0 0-1,0 1 1,0-1-1,0 0 0,1 1 1,0 0-1,-1 0 1,2 0-1,-1-1 1,1 2-1,-1-1 1,2 0-1,-2 9 0,2 37-6055,8 5-4040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0:00.55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1604 73 16478,'-57'-34'2397,"10"5"2523,44 27-4747,0 1 1,0 0 0,0 0-1,0 0 1,-1 0 0,1 0-1,0 0 1,-1 1 0,1 0-1,0 0 1,-1 0 0,1 0-1,-1 0 1,1 1-1,0-1 1,-1 1 0,1 0-1,0 0 1,0 0 0,-1 1-1,1-1 1,0 1 0,0-1-1,-3 4 1,-8 5 125,0 1-1,1 0 1,-18 20-1,26-25-129,-31 37 115,2 1-1,-43 74 0,40-61-459,7-3-667,2 1 0,3 1 0,2 1 0,-25 96 0,43-137 592,-8 35-390,12-48 580,1-1 0,-1 1 0,1 0-1,0 0 1,0 0 0,0 0 0,0 0 0,1 0 0,-1 0 0,1 0 0,0 0-1,0 0 1,2 4 0,-2-6 49,0 0-1,-1 0 0,1 0 0,0-1 1,0 1-1,0 0 0,0-1 1,0 1-1,0-1 0,0 1 1,0-1-1,0 0 0,0 1 1,0-1-1,0 0 0,0 0 1,0 0-1,0 1 0,0-1 1,1 0-1,-1-1 0,0 1 0,0 0 1,0 0-1,0 0 0,0-1 1,0 1-1,0 0 0,0-1 1,0 1-1,0-1 0,0 1 1,0-1-1,0 0 0,0 1 1,0-1-1,-1 0 0,3-1 0,3-3 12,1-1-1,-1 1 0,0-1 1,5-8-1,8-14 383,-1 0 0,-2-1 1,13-33-1,28-48 1525,-50 98-1666,0 1 0,2 0 0,-1 0 0,1 1 0,1 0 1,17-14-1,-25 23-200,0 0 0,0 0 0,0 0 0,0 0 0,0 1 0,0-1 0,0 1 1,1-1-1,-1 1 0,0 0 0,0-1 0,0 1 0,1 1 0,-1-1 0,0 0 0,0 0 0,0 1 1,0-1-1,1 1 0,-1 0 0,3 1 0,0 0 44,1 1 0,0 0 1,-1 0-1,0 1 0,8 6 0,-5-2 26,-2-1 0,1 1 1,-1 0-1,0 1 0,-1 0 0,0 0 0,0 0 0,5 16 0,22 85 512,-29-100-573,12 63 91,-3 1 0,-4 0 0,-1 129 0,-41 227 199,-81 192-1025,80-494 363,-5-2 0,-100 212 0,120-296 1,-3-1 1,0 0 0,-55 66-1,68-95 241,-1 0-1,-1-1 0,0-1 0,-1 0 0,0 0 0,-19 10 0,23-15 39,-1-1 1,1 0-1,-1-1 0,0 0 1,1-1-1,-1 1 0,0-2 0,-1 0 1,1 0-1,0 0 0,-11-2 1,-2-3-11,1 0 0,0-1 0,1-1 0,-1-1 0,1-2 1,0 0-1,1 0 0,0-2 0,-22-16 0,-14-13 48,-87-80 0,106 86 102,2-2 1,2-1-1,1-2 1,2-1-1,-42-74 1,57 86-53,1-1 1,1-1 0,2 0-1,2 0 1,0-1-1,2-1 1,1 1 0,2-1-1,-1-63 1,8 55-126,1 1 0,2 0 1,2 0-1,2 1 1,1 0-1,1 1 0,3 0 1,28-54-1,0 18-813,2 1-1,106-126 1,-23 60-3289,218-184 1,-169 174-1510,6 8-3117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0:00.89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0 422 10633,'2'0'177,"-1"0"1,1 0-1,-1-1 1,1 1-1,0-1 1,-1 1-1,0-1 1,1 0-1,-1 0 1,1 1-1,-1-1 1,0 0-1,1 0 0,-1 0 1,0-1-1,0 1 1,0 0-1,0 0 1,0 0-1,0-1 1,0 1-1,-1-1 1,1 1-1,0-1 1,-1 1-1,1-1 1,-1 1-1,1-3 1,3-6 764,-2 7-675,0 0 0,0 1 1,0-1-1,0 1 0,0-1 0,0 1 0,1 0 0,-1 0 1,1 0-1,0 0 0,0 1 0,-1-1 0,1 1 0,0 0 0,0-1 1,0 1-1,1 1 0,3-2 0,-2 1 59,0 0 1,0 0-1,0 0 0,1 1 1,-1 0-1,0 0 0,0 0 0,1 0 1,-1 1-1,0 0 0,8 3 1,-3 1-120,0 0 1,0 1 0,-1 1 0,0-1-1,0 2 1,-1-1 0,1 1 0,-2 1 0,1-1-1,-1 1 1,0 0 0,-1 1 0,0 0-1,-1 0 1,7 18 0,-1 0 14,-1 2 0,-1-1 0,-1 1 0,5 53-1,-10-41-60,-1 0 0,-3 1 0,-10 77 0,-37 125 50,47-243-210,-138 436 64,97-321-145,40-113 78,1 1 0,-1-1 0,0 0 0,-1 0 0,1 1 0,-1-2 0,-5 8 0,8-11 2,0 0 0,0 1 0,-1-1 0,1 0-1,0 0 1,0 0 0,0 0 0,0 1 0,-1-1 0,1 0 0,0 0-1,0 0 1,0 0 0,-1 0 0,1 0 0,0 0 0,0 0 0,-1 1-1,1-1 1,0 0 0,0 0 0,-1 0 0,1 0 0,0 0 0,0 0-1,0 0 1,-1 0 0,1-1 0,0 1 0,0 0 0,-1 0 0,1 0-1,0 0 1,0 0 0,-1 0 0,1 0 0,0 0 0,0-1 0,0 1-1,0 0 1,-1 0 0,1-1 0,-3-21-20,7-20 16,1 1 1,2 0 0,2 1 0,20-58 0,75-156-217,-56 154-564,4 3-1,4 2 1,4 2 0,124-144-1,-126 173-342,2 3 0,4 2 0,1 3 1,3 3-1,2 4 0,124-67 0,5 21-2385,-155 78 802,48-13 0,0 9-4274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0:01.18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845 13 10625,'-3'-1'658,"0"-1"1,0 0-1,0 1 0,0 0 1,0 0-1,0 0 0,-1 0 1,1 0-1,-1 1 0,-4-1 1,1 1-117,0 0 1,0 1 0,1-1-1,-13 4 1,3 1-267,-1 1 1,2 0-1,-17 10 0,-18 12 255,1 2-1,-69 56 1,-80 86-18,144-122-404,26-26-59,2 1 1,0 2 0,2 1-1,1 0 1,1 2-1,-32 59 1,53-87-50,0 0 0,0 0-1,0 0 1,1 0 0,-1 0 0,0 0 0,1 0-1,0 1 1,-1-1 0,1 0 0,0 0 0,0 0-1,1 1 1,-1-1 0,0 0 0,1 0 0,-1 0 0,1 0-1,-1 0 1,1 0 0,0 0 0,0 0 0,0 0-1,0 0 1,1 0 0,-1 0 0,2 1 0,-1-1 4,1 0 0,-1 0 0,0 0 0,1 0 0,0-1 1,-1 1-1,1-1 0,0 0 0,0 0 0,0 0 0,0 0 0,0-1 1,0 1-1,0-1 0,0 1 0,0-1 0,0 0 0,4-1 1,27-5 169,-1-2 1,1-2 0,-1-1 0,57-27 0,-57 23 277,113-52 1614,-67 29-271,115-39 1,-182 74-1673,-1 0 0,1 0 0,0 2 0,0-1 1,-1 1-1,1 1 0,0 0 0,0 1 0,22 4 1,-26-3-171,0 0 1,0 1 0,0 0 0,0 0 0,-1 1 0,1 0 0,-1 0-1,0 0 1,0 1 0,0 0 0,-1 1 0,0 0 0,0 0-1,8 10 1,1 6-1084,-1 2 0,0-1 1,-2 1-1,13 36 0,12 50-6982,-25-72 3677,11 25-6323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0:01.87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56 492 13605,'0'0'5751,"-2"-2"-4080,-2 1-1034,1-1-1,-1 0 0,1 0 0,0-1 0,0 1 1,-1-1-1,2 1 0,-1-1 0,0 0 1,-3-5-1,4 5-387,0 0 1,0-1-1,0 1 1,1 0 0,-1 0-1,1-1 1,0 1-1,0-1 1,1 1-1,-1-1 1,0 0-1,1 1 1,0-1-1,0 1 1,0-1-1,1 0 1,-1 1-1,2-5 1,-2 7-250,0 1 0,0-1 0,0 1 0,0-1 0,0 1 0,0-1 0,0 1 0,1-1 0,-1 1 0,0-1 0,0 1 0,1-1 0,-1 1 0,0-1 0,0 1 0,1-1 0,-1 1 0,1 0 0,-1-1 0,0 1 0,1 0 0,-1-1 0,1 1 0,-1 0 0,1-1 0,-1 1 0,1 0 0,-1 0 0,1 0 0,-1-1 0,1 1 0,-1 0 0,1 0 0,-1 0 0,1 0 0,-1 0 0,1 0 0,-1 0 0,1 0 0,-1 0 0,1 0 0,0 0 0,-1 1 0,1-1 0,-1 0 0,1 0 0,-1 0 0,1 1 0,-1-1 0,0 0 0,1 1 0,-1-1 0,1 0 0,-1 1 0,0-1 0,1 1 0,-1-1 0,0 0 0,1 2 0,-1-2 0,12 7 0,-1 0 0,0 1 0,-1 1 0,0 0 0,0 0 0,-1 1 0,0 0 0,-1 0 0,0 1 0,-1 0 0,0 1 0,0 0 0,-1 0 0,5 16 0,1 5 0,-2 0 0,-2 1 0,-1-1 0,4 50 0,-10-32-499,-1 1 0,-3-1 1,-3 0-1,-12 55 0,-2 21-235,20-123 563,4-6 26,2 0 109,2-2 9,1 0 1,0 0-1,-1 0 0,0-1 0,0-1 0,0 1 0,-1-1 0,1-1 1,7-9-1,137-168-205,-21 23 230,0 23 170,-108 116-143,2 1 1,1 1-1,51-30 1,-69 46-13,0-1 1,1 2 0,0-1 0,0 1-1,0 0 1,0 1 0,0 0 0,0 1 0,12-1-1,-17 2-11,1 0 0,-1 1 0,0-1-1,0 1 1,0 0 0,0 0 0,0 0 0,0 1-1,0-1 1,0 1 0,0 0 0,-1 0 0,1 0-1,-1 1 1,1-1 0,-1 1 0,0 0-1,0 0 1,0 0 0,0 0 0,-1 1 0,4 5-1,0 2 11,-1 0 0,-1 0-1,0 1 1,0-1-1,-1 1 1,0 0 0,-1 0-1,-1 0 1,0 0-1,-1 20 1,-3 14 20,-12 64 0,15-106-32,-71 290-148,70-280-4,12-24 7,-1 0 153,10-13-51,0 0 0,-2-1 0,26-41 1,39-92-27,-32 60 0,-15 30 20,228-385 35,-239 416 86,1 1-1,32-33 1,-45 55-14,1 0 1,0 0-1,1 1 0,0 1 1,0 1-1,2 0 0,18-8 0,-30 15-24,1 1-1,-1 0 0,0 1 0,1-1 0,-1 1 0,1 0 0,0 0 1,-1 1-1,1 0 0,0 0 0,-1 0 0,1 1 0,0-1 1,-1 1-1,1 1 0,-1-1 0,7 3 0,-6-1 10,-1 1 0,1-1 0,-1 1-1,0 0 1,0 0 0,0 0 0,-1 1 0,1-1-1,-1 1 1,0 0 0,-1 1 0,1-1 0,-1 1-1,5 9 1,2 11 57,-1-1 0,-1 2 0,-1-1 0,-1 1-1,-2 0 1,0 0 0,-1 40 0,-21 198-164,0-31-1612,30 4-2335,-7-203 1622,1 0 0,2 0 0,1-1 0,22 54 0,8-13-8166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0:02.68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262 258 13825,'0'0'3769,"-2"-1"-2390,-5-3-862,0 0-1,1 1 0,-1 0 1,-1 1-1,1 0 1,0 0-1,-1 0 1,1 1-1,-1 0 0,-9 0 1,-16 1 808,-36 4 0,4 0 466,62-4-787,3-3-971,1 0-1,0 0 0,0 0 0,1 0 0,-1 0 1,0 0-1,1 0 0,0 1 0,0-1 0,0 1 1,0-1-1,0 1 0,0 0 0,0-1 1,1 1-1,-1 0 0,1 1 0,0-1 0,-1 0 1,1 1-1,0-1 0,4 0 0,8-5 81,0 2 0,0 0-1,0 0 1,1 1 0,32-3 0,-39 7-88,1-1 1,0 2-1,0-1 1,0 1-1,-1 1 1,1-1-1,-1 2 1,1-1-1,-1 2 1,0-1-1,14 8 1,-14-5-19,-1 0-1,1 1 1,-1 0 0,0 0 0,-1 1-1,0 0 1,0 1 0,0-1-1,-1 1 1,-1 0 0,0 1 0,0 0-1,0-1 1,-2 1 0,1 1 0,-1-1-1,0 1 1,1 15 0,1 11-83,-2 0 1,-2 1-1,-6 73 1,-4-53-154,-2 0-1,-2 0 1,-27 68 0,24-76-4,15-47 127,19-14 42,-11 6 59,0-1 0,-1 0 0,0 0 0,9-12 0,4-5-2,18-22-10,52-83-1,106-151-14,-89 146-1,-93 120 24,0 0 1,0 0 0,1 1 0,1 1 0,0 0 0,32-16-1,-44 25 8,0 1-1,0-1 1,0 1-1,0 0 0,0 0 1,0 1-1,0-1 0,0 0 1,0 1-1,0 0 0,0 0 1,0 0-1,0 0 0,0 0 1,1 1-1,-1-1 1,0 1-1,0 0 0,0 0 1,0 0-1,-1 0 0,1 0 1,0 1-1,0-1 0,-1 1 1,1 0-1,-1 0 1,1 0-1,-1 0 0,0 0 1,0 1-1,0-1 0,0 0 1,2 5-1,2 4 2,0 0 0,-1 0 0,-1 0 0,0 1 0,-1 0 0,0-1 0,2 15-1,0 27 0,-2 0 0,-6 89-1,0-83-91,8 105 0,-5-162 79,1-1 1,-1 1 0,0 0 0,1 0-1,-1 0 1,1 0 0,0-1-1,0 1 1,-1 0 0,1-1-1,0 1 1,1 0 0,-1-1 0,0 1-1,0-1 1,1 0 0,-1 1-1,0-1 1,1 0 0,-1 0 0,1 0-1,0 0 1,-1 0 0,1 0-1,0-1 1,0 1 0,0 0-1,-1-1 1,1 1 0,0-1 0,0 0-1,0 0 1,0 0 0,0 0-1,0 0 1,0 0 0,3-1 0,5 0-59,0-1 0,0-1 0,0 1 0,0-2 0,-1 1 0,10-6 0,1-2-58,0 0 0,-1-2 1,34-28-1,46-53-243,-56 51 200,165-177-540,-68 68 421,-99 111 237,2 0 1,2 3-1,50-33 1,-93 69 63,1 0-1,0 1 1,0-1 0,0 0 0,0 1-1,0 0 1,0-1 0,1 1 0,-1 1-1,0-1 1,1 0 0,-1 1 0,1 0 0,-1-1-1,0 1 1,1 1 0,-1-1 0,1 0-1,5 3 1,-5-2 5,0 1 0,-1 0 0,1 1 0,-1-1 0,0 0 0,0 1 0,0 0 0,0 0 0,0 0 0,0 0 0,-1 0-1,0 1 1,1-1 0,1 5 0,4 9 55,-1 0-1,-1 1 1,-1 0 0,0 1-1,4 30 1,-3-8 3,2 22 28,3 0 0,30 96 0,-38-150-97,0 0 0,1-1 1,0 0-1,1 0 0,0 0 0,0-1 0,1 1 1,0-1-1,9 9 0,-11-13-13,1 1 1,-1-1-1,1 0 1,0 0-1,0 0 1,0-1-1,0 1 1,0-1-1,0-1 0,1 1 1,-1-1-1,1 0 1,-1 0-1,1 0 1,-1-1-1,1 0 0,7-1 1,5-1-16,0-1 0,0-1 0,0-1 0,-1-1 0,0 0 0,0-1 0,-1-1 1,22-14-1,14-12-36,54-48 0,-26 18 109,-57 47-12,151-108 374,-128 95 36,92-45 0,-129 71-360,1 0 0,0 0 0,0 1 0,0 1-1,0 0 1,0 0 0,1 1 0,-1 0 0,0 1 0,1 0 0,13 2 0,-18-1-36,-1 0 1,1 0 0,-1 1-1,1 0 1,-1 0 0,0 1-1,0-1 1,0 1 0,0 0-1,-1 0 1,1 1 0,-1 0-1,1-1 1,-1 1 0,-1 1-1,1-1 1,0 0 0,-1 1-1,0 0 1,0 0 0,4 10-1,-2 1 18,0 1-1,-1-1 1,0 1-1,-2 0 1,0 0-1,-1 0 0,0 1 1,-1-1-1,-2 0 1,-4 29-1,-7 17-196,-30 88 1,39-139 60,-11 44-1423,2 1-1,3 0 0,-5 114 1,15-152 30,0 0 0,3 20 0,7 9-4793,9 5-5383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0:02.8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54 1 15737,'-44'3'10405,"37"24"-9681,4-3-127,6 0-129,1 0-280,-1 10-620,4 17-509,-4-9-427,1 9-828,-4-5-780,-7 14-3021,0 12-5228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0:03.74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133 44 14085,'2'-2'639,"0"0"0,0-1 0,0 0 0,-1 1 0,1-1 0,0 0 0,-1 0 0,0 0 0,0 0 0,0 0 0,1-5 0,-1 2 2369,-5 25-1722,-4 50-141,0 5-304,-29 122 0,7-97-613,10-34-231,2 1 1,-8 68-1,25-129-15,1 0 0,-1 0 0,1 0 0,0 0 0,1 0 0,-1 0 0,3 8 0,-3-12 17,1 1 1,0-1-1,-1 0 0,1 1 1,0-1-1,0 0 0,-1 1 1,1-1-1,0 0 0,1 0 1,-1 0-1,0 0 0,0 0 1,0 0-1,0 0 0,1 0 1,-1 0-1,1-1 0,-1 1 1,0-1-1,1 1 0,-1-1 1,1 1-1,-1-1 0,3 1 1,7-1-8,0 0 1,0 0-1,-1-1 1,1 0 0,0 0-1,-1-1 1,1-1-1,13-5 1,86-40-61,-74 32 83,250-128-55,12-6-17,-218 115 66,151-45 1,-202 72-13,1 2 0,-1 0 1,1 2-1,0 2 0,54 1 1,-74 1 12,0 1 0,0 0 0,-1 1 0,1 0 1,0 1-1,-1 0 0,0 0 0,0 1 0,0 0 1,0 0-1,0 1 0,-1 1 0,0-1 1,0 1-1,-1 0 0,1 1 0,-1 0 0,-1 0 1,1 1-1,-1 0 0,6 10 0,3 16 17,-1 0 0,-1 1 0,-2 0 0,9 55 0,-12-51-7,1 0 0,2 0-1,26 58 1,-31-86-29,0 0 0,0 0 1,1-1-1,1 0 0,0 0 1,0 0-1,1-1 0,0-1 0,1 1 1,-1-2-1,2 1 0,-1-1 0,1-1 1,0 0-1,20 8 0,-15-8-10,1-1-1,1-1 0,-1 0 0,1-1 0,-1-1 1,1 0-1,0-2 0,0 0 0,34-5 0,-24 0 3,0-2 1,0-1-1,-1-1 0,0-1 0,-1-1 0,26-16 0,-9 4-8,-2-2 1,65-52-1,-74 50 11,-2-1 0,-1-2 0,44-59 1,-58 67-8,0 0 1,-2 0 0,-1-1-1,-1-1 1,-1 0 0,0-1 0,5-29-1,-13 46 10,0 1 0,-1-1 0,-1 0-1,1 0 1,-1 0 0,0 0 0,-1 0-1,0 0 1,0 0 0,-1 0 0,0 1-1,-4-12 1,4 15-8,-1 0-1,1 0 1,0 0-1,-1 0 1,0 0-1,0 1 1,0-1-1,-1 1 1,1 0-1,-1 0 1,1 0-1,-1 0 1,0 1 0,0-1-1,0 1 1,-1 0-1,1 0 1,-1 1-1,1-1 1,-1 1-1,1 0 1,-6-1-1,-1 2-75,0-1-1,0 2 1,0 0 0,0 0-1,1 1 1,-1 0 0,0 0-1,1 1 1,-1 1-1,1 0 1,0 1 0,0-1-1,1 2 1,-10 6 0,0 1-95,0 1 0,1 0 1,1 2-1,0 0 1,-23 30-1,29-31 70,1 0 0,1 1 0,-13 27 0,19-36 89,0-1-1,0 1 0,1 0 0,0 0 0,0 1 0,1-1 0,0 0 0,0 0 1,1 1-1,0-1 0,1 12 0,-1-17 40,1-1-1,0 1 1,-1-1 0,1 1-1,0-1 1,0 1 0,0-1-1,0 1 1,0-1 0,0 0-1,0 0 1,0 1 0,1-1-1,-1 0 1,0 0 0,1 0-1,-1-1 1,1 1 0,-1 0-1,1 0 1,-1-1 0,1 1-1,0-1 1,-1 1 0,1-1 0,0 0-1,-1 0 1,1 0 0,0 0-1,1 0 1,4 0 121,0 0-1,-1-1 1,1 0 0,0 0-1,-1-1 1,10-3 0,0-2 190,0-1 0,-1 0 0,0 0 0,0-2 0,-1 0 0,20-18 0,-13 9 8,4-4 283,0 0 0,2 2 1,52-31-1,-78 51-595,-1 1 0,1-1 0,0 1 0,-1-1 0,1 1 0,0 0 0,-1-1 0,1 1 0,0 0 0,0 0 0,0-1 0,-1 1 0,1 0 0,0 0 0,0 0 0,0 0 0,-1 0 0,1 0 0,0 0 0,0 0 0,-1 1 0,1-1 0,0 0 0,0 0 0,-1 1 0,1-1 0,0 0 0,0 1 0,0 0 0,0 0 12,0 0 1,-1 1 0,1-1 0,0 0 0,-1 1 0,1-1-1,-1 1 1,0-1 0,1 1 0,-1-1 0,0 1 0,0-1-1,0 1 1,0 2 0,-1 6 112,-1 0-1,0 0 1,0 0-1,-5 13 1,-99 214 428,45-110-459,-253 487-109,55-117 0,-288 604 0,394-797 0,-156 329-290,208-422 53,40-101-879,60-108 1079,0-1 1,1 0 0,-1 0 0,0 0-1,0 0 1,0 0 0,0 0 0,0 0-1,0 0 1,0 0 0,0-1 0,0 1-1,0 0 1,-2 0 0,2-1 21,1 0 0,-1 0 1,1 0-1,-1 0 1,1 0-1,-1 0 0,0 0 1,1 0-1,-1 0 0,1 0 1,-1 0-1,1 0 0,-1-1 1,1 1-1,-1 0 1,1 0-1,-1-1 0,1 1 1,-1 0-1,1-1 0,-1 1 1,1 0-1,-1-1 0,-1-2-17,0 0-1,0 1 0,1-1 0,-1 0 0,1 0 0,0 0 0,0 0 0,0-1 0,-1-5 0,-4-33-97,2 0 0,2-1-1,4-53 1,-1 29 44,3-80 59,28-190 0,-18 263 79,33-106 1,110-286 66,-131 394-105,2 2-1,4 2 1,3 0-1,56-80 1,-74 122-17,30-46-309,3 3 0,3 1 0,3 3 0,2 2 0,4 3 0,1 2 0,96-65-1,-82 74-1125,2 3 0,122-53 0,-126 70-3072,105-28 1,-38 24-6204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0:04.6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970 1666 8469,'0'1'89,"-1"-1"0,0 0-1,0 0 1,1 0 0,-1 0 0,0 0 0,0 0 0,1 0 0,-1 0-1,0 0 1,0 0 0,1 0 0,-1 0 0,0 0 0,0-1 0,1 1 0,-1 0-1,0-1 1,1 1 0,-1 0 0,0-1 0,1 1 0,-1-1 0,1 1 0,-2-2-1,13-13 1910,4-4-230,5-8-274,2 1 0,0 1 1,27-22-1,36-29 587,3 4 1,133-83-1,83-51-119,-226 146-1419,122-121-1,26-81 91,-187 209-488,-3-1-1,-2-2 0,34-77 1,-61 116-90,0-1 0,-1 1 0,8-37 0,-13 50-37,-1 0 1,0-1-1,0 1 1,0-1 0,0 1-1,0-1 1,-1 1-1,0-1 1,-2-7 0,2 10-3,0 0 0,0 0 0,-1 0 1,1 0-1,0 0 0,-1 0 0,0 0 1,1 0-1,-1 0 0,0 1 1,0-1-1,0 1 0,0-1 0,0 1 1,0 0-1,0 0 0,0 0 0,-1 0 1,-2-1-1,-3 1 40,-1 0 0,1 1 0,-1 0 0,0 0 0,1 1 0,-1 0 0,1 1 0,-1-1 0,1 2 1,0-1-1,-16 8 0,-14 6-5,0 1 0,1 3 0,1 0 0,-38 30 0,-130 113 33,194-155-84,-104 92 0,-181 203 0,226-219 0,4 2 0,3 4 0,-64 126 0,84-130 0,3 2 0,4 2 0,-45 182 0,64-196 0,4 1 0,4 0 0,3 1 0,3-1 0,11 107 0,44 145 0,34 17 0,-30-132 0,-49-186 0,-1 0 0,-2 0 0,-1 0 0,-1 0 0,-2 1 0,-3 52 0,0-69 0,0 0 0,-1 0 0,0-1 0,-1 1 0,-1-1 0,1 0 0,-2 0 0,1 0 0,-2-1 0,1 0 0,-1 0 0,-1-1 0,0 0 0,0 0 0,-1-1 0,-16 13 0,3-6 0,-1-1 0,-1-1 0,0-1 0,0-1 0,-1-1 0,-1-1 0,0-1 0,0-2 0,0 0 0,-33 2 0,-14-3 0,-1-2 0,-109-11 0,164 7-1,-184-22-239,181 19 112,0 0 1,0-2-1,1-1 1,0 0-1,0-2 1,-35-20 0,55 29 48,0-1 1,0 1 0,0-1 0,0 1 0,0-1 0,1 0 0,-1 1 0,0-1 0,0 0 0,1 1 0,-1-1 0,1 0 0,-1 0 0,1 0 0,-1 0 0,1 0 0,-1 0 0,1 0 0,0 0-1,-1 0 1,1 0 0,0 0 0,0 0 0,0 0 0,0 0 0,0-1 0,12-22-1192,-7 15 715,2-1-186,0 0 0,1 0 0,0 0 0,0 1 0,1 1 0,0-1 0,16-10 0,-4 5-1886,1 2-1,45-20 1,58-18-8280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0:05.34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830 0 11705,'-38'54'3778,"30"-46"-3307,2 1 0,-1 0 0,1 0 0,0 0 0,1 0 0,0 1 0,0 0 1,1 0-1,1 0 0,0 1 0,-3 16 0,4-15-382,2 1-1,0-1 1,0 0-1,1 0 1,1 0 0,0 0-1,1 0 1,0 0 0,0-1-1,2 1 1,-1-1 0,1 0-1,1 0 1,0 0-1,1-1 1,0 0 0,0 0-1,1-1 1,0 0 0,1 0-1,0-1 1,0 0-1,0-1 1,1 0 0,1 0-1,-1-1 1,1-1 0,0 1-1,0-2 1,24 7 0,-10-5-65,0 0 1,0-2 0,1-2 0,-1 0 0,1-1 0,-1-1 0,1-2 0,41-7 0,-27-1 99,0-1 0,-1-1 0,0-3 0,58-30 0,-66 27 934,-2-1 0,0-2 0,50-47 0,-75 64-827,-2 2 317,-5 6 144,-31 33-407,2 2 1,1 2-1,-25 44 0,-71 145 822,91-161-1019,-254 505-88,75-95 0,140-304 3,-355 766-214,421-924 91,-9 19-426,-41 60 1,53-88 460,0 0-1,0 0 1,-1-1-1,0 0 1,-1 0-1,1 0 1,-1-1-1,-1 0 1,1-1-1,-1 0 1,0 0-1,-12 4 1,19-9 67,-1 1 0,1-1 0,0 0 1,0 0-1,0 0 0,0 0 0,0 0 1,-1 0-1,1-1 0,0 1 0,0-1 1,0 1-1,0-1 0,0 0 0,0 0 1,0 0-1,0 0 0,1 0 0,-1 0 1,0 0-1,0-1 0,1 1 0,-1-1 1,-1-1-1,-3-4-16,1 0 1,0 1-1,0-1 0,-4-10 1,3 5 8,2 0 1,-1 0-1,2 0 1,-1-1-1,2 0 1,0 1 0,0-1-1,1 0 1,1 0-1,1-19 1,3-9-31,18-79-1,0 37 20,4 0-1,3 1 1,4 2-1,3 1 1,4 2 0,74-108-1,-46 90-25,4 4 1,4 2-1,3 5 0,124-103 0,250-152-227,21 28 53,-204 137 213,17-23 135,-280 192-87,0 0 0,0-1 0,0 1 0,-1-1 1,6-8-1,-12 13-14,0 1 1,0-1 0,0 1-1,-1-1 1,1 1-1,0-1 1,0 1-1,0-1 1,-1 0 0,1 1-1,0-1 1,-1 1-1,1 0 1,0-1-1,-1 1 1,1-1 0,-1 1-1,1 0 1,0-1-1,-1 1 1,1 0-1,-1-1 1,1 1-1,-1 0 1,1 0 0,-1-1-1,0 1 1,0 0-1,-2-1 4,1 1 0,-1 0 0,1 0-1,-1-1 1,1 1 0,-1 1 0,1-1-1,0 0 1,-1 1 0,1-1 0,-1 1-1,1 0 1,0 0 0,-1 0 0,1 0-1,0 0 1,0 0 0,-3 2 0,-38 33 236,38-31-216,-14 14 69,1 2 0,1 0 0,1 1 0,0 0 0,2 1 0,1 1-1,1 1 1,0 0 0,2 0 0,-12 47 0,3 18 250,-16 170 0,28-189-256,0 5 27,0 8-21,-4-1 1,-30 116-1,34-174-150,-2 0 0,0 0 0,-1-2 0,-2 1 1,0-1-1,-2-1 0,0 0 0,-2-1 0,0-1 0,-1 0 0,-1-1 0,-24 19 0,21-22-359,0 0 0,-2-2 0,1 0 0,-31 12 0,39-20-25,1-1 0,-1-1-1,0 0 1,0 0-1,-1-2 1,1 0-1,-1 0 1,1-1-1,-18-2 1,27 1 164,0-1 1,0 0-1,0 0 1,0 0-1,0-1 1,0 0-1,1 0 1,-1 0-1,1 0 1,-1-1-1,1 0 1,0 1-1,0-2 1,0 1-1,1 0 1,-1-1 0,1 0-1,-1 0 1,-2-4-1,4 4-265,0-1 0,-1 1-1,2 0 1,-1-1 0,0 1 0,1-1-1,0 0 1,0 1 0,0-1 0,1 0-1,0 1 1,0-1 0,0-6 0,13-42-8497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0:05.55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814 0 12457,'-21'32'1173,"-22"41"2375,-69 195 4704,-128 310-1279,-39 103-6766,216-466-2410,18 1-3853,41-194 3874,1 1 0,1 0 1,1 0-1,2 28 0,10 8-8276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0:06.39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0 198 11237,'0'0'4947,"2"2"-3605,3 2-1097,0-1 0,0 0 1,0-1-1,0 1 0,0-1 1,0 0-1,1 0 1,-1-1-1,1 1 0,0-1 1,-1-1-1,10 1 0,13 0 182,36-4-1,-37 1-186,-14 2-160,233-22 942,-220 18-964,0-2 0,0-1-1,0 0 1,-1-2-1,0-1 1,-1-1 0,24-15-1,-44 23-47,0 0 0,0 0 0,-1 0-1,1-1 1,-1 1 0,0-1-1,0 0 1,-1 0 0,1 0 0,-1 0-1,1 0 1,1-6 0,-3 8-8,-1 0 0,1 0 0,-1 1 0,1-1 0,-1 0 0,0 0 0,0 0 0,0 1 0,0-1-1,0 0 1,0 0 0,0 0 0,-1 1 0,1-1 0,0 0 0,-1 0 0,0 1 0,1-1 0,-1 0 0,0 1 0,0-1 0,0 0 0,0 1 0,0 0 0,0-1 0,0 1 0,-1 0 0,1-1 0,-1 1 0,1 0 0,-1 0 0,1 0 0,-1 0 0,1 0 0,-1 1 0,-2-2 0,-6-1-3,0 1 1,1 0-1,-1 1 1,0 0-1,0 0 1,0 1-1,0 1 1,0-1 0,1 2-1,-1-1 1,0 1-1,1 1 1,-11 3-1,-7 3 5,1 2-1,0 0 0,1 1 1,1 2-1,0 0 1,0 2-1,2 1 0,0 0 1,1 2-1,1 0 1,0 1-1,2 1 1,0 1-1,2 1 0,0 0 1,-18 38-1,27-44-30,0 0 1,2 0-1,0 0 0,1 1 1,0 0-1,2 0 0,0 0 0,1 0 1,1 0-1,1 0 0,5 33 1,-3-37-19,0 1 0,1-1 0,1 0 1,0 0-1,1-1 0,1 0 0,0 0 1,1 0-1,0-1 0,1 0 1,0 0-1,1-1 0,0 0 0,22 16 1,-19-16 20,1-1 1,0-1 0,1 0 0,0-1-1,0 0 1,1-2 0,0 0-1,0 0 1,0-1 0,1-1 0,0-1-1,-1-1 1,1 0 0,0-1-1,1-1 1,-1 0 0,0-1 0,0-1-1,-1-1 1,1 0 0,0-1 0,-1-1-1,0-1 1,20-9 0,-5-2 76,0 0 1,-2-3-1,0 0 1,49-46-1,91-112 755,-119 123-365,-11 21-36,-36 32-349,-4 13-28,0-1 0,0 0 1,-1 1-1,0-1 1,-1 0-1,0 0 1,-1 0-1,-4 9 0,-9 12-49,-20 31 0,-11 19 37,29-44-94,8-17-33,1 1 0,0 0 0,2 0 0,-11 42 0,19-62 105,0 0 0,1-1 1,-1 1-1,1 0 1,-1-1-1,1 1 0,-1 0 1,1-1-1,-1 1 1,1 0-1,0-1 0,-1 1 1,1-1-1,0 1 1,-1-1-1,1 0 0,0 1 1,0-1-1,-1 0 1,1 1-1,0-1 1,0 0-1,1 0 0,-1 1-6,3 0 7,-1 0-1,1 0 1,0 0 0,-1-1-1,1 0 1,0 1 0,0-1-1,-1 0 1,1-1 0,0 1 0,0-1-1,-1 1 1,1-1 0,-1 0-1,7-3 1,6-3 2,0-1 0,16-10-1,-12 7-13,18-10 21,-10 7 31,28-20 0,-53 32-54,1 3-38,0 1-13,1-1 1,0 1 0,-1 0-1,1 0 1,-1 1-1,0-1 1,0 1 0,0 0-1,0 0 1,0 0 0,0 1-1,-1 0 1,3 3-1,-3-4-84,8-3 138,0-2 0,0 1 0,0-2 0,0 1 0,0-1 0,-1-1 0,1 0 0,-1-1 0,14-7 0,12-10 194,37-30 0,-59 42-101,11-9 56,67-45 675,-81 57-688,1 1 0,0 0 0,0 1-1,0 0 1,1 1 0,15-3 0,-25 6-115,0 1-1,0 0 1,-1 0-1,1 0 0,0 0 1,0 0-1,0 1 1,-1-1-1,1 1 0,0 0 1,-1 0-1,1 0 1,-1 0-1,1 0 1,-1 0-1,1 1 0,-1-1 1,0 1-1,0 0 1,1 0-1,-1 0 0,-1 0 1,1 0-1,0 0 1,0 0-1,-1 0 1,1 1-1,-1-1 0,0 1 1,0-1-1,1 4 1,4 9-252,-1-1-1,-1 1 1,-1 0 0,2 20 0,-3-25 21,2 27-2023,-2 64 0,-2-61-247,5 47 1,8-28 442,18-75 2059,-18 3 147,0-1-1,0-1 1,-1 0-1,10-17 0,-1 3-344,8-17-2514,-19 27 206,1 4-1634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0:15.00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1287 450 5721,'6'-17'167,"53"-136"6119,-50 132-5101,-1-1 1,-1-1-1,-1 1 1,-1-1-1,-1 0 0,-1 0 1,0-37-1,-8 1 2056,4 56-2273,-1 8-168,-37 154 1231,11-34-1181,-203 589 256,131-428-1809,-271 635-3592,156-470 345,-12-8-3784,50-108-3253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0:16.23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706 1859 11665,'1'-2'1900,"11"-14"336,-5 5-1070,1 0-1,-1-1 1,7-16 0,7-15-58,48-73 1,-40 71-689,-16 24-236,11-17 317,-1-1 1,-1-1 0,22-62 0,-5-24 776,40-245 0,-19-135 237,-53 433-1251,22-155 732,-29 226-981,0 1 0,1 0 0,-1-1 0,0 1 0,1-1 0,-1 1 0,0 0 0,0-1 0,0 1 0,-1-1 0,1 1 0,0 0 0,0-1 0,-1 1 0,1-1 0,-2-1 0,2 3-4,0-1 0,-1 1-1,1-1 1,-1 1 0,1 0-1,-1 0 1,1-1 0,-1 1-1,1 0 1,-1 0 0,1-1-1,-1 1 1,0 0 0,1 0-1,-1 0 1,1 0 0,-1 0-1,1 0 1,-1 0 0,0 0-1,1 0 1,-1 0 0,1 0-1,-1 1 1,1-1 0,-2 0-1,-2 2 39,1-1-1,-1 1 0,1 0 1,-1 0-1,1 1 1,0-1-1,-1 1 0,1-1 1,-3 5-1,-19 25 148,2 0 1,-28 53-1,-30 77 316,68-135-496,-46 100-16,-70 217 0,111-281 0,2 0 0,4 1 0,2 1 0,3 0 0,2 116 0,11-95 0,4 0 0,3-1 0,42 143 0,-28-142 0,29 101 0,-48-157 0,-1 0 0,-1 1 0,-2 0 0,1 42 0,-5-64 0,-1 1 0,0-1 0,0 0 0,-1 1 0,0-1 0,-1 0 0,0 0 0,0-1 0,-1 1 0,0 0 0,0-1 0,-1 0 0,-1 0 0,1-1 0,-1 1 0,0-1 0,-1 0 0,-11 9 0,3-5 0,1-2 0,-2 0 0,1 0 0,-1-2 0,0 0 0,-33 10 0,-2-5 0,-53 7 0,10-8-238,-1-4 0,-132-8 0,216 0 129,4 2-304,-1-1 0,1-1-1,-1 0 1,1 0 0,0 0 0,-1-1 0,1 0 0,0 0 0,0-1 0,-9-5 0,15 8 285,0 0 0,0-1 0,0 1 0,0-1 1,0 1-1,1-1 0,-1 0 0,0 1 0,0-1 0,0 0 1,1 0-1,-1 1 0,0-1 0,1 0 0,-1 0 0,1 0 0,-1 0 1,0-2-1,2 2-87,-1-1 0,1 0 0,0 1 0,0-1 0,-1 0 1,1 1-1,0-1 0,0 1 0,1-1 0,-1 1 0,0 0 0,2-2 0,3-4-876,0 1 0,1-1 0,0 1 0,0 1 0,1-1 0,0 1 0,0 0 0,11-5 0,47-21-8283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0:16.4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663 11 13137,'0'0'77,"0"0"1,0-1-1,0 1 0,0-1 0,0 1 0,0 0 1,0-1-1,0 1 0,0 0 0,0-1 0,0 1 1,0-1-1,0 1 0,0 0 0,0-1 0,-1 1 1,1 0-1,0-1 0,0 1 0,0 0 0,-1-1 1,1 1-1,0 0 0,0 0 0,-1-1 0,1 1 1,0 0-1,-1 0 0,1-1 0,0 1 0,-1 0 1,-6 12 1748,-9 46 1343,16-58-3159,-40 175 6729,0 20-3398,13-78-2567,-6-2-1,-63 153 1,-122 209-1557,143-321 252,50-101-1533,-31 93 1,50-125 598,0 1 0,1-1 0,1 1 0,2 0 1,0 0-1,4 47 0,7-30-4162,7-11-3081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0:16.63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77 131 10893,'-43'-13'2440,"16"-14"-284,20 15-271,11-6-229,9-6-88,21 15-76,6-3-308,20 3-188,14 3-192,20 6-312,13 3-804,17 3-284,16 3-700,1 3-584,-4-3-480,1 6-3337,-18-3-4744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0:16.9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85 9265,'58'-55'2094,"-53"52"-1886,-1 0-1,0 0 1,1 0-1,-1 1 1,1-1-1,0 1 1,0 0-1,0 1 1,0-1-1,0 1 1,0 0-1,0 0 1,0 1 0,11 0-1,-1-1 238,11 0 202,1 0 0,0 2 0,0 1-1,-1 2 1,1 0 0,-1 2 0,0 1-1,0 0 1,-1 2 0,33 17 0,-39-17-427,-1 2 0,-1-1 0,0 2 1,0 1-1,-1 0 0,-1 0 1,0 2-1,-1 0 0,0 1 0,-2 0 1,1 1-1,-2 0 0,16 33 1,-15-22-47,0 1 0,-3-1 1,0 2-1,-2-1 0,8 61 1,-15-72-136,1-1 1,-2 1-1,0 0 1,-2-1 0,1 0-1,-2 1 1,-1-1-1,0 0 1,-1-1-1,0 1 1,-15 25-1,7-20-22,-2 0 0,0 0 0,-1-2 0,-1 0 0,-34 30 0,20-24-37,-2-1 0,-68 39 0,99-63-154,1-2-39,1 1 198,0-1 1,1 1-1,-1-1 0,1 1 0,-1-1 1,0 1-1,1-1 0,-1 1 1,1-1-1,-1 1 0,1-1 0,-1 0 1,1 1-1,0-1 0,-1 0 1,1 1-1,0-1 0,0 0 0,-1 0 1,1 1-1,0-1 0,0 0 1,0 0-1,0 1 0,0-1 0,0 0 1,0 0-1,0 0 0,0 1 1,0-1-1,1 0 0,-1 0 0,0 1 1,0-1-1,1 0 0,-1 1 1,0-1-1,1 0 0,-1 1 0,1-1 1,-1 0-1,1 1 0,0-1 1,31-26-422,-30 26 414,427-300-7510,-239 159 2495,-113 83 1341,10-5-2241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0:17.22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89 1 5737,'3'17'1447,"-2"-13"1329,-2-2-1372,-2 7-669,0 0 1,1-1-1,1 1 0,-1 0 1,1 0-1,1 17 1,-4 32 937,-28 72 621,20-91-1942,2 1 0,2-1-1,2 1 1,-2 48-1,8-60-247,1 0-1,1-1 0,2 1 1,8 34-1,-8-50-99,0 1 0,1-1 1,0 0-1,1 0 0,0-1 1,1 0-1,0 0 0,1 0 1,0-1-1,0 0 0,13 10 0,-4-5-51,1-1-1,0-1 0,1-1 1,0-1-1,1 0 0,1-2 1,-1 0-1,1-1 0,1-1 1,-1-1-1,1-1 0,0-1 1,28 1-1,-29-4 35,0 0-1,0-2 1,0-1-1,0 0 1,0-2 0,-1 0-1,1-1 1,-1-2-1,0 0 1,-1-1-1,1 0 1,-2-2 0,1 0-1,20-17 1,-13 8 156,-2-1 1,-1-2-1,0 0 1,-2-2 0,-1 0-1,0-2 1,30-53-1,16-40 1610,-65 117-1281,1 3-501,-1 0 1,1 1-1,-1-1 1,1 0-1,-1 1 0,0-1 1,1 1-1,-1-1 1,0 1-1,0 0 1,0-1-1,0 1 1,0 0-1,-1 0 1,1 0-1,0-1 1,-1 1-1,1 3 1,0 10-430,0-1 1,-3 25-1,1-23-283,0 0 0,3 24-1,11 101-9092,-4-81 1481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0:17.64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797 45 9757,'-21'-1'668,"1"1"1,0 0 0,-1 2-1,1 0 1,0 1-1,0 2 1,-36 11-1,-21 10 1201,17-5-241,-60 29 0,82-32-1115,1 2 1,1 1-1,-39 31 1,60-41-391,1 1 0,0 0 0,1 1 0,0 1 0,1 0 0,1 1 0,0 0 0,1 1 0,-12 26 0,18-33-83,0 0-1,1 0 1,1 1 0,-1-1-1,2 1 1,-1 0-1,1 0 1,1 0 0,0 0-1,0-1 1,1 1-1,0 0 1,4 14 0,-1-12-40,0 0 1,1 0-1,1-1 1,0 0-1,0 0 1,1 0-1,0-1 1,1 0-1,0 0 1,11 9-1,0-2-65,0-1 0,2-1 0,-1 0 0,2-2-1,0 0 1,0-2 0,27 10 0,2-3-144,1-2 0,64 12 0,-75-21 123,0-2 1,1-2-1,-1-2 0,0-1 0,1-2 1,-1-2-1,0-2 0,0-1 0,-1-3 0,0-1 1,-1-1-1,0-3 0,-1-1 0,0-2 1,-2-1-1,0-2 0,-1-2 0,54-46 1,-15 3 4,89-102 1,52-89 361,-140 164 82,-59 75-251,49-68 879,-127 202 485,10-16-798,-15 14-124,-84 156-30,-73 138-3335,144-276-1156,-2-1-3791,48-79-837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0:17.99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12 9421,'22'-4'645,"0"1"-1,0 0 1,0 2 0,0 0-1,0 2 1,0 0 0,0 2 0,31 7-1,-12-1 16,0 3-1,-1 1 1,-1 1-1,0 3 1,-1 1-1,44 28 1,-69-37-564,0 1 0,0 1 0,-1-1 0,0 2 0,-1 0 0,-1 0 1,1 1-1,12 22 0,-18-25-61,0 0 1,-1 1 0,0 0 0,0 0-1,-1 0 1,-1 0 0,0 0-1,0 1 1,-1-1 0,-1 1-1,0-1 1,0 1 0,-3 16 0,-3-2-57,-13 43 1,12-49-84,1 0 0,1 0 0,1 0 0,-1 22 0,4-38 67,1 1 0,0-1 0,0 0-1,1 1 1,-1-1 0,1 0 0,0 0 0,0 1 0,0-1 0,0 0 0,1 0 0,0 0 0,0 0-1,0 0 1,5 6 0,-4-8 21,0 1-1,-1-1 1,1 0 0,0 0-1,1 0 1,-1 0-1,0 0 1,1-1-1,-1 1 1,1-1 0,-1 0-1,1 0 1,-1 0-1,1-1 1,0 1-1,-1-1 1,1 0 0,0 0-1,5-1 1,5-1-10,-1-1 0,0 0 0,-1 0 0,1-2 0,0 1 0,-1-2 0,0 1 0,0-2 0,-1 0 0,0 0 0,10-9 0,62-55 45,-46 38 387,48-33 0,-55 52-121,-29 14-275,0 0 0,0 1 0,0-1 0,0 1 0,-1-1 0,1 1 1,0 0-1,0-1 0,0 1 0,-1 0 0,1-1 0,0 1 0,0 0 0,-1 0 0,1 0 0,-1 0 0,1 0 1,-1 0-1,1 0 0,0 1 0,-1-1 11,5 12-28,0-1 0,-1 1 1,-1 0-1,0-1 0,0 2 1,-1-1-1,-1 0 0,0 18 1,2 19-580,0-21-4,3 18-2005,1 1 0,15 49 0,-16-71-986,1 1-1592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0:18.2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77 3 4932,'4'-1'159,"0"1"0,-1-1 0,1 1 0,0 0 0,0 0 0,-1 0-1,1 0 1,0 0 0,-1 1 0,1 0 0,0 0 0,5 2 0,-6-1 12,-1 0 1,0 1-1,1-1 1,-1 1 0,0-1-1,-1 1 1,1 0-1,0 0 1,-1 0 0,1 0-1,-1 0 1,0 0-1,0 0 1,0 0 0,-1 0-1,1 4 1,2 6 237,-1 1 1,0-1-1,-2 0 1,1 1-1,-1-1 1,-1 1 0,-1-1-1,0 1 1,0-1-1,-2 0 1,1 0-1,-2 0 1,-9 20-1,-6 5 291,-1-1 1,-3-1-1,-30 36 0,40-51-181,34-18-304,6 1-361,12-10-1059,47-14 0,-8 2-1637,-15 5-1369,2-7-2379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0:18.51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122 152 3448,'28'11'680,"-18"-6"-93,0-1-1,0 0 0,1-1 1,0 0-1,-1-1 0,17 2 1,-23-4-413,0-1 1,-1 1 0,1-1 0,-1 0-1,0 0 1,1 0 0,-1-1-1,4-1 1,1-1 176,-7 3-302,-1 0 1,1 0-1,-1 1 0,1-1 0,-1 0 1,0 0-1,0 0 0,0 0 0,1 0 0,-1 0 1,0 0-1,0-1 0,0 1 0,0 0 1,-1 0-1,1 0 0,0 0 0,0 0 0,-1-1 1,1 1 46,-1-5 67,0 0 0,-1-1-1,1 1 1,-1 0 0,-1 0 0,1 0-1,-1 1 1,0-1 0,0 1 0,0-1-1,-7-6 1,2 3 72,0 0 0,0 1-1,-1 0 1,0 0 0,-11-7 0,16 13-142,0 0 0,-1 0 1,1 0-1,0 0 1,-1 0-1,1 1 1,0 0-1,-1 0 0,0 0 1,1 0-1,-1 1 1,0 0-1,1 0 0,-1 0 1,0 0-1,1 1 1,-1 0-1,1 0 1,-1 0-1,1 0 0,-9 5 1,8-4-41,0 1 1,0 0-1,1 0 0,-1 0 1,1 1-1,0-1 1,-1 1-1,2 0 0,-1 0 1,0 1-1,1-1 1,0 1-1,0 0 0,0-1 1,1 1-1,0 1 1,-2 4-1,0 7-123,1 1 0,0-1 0,1 1 0,1-1 0,1 1 0,1-1 0,0 1 0,1-1 0,1 0 0,9 33 0,-1-18-800,0-1 0,2-1 1,2 0-1,32 51 0,-23-47-469,35 41 0,-47-62 949,1 0 0,0 0 0,1-2 0,0 1 1,21 12-1,-31-22 182,-1 0 0,1 0 0,0 0 0,-1 0 0,1-1 0,0 1 0,0-1 0,0 0 0,0 0-1,0-1 1,0 1 0,0-1 0,1 0 0,4 0 0,17-7-1166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0:34.27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30 95 13801,'0'0'8600,"-3"-2"-7078,-1-2-1704,2 4 452,1-1 1,-1 0-1,1 0 1,0 0-1,-1 0 0,1 0 1,0 0-1,0 0 1,0 0-1,0 0 1,0-1-1,0 1 1,0 0-1,0-1 1,0 1-1,1 0 1,-1-1-1,1 1 1,-1-1-1,1 0 0,-1 1 1,1-1-1,0 1 1,0-1-1,0-1 1,0-2 101,0 3-298,0 0 0,0 0 0,0 0-1,1 1 1,-1-1 0,1 0-1,-1 0 1,1 1 0,-1-1 0,1 0-1,0 1 1,0-1 0,0 1-1,0-1 1,0 1 0,0-1-1,1 1 1,-1 0 0,0-1 0,1 1-1,2-2 1,9-6-74,-13 9 0,0-1 0,1 1 0,-1 0 0,0 0 0,1-1 0,-1 1 0,1 0 0,-1 0 0,1 0 0,-1-1 0,0 1 0,1 0 0,-1 0 0,1 0 0,-1 0 0,1 0 0,-1 0 0,1 0 0,-1 0 0,1 0 0,-1 0 0,1 0 0,-1 0 0,0 0 0,1 1 0,-1-1 0,1 0 0,-1 0 0,1 0 0,-1 1 0,0-1 0,1 0 0,-1 0 0,1 1 0,-1-1 0,0 0 0,1 1 0,-1-1 0,0 1 0,0-1 0,1 0 0,-1 1 0,0-1 0,0 1 0,0-1 0,1 0 0,-1 1 0,0-1 0,0 1 0,0-1 0,0 1 0,0-1 0,0 1 0,0-1 0,0 1 0,0-1 0,0 1 0,0-1 0,-1 1 0,1 0 0,2 6 0,0 1 0,-1 0 0,0 0 0,-1 0 0,0 0 0,0-1 0,-1 1 0,-1 9 0,-1 18 0,16 535 0,-5-483-1992,4-1 1,36 138-1,-29-165-6808,4-2-6208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0:34.45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19222,'0'0'7044,"20"6"-4247,0 0 907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0:35.19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86 99 13053,'-8'-55'2945,"7"51"-1935,1 0-1,-1-1 1,1 1-1,0 0 1,0 0-1,0-1 1,1 1-1,0-6 1,-1 11-947,0-1 1,0 0 0,0 0 0,0 0-1,0 0 1,0 0 0,0 0 0,0 0-1,0 0 1,0 0 0,0 1 0,1-1 0,-1 0-1,0 0 1,0 0 0,0 0 0,0 0-1,0 0 1,0 0 0,0 0 0,0 0-1,0 0 1,0 0 0,0 1 0,0-1 0,0 0-1,0 0 1,1 0 0,-1 0 0,0 0-1,0 0 1,0 0 0,0 0 0,0 0-1,0 0 1,0 0 0,0 0 0,0 0-1,1 0 1,-1 0 0,0 0 0,0 0 0,0 0-1,0 0 1,0 0 0,0 0 0,0 0-1,0 0 1,0 0 0,1 0 0,-1 0-1,0 0 1,0 0 0,0 0 0,0-1-1,0 1 1,0 0 0,0 0 0,0 0 0,0 0-1,0 0 1,0 0 0,0 0 0,0 0-1,1 0 1,-1 0 0,0 0 0,0-1-1,0 1 1,3 20 2097,0 46-1651,-11 104-1,3-94-469,-29 332-40,1 0 0,25 376 0,11-735-1285,12 54 1,-11-84 384,1 0 1,0 0 0,2-1 0,0 0 0,16 29 0,-20-41-452,1-1 1,-1 0 0,1 0-1,0-1 1,7 7-1,27 13-12365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0:35.51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275 257 13501,'-37'-25'1178,"18"13"335,0-1 1,-29-27-1,44 37-921,0-1 0,1 1 0,-1-1 0,1 0 0,0 0 0,0 0 1,0 0-1,1 0 0,0-1 0,-1 1 0,-2-10 0,5 12-450,0 0-1,0-1 1,-1 1 0,2 0-1,-1-1 1,0 1 0,0 0-1,1 0 1,-1-1 0,1 1 0,0 0-1,0 0 1,-1 0 0,1 0-1,1 0 1,-1 0 0,0 0-1,0 0 1,1 0 0,-1 1 0,1-1-1,0 0 1,-1 1 0,1-1-1,0 1 1,0 0 0,2-2-1,7-2 114,1-1 0,0 1 0,-1 1 0,2 0-1,-1 1 1,19-3 0,-26 5-194,45-7 38,1 2 0,-1 2 0,1 3 0,67 6 0,199 40 37,69 45-122,-324-71-28,0 3 0,-2 3 1,-1 2-1,57 36 0,-95-50-81,-1 1 0,0 1 0,-1 1-1,-1 0 1,30 35 0,-42-44 54,0 0 0,-1 1 0,0 0 0,-1 0 0,0 0 0,0 0 0,0 1-1,-1 0 1,-1-1 0,1 1 0,-1 0 0,-1 0 0,0 0 0,0 1 0,-1-1 0,0 0 0,0 0 0,-3 14 0,0-12 6,0-1-1,0 0 1,-1 0 0,-1 0-1,1 0 1,-2 0 0,1-1-1,-1 0 1,-9 10 0,3-5-11,-1-1 1,-1 0 0,0 0-1,-27 17 1,-9-1-40,0-2 0,-79 29 0,-315 102-213,-9-30-1407,146-55-1462,206-51-411,-1-1-3719,88-19 5903,-11 5-8709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0:35.90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45 112 13093,'-14'-12'1220,"11"10"-716,-1-1-1,1 0 1,0 0 0,0 0 0,0 0-1,0-1 1,-3-3 0,6 6-299,0 0-1,-1 0 1,1-1 0,0 1 0,-1 0 0,1 0 0,0 0-1,0 0 1,0 0 0,0 0 0,0 0 0,0-1 0,0 1-1,1 0 1,-1 0 0,0 0 0,0 0 0,1 0 0,-1 0-1,1 0 1,-1 0 0,1 0 0,0 0 0,-1 0-1,1 0 1,0 0 0,-1 0 0,1 1 0,0-1 0,0 0-1,0 0 1,0 1 0,2-2 0,5-3 72,1 0 1,0 1-1,0 0 1,0 0-1,0 1 0,1 0 1,-1 0-1,1 1 0,0 1 1,-1 0-1,1 0 1,0 1-1,0 0 0,0 0 1,0 1-1,11 3 1,7 1 270,0 2 1,-1 0 0,1 2 0,39 19 0,-45-17-549,-2 1 0,1 0 0,-2 2 0,0 0 0,0 1 0,-2 1 0,0 1 0,0 0 0,-2 1 0,0 1 0,-1 0 0,-1 1 0,-1 0 0,-1 1 0,0 1 0,-2 0 0,0 0 0,-2 1 0,-1 0 0,0 0 0,-2 0 0,0 1 0,-2-1 0,-1 1 0,0 0 0,-2 0 0,-1 0 0,-1-1 0,-1 1 0,-13 43 0,0-16 0,-2-1 0,-28 51 0,35-80 0,-1 1 0,0-2 0,-2 0 0,0-1 0,-1 0 0,-31 27 0,46-45 0,0 0 0,0 0 0,0 0 0,0 0 0,0 0 0,0 0 0,0-1 0,-1 1 0,1 0 0,0-1 0,0 1 0,-1-1 0,1 1 0,0-1 0,-1 0 0,1 0 0,0 0 0,-1 1 0,1-1 0,-1 0 0,1-1 0,0 1 0,-1 0 0,1 0 0,0 0 0,-1-1 0,1 1 0,0-1 0,-1 1 0,1-1 0,-2-1 0,1 0 0,1 1 0,-1-1 0,1 0 0,-1 0 0,1 0 0,0 0 0,0 0 0,0 0 0,0 0 0,0 0 0,0-1 0,1 1 0,-1 0 0,1 0 0,-1-1 0,1 1 0,0-3 0,0-16 3,2 0 0,0 0 0,2 0-1,0 0 1,1 1 0,1 0 0,10-22 0,7-12-60,40-69 0,-15 44-1686,4 3 0,2 1 0,79-82 0,-65 87-4920,102-81 1,-94 93-2733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0:36.1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121 176 9677,'-2'7'701,"1"0"0,-1-1 0,-1 1 1,1 0-1,-1-1 0,-6 10 0,-11 30 3330,14-26-2976,0-2-98,1 1 0,0 0 0,2 0 0,0 0 0,0 31 0,4-21-389,1 0 1,1 0-1,2 0 0,1 0 0,18 50 1,-19-66-484,1-1 1,0 0 0,0 0-1,1-1 1,0 0 0,1 0-1,0-1 1,1 0-1,0 0 1,1-1 0,0 0-1,0-1 1,1 0 0,0-1-1,16 8 1,-13-8-59,0-2 1,1 0-1,0-1 1,0 0-1,0-1 1,0-1 0,1 0-1,-1-1 1,0-1-1,1 0 1,-1-2-1,0 1 1,1-2-1,-1 0 1,0 0-1,-1-2 1,21-8-1,-23 8-18,0-1-1,0 0 0,0-1 0,-1-1 1,0 1-1,0-2 0,-1 0 0,0 0 0,-1 0 1,0-1-1,-1-1 0,0 0 0,0 0 0,-1 0 1,0-1-1,-1 0 0,-1 0 0,0-1 0,0 1 1,3-18-1,-4 6-6,-1 0 0,0-1 0,-2 1 1,-1-1-1,-1 1 0,-1-1 0,-1 1 0,-1 0 0,-1 0 1,-1 0-1,-2 1 0,-10-26 0,9 31-4,0 0-1,0 1 1,-2 0 0,0 1-1,-1 0 1,-1 0-1,0 1 1,-1 1 0,0 0-1,-2 1 1,1 1-1,-1 0 1,-1 2 0,0-1-1,-24-9 1,23 12-188,-1 2-1,0 0 1,0 0 0,0 2 0,-1 0 0,0 2-1,1 0 1,-34 1 0,40 2-468,0 1 0,0 0-1,0 0 1,1 2 0,-1-1 0,1 2-1,0-1 1,0 2 0,0-1 0,1 2 0,0-1-1,0 2 1,0 0 0,-10 9 0,17-12-388,-1-1 1,1 1 0,0 0-1,1 1 1,-5 5 0,-10 31-8965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0:37.77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83 1301 13909,'-37'-24'13271,"61"17"-10303,9 0-2543,1 0 0,-1 3 0,1 0-1,36 2 1,35-3 70,81-9-495,64-6 0,-232 17 0,0 1 0,29-10 0,-43 11 0,0 0 0,-1 0 0,1-1 0,-1 1 0,1-1 0,-1 0 0,1 0 0,-1 0 0,0 0 0,0-1 0,0 1 0,-1-1 0,1 0 0,0 0 0,-1 0 0,0 0 0,0 0 0,0 0 0,3-6 0,-5 7 0,1-1 0,-1 1 0,0 0 0,0 0 0,0 0 0,0 0 0,0 0 0,0-1 0,-1 1 0,1 0 0,0 0 0,-1 0 0,0 0 0,0 0 0,0 0 0,1 0 0,-2 0 0,1 1 0,0-1 0,0 0 0,-1 0 0,1 1 0,-3-3 0,0 0 0,-1 0 0,1 1 0,-1 0 0,1 0 0,-1 0 0,0 0 0,0 1 0,-6-2 0,-13-2 0,0 0 0,0 2 0,0 1 0,0 1 0,0 1 0,-1 1 0,1 1 0,0 1 0,0 1 0,0 1 0,-28 9 0,0 3 0,0 3 0,1 2 0,-88 49 0,108-52 0,1 1 0,1 2 0,-39 35 0,54-42 0,0 0 0,1 0 0,1 1 0,0 1 0,1 0 0,1 1 0,-15 33 0,22-43 1,0 1-1,1-1 1,0 1 0,0-1-1,1 1 1,0 0 0,0-1-1,1 1 1,0 0-1,0 0 1,1 0 0,0-1-1,1 1 1,-1-1 0,1 1-1,1-1 1,-1 1 0,1-1-1,1 0 1,-1 0 0,1 0-1,1-1 1,-1 0-1,1 1 1,0-1 0,0-1-1,1 1 1,10 8 0,3 0-12,0-1 1,1-1 0,0 0-1,1-1 1,0-2-1,1 0 1,0-1 0,33 7-1,4-3-666,0-2 0,0-3 0,102-2 0,-75-8-691,168-30 0,-191 19 1056,0-2-1,-2-3 1,0-3 0,-2-3-1,0-2 1,96-60 0,-126 66 256,-2 0 0,-1-2 1,0-1-1,-2-1 0,31-40 1,-43 52 199,-1-1 0,-1 0 1,0-1-1,-1 0 0,-1-1 0,0 0 1,-1 0-1,-1-1 0,-1 0 1,0 0-1,-1 0 0,-1 0 1,0-1-1,-1 0 0,-1 1 1,-1-1-1,-3-24 0,3 34-46,-2 1 0,1-1 0,-1 0 0,0 0 0,0 1 0,-1-1 1,0 1-1,0 0 0,-1 0 0,0 0 0,0 0 0,-1 1 0,0 0 0,0-1 0,-9-7 0,9 10-54,0 0 1,0 1-1,0 0 1,0 0-1,-1 1 1,1-1-1,-1 1 1,0 0-1,1 1 0,-1-1 1,0 1-1,0 0 1,0 1-1,0 0 1,0-1-1,0 2 1,0-1-1,0 1 1,0 0-1,-11 3 0,3 1 0,-1 1-1,1 0 1,1 1-1,-1 0 1,1 1-1,0 0 0,1 1 1,0 1-1,-20 21 1,-5 10 38,-44 63 1,60-74-55,5-7-90,1 0 0,1 1 0,1 1 0,1 0 0,1 0 0,2 1 0,-7 30 0,15-52-11,1 0 0,-1 1 1,2-1-1,-1 1 0,0-1 1,1 1-1,0-1 0,0 0 1,0 1-1,0-1 0,1 0 1,-1 0-1,1 0 1,0 0-1,1 0 0,-1 0 1,6 6-1,-6-7-10,0 0-19,1-1 0,-1 1 1,0-1-1,1 0 0,0 0 0,-1 0 1,1 0-1,0 0 0,0 0 0,0-1 1,0 1-1,0-1 0,0 0 0,1 0 1,-1 0-1,0-1 0,1 1 0,-1-1 1,0 1-1,1-1 0,-1 0 0,1-1 1,3 0-1,5 0-69,0-2 1,0 1 0,-1-2-1,16-6 1,-7 2-29,0-2 1,-1-1-1,0 0 1,-1-1-1,26-23 1,-8 3-56,42-50 0,-43 40 205,-3-2-1,-2-1 1,-2-1-1,-1-1 1,-3-1-1,22-63 1,-8 0 642,41-207 1,-37-56 2669,-37 318-2630,-5 46-473,3-41 1189,-3 51-1328,0-1 0,0 1 0,0 0 0,0-1 0,0 1 0,0 0 0,0 0 0,0-1 0,0 1 0,0 0 0,0 0 0,0-1 0,0 1 0,0 0 1,0-1-1,0 1 0,0 0 0,0 0 0,-1-1 0,1 1 0,0 0 0,0 0 0,0 0 0,0-1 0,-1 1 0,1 0 0,0 0 0,0 0 0,0-1 0,-1 1 0,1 0 0,0 0 0,0 0 1,-1 0-1,1 0 0,0-1 0,-1 1 0,-10 19 678,-4 22-402,1 0-1,-12 64 1,-8 93 258,32-187-553,-11 88-2,4 0 0,4 1 0,16 194 0,-8-273 2,0 1-1,2-1 1,0-1-1,1 1 1,1-1-1,1 0 1,1 0 0,21 34-1,-23-44-5,0-1 0,0 0 0,1 0 0,1 0 0,-1-1 1,1 0-1,1-1 0,-1 0 0,1 0 0,0-1 0,1-1 0,0 1 0,0-2 0,0 0 0,0 0 0,0-1 0,18 3 0,-7-4-233,1-1 1,0 0-1,-1-2 0,1-1 0,-1-1 0,1-1 0,-1 0 0,30-12 0,-8 0-365,-1-1 0,0-3 0,41-26 0,-47 23 314,-1-2 0,-1-2 0,-2-1 0,-1-1 0,-1-2 0,46-59 0,-76 89 292,34-54 94,-33 53-48,0-1 0,-1 0 0,0 0 0,0 0 0,0 0 0,0 0 0,0 0 0,0 0 0,-1 0 0,1 0 0,-1 0 0,0 0 0,0 0 0,0 0 0,0-1 0,-1 1 0,-1-4 0,2 6-28,0 1 0,0-1 0,0 1 0,-1-1 0,1 1 0,0-1 0,-1 1 0,1-1 0,0 1 0,-1 0 0,1-1 0,-1 1-1,1-1 1,0 1 0,-1 0 0,1 0 0,-1-1 0,1 1 0,-1 0 0,1 0 0,-1-1 0,0 1 0,1 0 0,-1 0-1,1 0 1,-1 0 0,1 0 0,-1 0 0,1 0 0,-1 0 0,0 0 0,1 0 0,-1 0 0,0 0 0,-21 15 425,15-9-314,1 0-1,0 1 0,1 0 1,-9 14-1,4-3 8,1 1 0,1 1 0,1-1 0,1 1 0,0 0 0,2 1 0,0 0 0,1-1 0,0 36 0,3-47-120,1 0-1,0 0 1,0 0 0,1-1-1,0 1 1,0 0 0,1-1-1,0 1 1,1-1-1,-1 0 1,2 0 0,-1-1-1,1 1 1,0-1 0,1 0-1,0 0 1,0-1-1,0 1 1,1-2 0,0 1-1,0-1 1,0 0 0,1 0-1,0 0 1,11 4 0,-5-4 37,0 0 1,0-1 0,0-1 0,1 0 0,-1 0 0,1-2 0,-1 0 0,1 0 0,0-2-1,0 0 1,-1 0 0,1-1 0,-1-1 0,1-1 0,23-8 0,-17 3 31,-1-1 1,1 0 0,-2-1 0,0-2-1,0 0 1,-1 0 0,0-2 0,-2 0-1,24-28 1,15-23-90,-54 64 0,0 1 0,-1 0 0,1 0 0,0 0 0,1 0 0,-1 0 0,0 0 0,0 0 0,0 0 0,0 1 0,1-1 0,1 0 0,-2 1 0,0 0 0,-1 0 0,1 0 0,0 0 0,0 0 0,0 0 0,-1 0 0,1 1 0,0-1 0,0 0 0,-1 1 0,1-1 0,0 1 0,-1-1 0,1 1 0,0-1 0,-1 1 0,1-1 0,-1 1 0,1-1 0,-1 1 0,1 0 0,-1-1 0,1 1 0,-1 0 0,0 0 0,1-1 0,-1 1 0,0 0 0,0 0 0,1-1 0,-1 1 0,0 0 0,0 0 0,0 0 0,0-1 0,0 1 0,0 0 0,0 1 0,-6 37 0,-2 3-2378,2 1 1,1 1-1,3 77 1,6-79-5207,7 3-5105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0:38.12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0 149 15773,'0'0'6096,"3"3"-3463,47 52-1124,2-2 0,2-3 1,76 54-1,54 50 719,-138-111-2228,-2 3 0,60 80 0,-89-106 0,-1 1 0,-1 1 0,-1 0 0,-1 1 0,-1 0 0,-1 1 0,-1 0 0,-1 0 0,5 35 0,-11-46-26,0 0-1,-1 0 1,-1 0-1,0 0 1,-1 0 0,0 0-1,-1 0 1,0-1-1,-1 1 1,-1-1 0,-9 20-1,11-27 11,0 1-1,0-1 1,-1 0-1,0 1 1,0-2-1,0 1 1,0 0-1,-1-1 1,1 0-1,-1 0 1,-1 0-1,1 0 1,0-1-1,-1 0 1,1 0-1,-1-1 1,0 1-1,0-1 1,0-1 0,0 1-1,-1-1 1,1 0-1,0 0 1,0-1-1,-11 0 1,13 0-6,-1-1 0,1 1 0,-1-1 0,1 0 1,-1-1-1,1 1 0,0-1 0,-1 0 1,1 0-1,0 0 0,0 0 0,0-1 0,1 1 1,-1-1-1,1 0 0,-1 0 0,-2-4 0,2 1 3,0 1 0,1-1-1,0 0 1,0 0-1,0 0 1,1 0-1,0-1 1,0 1 0,1-1-1,-2-11 1,2 2-8,0-1 1,2 0-1,0 1 0,0-1 1,2 0-1,0 1 0,1 0 1,10-28-1,12-14-233,3 1-1,2 1 1,2 2 0,68-83-1,-22 44-1491,135-121 0,-166 172 646,1 2-1,2 2 1,1 2-1,80-40 0,-85 54-648,0 2 0,2 2 0,62-15 0,-31 21-2563,-5 10-2197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0:38.58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604 1038 8577,'-1'0'72,"1"0"0,0 0 1,-1 0-1,1-1 0,0 1 0,0 0 0,-1 0 1,1 0-1,0-1 0,0 1 0,-1 0 1,1 0-1,0-1 0,0 1 0,0 0 1,-1-1-1,1 1 0,0 0 0,0-1 1,0 1-1,0 0 0,0-1 0,0 1 1,0 0-1,0-1 0,0 1 0,0 0 1,0-1-1,0 1 0,0 0 0,0-1 1,0 1-1,0 0 0,0-1 0,0 1 1,0 0-1,1 0 0,-1-1 0,0 1 1,0 0-1,0-1 0,0 1 0,1 0 1,-1 0-1,0-1 0,0 1 0,1 0 1,-1 0-1,0 0 0,0-1 0,1 1 1,-1 0-1,0 0 0,1 0 0,-1 0 0,0 0 1,1-1-1,-1 1 0,1 0 0,3-3 4165,-8 4-2352,-23 2 201,1 2-1,-39 12 1,12 2-1246,-63 33 1,-165 99-63,246-124-930,33-25 100,14 5 115,-4-3 132,0 0 0,1 0 0,-1-1 1,1 0-1,0 0 0,17 2 1,-5-2 250,0 1 1,0 1-1,26 9 1,-40-11-299,0 0-1,0 0 1,0 1 0,-1 0 0,0 0-1,1 1 1,-1 0 0,-1 0 0,1 0-1,-1 1 1,0-1 0,9 14 0,13 28-80,-15-24-59,1-2 0,1 1 0,18 19 1,-27-35-12,1-1 1,0 1-1,0-1 1,0 0 0,1 0-1,-1-1 1,1 0-1,0 0 1,1 0 0,-1-1-1,1 0 1,-1-1-1,15 4 1,-3-4 1,1-1 0,-1 0 0,0-1 0,1-1 0,-1-1 0,0-1 0,25-6 0,1-4 0,83-36 0,-82 28 0,-2-3 0,-1-2 0,-1-1 0,-1-2 0,-1-2 0,-2-2 0,-1-1 0,-2-2 0,-2-2 0,39-54 0,-31 30 0,-3-1 0,-2-2 0,-3-1 0,-3-2 0,-4-1 0,26-101 0,25-198 0,-70 336 0,-2 0 0,-2 0 0,-1-1 0,-1 1 0,-4-36 0,-1 54 0,4 13 0,0 1 0,0 0 0,0 0 0,0 0 0,0-1 0,0 1 0,0 0 0,0 0 0,-1 0 0,1-1 0,0 1 0,0 0 0,0 0 0,0 0 0,-1 0 0,1 0 0,0-1 0,0 1 0,0 0 0,-1 0 0,1 0 0,0 0 0,0 0 0,0 0 0,-1 0 0,1 0 0,0 0 0,0 0 0,0 0 0,-1 0 0,1 0 0,0 0 0,0 0 0,-1 0 0,1 0 0,-4 2 0,1 0 0,-1 1 0,1-1 0,0 1 0,0-1 0,0 1 0,0 0 0,1 0 0,-1 1 0,1-1 0,-3 4 0,-27 49 0,27-47 0,-117 269 0,58-122 0,-7 3-356,-68 162-2241,107-236 382,-38 164 0,65-220-1999,-3 42-1,8 17-9756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0:51.76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596 112 4080,'0'0'7768,"-11"-19"-6853,10 12 4656,18-10-5182,-15 15 1040,-5 0-1377,-42-34 71,42 34-59,0 1 4,-13-5-7,0 1-1,0 1 0,0 0 0,-1 1 1,1 1-1,-1 1 0,0 0 1,0 1-1,1 1 0,-1 0 1,0 1-1,-30 9 0,23-5 54,1 1-1,0 2 1,0 0 0,0 1-1,2 2 1,-1 0 0,1 1-1,-25 21 1,39-27-73,0-1-1,1 1 1,0 0-1,0 0 1,0 0-1,1 1 1,0 0-1,1 0 1,0 0 0,0 1-1,1-1 1,-4 13-1,5-9 11,0 0 1,0 0-1,1 0 0,1 0 0,0 1 0,0-1 0,2 0 1,3 18-1,0-8-16,2 1 0,1-1 0,1-1 0,0 0 0,2 0 0,0-1 0,2 0 0,0-1 0,21 24 0,-11-17-47,1-2 1,2 0-1,0-2 0,1 0 0,2-2 0,0-1 1,1-2-1,1 0 0,0-2 0,1-2 1,37 11-1,-44-18-418,1-2-1,0 0 1,0-2 0,1 0-1,-1-2 1,40-5 0,-37 1-2772,1-1-1,55-19 1,-42 9-4658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0:58.70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1178 161 10313,'5'-17'795,"-4"13"-491,0 0 0,0-1 0,0 1 0,0 0 0,-1 0 1,1-1-1,-1 1 0,0 0 0,-1-1 0,1 1 0,-3-8 0,-3-46 4680,5 32 2069,1 28-6868,-1-1 0,1 1-1,0 0 1,-1-1 0,0 1 0,1 0 0,-1-1 0,0 1 0,0-1-1,-2 4 1,-6 10 305,-4 22 223,2 1-1,2 0 0,-6 46 0,0-1-256,-151 599-311,-253 566-145,319-963 0,-113 363-171,49 8-933,131-419-4873,32-224 4987,1 0 1,0-1-1,3 18 0,-2-25 374,0-1-1,0 1 0,1-1 0,-1 0 0,1 0 0,0 1 0,0-1 0,0 0 0,1 0 0,-1-1 0,4 5 0,-2-4-978,1-1-1,-1 1 1,1-1-1,-1 0 0,1 0 1,8 3-1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0:59.39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129 189 11117,'-16'-63'3717,"12"41"120,1 0 1,-1-30-1,5 50-3587,-1 0-1,0 0 0,-1 0 1,1 1-1,0-1 0,0 0 0,-1 0 1,1 1-1,-1-1 0,0 0 1,1 1-1,-1-1 0,0 0 0,-1-1 1,1 3-196,1 0 1,0 0 0,-1-1 0,1 1-1,-1 0 1,1 0 0,-1 0-1,1 0 1,0 0 0,-1 0 0,1 0-1,-1 0 1,1 0 0,-1 0 0,1 0-1,-1 0 1,1 0 0,-1 0-1,1 0 1,0 0 0,-1 0 0,1 0-1,-1 1 1,1-1 0,-1 0-1,1 0 1,0 1 0,-1-1 0,1 0-1,0 1 1,-1-1 0,1 0-1,0 1 1,-1-1 0,1 0 0,0 1-1,0-1 1,0 1 0,-1-1 0,1 0-1,0 1 1,0-1 0,0 1-1,0-1 1,0 1 0,0-1 0,-1 0-1,1 1 1,-13 33-55,2 0 0,1 1 0,1 0 0,2 0 0,-3 50 0,-3 99 0,8 1 0,21 194 0,31-47 0,-38-291-1100,2 1-1,28 67 1,-28-84 99,1 0 0,1-1 0,1-1 0,1 0 0,25 29 0,-3-20-6660,2-11-5154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0:59.57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1 764 12893,'33'-148'2264,"-2"76"-119,2 2 55,4 4-308,0 3-236,13 2-312,10 1-256,17 0-256,14 9-196,9 8-424,11 7-652,6 12-284,-6 15-472,-8 21-416,-12 12-484,-18 21-228,-16 16-3273,-23 17-4592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0:59.71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1 221 10133,'93'-51'1956,"-46"20"-384,-3 10-320,13 0-528,10 3-284,13-3-860,21 6-720,12 0-1020,8 0-1452,13 3-2149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1:00.07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260 0 12705,'-11'4'850,"0"0"1,0 0-1,1 1 0,0 1 1,0 0-1,0 0 0,0 1 1,1 0-1,1 1 0,-1 0 1,1 0-1,-10 13 0,1 3 301,0 0 0,2 2 0,-21 45 0,28-54-956,2 0-1,0 1 1,1 0 0,0 0 0,2 1 0,0-1 0,1 1 0,1 0 0,1-1 0,0 1 0,5 25 0,-4-34-197,1 1-1,1-1 1,0 0 0,0-1-1,1 1 1,0 0 0,0-1-1,1 0 1,0 0 0,1 0-1,0-1 1,1 0 0,-1 0-1,2-1 1,-1 1 0,1-1-1,0-1 1,0 0 0,1 0-1,0-1 1,16 8 0,-9-7-52,-1 0 1,1-2-1,0 0 1,1 0-1,-1-2 0,1 0 1,-1-1-1,1-1 1,-1 0-1,1-1 1,0-1-1,-1 0 0,0-2 1,28-8-1,-26 5 33,0 0 0,-1-1 0,0-1-1,0-1 1,-1 0 0,0-2 0,-1 1 0,0-2-1,-1 0 1,0-1 0,-1 0 0,15-22-1,0-9 371,-3 0-1,-2-2 0,-1 0 1,-3-2-1,18-70 1,-9 2 756,-64 259-1105,27-89-3022,-2 109 0,6-57-947,0-35-3418,4-3-4996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1:00.61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451 0 11321,'0'1'97,"0"0"0,0-1 0,0 1-1,0 0 1,0 0 0,-1-1 0,1 1 0,0 0-1,0-1 1,0 1 0,-1 0 0,1-1 0,0 1 0,-1 0-1,1-1 1,0 1 0,-1-1 0,1 1 0,-1-1-1,1 1 1,-1-1 0,1 1 0,-1-1 0,1 1 0,-2 0-1,-14-7 1454,13 5-1176,1-1 1,0 1-1,-1 0 0,1 0 1,-1 0-1,1 0 0,-1 0 0,1 1 1,-1-1-1,0 1 0,1 0 1,-5 0-1,-14 3 1560,0 1 1,-34 11-1,-90 44 1378,24-8-1027,106-45-1958,5-3 196,20-12-260,-7 7-263,1 0 0,-1 1 0,0-1 0,1 1 0,-1 0 0,1 0 0,-1 0 0,1 0 0,0 0 0,-1 1 0,1 0 0,0 0 0,-1 0 0,1 0 0,0 0 0,-1 1 0,6 1 0,7 2 0,1 0 0,19 10 0,-34-13 0,9 3 0,1 1 0,-1 1 0,-1 0 0,1 1 0,-1 0 0,0 0 0,0 1 0,-1 0 0,0 1 0,-1 0 0,0 1 0,0-1 0,-1 2 0,-1-1 0,1 1 0,-1 0 0,5 16 0,-5-9 0,0 0 0,-2 0 0,0 1 0,-1 0 0,-1 0 0,-1 0 0,-1 0 0,0 0 0,-2 0 0,-5 29 0,-4-3 0,-2 0 0,-2-2 0,-1 1 0,-3-2 0,-47 79 0,53-104 0,0-6 0,7-15 0,4-17 0,3 9 0,1 0 0,1 1 0,0 0 0,1-1 0,0 1 0,9-17 0,41-66 0,-45 80 0,32-50 0,2 1 0,3 2 0,3 2 0,2 3 0,3 2 0,2 2 0,91-64 0,-132 105 0,1 1 0,0 0 0,1 2 0,0 0 0,0 1 0,29-8 0,-41 13 0,0 1 0,0 0 0,0 0 0,0 1 0,-1 0 0,1 0 0,0 0 0,0 0 0,0 1 0,0-1 0,0 1 0,0 0 0,0 1 0,-1-1 0,1 1 0,-1 0 0,1 0 0,-1 1 0,0-1 0,0 1 0,0 0 0,0 0 0,0 1 0,0-1 0,-1 1 0,0-1 0,0 1 0,0 0 0,4 7 0,-3-2 0,0 0 0,0 0 0,-1 1 0,0-1 0,-1 1 0,0 0 0,-1 0 0,1 20 0,-8 83 0,6-104 0,-7 36-747,-2 0 1,-18 56-1,-2 9-1095,-17 88-6868,37-148 2236,11-6-4043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1:00.99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463 109 13701,'-20'-8'1445,"9"3"-163,-1 0 0,0 1 0,0 0 0,-13-2 0,20 6-925,0-1 0,0 1 0,0 0 0,1 0 0,-1 1 0,0-1 0,0 1 0,1 0 1,-1 1-1,0-1 0,1 1 0,-1 0 0,1 0 0,-8 5 0,-6 6-29,2 0 1,0 1-1,1 1 1,0 1 0,1 0-1,1 1 1,1 0-1,0 1 1,-18 37-1,0 11 957,-35 110 0,55-144-1533,2-1 1,-8 53-1,14-66 58,1 0 0,1 0 0,1 0 0,0 1 0,1-1 0,6 21-1,-3-19-284,0 0-1,2-1 0,0 1 0,1-1 0,1-1 0,1 0 0,14 21 0,-17-30 91,1 0 1,0 0-1,0 0 1,1-1-1,1 0 1,-1-1-1,1 0 0,0 0 1,1-1-1,-1-1 1,1 0-1,1 0 1,18 5-1,-14-6-142,1-1-1,0 0 1,1-1-1,-1-1 1,0-1 0,0 0-1,32-5 1,-23 0-34,-1-1 0,0-1 0,0-2 0,37-17 0,-5-5-41,-2-2-1,-1-3 1,67-57 0,-62 41 775,-2-1-1,82-103 1,72-141 2946,-53 11 2149,-146 265-3391,-11 22-1719,0 0 0,-1 0 0,1 0 0,-1-1 0,1 1 1,-1 0-1,1 0 0,-1 0 0,1 0 0,-1 0 1,0 0-1,0 0 0,1 0 0,-1 0 0,0 0 0,0 0 1,0 0-1,0 0 0,0 0 0,-1 2 0,0 25 396,0 0 0,-2-1 0,-2 1 0,0-1-1,-10 28 1,11-38-354,-24 72 564,-73 160 1,35-95-1470,-40 131-4226,81-205 885,16-28-2519,4-1-5428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1:01.21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10 12289,'18'4'653,"-12"-2"-319,0-1 0,0 1-1,0-1 1,1-1-1,-1 1 1,0-1-1,0 0 1,0-1-1,1 1 1,-1-1-1,7-2 1,22-3 1645,0 1 1,56 1-1,80 9 1453,-90-1-2388,-55-3-768,141 10 1385,-147-8-1478,-1 1 1,0 0-1,0 1 1,0 1-1,-1 1 1,25 13-1,-39-17-132,1-1-1,0 1 1,-1 1-1,0-1 1,0 1-1,0-1 1,0 1-1,0 0 1,-1 1 0,0-1-1,0 1 1,0-1-1,0 1 1,-1 0-1,3 7 1,-3-4-103,0 0 1,-1 0-1,1 0 0,-2 0 1,1 0-1,-1 0 0,-1 0 1,1 0-1,-3 12 1,-3 3-623,-1 0 1,-1 0 0,-1 0 0,-1-1 0,0-1 0,-15 21-1,1 1-1584,17-28 209,-1-1 1,-18 25-1,12-23-3695,6 5-3284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1:01.55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198 0 3460,'46'0'1230,"-45"1"-1186,1 0 1,-1 0-1,0 0 0,1 0 1,-1 0-1,0 0 1,0 0-1,0 1 0,0-1 1,0 0-1,0 1 1,0-1-1,0 1 1,0-1-1,-1 1 0,1-1 1,0 1-1,-1-1 1,0 1-1,1 2 0,0 0 80,1 1 149,1 1 0,-2 0 0,1 1 0,-1-1 0,1 0 0,-2 0 0,1 1 0,-1-1 0,0 0 0,0 1 0,-1-1 0,-2 10 0,-1-2 882,-2-1-1,1 0 1,-2-1 0,-14 23-1,-15 19 1060,9-13 18,-26 49 1,47-77-1900,-20 39 1648,-34 100-1,55-133-1795,0 0-1,1 1 1,1-1 0,1 1-1,0 0 1,2 0-1,0-1 1,2 1 0,3 23-1,-3-32-135,1 1-1,0-1 0,0 0 1,1 0-1,1 0 0,0 0 1,0-1-1,1 0 0,0 0 1,1 0-1,0-1 0,1 0 1,0 0-1,0-1 1,1 0-1,0-1 0,0 1 1,0-2-1,1 1 0,21 8 1,-26-13-36,0 0 1,0-1-1,0 1 1,0-1 0,0 0-1,1-1 1,-1 0-1,0 1 1,0-2-1,1 1 1,-1-1 0,0 1-1,0-1 1,1-1-1,9-3 1,-9 3-8,1-1 0,-1-1 0,0 1 0,0-1 0,0 0 0,0 0 0,-1 0 0,1-1 1,-1 0-1,8-11 0,-8 9-1,-1 0 0,0 0 1,-1 0-1,1 0 0,-2-1 1,1 0-1,-1 1 0,2-13 0,3-66-36,-6 54-31,-2-77-2019,-4-1 0,-22-119 0,24 203 1190,-14-49-10040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1:02.23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1 511 11289,'2'0'187,"-1"1"-1,1-1 1,-1 0 0,1 0 0,0 0-1,-1 0 1,1 0 0,-1 0-1,1 0 1,0 0 0,-1-1-1,3 0 1,10-1 5593,-13 2-5569,0 1 1,1-1-1,-1 1 0,0-1 1,0 1-1,0 0 1,0 0-1,1-1 1,-1 1-1,0 0 0,-1 0 1,1 0-1,0 0 1,0 0-1,0 0 1,0 0-1,-1 0 0,2 2 1,9 23 1339,4 22 72,-9-34-1215,-2 1 1,7 30 0,5 79 740,-15-121-1029,19 0-112,-16-3-4,1 0 0,-1 0 0,0-1 0,0 1 0,0-1 0,0 0 1,0-1-1,0 1 0,0-1 0,0 1 0,4-3 0,46-30 31,-29 18-45,12-5-9,50-21 0,-71 35 10,1 1 0,0 1 0,0 1 1,0 0-1,30-2 0,-39 6 11,-1 0-1,0 0 1,1 1 0,-1 0-1,1 1 1,-1 0-1,0 0 1,12 5 0,51 32-18,-50-27 29,37 18 0,-40-23-2,2 1-37,0 0 0,39 9 0,-52-16 0,0 0 1,1 0-1,-1 0 0,1-1 1,-1 0-1,1-1 0,-1 1 1,1-1-1,-1 0 0,0-1 1,1 0-1,-1 0 0,0 0 1,8-4-1,29-24-201,-38 26 180,0-1-1,-1 0 1,1 0 0,-1 0 0,0-1 0,0 1 0,-1-1 0,0 0 0,0 0 0,4-11-1,4-8-540,0 1-776,-20 29 225,4 1 922,-1 1 0,1-1 0,1 1 1,-5 8-1,-11 48-745,19-60 773,1 0 32,3 30-217,18-39 298,-9 1 119,-1-1 1,1 0-1,-1 0 1,0-1 0,-1-1-1,14-11 1,57-60 430,-66 63-392,83-91 1276,-5-4 1,127-199-1,-205 288-435,32-36-1,-46 58-848,-1 1 0,1-1 0,-1 1 0,1-1 0,-1 1 0,1 0 0,-1-1 0,1 1 0,-1-1 0,0 1 0,1 0 0,-1 0 0,0-1 0,1 1 0,-1 0 0,0-1 0,0 1 0,0 0 0,0 0 0,0-1 0,0 1 0,0 1-1,-1 8 107,0 1 0,-1-1 0,0 1-1,0-1 1,-2 0 0,1 0 0,-1-1-1,0 1 1,-1-1 0,-8 12 0,-1 6-23,-105 188-50,-38 78-441,147-271 53,-13 27-2830,3 1 0,-28 103 0,33-64-4439,2-11-4759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1:03.6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199 83 13185,'-11'-61'2867,"11"60"-2571,-1 0 0,1 0 0,0-1 0,-1 1 0,1 0 0,-1 0-1,1 0 1,-1-1 0,0 1 0,1 0 0,-1 0 0,0 0 0,-1-1 0,2 1-171,-1 1 1,0 0-1,1-1 1,-1 1-1,0-1 0,1 1 1,-1 0-1,0-1 1,1 1-1,-1 0 0,0 0 1,1 0-1,-1-1 1,0 1-1,0 0 1,1 0-1,-1 0 0,0 0 1,0 0-1,1 0 1,-1 1-1,0-1 1,1 0-1,-1 0 0,0 0 1,0 1-1,1-1 1,-1 0-1,0 1 1,-1 9 919,0 0 0,1 0 1,0 1-1,1-1 0,2 16 1,-1 10-117,-40 318 527,15-184-1304,-54 641-152,72-704-151,-2 254-2264,11-314 1662,2 0 0,1 0 0,3-1 0,2 0-1,28 74 1,-33-104-1354,1-1-1,1 0 1,10 15-1,39 38-12160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1:03.87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44 42 14485,'-1'-3'490,"-1"0"-1,-1-1 0,1 1 0,0 0 1,-1 0-1,1 0 0,-1 0 1,0 1-1,0-1 0,0 1 0,0-1 1,-10-4 8497,19 7-7676,15 2-1041,0 0 0,1 1-1,-2 1 1,41 14 0,81 39 493,-111-44-763,-1 2 0,0 1 0,-1 2 0,-1 1 0,36 31 0,-55-42 0,-1 1 0,0 0 0,0 1 0,-1 0 0,0 0 0,-1 0 0,10 22 0,-13-24 0,0 0 0,-1 1 0,0-1 0,0 0 0,-1 1 0,0 0 0,-1-1 0,0 1 0,0-1 0,-1 1 0,0-1 0,-3 13 0,-1-4-70,-2 0 0,1 0 0,-2-1 1,0 0-1,-1 0 0,-1-1 0,-1 0 0,0 0 0,-13 13 0,-21 18-663,-57 46-1,97-88 684,-165 131-4761,109-97 612,-2-5-3443,36-19-3273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1:04.43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68 380 15237,'-56'5'3047,"45"-4"5198,38 6-5895,31 13-1455,-1 2 0,80 43 0,98 81-142,-195-119-714,-1 2 1,-2 2-1,-1 1 0,35 42 0,-59-59-46,0 0-1,-2 1 0,1 0 0,-2 1 0,12 28 0,-17-33 6,-1 0 0,1 0 0,-2 0 0,0 0 0,0 1-1,-1-1 1,0 0 0,-1 1 0,-3 18 0,2-25 11,0 0-1,0 0 1,-1 0 0,0-1-1,0 1 1,0 0 0,-1-1-1,0 0 1,0 0 0,0 0-1,-1 0 1,0 0 0,0-1-1,0 1 1,0-1 0,-1 0-1,1 0 1,-10 5-1,10-7-1,0 0-1,0 0 0,0 0 0,0-1 0,0 0 0,0 0 0,0 0 0,0 0 0,-1 0 0,1-1 0,0 0 0,-1 0 0,1 0 0,0-1 0,0 1 0,-1-1 0,1 0 1,0 0-1,0 0 0,0-1 0,0 0 0,0 1 0,0-1 0,1-1 0,-7-3 0,6 2-15,0 0 1,0 0-1,1-1 1,0 1-1,-1-1 1,2 0-1,-1 0 0,0 0 1,1 0-1,0 0 1,0-1-1,1 1 1,-1 0-1,1-1 1,0-8-1,-1-3-103,1-1 0,1 1 1,3-31-1,2 18-376,1 1-1,2 0 1,1 0 0,1 1-1,1 0 1,22-38 0,4 3-1405,66-87 0,-51 87 709,3 2 1,2 3-1,3 2 1,2 3-1,2 3 1,3 2-1,84-45 1,-15 24 1242,-134 67 50,0 1 0,0 0 0,0 1 0,0-1 0,0 0 0,1 1 0,-1-1 0,0 1 0,0-1 0,1 1 0,-1 0 0,0 0 0,0 0 1,1 0-1,-1 1 0,4 0 0,-5 0-17,0-1 1,0 1 0,0 0 0,0-1 0,0 1 0,0 0-1,0 0 1,0 0 0,-1 0 0,1 0 0,0 0-1,-1 0 1,1 0 0,0 0 0,-1 0 0,1 1 0,-1-1-1,0 0 1,1 0 0,-1 0 0,0 2 0,1 5 172,-1-1 0,0 0 1,-1 0-1,1 1 0,-1-1 0,-1 0 1,0 0-1,-2 8 0,-65 147 3542,52-112-2898,2 1 1,-15 103-1,26-124-726,2-1-1,1 1 0,2 0 1,0 0-1,3 0 0,11 52 1,-11-71-167,0 0 0,0 0 0,1-1 0,0 1 0,1-1 0,0-1 1,1 1-1,0-1 0,0 0 0,1-1 0,0 1 0,1-2 0,0 1 0,0-1 0,1 0 1,-1-1-1,1 0 0,1-1 0,-1 0 0,1-1 0,0 0 0,0 0 0,0-1 0,0-1 1,1 0-1,13 1 0,-12-2-27,1 0-1,0-1 1,-1 0 0,1-1 0,0 0 0,-1-1 0,1-1 0,-1 0 0,0-1-1,0-1 1,0 0 0,0 0 0,-1-1 0,0-1 0,0 0 0,-1 0-1,0-2 1,0 1 0,-1-1 0,0-1 0,16-18 0,-20 17 7,1 0 1,-2 0 0,0-1 0,0 1 0,-1-1-1,0 0 1,-1-1 0,-1 1 0,0 0-1,0-1 1,-1 1 0,-1-24 0,-2 10-3,-1 0 0,-1-1 0,-1 1 0,-1 0 0,-11-26 0,4 16-7,-3 2 0,0 0-1,-2 0 1,-2 2 0,-45-57 0,49 69-247,-2 0 0,0 2 0,-1 0 1,-1 2-1,-1 0 0,0 1 1,-1 1-1,-1 0 0,-36-14 0,47 23-122,-1 1 0,1 1-1,-1 0 1,0 0-1,0 1 1,0 1-1,-13 0 1,20 1-35,0 1 0,1 0 0,-1 0 0,1 0 0,-1 0 0,1 1 0,-1 0-1,-4 3 1,6-3-168,1 0 0,0 0 0,-1 0 0,1 1 0,0-1 0,1 1 0,-1 0 0,0 0 0,1 0-1,0 0 1,-1 0 0,-2 7 0,-10 31-9112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1:04.90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879 132 11845,'-12'-9'465,"-72"-57"3869,77 60-3839,0 1 1,0-1-1,0 1 1,0 0 0,-1 1-1,0 0 1,0 0-1,0 0 1,0 1 0,-1 1-1,1-1 1,-1 1-1,0 1 1,1 0 0,-12-1-1,10 3-252,-1 0 1,1 0-1,0 1 0,-1 0 0,1 1 0,0 0 0,0 1 0,1 0 1,-1 0-1,1 1 0,-13 9 0,6-3-240,1 1 0,0 1-1,1 1 1,0 0 0,1 0 0,1 2 0,0-1 0,1 2-1,1-1 1,0 1 0,1 1 0,1 0 0,-6 19 0,11-24-221,0 0 0,1 0 1,0 1-1,1-1 1,0 23-1,2-28 113,-1 0 0,1-1 1,1 1-1,-1 0 0,1-1 0,1 1 0,-1-1 1,1 0-1,1 0 0,7 12 0,-8-15 75,0-1 0,0 0 0,0-1 0,1 1 0,-1 0 0,1-1 0,5 3 0,-3-2 34,-5-2 22,0-1 1,0 1 0,0-1-1,0 0 1,0 1-1,1-1 1,-1 0 0,0 0-1,0 1 1,0-1 0,1 0-1,-1 0 1,0 0 0,0-1-1,0 1 1,1 0 0,-1 0-1,0-1 1,2 0-1,2 0 126,-3 1-49,1-1 0,-1 0 0,1 0 0,-1 1 0,0-1 0,1-1 0,-1 1 0,0 0 1,0 0-1,0-1 0,0 1 0,0-1 0,0 0 0,-1 0 0,1 0 0,0 0 0,-1 0 0,1 0 0,-1 0 0,0 0 0,0 0 0,1-3 0,5-11 924,0 0 0,4-23 1,1 2 628,-9 30-1584,-2 3-58,1 0 1,-1 1-1,1 0 0,-1-1 1,1 1-1,5-6 1,-7 8-16,1 1 0,0-1 0,0 1 0,-1-1 0,1 1 0,0-1 0,0 1 0,0-1 0,0 1 0,0 0 0,0 0 0,0-1 0,-1 1-1,1 0 1,0 0 0,0 0 0,0 0 0,0 0 0,0 0 0,0 0 0,0 0 0,0 1 0,0-1 0,0 0 0,0 1 0,0-1 0,0 0 0,-1 1 0,1-1 0,0 1 0,0-1 0,0 2 0,11 6 1,-1 0 0,0 1 0,-1 1 0,0 0 0,0 0 0,-1 1 0,11 17 0,-3-2 0,-2 0 0,18 42 0,-15-20 0,-2 0 0,-3 0 0,-1 2 0,-3-1 0,-2 1 0,-2 1 0,-2-1 0,-3 1 0,-6 56 0,-6-4 0,-5-1 0,-4 0 0,-49 139 0,26-122 0,-59 115 0,96-221 0,-101 198 0,84-173 0,-1-1 0,-48 54 0,63-79 0,-1 0 0,-1-1 0,0-1 0,-1 0 0,0-1 0,0 0 0,-1-1 0,-18 9 0,28-16 0,0 1 0,0-1 0,0 1 0,0-1 0,0-1 0,0 1 0,0 0 0,0-1 0,-1 0 0,1 0 0,0 0 0,0-1 0,-1 1 0,1-1 0,0 0 0,0 0 0,0 0 0,0-1 0,0 0 0,0 0 0,1 0 0,-1 0 0,1 0 0,-1 0 0,1-1 0,0 0 0,0 0 0,0 0 0,0 0 0,0 0 0,1-1 0,-1 1 0,1-1 0,0 1 0,-3-8 0,1 1 0,0 0 0,0 0 0,1 0 0,1 0 0,-1 0 0,2-1 0,0 1 0,-1-11 0,7-88 0,-4 98 0,5-42-360,2 1 0,2 0 1,3 0-1,32-85 0,-17 73-684,3 0 0,2 2 0,43-59 0,3 13-994,6 4 0,4 4-1,134-118 1,-114 124-3992,-1 5-3595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1:05.20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10 622 9537,'1'-1'275,"-1"0"0,0 0-1,1 0 1,-1-1 0,0 1 0,1 0 0,-1 0 0,0 0 0,0 0-1,0-1 1,0 1 0,0 0 0,0 0 0,0 0 0,-1-1 0,1 1 0,0 0-1,-1 0 1,1 0 0,-1 0 0,1 0 0,-2-2 0,-3-8 1014,4 10-1101,1 0 1,-1-1 0,1 1 0,0 0 0,0-1 0,-1 1 0,1 0 0,0-1-1,0 1 1,0-1 0,0 1 0,1 0 0,-1-1 0,0 1 0,1 0 0,-1-1-1,0 1 1,1 0 0,0 0 0,-1-1 0,2-1 0,0 1 41,0 0 0,0 0 0,1 0 0,-1 0 0,0 0 0,1 0 0,-1 1 0,1-1 0,5-1 0,3-2 240,0 2 0,0 0 0,1 0 1,17-2-1,4 3-125,-1 1 1,0 2 0,0 1 0,0 1 0,0 2-1,0 1 1,-1 2 0,0 0 0,0 3 0,-1 0-1,45 25 1,-52-24-279,0 2 0,-1 0 0,-1 1 0,0 2 1,-1 0-1,0 1 0,-2 1 0,0 0 0,-1 2 0,-2 0 0,0 0 0,-1 2 0,-1 0 0,17 40 1,-25-45-31,0 0 0,-1 0 1,-1 0-1,0 1 0,-2 0 1,0-1-1,-1 1 1,-4 27-1,1-23-25,-1 0 0,-1 0 0,-1-1 0,-1 1 0,-1-2 0,-16 32 0,18-43-7,-1 0 0,0-1 1,0 0-1,-16 15 0,22-23 1,1 0 0,-1 0-1,0 0 1,0 0 0,1 0-1,-1 0 1,0 0 0,0-1-1,0 1 1,0 0 0,0-1-1,0 1 1,0-1 0,0 1-1,0-1 1,-1 1 0,1-1-1,0 0 1,0 0 0,0 1-1,0-1 1,-1 0 0,1 0-1,0 0 1,0 0 0,0-1-1,0 1 1,-1 0 0,1 0-1,0-1 1,0 1 0,0-1-1,0 1 1,0-1 0,0 1-1,0-1 1,0 1 0,0-1-1,0 0 1,0 0 0,0 0-1,0 1 1,1-1 0,-1 0-1,0 0 1,1 0 0,-1 0-1,0 0 1,1 0 0,-1 0-1,1-1 1,-1-1-1,-2-4 16,1 0-1,-1 0 0,2 0 1,-1-1-1,1 1 0,0-1 1,0-7-1,2-22-14,3 0 0,0 1 0,15-53 0,40-104-961,-23 92-1207,4 3 0,4 1 1,5 2-1,4 3 0,105-141 1,-73 138-3664,10 12-3484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1:05.48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844 0 9277,'-4'1'330,"0"-1"0,0 0 0,0 1 0,0-1 0,0 1 0,0 1-1,0-1 1,1 0 0,-1 1 0,0 0 0,1 0 0,-1 0 0,1 0 0,-7 5 0,-16 10 929,-8-2 693,-43 12 0,-21 10-569,56-16-1052,1 2 0,1 2 0,-39 32 1,-102 98 322,161-137-622,1 1 1,0 0-1,2 2 0,1 0 0,0 0 0,1 2 0,-18 37 0,32-58-23,0 1 0,0-1-1,0 1 1,0 0 0,0-1 0,1 1 0,0 0-1,-1-1 1,1 1 0,0 0 0,0-1 0,0 1-1,0 0 1,1 0 0,-1-1 0,1 1-1,0 0 1,-1-1 0,1 1 0,1-1 0,-1 1-1,0-1 1,0 0 0,1 1 0,0-1 0,-1 0-1,3 3 1,-3-5 7,0 1 0,-1 0-1,1-1 1,-1 1 0,1-1 0,0 1-1,0-1 1,-1 0 0,1 1 0,0-1-1,0 0 1,-1 1 0,1-1 0,0 0-1,0 0 1,0 0 0,-1 0 0,1 0-1,0 0 1,0 0 0,0 0 0,0 0-1,1 0 1,27-5 512,-1 0 0,1-2 0,-2-2 0,34-13 0,112-58 1996,-110 49-1481,197-105 1885,-252 131-2928,1 1 0,0 1 0,17-5 0,-25 7 0,0 1 0,1-1 0,-1 1 0,1 0 0,-1 0 0,0-1 0,1 1 0,-1 0 0,1 0 0,-1 0 0,1 0 0,-1 1 0,0-1 0,1 0 0,-1 1 0,1-1 0,-1 1 0,0-1 0,0 1 0,1-1 0,-1 1 0,0 0 0,0 0 0,0 0 0,1 0 0,-1 0 0,0 0 0,0 0 0,-1 0 0,1 0 0,0 0 0,0 0 0,0 1 0,0 1 0,0 4 0,0-1 0,-1 1 0,0-1 0,-1 0 0,1 1 0,-1-1 0,0 1 0,-1-1 0,-2 7 0,1 2 0,-8 23-1752,-2 0 0,-1 0 0,-1-1-1,-26 42 1,16-31-433,19-34-209,0 0 0,-7 25 0,0 31-9261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1:06.24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514 1 9741,'-1'2'2394,"-1"-1"-2286,1 1 224,0-1 1,0 1-1,0-1 1,0 1-1,-1-1 1,1 0-1,0 0 1,-1 0-1,1 0 1,-1 0-1,0 0 1,1 0-1,-1 0 1,0-1 0,1 1-1,-1 0 1,0-1-1,0 0 1,1 1-1,-1-1 1,0 0-1,0 0 1,0 0-1,0 0 1,1 0-1,-3-1 1,-22 2 804,0 2 1,0 0 0,0 2-1,-49 16 1,-100 46 4443,138-51-5304,32-13-277,-2 1 0,-24-2 0,13-5 0,18 3 0,-1 0 0,1 0 0,-1 0 0,0 0 0,1 0 0,-1 0 0,1 0 0,-1 0 0,1-1 0,-1 1 0,0 0 0,1 0 0,-1-1 0,1 1 0,-1 0 0,1 0 0,-1-1 0,1 1 0,0-1 0,-1 1 0,1 0 0,-1-1 0,1 1 0,0-1 0,-1 1 0,1-1 0,0 1 0,0-1 0,-1 1 0,1-1 0,0 0 0,0 1 0,0-2 0,4-4 0,-2 4 0,-1 0 0,1 0 0,0 0 0,0 0 0,0 1 0,0-1 0,0 1 0,0-1 0,0 1 0,0 0 0,1-1 0,-1 1 0,1 0 0,-1 1 0,0-1 0,1 0 0,-1 1 0,1-1 0,0 1 0,-1 0 0,1 0 0,-1 0 0,5 1 0,8 0 0,-1 0 0,25 7 0,-18-2 0,0 1 0,0 0 0,0 2 0,-1 0 0,35 23 0,-23-10 0,-2 1 0,41 39 0,-55-46 0,-1 1 0,-1 0 0,-1 1 0,0 0 0,-1 1 0,-1 0 0,0 1 0,11 34 0,-16-38 0,-1 0 0,-1 0 0,-1 1 0,0 0 0,-2 0 0,1 0 0,-2 0 0,0-1 0,-1 1 0,-1 0 0,-8 32 0,-13 22 0,16-59 0,6-15 0,4-16 0,4-2 0,0 0 0,2 1 0,0 0 0,22-35 0,58-74 0,-85 123 0,145-177 0,-118 151 0,1 1 0,2 2 0,47-33 0,-71 55 0,1 1 0,0 1 0,0 0 0,0 0 0,18-4 0,-26 8 0,0 1 0,1-1 0,-1 1 0,0-1 0,0 1 0,0 0 0,0 0 0,0 1 0,0-1 0,0 1 0,1-1 0,-1 1 0,0 0 0,-1 0 0,1 0 0,0 1 0,0-1 0,0 1 0,-1-1 0,1 1 0,-1 0 0,1 0 0,2 4 0,-1-2 0,0 0 0,-1 1 0,0 0 0,0 0 0,0 0 0,-1 0 0,1 0 0,-1 1 0,-1-1 0,3 8 0,-3-2 0,1 0 0,-2 0 0,0 0 0,0 0 0,-3 21 0,0-8 0,1-7 0,0 0 0,-9 32 0,4-25 0,2 2 0,-4 40 0,10-53 0,4-12 0,3-8 0,85-74 0,3 4 0,4 4 0,115-62 0,-181 116 0,1 2 0,46-16 0,-68 28 0,-1 1 0,1 1 0,0 0 0,0 1 0,1 1 0,-1 0 0,0 0 0,0 1 0,1 1 0,16 3 0,-26-3 2,1 0 0,-1 0 1,0 1-1,1 0 0,-1-1 0,0 2 0,0-1 0,0 0 1,0 1-1,-1 0 0,1 0 0,-1 0 0,1 0 1,-1 0-1,0 1 0,0-1 0,-1 1 0,1 0 1,-1 0-1,0 0 0,0 0 0,0 0 0,0 1 0,-1-1 1,1 1-1,-1-1 0,0 5 0,1 12-46,0-1-1,-2 1 1,-1-1-1,-5 37 1,4-39-43,-13 79-3068,3-26-1763,4-1-3511,7-4-4604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1:07.00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484 163 12169,'-2'1'1983,"-3"2"-1438,0-1 0,0 0-1,-1-1 1,1 1 0,0-1 0,-1 0 0,1-1-1,-1 1 1,1-1 0,-1 0 0,-10-2 0,-29 3 1645,-70 28 1025,74-17-1654,-44 6 0,57-11-628,22-5-715,1-1 0,-1 1 0,0-1 1,1 0-1,-1-1 0,0 1 0,0-1 0,0 0 0,0 0 0,0-1 0,-8-2 0,14 3-218,-1 0 0,0 0 0,1 0 0,-1 0 0,1 0 0,-1 0 0,0-1 0,1 1 0,-1 0 0,1 0 0,-1-1 0,0 1 0,1 0 0,-1-1 0,1 1 0,-1-1 0,1 1 0,-1-1 0,1 1 0,0-1 0,-1 1 0,1-1 0,0 1 0,-1-1 0,1 1 0,0-1 0,0 0 0,-1 1 0,1-1 0,0 1 0,0-1 0,0-1 0,4-4 0,-2 4 0,0 0 0,0-1 0,0 1 0,0 0 0,0 1 0,0-1 0,1 0 0,-1 0 0,0 1 0,1 0 0,0-1 0,-1 1 0,1 0 0,0 0 0,-1 0 0,1 1 0,0-1 0,0 1 0,0-1 0,0 1 0,-1 0 0,1 0 0,0 0 0,0 1 0,0-1 0,0 1 0,0-1 0,4 3 0,5 0 0,1 1 0,-1 1 0,0 0 0,19 11 0,-18-8 0,-1 2 0,0-1 0,-1 1 0,0 1 0,0 0 0,-2 1 0,1 0 0,-1 0 0,-1 1 0,0 0 0,-1 1 0,0-1 0,-2 1 0,9 26 0,-6-9 0,-1-1 0,-1 1 0,-1 0 0,-2 1 0,-1-1 0,-3 32 0,-1-30 0,1 43 0,0-75 0,1-1 0,0 1 0,0-1 0,0 1 0,0-1 0,0 1 0,0-1 0,0 1 0,0-1 0,0 0 0,0 1 0,0-1 0,1 1 0,-1-1 0,0 1 0,0-1 0,0 0 0,0 1 0,1-1 0,-1 1 0,0-1 0,1 0 0,-1 1 0,0-1 0,0 0 0,1 1 0,-1-1 0,1 0 0,-1 0 0,0 1 0,1-1 0,-1 0 0,1 0 0,-1 0 0,0 0 0,1 1 0,-1-1 0,1 0 0,-1 0 0,1 0 0,-1 0 0,0 0 0,1 0 0,-1 0 0,1 0 0,-1 0 0,1 0 0,7-3 0,-1-1 0,0 1 0,0-1 0,-1 0 0,1-1 0,-1 1 0,0-1 0,0-1 0,0 1 0,5-8 0,68-83 0,-39 47 0,61-79 0,49-55 0,-122 153 0,1 1 0,1 2 0,57-41 0,-85 66 0,1 0 0,0 0 0,1 0 0,-1 1 0,0-1 0,0 1 0,1-1 0,-1 1 0,1 0 0,-1 1 0,1-1 0,0 1 0,-1-1 0,1 1 0,-1 0 0,1 0 0,0 1 0,-1-1 0,1 1 0,-1-1 0,1 1 0,-1 0 0,1 1 0,-1-1 0,0 1 0,1-1 0,-1 1 0,0 0 0,0 0 0,0 0 0,0 1 0,-1-1 0,1 1 0,3 4 0,3 5 0,0 0 0,-1 1 0,0 0 0,-1 0 0,-1 1 0,9 27 0,-7-26 0,-6-13 0,0 0 0,1 0 0,-1 0 0,0 0 0,1 0 0,-1-1 0,1 1 0,0-1 0,-1 0 0,1 0 0,0 0 0,0 0 0,0 0 0,0-1 0,0 1 0,-1-1 0,1 0 0,5 0 0,6-1 0,-1 0 0,0-2 0,15-3 0,19-3 0,-33 8 0,-1 1 0,1 1 0,-1 0 0,1 1 0,-1 0 0,0 1 0,1 1 0,-2 0 0,1 1 0,0 0 0,20 13 0,10 8 0,71 56 0,-109-78 0,28 22 0,-6-3 0,2-2 0,35 20 0,-59-38 0,-1-1 0,1 0 0,0 0 0,0 0 0,0-1 0,1 0 0,-1 0 0,0 0 0,0 0 0,0-1 0,1 0 0,-1 0 0,0-1 0,1 1 0,-1-1 0,0 0 0,0-1 0,0 1 0,0-1 0,0 0 0,0 0 0,0 0 0,-1-1 0,1 0 0,-1 0 0,0 0 0,7-7 0,4-4 0,-2-1 0,0-1 0,0 0 0,-2-1 0,17-31 0,40-93 0,-50 99 0,1 1 0,3 0 0,50-71 0,-70 109 0,1 0 0,0 0 0,0-1 0,0 2 0,0-1 0,0 0 0,1 1 0,-1-1 0,1 1 0,0 0 0,0 1 0,7-4 0,-8 5 0,0-1 0,0 1 0,0 0 0,0 0 0,0 0 0,0 0 0,0 0 0,0 1 0,0-1 0,-1 1 0,1 0 0,0 0 0,0 0 0,0 0 0,-1 1 0,1-1 0,-1 0 0,4 4 0,-1-2 0,-1 1 0,0 0 0,0 0 0,-1 0 0,1 1 0,-1-1 0,0 1 0,0 0 0,0 0 0,3 10 0,15 56 0,-21-70 0,13 53 0,69 270 0,-77-306-904,0-1-1,2 1 1,0-1-1,1 0 1,15 22 0,-18-32 63,0 1 1,1-2 0,0 1 0,0 0-1,0-1 1,1 0 0,0-1 0,0 0-1,1 0 1,0 0 0,-1-1 0,17 6 0,-1-2-12594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1:07.17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91 136 13181,'-43'-69'3281,"29"48"-201,-3 3-284,1-9 5677,16 45-8669,13 12-876,7 0-392,0 3-653,0 10-1183,7 2-3385,3 18-6308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1:07.96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1 351 15781,'3'-15'1221,"2"1"-1,0 0 0,1 0 0,0 0 0,1 0 0,1 1 0,12-17 1,-15 24-785,0 0 0,1 1 0,0-1 0,0 1 0,0 0 0,1 1 0,-1 0 0,1 0 0,0 0 0,0 1 0,1-1 0,-1 2 0,1-1 1,-1 1-1,16-2 0,-11 2-425,1 1 0,-1 0 0,1 1 1,-1 0-1,1 1 0,-1 0 0,1 1 1,-1 0-1,0 1 0,0 0 0,0 1 1,0 1-1,-1 0 0,0 0 0,0 1 1,0 1-1,0 0 0,-1 0 0,0 1 1,-1 0-1,9 10 0,-7-5-11,-1 0 0,0 1 0,-1 0 0,-1 0 0,0 1 0,-1 1 0,0-1 0,-1 1 0,-1 0 0,-1 0 0,0 0 0,-1 1 0,-1-1 0,-1 1 0,0 0 0,-1-1 0,-1 1 0,0 0 0,-1 0 0,-7 25 0,-8 35 0,16-54 0,1-22 0,0 0 0,0 0 0,1 0 0,-1 0 0,0 0 0,1 0 0,0 0 0,-1 0 0,1 0 0,-1 0 0,1 0 0,0 0 0,0-1 0,-1 1 0,1 0 0,0 0 0,0-1 0,0 1 0,0-1 0,0 1 0,0-1 0,0 1 0,0-1 0,0 1 0,0-1 0,0 0 0,0 0 0,0 1 0,0-1 0,0 0 0,0 0 0,1 0 0,-1 0 0,0 0 0,0-1 0,0 1 0,0 0 0,0 0 0,0-1 0,0 1 0,2-1 0,5-2 0,0 0 0,0-1 0,14-7 0,-16 8 0,41-25 0,-1-2 0,57-49 0,47-31 0,-122 93 0,-1 2 0,2 0 0,0 3 0,48-16 0,-60 23 0,1 2 0,0 0 0,0 0 0,1 2 0,-1 0 0,0 1 0,0 1 0,0 1 0,27 6 0,132 48 0,-47-11 0,-98-36 0,9 4 0,0-2 1,0-2-1,57 6 0,-87-14 0,1-1-1,-1 0 1,1 0 0,-1-1 0,0-1-1,1 0 1,-1 0 0,0-2-1,0 1 1,0-1 0,-1 0 0,1-1-1,-1-1 1,0 1 0,-1-1 0,1-1-1,11-10 1,-13 7-20,0 1-1,0-1 1,-1 0 0,0 0 0,-1-1-1,0 0 1,6-15 0,-3 2-19,-1-1-1,7-36 1,-11 40 40,-1 1-1,-1-1 1,-1-41-1,-1 56 7,-1 0 1,1 0-1,-1 0 0,0 1 0,-1-1 1,1 0-1,-1 0 0,0 1 0,-1-1 1,1 1-1,-1 0 0,0-1 0,-1 1 1,1 1-1,-1-1 0,0 0 0,-7-6 1,8 10-11,0-1 1,0 1-1,1 0 1,-1 0 0,0 0-1,0 1 1,0-1-1,0 1 1,0 0 0,0 0-1,0 0 1,0 0-1,0 0 1,0 0-1,0 1 1,0-1 0,0 1-1,0 0 1,0 0-1,-4 3 1,-2-1-1,1 1 1,0 1-1,0 0 1,0 0-1,-11 10 1,9-5-4,0 0-1,1 1 1,1 1 0,0-1 0,0 1 0,1 1 0,0 0 0,-7 21 0,3-2-49,1 2 1,-8 49 0,16-71 0,1 0 1,0 0 0,1 0-1,0 0 1,1 0-1,0 0 1,1 0 0,0-1-1,1 1 1,1 0 0,0-1-1,0 0 1,1 0-1,0 0 1,8 11 0,-9-15 71,1-1 1,0 0 0,0-1 0,0 1 0,0-1-1,1 0 1,0 0 0,0-1 0,1 1-1,-1-1 1,1-1 0,0 1 0,-1-1-1,2 0 1,-1-1 0,0 0 0,0 0 0,1-1-1,-1 1 1,1-2 0,0 1 0,-1-1-1,1 0 1,12-2 0,-10 0 40,-1 0 1,0 0-1,1-1 1,-1 0-1,-1-1 1,1 0 0,0-1-1,-1 1 1,0-1-1,0-1 1,-1 0-1,14-12 1,5-4-14,-21 17-46,1 1 0,0 0 0,-1 1 0,1-1 0,9-3 0,-14 7 0,0-1 0,0 1 0,1-1 0,-1 1 0,0 0 0,0 0 0,1-1 0,-1 1 0,0 0 0,1 0 0,-1 0 0,1 0 0,-1 1 0,0-1 0,0 0 0,1 0 0,-1 1 0,0-1 0,1 1 0,-1-1 0,0 1 0,0 0 0,0-1 0,0 1 0,0 0 0,0 0 0,0 0 0,0 0 0,0 0 0,0 0 0,0 0 0,0 0 0,-1 0 0,2 2 0,5 11 0,-1 0 0,-1 0 0,0 0 0,0 1 0,3 26 0,5 81 0,-10-80 0,6 129 0,-8 0 0,-30 251 0,-100 333 0,97-609 0,-7-2 0,-6-1 0,-67 144 0,111-286 0,-9 25 0,-2-2 0,-1 1 0,-1-2 0,-1 1 0,0-2 0,-2 0 0,-23 22 0,13-19 0,-1-1 0,-39 25 0,57-42 0,0-1 0,0 0 0,0-1 0,-1 0 0,0-1 0,0 0 0,0 0 0,0-1 0,-1-1 0,1 0 0,-1-1 0,0 0 0,0 0 0,1-2 0,-1 1 0,0-1 0,1-1 0,-1 0 0,1-1 0,0 0 0,-1-1 0,1 0 0,1 0 0,-13-8 0,11 4 0,0 0 0,1 0 0,0-1 0,1-1 0,0 0 0,0 0 0,1-1 0,1 0 0,-1-1 0,2 1 0,0-2 0,0 1 0,1-1 0,1 0 0,0 0 0,1-1 0,0 1 0,-3-23 0,5 9 0,1-1 0,1 1 0,1-1 0,1 1 0,2 0 0,9-37 0,-4 31 0,1 1 0,2 1 0,30-60 0,159-262 0,-174 309-157,2 2 0,2 1 0,2 1 1,2 2-1,1 2 0,50-40 0,-55 50-123,128-104-3581,5 6 1,217-121-1,-189 142-2640,8 8-3821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1:08.75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1424 586 11517,'7'-20'849,"-5"14"-238,1 0 0,-1 0 0,0 0 0,1-12 0,-3 15-393,0 1 1,0 0-1,0-1 1,0 1-1,-1 0 1,1-1-1,-1 1 1,1 0-1,-1-1 0,0 1 1,0 0-1,0 0 1,0 0-1,0 0 1,-1 0-1,1 0 1,-3-3-1,-1 0 180,-1-1 0,0 1-1,0 0 1,0 0 0,0 0-1,-1 1 1,0 0 0,1 1-1,-2-1 1,1 1 0,0 1 0,-1-1-1,1 1 1,-1 1 0,0-1-1,1 1 1,-1 1 0,0-1-1,-8 2 1,-18 1 45,0 2 0,0 1 0,0 2 0,1 2 0,0 1 1,-43 19-1,-9 10 736,-86 55 0,91-47-1179,2 4 0,2 4 0,3 3 0,2 3 0,3 3 0,3 3 0,-78 104 0,130-154 0,1 1 0,1 0 0,1 1 0,0 0 0,2 1 0,0 0 0,-7 28 0,13-43 0,1 0 0,0 1 0,1-1 0,-1 1 0,1-1 0,0 1 0,0-1 0,0 1 0,1-1 0,0 0 0,0 1 0,0-1 0,1 0 0,0 0 0,0 1 0,0-1 0,1-1 0,-1 1 0,1 0 0,1-1 0,-1 1 0,0-1 0,1 0 0,0 0 0,0 0 0,0-1 0,0 1 0,1-1 0,-1 0 0,1-1 0,0 1 0,0-1 0,7 3 0,6 1-16,0-1 1,0 0-1,1-1 1,0-1-1,0-1 1,0-1-1,0-1 0,0 0 1,28-5-1,5-3-40,-1-2-1,60-21 1,-51 10 83,-1-2 1,87-48-1,103-79 141,-37 21-93,-211 129-75,0-1 0,0 0 0,0 0 0,0 1 0,0-1 0,0 1 0,1-1 0,-1 1 0,0 0 0,0-1 0,0 1 0,1 0 0,-1 0 0,0 0 0,1 0 0,-1 0 0,0 0 0,2 0 0,3 9 0,-5-7 0,2 3 0,1 0 0,-1 0 0,-1 1 0,1-1 0,-1 1 0,0 0 0,0 0 0,0 0 0,0 8 0,-1-6 0,1-1 0,0 0 0,0 0 0,1 0 0,-1 0 0,1 0 0,6 8 0,1-2-106,0-1 0,1-1 0,1 0 0,0 0 0,0-1 0,1-1 0,1 0 0,-1-1-1,1 0 1,0-1 0,1-1 0,30 10 0,-21-11-78,0 0 0,1-2-1,-1-1 1,1-1 0,0 0-1,0-2 1,-1-1 0,1-1 0,-1-2-1,1 0 1,40-14 0,-42 10 198,1 0-1,-1-2 1,-1 0 0,0-1 0,-1-2 0,0 0 0,23-21-1,-16 10 86,-2-2 0,-1 0-1,-1-2 1,24-38 0,5-23 370,-4-3 0,53-142 0,-101 233-462,88-228 620,75-167 318,-156 382-945,-4 15 0,-4 15 0,0-12 0,-4 66 0,-3-1 0,-18 76 0,6-42 0,-113 543 0,5 19 0,117-585-2211,1 129 1,9-176 1223,3 0 1,0 0 0,2 0-1,2-1 1,0 0-1,24 58 1,-25-76-1340,0-1 0,16 23 0,17 7-9153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1:08.9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483 112 12321,'123'-75'3940,"-115"71"-3643,-1 1-1,1 0 0,0 0 0,-1 0 0,1 1 0,11-1 0,-3 0 162,2-1 27,0 1-1,0 0 1,0 2-1,1 0 1,-1 1-1,0 1 1,28 4-1,-34-3-309,0 1 0,-1 0 1,1 1-1,-1 0 0,0 1 0,0 0 0,-1 1 0,1 0 0,11 10 0,-19-14-140,-1 0-1,1 0 1,-1 0-1,0 1 1,0-1-1,0 1 1,0 0-1,0 0 0,0 0 1,-1 0-1,1 0 1,-1 0-1,0 0 1,0 0-1,0 0 1,0 1-1,-1-1 0,1 0 1,-1 1-1,0-1 1,0 0-1,0 1 1,0-1-1,-1 0 1,0 1-1,1-1 0,-1 0 1,0 0-1,0 1 1,-1-1-1,1 0 1,-1 0-1,1 0 1,-1-1-1,0 1 0,0 0 1,-3 2-1,-5 7 21,-1 0 1,-1 0-1,0-1 0,0-1 0,-1 0 0,0-1 0,-20 11 0,-109 47 92,130-62-135,-100 39-676,-130 32 0,1-16-3089,174-48 625,29-5-2483,17-1-3913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1:09.18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226 1 15641,'-3'2'19,"2"-1"342,-1 0-1,1 0 0,0 0 0,-1 0 1,1 0-1,0 0 0,0 0 0,0 1 1,0-1-1,0 0 0,0 1 0,0-1 1,0 1-1,1-1 0,-1 1 0,1-1 1,-1 1-1,1-1 0,-1 1 0,1-1 1,0 1-1,0 0 0,0-1 0,0 1 1,0 2-1,-1 143 2220,-7 0 0,-29 159 0,-58 120-2580,82-371 0,-3 10-1724,4 1 0,-8 111 0,19-146 523,1 0 0,2 0 0,1 0 0,1-1 0,2 1 0,1-1 0,2 0 0,12 31 0,12 6-12601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1:09.39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137 132 12981,'28'-63'2634,"-26"60"-2358,0 0-1,0 0 1,0 0-1,0 0 0,0 0 1,1 0-1,-1 0 1,1 1-1,0 0 0,0-1 1,0 1-1,0 0 1,0 0-1,0 1 0,0-1 1,5-1-1,0 0 261,3-2-54,1 1 0,0 0 0,1 2 0,-1-1-1,1 1 1,-1 1 0,1 0 0,-1 1 0,1 0 0,-1 1 0,1 0-1,-1 1 1,1 1 0,-1 0 0,0 0 0,0 1 0,0 1-1,19 10 1,-19-9-347,0 1-1,-1 0 0,0 1 1,0 0-1,0 0 0,-1 1 1,0 1-1,-1 0 0,0 0 1,-1 0-1,0 1 0,-1 1 1,0-1-1,0 1 0,-1 1 1,-1-1-1,5 15 0,-9-19-106,1 1-1,-1 0 1,0 0-1,0-1 1,-1 1 0,-1 0-1,1 0 1,-1 0-1,-1 0 1,0-1-1,-4 14 1,1-10-20,0 0 0,-1 0 1,-1-1-1,0 1 1,0-1-1,-1-1 0,-9 10 1,-8 4-29,0-1 1,-1-1 0,-1-1-1,-1-2 1,-33 17 0,-25 10-2278,-99 36 1,144-64 376,7-3-1956,3-4-4933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1:09.89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0 547 12545,'1'-4'406,"0"-1"1,1 1-1,-1 0 0,1 0 0,0 0 0,0 0 1,0 0-1,0 0 0,1 0 0,-1 0 0,1 1 1,0 0-1,0-1 0,7-4 0,-4 4 312,0 0-1,0 1 0,1 0 1,-1 0-1,1 0 0,0 1 1,0 0-1,0 0 0,10-1 1,-6 2-509,0 1 1,0 0 0,0 1-1,-1 0 1,1 0 0,0 1-1,-1 1 1,0-1 0,1 2-1,-1 0 1,0 0 0,0 0-1,-1 2 1,0-1 0,0 1-1,0 0 1,0 1 0,8 9-1,2 1 216,-2 2-1,0 0 1,0 1-1,-2 1 1,-1 0-1,19 37 1,-23-38-436,0 0-1,-1 1 1,-2 0-1,0 0 1,-1 1 0,-1 0-1,-1 0 1,-1 0 0,-1 0-1,-1 1 1,-1-1-1,-1 1 1,-6 33 0,-15 60-523,21-111 452,1-9 21,-1-9 77,1 0 0,0 1 0,1-1 0,1 0-1,0 0 1,1 1 0,0-1 0,1 1 0,9-20 0,59-110-20,-65 129-8,27-44-280,2 1 0,3 2 0,2 1-1,2 2 1,2 3 0,2 1 0,3 2-1,1 3 1,97-62 0,-106 79 224,2 2 1,0 2-1,1 1 0,94-25 0,-137 44 97,0 1-1,1-1 1,-1 1-1,0 0 1,0 0-1,1 0 1,-1 0-1,0 1 1,0-1-1,1 0 1,-1 1-1,0 0 1,0-1-1,0 1 1,0 0-1,0 0 0,0 0 1,0 0-1,0 1 1,0-1-1,0 1 1,-1-1-1,1 1 1,0-1-1,1 4 1,0-1 31,0-1 1,-1 1-1,0 0 1,0 1-1,0-1 1,0 0-1,-1 0 0,1 1 1,-1-1-1,1 10 1,-2 12 240,-1 1 1,-1-1-1,-1 0 1,-10 36-1,2-7 12,3-10-201,2 1 1,1-1-1,3 79 1,3-109-96,1 0 1,0 0-1,1 0 0,0-1 1,2 0-1,-1 1 1,2-1-1,0-1 0,0 1 1,2-1-1,-1 0 0,2-1 1,-1 0-1,2 0 1,15 15-1,-9-14-17,0 0 0,0-1 0,2-1 0,-1-1 0,1 0 0,1-1 0,-1-1 0,2-1 0,28 7 0,-31-10 0,0 0 0,0-2 0,0 0 0,1-1 0,-1-1 0,0 0 0,1-1 0,-1-1 0,0-1 0,0 0 0,27-10 0,-34 10 0,0-2 0,-1 0 0,0 0 0,1 0 0,-2-1 0,1-1 0,-1 1 0,0-1 0,0-1 0,-1 0 0,0 0 0,9-12 0,-9 8 0,0-1 0,0 0 0,-1-1 0,-1 1 0,0-1 0,-1 0 0,0 0 0,1-18 0,-2 0 0,-1 0 0,-2 1 0,-2-1 0,0 0 0,-2 1 0,-2 0 0,-15-53 0,9 51-200,0 1 0,-3 0 0,0 1-1,-2 0 1,-1 1 0,-25-29 0,14 22-223,-2 2 0,-2 1 0,-1 2 0,-39-29 0,59 51-160,0 0 1,0 1-1,-1 1 0,-27-12 1,35 18 0,1 0 1,-1 0 0,0 1-1,1 0 1,-1 0-1,-9 0 1,13 1-68,-1 1 0,0-1 0,0 1 0,1-1 0,-1 1 0,1 0 0,-1 0 0,1 1 0,-1-1 0,1 1 0,0 0 0,-5 2 0,6-1-707,-1-1 0,1 1 0,0-1 0,-1 1 1,1 0-1,1 0 0,-4 6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1:10.23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260 109 11365,'25'-49'3584,"7"-11"11824,-34 64-14224,-97 168-242,14-28-658,56-91-284,2 1 0,3 2 0,-20 70 0,39-84 0,5-41 0,0-1 0,-1 1 0,1 0 0,0-1 0,0 1 0,0-1 0,0 1 0,0-1 0,0 1 0,0-1 0,0 1 1,0-1-1,0 1 0,0-1 0,0 1 0,0-1 0,0 1 0,1-1 0,-1 1 0,0-1 0,0 1 0,1-1 0,-1 1 0,0-1 0,1 1 0,-1-1 0,0 0 0,1 1 0,-1-1 0,0 1 0,1-1 0,-1 0 0,1 0 0,-1 1 1,1-1-1,-1 0 0,1 0 0,-1 1 0,1-1 0,0 0 0,11-7-24,-11 6 9,11-9-54,0-1-1,-1 0 1,18-23-1,9-9-46,-10 14 136,-17 16-44,1 1 0,0 0 0,1 1 0,0 0 0,17-10 0,-25 18 8,-1 1 1,1 0 0,0 0 0,0 0-1,0 1 1,0 0 0,0 0-1,0 0 1,0 0 0,1 1-1,-1 0 1,0 0 0,0 0-1,1 1 1,-1 0 0,0 0-1,0 0 1,0 1 0,0-1 0,0 1-1,7 4 1,201 106-7568,-208-109 6870,-1-1 0,1 0 0,0 0 0,0 0 0,0-1 0,1 0 0,-1 0 0,0 0 0,9 0 0,63 5-13465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1:10.79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472 49 10221,'-8'-26'2595,"4"19"3107,2 6-5217,0-1-1,1 1 0,-1-1 0,0 1 1,0 0-1,0 0 0,0 0 1,0 0-1,0 0 0,0 0 0,0 0 1,0 1-1,-1-1 0,1 1 0,0 0 1,0 0-1,-4-1 0,1 2-117,0 0 0,0 1 0,-1-1 0,1 1 0,0 0 0,-8 5 0,-2 1-136,0 2 0,0 0 0,1 0 0,1 1 0,0 1 0,0 0 0,-18 24 0,4 0 326,-39 69 1,33-46-558,-40 100 0,63-131 0,1 0 0,1 0 0,2 1 0,0 0 0,2 0 0,0 35 0,4-55 1,0 1 0,0-1 1,1 1-1,1-1 0,0 0 0,0 1 0,1-1 0,7 17 1,-8-22-5,0-1 1,0 1 0,1-1 0,0 0 0,-1 0-1,1 0 1,0 0 0,0 0 0,0 0-1,1-1 1,-1 0 0,1 0 0,-1 0 0,1 0-1,0 0 1,0-1 0,0 1 0,0-1-1,0 0 1,0 0 0,0-1 0,0 1 0,6-1-1,6-1-114,0 0 0,0-1 1,0 0-1,0-2 0,-1 0 0,1 0 0,-1-2 0,0 0 0,-1 0 0,27-17 0,-5 0-63,-2-2 0,-1-1 0,33-32-1,78-89-201,78-70-17,-219 214 402,2 0 1,-1 0-1,0 0 0,0 1 0,1 0 1,0 0-1,-1 0 0,9-2 0,-7 3 20,-5 1-16,-1 0 0,1 0 0,0 1 0,0-1 1,0 0-1,0 1 0,0-1 0,0 1 0,-1-1 0,1 1 0,0-1 0,0 1 0,-1 0 0,1-1 0,0 1 0,-1 0 1,1-1-1,-1 1 0,2 2 0,-1-1 18,5 4 11,0 1 0,0 0 0,-1 1 0,-1-1 1,1 1-1,-1 0 0,0 0 0,-1 1 0,0-1 1,0 1-1,2 16 0,13 35 180,11 15 90,-26-65-249,1-1 1,0 0 0,1-1-1,0 1 1,0-1-1,1 0 1,0 0 0,0-1-1,11 10 1,-6-8 27,1-1 0,0-1 0,0 0 1,22 8-1,-30-13-89,27 14-166,-28-10-195,5 41-1653,-6-38 1300,0 0 0,0-1 1,-1 1-1,0 0 0,0 10 1,-1-15 231,1 0 1,-1 1 0,1-1-1,0 0 1,0 0 0,0 1-1,1-1 1,-1 0 0,1 0-1,0 0 1,0-1 0,1 1-1,-1 0 1,5 4 0,17 16-5891,9 2-2234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1:10.91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10 203 9133,'-10'-34'2092,"20"13"1040,0 3-2024,0 3-224,7-12 197,-7 12-1085,0 3-600,4 0-465,2 0-291,-6-6-768,0 0-1460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1:17.43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9 142 11941,'-7'-9'2206,"5"-1"6889,10 3-2482,4 2-8820,14-2 2606,0 0 0,0 2 1,0 1-1,1 1 0,38 1 0,13-3 13,483-21 759,-324 19-859,631-1-39,-253 7-1003,-505-5 292,-51 2-1211,-4 2-3701,-61 2 4695,1 0 0,-1-1 1,1 0-1,0 0 0,-1 0 0,-6-3 0,-16-4-6235,0 0-2696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1:17.73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500 1 12045,'-183'16'3962,"82"-21"-179,93 5-3480,-28 0 2003,-60 8 1,92-7-2139,0-1 0,1 1 0,-1 0 0,0 0 1,0 0-1,0 1 0,1 0 0,-1-1 0,1 1 1,-1 0-1,1 1 0,0-1 0,0 1 0,0-1 1,-5 7-1,6-7-66,0 1-1,1 0 1,-1 0 0,1 0 0,-1 0 0,1 1-1,0-1 1,1 0 0,-1 0 0,0 1 0,1-1-1,0 0 1,0 1 0,0-1 0,0 0-1,0 1 1,1-1 0,0 0 0,0 4 0,3 4 58,0-1 1,0 0 0,1 0 0,0 0 0,1-1-1,0 0 1,0 0 0,1 0 0,0-1-1,10 9 1,16 13 262,43 32 0,-46-40-250,322 229 166,107 88-131,-423-309-208,-3 2 0,0 1 0,-2 2 0,-2 1 0,-1 1 0,28 50 0,-43-63 0,-1 1 0,-1 0 0,-2 1 0,0 1 0,-2-1 0,0 1 0,-2 0 0,-1 0 0,-1 1 0,-2 0 0,-3 45 0,-3-34-149,-1 0 0,-2-1 0,-2 0 0,-2-1 0,-1 0 0,-21 42 0,-14 13-692,-65 93 0,67-117-704,-3-3-1,-69 71 0,-47 20-5211,105-101 707,10-6-3564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1:17.90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249 119 16217,'-1'-2'407,"1"0"-1,-1-1 0,1 1 0,-1 0 0,0-1 0,0 1 0,0 0 0,0 0 0,-1 0 1,1 0-1,-1 0 0,1 0 0,-1 0 0,0 0 0,1 1 0,-1-1 0,0 0 0,0 1 0,0 0 1,0-1-1,-1 1 0,1 0 0,0 0 0,-3 0 0,-19-13 1811,13 8-1468,1 0 1,-1 1-1,1 0 1,-24-6 0,-7-4-335,38 14-466,0-1-1,0 1 0,-1-1 1,1 1-1,0 0 0,0 0 1,-1 0-1,1 1 0,-1-1 1,1 1-1,-1 0 0,1 0 1,-7 1-1,0-1-687,6 0-1234,11 1-6119,3 6 5171,0-2-189,30 15-9098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1:20.74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944 564 10085,'6'-39'1036,"-2"15"228,-1 0 0,-1-32 0,-3 36-13,0 1 0,-2-1 0,0 1 0,-11-33 0,8 34-767,0 1 0,-1 0 0,-1 0-1,-1 1 1,0 0 0,-1 1 0,-1 0 0,0 0 0,-1 1 0,-1 1 0,0 0 0,-1 0-1,0 1 1,-1 1 0,0 1 0,-20-11 0,20 14-410,-1 1 0,1 0-1,-1 1 1,0 1 0,0 1 0,0 0 0,-1 1-1,1 0 1,-30 2 0,24 2 88,1 1 1,-1 1-1,1 1 0,0 0 0,0 2 1,-38 17-1,34-11-37,-1 1 0,2 2 0,0 0 0,1 1 0,1 2 0,0 0-1,2 1 1,0 2 0,2-1 0,0 2 0,-22 38 0,29-42-184,1 1-1,0 1 1,2 0-1,1 0 1,0 0-1,2 1 1,0 0 0,-2 36-1,6-47 25,1 0 0,1 1-1,-1-1 1,2 0 0,0 0 0,0 0-1,1 0 1,0 0 0,1 0 0,0-1-1,0 0 1,1 0 0,1 0 0,0 0-1,0-1 1,1 0 0,0 0-1,15 14 1,-8-12-15,0-1 0,0 0 0,1 0 0,1-2 1,-1 0-1,1 0 0,1-2 0,-1 0 0,1-1 0,0 0 0,1-1 0,-1-2 0,1 1 0,-1-2 0,1 0 0,29-3 0,-23-1 78,-1 0 0,1-2-1,0 0 1,-1-2 0,0 0-1,-1-2 1,1 0 0,-2-2-1,1 0 1,-2-1 0,33-26 0,7-15 672,57-66 0,-47 46-379,-67 70-321,-1 1 0,1-1 0,0 0 0,0 1 0,0 0 0,0-1 0,0 1 0,1 1 0,-1-1 0,1 0 0,-1 1 0,7-2 0,-8 3 0,0 0 0,0 0 0,-1 0 0,1 1 0,0-1 0,0 1 0,0-1 0,0 1 0,0 0 0,0-1 0,-1 1 0,1 0 0,0 0 0,0 0 0,-1 1 0,1-1 0,-1 0 0,1 1 0,-1-1 0,0 0 0,0 1 0,1 0 0,-1-1 0,0 1 0,1 3 0,4 8 0,-1 0 0,0 0 0,-1 1 0,0-1 0,-1 1 0,0 0 0,-2 0 0,1 27 0,0-11 0,0-11 0,0 5 0,-1 0 0,-1 0 0,-1 0 0,-1 0 0,-1 0 0,-6 25 0,-46 189 0,34-164 0,-5 0 0,-2-2 0,-3-1 0,-51 82 0,-2 7 0,66-120-158,17-39 97,1 0 0,-1 0 1,1 0-1,0 0 0,-1 0 0,1 0 1,0 0-1,0 0 0,0 0 0,0 0 1,0 0-1,0 0 0,0 0 0,0 0 1,1 2-1,-1-3 4,0 0 1,0 1-1,1-1 1,-1 1-1,0-1 1,1 0-1,-1 1 1,0-1-1,1 0 1,-1 1-1,1-1 1,-1 0-1,0 0 1,1 1-1,-1-1 1,1 0-1,-1 0 1,1 0-1,-1 0 1,1 0-1,-1 1 1,2-1-1,0 0-191,1-1-1,0 1 1,0 0 0,0-1-1,0 1 1,0-1 0,-1 0-1,1 0 1,3-2 0,21-12-1786,-1-2 0,-1-1 0,-1-1 0,43-43 0,-5 5-3066,30-23-4500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1:20.92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353 0 12041,'-37'43'2675,"25"-31"-1746,1 1 1,0 0 0,1 0-1,1 1 1,0 1 0,1 0 0,1 0-1,0 0 1,-8 28 0,-80 289 7568,58-156-8338,-15 193 0,20 183-224,38-137-3451,0-355 2275,2 0 0,2 0 0,3-1 0,38 105 0,-20-98-6294,5-9-5000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1:21.06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11 682 16225,'-10'-45'2833,"16"15"-521,18-19-156,9 13-480,18-3-360,9-3-291,30-6-265,31-7-520,36 1-1080,28-3-709,15-6-827,11-1-820,11 7-2909,9 15-5388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1:21.27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 0 16073,'-34'94'3433,"48"-61"-173,-8 9-276,-2-24-435,-1 15-409,7 21-408,0-14-1136,-13 5-596,3 3 0,-7 0 0,4-2 0,6 5-264,-6-9-1972,-4 0-720,11-18-733,6 0-3263,0 1-6734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1:21.42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0 136 14581,'40'-57'1857,"-33"45"-373,0-13-208,3 7-428,10 6-176,0 0-188,10 12-336,27 6-520,-3 12-604,6 12-600,7 4-340,-3 14-289,-4 9-1915,0 9-3081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1:21.62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34 323 10161,'-1'-3'2423,"-4"-11"-520,2 8-1138,0 0 0,1 0 0,0 0 0,0 0 0,1 0 0,0 0 0,0-1 0,0 1 0,1 0 0,-1-1 0,2-7 0,2 4-376,1-1 1,0 1-1,0-1 1,1 1-1,1 0 1,-1 1-1,2 0 1,-1 0-1,1 0 1,0 0-1,1 1 1,17-14-1,-12 12 60,0 0-1,1 1 1,0 0-1,1 1 1,0 0-1,0 1 1,0 1-1,21-5 1,-21 8-449,-1 1 0,1 0 0,0 1 0,0 1 0,-1 0 0,1 1 0,0 0 0,-1 2 0,1 0 0,-1 0 0,1 1 0,-1 1 0,-1 0 0,1 1 0,-1 1 0,0 0 0,0 0 0,-1 2 0,0-1 0,0 2 0,13 13 0,-14-12 0,0 1 0,-1 1 0,0-1 0,0 2 0,-2-1 0,0 1 0,0 0 0,-1 1 0,-1 0 0,-1 0 0,0 0 0,0 1 0,-2 0 0,0 0 0,-1 0 0,-1 0 0,0 0 0,-1 0 0,-3 22 0,-2-11 0,-2 0 0,-1-1 0,-1 0 0,-1 0 0,-1-1 0,-1 0 0,-2-1 0,0-1 0,-2 0 0,-17 21 0,-14 10 0,-1-3 0,-93 77 0,126-115-593,0 0 1,-2-1-1,1-1 1,-1-1-1,-1 0 0,0-1 1,0-1-1,-1-1 1,-24 7-1,18-7-1036,-6 0-1489,7-5-3525,-5-6-5824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1:22.36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1 236 9805,'23'-13'902,"-11"5"281,1 2 1,22-10-1,-34 15-940,0 1 0,0 0 0,0-1 0,1 1 0,-1-1 0,0 1 0,0-1 0,-1 0 0,1 1 0,0-1 0,0 0 0,0 0 0,0 0 0,-1 0 0,1 1 0,0-1 0,-1 0 0,1 0 0,0 0 0,-1-1 0,0 1 0,1 0 0,-1 0 0,0 0 0,1 0 0,-1 0 0,0 0 0,0 0 0,0-1 0,0 1 0,0 0 0,0 0 0,0 0 0,0 0 0,-1 0 0,1-1 0,0 1 0,-1 0 0,0-1 0,-9-13 6624,9 19-6036,-8 47-555,2 0-1,-1 54 1,-6 54-11,10-129-265,2 0 0,1 0 0,2 1 0,1-1 0,1 0 0,1 0 0,9 30 0,-12-56 0,0 0 0,0 0 0,0-1 0,1 1 0,-1-1 0,1 1 0,0-1 0,0 0 0,0 1 0,0-1 0,0 0 0,1 0 0,-1-1 0,1 1 0,0 0 0,0-1 0,0 0 0,0 1 0,0-1 0,1-1 0,-1 1 0,1 0 0,-1-1 0,1 0 0,-1 1 0,1-1 0,0-1 0,0 1 0,-1-1 0,1 1 0,0-1 0,0 0 0,0 0 0,0-1 0,-1 1 0,5-2 0,8-2 0,-1 0 0,-1-1 0,1 0 0,-1-1 0,0-1 0,0-1 0,24-16 0,68-55 0,76-52 0,-157 116 0,1 0 0,0 2 0,1 0 0,0 2 0,36-9 0,-52 17 0,-1 2 0,1-1 0,0 1 0,0 1 0,-1 0 0,1 1 0,0 0 0,0 0 0,-1 1 0,1 1 0,-1 0 0,17 6 0,4 6 0,-1 0 0,46 33 0,-48-29 0,63 31 0,-81-45-1,1-1 0,0-1 0,0 0 1,1 0-1,-1-1 0,1-1 0,-1 0 0,1 0 0,-1-1 0,1-1 1,0 0-1,-1 0 0,23-7 0,-2-3-2,-1-1 0,0-2-1,40-24 1,49-22 13,-112 57-8,1 0-1,0 1 0,0-1 0,0 2 1,0-1-1,1 1 0,-1 1 1,0 0-1,0 0 0,1 1 0,-1 0 1,16 4-1,2 3-1,-1 2 1,47 23-1,-50-22-1,0 0 1,0-2-1,1 0 1,29 6-1,-40-13 1,1 0 0,-1-1 0,1 0 0,0-1 0,0 0 0,-1-2 0,1 1 0,0-2 0,16-4 0,-24 5 0,-1 0 0,0 0 0,0 0 0,-1-1 0,1 1 0,0-1 0,-1 0 0,0-1 0,0 1 0,0-1 0,0 0 0,0 0 0,-1 0 0,1 0 0,-1-1 0,0 1 0,-1-1 0,1 0 0,-1 0 0,0 0 0,0 0 0,0 0 0,-1 0 0,0-1 0,0 1 0,0-8 0,0-5 0,-1 0 0,-1-1 0,0 1 0,-2 0 0,0 0 0,-1 1 0,-1-1 0,0 1 0,-1-1 0,-1 2 0,-12-22 0,5 14 0,-2 0 0,0 1 0,-2 0 0,0 2 0,-1 0 0,-34-28 0,39 37-60,-1 2 1,0 0-1,-1 1 1,1 0-1,-27-9 1,31 14-73,0 0 0,0 1 0,0 0 0,-1 1 0,1 0 0,0 1 1,-1 0-1,1 1 0,-19 2 0,26-2-362,-1 1 1,1 1-1,-1-1 1,1 1-1,0-1 0,-1 1 1,1 0-1,0 1 1,0-1-1,0 1 0,1 0 1,-1 0-1,1 0 1,-1 0-1,1 1 1,0-1-1,-4 6 0,6-6-256,-1 0-1,1 0 0,0 0 1,-1 0-1,1 0 0,1 0 0,-1 0 1,0 0-1,1 5 0,1 33-10964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1:22.5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345 54 13685,'9'-45'3431,"-8"36"3309,-2 13-2280,-10 27-3225,2 1 1,-8 42-1,-3 16-490,-134 411-745,34-116 0,114-363-1090,0 0 0,2 0 0,1 1 1,-1 39-1,4-54 482,0 0 1,1 0 0,-1 0-1,2 0 1,-1-1-1,1 1 1,0-1 0,0 1-1,1-1 1,0 0-1,1 1 1,-1-2 0,1 1-1,1 0 1,-1-1 0,1 0-1,7 7 1,26 11-12794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1:22.70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60 184 14361,'-60'-9'9537,"80"-3"-7849,27 0-380,13 3-267,17 3-417,27-6-784,24-6-904,22-3-877,14-12-1355,14 2-3229,20 10-6064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1:23.75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1019 14161,'1'-2'2138,"9"-11"-1327,0 1 0,1-1 1,0 2-1,1 0 0,0 0 0,23-14 1,-12 8 5,47-33 491,116-62 0,-132 83-1121,-2-1-1,-2-3 0,-1-2 0,46-43 0,-84 66-44,0 0 0,-1 0 0,0-1 0,-1 0 0,-1 0 0,0-1 0,-1 0 0,0-1 0,-1 1 0,7-29 0,-9 23 158,0-1 0,-1 0 0,-1 0 0,-2 0 0,0 0 0,-1 0 0,-5-31 0,5 45-67,-1 0 0,0 0 0,0 0-1,-1 0 1,-5-11 0,4 11 28,4 6-251,0 1 0,0 0 0,0 0 1,0 0-1,0 0 0,-1-1 1,1 1-1,0 0 0,0 0 1,0 0-1,0 0 0,0-1 0,0 1 1,-1 0-1,1 0 0,0 0 1,0 0-1,0 0 0,0 0 0,-1 0 1,1 0-1,0-1 0,0 1 1,0 0-1,0 0 0,-1 0 1,1 0-1,0 0 0,0 0 0,0 0 1,-1 0-1,1 0 0,0 0 1,0 0-1,0 0 0,-1 0 0,1 1 1,0-1-1,0 0 0,0 0 1,0 0-1,-1 0 0,1 0 1,0 0-1,0 0 0,0 0 0,0 1 1,0-1-1,-1 0 0,-7 3 15,-1 1 0,1-1 0,0 1-1,0 1 1,0 0 0,1 0-1,0 0 1,0 1 0,-9 9 0,2 1-15,0 1 1,1 1 0,-12 22 0,-32 61-11,-81 202 0,-13 124 0,146-411 0,-14 42 4,-51 160 16,56-163-82,-16 111-1,29-157-32,1-1-1,-1 1 0,1 0 1,1-1-1,0 1 0,0-1 1,0 1-1,1-1 1,0 1-1,4 8 0,-3-13 29,0 1-1,-1 0 0,2-1 1,-1 0-1,0 1 1,1-1-1,0-1 0,0 1 1,0 0-1,0-1 0,0 0 1,1 0-1,0 0 1,-1-1-1,1 0 0,9 4 1,-3-3-8,0-1-1,0 1 1,0-2 0,0 1-1,0-2 1,1 1 0,-1-1 0,0-1-1,22-4 1,8-4-33,52-19 0,-53 15 115,100-33 236,25-7 256,-160 52-483,132-38 458,177-26-1,-223 51-785,-1-4 1,-1-4-1,102-39 0,-153 45 221,0-2 1,-2-2-1,0-2 0,47-37 0,-73 51 81,40-34-75,-47 41 87,-1-1 0,0-1-1,0 1 1,0 0 0,-1 0-1,1-1 1,0 1 0,-1-1 0,1 1-1,-1-1 1,0 0 0,0 1-1,0-1 1,0 0 0,-1 0-1,1 0 1,-1-3 0,0 5 9,0 0-1,0 0 1,0 0 0,0 1 0,-1-1-1,1 0 1,0 0 0,-1 1 0,1-1 0,0 0-1,-1 1 1,1-1 0,-1 0 0,1 1 0,-1-1-1,1 0 1,-1 1 0,0-1 0,1 1 0,-1-1-1,0 1 1,1 0 0,-1-1 0,0 1 0,-1-1-1,-24 0 247,-21 16 144,32-8-258,1 0 1,1 1-1,-1 1 0,1 0 1,1 1-1,-13 12 0,1 2 287,-37 47-1,52-60-377,1 1 0,0-1 0,1 1 0,0 0 1,1 1-1,0-1 0,-3 15 0,8-24-50,0 1 1,0 0-1,1 0 0,-1-1 0,1 1 1,0 0-1,0 0 0,1 0 1,-1 0-1,1-1 0,-1 1 0,1 0 1,1 0-1,-1-1 0,0 1 0,1-1 1,0 1-1,-1-1 0,1 0 1,1 0-1,-1 0 0,0 0 0,1 0 1,0 0-1,-1 0 0,1-1 0,0 0 1,0 1-1,7 3 0,0-2-73,-1 1 0,0-1 0,1-1 0,0 1-1,0-2 1,0 1 0,0-2 0,16 2 0,88-2-688,-104-2 702,50-3-686,-1-3 0,83-21 0,-122 23 397,0-1 0,-1-1 0,32-16 0,132-78-2000,-148 80 1897,-1-2 0,-1-1 1,0-1-1,-2-2 0,-2-2 0,0 0 1,-2-2-1,-1-1 0,37-59 0,-31 38 153,-2-1 0,29-72 0,32-122 379,-57 139 1303,31-168-1,-62 254-758,-1 0-1,-1 0 0,0 0 1,-2 0-1,-6-35 0,7 57-551,0 0-1,0 1 1,0-1-1,0 0 1,0 0-1,0 0 1,-1 1-1,1-1 1,0 0-1,0 0 1,-1 0-1,1 1 1,-1-1-1,1 0 1,-1 1-1,1-1 1,-1 0-1,1 1 1,-1-1-1,1 0 1,-2 0-1,1 1-14,1 0-1,-1 0 0,1 0 0,-1 1 1,1-1-1,-1 0 0,0 0 1,1 0-1,-1 0 0,1 1 1,-1-1-1,1 0 0,-1 1 0,1-1 1,-1 0-1,1 1 0,0-1 1,-1 0-1,1 1 0,-1-1 1,1 1-1,-1 0 0,-21 36 1683,-131 341-712,27 16-610,89-272-397,24-81-22,-80 276 29,71-225-109,-17 137 0,37-202-527,0 0-1,1 1 1,2-1 0,1 0 0,10 48 0,-9-62-249,1-1 0,0 1 0,1-1 0,0 0 0,15 21 0,-14-24-159,0-1 1,1 0-1,0 0 0,0-1 1,1 0-1,0-1 0,0 1 1,13 6-1,46 17-10752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1:24.03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600 541 6685,'40'-140'4619,"-27"103"-3007,-3 0 0,0 0 0,-3-1 0,4-58 0,-10 73 233,-6-42-1,2 25 219,3 39-1910,0-1-1,0 1 1,0 0-1,0-1 1,0 1 0,-1-1-1,1 1 1,0 0-1,-1-1 1,1 1-1,-1-1 1,1 1-1,-1 0 1,0 0-1,0-1 1,1 1-1,-1 0 1,0 0-1,-2-2 1,2 3-70,0 0 1,0 0-1,0 0 0,0 0 1,0 0-1,0 0 0,0 0 0,0 1 1,0-1-1,-1 0 0,1 1 1,0-1-1,1 0 0,-1 1 1,0-1-1,0 1 0,0-1 0,0 1 1,0 0-1,0-1 0,1 1 1,-1 0-1,0 0 0,0 0 1,1 0-1,-1-1 0,1 1 0,-1 1 1,-9 12 330,2 0 1,0 0-1,0 1 1,-8 22-1,4-7-348,-169 461-8,37 15-70,41-148 12,-19 68 0,112-383-595,1 0-1,2 0 1,-1 57-1,7-85 278,1 1 0,1-1 0,0 0-1,1 0 1,1 0 0,0 0 0,1 0 0,1 0 0,0-1 0,1 0-1,1 0 1,14 24 0,-17-33-495,1 0 0,-1 0 0,1 0 0,0 0 0,0-1 0,0 0 1,1 0-1,-1-1 0,1 1 0,0-1 0,0-1 0,0 1 0,7 1 0,39 7-11071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1:24.25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182 21 14377,'-1'-1'255,"1"0"0,-1 0 0,1 0-1,-1 0 1,1 0 0,-1-1 0,0 1 0,0 0-1,1 0 1,-1 1 0,0-1 0,0 0-1,0 0 1,0 0 0,0 0 0,0 1 0,0-1-1,-1 1 1,1-1 0,0 1 0,0-1-1,0 1 1,-1-1 0,1 1 0,0 0 0,-2 0-1,-4-1 4007,27 5-2149,38 6-1256,-1 3 0,0 3 1,-2 2-1,0 2 1,64 33-1,-103-45-853,1 1-1,-1 1 1,-1 0-1,0 1 1,0 1-1,18 18 1,-29-26-5,-1 1 1,1-1-1,-1 1 0,0 0 1,0 0-1,0 0 1,-1 1-1,1-1 0,-1 1 1,2 9-1,-4-11-2,1 0 0,-1 0 0,0 0 0,0 0 0,-1 0 0,1 0 0,-1 0 0,0 0 0,0 0 0,0 0 0,-1 0 0,1 0 0,-1-1 0,0 1 0,0 0 0,0-1 0,-3 4 0,-4 3-166,-1 1 0,0-2-1,0 1 1,-1-1 0,0-1 0,-1 0-1,0 0 1,-17 7 0,-5 1-1044,-70 22 0,34-19-1586,-118 16-1,20-18-7530,137-16 512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1:25.39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629 850 5925,'55'-34'2367,"-2"-2"0,-2-3 0,87-84 0,-122 106-1949,-1 0 0,-1-1 0,0 0 0,-2-2 0,0 1 0,-1-1 0,-1-1 0,-1 0 0,-1 0 0,0-1 0,-2 0 0,-1 0 0,-1-1 0,3-30 0,-7 31 41,0 1 0,-2-1 0,0 0 0,-1 0 1,-2 1-1,0 0 0,-1 0 0,-1 0 0,-1 1 1,-12-23-1,19 41-396,1 1 0,-1-1 1,0 1-1,1-1 0,-1 1 1,0-1-1,0 1 1,0 0-1,0-1 0,0 1 1,0 0-1,0 0 0,-1 0 1,1 0-1,0 0 0,-1 0 1,1 0-1,0 0 0,-1 1 1,1-1-1,-1 0 0,1 1 1,-1-1-1,0 1 0,1 0 1,-1-1-1,0 1 0,1 0 1,-1 0-1,1 0 0,-1 0 1,0 0-1,-2 1 0,0 1 46,0 0 0,1 0 0,0 0 0,-1 1 0,1-1-1,0 1 1,0 0 0,0 0 0,1 0 0,-1 0-1,1 0 1,-4 7 0,-10 17 254,2 1 0,-21 58 0,-13 69 746,19-54-822,-217 589-287,176-504 0,-20 49 0,-164 485 0,220-597 0,4 1 0,6 1 0,-14 247 0,37-339 0,2 0 0,1 0 0,2 0 0,1-1 0,2 1 0,1-1 0,12 32 0,-15-51 0,1 0 0,1-1 0,0 0 0,0 0 0,1 0 0,1-1 0,0 0 0,12 11 0,-14-15 0,1-1 0,0 0 0,0-1 0,0 0 0,1 0 0,0-1 0,0 0 0,0 0 0,0-1 0,0-1 0,1 1 0,18 1 0,-14-3 0,0-1 0,0 0 0,0-1 0,0 0 0,0-1 0,0-1 0,0 0 0,0-1 0,24-11 0,-28 10 0,1 0 0,-1-1 0,0 0 0,-1-1 0,1 0 0,-1 0 0,0-1 0,-1 0 0,0-1 0,-1 0 0,1 0 0,-2-1 0,7-11 0,-7 11 0,0-2 0,-1 1 0,-1 0 0,0-1 0,0 0 0,-1 0 0,-1 0 0,0 0 0,-1-1 0,0 1 0,-1-1 0,0 1 0,-1 0 0,-2-14 0,-3 1-1,-2 0 1,0 0-1,-2 1 1,0 0-1,-20-33 1,-81-106-18,77 117-5,2 0-1,-47-95 0,71 123 13,1 0-1,1 0 0,0-1 0,2 1 0,0-1 0,1 0 1,1 0-1,1 0 0,1-1 0,0 1 0,1 0 0,6-29 1,-3 30-115,1 0 1,1 0 0,1 0-1,0 1 1,1 0 0,1 0-1,1 1 1,11-16 0,-3 10-42,0 0 0,2 1 0,1 1 1,37-29-1,3 7-90,3 3 0,1 3 1,79-33-1,-26 15-78,3 5-1,157-41 1,-266 86 281,-6 2 47,-1 1 1,0 0-1,1 0 0,-1 1 0,1-1 0,-1 1 0,8 1 1,30-4-17,-39 3 276,-4-2-237,0-1 1,1 1 0,-1 0 0,0 0 0,1-1 0,0 1 0,-1 0 0,1 0-1,0 0 1,0 0 0,1 0 0,0-2 0,-17-26 108,13 27-61,2 0-6,-1-2-29,-1 0 1,1 0-1,-1 0 1,0 0 0,0 1-1,0-1 1,-1 1-1,1 0 1,-6-7 0,7 9 16,-7 11 17,1 0 0,1 0 0,0 0 0,0 0 0,1 1-1,0 0 1,1 0 0,-4 13 0,-11 24 50,0-9-41,2 1-1,2 0 1,1 1 0,2 1-1,2 0 1,-6 55-1,15-89-70,1 0-1,0 0 1,0 1-1,1-1 1,0 0-1,0 0 1,1 0-1,-1-1 1,2 1-1,-1 0 1,1 0-1,0-1 1,0 0-1,0 0 1,1 0-1,0 0 1,9 10-1,-6-10-14,-1 0 0,1-1-1,1 0 1,-1 0 0,0-1 0,1 0 0,0 0-1,0 0 1,0-1 0,1-1 0,-1 1-1,1-2 1,-1 1 0,11 0 0,-1 0-5,0-2 1,1 0-1,-1-1 1,0 0-1,1-2 1,-1 0-1,0-1 0,-1-1 1,28-11-1,-23 6 33,0-2-1,-1 0 0,-1-1 1,0-1-1,0-1 0,29-30 1,-14 8 79,-23 23 77,1 0 0,0 0-1,2 2 1,-1 0 0,1 0 0,28-15-1,-39 25-105,-1 0-1,1 1 0,-1-1 1,1 1-1,-1 0 1,1 0-1,-1 1 1,1-1-1,7 0 0,-9 2-42,0 0 0,0-1 0,0 1 0,0 0 0,0 0 0,0 0 0,0 0-1,-1 0 1,1 0 0,0 1 0,-1-1 0,1 1 0,-1-1 0,1 1 0,-1-1 0,0 1-1,0 0 1,0 0 0,0 0 0,1 2 0,10 18-11,0 0 1,1-1-1,1-1 0,1 0 0,0-1 1,28 26-1,-25-35-10,-15-9-3,0 0 0,0-1 0,0 1 0,0-1 1,0 0-1,0 0 0,0 0 0,0 0 0,0-1 0,0 1 0,0-1 0,-1 0 0,1 1 1,0-1-1,0-1 0,0 1 0,-1 0 0,1-1 0,-1 1 0,1-1 0,-1 0 0,0 0 1,1 0-1,-1 0 0,0 0 0,0 0 0,-1 0 0,4-5 0,4-8-25,-1 0 0,0 0-1,-1-1 1,5-17-1,-1 5-2,107-303-448,-29 75 270,73-231 191,-140 404 528,-15 51-197,-5 26-211,-3 8-64,-28 92-38,-83 178 0,74-188 0,-44 98 0,-152 378 0,221-524-1434,1 1 0,2 0 0,-9 76 0,18-99 657,0-1-1,2 0 1,0 1 0,0-1 0,1 0-1,5 19 1,-4-24 309,0 0 0,0 0 0,1 0-1,0-1 1,0 1 0,1-1 0,0 0-1,0 0 1,1-1 0,0 1 0,6 4-1,34 20-12518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1:27.79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1004 1376 7709,'-43'5'3786,"39"-4"-436,4 0-3171,0-1 0,-1 1 0,1 0 0,-1 0 0,1 0 0,-1 0 0,0-1 0,1 1 0,-1 0 0,0-1 0,1 1 0,-1 0 0,0-1 0,0 1 0,0-1 1,-1 1-1,1 0-56,0-1 1,0 1-1,0-1 1,0 1 0,0-1-1,0 1 1,0 0 0,1-1-1,-1 1 1,0 0-1,1 0 1,-1 0 0,0 0-1,1-1 1,-1 1 0,1 0-1,-1 2 1,-3 0 501,0 0 0,0 0-1,0 0 1,0-1 0,-6 3 0,2-1 622,0-2 0,0 1 0,0-1 0,0 0 0,0 0 0,-15 0 0,40-27-1072,-3 12-175,0-1 0,27-18 0,-25 20 0,-1 0 0,22-23 0,-15 7 0,0-1 0,-2-1 0,-2-1 0,0 0 0,-2-2 0,-2 0 0,19-60 0,-16 30 0,-3-1 0,-3 0 0,5-89 0,-15 43 0,-5 0 0,-27-167 0,29 263 0,-1 0 0,0 1 0,-10-25 0,11 32 0,-1 0 0,0 1 0,0-1 0,0 1 0,-1 0 0,1 0 0,-1 0 0,-1 0 0,1 1 0,-10-8 0,14 12 0,-2-2 0,0 1 0,0 0 0,1 0 0,-1 1 0,0-1 0,0 0 0,0 0 0,0 1 0,0-1 0,0 1 0,0 0 0,0 0 0,0-1 0,0 1 0,0 1 0,-2-1 0,-3 0 0,-1 0 0,0 0 0,1 1 0,-1 0 0,0 0 0,0 1 0,1 0 0,-1 0 0,1 1 0,0-1 0,0 2 0,0-1 0,0 1 0,0 0 0,-8 7 0,0 4 0,1 0 0,0 0 0,1 2 0,1-1 0,0 2 0,1 0 0,1 0 0,1 1 0,-9 27 0,-6 24 0,-17 93 0,37-145 0,-31 157 0,9 2 0,-4 179 0,22 361 0,9-461 0,-21 923 0,23-924 0,2-203 0,1 0 0,27 95 0,-31-138 0,2 0 0,-1-1 0,1 1 0,8 13 0,-11-19 0,1-1 0,-1 0 0,1 0 0,0 1 0,0-1 0,0 0 0,0-1 0,0 1 0,0 0 0,0-1 0,1 1 0,-1-1 0,0 1 0,1-1 0,-1 0 0,1 0 0,0 0 0,-1-1 0,1 1 0,0-1 0,3 1 0,6-2 0,0-1 0,0 0 0,0 0 0,0-1 0,-1-1 0,1 0 0,-1 0 0,0-1 0,0-1 0,0 0 0,-1 0 0,0-1 0,0-1 0,9-8 0,8-9 0,0-2 0,-2-1 0,30-42 0,-32 36-163,-2-1 0,-1-1 1,-1 0-1,-3-2 0,0 0 0,-3-1 1,13-60-1,-17 53-51,-2 0 0,-2-1 0,-2 0 0,-2 0 0,-2 0 0,-9-60 0,5 79 98,-1-1 1,-1 1 0,-2 0-1,0 0 1,-2 1 0,-15-27 0,16 37 55,-1 0-1,0 1 1,-1 0 0,0 1 0,-1 0 0,-1 1 0,-1 0 0,0 2 0,-31-22 0,9 13-16,-1 2 0,-1 1-1,0 3 1,-1 0-1,-72-14 1,-214-18-511,89 17 59,227 28 472,0 1-1,1-2 0,-1 0 0,0 0 0,1-1 0,-1 0 1,-15-9-1,22 11 41,1 0 1,-1 0-1,1 0 1,-1 0-1,1 0 1,0-1-1,0 1 1,0-1-1,0 1 0,1-1 1,-1 0-1,1 0 1,-1 0-1,1 0 1,0 0-1,0 0 1,0 0-1,1 0 1,-1 0-1,1 0 1,0 0-1,0-1 1,0 1-1,0 0 1,0 0-1,1 0 1,0-5-1,1 4 9,-1-1 0,1 1 0,0 0 0,0 0 0,0 1 1,1-1-1,-1 0 0,1 1 0,0-1 0,0 1 0,7-6 0,43-29-40,-39 29 14,53-33-25,2 3-1,121-48 1,157-37-61,-318 114 97,189-57-100,-19 7 30,4 4 30,-14 5 8,-183 49 49,0 0 0,0 1 0,0 0 0,0 0 1,1 1-1,11 0 0,-9 0 5,-5 0 22,10 12 163,-14-11-167,1 1-1,0-1 1,-1 0-1,1 0 1,0 0 0,-1 1-1,0-1 1,1 0-1,-1 1 1,0-1 0,0 0-1,1 1 1,-1-1 0,0 0-1,0 1 1,-1-1-1,1 0 1,0 1 0,0-1-1,-1 0 1,1 1-1,0-1 1,-1 0 0,0 0-1,1 1 1,-1-1-1,0 0 1,-1 2 0,-31 41 407,18-27-214,-39 57 279,3 2 0,3 2 0,4 3 0,-37 91 1,74-154-439,1 0 0,1 0 0,0 0 0,-2 28 0,6-41-38,1 1-1,0 0 1,0 0-1,1 0 1,0-1-1,0 1 0,0 0 1,3 7-1,-3-10-4,0-1-1,0 1 0,1-1 0,-1 1 1,1-1-1,0 0 0,-1 0 0,1 1 1,0-1-1,0-1 0,1 1 0,-1 0 1,0 0-1,1-1 0,-1 1 0,1-1 0,4 2 1,7 1 3,0 0 0,0-2 0,0 1 0,1-2 0,-1 0 0,0-1 0,1 0 0,-1-1 0,0 0 0,22-6 0,16-6 13,73-28 0,-115 37-22,26-9-12,-1-2 0,52-30 0,-73 37-23,-1-1 0,0-1-1,0 0 1,-1 0 0,0-1 0,-1-1-1,0 0 1,15-22 0,-23 28 4,-1 1 0,1-1 0,-1 0 0,-1 1 0,1-1 0,-1 0 0,0 0 0,0 0 0,-1 0 0,0 0 0,0 0 0,0 0 0,-1 0 0,0 0 0,0 0 0,0 0 0,-1 0 0,0 0 0,0 1 0,-4-9 0,-4-5-20,0 1 1,-1 0-1,-1 0 1,-22-26-1,8 17 9,0 1 0,-2 1 0,-1 1 1,-1 2-1,0 1 0,-2 1 0,0 2 0,-2 1 0,-45-17 0,66 30 28,1 0 0,-1 1 0,0 0 1,0 1-1,1 0 0,-2 1 0,1 1 0,0 0 1,0 1-1,0 0 0,0 1 0,1 0 0,-20 6 1,30-7 30,4 3 7,2 2-28,0 0 0,1-1 0,0 0 0,0 0 0,0 0 0,1-1 0,-1 0 0,1 0 0,0 0 0,0 0 0,0-1 0,1 0 0,-1-1 0,1 1 0,0-1 0,0 0 0,0-1 0,10 1 0,19 3-28,0-3 1,50-2-1,-71 0 20,107-4-189,-1-6 1,-1-5-1,234-61 1,-323 67 205,0-1 0,-1-2 0,0-1 0,-1-2 0,0-1 0,31-22 0,-56 35-5,-1 0-1,1 0 1,-1 0 0,0 0-1,0-1 1,0 1 0,0-1-1,-1 0 1,0 0 0,1 0-1,-1 0 1,-1 0 0,1 0-1,0-1 1,-1 1 0,1-5-1,-1 0 6,-1 0 0,0 1-1,0-1 1,-1 0 0,0 1 0,0-1-1,-3-8 1,1 4-13,2 7-2,0 1 0,0-1 1,-1 1-1,1 0 0,-1-1 1,0 1-1,-1 0 0,1 0 0,-1 1 1,0-1-1,0 0 0,0 1 1,-6-6-1,5 8 0,1 1-1,-1-1 1,0 1 0,1 0 0,-1 0 0,0 0-1,0 1 1,1-1 0,-1 1 0,0 0-1,-6 0 1,6 0 19,-9 1 46,-1 1 0,1 0-1,0 0 1,0 1 0,0 1 0,-15 6-1,-75 38 360,74-34-273,26-12-116,0-1 1,0 1-1,0 0 0,0 0 1,0 0-1,1 0 0,-1 0 1,1 1-1,-1-1 1,1 1-1,-3 4 0,5-7-23,0 1 0,0-1 0,-1 1 0,1-1 0,0 1 0,0-1 0,0 1 0,0-1 0,0 1 0,0-1 0,-1 1 0,1 0 0,1-1 0,-1 1 1,0-1-1,0 1 0,0-1 0,0 1 0,0-1 0,0 1 0,1 0 0,-1-1 0,0 1 0,0-1 0,1 1 0,0 0 1,0 0 1,1 0-1,-1 0 1,0 0 0,0-1-1,1 1 1,-1 0-1,1-1 1,-1 1-1,0-1 1,1 1 0,-1-1-1,1 0 1,1 1-1,33 1 46,0-1 0,-1-1 0,43-6 0,-8 1-3,-3 0-48,9 0 22,88 4 0,-142 3-17,0 0 0,0 1 0,-1 1 0,1 2 0,-1 0 0,0 1 0,-1 0 0,33 19 0,-44-21 0,-1 0-1,0 1 1,0 0 0,-1 1-1,0 0 1,0 0-1,-1 0 1,0 1 0,0 0-1,0 0 1,-1 1-1,-1 0 1,1-1-1,-1 1 1,-1 1 0,0-1-1,3 15 1,-2-4 23,-2 0 0,0 0 0,-2 0 0,0 0 0,-1 0 0,-1 0 0,-7 30 0,-8 18 99,-8 48 127,25-112-253,-1 0 1,1 0 0,-1 0-1,1 0 1,0 0 0,1 0-1,-1 0 1,1 0 0,0 0-1,0 0 1,0-1 0,0 1-1,1 0 1,-1 0 0,1-1-1,0 1 1,0-1 0,0 0-1,1 0 1,-1 0 0,1 0-1,0 0 1,0 0 0,0 0-1,0-1 1,0 0 0,0 1-1,1-1 1,-1-1 0,1 1-1,-1 0 1,1-1 0,0 0-1,6 2 1,6 0-255,0 0 0,0-1 0,0-1 1,1-1-1,-1 0 0,1-1 0,16-3 0,128-33-4205,-73 14 786,13-1-2775,8-4-3905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1:32.2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285 1618 8281,'0'0'1655,"0"3"-198,-18 51 7319,14-44-9347,-21 26 4122,25-35-3447,0-1-1,0 1 1,-1 0 0,1-1 0,0 1-1,0-1 1,-1 1 0,1-1 0,0 1-1,-1-1 1,1 1 0,0-1 0,-1 1-1,1-1 1,-1 0 0,1 1 0,-1-1 0,1 1-1,-1-1 1,1 0 0,-1 0 0,1 1-1,-1-1 1,1 0 0,-1 0 0,1 0-1,-1 1 1,0-1 0,1 0 0,-1 0-1,1 0 1,-1 0 0,0 0 0,1 0 0,-1 0-1,1 0 1,-1-1 0,0 1 0,1 0-1,-1 0 1,1 0 0,-1-1 0,1 1-1,-2-1 1,-16-2 2072,25-18-1998,-5 15-166,1 1 0,-1 0 0,1 0 1,0 0-1,0 0 0,1 1 0,-1-1 0,6-4 0,18-24 30,-4-3-31,-1-1 0,-2-1 0,-2-1 0,-1 0 0,-2-2 0,-1 0 0,-3 0 0,-1-1 0,6-68 0,1-69-18,-13 0-22,-5 113 10,1 42 9,-1 0 0,-1 1 0,-1-1 0,-6-25 0,6 40 6,0-1-1,0 1 0,-1 0 1,0 1-1,-1-1 0,0 1 1,0-1-1,-1 1 1,0 1-1,0-1 0,0 1 1,-12-9-1,14 13 3,0 1 1,0-1-1,0 1 0,-1 0 1,1 0-1,-1 0 0,1 1 0,-1 0 1,0 0-1,1 0 0,-1 0 1,0 1-1,-5-1 0,-3 2 1,0-1 1,0 2-1,-20 4 0,19-2 2,1 1-1,0 0 0,0 1 0,0 1 0,1 0 1,0 1-1,0 0 0,1 1 0,0 0 0,0 1 0,1 0 1,1 0-1,0 1 0,0 1 0,-9 14 0,14-18 1,0 0-1,0 0 0,0 0 1,1 0-1,0 0 0,1 1 0,0-1 1,0 1-1,1 0 0,0 0 1,0 13-1,2-15 0,0-1 0,0 1 0,0-1 0,1 0 0,0 1 0,1-1 0,-1 0 1,1 0-1,0 0 0,0-1 0,1 1 0,0-1 0,0 1 0,0-1 0,1-1 0,9 9 0,4 1-59,1-1-1,1-1 0,-1 0 0,2-2 0,0-1 0,0 0 1,0-1-1,1-2 0,0 0 0,39 5 0,20-2-364,131-3 0,-188-6 396,108-2-328,152-23-1,-198 12 264,-1-4 0,144-49 0,-167 40 226,-58 24-110,-5 9-25,0 0 10,-1 0 0,0 0 0,0 0 0,0-1 1,-1 1-1,0-1 0,-1 0 0,1 1 0,-1-2 0,0 1 0,-6 6 1,-12 20 16,-26 52 13,-57 141-1,96-199-37,1 0 0,1 0 0,-6 38 0,11-47 16,0 1-1,1-1 1,1 1 0,1-1 0,0 1-1,4 18 1,-3-31-14,0 0-1,0 0 0,0 0 1,0 0-1,1 0 0,0-1 1,0 1-1,0-1 0,1 0 1,0 0-1,-1 0 1,1-1-1,0 1 0,1-1 1,-1 0-1,1 0 0,-1 0 1,1-1-1,0 0 0,0 0 1,0 0-1,0 0 0,0-1 1,1 0-1,-1 0 1,10 1-1,20-6 3,1 0 0,-1-3 0,0-1 0,-1-1 0,0-2 0,0-1-1,34-19 1,0-4-100,-1-4 0,78-58 0,-111 71 5,-2-1 1,0-2 0,-2-1 0,-1-1 0,-2-2 0,-1-1 0,41-70 0,-64 99 65,0 0 0,0 0 0,-1-1 0,1 1 0,-2-1 0,1 1 1,0-1-1,-1 0 0,0 0 0,-1 0 0,1 0 0,-1 0 0,-1-8 0,0 6 2,-2 0-1,1 0 0,-1 0 1,0 1-1,-1-1 0,0 1 1,0 0-1,-6-8 0,4 13-7,-2 2 53,0 1 0,1 1 0,-1 0 0,1 0-1,-1 0 1,1 1 0,0 0 0,0 0 0,0 1 0,0 0 0,1 0-1,-1 1 1,1-1 0,0 1 0,0 1 0,-7 9 0,-10 12 142,1 0 0,-24 42 0,42-63-146,-12 20 54,1 1 0,1 1 0,-11 31-1,20-47-51,1 1-1,0-1 1,1 1-1,1 0 0,0 0 1,1 1-1,0-1 1,1 0-1,2 24 1,0-30-12,0 0 0,1 0 1,-1 0-1,1 0 0,1 0 0,-1-1 1,1 1-1,0-1 0,1 0 1,-1 0-1,1-1 0,0 1 1,1-1-1,-1 0 0,1-1 1,0 1-1,0-1 0,1 0 1,-1-1-1,1 1 0,10 2 1,5 2-11,0-1 0,1-1 1,0-1-1,0 0 1,38 0-1,2-3-118,0-3 1,0-2-1,113-22 1,-64-1-494,132-48 0,111-82-331,-268 108 757,-3-3 1,121-95 0,-160 103 134,-37 33 46,-7 9 12,-1-1 0,0 0 0,0 1 0,0-1 0,0 0 0,0 1 0,-1-1 0,1 0 1,0 1-1,-1-1 0,1 1 0,-1-1 0,0 1 0,0-1 0,1 1 0,-1-1 0,0 1 0,0-1 0,-2-1 0,0 2-3,0 0 0,1 0 0,-1 0 0,0 1 0,0-1 0,0 1-1,1 0 1,-1 0 0,0 0 0,0 0 0,0 0 0,-3 2 0,-40 8 37,45-10-39,-38 14 37,0 1 1,1 3-1,1 1 1,-44 29-1,35-18-25,1 1-1,1 2 1,-46 48 0,68-60-147,2 2 0,1 0 0,1 1 0,1 1 1,1 1-1,-25 54 0,40-78 118,0-1 0,1 1 0,-1-1 0,0 1 1,0 0-1,1-1 0,-1 1 0,1 0 0,0 0 0,-1-1 0,1 1 0,0 0 1,0 0-1,0-1 0,0 1 0,0 0 0,1 0 0,-1 0 0,1-1 0,-1 1 1,1 0-1,-1-1 0,1 1 0,0 0 0,0-1 0,0 1 0,0-1 0,0 1 1,0-1-1,0 0 0,0 0 0,1 1 0,-1-1 0,3 2 0,-1-2 3,1 1-1,0-1 1,-1 0-1,1 0 1,0-1 0,0 1-1,0-1 1,0 1-1,0-1 1,0 0-1,0-1 1,0 1-1,0-1 1,6-1 0,26-9-32,0-2 0,-1-1 0,59-33 0,98-72 322,-57 32 810,-125 81-864,-1 1-1,1-1 0,0 2 1,0 0-1,0 0 0,20-5 1,-27 9-162,1 0 0,-1-1 0,1 1 0,-1 1 0,1-1 0,-1 0-1,1 1 1,-1 0 0,0-1 0,1 1 0,-1 1 0,0-1 0,0 0 0,1 1 0,-1 0 0,0 0 0,-1 0 0,1 0 0,0 0 0,0 0 0,-1 1 0,0-1 0,1 1 0,-1 0 0,3 5 0,13 22 196,-13-22-197,0 1 1,0-1 0,1 0 0,7 7 0,-10-12-83,0 0 0,0 0 0,1-1 0,-1 1 0,1-1 0,0 0 0,0 0 0,0 0 0,-1-1 0,2 1 0,-1-1 0,0 0 0,5 1 0,-8-2 15,12 2-184,1 0-1,-1-1 0,1 0 1,-1-1-1,1 0 0,-1-2 0,1 1 1,24-7-1,57-20-711,-86 24 842,1 0 0,-1 0 0,0-1 0,0 0 0,0-1-1,-1 1 1,0-2 0,0 1 0,0-1 0,-1 0 0,0-1-1,-1 0 1,9-12 0,-2-3 4,-1 0 0,-2 0 0,14-41 1,-19 49 31,19-69 7,26-169 1,-37 172 176,3-18 818,-5-1 0,-3 0 0,-11-185 0,-2 263 502,4 22-1389,-1 1 1,1 0-1,0 0 1,0 0 0,0-1-1,0 1 1,0 1-1,0-1 1,0 0-1,0 0 1,0 0-1,0 0 1,-1 3-1,-7 12 79,0 0 0,1 1-1,1-1 1,1 2 0,0-1-1,1 1 1,-4 25 0,-5 16-38,-131 421-131,120-402-1913,3 0-1,-18 124 1,37-171 806,0 1 1,2-1 0,1 1 0,2 0 0,1-1 0,1 1-1,2-1 1,1 0 0,18 46 0,22 19-11875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1:34.82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223 1431 6341,'1'-6'378,"-1"4"-219,1 1 0,-1-1-1,0 0 1,0 1 0,1-1 0,-1 0 0,1 1 0,-1-1 0,1 1-1,0-1 1,0 0 0,-1 1 0,1 0 0,0-1 0,0 1 0,1 0-1,-1-1 1,0 1 0,0 0 0,2-1 0,-2 1 4,0 0 1,0 0-1,-1 0 0,1 0 1,0 0-1,-1 0 0,1-1 1,-1 1-1,1 0 1,-1 0-1,1 0 0,-1-1 1,0 1-1,0 0 0,1 0 1,-1-3-1,0 1 290,2-8 1091,0 0 0,-1 0 0,0 0 0,-1 1 0,-1-18 0,-1-1 1204,1 0 724,-3 23-2363,-2 15 53,-49 112-730,6 2 0,6 2-1,-42 199 1,82-309-432,0-1 0,1 1 0,1-1 0,1 1 0,0 0 0,1 0 0,0-1 0,5 21 0,-4-30 0,-1 0 0,1 0 0,0-1 0,0 1 0,0 0 0,1-1 0,0 0 0,0 0 0,0 0 0,0 0 0,0 0 0,1 0 0,0-1 0,-1 0 0,2 0 0,-1 0 0,0 0 0,0 0 0,1-1 0,-1 0 0,1 0 0,0 0 0,0-1 0,0 1 0,0-1 0,0 0 0,7 0 0,5-1 0,0 0 0,0-1 0,0 0 0,0-2 0,-1 0 0,1-1 0,-1 0 0,0-2 0,0 0 0,0 0 0,14-10 0,12-7 0,-1-3 0,61-49 0,217-214 0,-316 285 0,1 1 0,-1 0 0,1 0 0,0 0 0,8-5 0,5 2 0,-13 7 0,0-1 0,0 1 0,-1 0 0,1 1 0,0-1 0,-1 1 0,1-1 0,-1 1 0,0 0 0,0 0 0,1 1 0,-1-1 0,-1 1 0,1-1 0,0 1 0,4 5 0,25 21 0,-15-18 0,1-2 0,0 0 0,0-1 0,0-1 0,1-1 0,0-1 0,40 6 0,-21-6 0,0-3 0,0-1 0,51-5 0,-68 2-53,-1-1 0,0-1-1,0-1 1,0 0 0,-1-2 0,35-16 0,-43 18 11,-1-1 0,-1 0 0,1-1 0,-1 0 0,0 0 0,-1-1 0,0 0 0,0 0 0,0-1 0,-1 0 0,-1 0 0,1-1 1,7-16-1,-6 4-109,-1 0 1,0 0-1,-2 0 1,0-1 0,-2 0-1,-1 0 1,0 0 0,-2 0-1,0 0 1,-7-39 0,0 23 45,-1 1 0,-2 0 0,-2 0 1,-2 1-1,-24-49 0,23 56 47,-1 1 1,-2 0-1,-1 1 0,-1 1 0,-1 1 0,-1 1 0,-1 0 0,-41-31 0,68 77 62,0-14-3,1-1 1,-1 1-1,1-1 0,1 0 1,-1-1-1,1 1 0,0-1 1,10 7-1,59 35 0,-73-46 0,37 17-9,0-1 0,1-2 0,1-2 0,0-2-1,71 11 1,-70-15-8,0-2-1,1-2 1,-1-2-1,1-1 0,-1-2 1,0-3-1,0-1 1,81-22-1,-108 22 21,1-1 1,-1 0-1,0-1 1,0-1-1,22-18 1,-28 20-6,-1 0 1,0-1 0,0 0 0,-1 0 0,0-1 0,0 0 0,-1 0 0,0-1-1,7-14 1,-11 20-4,1-1-1,-1 0 0,1 0 0,0 1 1,7-7-1,-5 5-42,-3 4 20,4 23 21,-5-15 22,-1 0 0,0-1 0,0 1 0,0 0 0,-1 0 0,0 0 0,0 0 0,-3 9 0,-21 50 186,5-16-48,-73 169 310,63-155-363,2 1 0,-30 103-1,56-158-92,0 0-1,0 0 1,1 0-1,0 0 1,1 0-1,0 0 1,0 0-1,1 0 1,0 0-1,0 0 1,1-1-1,3 11 1,-2-14-13,-1 0 0,1 0-1,0 0 1,0 0 0,1 0 0,0-1 0,-1 1 0,1-1 0,1 0-1,-1 0 1,1-1 0,-1 1 0,1-1 0,0 0 0,0 0 0,1-1-1,-1 0 1,0 0 0,10 3 0,3-1-17,0 0 0,0-1 0,1-1 0,-1 0 0,1-2 0,0 0 0,-1-1 0,1-1 0,-1 0 0,1-2 0,20-6 0,-17 3-41,0-1-1,0-1 1,-1-1-1,0-1 1,-1-1-1,0-1 1,-1 0-1,27-25 1,-34 25-2,-1 0 1,0 0 0,-1-1-1,-1 0 1,0-1-1,11-25 1,-12 23 6,4-7-32,-2-1 0,0 0 1,-1-1-1,-2 0 0,8-52 0,-13 60 47,-1-1 0,0 1 0,-2 0 0,0-1 0,-1 1-1,-1-1 1,0 1 0,-1 0 0,-8-18 0,8 26 27,-1 0-1,0 1 1,-1-1 0,0 1 0,-1 0-1,0 1 1,0-1 0,0 1 0,-1 1-1,-1-1 1,1 1 0,-1 1 0,0 0-1,-1 0 1,1 1 0,-22-9 0,9 6-40,-1 1 1,0 1-1,-1 1 1,1 0 0,-1 2-1,-44 0 1,82 2 7,0 0 1,27-7-1,-14 3-18,-20 4 31,535-97-2295,-529 95 2283,29-6-166,0-1 0,74-29 0,-109 35 195,0 0 1,0-1-1,-1 0 1,0 0-1,9-8 1,-5 3 0,-9 8 13,1-1-1,-1 1 1,0-1 0,0 1-1,0-1 1,0 1 0,-1-1-1,1 0 1,-1 1-1,1-5 1,0 1-3,-1 3 12,0 0 1,0 0-1,0 0 1,-1 0-1,0 0 1,1 1-1,-1-1 1,0 0-1,-2-4 0,2 4-14,0 1 6,1 0-1,-1 0 0,0 0 1,1 0-1,-1 0 1,0 0-1,0 0 0,-1 0 1,1 1-1,0-1 1,-2-2-1,0 1-5,-4 1 8,-11 3 13,-1 0 1,1 2-1,-1 1 0,1 0 1,0 1-1,0 1 0,-20 10 1,15-6 2,1 1 0,0 2 0,1 0 0,1 1 0,-20 18 0,39-31-10,-1 0 1,1 0-1,0 1 0,0-1 1,-1 0-1,1 0 0,0 1 1,0-1-1,1 1 0,-1-1 1,0 1-1,0-1 0,1 1 1,-1 0-1,1-1 0,-1 1 1,0 2-1,2-2-1,-1-1 1,0 0 0,0 0-1,1 0 1,-1 0-1,0 0 1,1 0 0,-1 0-1,1 0 1,0 0 0,-1 0-1,1 0 1,0 0-1,-1 0 1,1-1 0,0 1-1,0 0 1,0 0-1,1 0 1,4 2-1,0 0-1,0 0 1,0-1-1,0 0 1,0 0-1,0 0 1,8 0-1,41 4-7,58-1-1,-12-1 108,-47-1-104,171 16-61,-170-12 89,-1 3 0,57 17 1,-99-23-32,0 0 1,-1 0-1,1 2 1,-1-1-1,0 1 1,-1 1-1,0 0 1,0 0-1,10 11 1,-14-13 2,-1 1 0,0 0 1,-1 0-1,1 0 1,-1 1-1,-1 0 0,1 0 1,-1 0-1,0 0 0,0 0 1,-1 1-1,0-1 0,-1 1 1,0-1-1,1 12 1,-2 12-3,-2 0 0,-1 0 0,-8 33 0,5-36 8,1 1-1,2 0 1,1 55 0,2-81-3,0 0 0,1 0 0,0 1 0,-1-1 0,1 0-1,1 0 1,-1 0 0,0 0 0,1 0 0,-1-1 0,1 1 0,0 0 0,0-1 0,0 1 0,4 3 0,-1-2-3,0 0-1,0-1 1,0 0 0,0 0 0,0 0-1,1-1 1,-1 0 0,8 2 0,2 0 13,0-1 1,0-1 0,1 0-1,-1-1 1,0-1-1,17-1 1,-9-2-4,1-1 0,-1 0 1,0-2-1,0-1 0,0-1 0,-1-1 0,-1 0 1,1-2-1,-1-1 0,-1 0 0,0-1 1,-1-2-1,-1 0 0,0 0 0,-1-2 0,-1 0 1,19-26-1,19-42 58,-20 27-78,-28 48 25,-1 1 0,0-1 0,-1 0 1,5-15-1,7-17-20,16-16-84,-30 55 49,0-1 132,4-14-115,-4 13 2,-2 1 6,-3-8 32,1 1 1,-2-1-1,1 1 0,-1-1 0,-9-15 1,2-1 96,2 0 0,0 0 0,3-1 0,0 0 0,-3-53 0,8 26 259,2 1-1,13-91 0,-7 90 116,-2 0-1,-3-69 0,-2 122-444,0 0 1,0 0-1,-1 0 0,0 0 0,1 0 1,-1 0-1,0 0 0,0 1 0,-1-1 0,1 0 1,-1 0-1,1 1 0,-4-4 0,5 5-23,-1 0-1,0 1 0,0-1 0,0 0 1,1 1-1,-1-1 0,0 1 1,0-1-1,0 1 0,0 0 0,0-1 1,0 1-1,0 0 0,0 0 0,0 0 1,0-1-1,0 1 0,0 0 1,0 0-1,0 0 0,0 1 0,0-1 1,0 0-1,0 0 0,0 0 0,0 1 1,1-1-1,-1 1 0,0-1 1,0 1-1,0-1 0,0 1 0,0-1 1,1 1-1,-1 0 0,0-1 0,0 2 1,-5 3 97,1 1 0,0 0 0,1 0 0,-1 0 0,1 0 0,1 0 0,-1 1 0,-4 12 0,-15 62 822,16-53-661,-116 369 708,-24-6-449,131-350-536,-101 269 0,25 6 0,86-290 0,1 0 0,2 1 0,0-1 0,2 1 0,4 51 0,-2-67 0,1 0 0,0 0 0,1 0 0,1 0 0,-1 0 0,2-1 0,-1 1 0,1-1 0,1 0 0,0-1 0,0 1 0,1-1 0,0-1 0,1 1 0,0-1 0,13 10 0,-9-9-80,1-1 0,0 0 0,0-1 1,1-1-1,0 0 0,0-1 0,0 0 0,1-1 0,-1-1 0,1 0 1,20 0-1,-6-2-182,1-1 0,-1-1 0,0-2 0,55-12 0,-41 3-188,1-1-1,-2-2 0,69-36 0,-78 35 211,37-19-288,-2-3 0,-2-3-1,112-92 1,-130 93 338,-1-1 0,-3-2-1,43-54 1,-67 73 166,-1-2 1,-1 0-1,-2-1 1,0-1-1,-2 0 0,-1-1 1,16-56-1,-27 81 55,-1 0 0,0 0 1,-1 0-1,1 0 0,-1 0 0,0-1 0,0 1 1,0 0-1,0 0 0,-1 0 0,0 0 0,0 0 1,0 0-1,0 0 0,0 0 0,-1 0 0,0 1 1,0-1-1,0 0 0,0 1 0,0-1 0,-1 1 1,0 0-1,1 0 0,-1 0 0,0 0 0,-1 1 1,1-1-1,0 1 0,-1 0 0,1 0 0,-8-3 1,3 1 29,-1 1 1,1 1-1,-1 0 1,0 0 0,0 0-1,0 1 1,0 1-1,0-1 1,0 2 0,0-1-1,0 1 1,0 0-1,0 1 1,-9 3-1,-2 3 39,-1 1 0,1 0 0,1 2 0,0 0-1,1 2 1,0 0 0,0 0 0,2 2 0,0 0-1,-23 28 1,9-5 10,2 1 0,1 1 0,-37 78 0,58-106-117,1 0 1,0 0-1,1 0 1,0 0-1,1 1 1,-4 23-1,7-32-45,0-1-1,0 1 1,0 0 0,0-1-1,1 1 1,-1 0-1,1-1 1,0 1-1,0-1 1,0 1-1,1-1 1,-1 0-1,1 1 1,0-1-1,0 0 1,0 0-1,0 0 1,0 0-1,1 0 1,-1-1-1,1 1 1,0-1 0,0 0-1,0 1 1,0-1-1,0-1 1,7 4-1,-3-2-29,0-1 0,0 0 0,0-1 0,1 0 0,-1 0 1,1 0-1,-1-1 0,1 0 0,-1-1 0,0 0 0,1 0 0,-1 0 0,0-1 0,0 0 0,0 0 0,0-1 0,9-4 0,3-3-34,0 0-1,-1-1 1,0-1 0,30-27-1,-19 10 201,-1 0 1,-1-2-1,-2-1 0,-1-1 0,27-52 0,79-188 1363,-84 165-932,115-242 2686,-154 338-2993,-5 9-65,-1-1-1,2 0 0,-1 1 0,0-1 0,1 1 0,0 0 0,4-5 1,-13 46 298,-3-2-441,-1 0 0,-2 0 0,-25 51 0,-63 103 0,80-155 0,-45 80-538,-60 111-2555,103-178 1936,1 0 0,-26 99 1,44-137 310,1 0 1,1 1-1,0-1 1,0 0-1,1 1 1,0-1-1,1 1 1,0-1-1,1 0 1,0 1-1,0-1 1,8 18-1,27 43-10844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1:36.26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34 420 8545,'28'-37'2360,"-27"35"-2139,0 1 1,0-1-1,0 0 0,0 1 1,-1-1-1,1 0 1,0 1-1,-1-1 0,0 0 1,1 0-1,-1 0 0,0 1 1,0-1-1,0 0 0,0 0 1,0 0-1,-1 0 1,1 1-1,-1-3 0,0 2-28,1 1-1,0 0 0,-1 0 0,1-1 1,0 1-1,0 0 0,0-1 0,0 1 0,0 0 1,0-1-1,0 1 0,1 0 0,-1-1 1,0 1-1,1 0 0,-1 0 0,1-1 1,-1 1-1,2-2 0,-1 2 100,0-1-1,-1 1 1,1-1-1,0 1 1,-1-1 0,0 0-1,1 1 1,-1-1-1,0 1 1,0-1 0,0 0-1,0 1 1,0-1-1,0 1 1,0-1-1,0 0 1,-1 1 0,1-1-1,-1 1 1,1-1-1,-1 1 1,0-1 0,1 1-1,-3-3 1,1 0 5524,1 9-5392,-52 297-349,46-243-79,3 1 1,3 0-1,7 71 0,-5-118 4,1 0 0,0 0 0,1 0 0,0-1 0,1 1 0,1-1 0,0 0 0,1 0 0,0 0 0,0-1 0,1 0 0,1 0 0,0-1 0,0 0 0,1 0 0,0-1 0,1 0 0,0 0 0,0-1 0,1-1 0,0 0 0,1 0 0,-1-1 0,1-1 0,0 0 0,20 6 0,-11-7 0,-1 0 0,1-1 0,1-1 0,-1-1 0,0-1 0,0-1 0,0-1 0,0-1 0,0 0 0,0-2 0,0 0 0,-1-2 0,0 0 0,0-1 0,-1-1 0,0-1 0,-1 0 0,0-2 0,-1 0 0,0-1 0,0 0 0,-2-2 0,17-18 0,-7 2 0,-2-1 0,-1-2 0,29-57 0,38-117 0,-41 89 0,-38 99 0,-2 10 0,-2 13 0,-1 15 0,-5-17 0,9 93 0,4 27 0,-10-100 0,2 1 0,0-1 0,2-1 0,0 1 0,11 21 0,-13-33 0,0 0 0,1-1 0,-1 1 0,2-1 0,-1-1 0,1 1 0,0-1 0,1 0 0,0-1 0,0 1 0,0-2 0,1 1 0,11 5 0,-7-5 0,1-1 0,0 0 0,1-1 0,-1 0 0,1-1 0,-1-1 0,1 0 0,0-1 0,0-1 0,0 0 0,0-1 0,0-1 0,-1 0 0,1-1 0,-1 0 0,27-11 0,-21 5 0,0 0 0,0-2 0,-2 0 0,1-1 0,-1-1 0,-1-1 0,-1 0 0,0-1 0,0-1 0,22-31 0,-2-7 0,-2-1 0,-3-2 0,-2-1 0,-3-1 0,-3-1 0,-2-1 0,-3-1 0,-2-1 0,11-99 0,-24 125 0,-3 27 0,1 0 0,0 0 0,5-19 0,-6 29 0,0 0 0,1 0 0,-1 1 0,0-1 0,0 0 0,0 0 0,0 0 0,0 0 0,1 0 0,-1 0 0,0 1 0,0-1 0,0 0 0,0 0 0,1 0 0,-1 0 0,0 0 0,0 0 0,0 0 0,1 0 0,-1 0 0,0 0 0,0 0 0,0 0 0,1 0 0,-1 0 0,0 0 0,0 0 0,0 0 0,0 0 0,1 0 0,-1 0 0,0 0 0,0 0 0,0 0 0,1 0 0,-1-1 0,0 1 0,0 0 0,0 0 0,0 0 0,0 0 0,1 0 0,-1 0 0,0-1 0,0 1 0,0 0 0,0 0 0,0 0 0,0 0 0,0-1 0,0 1 0,1 0 0,-1 0 0,0 0 0,0-1 0,5 18 0,-5-16 0,84 321 0,-66-262 0,-3 1 0,-2 0 0,7 101 0,-19-139 0,-1 1 0,-1-1 0,-1 0 0,-1 0 0,-1 0 0,-1 0 0,-1 0 0,-1-1 0,-1 0 0,-1-1 0,-1 1 0,-1-2 0,-13 21 0,2-13 0,0-1 0,-1-1 0,-2-1 0,0-1 0,-30 20 0,-149 91 0,110-89 0,6-4 0,284-135-828,-123 61 603,151-65-329,217-105-333,-371 164 772,-3-2 0,106-84 0,-137 93 77,-1-1 1,-2-2-1,-1-1 0,-1-2 1,45-72-1,12-51-34,-78 137 65,0 0 0,-1-1 0,-1 0 0,-2-1-1,4-26 1,-10 50 8,1-6 8,0-1 0,0 0-1,-1 0 1,-1-12 0,1 19-6,0 0 0,-1 0 1,1 0-1,0 0 0,0 0 0,-1 0 1,1 0-1,-1-1 0,1 1 0,-1 0 1,1 0-1,-1 1 0,0-1 0,1 0 1,-1 0-1,0 0 0,0 0 0,1 0 1,-1 1-1,0-1 0,0 0 0,0 1 1,0-1-1,0 1 0,0-1 0,0 1 1,0 0-1,0-1 0,0 1 0,-1 0 1,1 0-1,0-1 0,0 1 0,0 0 1,0 0-1,0 0 0,0 0 0,-2 1 1,-6 1 14,0 0 0,-1 1 0,1 0 0,1 1 0,-1 0 0,0 0 0,1 1 0,0 0 0,-10 9 0,-5 4 139,-38 40 0,20-14-30,3 2-1,1 2 1,2 1-1,3 2 0,2 1 1,-33 76-1,55-106-98,0 0-1,1 1 1,1 0-1,2 0 0,-4 33 1,8-46-19,-1 0 1,1 1-1,1-1 0,0 0 1,1 0-1,0 0 0,0 0 1,1 0-1,0 0 0,1-1 1,0 0-1,0 1 0,1-1 1,12 16-1,-6-13-18,0 0 0,1-1 1,1 0-1,0-1 0,0-1 1,1 0-1,0-1 0,29 13 1,-8-7-107,2-1 1,62 12 0,-28-12-578,1-3 0,0-3 0,142-6 0,-105-10-3983,208-44 0,-216 31-1491,-3 1-3588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1:37.84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1102 8721,'6'15'11954,"-5"-12"-11392,0-2-473,0 1 0,1 0 1,-1-1-1,0 1 1,0-1-1,1 1 0,-1-1 1,1 0-1,-1 0 1,1 1-1,-1-1 1,1 0-1,0 0 0,0-1 1,-1 1-1,1 0 1,0 0-1,0-1 0,0 1 1,0-1-1,0 0 1,0 0-1,0 1 0,0-1 1,0 0-1,0-1 1,0 1-1,0 0 0,0-1 1,0 1-1,-1-1 1,1 1-1,3-2 0,6-2 83,-1 0 0,0-1 0,0 0 0,-1 0 0,14-11 0,13-15 720,0-3 0,-3 0 1,43-58-1,-63 76-689,111-155 1389,-68 91-1071,26-42-3,-5-4 0,76-171-1,-118 224-491,-23 49-28,-32 63-1,-117 204 3,-14 30 0,130-230 0,-4 2 0,3 1 0,2 1 0,2 1 0,-18 76 0,34-116 1,1-1-1,0 1 1,1-1 0,0 1-1,0-1 1,0 1-1,1-1 1,0 1 0,1-1-1,-1 0 1,1 1 0,1-1-1,-1 0 1,1 0-1,1-1 1,6 12 0,-4-11-5,-1-1 1,1 0-1,1 0 0,-1 0 1,1-1-1,0 1 1,0-2-1,0 1 1,1-1-1,0 0 1,0-1-1,0 0 0,0 0 1,11 2-1,1-1-79,0-1-1,-1-1 1,1-1-1,0-1 1,0-1-1,0 0 0,0-1 1,-1-2-1,24-6 1,-8 0-37,-1-1 0,-1-2-1,0-2 1,39-22 0,-31 10 2,-1-1-1,-2-2 0,-1-2 1,-1-1-1,-2-2 1,-1-1-1,44-64 0,-75 98 100,-1 0-1,1 0 0,-1 0 1,0 0-1,1 0 0,-1 0 0,0-1 1,0 1-1,0 0 0,-1-1 0,1 1 1,-1-1-1,1 1 0,-1-1 0,0 1 1,0-1-1,0 1 0,0-1 0,0 1 1,0-1-1,-1 1 0,0-1 1,1 1-1,-1 0 0,0-1 0,-1-2 1,0 4-5,0-1 1,0 0 0,0 1 0,0-1 0,0 1 0,0-1 0,0 1 0,0 0-1,-1 0 1,1 0 0,0 0 0,-1 1 0,1-1 0,-1 1 0,1-1 0,-1 1-1,1 0 1,-1 0 0,1 0 0,-1 0 0,1 0 0,-1 1 0,1-1 0,0 1-1,-4 1 1,-9 2-170,-1 1 0,1 1 0,0 1 0,0 0 0,-18 12 0,-70 53-1384,61-40 977,18-15-135,1 1 0,1 1 0,-38 42 0,58-59 666,1 0-1,-1-1 1,1 1-1,-1 0 0,1 1 1,0-1-1,0 0 1,0 0-1,0 0 1,0 1-1,0-1 1,1 1-1,-1-1 1,1 0-1,-1 1 1,1 4-1,1-5 51,-1-1 0,1 1-1,-1-1 1,1 1 0,0-1 0,-1 0-1,1 1 1,0-1 0,0 0 0,0 0 0,0 1-1,0-1 1,0 0 0,1 0 0,-1 0-1,0 0 1,0-1 0,1 1 0,1 1 0,7 2 87,0-1 1,0 0 0,0-1 0,0 0 0,19 1 0,-23-2-11,38 1 746,1-2 1,-1-3 0,0 0-1,-1-3 1,44-12-1,-45 9-245,0-2-1,56-24 1,-49 16-490,0-2 0,-2-3 0,0-1 0,-1-3 0,-2-2 0,-1-1 0,-2-2 0,-1-2 0,-2-2 0,47-57 0,-40 35-79,116-133 1194,-161 191-1165,1 0 0,0 1 0,0-1 0,-1 0-1,1 0 1,0 0 0,0 0 0,0 1-1,0-1 1,0 0 0,0 1 0,0-1 0,0 1-1,0-1 1,0 1 0,0-1 0,0 1-1,0 0 1,0 0 0,0-1 0,1 1-1,-1 0 1,0 0 0,0 0 0,0 0 0,2 1-1,-2 0 1,0 0 0,1 0 0,-2 0 0,1 0 0,0 0 0,0 0-1,0 1 1,0-1 0,-1 0 0,1 1 0,-1-1 0,1 0 0,-1 1-1,1-1 1,-1 1 0,0-1 0,1 3 0,0 11 65,0 0 0,-3 28 0,2-41-84,-19 341 542,16-279-965,-3 0 0,-2-1 0,-4 0 0,-33 109 0,38-152 70,2-5-40,0 0 0,-1-1 0,0 1 0,-11 17 0,13-27 273,0-1-1,1 1 1,-2-1 0,1 0-1,0 0 1,-1 0-1,0-1 1,1 1 0,-1-1-1,-1 0 1,1-1 0,0 1-1,-1-1 1,1 0-1,-7 1 1,2-1-15,0-1-1,1 0 1,-1 0 0,-11-2-1,8 1-2,12 0 127,0 0 1,0 0 0,0 0-1,0 0 1,0 0-1,0-1 1,0 1 0,0 0-1,0 0 1,0-1 0,0 1-1,0-1 1,0 1 0,0-1-1,0 1 1,1-1-1,-1 1 1,0-1 0,0 0-1,1 1 1,-1-1 0,0 0-1,1 0 1,-1 0 0,1 1-1,-1-1 1,1 0 0,-1 0-1,1 0 1,-1 0-1,1 0 1,0 0 0,0 0-1,0 0 1,-1 0 0,1 0-1,0 0 1,0 0 0,0 0-1,0 0 1,1 0 0,-1 0-1,0 0 1,0 0-1,1 0 1,-1 0 0,0 0-1,1 0 1,-1 0 0,1 0-1,0-1 1,18-15-15,0 0 0,0 2 0,2 0 1,0 1-1,0 1 0,27-12 0,20-12-54,55-37 275,-3-6 0,205-178 1,-279 215-38,154-154 1186,-166 159-833,-1-1 0,-2-1 0,35-63 0,-63 98-465,-1 0 0,1 0 0,-1 0 1,-1 0-1,1 0 0,-1 0 0,0 0 1,0-1-1,0 1 0,-1 0 0,0-1 0,0-5 1,0 9-40,-1 0 0,1 0 0,-1 0 0,1 0 0,-1 0 0,0 0 0,1 1 0,-1-1 0,0 0 0,0 0-1,0 1 1,0-1 0,-1 1 0,1-1 0,0 1 0,-1-1 0,1 1 0,-1 0 0,1 0 0,-1 0 0,0 0 0,0 0 0,1 0 0,-1 0 0,0 0 0,0 1 0,0-1 0,0 1 0,0-1 0,0 1 0,1 0 0,-1 0 0,-3 0 0,-7 0 9,-1 1 0,1 1 0,-1 0 0,1 1 0,0 0 0,0 1 0,0 0 0,0 1 0,1 0 0,0 1 0,0 0 0,0 1 0,1 0-1,0 0 1,-12 13 0,0 0 5,1 2-1,1 0 1,1 1-1,2 1 1,-23 38-1,24-33-3,0 1 1,2 0-1,1 1 0,-16 63 1,26-80-35,0 0 0,1 1 0,1-1 1,0 0-1,1 1 0,1-1 0,0 0 1,1 0-1,0 1 0,2-1 0,-1-1 1,1 1-1,1 0 0,8 13 0,-8-17-23,0 0 0,1-1 0,0 0 0,0-1 0,1 0 0,0 1 0,1-2 0,0 1 0,0-1 0,1-1 0,-1 0 0,1 0 0,1 0 0,-1-1 0,1 0 0,0-1 0,0 0 0,0-1 0,1 0 0,-1-1 0,1 0 0,21 1 0,-16-2 28,1-1 0,0-1 0,-1-1 0,1 0 0,-1-1 0,1-1 0,-1 0 0,0-1 0,0-1 0,-1-1-1,0 0 1,0-1 0,-1 0 0,26-20 0,2-9 140,-1-2-1,-2-1 0,40-53 0,46-49 64,-113 129-161,18-17 158,58-44-1,-76 64-146,2 0-1,-1 1 1,1 1-1,0 0 1,26-9-1,-35 16-26,-1-1 0,1 1 0,1 0 0,-1 0 0,0 0 0,0 1 0,0 0 0,0 0 0,1 0 0,-1 0 0,0 1 0,0 0 0,0 0 0,0 1 0,0-1 0,0 1 0,0 0 0,-1 0 0,1 1-1,-1-1 1,8 7 0,-6-4 14,0 0 0,-1 0 0,0 0 0,0 1 0,0 0 0,-1 0 0,0 0 0,0 1 0,-1-1 0,1 1 0,-1 0 0,3 13 0,-3-9 30,-1 0 0,-1 0 1,0 0-1,-1 0 0,0 1 0,0-1 0,-5 21 0,-1-6 92,-1-1 0,-1 1 0,-1-1 0,-2-1 0,0 0 0,-24 35 0,-4-3 17,-3-3-1,-2-1 1,-3-3-1,-1-1 1,-63 46-1,106-90-173,-16 12-630,0 1 1,1 1-1,1 1 0,1 1 1,1 0-1,-16 25 1,32-43-1651,14 6-8172,-9-4 8070,15 11-7808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1:37.98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 54 13221,'-20'-33'7425,"40"30"-7745,-3 3-816,-7-18-15070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05.46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710 910 8229,'32'-16'1462,"39"-24"0,-60 32-809,-1 0-1,1 0 0,-1-1 0,-1 0 1,0-1-1,0 0 0,9-14 0,-2-1 281,-1-1-1,-2-1 0,0 0 0,-2-1 0,-1 0 0,-1 0 0,-1-1 0,6-52 0,-8 32 413,-2-87-1,-5 110-1015,-1 1-1,-2-1 0,0 1 0,-2-1 0,-9-27 0,12 47-257,1 0 0,0 0 0,-1 1 0,0-1 0,-1 1 0,1-1 0,-1 1 0,0 1 0,0-1 0,-1 0 0,1 1 0,-1 0 0,0 0 0,0 0 0,0 1 0,-8-4 0,5 4 16,-1 0-1,1 0 1,-1 1-1,0 0 1,0 0-1,0 1 0,0 0 1,0 1-1,-1 0 1,-9 2-1,-13 3 101,1 1 0,0 2 0,0 1-1,0 2 1,-36 18 0,21-7-172,1 1-1,1 3 1,1 2-1,1 2 1,-38 36 0,49-38-18,2 2 1,1 1-1,1 1 1,2 1-1,1 1 1,-31 61-1,44-72 3,1 0 0,1 1 0,1 1 0,1-1 0,2 1 0,0 0 0,2 1 0,0-1 0,2 1 0,1-1 0,1 1 0,1-1 0,1 0 0,1 1 0,2-1 0,0-1 0,2 1 0,12 27 0,7 3 0,2-2 0,3-1 0,2-1 0,2-2 0,2-1 0,2-2 0,62 54 0,344 254 0,-379-306 0,152 122 0,-210-162-22,0 1 0,0 0 1,-1 0-1,0 1 0,-1 0 0,0 1 0,6 12 0,-12-20-1,1 1-1,-1-1 0,0 0 0,0 1 0,0-1 0,0 1 0,-1 0 0,0-1 0,1 1 0,-1-1 0,-1 1 0,1 0 0,0-1 0,-1 1 0,0-1 0,0 1 0,0-1 0,0 1 0,0-1 0,-1 0 0,1 1 0,-1-1 0,0 0 0,0 0 0,0 0 0,-1-1 0,-4 6 0,-1-1-249,-1 0 1,1-1-1,-1 0 1,-1-1-1,1 0 0,-1 0 1,0-1-1,0 0 1,0-1-1,-11 2 1,-20 4-1215,-50 3 0,85-12 1314,-34 4-1311,0-2 1,0-2 0,-45-6 0,46 0-2559,-55-14-1,34 2-4731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06.42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110 2787 8145,'3'6'1349,"5"14"1829,-8-19-3004,0 0 0,-1 0-1,1 0 1,-1-1 0,1 1 0,-1 0 0,1-1-1,-1 1 1,1 0 0,-1-1 0,0 1 0,1 0 0,-1-1-1,0 1 1,1-1 0,-1 1 0,0-1 0,0 0-1,1 1 1,-1-1 0,0 0 0,0 0 0,0 1 0,0-1-1,1 0 1,-1 0 0,0 0 0,0 0 0,0 0-1,-1 0 1,-37 2 2991,35-2-1667,-20 3 1124,-2-3-628,20-33-112,8 20-1688,0 0 0,0 0 0,1 1 0,1-1 0,7-17 0,0-1-43,42-114 192,78-155 0,-39 100-324,152-428-555,-204 498 365,-6-1 0,34-266 0,-52 128 4,-16 203 118,-3-1-1,-12-67 1,11 111 33,0 1 0,-2 0 0,0 0-1,-11-23 1,16 41 14,-1-1-1,0 1 0,0 0 0,-1 0 0,1 0 0,-1 0 0,0 0 0,0 1 0,0-1 0,0 1 0,-1 0 1,1 0-1,-1 0 0,0 0 0,0 1 0,0-1 0,0 1 0,-1 0 0,1 0 0,0 1 0,-1-1 1,1 1-1,-1 0 0,0 0 0,1 1 0,-6-1 0,4 2 2,0 0 1,0 0-1,0 1 1,0 0-1,0 0 1,0 0-1,1 1 1,-1-1-1,1 2 0,0-1 1,0 0-1,0 1 1,0 0-1,1 0 1,-1 0-1,-4 7 1,-8 9 46,2 1 0,-20 32 0,10-8 76,2 1-1,2 1 1,-29 95-1,25-46 107,-14 108 0,15-16-31,8 1 0,9 1 0,20 234 0,-7-353-224,3 0 0,4-1 1,2 0-1,3-1 0,4-1 0,50 111 0,-55-145-171,2 0 0,1-1-1,1-1 1,2-1-1,1-1 1,2-1-1,0-2 1,2 0-1,1-2 1,1-1-1,1-1 1,2-2 0,-1-1-1,38 16 1,-26-18-70,0-2 0,1-2 1,1-2-1,0-1 1,0-3-1,1-2 1,0-2-1,0-2 1,1-2-1,-1-2 0,0-2 1,0-2-1,48-13 1,-45 5 99,-1-1 0,-1-3 0,0-1 0,-2-3-1,0-2 1,-1-1 0,-2-3 0,-1-1 0,-1-3 0,-2-1 0,66-71 0,-49 38 37,76-121 0,26-85 475,-130 219 423,-2 0 0,34-97 0,-58 135 72,-6 13 283,-13 19 73,10-8-928,0 1 0,2 0 0,-1 0 0,1 0 0,1 1 0,-1 0 0,-2 13 0,-17 89 1082,18-78-965,-38 206 325,34-187-792,-5 110 1,14-144-454,1 1 1,1-1 0,1 1 0,1-1-1,10 36 1,-10-46-446,1-1-1,0 1 0,1 0 1,10 15-1,-10-18-575,1 0 0,-1-1 0,1 1 0,1-1 0,-1 0 0,9 5 0,18 8-9042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06.5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 43 12805,'-10'-12'2124,"-3"3"3333,30-3-4837,-4 3-388,10 15-636,24 9-644,0 6-788,0 0-877,7 9-1703,3 10-3421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07.05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10597,'0'0'11470,"1"3"-10201,5 16-772,-2 1 1,0 0-1,-2 0 0,0 0 1,-1 0-1,-2 22 0,1-6-171,5 36 0,1 3-72,-5-44-156,2-1 0,9 39 0,-10-61-94,0 0 0,0 0 0,1 0 0,1 0 0,-1-1 0,1 1 0,1-1 0,-1 0 0,1-1 0,0 1 1,1-1-1,-1 0 0,7 6 0,-7-10-1,1 1 1,-1-1-1,0 0 1,0 0-1,1-1 0,-1 0 1,1 0-1,-1 0 1,1 0-1,-1-1 0,1 0 1,0 0-1,-1-1 1,1 1-1,6-3 0,-7 2 0,12-2 8,0 0 0,-1-2-1,1 0 1,-1-1 0,0 0-1,26-16 1,85-62 109,-102 66-53,-17 13-43,194-132 744,-157 110-386,1 1 0,79-30 0,-104 48-236,0 2 0,1 0 0,-1 2 0,1 0 0,28-1 0,-36 5-82,0 0 1,0 1-1,0 1 1,0 0 0,0 0-1,0 2 1,-1 0-1,0 0 1,16 8-1,183 99 348,-193-101-480,1-2 0,0-1 1,0 0-1,30 5 0,-26-6-23,-12-3 45,0-1 1,0 0-1,1-1 0,-1 0 0,0-1 0,1 0 1,-1-1-1,1-1 0,-1 0 0,0 0 0,0-1 1,0-1-1,0 0 0,-1-1 0,13-6 0,-16 7 31,0-1 0,0-1 0,-1 1 0,0-1 0,0-1 0,0 1-1,-1-1 1,0 0 0,0 0 0,-1-1 0,0 0 0,0 0-1,0 0 1,-1-1 0,-1 1 0,1-1 0,-2 0 0,4-12-1,-6 17 36,1 0-1,-1 0 1,1 0-1,-1 0 1,0-1-1,-1 1 0,1 0 1,-1 0-1,1 0 1,-1 0-1,-1 0 0,1 0 1,0 0-1,-1 0 1,0 0-1,0 1 0,0-1 1,-4-4-1,4 6 22,0 0 0,0 0 0,0 0 0,0 0 0,-1 1 0,1-1-1,-1 1 1,1 0 0,-1-1 0,1 1 0,-1 0 0,0 0 0,0 1 0,1-1 0,-1 1-1,0-1 1,0 1 0,0 0 0,0 0 0,1 0 0,-1 0 0,0 1 0,0-1 0,0 1 0,1 0-1,-6 1 1,-7 5-10,0 0-1,0 1 1,1 0 0,0 2-1,0-1 1,1 2-1,1-1 1,-1 2-1,2 0 1,0 0 0,-14 19-1,10-9-14,1-1 1,1 2-1,1 0 0,1 0 0,1 1 1,-12 44-1,20-60-95,0 1 1,1 0-1,0-1 1,0 1-1,1 0 1,0 0-1,0 0 1,1 0-1,0-1 0,1 1 1,0 0-1,6 16 1,-3-15-173,0-1 0,1 1 0,-1-1 0,2 0-1,0 0 1,0-1 0,0 1 0,1-2 0,11 10 0,6 0-630,0 0-1,1-2 0,0-1 1,1-1-1,1-2 1,54 16-1,63 9-6635,19-2-5046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07.89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387 232 9249,'72'-78'2425,"-70"76"-2253,0-1 0,-1 0 0,1 1 0,-1-1 1,0 0-1,1 0 0,-1 0 0,-1 0 0,1 0 0,0 0 1,-1 0-1,1-1 0,-1 1 0,0 0 0,0 0 1,0 0-1,-1 0 0,1 0 0,-1 0 0,-1-5 0,0-2 484,-5-51 4995,7 59-5518,-1 1 0,0 0 0,0 0 0,0 0 0,1 0 1,-1 1-1,0-1 0,0 0 0,-1 0 0,1 0 0,0 1 0,0-1 0,0 1 0,0-1 0,0 1 0,-1-1 1,1 1-1,0 0 0,0-1 0,-1 1 0,1 0 0,0 0 0,-1 0 0,1 0 0,0 0 0,-1 0 0,1 0 1,-2 1-1,-2 4 53,0 0 1,0 0-1,1 0 1,0 1 0,0 0-1,0-1 1,-5 12-1,-4 4 172,-237 427 3365,224-395-3510,3 2 0,-23 77 0,38-100-138,0-1 1,3 2-1,0-1 1,3 0-1,1 63 0,2-86-62,0 0-1,1 0 0,0-1 0,0 1 1,1-1-1,0 1 0,0-1 1,1 0-1,0 0 0,1 0 0,-1-1 1,1 1-1,1-1 0,0 0 1,0-1-1,0 1 0,1-1 0,-1-1 1,2 1-1,-1-1 0,0 0 1,1-1-1,16 7 0,5 1-2,2-2 1,0-2-1,0 0 0,0-2 1,45 3-1,103 2 44,29 4-35,-172-10-50,1 1-1,-1 2 0,56 20 1,-83-24 26,0 0 0,-1 0 1,1 0-1,-1 1 1,0 1-1,-1-1 0,1 1 1,6 8-1,-12-13 3,-1 1-1,0 0 1,0 0 0,0-1-1,0 1 1,0 0-1,0 0 1,0 0 0,-1 0-1,1 0 1,-1 0-1,1 0 1,-1 1 0,0-1-1,0 0 1,0 0-1,0 0 1,0 0 0,0 0-1,-1 0 1,1 1-1,-1-1 1,1 0 0,-3 3-1,1 1-9,-1 0 0,0-1 0,0 1 1,-1 0-1,1-1 0,-7 7 0,2-4 8,-1 0 1,0-1-1,0 0 0,-1 0 1,0-1-1,-16 8 1,-68 24-37,33-17-446,0-2 1,-1-3-1,-1-2 1,-98 7-1,158-20 360,0-1-1,1 0 1,-1 0-1,0 1 1,1-1-1,-1-1 1,0 1 0,1 0-1,-1-1 1,0 1-1,1-1 1,-1 0-1,-3-2 1,6 3 78,0-1 0,0 0-1,0 1 1,0-1 0,0 0 0,1 0-1,-1 1 1,0-1 0,0 0 0,1 1 0,-1-1-1,0 0 1,1 1 0,-1-1 0,0 1 0,1-1-1,-1 1 1,1-1 0,-1 0 0,1 1 0,-1 0-1,1-1 1,0 1 0,-1-1 0,1 1 0,-1 0-1,1-1 1,0 1 0,-1 0 0,2-1-1,17-9-662,-1 1-1,30-10 0,98-35-1279,-1-5 0,144-85-1,-151 67 1288,339-207 752,-466 277 73,-1 0 1,1-1-1,-1 0 0,-1 0 1,1-1-1,9-14 1,-17 21 391,-1 4-388,1 2-107,-1 0 0,1 0-1,0-1 1,0 1-1,0-1 1,1 0-1,-1 0 1,1 0 0,0 0-1,0 0 1,0 0-1,0-1 1,0 1-1,0-1 1,1 0-1,-1 0 1,1 0 0,0-1-1,-1 1 1,1-1-1,0 0 1,8 2-1,0-1 170,1 0 0,-1 0 0,1-1 0,20-1 0,-28-1-4,1 0 1,-1 0-1,1 0 0,-1-1 1,1 0-1,-1 0 0,0 0 1,0-1-1,0 1 0,0-1 1,-1 0-1,1-1 0,4-3 0,-6 4 122,1-1-1,-1 1 1,0 0-1,0-1 1,-1 1-1,1-1 1,-1 0-1,0 0 1,0 0-1,0 0 1,1-5-1,-2 7 113,2 27 358,11 108-67,26 463 887,-41-524-1550,-3 0 0,-3-1-1,-3 0 1,-4 0-1,-2-1 1,-35 90 0,9-65-443,-4-2-1,-4-2 1,-119 162 0,124-194-70,-2-2 0,-3-2 0,-2-2 1,-2-3-1,-2-2 0,-117 75 0,147-107 224,-54 23 1,70-35 221,-1 0 1,1-1 0,-1 0 0,0-1 0,1 0-1,-1-1 1,0 0 0,-16-1 0,25 0 41,-1 0 1,1 0-1,-1 0 1,1-1-1,0 1 1,-1-1-1,1 0 0,0 1 1,-1-1-1,1 0 1,0 0-1,0 0 1,0-1-1,0 1 1,0 0-1,0-1 0,0 1 1,0-1-1,0 0 1,1 0-1,-1 0 1,1 1-1,-1-1 0,1-1 1,0 1-1,0 0 1,0 0-1,0 0 1,0-1-1,0 1 0,1 0 1,-1-1-1,1 1 1,0-1-1,-1 1 1,1-4-1,1-4 73,0 0 0,1 0-1,0 0 1,0 0 0,1 0 0,0 1-1,8-16 1,9-13 68,1 0 0,1 2 0,3 0 0,30-34 0,128-127 251,37-17-755,9 10 1,294-200-1,-320 259-1027,19-12-2576,-77 59-4399,-87 62-1722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08.91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1212 7061,'5'12'728,"-3"-7"139,0 1-1,1-1 1,-1 0-1,1 1 1,0-1-1,1-1 1,7 10-1,-8-11-459,-1 1-1,0 0 0,1 0 0,-1-1 1,-1 1-1,1 0 0,0 1 0,-1-1 1,1 8-1,3 3 680,11 25 2177,-16-39-3143,0 0 1,0 0-1,0 0 0,0 0 0,0 0 0,0 0 0,0 0 0,0 1 0,0-1 0,0 0 0,-1 0 0,1 0 0,0 0 0,-1 0 0,1 0 0,-2 1 0,1 2 226,-3 17 6282,6-23-6101,19-26-490,-1 0 0,27-52 0,1 0-56,-45 75 19,236-378 0,-175 269 0,71-176 0,-99 201 0,-4-2 0,20-95 0,-52 184 0,1-1 0,-1 1 0,0 0 0,1-1 0,-1 1 0,0 0 0,-1-1 0,1 1 0,0 0 0,-1-1 0,1 1 0,-2-3 0,2 5 0,0-1 0,-1 0 0,1 0 0,-1 1 0,1-1 0,-1 1 0,1-1 0,-1 0 0,0 1 0,1-1 0,-1 1 0,0-1 0,1 1 0,-1 0 0,0-1 0,1 1 0,-1 0 0,0-1 0,0 1 0,1 0 0,-1 0 0,0 0 0,0-1 0,-1 1 0,-2 1 0,0 0 0,0 0 0,0 1 0,0-1 0,0 1 0,0-1 0,0 1 0,1 1 0,-1-1 0,1 0 0,-1 1 0,1 0 0,0-1 0,0 1 0,-3 4 0,-58 68 0,-95 142 0,75-77 0,7 3 0,6 3 0,-72 215 0,85-150-8,50-170 0,2 0 0,2 0 0,1 59 0,4-78-1,0-1 0,2 1 0,1 0 0,1-1 0,0 1 0,2-2 0,15 35-1,-14-40 0,0 0-1,1-1 1,1 0-1,1 0 1,0-1-1,0-1 0,1 0 1,1 0-1,0-1 1,1-1-1,14 9 1,1-3-107,1-1 1,0-2-1,1-1 0,0-1 1,1-1-1,0-2 1,1-2-1,-1-1 1,1-1-1,49-1 1,-22-4-10,-1-3 0,0-3 0,-1-2 1,113-33-1,-97 16 121,-1-3 1,-2-3-1,-1-3 1,-2-3 0,-1-3-1,-2-3 1,-2-2-1,62-61 1,-116 98 76,1 2 53,-1-2-1,0 1 1,-1-1-1,0 0 1,0-1-1,-1 0 1,0 0-1,-1-1 1,6-12-1,-9 4 374,-3 18-492,0 1 0,1-1-1,-1 0 1,0 1 0,0-1 0,0 1-1,0-1 1,0 0 0,0 1 0,0-1-1,0 1 1,0-1 0,0 0 0,-1 1-1,1-1 1,0 1 0,0-1-1,0 1 1,-1-1 0,1 0 0,0 1-1,-1-1 1,1 1 0,0 0 0,-1-1-1,1 1 1,-1-1 0,1 1-1,0-1 1,-1 1 0,1 0 0,-1-1-1,1 1 1,-1 0 0,0 0 0,1-1-1,-1 1 1,1 0 0,-1 0-1,1 0 1,-1 0 0,0 0 0,1 0-1,-1 0 1,1 0 0,-1 0 0,0 0-1,1 0 1,-1 0 0,1 0-1,-1 0 1,0 0 0,1 1 0,-1-1-1,1 0 1,-1 0 0,1 1 0,-1-1-1,1 0 1,-1 1 0,1-1-1,-1 1 1,1-1 0,-1 1 0,0 0-4,-5 2 0,0 0-1,1 0 1,0 1-1,-1 0 1,1 0-1,1 0 1,-1 0-1,1 1 1,-1 0-1,1 0 1,1 0-1,-1 0 1,1 1-1,0-1 1,0 1-1,0 0 1,1 0-1,0 0 1,0 0-1,-2 13 1,3-10-13,-1 0 1,1 0-1,1 1 0,0-1 1,0 1-1,1-1 1,0 0-1,1 0 0,0 1 1,0-1-1,1 0 0,0-1 1,1 1-1,4 9 1,-1-7-425,0-1 1,1-1-1,0 1 1,1-2 0,0 1-1,0-1 1,0 0-1,1-1 1,1 0 0,13 7-1,46 17-4454,2-10-3502,-24-11-3206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09.06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 46 10609,'-33'-15'8289,"36"0"-7569,4 0-412,20 24-1460,23 9-592,-20 6-1073,7 3-1275,3 9-3045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09.51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55 10925,'6'-28'2319,"-6"27"-2073,0 0-1,1 0 1,-1 0 0,1 0-1,-1 0 1,1 0 0,-1 0-1,1 1 1,0-1 0,0 0-1,-1 0 1,1 0 0,0 1 0,0-1-1,0 0 1,1 0 0,27-10 8790,-26 10-8862,0 1 0,0 1 1,0-1-1,-1 0 0,1 1 0,0-1 0,0 1 1,0 0-1,-1 0 0,1 0 0,0 0 0,-1 0 0,1 0 1,-1 1-1,3 2 0,-1 0-85,0 0-1,-1 0 1,0 0 0,0 1 0,0 0-1,3 6 1,1 3 99,16 33 231,-2 1 0,18 59 0,-25-66-471,-8-21 37,-3-11-6,0 0 1,0 0-1,1 0 0,0 0 0,1-1 0,6 10 1,-9-15 15,0-1 1,0 0 0,1 0-1,-1 0 1,1 0 0,0 0 0,-1-1-1,1 1 1,0-1 0,0 1 0,0-1-1,0 0 1,0 0 0,0-1-1,0 1 1,0-1 0,0 1 0,0-1-1,1 0 1,-1 0 0,0 0-1,0-1 1,4 0 0,9-2 7,-1-1-1,1 0 1,-1-1 0,26-13-1,58-35 12,-66 34-23,134-72 81,-143 79-77,1 2 1,0 1-1,0 0 1,51-8-1,-61 15 2,1 1-1,-1 1 1,1 1-1,-1 0 1,27 5 0,68 26-54,-95-27 31,-10-4-5,0 0 0,1 0 0,-1 0 0,0-1 1,0 1-1,1-1 0,-1 0 0,0-1 0,1 0 0,-1 1 0,0-2 1,0 1-1,0-1 0,0 1 0,0-1 0,0-1 0,0 1 0,-1-1 1,1 1-1,-1-1 0,0-1 0,0 1 0,0-1 0,0 1 0,0-1 1,-1 0-1,0 0 0,0-1 0,0 1 0,0-1 0,-1 1 0,1-1 1,-1 0-1,-1 0 0,2-5 0,-2 9 36,-1 0 0,1 0 0,-1-1 0,0 1 1,0 0-1,1 0 0,-1 0 0,0 0 0,0 0 0,0 0 0,0 0 0,-1-1 0,1 1 0,0 0 0,0 0 1,-1 0-1,1 0 0,0 0 0,-1 0 0,1 0 0,-1 0 0,0 0 0,1 0 0,-1 0 0,0 0 0,1 0 1,-1 1-1,0-1 0,0 0 0,0 0 0,0 1 0,0-1 0,0 1 0,0-1 0,0 1 0,0-1 0,0 1 1,0-1-1,0 1 0,-1 0 0,-2-1 26,1 1 1,0 0-1,0 0 1,0 1 0,0-1-1,0 1 1,0 0-1,0-1 1,0 1-1,1 0 1,-1 1-1,0-1 1,0 1 0,-3 2-1,-7 5 96,0 2 0,0 0 0,1 0 0,1 1 1,0 0-1,0 1 0,1 0 0,-11 22 0,17-28-152,0 0 0,1 0 1,0 0-1,1 1 0,0-1 1,0 1-1,0 0 0,1-1 1,0 1-1,0 0 0,1 0 1,0 0-1,1 0 0,0-1 1,0 1-1,0 0 0,1-1 1,0 1-1,1-1 0,4 11 1,-1-9-310,0 1 0,0-2 0,1 1 0,1-1 0,-1 0 1,1 0-1,0-1 0,1 0 0,0-1 0,0 0 1,0 0-1,20 8 0,11 3-4768,77 22 1,-106-36 3690,73 19-10807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20.86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930 408 9609,'3'-16'902,"-1"1"0,0-1-1,-1 0 1,-1 0 0,-1 1 0,0-1 0,-3-17 0,-1 10 52,-2 0 1,0 0 0,-2 0-1,-13-27 1,15 38-440,0 0 1,-1 0-1,0 1 0,-1 0 1,0 1-1,-1 0 0,0 0 1,-22-16-1,29 25-423,0-1 0,0 1 0,0 0 0,0 0 1,0 0-1,0 1 0,0-1 0,0 1 0,0-1 0,0 1 0,-1 0 0,1 0 0,0 1 0,0-1 0,0 0 0,-6 3 1,-40 15 507,40-13-471,1 0 1,0 0-1,0 0 0,0 1 0,1 1 0,0-1 0,0 1 0,-10 13 0,-2 6 333,-19 35 0,27-42-276,-22 41 356,-41 103 0,-10 72 408,63-172-890,-172 566-60,152-459 0,-33 308 0,68-399 0,4 0 0,14 139 0,-6-176 0,1 0 0,2 0 0,2-1 0,1-1 0,3 0 0,34 69 0,-36-88-59,1 0 0,1-1 0,0 0 0,2-1 0,0-1 1,1 0-1,1-2 0,1 0 0,0-1 0,1-1 0,0-1 0,1 0 0,42 15 0,-29-15-68,0-3 0,0 0 0,1-3-1,0-1 1,0-1 0,0-2 0,1-2 0,69-6-1,-60-1-184,-1-2 0,0-1-1,-1-3 1,0-1-1,-1-3 1,0-1-1,-1-2 1,56-36-1,-72 38 69,-1-1 0,-1-1 0,-1-1 0,0-1 0,33-42 0,-42 45 110,-1-1-1,-1 0 1,-1-1 0,-1 0-1,0-1 1,-2 0-1,0-1 1,6-30 0,-10 29 64,-1 0 1,-1 0 0,-1 0 0,-1 0-1,-2 0 1,0 0 0,-1 0 0,-1 1 0,-1-1-1,-1 1 1,-2 0 0,0 1 0,-12-25-1,-17-22 92,-2 2 0,-74-94 0,86 123 283,-25-47 0,43 67-132,0-1 0,1 0 0,1 0 0,1 0 0,-5-28 0,10 40-121,0-1 0,0 0 0,1 0-1,0 0 1,0 0 0,1 1 0,0-1-1,0 0 1,1 0 0,0 1 0,0-1-1,0 1 1,1-1 0,0 1 0,0 0-1,0 0 1,1 0 0,0 1-1,0-1 1,1 1 0,-1 0 0,1 0-1,0 1 1,1-1 0,7-4 0,0 1 29,1 0 0,1 0 1,-1 2-1,1 0 0,0 1 1,0 0-1,1 1 1,-1 1-1,1 0 0,16 0 1,-2 2-5,0 1 1,0 2-1,-1 1 1,1 2 0,0 0-1,-1 2 1,0 1-1,-1 2 1,0 0-1,0 2 1,-1 1 0,-1 2-1,0 0 1,36 29-1,-41-27-39,0 1 0,-1 0-1,0 2 1,-2 0 0,0 1-1,-2 1 1,0 0-1,-2 2 1,0-1 0,-1 2-1,-2 0 1,-1 0 0,0 1-1,-2 0 1,-1 1-1,3 27 1,-6-8 12,-2-1 1,-6 73-1,-21 89 38,-2 12-34,26-203-59,0 0 1,1 1 0,1-1-1,1 1 1,0-1-1,1 0 1,11 31-1,-12-40-17,1-1 0,0 1-1,0-1 1,1 0 0,0 0 0,0 0-1,0-1 1,1 0 0,0 1-1,0-2 1,0 1 0,0 0-1,1-1 1,0 0 0,0-1 0,0 1-1,0-1 1,1 0 0,-1 0-1,1-1 1,7 2 0,3-1-89,1-1-1,0 0 1,0-2 0,0 0 0,0 0 0,0-2 0,0 0 0,-1-2-1,1 0 1,17-6 0,5-4-303,-2-1 1,0-2-1,46-28 0,-21 4-89,-2-2 0,-2-3 0,-2-3 0,56-62 0,-91 89 400,-1-1 0,-2 0 0,0-2 0,-1 0 0,20-41 0,-37 64 118,0-1 0,0 1 0,-1 0 0,1-1 0,-1 1 0,1 0 0,-1-1 0,0 1 0,0-1 0,0 1 0,-1 0 0,1-1 0,0 1 0,-1-1 0,0 1 1,1 0-1,-1 0 0,0-1 0,-2-1 0,-1-7 226,4 11-231,0 0-1,0 0 1,0 0 0,0-1-1,0 1 1,0 0 0,0 0-1,0 0 1,0 0 0,0 0-1,0-1 1,0 1-1,-1 0 1,1 0 0,0 0-1,0 0 1,0 0 0,0 0-1,0 0 1,0-1 0,0 1-1,-1 0 1,1 0-1,0 0 1,0 0 0,0 0-1,0 0 1,0 0 0,-1 0-1,1 0 1,0 0-1,0 0 1,0 0 0,0 0-1,-1 0 1,1 0 0,0 0-1,0 0 1,0 0 0,0 0-1,0 0 1,-1 0-1,1 0 1,0 0 0,0 0-1,0 0 1,0 0 0,0 1-1,-1-1 1,1 0-1,0 0 1,0 0 0,0 0-1,0 0 1,0 0 0,0 0-1,0 1 1,-13 4 171,0 1 1,1 0-1,0 0 1,0 2-1,1 0 1,0 0-1,0 1 1,1 0-1,0 0 1,1 1-1,0 1 1,0 0-1,1 0 0,1 0 1,0 1-1,-10 24 1,15-32-151,1 0 0,0 1 0,0-1 0,0 0 0,1 1 1,-1-1-1,1 1 0,0-1 0,0 1 0,1-1 0,-1 1 0,1-1 0,0 1 0,1-1 0,-1 0 1,1 1-1,-1-1 0,1 0 0,0 0 0,5 6 0,-4-6-14,0 1 0,1-1-1,-1 0 1,1 0 0,0 0 0,0 0-1,1-1 1,-1 0 0,1 1 0,0-2-1,0 1 1,-1-1 0,2 1 0,-1-1-1,0-1 1,8 3 0,7-2-32,1-1 1,-1 0-1,1-1 0,-1-2 0,1 0 1,-1-1-1,0-1 0,0-1 1,0 0-1,34-16 0,-32 11-89,0-1 0,-1-1 0,0-1 0,-1-1 0,0-1 0,-1 0 0,-1-2 1,31-35-1,-42 43-9,-1 0 0,0 0 0,0-1 0,-1 0 0,0 0 0,-1 0 0,0-1 0,0 1 0,-1-1 0,-1 0 0,3-18 0,-5 12-21,0 1 0,0-1 0,-2 1 1,0-1-1,0 1 0,-2 0 0,-6-19 1,-5-3-59,-1 1 0,-2 0-1,-1 2 1,-2 0 0,-41-51 0,-35-23-115,66 77 147,-53-71 1,84 102 154,0 0 0,1 0 0,-1 0 0,0 0 0,1 0 0,-1 0 0,1 0 0,-1 0-1,1 0 1,-1 0 0,1 0 0,-1 1 0,1-1 0,0 0 0,0 0 0,-1 1 0,1-1 0,0 0 0,0 1-1,0-1 1,0 1 0,0-1 0,1 0 0,2-1 6,1 0 0,0 0 1,0 0-1,0 1 0,1 0 0,-1 0 0,0 0 0,0 0 0,1 1 1,-1 0-1,6 0 0,64 11 19,-59-8-45,37 7-22,-1 3 0,0 2 0,77 33 0,-101-35 32,0 1 0,-2 1 1,0 1-1,-1 1 0,0 2 0,-2 0 1,38 40-1,-51-47 3,-1-1 0,0 2 0,-1-1 0,0 1 0,-1 0 0,-1 1-1,0 0 1,-1 0 0,0 0 0,-1 0 0,3 18 0,-5-11-1,-1 2-1,0-1 0,-1 0 1,-2 0-1,0 0 0,-10 40 1,-15 32-39,15-59 9,2 2 0,-5 37 0,14-72 42,1 1 0,-1 0 0,1 0-1,0 0 1,0 0 0,1 0 0,-1 0 0,1-1-1,-1 1 1,1 0 0,0 0 0,0-1 0,0 1 0,0 0-1,1-1 1,-1 1 0,1-1 0,-1 1 0,1-1-1,0 0 1,0 0 0,0 0 0,0 0 0,0 0 0,1 0-1,-1-1 1,0 1 0,1-1 0,-1 1 0,1-1-1,0 0 1,-1 0 0,6 1 0,5 1-8,-1-1 0,0 0 0,1-1 0,0 0 1,21-2-1,-4-2 15,-1 0-1,0-3 1,0 0 0,0-2 0,-1-1-1,0-1 1,0-1 0,-1-2 0,-1 0-1,0-2 1,-1-1 0,-1-1 0,0-1-1,-2-1 1,0-1 0,-1-1 0,-1-1-1,22-31 1,-33 38 1,0 0-1,-2-1 1,0 0-1,-1-1 1,0 1-1,-1-1 1,-1 0 0,-1 0-1,0-1 1,-1 1-1,-1-1 1,-1 1-1,-1-1 1,0 1-1,-5-25 1,1 19-83,0 0 0,-2 0-1,-1 0 1,0 1 0,-2 0 0,0 1 0,-2 0-1,0 1 1,-2 0 0,-28-34 0,32 45-319,0-1 0,0 1 1,-1 1-1,0 0 0,-1 0 0,1 1 1,-2 0-1,-19-7 0,29 13-29,0 0-1,0 0 1,0 0 0,0 1-1,0-1 1,-1 1-1,1 0 1,0 0-1,0 0 1,0 0 0,0 0-1,-1 1 1,1-1-1,0 1 1,-3 1-1,2-1-284,-44 15-7375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21.63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616 722 10657,'-8'-6'310,"-1"0"0,0 1 0,0 0 0,0 1 0,-18-7 0,14 9-7,0 0 1,0 0-1,0 1 1,0 1 0,0 0-1,-14 3 1,-5-1 242,6 0-66,0 0-1,1 2 1,-1 1 0,-38 13 0,45-12-302,0 2 0,1 0 0,0 1 0,1 1 0,0 0 0,0 1 0,-28 25 1,39-30-140,0-1 1,0 1 0,0 1-1,1-1 1,0 1 0,0 0 0,1 0-1,-1 0 1,2 1 0,-1-1-1,1 1 1,0 0 0,1 0 0,0 0-1,0 0 1,0 1 0,1-1-1,1 0 1,-1 1 0,1-1-1,2 12 1,0-13-26,0-1 1,1 1-1,-1-1 0,1 0 0,1 0 1,-1 0-1,1 0 0,0-1 0,0 0 0,0 1 1,1-1-1,0-1 0,0 1 0,0-1 1,1 0-1,0 0 0,10 5 0,0 0 81,0-2 0,0 0 0,1-1 0,0 0 0,31 5 0,-26-8 238,1-1 0,-1-1 0,1 0 1,0-2-1,-1-1 0,1-1 0,-1 0 1,0-2-1,0-1 0,0 0 0,-1-2 1,36-17-1,0-7 1473,-54 30-1421,7 17 197,-9-8-547,0 0 1,0 0-1,0 0 1,-1 0-1,0 1 1,-1-1-1,1 0 1,-1 0-1,-1 0 1,0 0-1,0 0 1,-5 13-1,-2 11 26,-159 569 492,-5 22-391,42-53-71,129-559-87,0 1-46,0 0-1,0-1 1,1 1-1,1 19 1,0-29 34,0-1 0,0 1-1,0-1 1,0 1 0,0-1 0,0 1-1,0-1 1,0 0 0,0 1 0,0-1 0,1 1-1,-1-1 1,0 1 0,0-1 0,0 0 0,1 1-1,-1-1 1,0 1 0,0-1 0,1 0-1,-1 1 1,0-1 0,1 0 0,-1 1 0,0-1-1,1 0 1,-1 0 0,1 1 0,-1-1 0,0 0-1,1 0 1,-1 0 0,1 1 0,-1-1-1,1 0 1,-1 0 0,0 0 0,1 0 0,-1 0-1,1 0 1,-1 0 0,1 0 0,-1 0 0,1 0-1,-1 0 1,1 0 0,-1-1 0,1 1-1,-1 0 1,0 0 0,1 0 0,-1-1 0,1 1-1,-1 0 1,0 0 0,1-1 0,-1 1 0,1-1-1,27-25-427,-19 18 292,98-103-1584,176-235 1,177-360 462,75-298 858,-521 973 427,133-330 274,-115 278-20,-4-2 0,33-175 0,-60 254-174,0-1 0,-1 1-1,0 0 1,0 0 0,0 0 0,-2-7-1,2 13-79,0-1-1,0 1 0,0-1 0,0 1 1,-1-1-1,1 1 0,0-1 1,0 1-1,-1-1 0,1 1 0,0-1 1,0 1-1,-1 0 0,1-1 1,-1 1-1,1-1 0,0 1 0,-1 0 1,1-1-1,-1 1 0,1 0 1,-1 0-1,1-1 0,-1 1 0,1 0 1,-1 0-1,-1 0 12,1 0-1,0 0 1,0 1 0,0-1-1,-1 1 1,1-1 0,0 1-1,0-1 1,0 1 0,0 0-1,0-1 1,0 1 0,0 0-1,0 0 1,0 0 0,-1 1-1,-10 12 182,1 0-1,-1 0 1,2 1-1,-17 33 1,-27 75 416,38-85-485,7-17-86,-204 531 1002,194-489-1001,2 2 0,3 0 0,3 0 0,2 1 0,4 0 0,4 97 0,3-141-120,1-1-1,0 1 0,2-1 0,1 0 1,0 0-1,2-1 0,0 1 0,1-2 1,1 1-1,1-2 0,1 1 0,25 30 1,-25-36-54,1 0 0,0 0 0,1-1 0,1-1 0,0 0 0,0-1 0,1-1 0,0 0 0,1-1 0,0-1 0,0-1 0,0 0 0,1-1 0,0-1 0,26 3 0,-14-5 34,0-1 0,0-2-1,0 0 1,0-3 0,-1 0-1,1-2 1,-1 0-1,0-3 1,32-13 0,-23 5 22,0-2 0,-1-1 1,-1-2-1,-1-2 1,61-54-1,-67 53 94,-13 12 162,-1-1 0,0 0 1,0-1-1,-2 0 0,23-34 0,-34 44 470,-3 7-198,-10 14 44,6-8-383,0 1 0,1-1-1,-6 17 1,7-18-134,1 1-1,1-1 0,-1 1 0,1-1 1,1 1-1,-1 0 0,1-1 1,1 1-1,-1 0 0,1-1 0,1 1 1,-1-1-1,1 1 0,0-1 1,1 0-1,0 0 0,0 0 0,1 0 1,0 0-1,8 11 0,-1-5-358,0-1-1,1 0 1,0-1-1,1 0 1,0-1-1,1 0 0,20 10 1,-10-8-379,0-1 0,0-1 0,2-1 0,27 5 0,4-3-1311,1-3 0,0-2 0,89-3 0,-50-7-2152,-3-4-2128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21.75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429 9 9693,'-44'3'1968,"27"-15"20,-6 15-72,3 0-151,-7 3 11,-13 3 36,3 4-200,7 5-280,-7-3-252,4 6-256,-4 9-168,10-3-404,10 0-840,0 3-372,11-15-940,-1 6-1012,-3 1-3113,13 5-5280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22.44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586 1060 14001,'28'-10'2252,"-23"8"-302,-20 19 1518,-11 14-2177,2 2 1,1 1-1,1 0 0,-16 39 0,-15 21-40,-227 376 1127,256-432-2277,1 1 0,3 1 0,1 1 0,2 0 0,-14 53 0,30-91-114,0 1 0,1-1 0,-1 0 0,1 1 0,-1-1 0,1 1 0,0-1 0,0 0 0,1 1 0,-1-1 0,1 1 0,-1-1 0,1 0 0,0 1 0,3 4 0,-3-6-1,0-1 0,0 0 0,1 1 1,-1-1-1,0 0 0,1 0 0,-1 0 0,0 0 1,1 0-1,0 0 0,-1 0 0,1 0 0,-1-1 1,1 1-1,0-1 0,0 1 0,-1-1 0,1 0 1,0 0-1,0 1 0,3-2 0,1 1-19,1-1 0,0-1-1,-1 1 1,1-1 0,-1 0 0,1-1-1,-1 0 1,0 0 0,0 0-1,0 0 1,0-1 0,-1 0-1,10-9 1,10-14-87,-1 0 0,-2-2 0,34-55 0,41-104-147,138-355-124,-31 62 293,-131 331 188,102-159 1,-144 260 27,3 2-1,43-47 1,-66 80-10,2 1 1,0 1-1,1 0 0,0 1 1,0 1-1,1 0 0,1 1 1,0 0-1,0 1 0,33-11 1,-42 18-61,-1 0 1,1 0 0,-1 0 0,1 1-1,-1 0 1,1 1 0,-1-1 0,1 1-1,-1 0 1,1 1 0,-1-1 0,0 1-1,0 1 1,0-1 0,10 7 0,-1 0-25,-2 0 0,1 1 1,22 23-1,-24-20-23,0 1 1,-1 0-1,0 1 1,-1 0-1,-1 1 1,-1 0-1,0 0 1,-1 1-1,0 0 1,5 27-1,3 10-1,-2 1 0,-3 1 0,4 77 0,-15 171 0,-8-205-250,-40 178-1,-50 90-969,-25 121-787,114-439 100,3 0 0,2 1-1,3 0 1,1 0-1,8 64 1,5-60-3756,12-7-3285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23.55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5 750 13705,'-1'-4'209,"0"0"0,0-1 0,0 1 0,1 0-1,0 0 1,0-1 0,0 1 0,0 0 0,1 0-1,0 0 1,0-1 0,2-6 0,1 5 78,0 0 0,1 0 0,-1 0-1,1 1 1,0 0 0,1 0 0,-1 0 0,9-6 0,21-15 483,1 2 1,1 1-1,49-22 0,250-75 20,12 27-1162,-268 73 190,136-33-358,456-131-714,-646 175 1375,48-23 1,-71 30 248,-8 2-114,0-1-218,-1 1 1,0-1 0,1 1-1,-1 1 1,1-1-1,-1 1 1,1 0-1,-1 0 1,1 1-1,0 0 1,-1-1-1,1 2 1,0-1-1,-7 5 1,6-2-5,0 0-1,0 0 1,0 1 0,1-1 0,0 1-1,0 1 1,0-1 0,1 1 0,0 0 0,-4 9-1,3-5-8,1 0-1,1 1 1,0-1-1,0 0 1,1 1-1,1 0 1,0 0-1,0-1 1,1 1 0,1 0-1,0 0 1,4 18-1,0-10-5,0-1 0,1 1 0,1-1 0,1 0 0,0-1 0,17 26 0,-21-38-18,1 1 1,0-1 0,0 0-1,0 0 1,1 0-1,0-1 1,0 0-1,0 0 1,1-1 0,-1 1-1,1-1 1,0-1-1,0 1 1,1-1 0,-1-1-1,1 1 1,-1-1-1,1-1 1,0 1 0,0-1-1,0-1 1,0 1-1,-1-1 1,1-1 0,0 1-1,0-1 1,0-1-1,0 0 1,-1 0 0,12-4-1,15-7 17,-1-1-1,51-29 1,-59 28-9,0 2-1,1 0 1,0 2 0,0 0 0,1 2-1,1 1 1,39-6 0,69-3-6,68-13 31,-149 17 0,99-37 1,-118 36 58,49-14 1,-78 27-92,0 1 0,0-1 0,-1 1 0,1 0 0,0 1 1,0 0-1,-1 0 0,1 0 0,0 1 0,-1 0 0,0 0 0,1 1 0,-1-1 0,0 2 0,9 5 0,33 13 2,2-9-143,70 9 0,-99-18 125,-9-3-6,0-1-1,0 0 1,1 0-1,-1-1 1,0-1-1,0 0 1,0-1-1,0 0 0,0-1 1,-1 0-1,17-9 1,-22 11 15,4-8-6,2-8-22,-10 15 42,1 1 1,-1-1-1,1 0 0,0 1 1,0 0-1,0 0 0,0 0 0,1 0 1,-1 0-1,0 0 0,7-1 1,-1-1-9,-8 3 2,1 1-1,0-1 0,-1 1 0,1-1 1,0 1-1,0 0 0,-1 0 0,1 0 1,0 0-1,0 0 0,-1 0 0,1 0 1,2 1-1,5 0 6,32-3 34,70-13-1,-65 8 38,-21 2-82,0-2 0,-1 0 0,37-17 0,-8 3 63,-23 9-62,-19 7 24,1 0 1,0 1-1,0 0 1,16-2-1,-23 5-4,-1 1-1,0 0 1,1 0-1,-1 0 1,0 1-1,1-1 0,-1 1 1,0 0-1,0 0 1,0 1-1,1-1 1,-1 1-1,-1 0 1,1 0-1,0 0 1,0 0-1,3 4 0,33 27 103,-2 1-1,-1 3 0,49 61 0,-73-78-176,-1 0 0,-1 1 0,11 31 0,-20-48 45,1 5-36,-1 0 0,0 0 0,0 0 0,-1 0 0,0 0 0,-1 0 0,0 0 0,-1 13 0,0-10-1,-1 10-49,-1 0 1,-2 0-1,0-1 1,-1 1-1,-9 20 1,-13 50-313,-2 6-158,19-69 348,-9 44 0,20-70 176,0-8-5,1-7 44,0 0 1,1 1 0,1-1 0,0 1 0,0 0 0,1 0-1,1 0 1,0 0 0,0 1 0,1-1 0,1 1-1,-1 1 1,1-1 0,14-13 0,33-35 29,3 2 1,2 3 0,3 2-1,2 3 1,1 2-1,3 4 1,1 3-1,109-45 1,-169 80 45,1 0 0,0 1-1,0 0 1,0 0 0,1 1 0,-1 1-1,18-1 1,-26 2-55,1 0-1,-1 0 0,0 0 1,0 1-1,1-1 1,-1 1-1,0-1 1,0 1-1,0 0 1,0 0-1,0 0 0,0 0 1,0 0-1,0 1 1,0-1-1,0 0 1,-1 1-1,1 0 1,-1-1-1,1 1 0,-1 0 1,1 0-1,-1 0 1,0 0-1,0 0 1,0 0-1,0 0 1,0 0-1,-1 0 0,1 0 1,-1 0-1,1 1 1,-1-1-1,0 0 1,0 0-1,0 1 1,0-1-1,0 0 0,0 0 1,-1 4-1,-9 58 215,6-49-194,1 0 0,1 1 0,1-1 0,0 24 0,1-34-33,1 0 0,0 0 1,0-1-1,0 1 1,1 0-1,-1-1 0,1 0 1,0 1-1,0-1 0,1 0 1,-1 0-1,1 0 1,0 0-1,0 0 0,0-1 1,1 1-1,-1-1 0,1 0 1,4 3-1,4 2 11,1-1 0,0 0 0,0-1 0,0-1-1,1 0 1,-1 0 0,27 4 0,-29-7-16,0-1 1,1 0-1,-1 0 0,1-1 1,-1-1-1,1 0 0,-1 0 1,1-1-1,-1-1 0,15-5 1,-22 7 1,0-1-1,0 0 1,-1 0 0,1 0-1,-1 0 1,1 0 0,-1-1 0,0 1-1,0-1 1,0 0 0,0 0 0,-1 0-1,1-1 1,-1 1 0,0-1-1,0 1 1,0-1 0,0 0 0,-1 1-1,1-1 1,-1 0 0,0 0 0,0 0-1,-1 0 1,1 0 0,-1 0 0,0 0-1,0-1 1,0 1 0,0 0-1,-1 0 1,0 0 0,-1-4 0,-4-14 3,0 1-1,-2-1 1,0 2 0,-20-35 0,22 44 0,-4-8-209,-48-87 66,47 89-2156,-24-28-1,33 42-174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23.84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80 9693,'25'-21'877,"28"-20"2426,-42 34-749,-10 6-2293,1 0 0,-1 0 0,0 0 0,0 0 0,1 0 0,-1 0 0,1 0 0,-1 1 0,1-1 0,-1 1 0,1-1 0,2 0 0,-2 2-179,-1-1 0,1 1 0,-1-1 1,1 1-1,-1 0 0,0 0 0,1 0 0,-1 0 1,0 0-1,0 0 0,0 0 0,1 0 0,-1 0 1,0 0-1,0 1 0,-1-1 0,2 2 0,1 1 60,0 1-1,-1 0 0,0 0 0,0-1 1,0 1-1,0 0 0,-1 1 0,0-1 1,0 0-1,0 0 0,-1 0 0,1 1 1,-2 6-1,-1 9 215,0 0 0,-6 21 0,4-24-150,-3 12 280,-23 55 0,21-63-313,1 1 0,1-1 1,1 1-1,-5 36 0,11-58-163,-1 0 0,1 0 0,0 0 0,0 0-1,0 0 1,0 0 0,0 0 0,0 0 0,0 0 0,0 0 0,0 0 0,0 0-1,1 0 1,-1 0 0,0 0 0,1 0 0,-1 0 0,1 0 0,-1 0 0,1 0-1,-1 0 1,1-1 0,0 1 0,-1 0 0,1 0 0,0-1 0,0 1 0,0 0 0,0-1-1,-1 1 1,1-1 0,0 1 0,0-1 0,0 1 0,0-1 0,0 0 0,0 1-1,0-1 1,0 0 0,0 0 0,2 0 0,3 0 40,0-1 0,0 0 1,1 0-1,-1 0 0,10-4 0,-9 2-21,14-5 164,-1-1 0,1-1 0,-2-1 0,21-14 0,35-19 141,-53 33-259,1 2 0,-1 0 1,2 2-1,-1 0 0,1 2 1,44-5-1,-49 9-51,0 1 0,0 1 0,1 1 1,-1 0-1,0 2 0,-1 0 0,1 1 1,-1 1-1,21 9 0,-7 0-464,-1 2 1,0 1-1,-1 1 1,-1 2-1,51 47 1,17 33-4143,-3 8-5043,-45-54 251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24.03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416 1 13633,'-97'84'1816,"57"-51"-359,3-2-289,3-1-292,-3-3-296,7 0-488,0 3-688,0-3-844,0-3-701,-4 3-2347,18 7-3485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24.49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285 15 11717,'0'-1'144,"0"1"1,0-1-1,0 0 1,0 1-1,0-1 0,1 1 1,-1-1-1,0 0 1,1 1-1,-1-1 0,0 1 1,1-1-1,-1 0 1,1 1-1,-1-1 0,1 1 1,-1 0-1,1-1 1,-1 1-1,1-1 0,-1 1 1,1 0-1,0-1 1,-1 1-1,1 0 0,-1 0 1,1-1-1,0 1 1,-1 0-1,1 0 0,0 0 1,-1 0-1,1 0 1,0 0-1,0 0 0,-1 0 1,1 0-1,0 0 1,-1 0-1,1 1 0,-1-1 1,1 0-1,0 0 1,0 1-1,-7 17 2610,-28 91 3014,-27 86-1551,-74 275-2081,111-364-3731,5 1 1,-9 165-1,27-233 155,2 0 1,6 40-1,-4-58-324,2 0 1,0 0 0,1 0-1,0-1 1,13 26 0,16 10-8660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24.83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35 1 12025,'-34'11'3656,"33"-10"-3455,1 1 1,0-1-1,0 1 1,0-1-1,0 0 1,0 1 0,1-1-1,-1 1 1,0-1-1,1 0 1,-1 1-1,1-1 1,0 2-1,3 8 171,1 0 0,0 0 0,0-1 0,1 0 0,1 0 0,0 0 0,0-1-1,12 12 1,-1 0 30,30 36 227,92 83 0,-110-114-730,2-1 1,1-2-1,1-1 1,67 32-1,-39-28-249,1-3 0,1-2 0,1-3 0,1-3-1,0-3 1,82 4 0,-124-14 296,0-2-1,0-1 0,0-1 1,0-2-1,-1 0 0,1-1 1,41-15-1,-50 14 76,0-1-1,-1 0 1,0-1-1,0-1 1,-1 0-1,0 0 1,-1-2-1,0 0 1,0 0 0,-1-1-1,-1 0 1,14-21-1,1-11 393,-2-1 1,20-58-1,-4 9 1156,-38 94-1526,-1-1 0,1 1 0,-1-1 0,0 1 0,1-1 0,-1 0 0,0 1 1,1-1-1,-1 1 0,0-1 0,0 0 0,1 1 0,-1-1 0,0 0 0,0 1 0,0-1 0,0 0 0,0 1 0,0-1 0,0 0 0,0 1 0,0-1 0,-1 0 0,1 1 0,0-1 1,0 0-1,-1 1 0,1-1 0,0 0 0,-1 1 0,1-1 0,0 1 0,-1-1 0,1 1 0,-1-1 0,1 1 0,-1-1 0,1 1 0,-1 0 0,1-1 0,-1 1 0,1-1 0,-2 1 0,0-1 34,0 1-1,0 0 0,1 0 0,-1 0 0,0 0 0,0 0 0,0 1 0,1-1 0,-1 1 0,0-1 0,0 1 0,1-1 1,-1 1-1,-3 2 0,-4 4 145,-1 1 0,2 1 0,-1 0 0,1 0 0,0 1-1,-7 13 1,12-20-181,-68 109 455,-95 203 1,23 19-5331,117-259-277,-15 83 0,19-36-5652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25.08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0 327 10597,'3'-6'3,"4"-11"1557,-1 0 1,0 0-1,-1-1 1,0 1-1,-2-1 1,2-26-1,0-59 4231,3 37-5250,-7 63-1990,3 5-919,6 3 314,-1 0 1,-1 0-1,1 1 0,12 10 0,2 11-8731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30.46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61 377 11857,'-60'-63'2128,"63"42"-360,20-9-335,38 6-281,173-24 380,-40 23-996,61 1-216,56-3-432,68 3-376,50 6-488,56 0-520,44-3-589,41 6-2447,33-3-3521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30.8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187 301 13481,'-102'-58'2489,"98"55"-2084,0 1 0,0 0 0,-1 0 0,1 0-1,-1 0 1,1 1 0,-1 0 0,0 0 0,1 0 0,-1 0 0,0 1-1,0 0 1,-8 0 0,0 1 888,14-2-1076,0-1 0,-1 1-1,1-1 1,0 1-1,0-1 1,0 1-1,0 0 1,0-1-1,0 1 1,0 0-1,0 0 1,1 0 0,1-2-1,11-4 11,0 0 0,0 0 0,1 2-1,0 0 1,0 0 0,0 1 0,25-2 0,534-67 480,6 40-2324,-563 32 1572,1901-46-8831,-1754 45 7743,295-1-4231,8 5-3102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27.43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987 52 13993,'-8'-42'3106,"6"33"-427,-14 17 1908,-4 16-2883,16-19-962,-51 62 2236,-69 66 0,-205 229-2978,258-270 0,4 2 0,-68 127 0,119-191-39,-14 27-698,1 0 1,-27 80-1,51-120 499,0 0 1,0 1-1,2-1 1,0 1-1,1 0 0,1 0 1,1 0-1,0-1 1,1 1-1,1 0 1,1 0-1,1-1 0,6 20 1,-7-29-273,0 0-1,0-1 1,1 0 0,0 0 0,1 0 0,-1 0-1,1-1 1,0 0 0,1 0 0,0 0 0,8 6-1,-6-6-717,1-1-1,-1 0 0,1 0 1,0-1-1,13 5 0,43 8-9484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27.61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1 269 13457,'77'-99'2300,"-44"60"-179,14 2-121,-3 13-236,-4 3-320,7 3-280,3 6-308,3 0-124,18 6-564,9 12-708,4 9-240,6 12-496,-3 9-508,4 16-344,-11 17-208,-16 12-2737,-21 13-4032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27.74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 10 8121,'-20'15'1640,"40"-6"-276,0-3-292,17-3-236,27 3-292,-4-9-396,17 0-604,14-9-448,6 0-756,13-4-1520,11 13-1361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28.17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1591 9633,'0'0'14056,"4"-4"-13101,19-10-529,0 0 1,0 2 0,2 0-1,27-8 1,33-16 77,-37 12-356,0-2 0,-2-2 1,-1-2-1,-1-2 0,-2-2 0,-1-1 0,-2-3 0,-1-1 0,-3-1 0,-1-2 1,47-76-1,-41 44-93,-2-1 0,-4-3 1,33-109-1,-31 59 62,26-183 0,-59 291-65,-1-1-1,-1 0 1,-2-32-1,1 52-44,0 0 0,0 0 0,0 0 0,0 0 0,0 0 0,0 0 0,0 0 0,0 0 0,0 1 0,-1-1 0,1 0 0,0 0 0,-1 0 0,1 0 0,-1 0 0,1 1 0,-1-1 0,1 0 0,-1 0 0,0 1 0,1-1 0,-1 0 0,0 1 0,1-1 0,-1 1 0,0-1 0,0 1 0,0-1 0,1 1 0,-1-1 0,0 1-1,0 0 1,0 0 0,0-1 0,0 1 0,0 0 0,0 0 0,0 0 0,0 0 0,1 0 0,-1 0 0,0 0 0,0 0 0,0 1 0,0-1 0,-1 1 0,-2 0 24,0 1-1,-1 0 1,1 0-1,1 0 0,-1 1 1,0-1-1,1 1 1,-7 5-1,-7 14 103,1 0 0,0 1-1,2 0 1,-13 28 0,26-49-127,-176 382 998,23 14-551,131-336-364,-87 247-410,89-238-13,3 0-1,-12 104 1,28-154 211,1 0 0,1 0 0,0 0-1,2 0 1,0 0 0,1 0 0,13 39 0,-13-49 62,1-1-1,0-1 1,1 1 0,0-1 0,1 1-1,0-1 1,0-1 0,1 1 0,0-1 0,0-1-1,1 1 1,0-1 0,0 0 0,1-1-1,0 0 1,0-1 0,13 7 0,-4-6 11,0 0 0,0 0 0,1-2-1,-1-1 1,1 0 0,0-1 0,0-1 0,0-1 0,0 0 0,0-2 0,0 0 0,28-7 0,2-5 77,0-1 0,-1-2-1,67-35 1,101-64 845,86-40 1989,-265 142-2507,-13 9-263,-23 4-91,0 1 1,1 0-1,-1 0 0,0 1 1,1-1-1,-1 0 0,0 0 1,1 1-1,-1-1 0,0 1 1,1-1-1,-1 1 0,0-1 0,0 1 1,0 0-1,0 0 0,0-1 1,0 1-1,1 0 0,-2 0 1,1 0-1,0 0 0,0 0 1,0 0-1,0 1 0,-1-1 1,1 0-1,-1 0 0,1 0 1,-1 1-1,1-1 0,-1 0 1,1 2-1,-1 3-6,0 0 0,-1 0 0,1-1 0,-1 1-1,0 0 1,-3 8 0,0 0-48,4-13 8,-8 31-1364,-3 43 1,9-57-1690,2 1 0,3 24 0,5 24-14430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28.46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552 45 12429,'25'-9'416,"0"0"1,1 2-1,-1 1 0,1 1 0,52-4 1,13 11-1121,0 4 0,117 23 0,-200-27 718,-1-1 0,0 1 0,0 0 1,0 1-1,0 0 0,0 0 1,-1 0-1,9 7 0,-12-8 66,0 1-1,0-1 1,0 1-1,-1 0 0,1 0 1,-1 0-1,0 0 1,0 0-1,0 1 0,0-1 1,-1 1-1,1-1 1,-1 1-1,0-1 0,0 1 1,0 0-1,0 0 1,-1 4-1,1 4 244,-1 1 1,-1-1-1,0 0 1,0 0-1,-2 1 0,-3 12 1,-30 73 1491,33-89-1628,-44 91 2598,-117 182 0,95-171-1694,-277 420 2024,94-151-3116,20 10-3389,216-359 2146,0-1-1,2 2 1,2 0-1,0 0 1,-8 44-1,19-71 538,0 1 0,1-1 0,0 0 0,0 0 0,0 1 0,0-1 0,3 9 0,16 30-8189,-19-44 8796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29.07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381 514 12461,'29'3'872,"-13"-2"37,-1 0 1,0 1 0,0 1 0,0 1 0,24 8 0,-36-11-794,0 1-1,-1-1 0,1 1 1,-1-1-1,1 1 1,-1 0-1,0 0 1,0 0-1,1 0 1,-1 0-1,-1 0 1,1 1-1,0-1 1,-1 1-1,1-1 0,-1 1 1,0 0-1,1-1 1,-1 1-1,-1 0 1,1 0-1,0 0 1,-1 0-1,1 0 1,-1 0-1,0 0 1,0 0-1,0 0 0,0 0 1,-1 0-1,1 0 1,-1-1-1,0 1 1,0 0-1,0 0 1,-2 3-1,-2 8 2,-2 0 0,0 0 0,-1 0 0,0-1 0,-1 0 0,0-1 0,-1 0 0,-1 0 0,1-1 0,-23 17 0,-12 6-11,-81 45 0,92-58-170,-82 40-369,28-17-510,84-42 669,0 1 1,0-1-1,0 1 1,1 0 0,-1-1-1,-5 8 1,8-10 246,1 0 1,0 0 0,0 0 0,0 1-1,0-1 1,0 0 0,0 0 0,0 0-1,-1 0 1,1 1 0,0-1 0,0 0-1,0 0 1,0 0 0,0 1 0,0-1-1,0 0 1,0 0 0,0 0 0,0 0-1,0 1 1,0-1 0,0 0-1,0 0 1,0 0 0,0 1 0,0-1-1,0 0 1,1 0 0,-1 0 0,0 1-1,0-1 1,0 0 0,0 0 0,0 0-1,0 0 1,0 0 0,1 1 0,-1-1-1,0 0 1,0 0 0,0 0 0,0 0-1,1 0 1,19 1-868,21-8 66,0-2-1,-1-1 0,0-3 1,0-1-1,62-31 1,177-119-484,239-194 2822,-306 181-180,-134 108 290,2 4-1,88-55 1,-166 119-1538,1-1 0,-1 1-1,0 0 1,0 0 0,1 0-1,-1 0 1,0 0 0,1 0 0,-1 0-1,1 1 1,-1-1 0,1 1-1,-1 0 1,1 0 0,0 0-1,-1 0 1,1 0 0,-1 1 0,1-1-1,-1 1 1,1-1 0,-1 1-1,5 2 1,-6-2-20,1 1 0,-1-1-1,1 1 1,-1-1 0,1 1 0,-1 0-1,0 0 1,0 0 0,0 0 0,0 0-1,0 0 1,0 0 0,0 0 0,-1 0-1,1 0 1,-1 0 0,0 1 0,1-1-1,-1 0 1,0 0 0,0 0 0,0 1-1,-1-1 1,1 0 0,-1 3 0,-5 19 372,0 0 0,-2 0 1,-17 37-1,-42 66 466,-89 113 82,99-158-1568,3 3-1,-56 117 0,73-116-296,35-81 809,0 0-1,0 0 0,0 0 1,1 0-1,0 0 1,0 1-1,1-1 0,-1 1 1,1-1-1,1 0 1,0 8-1,-1-11 41,1 1 0,0-1 0,0 0 0,0 1 0,0-1 0,0 0 0,0 0 0,0 0 0,1 0 0,-1 0 0,1 0 1,0 0-1,-1-1 0,1 1 0,0 0 0,0-1 0,4 3 0,1-2-18,-1 1 0,1-1 0,0 0 0,0-1-1,0 0 1,0 0 0,0 0 0,0-1 0,0 0 0,1-1 0,-1 1 0,0-1 0,8-3 0,69-18-256,-2-4 0,134-62 0,-99 38 308,-87 37 15,0 2-1,1 0 1,0 2 0,0 1-1,40-4 1,-9 0-759,-27 4 330,24-3-598,-1-3 0,68-26-1,-31 9 329,-92 30 542,31 12-1113,-31-10 427,14 6-2439,-13-6 2730,-1 1 1,1-1-1,0 0 0,-1 0 0,1 0 0,0-1 0,0 1 0,6-1 0,14 0-3297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29.21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4088,'51'15'612,"-41"-24"-2328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29.62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550 363 5805,'0'0'12233,"-3"2"-10825,-4 5-725,0 1 0,1 0-1,-1 0 1,1 0-1,1 1 1,0 0 0,-5 11-1,-26 76 1074,3-8-781,12-46-699,-3 0-1,-1-2 1,-53 65 0,-107 98-103,161-178-204,-44 44-2,106-103 8,2 1 0,75-48 1,-39 30-98,118-83-1222,154-115-1848,-188 125 2342,5 6 0,5 8 1,200-96-1,-367 204 910,-1 1-1,1-1 0,-1 1 0,1 0 1,0 0-1,-1 0 0,1 0 1,0 1-1,0-1 0,0 1 1,0-1-1,0 1 0,-1 0 1,1 0-1,0 0 0,0 1 1,0-1-1,0 1 0,0 0 0,-1-1 1,1 1-1,3 2 0,-5-2-2,0 0 0,0 0 0,0 0 0,-1 0 0,1 0-1,0 0 1,0 0 0,-1 0 0,1 0 0,-1 0-1,1 0 1,-1 1 0,1-1 0,-1 0 0,0 0 0,0 1-1,1-1 1,-1 2 0,0 1 20,-1 0-1,1 0 1,-1-1-1,0 1 1,0 0-1,0-1 1,0 1-1,-3 5 1,-29 50 654,-1-2 0,-72 88 0,2-3-854,-85 166-5237,179-291 3892,0 1-1,1 1 1,1-1-1,1 1 1,-5 23 0,-1 32-7300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29.77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0 109 13977,'47'-63'2449,"-13"45"-181,12 6-660,-2 3-272,6 3-256,88 6-420,-51 3-956,3-3-592,7 9-772,4-6-744,-7 9-2997,-7 6-4344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31.44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1 326 6729,'60'-12'1476,"-36"-6"104,23-6-316,-7 0-160,13-6-176,14 0-180,24 0-152,26-1-16,30 1-684,27 6-636,24-6-568,23 9-2428,20 0-2397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31.67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12 10017,'0'0'4196,"30"-3"-3112,24 0-124,6 3-183,27-3-121,27 0-156,23 3-172,27 0-88,27 9-452,27-6-716,20 3-657,6-6-719,1 3-1664,16-3-2809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1:57.94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55 72 8141,'-14'-72'15553,"11"73"-14289,1-1-1089,0 0-1,-1 0 0,1 0 1,0 1-1,0-1 0,0 1 1,0 0-1,0-1 0,0 1 0,0 0 1,0 0-1,-3 2 0,4-1-70,0 1-1,0-1 1,0 0-1,0 0 1,1 0-1,-1 0 0,1 1 1,-1-1-1,1 0 1,0 1-1,-1-1 1,1 0-1,1 1 1,-1 1-1,34 1420 3888,-14-1120-9489,-12-227 21,37 145 0,-18-130-7854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1:58.28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115 480 11925,'-28'-34'1332,"-33"-51"-1,58 80-1043,0-1-1,0-1 1,1 1 0,-1 0-1,2-1 1,-1 1 0,1-1-1,0 0 1,0 1 0,1-1-1,-1 0 1,3-11 0,-2-12 1041,-3-3 139,1 19-593,1-1 0,0 1 0,3-28 0,-1 37-740,0 1 1,0-1-1,0 1 0,1-1 0,-1 1 0,1-1 0,0 1 1,1 0-1,-1 0 0,1 0 0,-1 0 0,1 0 0,1 1 1,-1-1-1,0 1 0,5-4 0,1 2-16,-1-1-1,1 1 1,0 0 0,1 1-1,-1 0 1,1 1 0,0 0-1,0 0 1,0 1 0,0 0-1,0 1 1,13 0 0,8 1 95,0 2 1,58 10 0,-23 2-76,-1 2-1,0 4 1,-2 2 0,0 3-1,-2 3 1,70 43 0,-50-20-99,-3 3 1,-2 3-1,124 122 1,-168-146-52,0 1-1,-3 2 1,-1 1 0,-1 1 0,-3 1-1,28 59 1,-43-79 5,-1 1 1,-1 0-1,-1 0 0,-1 0 0,-1 1 1,0 0-1,-2-1 0,0 1 0,-1 0 1,-2 0-1,0 0 0,-1 0 0,-1 0 0,-1 0 1,0-1-1,-11 27 0,1-16-7,-1-1 0,-2 0-1,-1-1 1,-1-1 0,-2-1-1,0-1 1,-2-1 0,-48 42-1,-15 2-2,-130 80-1,-447 239-3745,515-306 690,134-74 2333,-15 10-634,8-2-2512,22-16 3804,-1 0 0,0 0 0,0 0 0,0 0 0,0 0-1,0 0 1,0 0 0,0 0 0,0 0 0,0 0 0,0 0 0,0 0-1,1 0 1,-1 0 0,0 0 0,0 2-1623,0-2 1623,0 0 0,0 0-1,0 0 1,0 0 0,0 0 0,0 0 0,0 0 0,0 0 0,0 1-1,0-1 1,0 0 0,0 0 0,0 0 0,0 0 0,-1 1-1218,15 6-7281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1:58.63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55 14081,'45'-38'2556,"-40"35"-2165,-1 1 0,1 0 0,0 0 1,0 0-1,0 1 0,1 0 0,-1 0 0,0 0 1,0 0-1,1 1 0,-1 0 0,0 0 1,1 0-1,8 3 0,-1-2 145,23 3 31,0 1 0,0 2 0,-1 1 1,0 2-1,0 1 0,-1 2 0,-1 1 0,0 2 0,41 27 1,-39-20-450,-2 1 0,-1 1 0,-2 2 0,0 1 0,-1 1 0,-2 2 0,-2 0 0,25 39 0,-32-38-93,-2 1 0,0 0 1,-3 1-1,0 1 1,-3 0-1,0 0 0,-3 1 1,0 1-1,-3-1 0,-1 1 1,-2-1-1,-1 1 1,-2 0-1,-1-1 0,-2 1 1,-2-1-1,-1 0 0,-2-1 1,-1 0-1,-26 54 0,28-72-12,0 0 0,0-1 0,-2-1 0,0 0-1,-1 0 1,0-1 0,-1 0 0,-1-1-1,0-1 1,0 0 0,-32 19 0,44-30 0,0-1 0,1 1 1,-1 0-1,0-1 0,0 1 0,0-1 1,0 0-1,0 0 0,0 0 0,0 0 1,0 0-1,0 0 0,0 0 0,0 0 1,0-1-1,0 1 0,0-1 0,0 0 1,0 1-1,1-1 0,-1 0 0,0 0 1,0 0-1,1 0 0,-1-1 1,1 1-1,-1 0 0,-1-3 0,0 1 7,0-1 0,0 1-1,0 0 1,1-1 0,0 0-1,0 0 1,0 0 0,0 0-1,0 0 1,1 0 0,-2-6 0,1-11-9,1 0 0,1 0 0,0 0 0,2 0 0,0 0 0,2 0 0,7-25 0,52-141-664,-59 180 596,27-69-1098,3 1 0,4 2 0,3 2 0,2 2-1,79-95 1,-72 108-1826,2 1 0,2 3 0,87-65 0,-47 51-5640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1:59.33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1 693 10549,'12'-6'1637,"-6"12"177,-6-5-1714,1-1-1,-1 1 1,0-1-1,0 1 1,1 0-1,-1-1 1,1 1-1,-1-1 1,0 1-1,1-1 1,-1 1-1,1-1 1,-1 0-1,1 1 1,-1-1-1,1 1 1,0-1-1,-1 0 1,1 0-1,-1 1 1,1-1-1,0 0 1,-1 0-1,1 0 1,0 0-1,0 0 1,29-10 3046,-2-2-1926,99-27 1555,149-48-116,-190 56-2142,94-50 0,-161 72-453,-1-1 0,0 0 0,-1-2 0,0 0 0,-1 0 0,-1-2 0,22-23 0,-34 32-60,0 0-1,0 0 1,0 0-1,-1-1 1,0 0-1,0 1 1,0-1-1,-1 0 1,0 0-1,0 1 1,0-1-1,-1 0 1,0 0-1,0 0 0,0 0 1,-1 0-1,0 0 1,0 0-1,0 0 1,-3-5-1,-2-6-6,0 0 0,-2 0-1,0 1 1,-1 0 0,-13-18 0,16 26 0,-1 0 0,0 1 0,0 0 1,-15-10-1,-12-12-159,33 28 163,0 1 0,0-1 0,0 1 0,0-1 0,0 1-1,-1-1 1,1 1 0,0 0 0,0-1 0,-1 1 0,1 0 0,0 0 0,0 0-1,-1 0 1,-1 0 0,2 0-45,0 1 0,0-1 0,0 0 0,-1 0 0,1-1 0,0 1 0,0 0 1,0 0-1,0 0 0,-1-1 0,1 1 0,0-1 0,0 1 0,-2-2 0,20 48-1916,-14-35 1723,-9-15-98,4 3 336,1 0 0,-1-1 0,1 1 0,-1 0 0,0 0 0,0 0 0,0 0 0,0 0 0,0 0 0,0 1 1,0-1-1,0 1 0,0-1 0,-3 1 0,-4 1 125,1 1 0,-1 1 0,0-1 0,1 1 0,-1 1 0,1 0 0,-13 7 0,-4 3 154,-7 2 72,0 2-1,2 1 0,0 2 0,1 1 1,2 1-1,0 2 0,1 0 0,-42 56 1,27-23 51,2 0 1,3 3-1,-45 104 0,71-140-335,0 1-1,2 0 1,0 1-1,2 0 1,1 0-1,1 0 1,2 1-1,0-1 1,3 32-1,1-42-37,0 1-1,1 0 1,1 0-1,0-1 1,2 0 0,0 0-1,0 0 1,2-1-1,0 0 1,1 0 0,0-1-1,2 0 1,-1-1-1,2 0 1,13 13 0,-4-9-24,1-1 1,1-1 0,0-1 0,2-1 0,-1-1 0,1-1 0,1-1 0,0-2 0,0 0-1,1-2 1,0-1 0,42 5 0,-21-7-45,0-2-1,-1-1 1,1-3-1,0-2 1,-1-2-1,70-18 1,-83 15-3,0-1 1,-1-2 0,0-1 0,-1-2-1,0-1 1,34-24 0,-46 26 26,-2-1-1,1-1 1,-2-1 0,0 0-1,-1-1 1,-1-1 0,-1-1-1,0 0 1,-2 0 0,18-39-1,-12 20-11,-3 0 0,-1-1 1,-2-1-1,12-75 0,-20 76 46,-1 0-1,-2 0 1,-2 0 0,-1 0-1,-2 0 1,-2 1 0,-18-63 0,17 81-126,-1 0 0,0 0 0,-2 1 1,0 0-1,-2 1 0,-20-27 1,22 34-250,0 1 0,-1 0 0,0 1 0,-1 0 1,0 0-1,0 2 0,-1-1 0,0 2 0,-1 0 1,-19-8-1,25 13-292,1 0 0,-1 1 1,1 0-1,-1 0 0,0 0 1,1 1-1,-1 1 0,1-1 1,-1 1-1,0 0 0,1 1 1,-9 2-1,-23 13-5573,11 6-2897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00.03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448 28 8669,'-23'-9'3341,"17"6"-2703,0 0 0,1 1 0,-1-1 1,0 1-1,0 1 0,-1-1 1,1 1-1,0 0 0,0 1 0,-1-1 1,1 1-1,0 0 0,0 1 0,-1 0 1,1 0-1,-11 3 0,2 2-165,1 1 1,1 0-1,-1 1 0,1 1 1,1 0-1,-1 1 0,1 0 1,1 0-1,0 1 0,1 1 1,0 0-1,1 1 0,0-1 1,-11 22-1,2 1-196,2 0 1,1 1-1,2 1 0,1 0 0,-9 54 1,10-18 293,-6 142 1,17-189-614,1 1 0,0-1 0,3 0 0,0 0-1,1 0 1,2 0 0,0-1 0,2 0 0,22 44 0,-23-55 5,0-1 0,0 0 0,1-1 0,1 0 0,0 0 0,1-1 0,0-1 0,0 0 0,1 0 0,1-1 0,0-1 0,0 0 0,0 0 0,1-2 0,0 1 0,0-2 0,1 0 0,20 4 0,-4-4-224,0-2 0,1 0-1,-1-3 1,1 0 0,-1-2 0,1-1 0,-1-2-1,0-1 1,40-13 0,-38 8-49,0-2 0,-1 0 0,-1-2-1,0-2 1,-1-1 0,-1-1 0,-1-1 0,34-31 0,-26 15 57,-1-2 1,-2-1 0,-1-1 0,-3-2 0,-1-1-1,-2-1 1,-3-2 0,25-62 0,-44 96 221,0 0 1,0-1 0,-1 1-1,-1-1 1,0 0 0,-1 1-1,0-1 1,-1-14 0,0 26 38,-1-1-1,1 1 1,0 0 0,-1 0 0,1 0-1,-1-1 1,0 1 0,1 0-1,-1 0 1,0 0 0,0 0 0,0 0-1,1 0 1,-1 1 0,0-1 0,0 0-1,0 0 1,-1 1 0,1-1 0,0 0-1,0 1 1,0-1 0,0 1 0,0 0-1,-1-1 1,1 1 0,0 0 0,0 0-1,-1-1 1,1 1 0,0 0 0,-1 0-1,1 1 1,0-1 0,0 0-1,-1 0 1,-1 1 0,-4 0 72,-1 1 1,1-1-1,-1 2 1,1-1-1,-14 7 1,7-1 45,1 0 0,0 1 1,1 1-1,0 0 0,1 0 1,0 2-1,0-1 0,1 1 1,-9 15-1,1 1 63,1 0 0,2 1 1,-16 42-1,27-60-145,0 0 1,1 1 0,0 0 0,0-1-1,1 1 1,1 0 0,0 0 0,1 0-1,0 0 1,1 0 0,2 14-1,-1-18-27,0 0-1,1 1 0,0-1 0,0 0 0,1-1 0,0 1 0,0-1 0,1 0 1,0 0-1,0 0 0,1 0 0,-1-1 0,1 0 0,1 0 0,-1-1 0,13 8 1,-3-4-182,0 0 1,1-1-1,0-1 1,0-1-1,1 0 1,0-1 0,0-1-1,0-1 1,1-1-1,-1 0 1,1-1 0,20-2-1,27-4-2505,0-4 0,69-17 1,-66 12-1622,43-8-5592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00.81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847 1292 12129,'-16'-20'2076,"5"4"76,0 1 0,-24-23 1,29 33-1799,0 0 0,-1 0 0,1 0 0,-1 1 0,0 1 0,-1-1 1,1 1-1,0 0 0,-12-3 0,3 2-46,-1 1 0,1 1 1,0 0-1,-1 1 0,1 0 1,-1 2-1,1 0 0,-1 0 0,1 2 1,-29 8-1,24-4-131,0 1-1,0 1 1,1 1 0,1 1-1,0 1 1,0 0 0,-20 20-1,4 0-80,2 1 0,2 2 0,1 2-1,2 0 1,1 2 0,3 1 0,-21 44-1,36-65-115,0 0 0,2 0 0,0 1-1,1 0 1,2 0 0,0 0 0,-2 29-1,5-41-15,1 0 0,1-1 1,-1 1-1,1-1 0,1 1 0,0-1 0,0 0 0,0 1 0,1-1 0,4 8 0,-5-10-5,1-1 0,1 1 0,-1-1 0,1 0 0,0 0 0,0 0 0,0 0-1,0-1 1,0 1 0,1-1 0,0-1 0,0 1 0,-1 0 0,2-1 0,7 3 0,0-2-86,1-1-1,-1 0 1,0 0 0,1-1 0,0-1 0,-1 0 0,1-1 0,-1-1 0,0 0 0,1 0 0,-1-2-1,0 1 1,0-2 0,18-8 0,-1-1-20,-2-1-1,1-2 1,-2-1-1,49-41 1,-41 26 85,-1-2 1,-2-1-1,-1-1 1,-2-2-1,-2-1 0,26-51 1,-4-8 62,58-167 1,-79 179 18,24-127 0,-2-94 363,-47 281-324,18-132 1183,0-162 1,-14 337-247,-2 8-705,-2 1 0,-1-1 0,-1 48 0,-13 80 396,11-149-674,-90 599 946,17-139-465,64-387-680,5 0 0,6 143-1,0-204 118,0 1 0,1 0 1,0-1-1,1 1 0,1-1 0,8 20 0,-9-28 15,1 0 0,0-1-1,0 0 1,0 0 0,1 0 0,0 0 0,0-1 0,1 0 0,-1 0-1,10 6 1,-9-7 12,1 0 0,-1 0 1,1 0-1,-1-1 0,1 0 0,0-1 0,1 0 0,-1 0 0,0 0 0,1-1 0,13 1 0,-10-2-22,1 0-1,0-2 0,0 1 0,-1-1 0,1-1 0,20-7 0,-3-3-115,0-1 0,-1-1-1,-1-1 1,42-33 0,-24 12-60,-1-3 0,47-53 0,67-97-134,-103 123 312,-40 48 84,10-10 170,-2-1 0,35-61 0,-44 55 341,-13 33-224,1 7-17,6 15-86,-2-5-63,0 0 0,-1 0 0,0 1 0,3 20 0,-4-3 10,-2-11-62,1-1 0,1 1 0,1-1-1,13 37 1,-16-52-80,1 0 0,-1 0 0,1 0 0,0-1 0,0 1 0,1-1 0,-1 0 0,1 0 0,0 0 0,0 0 0,0-1 0,1 1 0,-1-1 0,1 0 0,0-1 0,0 1 0,0-1 0,0 0 0,0 0 0,0-1 1,1 1-1,-1-1 0,1 0 0,6 0 0,-4 0 5,1-1 0,0 0 1,0 0-1,0-1 1,0 0-1,0-1 0,0 0 1,-1 0-1,1-1 1,-1 0-1,0-1 1,9-4-1,147-92 87,-159 97-58,1-1 1,0 1 0,0 0 0,0 1 0,11-4 0,-14 5-15,-2 2-16,0 0 0,0 0-1,0-1 1,0 1 0,-1 0-1,1 0 1,0 0 0,-1 0 0,1 0-1,-1 0 1,1 1 0,-1-1-1,0 0 1,1 0 0,-1 0-1,0 0 1,0 2 0,1-3 5,1 12-1,-1 0 1,0 0-1,0 0 1,-1 0-1,-1 0 1,0 0-1,0 0 1,-1 0-1,-7 21 1,4-10-38,-1 7-742,0 1 0,2 1 0,1 36 0,3-56-60,0-1 1,1 1 0,1-1 0,0 0-1,0 1 1,1-1 0,1 0-1,0 0 1,0-1 0,1 1 0,0-1-1,7 10 1,-9-16-72,1 0 1,-1 0-1,1 0 0,0 0 0,0-1 1,7 5-1,42 20-8935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01.11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5 13721,'1'0'201,"1"-1"0,-1 0-1,1 1 1,-1-1 0,1 1 0,0-1-1,-1 1 1,1 0 0,0 0 0,-1 0-1,1 0 1,0 0 0,-1 0 0,1 0-1,-1 0 1,1 1 0,0-1 0,2 2-1,21 19 3124,-13-9-2505,57 62 3891,-53-54-3988,-1 2-1,-1 0 0,20 40 0,-15-20-316,-1 0-1,-3 2 1,-1 0-1,-3 0 1,12 82-1,-21-95-373,0 0-1,-2 1 1,-2-1-1,-1 0 1,-1 0-1,-1 0 1,-2 0-1,-1-1 0,-18 43 1,-2-13-182,-3 0 0,-2-2 0,-3-2 0,-63 78 0,64-97 38,33-35 313,3-12-85,0 0 0,0 0 0,1 0 1,0 1-1,1-1 0,7-17 0,31-55 149,-20 43-179,170-272-335,-158 262-28,18-25-1056,3 2 1,4 3 0,2 3 0,131-112 0,-154 150 14,1 2 0,1 1 0,62-28 0,55-9-6782,-68 37-836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01.40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1 442 8133,'26'-7'3089,"-17"5"-2202,0-1-1,1 1 1,-1-2 0,0 1 0,0-1 0,-1-1-1,1 0 1,8-7 0,61-48 3499,-2 2-363,99-99-1,-138 112-3223,-35 42-771,1-1 0,-1 0 0,0 1 0,-1-1-1,1 0 1,-1 0 0,0 0 0,0 0 0,0-1-1,0 1 1,0-4 0,-1 7-28,0 0 0,0 0 0,0 0 0,0 0 0,0 0 0,-1 0 0,1 1 0,0-1 0,0 0 0,-1 0 0,1 0 0,0 1 0,-1-1 0,1 0 0,-1 0 0,1 1 0,-1-1 0,1 0 0,-1 1 0,0-1 0,1 0 0,-1 1 0,0-1 0,1 1 0,-1-1 0,0 1 0,0-1 0,1 1 0,-1 0 0,-1-1 0,-2 1 0,1-1 0,0 1 0,0 0 0,0 0 0,-1 0 0,1 0 0,0 0 0,0 1 0,-4 0 0,-4 2 0,0 0 0,1 1 0,-1 1 0,-16 8 0,11-2 0,0 1 0,1 1 0,0 0 0,1 1 0,-13 17 0,-56 83 0,63-83 0,1 2 0,2 0 0,1 1 0,2 0 0,-15 55 0,24-71 0,1 2 0,1-1 0,0 0 0,1 1 0,1-1 0,1 1 0,1-1 0,0 1 0,2-1 0,0 0 0,1 1 0,8 21 0,-5-26-155,1-1 0,0-1 0,1 1 0,0-1 0,1-1 0,1 0 0,-1 0 0,2-1 0,0 0 0,0-1 0,1-1 0,0 0-1,23 12 1,10 2-1122,1-1-1,91 26 1,149 25-10195,-130-43-836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02.72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28 32 10285,'-3'-22'1542,"1"12"5602,-4 28-2119,0 13-4156,1 1 1,2-1 0,1 1 0,1-1-1,6 45 1,-2-12-9,4 449 1984,12 245-5324,-17-722 1759,16 173-3229,-13-168 1124,3-1-1,2 1 1,15 41-1,8 1-8660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02.95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5 607 11573,'-2'-36'655,"1"22"-277,0 1-1,1-1 0,0 0 0,1 0 1,1 1-1,0-1 0,1 1 0,0-1 1,8-18-1,4-3 637,1 0 1,2 2 0,2 0-1,33-43 1,-39 59-791,0 1 0,1 1 1,0 0-1,2 1 1,-1 1-1,2 0 0,0 1 1,0 1-1,30-13 0,-16 12-298,-1 2-1,2 1 1,-1 2-1,1 1 0,0 2 1,0 1-1,1 1 1,-1 2-1,0 1 0,48 8 1,-49-3-465,0 1 0,-1 1 0,0 1 0,0 2 0,-1 2 0,0 0 0,-2 2 0,1 1 0,-2 1 0,45 38 0,-55-40-339,-1 2 0,-1 0 0,-1 0 1,0 2-1,-1 0 0,-1 0 0,10 24 1,23 60-5685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03.0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1 528 11365,'37'-48'1936,"-10"18"-236,3 0-207,3-3-325,14-1-216,13-5-296,17-6-516,17-9-640,20-1-800,7 1-733,3 0-2499,6 3-3529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03.39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76 1 8889,'-14'6'2118,"-1"-1"1,-20 4 0,35-8-1985,-1-1 1,0 1 0,1-1-1,-1 1 1,0 0 0,1-1-1,-1 1 1,1 0 0,-1-1-1,1 1 1,-1 0-1,1 0 1,-1-1 0,1 1-1,0 0 1,0 0 0,-1 0-1,1-1 1,0 1 0,0 0-1,0 1 1,-1 0 264,1 2-155,-1-1 0,1 1 0,0 0 0,0 0 0,0-1 0,0 1 0,1 0 0,0 0 1,-1-1-1,1 1 0,1-1 0,-1 1 0,0-1 0,1 1 0,0-1 0,3 6 0,4 5 244,0-1 0,16 18 1,0-6-122,1-1 1,1-1 0,50 32-1,-22-15-505,-35-26-20,1-1 0,0-1 0,1-1 0,0-1 1,1 0-1,0-2 0,41 9 0,-43-13 77,-1 0 0,1-2 0,0-1 0,0 0 1,0-2-1,0 0 0,0-1 0,0-1 0,26-8 0,-36 7 66,-1 0 0,0 0 0,-1-1 0,1 0 0,-1-1 0,0 0 0,0 0 0,-1-1 0,1 0 0,-2-1-1,10-10 1,-1-3 237,0-1 0,-1-1 0,15-31 0,-26 44 42,0 1-1,-1-1 1,0 0-1,0 0 1,-1-1 0,0 1-1,0-21 1,-2 2 1048,-5-41 1,4 65-417,-2 6-569,0 0-314,1 0 1,-1 1-1,1-1 0,-1 1 1,1-1-1,0 1 0,0 0 1,-1 0-1,1 0 0,0 0 1,1 0-1,-1 1 0,0-1 0,1 0 1,-1 1-1,1 0 0,0-1 1,0 1-1,0 0 0,0-1 1,0 1-1,1 0 0,-1 0 1,0 3-1,-1 13-402,1-1 0,1 35 1,1-16-534,-1-21 464,-6 152-5014,-1-55-2934,0-29-2663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03.82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177 12 10557,'-30'-11'4285,"27"10"-2495,-1 1-198,-4 0-1041,1 0-1,-1 1 1,0-1-1,0 1 1,1 1 0,-1 0-1,1 0 1,-1 0-1,1 1 1,0 0-1,0 0 1,0 1-1,0 0 1,1 0-1,0 1 1,0 0-1,-10 10 1,15-13-507,1 0 1,0 1-1,0-1 0,0 1 0,0-1 1,0 1-1,0-1 0,1 0 1,-1 1-1,1-1 0,0 0 1,0 1-1,1 1 0,-1 0 30,7 17-151,2 0-1,0 0 1,23 32 0,-16-27-711,20 42 1,-27-40 365,-1 0 0,-1 0 0,-1 1 1,-1 0-1,-2 1 0,-1-1 0,-1 1 0,-2-1 1,-1 1-1,-9 57 0,-3 12-220,12-96 855,5-5-29,16-11 51,0 0-1,-1-2 1,-1 0 0,26-28 0,16-13 425,-8 11 95,76-60 1297,-103 87-1521,1 1-1,1 0 0,35-14 0,-56 28-418,0 0-1,1 1 0,-1 0 0,0 0 1,0 1-1,1 0 0,-1 0 1,1 0-1,-1 1 0,1 0 0,-1 0 1,1 1-1,0-1 0,-1 1 1,0 1-1,1-1 0,-1 1 0,0 1 1,0-1-1,0 1 0,0 0 1,0 0-1,-1 1 0,1-1 0,-1 1 1,0 0-1,0 1 0,-1-1 1,1 1-1,-1 0 0,0 0 0,0 1 1,5 9-1,-1 0-84,0 0 0,-1 1 0,-1-1 1,0 2-1,-1-1 0,5 27 0,4 103-144,-6-35-1113,28 106-4309,-27-182-51,26 68-1,-8-48-6153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04.27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294 20 10797,'-1'0'50,"-3"0"361,-1 1 0,1 0 0,-1-1 1,1 0-1,-1 0 0,0-1 0,1 1 0,-1-1 1,1 0-1,-1 0 0,1-1 0,0 1 1,-1-1-1,1 0 0,-8-4 0,11 5-285,0 0 0,0 1-1,1 0 1,-1-1 0,0 1 0,0 0-1,-1-1 1,1 1 0,0 0-1,0 0 1,0 0 0,0 0 0,0 0-1,0 0 1,0 0 0,0 0-1,0 0 1,0 0 0,0 1 0,0-1-1,0 0 1,0 1 0,0-1-1,0 1 1,0-1 0,0 1 0,0 0-1,1-1 1,-2 2 0,-25 25 1359,24-23-1221,-16 22 203,1 0 0,1 2 0,1 0 0,2 0 0,1 2 0,1 0 0,1 0 0,2 1 0,1 0 0,2 1 0,-3 33 0,8-49-547,0 1 0,2 0 1,0 0-1,1 0 0,0 0 1,2-1-1,0 1 0,1-1 1,0 0-1,1 0 0,1-1 1,18 30-1,-17-32-111,1 0 1,1-1-1,0 0 1,0 0-1,1-1 1,1 0-1,0-1 1,1 0-1,-1-1 1,2-1-1,-1 0 1,1-1-1,30 11 1,-26-13 78,1-1 1,0-1 0,0-1-1,0 0 1,1-2-1,-1 0 1,0-1 0,0-1-1,0-1 1,0-1 0,-1 0-1,1-1 1,-1-1 0,35-17-1,-17 5 257,0-3 0,-1 0 0,-1-3 0,0 0-1,56-57 1,-74 64 162,-5 6 123,0 0 0,1 0 0,0 1 0,21-14 0,-30 23-108,-11 25 121,-3 9-920,2 0 0,-7 46-1,7-18-1148,5-36-326,-3 51 0,7-72 1575,17-10-15,-11 4 394,0 0-1,0-1 1,0 1-1,-1-1 1,1-1 0,7-5-1,28-15 337,-15 14-200,2 1-1,-1 2 0,1 0 0,0 2 0,55-3 0,85-9-1561,-2-16-4122,-99 18 1249,0 3-2161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04.75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1 405 9725,'8'-4'539,"1"0"0,1 1 0,-1 1 0,0-1 0,1 1 0,0 1 1,-1 0-1,17 1 0,11-3 538,246-27 2585,-256 27-3487,1120-124 2977,-1060 116-3097,780-110-898,-746 99-128,141-29-5040,-233 43 1386,-8 0-2639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04.95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118 88 7573,'-69'-41'1971,"23"-4"5855,43 44-6216,8 3 139,33 15-408,-1 2-1,-1 1 1,-1 2 0,47 38 0,-15-4 23,64 69 0,-87-78-1096,-2 2-1,-2 2 0,-2 1 0,-2 2 0,53 110 0,-74-132-190,-2 1 1,-2 1-1,0 0 0,-3 0 0,-1 1 0,-1 0 0,-2 0 0,-1 0 0,-2 1 1,-2-1-1,-1 0 0,-8 46 0,-2-32-137,-2-1 0,-2 0 0,-2-2 0,-25 48-1,-111 167-1060,-13-37-2759,47-83-1916,52-61-495,-2 6-6103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10.33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131 2298 6725,'-2'1'65,"-17"4"2103,0 0 1,-32 16-1,49-20-612,-2 1-72,-26 13 1264,27-14-1566,6-4 19,38-41 446,2 2 0,95-73-1,642-357 301,-597 369-1801,-73 41-56,696-404-421,-28-40-1931,-510 297 708,-203 151-1246,106-122 0,-169 178 2463,0-1 1,-1 1 0,1 0-1,-1-1 1,0 1 0,1-1-1,-1 1 1,0-1 0,0 1-1,-1-1 1,1 0 0,-1 0-1,1 1 1,-1-1 0,0 0-1,0 0 1,0 1 0,0-1-1,0 0 1,-1 0 0,1 1-1,-1-1 1,0 0 0,0 1-1,-2-6 1,-9-7-6777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10.57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339 25 8209,'-1'-1'208,"1"0"0,0 0 0,-1 0 0,1-1 0,0 1 0,0 0 0,0 0 0,0 0 0,0 0 0,0 0 0,0 0 0,1-1 0,-1 1 0,0 0 0,0 0 0,6-5 5097,-8 6-5207,-36 0 3162,-40 5-1,66-3-2807,1-1-1,-1 2 0,1 0 1,0 0-1,0 1 0,0 0 1,1 1-1,-15 8 0,22-10-386,0-1-1,0 1 1,0 0 0,0 0-1,1 0 1,0 0 0,-1 0-1,1 1 1,0-1 0,1 1-1,-1-1 1,0 1-1,1 0 1,0-1 0,0 1-1,0 0 1,0 0 0,1 0-1,0 0 1,0 0-1,0 0 1,0 0 0,0 0-1,1 0 1,-1 0 0,1-1-1,3 9 1,2 7 69,2 1 1,0-1-1,21 37 1,27 41 31,77 187 0,-116-239-534,-2 0 1,-2 1 0,10 66-1,-21-93 92,-1 0-1,0 0 0,-1 0 0,-1 0 0,-1 0 1,-1 0-1,-1-1 0,0 1 0,-1-1 0,-1 0 0,-13 27 1,0-11-739,-1-1 0,-2-1 0,-29 32 0,30-38 134,1-4-547,0 0 0,-37 30 0,-14 4-4241,22-16-1863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10.76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429 40 10857,'-110'-9'2416,"70"6"-320,-4-6-215,4 3-241,-14 0 700,18 3-1524,5 0-436,1 3-372,7 0-624,3 0-948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33.46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1835 178 4556,'-21'-15'368,"-2"-2"563,-39-22 0,36 23-286,-1 2 1,0 1 0,0 1-1,-51-15 1,28 18-382,-1 1 0,-1 3 0,1 3 0,-1 1 0,1 3 0,-1 2 0,1 2 0,0 3 0,1 1 0,0 3 0,0 2 0,2 2 0,0 3 1,-83 46-1,50-19-38,2 4 0,-103 88 0,138-101-157,1 3 0,3 1 0,1 3 0,2 1 0,-33 55 0,56-80-38,2 2 0,1-1 0,1 2-1,0-1 1,2 1 0,1 1 0,1-1 0,-4 34-1,9-39-17,0 0-1,1-1 0,1 1 0,1 0 0,0-1 1,2 1-1,0-1 0,1 0 0,1 0 0,0-1 1,18 34-1,-4-17 17,2-2 1,1 0-1,1-1 1,31 30 0,120 103-24,-114-110-20,-24-21 9,339 326-94,-323-301 55,-2 3 0,-3 1 1,-3 3-1,59 110 0,-94-153 27,0 2-1,-1 0 1,-1 0-1,-1 0 1,-2 1-1,0 0 1,-1 0-1,-2 1 1,-1-1-1,-2 39 1,-1-45 13,-1 1 1,-1-1 0,0 0 0,-1 0 0,-2 0 0,1-1-1,-2 0 1,-1 0 0,0-1 0,-1 0 0,-1-1 0,0 0-1,-1-1 1,-16 16 0,-2-3 8,-2-1 1,-1-1-1,0-3 0,-2 0 1,-1-2-1,-40 17 0,-4-9-743,77-24 557,3-2 156,-2 9-76,0 0 0,2 1 0,-1 0-1,3 19 1,19 314-76,-26 4 199,3 121 46,9-331 151,49 255 1,-36-306-65,4-1 1,4-2 0,73 157-1,-82-206-113,2-1 0,1-1 0,2-2 0,2 0 0,1-1 0,1-2-1,46 40 1,-37-41 2,1-1 0,2-3 0,0-1 0,1-1 0,2-3 0,59 20-1,-24-16-143,1-3 0,1-5-1,152 13 1,249-18-1569,-365-11 1104,394-18-2380,-290 2-915,-148 12 1013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49.97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1 403 8317,'471'-256'5573,"-193"128"-1059,-268 124-4205,0 0 1,0 1-1,0 0 0,12-1 0,-21 3-250,1 1-1,0 0 1,-1 0-1,1 0 1,-1 0-1,1 0 1,0 0-1,-1 1 1,1-1-1,0 1 1,-1-1-1,1 1 1,-1-1 0,3 2-1,-3-1-36,-1 0 0,1 0 0,0 0 0,-1-1 0,1 1 0,-1 0 0,1 0 0,-1 0 1,1 0-1,-1 0 0,0 0 0,1 0 0,-1 0 0,0 0 0,0 0 0,0 0 0,0 0 0,0 0 0,0 1 0,0-1 0,0 0 0,0 0 0,0 0 0,-1 0 0,1 1 0,-20 61 446,13-45-318,1 1 0,1 0 0,-5 39 0,9-53-169,1 0 0,0 0 0,0 1 0,0-1 0,1 0 0,0 0 0,0 0 0,0 0 0,1 0 0,0 0 0,0 0 0,0 0 0,0-1 0,1 1 0,0-1 0,0 1 0,0-1 0,0 0 0,8 6 0,-1-2-119,0-1-1,1 0 0,0 0 1,1-1-1,-1-1 0,1 0 0,0-1 1,1 0-1,21 4 0,11 0-455,63 2 0,43-8-394,197-23 0,-191 8 569,166 6 1,-248 9-783,112-11 1,74-35-6209,-170 23 3502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48.9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412 0 16237,'-24'95'6099,"13"-48"-2325,-17 45-1,-120 227-371,17-45-8959,94-201 143,13-29-3059,15-26-2384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49.1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 55 12689,'-20'-33'7973,"30"23"-7425,3-2-148,4 27-280,13 10-664,7-10-724,7 15-612,-7-3-825,3 9-1747,0 9-3445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49.50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673 507 7869,'16'-22'1171,"-2"0"0,0-2-1,-2 0 1,0 0 0,-2-1 0,0-1 0,-2 0 0,-1 0 0,4-29 0,-7-51 2840,-2 19-757,-2 49-1937,-3 36-730,-1 9-72,-1 9-200,0-1 0,-4 26 0,-49 390 1567,-10 53-1210,-114 278-665,-49-15-8,143-504-521,-22 72-705,102-288 722,1 0-1,2 0 0,1 1 1,1 0-1,1 44 1,1-70 392,1 0 0,0 0 0,0 0 0,0 1 0,1-1 1,-1 0-1,0 0 0,1 0 0,0 0 0,-1 0 0,1 0 1,0 0-1,0 0 0,0 0 0,0 0 0,2 2 1,-3-4 68,1 0 0,0 0 1,-1 0-1,1 0 1,0 0-1,0 0 1,-1 0-1,1 0 1,0 0-1,-1 0 1,1 0-1,0 0 1,0-1-1,-1 1 1,1 0-1,-1 0 1,1-1-1,0 1 1,-1 0-1,1-1 1,0 1-1,-1-1 1,1 1-1,-1-1 0,1 1 1,-1-1-1,0 1 1,1-1-1,0 0 1,7-9-254,-1-1 1,0 1-1,7-17 0,3-11-59,-1 0 1,-2-1-1,-2-1 0,-2 0 0,-1 0 0,-2-1 0,1-42 1,-9-295 584,-6 122 652,7 234-812,2-1 1,0 0-1,1 1 1,1-1-1,1 1 0,1 0 1,1 1-1,13-29 0,-10 32-75,0 1-1,2 0 0,0 1 0,1 0 1,0 1-1,1 0 0,1 1 0,0 1 1,1 0-1,32-18 0,9-4-814,1 4 0,2 1 0,92-31 0,-83 39-1848,1 4 0,81-12 0,0 15-5444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50.96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326 275 7589,'-4'-32'1112,"2"22"-193,1 0 0,0-1 0,1 1 0,0-14 0,0-4 1194,-1-1 0,-1 1 0,-9-37 0,7 39-1058,3 25-1016,1 1 0,-1 0 0,1 0 0,-1 0 0,0 0 0,1 0 0,-1 0 0,0 0 0,1 0 0,-1 0 0,1 0 0,-1 0 0,0 0 0,1 0 0,-1 1 0,1-1 0,-1 0 0,1 0 0,-1 1 0,0-1 0,1 0 0,-1 1 0,1-1 0,0 1 0,-1-1 0,0 1 0,0 0 51,-8 5 115,0 1 0,1 1 1,0-1-1,0 1 1,0 1-1,1 0 1,0 0-1,-10 19 1,-40 91 502,34-66-489,-4 5 10,3 1-1,-26 100 1,43-133-379,2 1-1,1-1 1,1 1-1,2 0 0,0 0 1,2-1-1,1 1 1,10 52-1,-9-70 38,-1 1-1,2-1 1,-1 0 0,1 0-1,1 0 1,0 0 0,0-1 0,0 1-1,1-1 1,1-1 0,8 10-1,-10-13 50,-1-1 0,0 1 0,1-1 0,0 0-1,-1-1 1,1 1 0,0-1 0,1 0 0,-1 0 0,0 0-1,0-1 1,1 0 0,-1 0 0,1 0 0,-1-1-1,1 0 1,-1 0 0,1 0 0,-1-1 0,1 1 0,8-4-1,15-5-243,-1-2-1,28-14 0,14-7-455,-68 32 730,0-1 0,-1 0 0,1 0 0,0 1 0,0-1 0,0 1 0,0 0 0,-1-1 0,1 1 0,0 0 0,0 0 0,0 0 1,0 0-1,0 1 0,0-1 0,0 0 0,-1 1 0,3 0 0,-3 0 17,1 0 0,-1 0 0,-1 0 0,1 0-1,0 0 1,0 0 0,0 0 0,0 0 0,-1 0 0,1 0 0,0 0 0,-1 1-1,1-1 1,-1 0 0,0 0 0,1 1 0,-1-1 0,0 0 0,0 3-1,1 5-23,-2 1 0,1-1-1,-2 0 1,1 1 0,-4 12-1,-10 25-214,-1-2 0,-2 1-1,-25 44 1,14-30-228,-31 88 0,52-123 297,0-4-50,1 0-1,2 0 1,0 0-1,1 1 1,1 0-1,0 38 1,3-50 81,1 1 0,0 0 0,1 0-1,0-1 1,1 1 0,0-1 0,1 0 0,0 0 0,0 0 0,1 0 0,10 14 0,-6-12-29,1-1 0,0 0 0,0 0 0,1-1 0,0-1 1,1 0-1,21 13 0,1-5-210,0-1 0,1-2 0,1-1-1,0-2 1,70 13 0,17-6-1454,1-4 0,137-4-1,-125-12-408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43.76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149 119 13365,'-19'-46'2705,"3"7"2890,15 36-4908,0 0 1,0 0 0,1 0 0,-1 0 0,1 0-1,0 0 1,0 0 0,0-3 0,3 2 2729,2 18-1922,-1 15-1495,-1-1 0,-2 1 0,-1 0 0,-7 54 0,4-45 0,-55 495 0,26-272 0,6 173-1026,28-360 375,3-1 0,3 1 0,33 134 0,-31-174-1548,2 0-1,18 38 1,-19-50-1974,28 40 0,9 0-7036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44.11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865 345 13357,'-113'-94'2700,"49"44"224,44 36-1416,1-1-1,0-2 1,1 0 0,0 0 0,-22-32-1,23 29 333,-6-13 863,22 33-2697,1-1 1,0 1-1,-1 0 1,1-1 0,0 1-1,0-1 1,0 1-1,-1-1 1,1 1-1,0-1 1,0 1 0,0-1-1,0 1 1,0-1-1,0 1 1,0-1-1,0 1 1,0-1 0,0 1-1,0-1 1,0 1-1,0-1 1,0 1 0,0-1-1,1 1 1,-1-1-1,0 1 1,0-1-1,1 0 1,2 0-7,-1 0 0,1 1 0,-1-1 0,1 1 0,-1 0 0,1-1 0,0 1 0,-1 0 0,1 1 0,-1-1 0,1 0 0,0 1 0,-1-1 0,4 2 0,40 13 0,-12 1 0,0 1 0,-2 1 0,0 2 0,-1 1 0,45 42 0,-65-55 0,69 62 0,77 86 0,63 92 0,-161-179 0,293 352 0,-242-277 0,91 161 0,-170-253 0,-3 1 0,-2 1 0,-2 2 0,-3 0 0,-3 1 0,15 73 0,-28-100 0,-1 0 0,-1 0 0,-2 1 0,-1-1 0,-2 0 0,0 0 0,-2 0 0,-2 0 0,0 0 0,-2-1 0,-1 0 0,-2-1 0,0 0 0,-19 32 0,7-25 1,-1-1 0,-2 0 0,-1-2 0,-2-2 1,0 0-1,-2-2 0,-2-1 0,-64 41 0,19-21-14,-2-4 1,-2-3-1,-89 29 1,-18-4-2132,-3-7-1,-392 62 1,357-99-2262,78-27-4155,86-4-1782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44.42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418 127 16321,'-11'-12'1071,"-1"-1"0,-15-23 0,26 34-777,1 0 0,-1 1-1,1-1 1,-1 0-1,1 1 1,0-1-1,-1 0 1,1 0-1,0 1 1,0-1 0,0 0-1,1 0 1,-1 1-1,0-1 1,1-3-1,1-15 3349,-2 20-3610,-4-15 3160,-2 32-1620,5-15-1645,-22 76 171,-22 130 0,6 89-90,-1 10-41,-97 398 33,135-692 0,-55 312-5560,50-262 2815,2 1 0,4 0-1,6 69 1,2-72-10497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44.82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474 227 10957,'-2'-11'537,"0"-1"0,0 1 0,1 0 0,0-1 0,1 1 0,1 0 0,2-17 0,-2 23-181,0 0 0,1-1 1,0 1-1,0 0 0,1 1 0,-1-1 1,1 0-1,0 1 0,0-1 1,1 1-1,-1 0 0,1 0 0,0 0 1,0 1-1,0-1 0,0 1 0,1 0 1,8-4-1,-1 1 107,1 1-1,0 0 1,0 1 0,1 0-1,-1 1 1,1 1 0,15-1-1,12 1 477,47 3 0,-40 3-570,1 2 0,-1 1 0,0 3 0,-1 2 1,-1 2-1,0 2 0,0 2 0,-2 2 1,57 35-1,-74-38-277,0 2 1,-2 1-1,0 1 0,-1 1 1,-1 1-1,28 37 1,-37-40-78,-1 0-1,0 1 1,-1 0 0,-2 1 0,0 0-1,-1 1 1,-2 0 0,0 1 0,4 30 0,-7-17-217,-1 1 0,-2 0 1,-1 0-1,-3-1 0,-1 1 1,-1-1-1,-2 0 1,-2 0-1,-2 0 0,-18 43 1,6-27-329,-2-2 1,-2-1-1,-3 0 1,-1-3 0,-3 0-1,-44 46 1,0-13-667,-4-3 1,-2-4-1,-156 102 1,-310 134-1202,488-279 2550,-81 27 1,134-55-36,1 0 0,-1 0 0,-16 1 0,7-7 277,18 4-379,0-1-1,0 1 1,-1 0 0,1-1-1,0 1 1,0-1-1,0 1 1,0 0 0,0-1-1,0 1 1,0-1 0,-1 1-1,1 0 1,0-1-1,0 1 1,1-1 0,-1 1-1,0-1 1,0 1 0,0 0-1,0-1 1,0 1-1,0-1 1,0 1 0,1 0-1,-1-1 1,0 1 0,0 0-1,1-1 1,-1 1-1,0 0 1,0-1 0,1 1-1,-1 0 1,0 0 0,1-1-1,7-7 136,0 1 0,1 0-1,0 1 1,0 0 0,0 0-1,1 1 1,-1 0 0,1 1 0,1 0-1,13-4 1,2 1 404,1 1 0,-1 1 0,31-1 0,-38 4-239,1 1-1,-1 1 1,1 1 0,-1 1 0,0 0-1,0 2 1,0 0 0,0 1 0,0 1-1,-1 0 1,24 13 0,8 6 366,-1 2 0,-1 2 0,57 45 0,-61-37-360,-3 2 0,-1 1 0,58 76 0,82 150-2281,-60-89-2308,-35-61-2175,-40-62-19,10-8-3846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45.12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 0 12473,'0'0'8729,"-2"4"-7056,-1 2-1390,1 1 0,0-1 0,1 0 0,-1 1 0,1-1 1,1 1-1,-1 0 0,1-1 0,0 1 0,1 0 0,-1-1 0,1 1 1,4 12-1,3 8 183,2 0 1,13 27-1,-4-11 103,147 340 1426,34-15-3208,43-11-3766,-64-130-1921,-112-155 1214,3-4-3354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45.35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2476 869 7461,'47'-82'941,"-11"19"777,36-87 0,-60 119-767,-1 0 0,-1 0-1,-2-1 1,-2-1-1,-1 1 1,-1-1 0,-1 0-1,-3 0 1,0 0-1,-2 1 1,-1-1 0,-10-40-1,11 66-648,0-1 1,-1 0-1,0 1 0,0 0 0,0-1 0,-1 1 1,0 1-1,-1-1 0,0 1 0,0-1 0,-6-5 1,8 9-167,0 1 0,0-1 1,-1 1-1,1 0 1,0 1-1,-1-1 0,1 0 1,-1 1-1,1 0 1,-1 0-1,0 0 0,1 0 1,-1 0-1,0 1 1,0 0-1,1 0 0,-1 0 1,0 0-1,0 0 1,0 1-1,1 0 0,-1 0 1,0 0-1,1 0 0,-5 2 1,-8 6 18,0 0 1,1 1-1,0 1 0,1 0 1,0 1-1,1 0 0,0 1 1,-15 21-1,-44 57-155,-84 139 0,88-124 0,-462 715 0,-23 36 0,157-216-3820,-124 362-9060,435-817-203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2:45.94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880 390 9181,'-69'4'613,"-142"1"1951,-122-6 3410,288 2-4854,1-2 1,-1-2 0,-75-14 0,108 12-400,13 0-222,29-5 238,20-2-183,0 3-1,73-5 1,901-45 1218,14 36-1255,-797 18-392,2299-16 365,4 28 10,-2104-5-369,-312-2-118,1431-1 302,-7-54-462,-752-25-2882,-635 48 904,-137 25-998,46-21 1,-74 28 3020,-1 0 0,1 0 0,0 0 0,0 0 1,0 0-1,0-1 0,0 1 0,0 0 0,0 0 1,0 0-103,0 0 102,-1 0 0,1 0 1,0 0-1,0 0 0,0 0 0,0-1 0,0 1 1,0 0-1,0 0 0,0 0 0,0 0 0,0 0 0,0 0 1,0 0-1,0-1 0,0 1 0,0 0 0,0 0 1,0 0-1,0 0 0,0 0 0,0 0 0,0 0 1,0-1-1,0 1 0,0 0 0,0 0 0,0 0 1,0 0-1,0 0 0,1 0 0,-1 0 0,0 0 0,0-1-101,0 1 101,0 0 0,0 0 0,0 0 1,0 0-1,0 0 0,1 0 0,-1 0 0,0 0 1,0 0-1,0 0 0,0 0 0,-19-15-9555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3:07.27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764 63 5581,'0'1'61,"-1"-1"0,0 1 0,0-1 0,1 1 0,-1-1 1,0 1-1,0-1 0,0 0 0,1 0 0,-1 0 1,0 1-1,0-1 0,0 0 0,0 0 0,0 0 1,1 0-1,-1 0 0,0 0 0,0 0 0,0-1 1,0 1-1,0 0 0,1 0 0,-1-1 0,0 1 1,0-1-1,0 1 0,1 0 0,-1-1 0,0 1 0,1-1 1,-1 0-1,0 1 0,1-1 0,-1 0 0,1 1 1,-1-1-1,1 0 0,-1 1 0,1-1 0,-1-1 1,0 0 101,-1 0 0,1 0 0,0 0 0,-1 0 0,0 1 0,1-1 0,-1 0 0,0 1 0,-2-2 0,-3 0 219,1 1 0,-1-1 1,0 2-1,0-1 0,0 1 0,-9-1 1,0 0 350,-24-6 701,-1 2 1,0 2-1,-80 2 0,100 4-1155,-1 0-1,1 2 0,0 0 0,0 1 0,1 1 0,-1 1 0,1 1 0,-36 20 1,30-12-51,10-8-66,-1 2 1,2 0 0,-1 1 0,1 0 0,1 1 0,0 1 0,-13 15-1,25-26-82,1 1-1,-1 0 0,1-1 1,-1 1-1,1 0 0,0-1 1,0 1-1,0 0 0,0 0 1,0 0-1,1 0 0,-1 0 1,1 0-1,0 0 0,0 0 1,0 0-1,0 0 0,1 0 1,-1 0-1,1 0 0,0 0 1,1 4-1,0-3 17,0 0 0,0 0 0,0-1 0,1 1 0,-1-1 0,1 1 0,0-1-1,0 0 1,0 0 0,0 0 0,1-1 0,-1 1 0,1-1 0,5 3 0,11 3 97,0-1 0,1-2 0,0 0 1,0 0-1,0-2 0,1-1 0,34-1 0,-19 1-22,449-4 887,4-33-640,-233 15-264,-191 15-151,830-66 335,-4-42-758,-856 106-241,19-2-368,-18 7-8643,-39-4 5376,0-8 2056,2 12 1192,-3-19-6514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3:07.54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285 33 9221,'-78'-29'2070,"73"27"-1646,-1 2-1,0-1 1,0 1 0,0-1-1,0 2 1,0-1 0,1 1-1,-1 0 1,0 0 0,0 0-1,1 1 1,-1 0 0,1 0-1,-1 0 1,-5 4 0,11-5-322,-1 0 1,1 1-1,0-1 1,-1 0 0,1 0-1,0 1 1,0-1-1,0 0 1,0 0 0,0 1-1,0-1 1,0 0-1,0 0 1,1 1 0,-1-1-1,0 0 1,1 0-1,0 3 1,0-1 167,2 6-93,1 0 0,-1-1 0,1 0 0,1 0 0,-1 0 1,2 0-1,-1-1 0,1 1 0,0-2 0,0 1 0,8 6 1,17 14 358,42 27 1,-41-31-313,24 18 79,93 67 415,158 150-1,-265-218-653,-3 2 1,-1 1 0,-3 1-1,-1 3 1,-2 0-1,-3 2 1,-1 1-1,24 63 1,-38-73-94,0 1 0,-3 0 0,-2 1-1,-1 0 1,-2 1 0,-2-1 0,-2 1 0,-2 0 0,-2 0 0,-1-1 0,-3 1-1,-1-1 1,-2 0 0,-2-1 0,-1 0 0,-23 47 0,5-26-198,-2-2 1,-4-1 0,-1-2 0,-4-1-1,-1-3 1,-85 83 0,-330 252-4632,444-378 4612,-37 26-2714,-99 52-1,92-56-406,-10 8-3209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3:08.86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534 106 13221,'-8'-61'3799,"-1"17"9317,8 49-11928,-105 376 61,48-193-1055,-6 32-194,-99 359 0,51 11 0,104-512 0,4 1 0,6 89 0,1-121 0,3-1 0,1 1 0,3-1 0,28 81 0,-33-112-288,2-1 1,0 1-1,0-1 0,2-1 1,0 0-1,0 0 0,1 0 1,0-1-1,1-1 0,19 15 1,-21-19-102,1 0 0,0-1 0,0 0 0,0-1 1,1 0-1,0-1 0,0 0 0,0 0 0,0-1 0,1-1 1,-1 0-1,1-1 0,-1 0 0,22-1 0,43-10-7342,1-12-5324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3:09.16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1072 187 9845,'-10'-25'793,"5"14"-217,1 0 1,-2 0-1,0 0 1,0 1-1,-1 0 0,-9-11 1,-29-48 7069,40 61-4512,25 24-1575,230 204 72,-137-116-1363,158 155 138,-201-185-315,104 145-1,-141-170-92,-3 1 0,-1 1 1,-3 1-1,26 78 0,-39-89-20,-1 0-1,-3 1 0,-2 0 0,-1 0 0,-2 1 0,-3 80 0,-5-83-9,-1-1-1,-2 0 0,-2-1 1,-1 1-1,-20 47 0,9-36-19,-3-1-1,-2-2 1,-44 63 0,15-38-33,-3-3 1,-3-2 0,-3-3-1,-107 83 1,2-26-510,-206 111 0,338-210 448,-619 322-5359,555-293 3021,22-10-3650,29-12-3927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3:09.56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158 283 13817,'-3'-17'811,"2"12"-318,1 1 0,-1-1 0,1 1 0,-1-1 0,-1 1 0,1 0 0,-1 0 0,1-1 0,-1 1 0,0 0 0,-1 0 0,1 1 0,-1-1 0,1 0 0,-1 1 0,-8-7 3030,-11 21-990,18-8-2346,0 1 0,0-1 0,0 1 0,0 0 0,1 0 0,0 0 0,0 1 0,0-1 0,0 1 0,1 0 0,0-1 0,-2 7 0,-3 10 537,-7 36-1,9-37-543,-4 22-161,2 0 0,2 0 0,1 1 0,2 0 0,3-1 0,1 1 0,2 0 0,13 59 0,-11-77-21,1-1 0,0-1 0,2 1 0,1-2 0,1 1-1,1-1 1,1-1 0,0 0 0,2-1 0,0 0 0,2-1 0,0-1-1,1-1 1,0 0 0,38 25 0,-30-27-17,0-1-1,0 0 1,1-2 0,1-2-1,0 0 1,0-2-1,1-1 1,38 5 0,-49-10-3,0-2 0,0 1 1,0-2-1,0-1 0,-1 0 0,27-7 1,-32 6 8,0-1 1,0-1 0,-1 0-1,0 0 1,0-1-1,0-1 1,0 0-1,-1 0 1,0-1 0,8-9-1,-8 6-36,-1 0 0,-1-1 0,0 0-1,-1-1 1,0 1 0,-1-1 0,0-1-1,-1 1 1,0-1 0,-1 0 0,-1 0-1,0 0 1,-1 0 0,0-24 0,-1-19-130,-3 1 0,-12-76 0,11 113 127,-4-32-81,-3 1 1,-2 0-1,-2 1 0,-2 1 1,-28-58-1,27 71-493,-2 1 0,-1 0 0,-2 2-1,-1 0 1,-1 2 0,-2 0 0,-43-38 0,63 63-10,-1 0 0,0 0 1,0 0-1,0 1 0,-10-3 1,-16-5-8244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3:09.99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77 40 12581,'55'-38'8755,"-53"37"-5719,-1 4-1878,4 10-731,-2 1 1,0 0 0,-1 0-1,0 0 1,-1 0 0,0 0-1,-3 19 1,-16 103 405,16-125-704,-96 367 891,76-305-903,13-22-9,9-50-106,0 1 0,1-1 0,-1 0 1,0 1-1,1-1 0,-1 1 0,1-1 1,0 1-1,-1-1 0,1 0 1,0 1-1,0-1 0,0 0 0,0 0 1,0 0-1,0 0 0,0 0 1,0 0-1,0 0 0,1 0 0,-1 0 1,0 0-1,1-1 0,-1 1 1,3 0-1,1-2 3,0 0 0,0-1 1,-1 1-1,1-1 0,0 0 1,0-1-1,-1 1 0,0-1 1,7-4-1,-3 2 2,23-19 11,-1 0 1,-1-2-1,-1-1 0,46-59 1,-34 38-12,34-36 100,130-116 0,-196 193-98,1 0 0,0 1 0,0 0 0,1 0 0,0 1 1,0 0-1,0 1 0,0 0 0,15-4 0,-20 7 18,0 1 0,0-1-1,0 1 1,0 0 0,1 0 0,-1 0-1,0 1 1,0-1 0,0 1-1,0 1 1,0-1 0,-1 1 0,1 0-1,0 0 1,0 0 0,-1 0-1,0 1 1,1 0 0,-1 0-1,0 0 1,0 0 0,4 6 0,2 3 21,0 1 0,-1 0 0,-1 0 0,0 0 0,10 24 0,24 78 130,-37-97-173,47 170-5,-23-72 0,-17-66-34,22 73-410,-31-113 111,1 0-1,1 0 1,-1 0-1,2 0 1,0-1-1,0 0 1,0 0 0,1 0-1,0-1 1,1 0-1,15 12 1,-18-16-72,0-1 1,0 0-1,0 0 0,1 0 1,-1-1-1,1 0 1,0 0-1,-1 0 0,1-1 1,0 1-1,0-1 1,0-1-1,0 1 0,0-1 1,0 0-1,0-1 0,0 1 1,0-1-1,0 0 1,-1-1-1,1 0 0,10-3 1,22-17-5710,5-9-3770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3:10.27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39 41 11685,'-30'-30'6094,"22"22"-4644,8 6 407,15 7 429,-6-1-3790,-8-4 1356,0 1 0,-1 0 0,1 0 0,0 0 0,-1-1 0,1 1 0,-1 0 0,1 0 0,-1 0 0,0 0 0,1 0 0,-1 0 0,0 0 0,0 0 0,0 0 0,0 0 0,1 0 0,-1 0 0,-1 2 0,1-2-299,3 6-240,-1-1-820,0 3-3862,1 6-2545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3:10.48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336 100 6649,'-4'-4'473,"1"-1"0,-1 0 1,0 1-1,1-1 1,0 0-1,0-1 1,-2-5-1,3 4 804,1 1 0,-1-1 0,1 1 0,0-1 1,1 0-1,0-8 0,-4 17 576,1-1-1602,0 1 0,0-1 0,0 1 0,0 0 0,0 0 1,0 0-1,1 1 0,0-1 0,-1 0 0,1 1 0,0 0 1,0-1-1,0 1 0,0 0 0,1 0 0,-3 6 0,-1 6 614,0-1-1,-4 26 0,4-12-52,-76 444 1918,25-121-1596,-33 208-4339,86-527 230,3 60 0,1-75 44,2 0-1,6 27 1,10 4-8903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3:10.68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27 254 13173,'-26'-6'2224,"39"-6"157,0 0-97,14-9-332,20-9-388,7 15-348,19 0-204,14 0-536,17 2-972,7-11-544,9-3-1112,4 0-1236,4 6-2329,9 6-4788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3:11.10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31 16 10365,'0'0'2600,"-13"-9"-236,-1 3 5625,11 24-6557,6 18-292,7-3-264,-3 6-183,10 4-189,3 2-756,7-3-745,-4 9-1019,-3 13-1308,0 2-3001,7-3-5740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3:13.31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406 478 14045,'-1'7'2114,"-3"13"-891,-1-1 0,0 1 0,-2-1 0,0 0 0,-18 32-1,-9 25 1242,-77 257 1262,92-269-3449,-114 401 153,91-299-1552,30-96-2485,21-155 2569,-3-126-1,-5 81 781,40-435-125,-26 467 887,3 0 0,5 2 0,59-158 0,-66 215 39,38-66 1,-47 94-419,0 0 0,0 0 0,1 1 0,1 0 0,0 0 0,0 1 0,1 0 0,0 1 0,21-13 0,-27 18-79,1 1 0,0 0 0,0 0-1,0 0 1,1 1 0,-1 0 0,0 0 0,1 0 0,-1 0-1,0 1 1,1 0 0,-1 0 0,0 1 0,10 1-1,-8 0-4,1 1-1,-1 0 1,0 0-1,1 0 0,-1 1 1,-1 0-1,1 0 0,-1 1 1,8 6-1,-2 1 10,0 0 1,-1 1-1,0 0 0,-1 1 1,-1 0-1,0 1 0,-1 0 0,11 25 1,-9-8-122,-1-1 0,-2 1 0,-1 0 0,-2 0 0,-1 1 0,-1 0 0,-2-1 0,-1 1 0,-2 0 0,-1-1 0,-12 48 0,-3-8-701,-4-2 0,-2 0 0,-67 126 0,-27 7-1250,105-181 1576,0-2 0,-21 25 0,33-43 430,6-3 330,15-3-2,0 0 1,0 1 0,0 0 0,0 2 0,0 0-1,32 4 1,183 36 880,130 14-2421,-233-44-1852,0-7 0,0-5 0,208-31 0,-324 31 2767,112-14-1711,-110 16 2189,1 0-1,-1 2 1,1 0-1,-1 1 0,23 6 1,-32-6 371,-1 1 0,0 0 0,0 1 1,0 0-1,0 0 0,7 6 0,-3-2 978,-9-6-1302,-1-1 0,0 1 1,0-1-1,0 1 0,0-1 0,0 1 0,0 0 1,-1-1-1,1 1 0,-1 0 0,1 0 0,-1 0 0,1 0 1,-1-1-1,0 4 0,0-3 156,23-12 1154,1-6-1317,1-1-1,-2-2 1,0 0-1,-1-1 1,-1-1 0,-1-1-1,-2-1 1,0 0-1,17-31 1,-24 37-217,-1-1 1,-1-1-1,-1 0 1,-1 0-1,0 0 1,-1-1-1,-2 0 1,0 0-1,-1 0 1,-1-1-1,0 1 1,-2 0-1,0-1 1,-4-22-1,2 34 25,0-1 0,-1 1 0,0 0-1,-1 0 1,1 0 0,-2 1 0,1-1 0,-1 1-1,0 0 1,-1 0 0,0 1 0,0 0 0,-1 0-1,0 0 1,0 1 0,-8-6 0,10 8 52,-1 1-1,1 0 1,0 0 0,-1 1 0,1 0-1,-1 0 1,0 0 0,0 1-1,0-1 1,1 1 0,-1 1 0,0-1-1,-1 1 1,1 0 0,0 0 0,0 1-1,0 0 1,1 0 0,-1 0-1,0 1 1,0 0 0,0 0 0,1 0-1,0 1 1,-1 0 0,-4 3 0,-1 1 110,1 1 1,1 0-1,0 0 1,0 0 0,0 1-1,1 1 1,0-1-1,1 1 1,0 1 0,1-1-1,-8 17 1,8-11-11,1 0 1,0-1-1,1 2 1,0-1 0,2 0-1,0 1 1,0 32-1,4-25-61,0 0 1,1 0-1,1-1 0,2 1 0,0-1 0,1 0 0,2 0 0,0-1 0,1 0 0,2-1 0,27 39 0,-27-45-125,2 0 1,-1-2-1,2 1 1,0-2-1,0 0 1,1-1-1,1 0 0,0-2 1,0 0-1,1 0 1,0-2-1,0 0 1,1-2-1,22 5 0,-1-3-321,0-1-1,1-3 0,-1-1 1,1-2-1,75-9 0,-75 2-77,-1-2-1,0-2 1,-1-2-1,0-1 1,-1-1 0,0-3-1,63-40 1,-47 22-287,-1-3 0,-2-2 0,-2-2 1,53-60-1,-93 92 619,1 1-1,-1-1 1,-1-1-1,0 1 1,-1-2 0,0 1-1,-1-1 1,0 0 0,7-23-1,-13 33 90,1 0 0,-1 0 0,1 0 0,-1 0 0,0 0 0,0 1 0,0-1 0,-1 0 0,1 0 0,-1 0 0,0 0 1,1 0-1,-1 0 0,-1 1 0,1-1 0,0 0 0,0 1 0,-1-1 0,0 1 0,1-1 0,-1 1 0,0 0 0,0 0 0,-1 0 0,1 0 0,0 0 0,-1 0 0,1 1 0,-1-1 0,1 1 0,-1-1 0,0 1 0,1 0 0,-4-1 0,-5-1 48,0 0 0,1 0 0,-1 1 0,0 1 0,0 0 0,0 0 0,-21 3 0,12 0-43,0 2-1,1 0 0,-1 1 0,1 1 0,0 1 1,1 0-1,-1 2 0,2 0 0,-1 1 0,1 1 1,1 0-1,0 2 0,0-1 0,-20 24 0,36-35-20,-1-1 0,1 1 0,-1 0 0,1 0 0,0 0 0,0 0 0,-1 0-1,1 0 1,0 0 0,0 0 0,0-1 0,0 1 0,0 0 0,0 0 0,0 0-1,0 0 1,1 0 0,-1 0 0,0 0 0,1 0 0,-1 0 0,1 0 0,0 2-48,-1-2 41,0 0 0,0 0 0,0 0 0,0 0 1,0 0-1,1 0 0,-1 0 0,0 0 0,1-1 0,-1 1 0,1 0 1,-1 0-1,1 0 0,-1 0 0,1-1 0,0 1 0,-1 0 0,1-1 1,0 1-1,0 0 0,-1-1 0,1 1 0,0-1 0,0 1 0,0-1 1,0 1-1,0-1 0,-1 0 0,1 1 0,0-1 0,0 0 0,0 0 1,0 0-1,0 0 0,0 0 0,0 0 0,0 0 0,0 0 1,0 0-1,0 0 0,1-1 0,4 1 20,39-2-695,81-15 0,-91 11 491,30-4-223,218-28-3316,-108 15-2016,-119 14 1854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3:13.66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565 1 12729,'-62'45'4190,"59"-43"-3940,0 0 1,0 1-1,0-1 1,1 1 0,0 0-1,-1 0 1,1 0-1,0 0 1,0 0-1,1 0 1,-3 6-1,-5 12 800,1 0-1,1 1 1,1 0 0,1 0-1,0 1 1,0 24 0,-8 106 218,-43 333 2958,-124 301-4207,55-271-125,82-285-1376,37-182 250,2 1 0,4 81 1,2-107 144,2 0 1,10 40 0,-13-62 925,-1-1 0,0 1 1,1 0-1,0-1 1,-1 1-1,1 0 1,0-1-1,0 1 1,0-1-1,0 1 1,0-1-1,0 1 1,0-1-1,0 0 0,1 1 1,-1-1-1,0 0 1,1 0-1,-1 0 1,1 0-1,-1 0 1,1-1-1,0 1 1,-1 0-1,1-1 1,0 1-1,-1-1 0,1 0 1,0 1-1,2-1 1,-1 0-37,-1-1 0,1 1 0,-1-1 0,1 1 0,-1-1 0,0 0 0,0 0 0,1 0 0,-1 0 0,0 0 0,0-1 0,0 1 0,0-1 0,0 1 0,0-1 0,-1 0 0,1 0 0,0 0 0,1-2 0,16-35-4614,0-13-2721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3:14.40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 1194 11205,'-5'-19'313,"2"11"-126,1 0-1,0 0 1,0 0-1,1-1 1,0 1-1,1 0 0,0-1 1,0 1-1,1 0 1,2-13-1,0 5 270,1 1 1,1-1-1,0 1 0,1 0 0,1 0 1,9-15-1,-10 21-254,0 0 1,0 1-1,0 0 1,1 0-1,0 1 1,1 0-1,0 0 1,0 1-1,1 0 1,-1 0-1,15-6 0,0 2-120,0 2 0,1 1 0,0 1 0,0 0 0,1 2 0,-1 1 0,1 1-1,0 1 1,0 1 0,0 2 0,-1 0 0,1 2 0,-1 0 0,1 2-1,-2 0 1,37 16 0,-43-15-96,1 2-1,-1 0 1,0 1-1,-1 1 1,0 0 0,-1 1-1,-1 1 1,1 0-1,18 24 1,-24-25 4,0 1-1,-1 1 1,0 0 0,-1 0 0,0 0-1,-1 1 1,-1 0 0,0 0 0,-1 0-1,-1 1 1,-1-1 0,2 27 0,-5-18 7,-1 0 0,0 0 0,-2-1 0,-1 1 0,-1-1 0,-1 0 0,-1 0 0,-18 35 1,25-56 40,17-3-92,0 0 2,0-2 0,0 0 0,0 0 0,30-12 1,77-40-496,-77 33 229,485-261-699,-358 161 3137,-170 121-1888,-6 3-14,-14 13 76,-8 7 29,-23 27 0,41-41-289,1 0-1,-1 1 1,1 0 0,1 0 0,0 0-1,0 1 1,-4 14 0,9-23-34,0 0 0,0 0 0,1 0 0,-1 0 0,1 0 1,-1 0-1,1 0 0,-1 0 0,1 0 0,-1 0 0,1 0 0,0 0 0,0-1 0,-1 1 0,1 0 1,0-1-1,0 1 0,0 0 0,1 0 0,0 0-1,1 2 1,0-1 0,0 0 0,0 0 0,0 0 0,0 0 0,1 0 0,-1-1 0,1 1 0,0-1 0,-1 0 0,1 0 0,0 0 0,0-1 0,-1 1 0,1-1-1,6 0 1,6-1-25,0 0-1,28-6 0,11-6-253,0-2-1,0-2 0,-2-3 1,-1-1-1,0-4 0,-2-1 0,74-52 1,-121 76 250,0 0 1,-1-1-1,1 1 0,-1-1 1,1 0-1,-1 1 1,0-1-1,2-4 1,3-5-71,-5 10 29,-5 2-107,-34 0 66,38 3 145,7 28 64,-8-31-97,0 0-1,0 0 1,0 0-1,0 0 1,0 1-1,1-1 1,-1 0-1,0 0 1,0 0-1,0 0 1,0 0-1,0 1 1,0-1-1,0 0 1,0 0-1,0 0 1,0 0-1,0 0 1,1 0-1,-1 1 1,0-1-1,0 0 1,0 0-1,0 0 1,0 0-1,1 0 1,-1 0-1,0 0 1,0 0-1,0 0 1,0 0-1,0 0 1,1 0-1,-1 0 1,0 0-1,0 0 1,0 0-1,0 0 1,1 0-1,-1 0 1,0 0-1,0 0 1,0 0-1,21 1-46,-1 0-1,0-1 0,0-2 0,0 0 0,0-1 1,0-1-1,-1-1 0,1 0 0,34-16 0,63-30-374,43-42-2549,-35 20 838,-81 46 1764,-1-1 1,-1-2 0,-1-3 0,66-66-1,-87 76 533,-1-1-1,-1 0 0,-1-1 0,19-37 0,-22 33 519,-1-1 0,-1 0 0,-1-1 0,7-34 0,-12 41 23,-3 8 164,0 0 0,0 0 0,-1-24 0,18 69 703,23 66-1099,-6-9-2620,-26-66-2132,25 40-1,-16-30-3705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3:14.56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1 333 11729,'16'-16'1796,"4"1"-324,-10-3-112,4 6-275,16-6-233,24-6-216,3 0-308,13 3-744,17-9-648,17-4-645,3-8-751,10 3-1476,24 0-2753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3:15.6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58 34 11169,'0'-33'10362,"-4"36"-8949,0 1-1207,-1 1 1,0-1-1,1 1 0,0 1 1,0-1-1,0 0 0,1 1 1,0 0-1,0 0 0,0 0 0,1 0 1,0 0-1,0 1 0,0-1 1,1 1-1,0-1 0,0 1 1,1-1-1,0 1 0,1 10 0,1 14 74,2 1 0,0-1 0,3 0 0,0-1 0,2 1-1,13 28 1,-14-42-231,0 0 0,2 0-1,0-1 1,1 0 0,0-1 0,1-1-1,1 1 1,1-2 0,0 0 0,0-1-1,20 13 1,-8-9-158,1-1 0,0-1 0,1-1-1,1-2 1,0-1 0,0-1 0,1-2 0,32 4 0,-22-6-74,1-2 0,-1-1 0,1-2 1,0-3-1,63-10 0,-89 10 156,-1 0-1,1-1 0,-1-1 1,0 0-1,-1-1 1,1-1-1,-1 0 0,17-12 1,-23 13 50,0 1 1,0-1-1,-1-1 1,0 1-1,0-1 0,-1 0 1,0 0-1,0-1 1,-1 1-1,1-1 1,-2 0-1,1-1 1,-1 1-1,-1 0 0,3-12 1,-2 7 175,-1 0-1,0-1 1,-1 1 0,0-1 0,-1 1-1,-1-1 1,0 1 0,-5-25 0,5 38-182,1-1 0,0 1 0,0-1 0,0 0 0,0 1 0,0-1 0,0 1 0,-1-1 0,1 1 0,0-1 1,0 1-1,-1-1 0,1 1 0,0-1 0,-1 1 0,1 0 0,0-1 0,-1 1 0,1-1 0,-1 1 0,1 0 0,-1-1 0,1 1 1,-1 0-1,1 0 0,-1-1 0,1 1 0,-1 0 0,1 0 0,-1 0 0,1 0 0,-1 0 0,0 0 0,1 0 0,-1 0 0,0 0 1,-1 1 22,1 0 1,-1 0 0,1 0 0,-1 0 0,1 0 0,0 1 0,0-1-1,-1 0 1,1 1 0,0-1 0,-1 4 0,-4 5 131,1 1 0,0 0 0,-4 15 1,-9 64 191,3 0-1,-5 168 1,8-75-156,-1-42-215,-7-2 0,-5 0 0,-51 155 0,40-187-305,-54 111-1,60-158 70,-2-2 0,-3-1 0,-50 63 0,59-89 78,-1-2 0,-1-1 0,-2-1 0,0-1 0,-2-2 0,-41 24 0,67-44 127,0 0 1,0 0-1,0-1 0,0 0 0,0 0 0,-1-1 0,1 0 0,-1 0 0,1 0 0,-1-1 0,0 0 0,-7 0 0,12-1 12,-1 0 0,1-1 0,0 1 0,-1-1-1,1 0 1,-1 1 0,1-1 0,0 0 0,0 0 0,0-1 0,-1 1-1,1 0 1,0-1 0,0 1 0,1-1 0,-1 0 0,0 0 0,0 1-1,1-1 1,-1 0 0,-1-4 0,0-2-69,0 0 0,0 0 1,1 0-1,0-1 0,1 1 0,-1-1 0,2 1 1,-1-1-1,1 0 0,0 1 0,1-1 0,3-14 1,6-19-266,2 1 1,2 0-1,1 1 1,37-66-1,102-141-664,-57 116 734,6 5 1,5 4-1,168-148 1,-269 264 286,155-131-34,-131 113 48,2 2 0,0 1 0,45-22 1,-73 41-8,1-1 1,-1 1 0,0 1 0,1-1 0,-1 1-1,1 0 1,0 0 0,-1 1 0,1-1 0,0 1-1,-1 0 1,1 1 0,0 0 0,-1 0 0,1 0 0,-1 0-1,1 1 1,8 3 0,0 3 1,0 1 0,0 0 0,0 1-1,22 22 1,-20-17 3,36 25 0,-31-28-32,0-1 1,1-1 0,0-1 0,0 0-1,1-2 1,32 6 0,-11-6-139,0-2 0,64 0 0,-108-6 158,1 1-1,-1 0 1,1 0-1,0-1 1,-1 1 0,1 0-1,-1-1 1,1 1-1,-1-1 1,1 1-1,-1-1 1,1 1-1,-1 0 1,1-1-1,-1 0 1,0 1-1,1-1 1,-1 1-1,0-1 1,1 0-1,-1 1 1,0-1-1,0 1 1,0-1-1,0 0 1,1 1-1,-1-1 1,0 0-1,0 1 1,0-1-1,0 0 1,-1 1-1,1-2 1,0 1-9,0-2 6,0 1 0,-1-1 0,1 1 1,-1-1-1,1 1 0,-1-1 0,0 1 0,0-1 0,0 1 1,0 0-1,-1 0 0,1-1 0,-1 1 0,1 0 1,-1 0-1,0 0 0,0 1 0,-2-3 0,-47-34-66,22 18 65,3-1 0,2-1 0,-32-35 1,48 47-1,0 1 1,0-1 0,1-1-1,1 1 1,0-1-1,0-1 1,1 1 0,0-1-1,-4-19 1,7 20 8,2-1 0,-1 1 0,1 0 0,1 0-1,0 0 1,1-1 0,0 1 0,1 0 0,0 1 0,0-1 0,7-12 0,-5 12-3,0 1-1,1 0 0,0 1 1,0-1-1,1 1 1,1 0-1,-1 1 1,1 0-1,1 0 1,-1 1-1,20-13 1,0 4 5,1 0 0,51-18-1,-59 26 12,1 0 0,-1 2-1,28-5 1,-43 10-8,1 0 1,-1 0-1,1 1 1,-1 0-1,1 0 1,-1 0-1,1 1 1,-1 0-1,0 0 1,1 1-1,-1-1 1,0 1-1,0 1 1,0-1-1,10 7 0,-11-4 2,-1 0-1,1 0 0,-1 0 0,-1 0 0,1 0 0,-1 1 0,0 0 0,0 0 0,-1 0 1,1 0-1,-1 0 0,-1 0 0,1 0 0,0 11 0,0-7 4,0 0-1,1 0 0,0-1 1,8 19-1,-9-25-7,0 0 0,1 0 0,-1 0 0,0 0 0,1-1 0,-1 1 0,1-1 0,0 1 0,0-1 0,0 0 0,0 0 0,0 0 0,1 0 0,-1-1 0,1 0 0,-1 1 0,7 0 0,0 0 19,0-1-1,0-1 1,0 1-1,-1-2 1,1 1-1,0-1 1,0-1 0,0 0-1,-1 0 1,1-1-1,-1 0 1,1-1-1,-1 0 1,0 0-1,-1-1 1,1 0 0,-1-1-1,0 0 1,0 0-1,-1-1 1,0 0-1,8-9 1,-13 14 379,-3 5-341,-5 16-223,1 0-1,1 1 1,1-1-1,1 1 1,-1 29 0,4-36-676,0 0 0,1 0 1,5 22-1,-4-25-517,0 0 0,1-1-1,0 1 1,1-1 0,7 11 0,10 8-7439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3:15.89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36 64 9741,'24'20'625,"-16"-13"-301,0-1 0,0 1 1,-1 1-1,0 0 0,0 0 0,0 0 0,-1 1 1,-1-1-1,1 2 0,-1-1 0,-1 0 0,4 12 1,-1-1 328,-2-8-309,-1 0 0,0 0-1,-1 0 1,0 1-1,-1-1 1,-1 1 0,0-1-1,-1 19 1,-3 4-71,-1 0 1,-1-1-1,-2 0 1,-2 0-1,-1-1 1,-2 0-1,0 0 0,-3-2 1,-34 57-1,43-77-34,-1-1-1,0 1 1,-1-1-1,-13 13 0,20-42 63,7-5-242,0 0 0,2 0 0,1 1 0,1 0 0,19-33 0,-4 6-40,117-224-1683,-60 144-1756,11 9-4213,-58 83 407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3:16.2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1 326 5925,'8'-17'1820,"2"0"0,0 0 0,18-22 0,-3 3 391,-14 20-1409,21-30 1353,1 0-1,44-45 1,-74 92-2086,-1 1-1,0-1 0,1 1 1,-1 0-1,0-1 1,0 1-1,0 0 1,-1 0-1,1 1 0,2 3 1,-2 2-48,-1-1 1,0 0-1,0 0 0,-1 0 1,0 0-1,0 0 0,-1 1 1,-2 10-1,1-3 8,-68 376 281,56-326-370,7-30-373,-1-1 1,-23 62 0,30-94 257,16-10-53,-8 3 182,68-42-403,-32 18 84,75-35 0,-65 39 220,-23 10-37,0 1 1,65-18-1,-89 30 62,-33-12-10776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3:54.84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57 805 11005,'-47'13'1536,"37"-11"4465,13-6-5457,2-4-418,1-1 0,1 2 1,-1-1-1,2 1 0,-1 0 1,1 0-1,0 0 1,0 1-1,0 1 0,1 0 1,11-6-1,19-7 188,55-17-1,60-11-6,177-28 1,-188 45-166,655-116 464,8 25-1574,-151 24-1949,49-13-4961,-337 52 33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3:55.49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375 254 6569,'-20'-6'1328,"18"5"-1147,-1-1 0,1 2 1,-1-1-1,0 0 0,1 1 0,-1-1 0,0 1 1,1-1-1,-1 1 0,0 0 0,1 1 0,-1-1 1,0 0-1,1 1 0,-4 0 0,-174 38 5286,55-18-1309,120-20-3004,15-1-917,0-1 0,0 0 1,0-1-1,11-3 0,10-2-87,686-86-385,-428 61-1008,120-18-1376,181-21-4741,-195 29-1110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17:23:56.42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20 175 11193,'-5'-1'80,"-10"-7"2570,16 7-2491,0 0 0,0 1-1,0-1 1,0 0-1,0 0 1,0 1 0,0-1-1,0 0 1,0 1 0,1-1-1,-1 1 1,0 0 0,0-1-1,1 1 1,1 0 0,18-5 295,0 1 1,-1 2 0,1 0-1,0 1 1,26 2 0,0 0-86,1561-12 1926,6-36-6294,-494-7-3656,-522 21 439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8:25.60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2102 354 12461,'-38'-108'4143,"31"86"-2707,-1 2 1,-1-1-1,-1 1 1,-18-27 0,21 38-1094,0 0 0,0 1 1,-1-1-1,0 2 0,-1-1 1,0 1-1,0 1 0,0-1 1,-1 2-1,0-1 0,-13-5 1,9 6 5,1 1 1,-1 0 0,0 1 0,0 0 0,0 1-1,-1 0 1,1 1 0,-1 1 0,-27 3 0,20 1-136,1 0 1,0 2 0,0 0-1,1 2 1,-37 18 0,-1 8-198,2 3 1,1 2 0,-59 56 0,112-93-15,-142 128-3,6 6 0,6 7 0,6 5 0,-114 176 0,-15 77 0,211-321 0,4 2 0,3 1 0,-32 106 0,58-149 0,1-1 0,1 2 0,3-1 0,-2 44 0,8-71 0,0 1 0,0-1 0,1 1 0,1-1 0,0 1 0,1-1 0,1 0 0,0 0 0,1 0 0,0-1 0,0 0 0,2 1 0,-1-2 0,2 1 0,-1-1 0,11 10 0,-3-7 0,0-1 0,2 0 0,-1-1 0,2-1 0,-1-1 0,2 0 0,-1-1 0,1-1 0,0-1 0,1-1 0,0 0 0,25 3 0,21 0 0,-1-2 0,103-3 0,3-11-2309,292-49-1,163-75-12020,-620 130 14120,175-39-10414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8:27.11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43 2738 11833,'-26'39'11655,"23"-42"-10479,1-1-1028,0 0-1,0 0 1,1 0 0,-1 0-1,1 0 1,0 0-1,0-1 1,0 1-1,1 0 1,0-1-1,-1 1 1,1 0 0,1-1-1,-1 1 1,1-1-1,0 1 1,0 0-1,2-8 1,5-12 100,2 0 0,13-25 0,-8 16 128,115-269 683,119-420 1,-182 475-964,56-396 1,-114 575-53,17-184 226,-23 196-143,-3 0 0,-9-80 0,-1 86-10,9 49-104,1 0 0,0 0 0,-1 0 0,1-1 0,0 1 0,-1 0 0,0 0 0,1 0 0,-1 0 0,0 0 0,1 0-1,-1 0 1,0 0 0,0 0 0,0 0 0,0 1 0,0-1 0,0 0 0,0 1 0,0-1 0,0 0 0,0 1 0,0-1 0,0 1 0,-1 0 0,1-1 0,0 1-1,0 0 1,0 0 0,-1 0 0,1 0 0,0 0 0,0 0 0,-1 0 0,1 0 0,0 0 0,0 1 0,0-1 0,-1 0 0,1 1 0,-2 0 0,-3 2 29,1-1 1,-1 1 0,1 0 0,0 1-1,0-1 1,-9 9 0,1 4-17,0 1 1,2-1-1,0 2 1,0 0-1,2 0 1,0 1 0,-8 27-1,-77 248-26,22 9 0,50-208 0,-43 211 0,-36 428 0,98-682 0,2 0 0,11 99 0,60 276 0,-63-395 0,19 52 0,-23-76 0,1 1 0,0-1 0,1 0 0,8 12 0,-3-8 10,1 1-1,0-1 1,0-1-1,1 0 1,1 0-1,-1-1 1,2-1-1,-1 0 1,2-1 0,28 12-1,-24-13-41,0-2 0,1 0 0,-1-1-1,1-1 1,0-1 0,0 0 0,0-2 0,20-2 0,3-3-286,-1-2 1,0-3 0,-1-1 0,0-1-1,-1-3 1,0-1 0,64-37 0,-30 8-71,-3-4 0,-1-2 0,-3-3 1,-2-4-1,-3-2 0,-2-2 0,69-95 0,-119 143 455,-1 0 1,0 0-1,-1 0 0,-1-1 0,0 0 0,-1-1 0,7-24 0,-12 36-41,-1 0 1,1 0 0,0 1 0,-1-1 0,1 0-1,-1 0 1,0 1 0,-1-1 0,1 0 0,-1 0-1,1 1 1,-1-1 0,0 0 0,0 1 0,-1-1-1,1 1 1,-1-1 0,0 1 0,0 0 0,0-1-1,0 1 1,0 0 0,-1 1 0,0-1 0,1 0-1,-1 1 1,0-1 0,0 1 0,0 0 0,-1 0-1,1 0 1,0 0 0,-1 1 0,1-1 0,-1 1-1,1 0 1,-1 0 0,0 0 0,-4 0 0,-5 0 23,0 0 1,0 0-1,0 1 0,1 1 1,-1 0-1,0 1 1,1 1-1,-1-1 1,1 2-1,0 0 0,0 0 1,-12 7-1,-12 7 42,1 1-1,-51 37 1,61-37-60,1 1 0,1 0 0,-24 28 1,36-36-100,1 1 1,0 0 0,1 1-1,0 0 1,1 0-1,1 1 1,-9 25 0,13-29-101,1 0 0,1 0 0,-1 0 1,2 1-1,0-1 0,0 1 0,1-1 1,0 0-1,4 14 0,-4-22 113,0 1 0,1 0 0,-1-1 1,1 1-1,-1-1 0,1 0 0,0 1 0,1-1 0,-1 0 0,0 0 0,1-1 0,0 1 1,-1 0-1,1-1 0,0 0 0,1 1 0,-1-1 0,0 0 0,0-1 0,1 1 0,-1-1 1,1 1-1,0-1 0,-1 0 0,1 0 0,0-1 0,0 1 0,7-1 0,3 1-70,1-1 0,0-1 0,-1-1 0,1 0 0,24-7 0,24-12 523,-2-2-1,104-57 1,28-12 2254,-164 80-2185,-22 9-359,1-1 0,-1 1-1,1 1 1,0-1 0,0 1 0,0 1 0,0-1 0,12 1 0,-12 1-50,125-5 497,-113 3-513,0-1 0,0-1 0,0-1 0,30-12 0,-12-2-47,-2-1-1,0-2 1,-1-1 0,-2-2-1,35-32 1,85-60-8,-139 108 1,2-3-4,1 2 0,1 0 0,30-12 0,-44 21 15,0-1 0,1 1 0,-1 0 1,0 0-1,1 0 0,-1 1 0,1-1 1,-1 1-1,1 0 0,0 0 1,-1 1-1,1-1 0,-1 1 0,0 0 1,1 0-1,-1 1 0,0-1 0,1 1 1,-1 0-1,0 0 0,7 6 1,-6-4 3,-1 0 1,1 1 0,-1 0 0,1 0-1,-2 0 1,1 1 0,0-1 0,-1 1 0,0 0-1,0 0 1,-1 0 0,0 0 0,0 0 0,0 1-1,-1-1 1,0 0 0,0 1 0,-1 0 0,1-1-1,-2 11 1,0 4 7,-1 1 0,0 0 0,-2-1 0,-1 0 0,0 0-1,-2 0 1,-9 21 0,-75 133 27,59-118-75,31-57 39,1 1 0,-1 0-1,0 0 1,1 0 0,-1 0 0,1 0-1,-1 0 1,1 0 0,-1 0 0,1 0-1,0 0 1,-1 0 0,1 0-1,0 0 1,0 0 0,0 0 0,0 0-1,0 0 1,0 1 0,0-1 0,0 0-1,0 0 1,1 0 0,-1 0 0,0 0-1,1 0 1,-1 0 0,1 0-1,-1 0 1,1 0 0,-1 0 0,1 0-1,1 1 1,-1-1-1,1-1 1,-1 0-1,1 1 0,-1-1 0,1 0 0,-1 0 0,1 0 0,0 1 1,-1-2-1,1 1 0,-1 0 0,1 0 0,-1 0 0,1-1 1,-1 1-1,1-1 0,-1 1 0,1-1 0,-1 0 0,0 0 1,1 1-1,1-3 0,54-37-92,-1-2 1,-3-3 0,57-61-1,134-169-145,-219 246 225,283-365 17,-302 385 6,29-39 111,66-71 0,-98 116-122,-1 1 15,0-1 1,1 1 0,-1-1 0,1 1-1,0 0 1,0 0 0,0 0-1,0 1 1,0-1 0,6-2 0,-8 4-9,0 0 0,-1 0 0,1 0 0,0 0 0,0 0 0,0 0 0,0 1 0,0-1 0,0 0 0,0 0 0,0 1 0,0-1 0,0 1 0,-1-1 0,1 1 0,0-1 0,0 1 0,1 0 0,0 2 14,0-1 0,1 1 0,-1 0 1,0 0-1,0 0 0,-1 0 0,3 5 0,-2-3 0,10 20 80,-2 1 1,-1 0-1,0 0 0,4 34 0,0 4 73,-4 0 0,3 97-1,-12-138-174,-1 0 1,-1-1-1,-1 1 0,-1-1 0,-1 0 1,-1 0-1,-1 0 0,-1 0 0,0-1 1,-22 36-1,6-22 17,-1-1-1,-2-1 1,-2-2 0,-1-1-1,-1-1 1,-1-1 0,-1-2-1,-44 26 1,3-9-511,-2-3 1,-2-3-1,-84 26 1,185-93-4307,-8 15 2943,0 1 1,1 0-1,1 1 0,0 0 0,22-11 1,51-23-10184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8:27.65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353 542 10637,'2'4'344,"0"1"0,0-1-1,1-1 1,0 1 0,-1 0 0,1-1 0,1 1-1,-1-1 1,0 0 0,1 0 0,0 0 0,0-1-1,0 1 1,0-1 0,0 0 0,0 0 0,0 0 0,1-1-1,-1 0 1,1 1 0,-1-2 0,1 1 0,5 0-1,25 0 44,0-2-1,-1-2 1,1-1-1,-1-1 1,0-2-1,0-1 1,-1-2-1,0-2 1,49-23-1,-67 25-289,0 1 1,-1-2-1,0 0 0,0-1 0,-1 0 0,-1-1 0,0 0 0,-1-1 0,0-1 0,10-18 0,-4 2 220,-1-1-1,-2 0 0,-1-1 1,9-39-1,-19 62-167,-1 1 0,0-1 1,-1 1-1,0-1 0,0 1 0,-1-1 0,0 0 0,-3-13 1,3 19-97,-1 1 1,0 0-1,0 0 1,0 0-1,0 0 1,-1-1-1,1 1 1,-1 1-1,0-1 1,1 0-1,-1 0 1,-1 1-1,1-1 1,0 1-1,-1 0 1,1-1-1,-1 1 1,1 0-1,-1 1 1,0-1-1,0 0 1,0 1 0,0 0-1,0-1 1,-1 1-1,-5-1 1,1 1 41,0 1 1,-1-1 0,1 1-1,0 1 1,0 0 0,0 0-1,0 0 1,0 1 0,0 0 0,0 1-1,0 0 1,-8 4 0,-12 8 345,-47 32 1,69-43-390,-60 43 372,2 4-1,-61 63 1,-103 129 289,52-23-304,156-189-408,0 1 0,2 1-1,1 0 1,2 1-1,-16 52 1,28-78-1,1 1 0,0-1 0,1 1 0,0 0 0,0 0 0,1 0 0,2 15 0,-2-21 0,1 0 0,-1 0 0,1 0 0,0 0 0,0 0 0,1 0 0,-1 0 0,0-1 0,1 1 0,0 0 0,-1-1 0,1 0 0,0 1 0,0-1 0,1 0 0,-1 0 0,0 0 0,1 0 0,-1 0 0,1-1 0,0 1 0,-1-1 0,1 0 0,6 2 0,4 0 0,1 0 0,-1-1 0,1-1 0,0 0 0,-1-1 0,1-1 0,0 0 0,-1-1 0,1 0 0,22-7 0,14-7 0,65-30 0,-111 44 0,10-3 0,25-13 0,0-1 0,-2-2 0,65-46 0,149-116 0,-192 137 0,91-91 0,-116 102 0,356-365 0,-381 391 0,1-2 0,0 0 0,0 1 0,2 0 0,-1 1 0,16-10 0,-24 17 0,1 0 0,0 0 0,0 1 0,0 0 0,0-1 0,0 1 0,0 1 0,0-1 0,0 1 0,0-1 0,0 1 0,1 0 0,-1 1 0,0-1 0,0 1 0,0 0 0,0 0 0,0 0 0,0 0 0,0 1 0,0-1 0,-1 1 0,5 3 0,6 4 0,0 0 0,0 2 0,-1-1 0,0 2 0,13 15 0,52 70 0,-71-87 0,37 50 0,-3 1 0,-3 3 0,-3 0 0,-2 3 0,45 136 0,-69-174 0,-2 1 0,-1 0 0,-1 1 0,-2-1 0,-1 1 0,-1 0 0,-2-1 0,-1 1 0,-2-1 0,0 1 0,-2-1 0,-2 0 0,0-1 0,-2 0 0,-1 0 0,-2-1 0,0-1 0,-2 0 0,-1-1 0,-1 0 0,-1-1 0,-39 40 0,24-33 2,-2-2 0,-1-1 0,-1-2-1,-1-1 1,-1-3 0,-83 38 0,56-35-43,-2-4 1,0-2-1,-126 19 1,7-16-3069,125-20-1555,2-1-4792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8:35.10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8 0 10989,'0'0'5965,"-1"4"-4419,-2 24-169,1 0 0,1 1 1,5 48-1,20 90 692,-4-43-925,21 425 1255,-34 3-1258,-2-64-471,1-223-465,12 339-974,34-4-4137,-48-571 4253,19 114-2260,-18-123 1163,0 0-1,2 0 1,0-1-1,17 33 1,16 4-8910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8:35.40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141 152 10945,'-37'-11'911,"27"8"-465,0 0-1,1 0 1,-1-1-1,1 0 1,0 0 0,0-1-1,-12-10 1,20 15-358,0-1 0,-1 1 0,1-1 1,0 0-1,0 0 0,0 0 0,1 0 0,-1 0 1,0 0-1,0 0 0,0 0 0,1 0 0,-1 0 1,0 0-1,1 0 0,-1 0 0,1-1 0,0 1 1,-1 0-1,1 0 0,0-1 0,0 1 0,0 0 1,0 0-1,0-1 0,0 1 0,0 0 0,0-1 1,0 1-1,0 0 0,1 0 0,-1 0 0,1-1 0,-1 1 1,1 0-1,-1 0 0,1 0 0,0 0 0,-1 0 1,1 0-1,0 0 0,0 0 0,0 0 0,1-1 1,3-2 62,-1 0 0,1 0 1,0 1-1,-1 0 0,2 0 1,-1 0-1,0 1 1,0-1-1,1 1 0,7-1 1,19-3 208,0 1 0,0 2 1,1 1-1,49 3 1,134 25 439,-185-22-681,66 11 104,0 4 0,107 36 1,-14 4-71,191 88 0,-56 17-302,-293-145 104,-1 1-1,-1 2 0,0 1 0,-2 2 1,-1 1-1,-1 0 0,35 49 1,-53-64 36,0 0 0,-2 1 1,1 0-1,-1 0 0,-1 1 1,0-1-1,-1 1 0,-1 0 1,0 0-1,0 1 1,-1-1-1,-1 1 0,0-1 1,-1 1-1,-1-1 0,0 1 1,0-1-1,-2 0 0,1 1 1,-2-1-1,0 0 0,0-1 1,-13 25-1,3-12-11,-2 0 0,-1-1 0,0-1 0,-2 0 0,-1-1 0,-23 19 0,-146 108-154,-388 210-1580,436-277 779,19-12-291,-76 45-1995,73-34-1925,22-8-3104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8:35.72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0 278 13433,'28'6'1361,"1"2"-1,-2 1 1,1 1-1,40 21 0,99 66 302,-147-85-1384,32 19-77,-2 2 1,-1 2 0,-1 3 0,-3 1-1,-1 2 1,47 57 0,-60-62-133,13 14 56,-3 2 0,56 91 1,-76-105-82,0 1 1,-3 1-1,-1 0 1,22 86-1,-34-106 8,-2 0-1,0 0 0,-1 0 0,-1 0 1,-1 1-1,0-1 0,-2 0 1,0 0-1,-2 0 0,0 0 0,-1 0 1,-15 36-1,15-47 52,1 0 1,-1-1-1,-1 0 1,0 0-1,0-1 1,0 1-1,-1-1 1,0-1-1,-14 11 0,17-14-61,1-1 0,-1 1-1,1-1 1,-1 0 0,0-1-1,0 1 1,0 0-1,0-1 1,0 0 0,0 0-1,0 0 1,-1-1-1,1 1 1,0-1 0,0 0-1,-1 0 1,1-1 0,0 1-1,0-1 1,0 0-1,0 0 1,0 0 0,0-1-1,-6-2 1,6 1-14,0 1 1,0-1-1,1 0 1,0-1-1,-1 1 1,1 0-1,0-1 1,1 0-1,-1 0 1,1 0-1,0 0 1,-1 0-1,2 0 0,-4-9 1,1-2 3,1 0 1,0 0-1,-1-21 1,3 1-228,1-1 0,2 1 0,2 0 1,1 0-1,10-38 0,60-173-1865,-75 244 2037,41-110-1665,5 1 0,70-121 0,155-187-5329,-184 308 3219,3 12-1640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8:35.95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207 0 8217,'-2'3'66,"-10"13"677,0 1 0,2 0 0,0 0 0,1 1 0,1 0 0,-10 32 0,-9 43 1888,11-40-1237,-14 73 0,30-125-1383,-29 255 1703,9 27-580,17-234-930,2 0-1,3-1 1,10 76-1,-6-89-135,1 0-1,1-1 1,3 0 0,16 41-1,-17-53-34,1-1-1,0-1 0,2 1 1,0-2-1,1 0 1,1-1-1,23 22 0,-30-32-22,0-2-1,1 1 0,0-1 0,0 0 1,0-1-1,1 0 0,0-1 0,0 0 0,0 0 1,0-1-1,1 0 0,-1-1 0,1 0 1,0-1-1,-1 0 0,1-1 0,13 0 0,-15-1-5,0-1 0,0 1 0,0-2 0,0 1-1,-1-1 1,1 0 0,-1-1 0,0 0-1,0 0 1,0-1 0,0 0 0,-1-1 0,0 1-1,0-1 1,0-1 0,-1 1 0,0-1-1,0 0 1,-1 0 0,8-14 0,-5 4-1,-1 0 0,0 0-1,-1-1 1,-2 0 0,1 0 0,-2 0 0,0 0 0,-2-1 0,0 1 0,-2-32-1,-4-3-21,-2 1-1,-21-77 0,2 39-426,-5 2 1,-3 1 0,-88-161-1,103 214-262,-2 1-1,-29-35 1,-5 11-2101,43 47 690,0 0 0,-26-15 0,20 16-5215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8:36.19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116 0 12345,'-14'13'639,"1"-2"219,1 0 0,0 1 0,1 0 0,-11 15 0,18-19-561,0-1 1,0 1-1,0 0 0,1 0 0,0 0 1,1 1-1,-1-1 0,2 1 0,-1-1 1,1 1-1,1 12 0,-1 75 1838,21 156 0,-11-193-1848,2-1 1,3-1-1,2 0 0,28 62 1,-34-94-413,2-2 0,1 0 1,0 0-1,2-1 0,1-1 1,20 23-1,-27-35-331,1 0 0,0 0 1,0-1-1,1 0 0,0 0 0,1-1 0,-1-1 1,1 0-1,0-1 0,1 0 0,-1-1 0,1 0 0,0-1 1,14 2-1,39-2-5597,1-5-3748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8:37.09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1821 9993,'1'3'204,"0"-1"-1,0 0 1,0 0-1,0 1 1,1-1 0,-1 0-1,1 0 1,-1 0 0,1-1-1,0 1 1,0 0-1,0-1 1,0 1 0,0-1-1,0 0 1,0 1-1,0-1 1,0 0 0,1 0-1,-1 0 1,0-1 0,1 1-1,-1-1 1,5 1-1,9 2 475,1-1-1,24 0 0,-32-2-538,77 0 390,-1-3 0,1-5 0,-1-3 0,0-3 0,156-50 0,-185 45-485,-1-2 0,66-35 0,-104 47-20,-1-1 0,0 0 0,-1-1 1,-1 0-1,1-1 0,-2-1 0,0 0 0,0-1 0,-1-1 1,-1 0-1,11-20 0,-20 34-11,-1-1 1,0 1-1,0-1 1,0 0-1,-1 1 1,1-1-1,0 0 0,-1 0 1,1 0-1,-1 0 1,0 1-1,1-1 1,-1 0-1,0 0 0,0 0 1,0 0-1,0 0 1,-1 0-1,1 0 1,0 0-1,-1 1 0,1-1 1,-1 0-1,0 0 1,0 0-1,1 1 1,-1-1-1,0 0 0,-1 1 1,1-1-1,0 1 1,0-1-1,-1 1 1,1 0-1,-1 0 0,1-1 1,-1 1-1,1 0 1,-1 0-1,0 0 1,1 1-1,-1-1 1,0 0-1,0 1 0,0-1 1,0 1-1,1-1 1,-1 1-1,0 0 1,0 0-1,0 0 0,0 0 1,-2 1-1,-12 1 50,0 0-1,1 2 0,-1 0 0,1 0 0,0 2 0,0 0 1,1 0-1,0 2 0,0 0 0,0 0 0,1 1 1,0 1-1,-19 18 0,5 0 59,0 2 0,2 0 1,1 1-1,-29 51 0,35-52-91,2 0 0,2 2 0,1 0 0,1 0 1,2 1-1,1 0 0,1 1 0,-4 56 0,11-71-22,1 1-1,0-1 1,2 1-1,0-1 1,2 0 0,0 0-1,8 23 1,-7-28-5,1 0-1,0-1 1,1 0 0,1 0 0,0-1-1,1 0 1,0 0 0,1-1 0,0 0-1,17 13 1,-12-13-8,0-1-1,0 0 1,2-2-1,-1 0 1,1 0-1,0-2 1,0 0-1,1-1 1,-1 0-1,1-2 1,0 0 0,21 0-1,-2-2-39,0-1-1,0-2 1,0-1 0,0-3-1,40-10 1,-22 0-119,-1-2 0,-1-2 0,-1-3 0,71-43 0,-42 15-349,137-112 1,-172 124 385,-3-1-1,-1-3 1,-2-1 0,-2-3 0,53-83 0,-83 115 157,0 1 0,-1-1 0,0-1 0,-2 1 0,0-1 1,0 0-1,2-17 0,-6 28-3,-1 0 0,1 0 0,-1 0 0,0 0 0,0 1 0,0-1 0,-1 0 0,0 0 0,0 0 0,0 1 0,0-1 0,-1 0 0,0 1 0,0 0 0,0-1 0,0 1 0,-1 0 0,0 0 0,1 0 0,-1 0-1,-1 1 1,1-1 0,-1 1 0,1 0 0,-1 0 0,0 0 0,-7-4 0,3 4 14,1 0 0,-1 1-1,1 0 1,-1 0 0,0 1 0,1 0-1,-1 0 1,0 1 0,0 0-1,0 0 1,0 1 0,1 0 0,-11 2-1,1 1 5,1 1-1,-1 0 0,1 1 1,0 1-1,-15 9 0,7 0-20,1 0 0,0 2 0,2 0 0,0 1 0,1 2 0,1 0 0,1 1 0,1 0 0,1 2 0,1 0 0,1 1 0,1 0 0,-14 40 0,24-55-93,0 1 0,0 0 0,2 0 0,-1 0 0,1 0 0,1 0 0,0 1 0,1-1 0,0 0 0,0 0-1,1 0 1,1 0 0,6 18 0,-7-23-68,1 1-1,-1-1 1,1 0 0,1 0-1,-1-1 1,1 1-1,0-1 1,0 0 0,1 0-1,-1 0 1,1 0-1,0-1 1,1 0-1,-1 0 1,1 0 0,0-1-1,0 1 1,0-1-1,0-1 1,0 1 0,0-1-1,1 0 1,-1-1-1,10 2 1,-2-3-116,1 0 1,0-1-1,-1-1 0,1 0 1,-1-1-1,0 0 0,0-1 0,0-1 1,0 0-1,-1-1 0,1 0 1,-1-1-1,22-17 0,-13 8 97,-1-1-1,0-1 0,-1-1 0,-1-1 0,-1-1 1,25-37-1,-18 15 239,-1-1 0,-2-1 0,-2-2 0,-2 0 0,16-64 0,38-252 776,-68 338-809,87-725 3195,-59 434-748,-29 292-1991,0-1 1,11-35-1,-14 59-465,0 0 0,0 1-1,0-1 1,0 0 0,0 0 0,1 1-1,-1-1 1,0 0 0,1 1-1,-1-1 1,0 0 0,1 1-1,-1-1 1,0 0 0,1 1-1,-1-1 1,1 1 0,-1-1-1,1 1 1,0-1 0,-1 1 0,1-1-1,-1 1 1,1 0 0,0-1-1,-1 1 1,1 0 0,0 0-1,-1-1 1,1 1 0,0 0-1,0 0 1,-1 0 0,1 0 0,0 0-1,0 0 1,-1 0 0,1 0-1,0 0 1,0 0 0,-1 0-1,1 1 1,0-1 0,-1 0-1,1 0 1,0 1 0,-1-1 0,1 0-1,0 1 1,2 2 83,0-1-1,0 1 1,0 0-1,0-1 1,-1 1 0,1 0-1,3 7 1,2 9 160,0-1-1,-1 1 1,-1 1-1,4 25 1,-4-20-103,74 334 1347,86 313-443,-151-627-1177,1-2 0,2 0-1,2-1 1,1-1-1,48 66 1,-58-93-31,0 0 0,1-1 1,0 0-1,1-1 0,0 0 0,1-1 1,0-1-1,1 0 0,0-1 0,1 0 1,0-2-1,0 1 0,1-2 0,0-1 1,0 0-1,0-1 0,0 0 1,19 0-1,-22-3 45,0-1 0,0 0 0,-1-2 0,1 1 0,0-2 0,-1 1 0,0-2 1,1 0-1,24-12 0,-22 8 6,0-2 1,-1 0-1,0 0 1,0-2 0,-1 0-1,20-22 1,3-13-53,-2 0 0,-3-3 1,45-87-1,-49 84 66,4-12 4,-19 37 23,1 1 1,31-44 0,-45 70 37,1 0 1,0 0-1,-1 0 1,1 0-1,0 0 0,0 0 1,0 0-1,0 0 1,0 0-1,0 1 1,0-1-1,0 0 0,0 1 1,0-1-1,1 1 1,-1-1-1,0 1 1,0-1-1,0 1 0,3 0 1,-3 0-3,0 0 0,0 1 0,0-1 0,0 1 0,0-1 1,0 1-1,0-1 0,0 1 0,0 0 0,0-1 0,0 1 0,0 0 1,0 0-1,0 0 0,-1-1 0,1 1 0,0 0 0,0 2 0,4 8 16,0-1 0,-1 1 0,6 22 0,-3-11 16,18 60 96,-14-43-71,2 0-1,1-1 1,2 0 0,25 41 0,-36-70-48,1 0 0,1 0 0,-1-1 0,1 0 1,1 0-1,0 0 0,0-1 0,0-1 0,1 1 0,0-1 0,0-1 0,0 1 0,1-2 0,0 1 0,0-1 0,0-1 0,0 0 0,0 0 0,1-1 0,20 1 0,-14-2 122,1-2 0,-1 0-1,1-1 1,-1-1-1,1 0 1,-1-1 0,0-1-1,26-11 1,5-8 750,68-42 0,-12 6 407,-103 59-1272,1 0 0,-1 0 0,1 0 0,-1 1 0,1-1 0,0 1 0,-1-1 0,1 1 0,0-1 0,-1 1 0,1 0 0,0 0 0,-1 0 0,1 0 0,0 0 0,-1 0 0,1 0 0,0 1 0,-1-1 0,1 1 0,-1-1 0,1 1 0,0 0 0,-1-1 0,1 1 0,-1 0 0,0 0 0,3 2 0,0 1-10,0 0-1,-1 1 0,0 0 0,0 0 1,0 0-1,4 8 0,-1 0-109,36 80-2052,5 7-3315,-39-86 2394,1 0 0,17 20 0,7 2-7468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8:37.39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76 11189,'150'59'2050,"-143"-55"-1809,1 0 0,0 1 1,-1 0-1,0 1 1,0 0-1,0 0 0,-1 0 1,0 1-1,0 0 1,-1 0-1,7 12 1,4 3 428,3 5-108,0 1-1,-2 1 0,-2 0 1,0 1-1,-2 0 0,-1 2 1,10 42-1,-17-53-374,-1 1 1,-2 0-1,0-1 0,-1 1 0,-1 0 0,-1 0 1,-1 0-1,-1 0 0,-1-1 0,-1 1 0,-1-1 1,-10 24-1,7-24 57,-1 0 1,0 0-1,-2-1 0,-1-1 0,0 0 1,-1-1-1,-1 0 0,-1-1 1,0 0-1,-22 15 0,32-27-149,-27 25 629,32-31-694,0 0 0,0 1 0,1-1 0,-1 1 1,0-1-1,1 0 0,-1 0 0,0 1 0,1-1 0,-1 0 0,1 0 0,-1 0 0,1 0 0,0 0 0,-1 0 0,1 0 0,0-1 1,-1-1-16,1 0 1,0 0 0,0 0 0,0 0-1,0 0 1,1 0 0,-1 0 0,1 0-1,-1 0 1,1 1 0,0-1 0,1 0-1,-1 0 1,0 0 0,3-3 0,31-41 12,-21 29-44,16-20-220,214-265-3002,23 21-2290,-183 203 3504,120-101-5605,-107 112 1225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8:37.50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734 1 7865,'-19'8'490,"14"-7"-313,0 1 0,0 0 1,0 1-1,1-1 0,-1 1 0,0 0 0,1 0 1,0 0-1,0 0 0,0 1 0,0 0 0,1 0 0,-6 7 1,-125 187 5676,-44 62-4698,-21-18-4915,97-131-1974,67-65 363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8:37.77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1504 9629,'2'-1'28,"162"-52"2982,128-10 3304,-130 32-5361,-74 9-1226,94-35 1,-157 47 241,0-1-1,-1-1 1,0-1 0,-1-1-1,-1-1 1,0-1-1,-1-1 1,0-1 0,32-37-1,-31 28 208,-2 0 1,-1-1-1,-1-1 0,-2-1 0,0-1 1,-3 0-1,15-46 0,40-160 2748,36-246-1,-102 463-2640,-1 13-73,0 1 0,0-1 1,0 1-1,0 0 0,1-1 0,0 1 0,1 0 0,-1 0 0,5-7 0,-1 8 460,-3 8-277,-2 19 26,-1-12-262,-32 366 1728,2-61-2322,14 145-4495,11-152-6780,4-167-463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8:39.84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169 2310 10597,'-37'-11'4304,"36"11"-4166,0-1 0,1 0-1,-1 0 1,0 0-1,0 0 1,1 0 0,-1 0-1,1 0 1,-1 0-1,1 0 1,-1-1 0,1 1-1,-1 0 1,1 0 0,0 0-1,0-1 1,0 1-1,0 0 1,0 0 0,0-2-1,0-2 272,-5-55 1347,3-1 0,10-111 0,0 66-960,35-338 955,-7 105-1226,1-464 20,-45 518 1385,14 394-385,28 154 1,-14-129-1034,150 1489-376,-139-1274-123,297 1915-13,-238-1881 2,-64-293-10,4-1 0,43 90 0,-66-164-100,0-1 1,1 0-1,1 0 1,0-1-1,12 13 1,-18-23 0,0 0 1,0 0 0,0 0 0,0 0 0,0-1-1,1 0 1,-1 1 0,1-1 0,0-1 0,0 1-1,-1 0 1,1-1 0,0 0 0,0 0 0,1 0-1,-1 0 1,0-1 0,0 0 0,0 0 0,0 0-1,1 0 1,-1 0 0,5-2 0,-2-1-84,0 1 0,0-1 0,-1-1 0,1 1 0,-1-1 1,0 0-1,0-1 0,0 1 0,-1-1 0,1 0 0,-1-1 0,0 1 1,7-13-1,6-8-764,25-53 1,-43 78 951,21-47-527,-2-2 0,-3 0-1,-1-1 1,-3-1 0,-2 0 0,4-80-1,-11 98 471,-2 0 0,-1 0-1,-1 0 1,-2 0-1,-1 0 1,-2 0 0,-2 0-1,-1 1 1,-1 1-1,-2 0 1,-1 0 0,-1 1-1,-2 1 1,-36-53 0,20 44 143,-1 2 1,-2 1 0,-2 1 0,-78-56 0,-183-96 474,180 118-290,82 47-173,-58-34 264,-140-109 0,208 143-314,1-1 0,0-2 0,2 0 0,1-1 0,1-1 1,1-2-1,2 1 0,1-2 0,-20-46 0,25 43-30,2-1-1,1 0 1,2-1-1,1 1 0,2-1 1,1 0-1,2 0 1,1 0-1,2-1 1,1 1-1,2 1 1,2-1-1,0 1 1,3 0-1,1 1 1,1 0-1,2 0 1,1 2-1,26-41 0,-5 19-10,3 2-1,3 2 1,1 1-1,2 2 1,3 3-1,1 1 0,73-46 1,-28 28-10,3 5 1,2 4-1,147-53 0,-176 79 2,115-27-1,-156 46 19,0 2-1,0 0 0,0 2 1,0 1-1,0 2 0,0 1 1,31 5-1,-47-4-17,-1 0 1,1 1-1,-1 1 0,0 0 1,0 1-1,0 0 0,-1 0 0,0 2 1,0-1-1,9 10 0,8 9-5,-2 1 0,26 36 0,-48-58 9,-2-3 3,0-1 0,0 1-1,0 0 1,0-1 0,0 0-1,0 1 1,0-1-1,1 0 1,-1 0 0,0 0-1,1-1 1,-1 1-1,1-1 1,-1 1 0,1-1-1,-1 0 1,1 0-1,-1 0 1,1 0 0,0 0-1,-1 0 1,1-1 0,-1 1-1,1-1 1,3-2-1,10-2-22,-1-1-1,28-16 0,-35 18 28,2-2 52,-3 2-57,1 0 0,-1 0-1,1 0 1,10-2 0,-16 5-1,0 1-1,0 0 1,-1-1 0,1 1-1,0 0 1,0 0 0,0 0-1,-1 0 1,1 0 0,0 0-1,0 0 1,0 1 0,-1-1-1,1 1 1,0-1 0,-1 1-1,1 0 1,0 0 0,-1 0-1,1 0 1,-1 0 0,1 0-1,-1 0 1,0 0-1,1 0 1,1 3 0,1 3 34,-1 1 1,1-1 0,-1 1-1,0 0 1,-1 0-1,0 0 1,0 0-1,1 14 1,2 8 58,-2-15-51,-1-1 10,1-1 0,1 0 0,0 0 0,0 0 0,2 0 0,9 18 0,-9-20 30,-5-9-71,-1 0 0,1 0 1,0 0-1,0 0 0,1 0 1,-1 0-1,0 0 1,1-1-1,-1 1 0,1 0 1,-1-1-1,1 1 0,0-1 1,-1 1-1,1-1 1,0 0-1,0 0 0,0 0 1,0 0-1,0 0 0,1 0 1,-1 0-1,0-1 0,0 1 1,0-1-1,3 1 1,5-2 2,0-1 1,-1 0 0,1 0 0,-1-1 0,0 0-1,1 0 1,-1-1 0,-1-1 0,1 1 0,-1-1-1,0-1 1,0 0 0,14-12 0,11-13 60,48-59 0,-65 71-80,54-65-24,-4 4 25,125-119 0,-174 186-1,-1 1 0,2 0 1,-1 1-1,2 0 0,-1 2 0,1 0 1,30-8-1,-44 15 5,2-1-1,1 1 0,-1 0-1,1 0 1,-1 1 0,1 0 0,0 0 0,-1 1 0,1 0-1,0 1 1,0-1 0,-1 1 0,1 1 0,-1-1 0,1 1-1,-1 1 1,0-1 0,1 1 0,9 6 0,5 1-20,11 4-286,57 15-1,-77-26 139,1-1-1,-1 0 1,0 0 0,1-2 0,-1 0-1,1 0 1,22-4 0,-10-2-53,0-1-1,0-1 1,-1-1 0,-1-1 0,1-2-1,-2 0 1,0-1 0,0-2 0,-1 0-1,26-24 1,11-17 166,-2-3 0,49-68-1,-91 109 152,11-15 477,-13 15-328,1 0 0,1 1 0,1 1 0,0 0-1,29-20 1,151-108 425,-122 87-196,146-88 0,-201 136-468,0 1-1,0 1 1,1 1 0,0 0-1,0 1 1,22-1 0,129-5-1218,-101 8 98,-6 0-788,-1-3-1,1-3 0,-1-3 1,70-22-1,-53 8-1968,-3-1-1807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8:39.95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40 399 8909,'-10'-88'312,"0"61"-56,7 9-76,-4-9-36,4 0-24,0 3-104,-1 3-76,8-4-208,9-20-304,0 12-484,4 0-1244,6 3-397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8:40.08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148 80 9057,'-2'-2'172,"1"0"-1,0 0 1,0-1 0,0 1 0,0 0-1,0 0 1,0-1 0,1 1 0,-1 0-1,1-1 1,0 1 0,-1-1 0,1 1-1,0-1 1,1 1 0,-1 0 0,1-4-1,1-19 3262,-3 24-3228,-1 0 0,1 0-1,0 0 1,-1 1 0,1-1 0,-1 0 0,1 0 0,-1 1 0,0-1 0,1 1 0,-1-1 0,1 1 0,-1 0-1,0-1 1,1 1 0,-1 0 0,-2 0 0,2 1-121,1 0-1,-1 0 1,0-1 0,1 1-1,-1 0 1,0 0 0,1 0-1,-1 1 1,1-1 0,-1 0-1,1 1 1,0-1 0,0 0-1,0 1 1,-1 0 0,1-1-1,-1 3 1,-13 33 528,13-32-487,-15 49 84,3 1 0,2 0 0,3 1 0,2 0 0,2 0 1,3 0-1,6 75 0,-3-122-329,0 1 0,1 0-1,-1-1 1,2 0 0,0 1 0,0-1 0,0 0 0,1 0 0,1-1 0,-1 1-1,1-1 1,9 11 0,-8-13-83,-1-1-1,0 0 1,1 0-1,0 0 1,0-1-1,1 0 1,-1 0-1,1-1 1,0 0 0,-1 0-1,2 0 1,-1-1-1,0 0 1,0 0-1,1-1 1,11 1-1,8-2-885,-1-2-1,1 0 0,0-2 0,0-1 1,-1-1-1,0-1 0,30-13 0,38-14-5372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8:40.21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75 0 4464,'-54'21'-1288,"34"-18"1096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8:40.32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0 142 7701,'10'-18'1292,"10"-12"-748,7 12-688,37-30-3676,-4 20 1231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8:41.11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1 157 9285,'51'-32'1551,"92"-44"-1,-122 67-1138,0 1 0,1 0-1,0 2 1,1 0 0,-1 2-1,1 0 1,43 0-1,-42 5-257,0 1 0,0 1 0,0 1 0,-1 1 0,1 2 0,-1 0 0,-1 1 0,1 1 0,-1 1 0,-1 1 0,0 1 0,-1 1 0,0 1 0,-1 1 0,0 0 0,-1 2 0,-1 0 0,-1 0 0,0 2 0,-1 0 0,-1 1 0,-1 0-1,15 33 1,-12-13 20,-2 1 0,-3 1-1,0 0 1,-3 0-1,-2 1 1,-1 0-1,-3 0 1,-3 65-1,-6-16 212,-5 0-1,-44 175 1,-117 275 710,7-22 153,146-445-999,3 2 0,-9 105 1,23-146-175,2 1 0,2 0 1,1 0-1,1 0 1,3-1-1,1 0 0,13 41 1,-14-59-41,1 0-1,1-1 1,1 1 0,1-2 0,0 1 0,1-1 0,0-1 0,2 0 0,24 23-1,-18-21-27,2-1 0,0-2 0,0 0 0,1-1 0,1-1 0,39 15 0,-6-9-115,0-3 0,2-2 0,0-3 0,0-3 0,102 2 0,250-29-548,-2-32 277,-230 28 223,-168 22 152,21-3-30,0 2-1,1 1 1,-1 1 0,41 5-1,-64-3 48,0 1 0,0-1 0,0 2-1,0-1 1,-1 1 0,1 0 0,-1 1-1,1 0 1,7 6 0,-10-6 22,-1-1 0,0 1 0,0 1 0,0-1 0,0 0 0,-1 1 0,0 0 0,0 0 0,0 0 0,0 0 0,-1 0 0,0 1 0,0-1 0,2 10 0,-2-2 82,0 1 1,-1-1-1,-1 1 1,0 0-1,0-1 0,-2 1 1,-5 25-1,-34 94 618,31-105-599,-76 214 710,-171 511 522,190-525-1218,-100 305 231,113-384-575,-111 214 0,139-314-137,-2-2 1,-2-1-1,-3-2 1,-1-1-1,-53 52 0,64-73-231,-1-2-1,-1 0 1,-1-1-1,0-2 0,-2-1 1,0-1-1,0-1 1,-1-2-1,-1 0 0,-49 10 1,6-8-2815,26-11-1742,1-7-4215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8:42.55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448 2061 6369,'-31'40'2093,"30"-39"-1914,0 0 0,0 0-1,1 0 1,-1 0 0,0 0 0,1 0-1,-1 1 1,1-1 0,-1 0 0,1 0-1,-1 0 1,1 0 0,0 1 0,-1-1 0,1 0-1,0 0 1,0 1 0,0-1 0,0 0-1,0 1 1,1-1 0,-1 2 0,1-2-40,-1-1 0,0 1 0,0 0 1,0 0-1,0-1 0,0 1 1,0 0-1,0 0 0,0-1 1,0 1-1,0 0 0,0 0 0,0-1 1,0 1-1,-1 0 0,1 0 1,0-1-1,-1 1 0,1 0 1,0-1-1,-2 2 0,2-1 227,-1 0 0,0 0 0,0 0 0,1 0-1,-1 0 1,0 0 0,0 0 0,0 0 0,0 0 0,0 0 0,0-1-1,0 1 1,0 0 0,-1-1 0,1 1 0,0-1 0,0 1 0,-1-1 0,1 0-1,0 0 1,0 1 0,-1-1 0,1 0 0,0 0 0,-1 0 0,0 0-1,-15-11 144,16 8-400,-1 0-1,1 0 1,0 0 0,0 0-1,0 0 1,0 0 0,0 0 0,1-1-1,-1 1 1,1 0 0,0-1-1,0 1 1,0 0 0,1 0-1,0-5 1,0 2 24,77-566 2955,-20 191-2795,-14-99-105,-40 321-105,-16-162 0,11 303-94,-1 1 1,0-1 0,-1 1 0,-1-1 0,-1 1 0,-8-20 0,12 35 11,0 0 1,0 0-1,0-1 1,0 1-1,-1 0 1,1 0-1,-1 0 1,1 0-1,-1 1 1,0-1-1,0 0 1,1 1-1,-1-1 1,0 1-1,-1-1 1,1 1-1,0 0 1,0 0-1,-3-1 1,3 2 11,-1 0 0,1 0 0,-1 0 1,1 0-1,0 0 0,-1 0 0,1 1 0,0-1 0,0 1 1,-1 0-1,1 0 0,0-1 0,0 1 0,0 1 1,0-1-1,-3 2 0,-5 5 71,1 0-1,0 1 1,1 0-1,-1 0 1,2 1 0,-11 17-1,-7 17-16,2 1-1,3 0 0,1 2 1,2 0-1,-18 84 0,-25 254-97,39-103 31,12 218 0,23-221 0,6-137 0,59 213 0,76 127 0,-138-437 0,-1-1 0,-1-1 0,-2 2 0,7 48 0,-18-78 0,-1-1 0,0 0 0,-1 0 0,0 0 0,-2 1 0,1-1 0,-2 0 0,0 0 0,-1 0 0,0-1 0,-1 1 0,0-1 0,-1 0 0,-9 15 0,3-11 10,-1-1 1,0 0-1,-1-1 1,-1 0-1,0-1 1,0-1-1,-2 0 0,-28 16 1,14-11-305,-2-1 1,0-2-1,-69 21 0,40-23-3285,62-13 3544,0 0 1,0 0-1,0 0 0,0 0 0,0 0 1,0 0-1,0 0 0,0-1 0,0 1 0,0 0 1,1 0-1,-1 0 0,0 0 0,0 0 1,0 0-1,0 0 0,0 0 0,0-1 0,0 1 1,0 0-1,0 0 0,0 0 0,0 0 1,0 0-1,0 0 0,0 0 0,0-1 1,0 1-1,0 0 0,0 0 0,0 0 0,-1 0 1,1 0-1,0 0 0,0 0 0,0 0 1,0-1-1,0 1 0,0 0 0,0 0 0,0 0 1,0 0-1,0 0 0,0 0 0,-1 0 1,1 0-1,0 0 0,0 0 0,0 0 0,0 0 1,0 0-1,0 0 0,0 0 0,0 0 1,-1 0-1,1 0 0,0 0 0,0 0 0,0 0 1,0 0-1,0 0 0,-1 0 0,4-8-641,0 1 0,0 0 0,1 0 0,0 1 0,0-1 0,1 1 0,8-10 0,47-39-6249,11-5-3674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8:43.30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1140 717 13353,'-248'33'3985,"205"-26"-2030,-78 24 1,98-24-1502,-36 11 1468,-107 47 0,128-46-1495,2 1 1,0 2-1,2 2 1,0 1-1,2 2 1,-57 59-1,68-62-304,2 1 0,0 0 0,2 1 0,0 1 0,2 1 0,1 0 0,2 1 0,1 0 0,-15 59 0,23-71-140,0-1 0,1 0-1,1 1 1,1-1 0,0 1 0,3 19 0,-1-27-71,0 0 0,0 1-1,1-1 1,0 0 0,0 0-1,1 0 1,0-1 0,1 1-1,0-1 1,0 0 0,1-1 0,7 9-1,-3-6-137,1 0-1,1-1 0,0 0 0,0 0 1,1-2-1,-1 1 0,2-2 1,-1 1-1,18 4 0,12 1-730,76 12-1,-21-6 150,-69-14 590,-23-4 193,0 1 0,0 0 0,-1 0-1,1 0 1,8 3 0,1 2 19,1-1-1,0-1 0,1-1 1,-1 0-1,0-1 1,1-1-1,24-1 1,7-3-19,59-12 1,-45 1-84,1-3 1,-2-2 0,0-3-1,-2-3 1,0-2 0,-2-3-1,84-59 1,-123 76 102,-2 0 1,23-24-1,-37 36 10,-1 0 0,0 0 0,0 0 0,0 0 0,0 0 1,0-1-1,0 1 0,0 0 0,0 0 0,0-1 0,-1 1 0,1-1 0,0 1 0,-1-1 0,1 1 0,-1-1 0,0 1 1,1-1-1,-1 1 0,0-1 0,0 1 0,0-1 0,0 1 0,0-1 0,-1 1 0,1-1 0,-1-1 0,0 1 3,0 1-1,0 0 0,0 0 0,-1 0 0,1 0 0,0 0 1,-1 0-1,1 0 0,0 0 0,-1 1 0,1-1 1,-1 1-1,0-1 0,1 1 0,-1-1 0,1 1 1,-1 0-1,0 0 0,1 0 0,-1 0 0,0 0 0,1 0 1,-1 0-1,-1 1 0,-17 2 36,0 1 0,0 1 0,0 1 0,1 1-1,0 0 1,-30 17 0,24-9-15,0 0-1,1 1 0,0 2 0,-24 23 1,32-25-11,1 1-1,-19 26 1,29-37-22,1 1 0,0-1 0,0 1 0,1 0 0,0 0 1,0 0-1,1 0 0,0 1 0,0-1 0,-1 11 0,3-16-3,-1 0 1,1 0 0,0 0-1,1 0 1,-1 0 0,0 0-1,0 0 1,1 0-1,0 0 1,-1 0 0,1 0-1,0-1 1,0 1 0,-1 0-1,2 0 1,-1-1 0,0 1-1,0 0 1,0-1-1,1 0 1,1 2 0,0-1-11,-1 0 1,1-1 0,0 0-1,0 0 1,0 1-1,0-2 1,-1 1 0,2 0-1,-1-1 1,0 1 0,0-1-1,4 0 1,5-1-32,1 0-1,-1 0 1,0-2-1,0 1 1,16-7 0,-5 0-5,-1-1 0,0-1 0,0-1 1,35-26-1,70-68-78,-29 12 46,-48 44 39,87-66 1,-39 45-532,-5-4 0,-2-4 0,-4-4 0,92-114 0,-142 149 943,-2-2 0,-2-2 0,-3-1 0,-2-1 0,-2-1 0,-3-2 0,-3 0-1,-1-2 1,-4 0 0,-2 0 0,10-106 0,-23 147 8,0 0-1,0 0 1,-6-28-1,6 45-328,0 0 0,0-1 0,0 1-1,-1 0 1,1 0 0,0 0 0,-1 0-1,1 0 1,0 0 0,-1 0 0,0 1-1,1-1 1,-1 0 0,1 0 0,-1 0-1,0 0 1,1 1 0,-1-1 0,0 0-1,0 0 1,0 1 0,0-1 0,0 1-1,0-1 1,1 1 0,-1-1 0,0 1-1,0 0 1,0-1 0,-2 1 0,1 0 14,1 0-1,-1 1 1,0-1 0,0 1 0,1-1 0,-1 1 0,0-1 0,1 1-1,-1 0 1,1 0 0,-1 0 0,1 0 0,-1 0 0,1 0 0,0 0 0,-3 3-1,0 2 68,0-1 0,0 1 0,0 0-1,1 0 1,-1 0 0,1 1 0,1-1-1,-3 12 1,-11 61 665,11-48-498,0-8-118,-1 12 127,1 1 1,2 0-1,3 66 0,12 159 633,-8-198-693,14 69 0,-9-98-271,0-1 0,20 44 0,-23-62-104,0-1 1,2 0-1,-1 0 0,2 0 0,0-2 1,1 1-1,0-1 0,0 0 0,2-1 0,-1 0 1,20 13-1,-16-14-118,1-1 1,0-1 0,0 0-1,1-1 1,0-1-1,0 0 1,1-2-1,-1 0 1,33 3 0,-4-4-220,0-3 0,0-1 0,1-3 0,79-16 0,177-61-670,-259 68 1106,-40 12 3,-20 16 7,9-10 36,-57 47-56,-5 4-3218,70-52 1356,3 0 1200,0-1-1,0 1 1,0-1-1,0 0 1,1 0 0,-1-1-1,1 1 1,0-1-1,-1 0 1,10 2 0,37 2-7505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8:43.41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265 37 14953,'0'21'1869,"-20"-24"283,-4-3-200,-9 6-132,2 0-268,-2-3-288,3 0-292,3 0-199,4 0-229,6 0-484,0 0-1017,10-16-3767,4 7-1841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8:47.03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273 1570 10005,'-31'25'1720,"25"-20"2424,3-4-2991,-31 10 5302,18-15-4278,14 3-2062,0-1-1,0 1 1,0-1-1,0 1 1,1-1-1,-1 1 1,0-1-1,1 0 1,0 0-1,-1 0 1,1 0-1,0 0 1,0 0-1,0 0 1,0-1-1,0 1 1,1 0-1,-1 0 1,1-1-1,-1 1 1,1 0-1,0-4 1,0-55 495,1 54-519,7-66 391,25-103 0,8-50-206,-35 152-253,-3 1 0,-3-1 0,-3 0 0,-4 0 0,-2 1 0,-4 0 0,-3 1-1,-3 1 1,-40-96 0,52 148 6,-2 1 0,-1-1 0,0 2 0,-14-19 0,23 35-20,1 1 0,0-1 0,0 1 0,-1-1 0,1 0 1,0 1-1,-1-1 0,1 1 0,0-1 0,-1 1 0,1 0 0,-1-1 1,1 1-1,-1-1 0,1 1 0,-1 0 0,1-1 0,-1 1 0,1 0 1,-1-1-1,0 1 0,1 0 0,-1 0 0,1 0 0,-1 0 0,0 0 1,1-1-1,-1 1 0,0 0 0,1 0 0,-1 1 0,0-1 0,1 0 1,-1 0-1,1 0 0,-1 0 0,0 0 0,0 1 0,-11 24 383,11-21-340,-7 21 136,2 0 1,1 1-1,1 0 1,2-1 0,0 1-1,2 31 1,21 169-168,-14-169 2,12 104-23,127 861 0,-108-831 0,9-1 0,9-3 0,101 232 0,-119-338 0,67 105 0,-73-137 0,3-2 0,1-1 0,53 51 0,-62-72 0,0-1 0,1-1 0,2-2 0,0-1 0,1-1 0,41 17 0,-46-25 0,1-1 0,0-2 0,0 0 0,1-2 0,0-1 0,0-2 0,0 0 0,53-3 0,-51-3-448,1-1 0,-1-1 0,-1-2 0,1 0 0,-1-3 0,0 0-1,-1-2 1,0 0 0,-1-3 0,-1 0 0,0-1 0,-1-2 0,-1 0 0,0-2 0,-2 0 0,22-26 0,-40 42 340,-1 0 0,0 0 0,0 0 0,-1 0 0,1 0 0,-1-1 0,1 1 0,-2-1 0,1 0 0,0 1 0,-1-1 0,0 0 0,1-6 1,-2 8 65,-1 1 0,1-1 0,0 1 0,-1 0 1,0-1-1,1 1 0,-1 0 0,0-1 1,0 1-1,-1 0 0,1 0 0,0 0 1,-1 0-1,1 0 0,-1 0 0,1 1 1,-1-1-1,0 0 0,0 1 0,0-1 0,0 1 1,0 0-1,0 0 0,0-1 0,0 2 1,-1-1-1,1 0 0,-5-1 0,-26-6-118,-1 1 0,0 1-1,0 3 1,-1 0 0,-39 3 0,12-1 59,6 0 48,-50-2 113,-129-19 0,204 17-24,0-1 1,0-2 0,1-1 0,0-1 0,0-2 0,2-1 0,-1-1 0,-44-30 0,59 33-35,0-1 1,1 0-1,0-1 1,1-1-1,0 0 1,1 0-1,0-1 1,-11-23-1,10 13-5,1-1 1,1 0-1,1-1 0,-10-50 0,9-1-38,3 0 0,6-150 0,50-366-200,41 4 267,-51 381 337,114-352-1,-101 427-209,-42 114-109,0 1 0,1 0 1,1 1-1,21-25 0,-30 39-29,1 0-1,-1 0 0,1 1 0,1-1 1,-1 1-1,0 0 0,1 0 1,0 0-1,-1 0 0,1 1 0,0 0 1,0 0-1,9-2 0,-10 4 0,0-1-1,1 1 1,-1 0 0,0 1-1,1-1 1,-1 1 0,0 0-1,0 0 1,0 0 0,0 0-1,0 1 1,0-1 0,0 1-1,0 0 1,0 0-1,-1 1 1,7 4 0,6 8 59,0 0 1,-1 2-1,0-1 0,-1 2 1,-1 0-1,-1 0 1,12 25-1,62 149 811,-83-184-840,107 330 1157,-27 11-469,-11-40-405,-59-257-295,69 223 264,-72-248-391,2 0 0,0-1 1,2-1-1,1 0 0,0-1 1,2 0-1,34 35 0,-44-51 12,1-2 0,-1 1 0,1-1 0,1 0 0,-1-1-1,1 0 1,0 0 0,0-1 0,0 0 0,0-1-1,1 0 1,0 0 0,0-1 0,13 2 0,-14-4 23,-1 0 1,1-1-1,-1 0 1,1 0 0,-1-1-1,1 0 1,-1 0-1,0-1 1,0 0 0,0 0-1,0-1 1,-1 0 0,0-1-1,1 0 1,-2 0-1,1 0 1,6-7 0,5-6-56,0-1 0,-2-1 0,0-1 1,-1 0-1,20-41 0,48-124-145,-41 82 252,31-82 637,-69 178-456,-1 0 1,2 0-1,-1 1 0,1-1 1,0 1-1,0 0 0,1 0 0,12-11 1,-11 18 634,2 4-613,1 0-1,-1 1 1,0 0-1,0 0 1,-1 1-1,0 1 0,0-1 1,9 11-1,60 71 601,-31-32-467,-23-31-509,1 0 1,51 39-1,-70-61-143,1 1-1,0-1 1,-1 0-1,1 0 1,0 0-1,1-1 1,-1 0-1,0 0 1,1-1 0,-1 0-1,1 0 1,-1 0-1,1-1 1,0 0-1,-1 0 1,1 0-1,8-3 1,-11 3-20,0-1 0,0 0-1,0 0 1,0-1 0,0 1 0,0-1 0,0 0 0,0 0 0,-1 0 0,1 0 0,5-5 0,13-22-5287,-4-11-4164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8:47.17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105 154 12129,'-64'-54'3948,"44"48"-2527,0 3 1679,30-15-3148,17-6-624,16 12-828,1-3-689,6-1-2555,10 10-3717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8:47.70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0 15061,'29'228'3129,"-12"-110"1801,35 130 0,44 77-90,-22-82-4963,-3-25-2548,-47-156-1188,-3-18-3381,-133-261 3712,104 200 3717,0 0-1,1-1 0,1 0 1,1 0-1,1-1 1,0 1-1,2-1 0,0 0 1,1 0-1,0 0 0,5-33 1,1 21-7,1 0 0,2-1 1,1 2-1,1 0 1,2 0-1,22-40 0,49-89 367,-80 152-594,0-2 476,-14 4 12,9 4-438,-1 0 10,0 1 0,1-1 0,-1 1 0,0 0-1,0 0 1,0 0 0,0 0 0,0 1 0,1-1 0,-1 1 0,0-1-1,0 1 1,0 0 0,-3 2 0,-37 21 31,29-15-111,10-7-185,8-2-252,5 0 172,0-1 1,-1-1-1,1 1 0,-1-1 1,1-1-1,14-6 0,52-29-1201,-54 27 1179,51-29-798,113-81-1,-155 97 1611,0 0 0,-2-3 0,-1 0 0,-1-1-1,39-57 1,-44 42 1058,-15 29-934,-4 11 1048,7 18-842,2 1-642,1-1 0,1-1 0,0 1 0,1-2 0,24 18 0,85 53 189,-118-81-432,1 1 1,0-2-1,0 1 1,0-1-1,0 0 1,0 0-1,0-1 1,0 1-1,1-2 0,-1 1 1,1-1-1,-1 1 1,0-2-1,1 1 1,-1-1-1,0 0 1,12-3-1,3-4-733,1 0 0,-1-2-1,33-20 1,-3 2-293,142-62-3900,-117 55 1737,12 4-1148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8:47.90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128 10 14437,'-24'-9'2753,"11"18"7788,0 0-9373,-1 3-224,7 30-180,1 24-108,-1 1-176,0 11-404,1 7-648,-4 2-1024,3 0-640,0-2-1345,0-4-3431,11 7-6826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8:48.63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524 504 12825,'-23'10'683,"1"2"0,0 1 0,1 1 0,0 1 0,1 0 1,1 2-1,0 0 0,2 1 0,-19 24 0,-10 21-198,4 2 1,2 1-1,3 3 1,4 0-1,-30 89 1,52-127-425,1 1 0,-6 44 0,14-65-54,0 0 1,1 0-1,1 1 0,0-1 0,0 0 1,1 1-1,1-1 0,0 0 1,0 0-1,7 19 0,-7-27-7,-1 0 0,1-1 0,0 1 0,0 0 0,0-1 0,0 0 0,0 1 0,0-1 1,1 0-1,-1 0 0,1 0 0,0 0 0,-1-1 0,1 1 0,0-1 0,0 0 0,0 1 0,0-1 0,0-1 0,0 1 0,0 0 0,0-1 0,0 1 0,1-1 0,-1 0 0,0 0 0,0-1 0,0 1 0,4-1 1,5-1-1,0-1 0,0 0 1,0-1-1,0 0 0,-1-1 1,14-7-1,18-15-4,-2-2 1,0-1-1,71-71 0,-76 64 26,3 3-1,0 1 1,78-48-1,-100 71-7,-1 1 0,1 1 0,1 1 0,0 0-1,0 1 1,0 1 0,0 1 0,1 0 0,0 2-1,0 0 1,-1 1 0,1 1 0,0 0 0,0 2-1,35 7 1,-25-2 0,-19-4-5,1 1-1,1-2 1,-1 0-1,0 0 1,1-1-1,-1 0 1,1-1 0,-1 0-1,0-1 1,19-3-1,99-42 17,-84 28-54,59-15 1,-86 29 34,0 1 1,-1 0 0,1 2 0,0 0 0,0 1-1,0 0 1,20 4 0,10 5-28,-20-3 131,44 2 0,-58-7-122,1-2-1,-1 0 0,0 0 0,0-1 0,1-1 0,-2-1 0,1 0 1,0 0-1,-1-2 0,0 1 0,21-13 0,-6-1 4,0 0 1,-2-2-1,47-47 0,47-57 409,82-80 2040,-191 197-2336,-1 0 1,1 1 0,0 0-1,0 0 1,1 1 0,0 1-1,0 0 1,20-5 0,12 0 121,52-6 1,-22 5-79,247-56-2002,-189 31-1003,235-97 0,-272 94 590,-27 9 200,-44 18-177,1 1 0,40-11 0,-12 13-3789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8:48.73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0 359 9205,'64'-48'1904,"-41"27"-400,14-15-308,-7 12-96,4-1-96,-1 4-167,4-9-189,3 6-140,1 0-248,-1 0-572,0 3-636,4 0-497,-14 0-3051,-3 2-3485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8:49.75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184 911 14577,'-50'-25'3157,"34"23"278,6 12-2764,9-8-144,-3 4-122,0 1-1,1 1 1,0-1 0,0 0-1,1 1 1,0-1-1,0 1 1,0 0-1,1-1 1,1 1-1,-1 14 1,-3 20 810,-7 32 504,-34 272 892,25 148-2611,23-416 0,2 1 0,5 0 0,2-1 0,28 92 0,-31-139 0,2-1 0,1-1 0,1 1 0,2-2 0,1 0 0,1-1 0,28 35 0,-36-52 0,0 1 0,1-1 0,1 0 0,0-1 0,0-1 0,0 1 0,1-2 0,1 0 0,-1 0 0,1-1 0,0 0 0,0-2 0,1 1 0,-1-2 0,1 1 0,0-2 0,0 0 0,26 0 0,-25-3-92,0-1 0,1-1 1,-1-1-1,0 0 0,-1 0 0,1-2 0,-1 0 0,0 0 1,0-1-1,-1-1 0,0-1 0,0 1 0,19-19 1,11-13-309,-2-2 0,43-58 0,-68 81 359,54-66-133,4 4 0,95-81 1,-127 127 358,1 2 0,2 2 0,1 2 0,1 2 0,1 2 0,68-25 0,-87 40 58,0 2 1,1 0 0,0 2-1,33-2 1,-48 7-196,0 0 1,0 1 0,1 1-1,-1 0 1,0 1-1,0 1 1,-1 0-1,1 1 1,-1 1-1,16 7 1,-23-9-49,0 1 0,-1 0 0,0 1 0,0-1 0,0 1 0,-1 0 0,1 1 0,-1 0 0,-1-1 0,1 1 0,-1 1 0,0-1 0,0 1 0,-1-1 0,1 1 0,1 8 0,2 9 0,-1 1 0,-1-1 0,3 38 0,-2-12 0,-6-48 0,1 0 0,-1 0 0,1 0 0,-1 0 0,1 0 0,0 0 0,-1 0 0,1 0 0,0-1 0,0 1 0,1 0 0,-1 0 0,0-1 0,0 1 0,1-1 0,-1 1 0,1-1 0,-1 0 0,3 2 0,-1-2 0,1 1 0,-1-1 0,0 0 0,0 0 0,1 0 0,-1 0 0,1-1 0,-1 1 0,1-1 0,5 0 0,7-2 0,1 0 0,-1-1 0,30-10 0,-30 9 0,33-9-81,-15 4-211,0 0 0,-1-2 0,47-23 0,-30 7 134,-2-2 1,61-48-1,-61 40 22,-2-3 1,-2-1-1,-1-3 1,-3-1 0,56-81-1,-86 110 109,0 0-1,-2 0 1,0-1 0,-1 0-1,0 0 1,-2 0 0,0-1-1,-1 0 1,0 0-1,-2-1 1,0 1 0,-1 0-1,-1-1 1,-1 1 0,0-1-1,-2 1 1,0 0 0,-1 0-1,0 0 1,-2 0-1,0 1 1,-1 0 0,-1 0-1,-11-18 1,3 9 8,9 17-1,1 0 1,0 0 0,1-1-1,0 0 1,1-1-1,-4-10 1,8 20 19,-1 0 0,1 0-1,0 0 1,0 0 0,0 0 0,0 0 0,0-1 0,0 1 0,1 0 0,-1 0 0,0 0 0,0 0 0,1 0 0,-1 0 0,0 0 0,1 0-1,-1 0 1,1 0 0,0 0 0,-1 1 0,1-1 0,0 0 0,1-1 0,1-1 0,0 1 0,0 0 0,0 0 0,1 0 0,-1 0-1,1 1 1,4-2 0,12-3-4,1 1 0,21-2-1,-25 4-5,178-29-51,141-27-553,-244 39-17,144-53 0,-137 30 243,-2-5 1,-1-3 0,114-84-1,-35 27 39,-146 93 317,1 1 1,0 2-1,1 0 1,41-8-1,-32 11-726,0-2-1,0-2 1,-1-1 0,-1-2 0,0-2-1,68-44 1,-83 47-372,-2-2-1,0-1 0,36-40 1,44-70-5042,-83 103 4577,22-29-3197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8:49.87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 7057,'84'21'1076,"-64"6"360,0 6 56,0 0 4,0 0-428,1 6-168,-1 7-184,0 5-164,3 0-304,-3-3-628,-3-8-696,0-13-572,6 3-2116,7-3-2425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8:51.04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361 1309 14625,'-61'-44'1178,"-37"-27"3043,63 52-287,35 19-3894,0 0 0,-1 0 0,1 0 0,0 0 0,0 0 0,0 0 0,-1 0 0,1 0 0,0-1 0,0 1 0,0 0 1,-1 0-1,1 0 0,0 0 0,0 0 0,0 0 0,-1 0 0,1 0 0,0 1 0,0-1 0,0 0 0,-1 0 1,1 0-1,0 0 0,0 0 0,0 0 0,-1 0 0,1 0 0,0 0 0,0 1 0,0-1 0,0 0 0,-1 0 0,1 0 1,0 0-1,0 1 0,0-1 0,0 0 0,0 0 0,-12 11 487,1 1-1,1 0 1,0 0-1,0 1 1,1 0-1,1 1 1,0 0-1,1 0 1,1 0-1,0 1 1,-6 26 0,-4 26-286,3 1 0,3 0 0,-1 99 0,11-59-279,20 159-1,-9-184 39,31 111 0,-31-156 0,1-1 0,3 1 0,0-2 0,3 0 0,22 34 0,-30-55-1,0 0 0,2-1 1,-1-1-1,2 0 0,0-1 0,0 0 0,1-1 1,0 0-1,29 15 0,-37-23-90,1 1 0,0-2-1,0 1 1,0-1 0,0 0 0,0 0-1,1-1 1,-1 0 0,0 0 0,1-1-1,-1 0 1,1 0 0,-1-1 0,0 0-1,1 0 1,-1-1 0,0 0 0,0 0-1,0-1 1,0 0 0,0 0 0,-1 0-1,1-1 1,-1 0 0,0 0 0,6-6-1,-1 0-128,0-1-1,-1-1 0,0 0 0,0 0 0,-2-1 0,0 0 0,0 0 0,-1-1 0,-1 0 1,0 0-1,6-25 0,2-17-480,11-104 1,-16 89 403,45-241-582,-47 284 1009,1 0-1,1 1 1,2 0 0,1 0 0,1 1 0,1 1 0,1 0 0,1 1 0,1 0 0,1 2 0,1 0 0,2 1 0,0 1 0,0 1 0,43-28-1,-52 40 47,0-1-1,1 2 0,0 0 0,1 0 1,-1 1-1,17-3 0,-23 6-80,-1 1 0,0 0-1,1 0 1,-1 1 0,1 0 0,-1 0-1,1 1 1,-1-1 0,0 1 0,1 1 0,-1-1-1,0 1 1,0 0 0,0 0 0,10 7-1,-9-5 6,0 0 0,-1 1 0,0 0 0,0 1-1,-1-1 1,0 1 0,0 0 0,0 0-1,0 1 1,3 7 0,-1 1 72,0 1 1,-1 0-1,7 28 0,-9-27-114,1 0 0,0 0 0,2-1 0,0 0 0,1-1 0,0 1 0,12 15 0,-15-25-85,-1-1 0,1 1-1,1-1 1,-1 0 0,1 0 0,-1 0-1,1-1 1,1 0 0,-1 0 0,1-1 0,-1 0-1,1 0 1,0 0 0,0-1 0,0 0-1,0 0 1,1-1 0,-1 0 0,14 0 0,15-4-172,0-1 0,0-2 0,65-21 0,-54 10 95,0-1 0,48-28 1,-37 17-71,-13 6 86,-2-1 1,0-2-1,-2-2 1,-1-2 0,-2-2-1,0-1 1,48-57-1,-75 76 55,0-1 0,10-21 1,-15 24 11,1 1 1,0 0 0,0 1 0,1 0 0,11-10 0,-12 18-39,107 3 172,189-7-2675,-268 3 2174,0-2 1,0-1-1,-1-2 1,0-2-1,0-1 1,49-23 0,-66 25 298,0-2 0,0 0 1,-1-1-1,0 0 1,-2-2-1,1 1 1,-1-2-1,-1 0 1,14-21-1,6-16-32,44-92-1,13-21 188,-63 123 72,-1-2 61,3 2 0,59-67 0,-74 95-159,15-16 99,33-42 1,-55 62-139,0 1 1,-1-1-1,0 0 1,-1-1 0,0 1-1,-1-1 1,0 0-1,-1-1 1,4-15-1,-2 3 30,1 1 0,2-1 0,0 1 0,1 0 0,2 1 0,0 0 0,1 1 0,1 0 0,22-26 0,-34 46-27,17-17 57,-18 18-58,0-1-1,1 1 0,-1 0 0,0 0 0,1-1 1,-1 1-1,1 0 0,-1 0 0,0 0 0,1 0 1,-1-1-1,1 1 0,-1 0 0,1 0 0,-1 0 1,0 0-1,1 0 0,-1 0 0,1 0 0,-1 0 1,1 0-1,-1 0 0,0 1 0,1-1 0,-1 0 0,1 0 1,-1 0-1,0 0 0,1 1 0,-1-1 0,1 0 1,-1 0-1,0 1 0,1-1 0,-1 0 0,0 1 1,0-1-1,1 0 0,-1 1 0,0-1 0,0 0 1,1 1-1,-1-1 0,0 1 0,0-1 0,0 1 0,0-1 1,0 0-1,0 1 0,1-1 0,-1 1 0,0 0 1,1 7 14,0-1 1,0 1 0,0 0 0,-1 0-1,0 0 1,-1 0 0,0 0 0,0 0-1,-4 12 1,-27 79 121,20-65-62,-146 504 678,143-473-797,3-1 0,2 2 0,0 66 1,10-97-147,1 0 0,1 0 0,2 0 1,2 0-1,1-1 0,1 0 1,18 45-1,-18-62-6,0 0-1,2 0 1,0-1-1,1-1 1,0 1 0,1-2-1,1 0 1,0 0 0,1-1-1,0-1 1,1 0 0,1-1-1,0-1 1,0 0-1,1-1 1,0-1 0,1-1-1,-1 0 1,1-1 0,1-1-1,-1-1 1,23 2-1,-37-5 153,0-1-1,0 0 0,0 0 0,1 0 1,-1-1-1,0 1 0,0-1 0,0 0 1,0 0-1,0-1 0,0 1 0,0-1 1,0 0-1,0 0 0,-1 0 0,1-1 0,5-4 1,-7 5 25,0 0 0,0-1 1,0 1-1,0-1 0,-1 1 0,1-1 1,-1 0-1,0 0 0,0 0 1,0 0-1,0 0 0,0 0 1,-1 0-1,1 0 0,-1 0 0,0 0 1,0 0-1,0 0 0,0 0 1,0 0-1,-1 0 0,1 0 0,-1 0 1,-1-4-1,-27-75-576,19 60-51,1-1 0,1-1 0,1 1 0,2-1 1,0 0-1,1-1 0,0-48 0,8 11-1481,2 1 0,25-103-1,-3 75-1265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8:51.27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399 1 6889,'0'0'2511,"-3"2"-1582,-17 13-829,0 2 0,1 0 0,1 1-1,0 0 1,1 2 0,2 0 0,0 1 0,1 1 0,-14 27 0,-25 58-1792,5 3 0,-41 140 1,75-191 21,7-2 71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8:52.97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701 89 5432,'1'-3'207,"1"1"0,-1-1 0,0 0 0,0 1-1,0-1 1,-1 0 0,1 1 0,-1-1 0,0 0-1,1 0 1,-1 0 0,0 1 0,-1-1-1,1 0 1,0 0 0,-1 0 0,0 1 0,1-1-1,-1 0 1,0 1 0,0-1 0,-1 0 0,1 1-1,-1 0 1,1-1 0,-4-3 0,4 5-116,-1 0 0,1-1-1,0 1 1,0 1 0,-1-1 0,1 0 0,-1 0 0,1 0 0,0 1 0,-1-1 0,0 1 0,1-1 0,-1 1 0,1-1-1,-1 1 1,1 0 0,-1 0 0,0 0 0,1 0 0,-3 0 0,-31 6 498,19 0-378,-1 1-1,1 0 1,0 1 0,-17 13-1,-9 8 151,1 2-1,1 2 1,-55 59-1,49-40-120,3 2-1,1 2 0,-35 65 0,61-94-185,2 1 0,1 1 0,1 0 0,2 1 1,1 0-1,1 0 0,1 1 0,2 0 0,-1 37 1,6-46-29,2 1 0,0-1 0,2 0 1,0 0-1,2 0 0,0-1 0,2 0 1,0 0-1,1 0 0,18 28 0,8 6 37,3-1-1,56 62 0,212 221-25,115 139-1309,-354-391 918,-5 3 1,-3 3-1,86 181 1,-120-212 302,-3 2 0,-3 1 0,-2 0 0,-3 1 0,-3 1 0,-3 0 0,-3 0 0,-4 95 0,-6-79 375,-4-1 0,-3 0 1,-4 0-1,-4-2 0,-3 0 1,-46 107-1,62-170-135,0 0 0,0-1 1,-1 0-1,-20 25 0,28-39-187,0 0 0,0 0 1,0 0-1,0 0 0,0 0 0,0-1 0,0 1 0,0 0 1,0 0-1,0 0 0,0 0 0,0 0 0,0 0 1,0 0-1,0 0 0,0 0 0,0-1 0,0 1 0,0 0 1,0 0-1,0 0 0,0 0 0,0 0 0,0 0 1,0 0-1,0 0 0,0 0 0,0 0 0,0 0 0,0 0 1,0-1-1,0 1 0,-1 0 0,1 0 0,0 0 1,0 0-1,0 0 0,0 0 0,0 0 0,0 0 1,0 0-1,0 0 0,0 0 0,-1 0 0,1 0 0,0 0 1,0 0-1,0 0 0,0 0 0,0 0 0,0 0 1,0 0-1,0 0 0,0 0 0,-1 0 0,1 0 0,0 0 1,0 0-1,0 0 0,0 0 0,0 1 0,-4-12 10,1-1-1,1 1 0,0-1 1,0 1-1,1-1 1,1 1-1,0-1 0,0 0 1,2 1-1,-1-1 1,1 1-1,5-15 0,-1-8-57,-6 28 22,1 0 1,-1 0 0,1 1 0,1-1-1,-1 1 1,1-1 0,0 1-1,0-1 1,0 1 0,1 0 0,0 0-1,0 0 1,7-8 0,-9 12 24,0 1 0,1-1-1,-1 0 1,1 1 0,0-1 0,-1 1 0,1-1 0,-1 1 0,1 0 0,0 0 0,-1 0 0,1 0 0,-1 0 0,1 0 0,0 0 0,-1 0 0,1 1 0,-1-1 0,1 1 0,-1-1 0,1 1-1,-1-1 1,1 1 0,-1 0 0,1 0 0,-1 0 0,0 0 0,1 0 0,1 2 0,40 37 84,-38-35-69,36 38 128,7 9-56,3-3 1,69 53-1,-53-55-337,3-3-1,2-3 0,1-3 1,2-4-1,115 37 0,-106-46-2004,2-4 0,148 16 0,-4-21-5042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8:53.83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85 6685,'75'-20'240,"-17"3"135,-1 4 1,67-8-1,-43 12 252,0 4-1,160 11 1,-191-1-498,0 3 0,0 2 0,-1 1 1,-1 3-1,92 39 0,-121-44-69,-1 1 0,0 1-1,0 0 1,-1 1 0,-1 1 0,0 0 0,-1 2 0,0-1 0,-1 2 0,-1 0 0,0 1 0,-1 0 0,-1 0 0,-1 2 0,0-1-1,-2 1 1,0 0 0,-1 1 0,-1 0 0,0 0 0,-2 1 0,0-1 0,-2 1 0,0 39 0,-9 29 209,4-64-209,1 1 0,1 0 0,1 0 0,3 27 0,-1-45-46,-1 1 1,2-1-1,-1 0 0,1 1 0,0-1 0,1 0 0,0 0 0,0-1 0,1 0 0,0 1 0,0-1 0,1-1 0,0 1 0,0-1 0,0 0 0,9 6 1,5 2 1,1-1 1,1 0 0,0-2 0,1 0 0,0-2-1,48 13 1,151 19 105,-216-40-118,171 12 283,-20-2 800,-156-11-1076,0 0-1,0 0 1,0 1 0,0-1-1,0 0 1,0 0 0,0 1-1,0-1 1,0 0 0,0 1-1,-1-1 1,1 1 0,0-1-1,0 1 1,0 0 0,-1-1-1,1 1 1,0 0 0,-1-1-1,1 1 1,-1 0 0,1 0-1,-1-1 1,1 1 0,-1 0-1,1 0 1,-1 0 0,0 0-1,1 0 1,-1 0 0,0 0-1,0 0 1,0 0 0,0 0-1,0 0 1,0 0-1,0 0 1,0-1 0,0 1-1,0 0 1,-1 0 0,1 0-1,0 0 1,-1 0 0,1 0-1,-1 1 1,-3 8 73,0 0 0,-1 0-1,-9 14 1,9-15-50,-11 17 38,1 1 1,2 0-1,1 2 0,1-1 0,2 1 1,1 1-1,1-1 0,1 1 0,1 1 1,2-1-1,2 1 0,0-1 0,7 53 1,1-42-41,2-1 1,1 0-1,3 0 1,1-1 0,1-1-1,2 0 1,2-1 0,2-1-1,26 36 1,34 32 7,141 144-1,-17-22-36,-141-146-267,-4 3-1,-4 3 1,59 119-1,-80-131-389,-2 2 0,-5 1-1,-2 2 1,23 128-1,-40-146-1232,2 66-1,-14 60-3943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9:07.88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968 0 10849,'-17'19'614,"5"-6"138,0 1 1,1 0-1,0 1 0,-13 25 1,-52 123 4764,37-76-3892,-92 227 1575,94-221-2663,31-76-456,-170 449 1698,-57 367-1004,147-409-3246,15 0-4355,54-291 546,8-16-3898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9:08.15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97 302 12341,'3'-17'610,"-1"-1"0,2 2-1,0-1 1,1 0 0,14-28-1,-13 34-238,0 0-1,1 1 0,0 0 1,1 0-1,0 1 0,0 0 0,1 0 1,19-13-1,-13 12-112,0 1 1,1 1-1,0 0 1,0 1-1,1 1 1,-1 0 0,2 1-1,-1 1 1,0 1-1,1 1 1,0 0-1,-1 1 1,22 2-1,8 2 21,1 2 0,-1 2 0,78 22 0,-69-13-155,-1 3 0,-1 2 0,-1 2 0,-1 2 0,-1 3 0,53 38 0,-74-44-96,0 2 0,-2 1 0,-1 1 0,0 1 1,-2 2-1,-2 0 0,0 2 0,-2 1 0,-2 0 0,23 51 0,-28-49-59,-2 1 0,-1 0 0,-1 1 0,-2 1 0,-2-1 0,-1 1 0,-2 0 0,-2 0 0,-6 70 0,-1-64-3,-2 0 0,-1-1 1,-3 0-1,-1-1 0,-2 0 0,-2-1 1,-2-1-1,-28 45 0,6-22-15,-3-3 0,-2-1 0,-94 91-1,-182 128-226,-17-20-873,5-2-4414,264-195 28,24-12-3391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9:08.62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47 25 10481,'-4'-2'240,"2"1"-20,0 0-1,0 1 1,-1-2 0,1 1-1,0 0 1,0 0 0,0-1-1,0 1 1,1-1 0,-1 1-1,0-1 1,-3-5 3255,6 11-2755,7 22-350,2-1 0,0 0 0,18 29-1,8 19-60,-9-9-145,-3 1-1,-3 0 1,-2 2-1,14 104 1,-27-120-111,-2 1 0,-3 0 0,-2-1 1,-2 1-1,-2 0 0,-21 86 1,14-93 3,-2 0-1,-1-1 1,-3-1 0,-1-1 0,-2-1 0,-36 53 0,51-85 3,-1-1-1,0 0 1,0 0-1,-13 10 1,16-15 32,24-30 32,27-29-453,104-94 1,194-122-1055,-267 219 1150,2 4 1,146-66-1,-193 101 247,68-20 0,-92 32 51,0 0 0,-1 0 0,1 1 0,0 0 0,0 1 0,0 0 0,0 0 0,0 0 0,0 2 0,0-1 0,-1 1 0,1 0 0,12 5 0,-16-4 14,0 0 0,0 0 0,-1 1-1,1-1 1,-1 1 0,0 0 0,0 0 0,-1 0-1,1 1 1,-1-1 0,0 1 0,0 0 0,0 0-1,-1 0 1,1 0 0,-1 1 0,1 7 0,3 10 218,-2-1 1,3 48-1,-3-22-74,-1-20-90,2 0 1,1-1 0,14 44-1,-17-62-115,1-1 0,0 1 0,1-1 0,-1 0-1,2 0 1,-1 0 0,1-1 0,0 0 0,0 0 0,1 0-1,0-1 1,0 0 0,1 0 0,12 7 0,-2-5-28,0 0 0,1-2 0,0 0-1,0-1 1,0 0 0,1-2 0,-1 0 0,1-2 0,0 0 0,0-1 0,30-4 0,-12-1-54,-1-1 1,0-3 0,0-1 0,-1-1-1,39-18 1,-54 18 27,0 0 0,-1-1 1,0-1-1,-1-1 0,-1 0 0,0-2 1,-1 0-1,0-1 0,-1 0 0,-2-2 0,1 1 1,-2-2-1,-1 0 0,0-1 0,-2 0 1,10-25-1,-13 26 16,0 0 1,-2 0 0,0 0 0,-1-1-1,-2 0 1,0 0 0,-1 0-1,-1 0 1,0 0 0,-2 0 0,-1 0-1,0 0 1,-2 1 0,0-1-1,-1 1 1,-1 0 0,-1 1 0,-14-24-1,6 17 22,-2 0 0,-1 1 0,-1 1-1,-1 0 1,-1 2 0,-1 1 0,-36-26-1,27 24-253,-1 2 0,-1 2 0,-1 1-1,0 1 1,-58-18 0,78 30-912,-1 2 0,0 0 0,1 0 0,-24 0 0,27 4-1009,39 9-6854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9:09.24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944 1335 11669,'-59'-8'2055,"-63"-16"-1,104 19-1558,0 0 1,-1 1-1,0 2 1,0 0-1,1 1 0,-1 0 1,0 2-1,0 0 1,0 1-1,0 1 0,1 1 1,-1 1-1,-22 8 0,14-2-194,2 0-1,0 2 0,0 0 1,1 2-1,1 1 1,1 1-1,0 0 0,1 2 1,1 1-1,0 0 0,-30 43 1,25-25-77,1 2-1,2 0 1,2 1 0,-22 66 0,32-75-150,1 2 0,1-1 0,2 1 0,2 0 0,1 0 0,2 58 0,1-84-124,1 0 0,0 0 0,1 0 0,0 0 0,0 0 0,1-1 1,0 1-1,0-1 0,1 1 0,0-1 0,9 13 0,-10-17-10,0 0-1,0 0 1,0 0-1,0 0 1,1 0-1,-1-1 1,1 1-1,-1-1 1,1 0-1,0 0 1,0 0-1,0-1 1,0 1-1,0-1 1,0 0-1,1 0 1,-1-1-1,0 1 0,0-1 1,1 0-1,-1 0 1,0 0-1,1-1 1,4 0-1,4-3-3,1 0-1,-1-1 1,1-1-1,-1 0 0,-1-1 1,0 0-1,0-1 0,0 0 1,-1-1-1,0 0 1,0-1-1,-1 0 0,16-21 1,2-8-40,-1 0 0,40-84 0,8-33-12,-8-3 1,78-273 0,39-424-186,-134 563 403,-44 268 554,-4 48 120,-2-16-769,5 178 1260,15 311 334,-17-468-1564,77 630 760,-75-629-863,2-1 1,1 0-1,2 0 1,0-1 0,2 0-1,21 34 1,-27-51-25,0-1 0,1 0 1,1 0-1,0 0 1,0-1-1,0-1 0,1 1 1,0-1-1,0-1 0,1 1 1,0-2-1,0 1 1,1-1-1,-1-1 0,1 0 1,0-1-1,0 0 0,22 3 1,-22-5-3,-1 0 1,1-2-1,0 1 1,-1-1 0,1-1-1,-1 1 1,0-2-1,1 0 1,-1 0-1,0-1 1,14-7-1,-7 1-40,1 0 0,-2-2 0,1 0 0,-2-1 0,17-17 0,48-61-307,45-71-104,-62 76 318,-44 59 146,1 1-1,36-37 1,-54 61 92,-1 0 1,1 1-1,0-1 1,0 1-1,0-1 1,0 1-1,0 0 0,0 0 1,0 0-1,0 0 1,0 0-1,1 0 1,-1 1-1,0-1 1,0 1-1,1 0 1,-1-1-1,0 1 0,1 0 1,-1 0-1,0 1 1,1-1-1,-1 0 1,0 1-1,1-1 1,-1 1-1,0 0 0,0 0 1,0 0-1,4 2 1,2 3 29,1 0 0,-1 1 0,0 0 0,0 0 0,9 12 0,-1-2 9,-3-4-9,0-1 0,1 0 1,0-1-1,1 0 1,1-2-1,-1 1 1,2-2-1,19 8 1,-24-12-35,0 0-1,1-1 1,-1-1 0,1 0 0,-1-1 0,1 0 0,0 0-1,0-2 1,-1 0 0,1 0 0,0-1 0,17-5 0,-9 0 262,-1-1 0,0 0 0,-1-2 1,0 0-1,0-2 0,-1 0 0,-1 0 1,0-2-1,-1 0 0,0-1 0,-1-1 0,-1 0 1,0-1-1,-1 0 0,19-36 0,-36 61-372,1 0 0,0 1 0,0-1 0,1 1-1,0 0 1,0 0 0,1 0 0,0 0 0,1 0-1,-1 0 1,2 0 0,0 0 0,0 0 0,0 0-1,1 0 1,0 0 0,1-1 0,4 10-1,-2-6-500,0-1-1,1 1 0,0-1 0,1-1 1,0 1-1,1-1 0,0 0 0,0-1 1,1 0-1,0 0 0,1-1 0,16 11 0,0-4-3783,53 22-1,-15-13-3661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9:09.56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0 641 9093,'17'-27'3182,"-7"12"568,-17 30-1435,4-4-1825,-1 0-1,2 0 1,-1 1 0,2-1 0,-1 1 0,2-1 0,-1 1-1,3 18 1,-1 4 286,-1-19-480,-1 20 265,2 0 0,1 0 0,13 61 1,-13-87-630,0 0 0,1 0 0,0 0 0,1 0 0,0-1 0,0 0 0,1 0 0,0 0 0,0 0 0,1-1 0,0 0 1,0 0-1,1 0 0,0-1 0,0 0 0,0 0 0,1-1 0,0 0 0,12 6 0,-1-4-294,0-1-1,1 0 1,-1-2-1,1 0 0,0-1 1,0-1-1,0-1 1,39-3-1,1-4-1130,100-23-1,-63 6 414,0-5-1,-1-5 0,-3-3 1,91-49-1,-112 46 833,-2-4 1,-2-2 0,-3-3-1,-1-3 1,79-82-1,142-221 4056,-247 303-2848,75-112 3434,-119 191 1094,-15 37-4919,15-44 78,-5 13-306,2 1 0,1 0 0,2 0 1,-1 43-1,6-53-598,1-1 0,2 1 1,0 0-1,2-1 0,0 1 0,17 46 0,-8-38-1121,1-1 0,2 0 0,23 35-1,-19-37-2855,33 37-1,-2-12-6141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9:09.70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1 323 12217,'40'-24'2052,"13"-6"-228,14 12-251,14 3-345,13 0-304,29-1-220,32 1-348,25-6-592,15 3-684,16 3-92,13-3-408,11-6-393,12-6-775,5 0-1160,6-4-2409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9:09.80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51 40 3688,'-50'-40'-1084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9:10.07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878 376 6349,'1'-2'223,"1"-1"0,-1 1 0,0-1 0,0 1 1,0-1-1,0 0 0,-1 1 0,1-1 0,-1 0 1,1 1-1,-1-1 0,0 0 0,0 0 0,0 0 0,0 1 1,-1-1-1,1 0 0,-2-3 0,1 1 130,1 0 0,-1-1 1,1 1-1,0 0 0,1-8 0,6-8 738,0 1 0,1 0 1,1 0-1,13-23 0,-12 26 57,0-1-1,-2 0 1,0 0 0,10-38-1,-18 55-1051,0-1-1,1 1 1,-1-1-1,0 1 1,0 0-1,0-1 1,0 1-1,0 0 0,0-1 1,0 1-1,0-1 1,0 1-1,-1 0 1,1-1-1,-1 1 1,1 0-1,-2-2 1,2 2-51,-1 1 0,1-1 0,-1 1 1,0-1-1,1 1 0,-1 0 0,0-1 0,1 1 1,-1 0-1,0-1 0,1 1 0,-1 0 1,0 0-1,0 0 0,1 0 0,-1 0 0,0 0 1,0 0-1,1 0 0,-1 0 0,0 0 0,0 0 1,0 1-1,-6 1 130,-1 1-1,1 0 1,0 0 0,1 1-1,-8 5 1,-12 9 273,2 0 0,0 2 1,1 1-1,-32 38 0,15-10 83,-42 66-1,66-88-425,1-1 0,0 2 0,3 0 0,0 1 0,2 0 0,0 1 0,3 0 0,-6 37 0,10-41-63,2 0 0,0 1-1,2-1 1,0 0 0,2 0 0,1 0-1,2 0 1,0-1 0,1 1 0,12 25-1,0-11-90,1 0-1,2-2 0,54 72 0,102 95-725,-40-48 1,-122-137 633,0 0-1,-2 1 1,0 0 0,20 45-1,-30-58 107,-1 1-1,0 0 1,-1 0 0,0 0-1,0 0 1,-1 0-1,0 0 1,-1 0 0,0 0-1,0 0 1,-1 1-1,0-1 1,-1 0 0,0 0-1,0 0 1,-7 16-1,1-10 4,0-1 0,0 0 0,-1-1 0,-1 0 0,-1 0 0,0-1 0,0 0 0,-1-1 0,0-1 0,-1 0 0,-19 11 0,-14 6-58,-2-2-1,-54 21 1,-320 100-2047,135-82-2779,265-60 3807,-9 1-649,6-4-4461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9:10.91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509 361 11857,'-10'2'429,"1"0"0,-1-1 0,0 0 1,0-1-1,0 0 0,0-1 0,0 0 0,0 0 0,-9-3 0,11 2-53,1 1-1,-1 0 1,0 0-1,0 0 1,1 1-1,-1 1 1,0-1-1,1 1 1,-1 1-1,0-1 1,1 1-1,-12 5 1,8-2-18,0 0 1,1 1 0,0 1-1,0-1 1,0 2-1,1-1 1,-12 14 0,0 4 160,0 1 0,2 1 1,0 1-1,-26 57 0,32-58-415,1 1 1,2 1-1,0 0 0,2 0 1,2 1-1,1 0 0,1 1 1,1-1-1,2 0 0,1 1 0,1-1 1,2 1-1,1-1 0,1 0 1,1 0-1,2-1 0,1 0 1,2 0-1,1-1 0,0 0 1,2-1-1,2-1 0,0 0 0,2-1 1,0-1-1,40 39 0,-34-39-177,2-1-1,0-1 1,2-2-1,0-1 1,1-1-1,1-1 1,0-2 0,57 20-1,-59-26-27,1-1 1,0-2-1,-1-1 0,2-1 1,-1-2-1,0 0 0,1-2 1,-1-2-1,0 0 0,45-11 1,-47 6 31,-1-1 1,1-1 0,-2-2-1,1 0 1,43-28 0,-52 28 23,-1-1-1,-1 0 1,0 0 0,0-2-1,-2 0 1,1 0 0,-2-2-1,21-32 1,-31 45 35,-1 0-1,1 0 0,-1-1 1,0 1-1,0-1 1,-1 1-1,1-1 1,-1 1-1,1-1 1,-1 1-1,0-1 1,-1 1-1,1-1 0,-1 1 1,1-1-1,-1 1 1,0 0-1,0-1 1,0 1-1,-1 0 1,1-1-1,-1 1 1,0 0-1,0 0 0,0 1 1,-4-6-1,4 6-151,1 2-639,0 0 717,0 1 0,-1-1 0,1 1 0,0-1-1,0 1 1,0 0 0,0-1 0,0 1 0,0 0-1,0 0 1,0 0 0,0-1 0,0 1-1,0 0 1,0 0 0,1 0 0,-1 1 0,0-1-1,1 0 1,-1 0 0,1 0 0,-1 0 0,1 1-1,0-1 1,-1 0 0,1 0 0,0 1 0,0-1-1,0 0 1,0 0 0,0 1 0,0-1-1,0 0 1,1 2 0,2 1-152,-1 1 0,1-1 0,1 0 0,-1-1 0,1 1 0,4 3 0,-8-6 264,2 0 719,2-1-604,54-2-130,0-3 0,-1-2 0,84-21 0,-41 0-618,104-44 1,-167 57 428,54-30 0,121-87-360,-188 116 484,-1 0 0,-1-2 0,-1-1 0,-1 0 0,0-2 0,21-28 0,-26 30 45,31-42 51,-2-2 0,55-107 0,44-146 1089,-136 298-971,10-26 500,1 0-1,3 2 1,41-66 0,-62 107-648,0 1 1,0 0-1,1 0 0,-1 0 1,0 0-1,0 0 0,0 0 1,0 0-1,0-1 0,0 1 1,0 0-1,0 0 0,0 0 1,0 0-1,0 0 0,0 0 1,0 0-1,0 0 0,1 0 1,-1 0-1,0 0 0,0 0 1,0-1-1,0 1 0,0 0 1,0 0-1,0 0 0,0 0 1,1 0-1,-1 0 0,0 0 1,0 0-1,0 0 0,0 0 0,0 0 1,0 0-1,0 0 0,1 0 1,-1 0-1,0 0 0,0 0 1,0 0-1,0 1 0,0-1 1,0 0-1,0 0 0,0 0 1,0 0-1,1 0 0,-1 0 1,0 0-1,0 0 0,0 0 1,0 0-1,0 0 0,0 0 1,0 1-1,0-1 0,0 0 1,0 0-1,0 0 0,0 0 1,0 0-1,0 0 0,0 1 1,5 4 166,-2 0 0,1 1 1,-1 0-1,0 0 0,0 0 1,0 0-1,-1 0 0,0 0 1,0 1-1,-1-1 0,0 1 1,0 0-1,0 10 0,0 14 269,-7 52 1,2-40-103,1 275 964,4-293-1292,2-1 0,0 1 0,1-1-1,1 0 1,2 0 0,0-1 0,2 0 0,12 25 0,-16-39-64,0 0 0,0 0 1,1-1-1,0 0 0,0 0 0,1-1 0,0 1 0,1-1 1,0-1-1,0 0 0,0 0 0,0 0 0,1-1 0,0 0 1,0-1-1,1 0 0,-1 0 0,1-1 0,0 0 0,0-1 1,0 0-1,11 0 0,-11-2 6,1 0 0,0 0 0,0-1 0,-1-1 0,1 0 0,0 0-1,-1-1 1,12-5 0,2-3 72,46-26 0,-67 35 44,13 17 105,-14-12-174,1 1 1,-1 0-1,-1 0 0,1 0 0,-1 0 1,1 0-1,-1 1 0,0-1 0,-1 0 1,1 0-1,-1 1 0,1-1 1,-2 1-1,1-1 0,0 0 0,-1 1 1,-1 3-1,1 13 19,1-9-209,1 1 1,0-1-1,1 1 1,0-1-1,1 0 0,0 0 1,1 0-1,0 0 1,1-1-1,1 0 1,9 16-1,-5-13-342,1-1 0,-1 0 0,2-1 0,0 0 0,0-1 0,1 0 0,25 15 0,-5-7-571,2-2-1,0-1 1,0-2-1,2-2 1,-1-1-1,63 11 1,4-8-358,0-3 0,154-5 0,209-36-30,-7 1-301,-251 15 4732,-203 14-1614,-8-2-71,-25-8 315,9 4-757,0-1 0,1-1-1,-31-17 1,47 23-983,-1 0 0,1 0 0,0 0 0,0 0 0,0-1 0,0 1-1,0-1 1,0 1 0,1-1 0,-1 0 0,1 1 0,-1-1 0,0-5 0,-2-21-5552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9:11.70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503 1773 11941,'-287'46'1922,"72"-8"2513,273-38-2754,303-25-506,-36-5-744,111-9-62,123-10-56,122-7-86,114-7-78,95-4-16,76-8-18,4355-286 443,-4300 297-412,-53-1 18,-67 0 49,-83-6-101,-88-2-26,-88-3-5,-91-4-45,-88-2-109,-92-3-293,-83-4-631,-99 13-417,-159 61 653,-1-1-1,0-2 1,42-32-1,-62 43 28,0-1 1,-1-1-1,1 1 1,-2-1-1,1-1 1,-1 1-1,8-15 0,-11 13-852,1 0 0,-2 0-1,0 0 1,0-1 0,2-14-1,-5 26 1567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9:12.03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0 477 12541,'103'-36'1275,"167"-55"2317,-88 42-1715,306-42 1,827 8-56,11 94-1318,-1105-7-424,1163 26 249,-1340-29-321,278 0 38,-221-4-8,105-18 0,-203 21-38,-1-1 0,0 1 0,1 0 0,-1-1 0,0 1 0,1-1 0,-1 0 0,0 0 0,0 0 0,0 0 0,4-2 0,-6 2 0,0 0 0,0 1-1,0-1 1,0 0 0,-1 0-1,1 0 1,0 1 0,0-1-1,0 0 1,-1 0 0,1 1-1,0-1 1,-1 0 0,1 0-1,0 1 1,-1-1-1,1 0 1,-1 1 0,1-1-1,-1 1 1,0-1 0,1 1-1,-1-1 1,1 1 0,-1-1-1,0 1 1,0-1 0,1 1-1,-1 0 1,-1-1 0,-7-5-24,-1-1 1,0 2-1,-1-1 1,1 2 0,-1-1-1,-21-4 1,-77-12-427,79 16 256,-207-26-3246,76 18-3218,14 6-3470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9:13.96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886 2265 9301,'0'-20'355,"0"-21"1106,7-55 1,77-365 4951,29 6-4264,15-63-2085,-45-6 588,-83 523-651,2-21 77,0 0 0,-2 0 0,0 1 0,-4-25 0,-2 31 181,5 15-252,1 0 1,0 0-1,-1 0 0,1-1 1,-1 1-1,1 0 0,0 0 1,-1 0-1,1 0 0,0 0 1,-1 0-1,1 0 0,0 0 1,-1 1-1,1-1 0,0 0 1,-1 0-1,1 0 0,0 0 1,-1 0-1,1 1 0,0-1 1,-1 0-1,1 0 1,0 0-1,-1 1 0,1-1 1,-23 32 446,22-32-442,-15 28 341,1 1 1,1 0-1,2 1 1,-14 48-1,-22 138 911,43-193-1145,-74 513 2169,28 11-562,10-103-734,3-85-337,-84 974 149,102-912-817,40 492-1,-7-752 39,42 191 1,-42-293-183,3 0 1,2-2-1,2 0 1,3-1-1,3-1 1,48 78-1,-57-109-166,1 0-1,1-1 1,1-1-1,1-1 1,1-1 0,26 19-1,-36-30 84,0-1-1,0-1 1,0 0-1,1-1 1,0 0-1,0-1 1,0 0-1,1-1 1,0 0-1,0-1 1,0-1-1,0-1 1,0 0-1,24-1 1,-34 0 127,0 0 0,0-1 0,1 0 1,-1 0-1,0 0 0,-1 0 0,1-1 0,0 1 0,0-1 0,-1 0 0,1 0 0,0 0 1,-1-1-1,0 1 0,0-1 0,0 0 0,0 0 0,4-4 0,-6 4 31,0 0 0,1 0-1,-1 0 1,0 0 0,-1-1 0,1 1-1,0 0 1,-1 0 0,0 0 0,0-1-1,0 1 1,0 0 0,0 0-1,-1-1 1,1 1 0,-1 0 0,0 0-1,0 0 1,0 0 0,-1 0-1,1 0 1,-1 0 0,1 0 0,-4-3-1,-8-14-251,-2 0 1,0 1-1,-2 0 0,-36-31 0,-90-61-574,84 67 606,-363-309-1012,321 255 880,-170-215-1,216 237 286,4-2 0,3-3 0,-69-157 0,91 171 67,3-1-1,3-1 0,3-1 0,3-1 0,-8-119 0,20 122 42,4-1-1,3 1 0,2 0 1,4 0-1,3 1 1,2 1-1,3 0 1,3 1-1,3 2 0,3 0 1,3 2-1,2 1 1,2 1-1,45-53 1,-9 23-6,155-149-1,106-52 48,-137 125 157,-9 1-99,-178 157-68,0 1 0,0-1 0,1 2 0,0-1 0,1 2 0,-1-1 0,1 1 0,0 0 0,0 1 0,0 0-1,0 1 1,18-2 0,-21 3 9,0 1 0,0 0-1,-1 0 1,1 1 0,0 0-1,-1 0 1,1 0 0,-1 1-1,1 0 1,-1 0 0,0 1 0,0 0-1,0 0 1,0 0 0,0 1-1,-1 0 1,1 0 0,-1 0-1,0 1 1,7 7 0,-6-3 5,1 0 0,-1 1 0,-1 0 0,0 0 0,0 0 0,-1 0 0,5 21 1,-2 4 21,4 41-1,-9-54-37,0 0 0,2 1-1,1-1 1,1-1-1,11 30 1,-14-45-38,0 0 0,1-1 1,0 1-1,0-1 0,1 0 1,-1 0-1,1 0 0,0 0 1,0-1-1,1 0 1,-1 0-1,1-1 0,0 1 1,0-1-1,0 0 0,0-1 1,0 1-1,1-1 0,-1-1 1,1 1-1,0-1 0,11 0 1,6 0-136,0-1-1,0-1 1,-1-1 0,1-1 0,25-7 0,5-3-22,0-3 1,-1-3-1,-1-1 0,-1-3 1,65-39-1,-15-3 1099,132-110-1,-190 143 43,-42 32-898,0 0 0,0 0 0,0 0 0,0 0 0,1 0 0,-1 0 1,0 0-1,0 0 0,0 1 0,0-1 0,0 0 0,0 1 0,0-1 0,0 1 1,0-1-1,0 1 0,1 1 0,0-1 58,1 0-54,-1 0 0,1 1 0,-1-1-1,1 1 1,-1 0 0,0-1 0,0 1-1,0 0 1,0 0 0,0 1 0,0-1-1,0 0 1,1 3 0,18 40 313,-17-35-276,1 0 0,0 0-1,7 11 1,-4-11-104,0 0 1,1-1-1,0 0 0,0 0 0,1-1 1,0 0-1,1-1 0,-1-1 1,21 10-1,-15-9-102,2-1 1,-1 0-1,0-1 0,1-2 1,0 1-1,22 0 1,-5-3-88,0-2 0,0-1 0,0-2 0,-1-2 1,1 0-1,55-20 0,-64 17 125,-1-2-1,0 0 1,0-2 0,31-21 0,-12 2-166,49-46 0,-84 71 204,2 0 0,-1 1-1,0 1 1,1-1-1,0 2 1,1-1 0,-1 2-1,0-1 1,1 2-1,0 0 1,20-2 0,-18 2-11,17-3-208,223-40-1700,-211 35 1172,-1-3 0,0-1-1,70-35 1,-61 24-877,2-2 107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9:14.79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271 1594 15929,'-238'-54'7788,"206"45"-5635,64 1-228,405-41-2223,-250 34-515,1459-164-8802,-670 33 5068,-844 121 3980,-2-6-1,237-90 1,-341 111 496,0-2 1,-1-1-1,0-1 1,-1-1-1,28-22 1,-46 32 55,-1 0 0,1 0 0,-1-1 0,0 1 0,0-1 0,-1 0 0,0 0 0,0 0 0,0-1 0,0 0 0,-1 0 0,-1 0 0,1 0 1,-1 0-1,0 0 0,0 0 0,-1-1 0,0 1 0,-1-1 0,0 1 0,0-1 0,0 1 0,-1-1 0,-1-7 0,-3-1-9,0 2 0,0-1 0,-2 0 0,0 1 0,0 0 0,-1 1 0,-1 0 0,-16-19 0,-10-7 14,-51-44 0,-175-130 520,212 179-118,-2 2 0,0 3 1,-93-38-1,124 59-155,-1 1 1,0 0 0,0 2-1,-1 1 1,-23-2 0,39 5-124,1 1 1,-1 0 0,0 0 0,0 0 0,1 1 0,-1 0 0,0 0 0,1 0 0,-1 1-1,1 0 1,-1 0 0,1 0 0,0 1 0,0 0 0,0 0 0,0 0 0,0 0 0,1 1-1,-1 0 1,1 0 0,0 0 0,0 0 0,-5 8 0,5-3 63,0 1 0,0-1 0,1 1 0,0 0 0,1 0 0,0 0 0,0 0 0,1 0 0,0 1 0,1-1 0,0 0 0,1 0 0,0 1 0,1-1 0,0 0 0,6 17 0,5 13 328,1-1-1,36 67 0,170 254 1234,-64-116-1124,-99-147-355,-5 2-1,78 207 1,-116-263-222,-2 1 0,-1 0 0,-2 1 0,-3 0 0,-1 1 0,-3-1 0,-1 1 0,-2-1 0,-2 1 0,-12 53 0,4-54-79,-2 0 0,-2-1 0,-2-1 0,-34 63 0,18-49-205,-3-3 1,-70 86-1,16-43-1451,-4-5 0,-174 134-1,97-100-4060,0-17-3608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9:15.72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44 15 9749,'-43'-15'6132,"49"30"-6512,28 7-484,9-13-316,14 3-944,10 0-1220,10 3-1661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9:43.91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1094 463 10217,'0'0'3100,"0"2"-1645,-2 13 89,2-12-1321,-1 0-1,1 1 1,-1-1 0,0 0-1,1 0 1,-2 0 0,1 0-1,0 0 1,0 0-1,-1 0 1,-2 3 0,-273 429 6996,-98 245-4145,143-171-1243,180-369-1032,-59 252 0,101-344-788,1 1-1,3 0 0,2 0 0,2 0 1,5 51-1,-1-79-11,1-1 0,1 1-1,1-1 1,1-1 0,1 1 0,11 22 0,-12-29 1,2-1 0,-1 0 1,1 0-1,1-1 0,0 0 1,1 0-1,0-1 0,1 0 1,22 15-1,-21-17 0,1-2 0,-1 0 0,1 0 0,0-1 0,1-1 0,-1 0 0,1-1 0,-1-1 0,1 0 0,0 0 0,0-2 0,0 1 0,21-4 0,-3-1 0,-1-1 0,1-2 0,-2-1 0,58-23 0,-35 7-184,-1-3 0,-1-1-1,-2-3 1,77-62 0,158-177-1479,-187 166 987,-5-4-1,-5-4 0,-5-4 0,74-140 1,-114 173 295,-3-1 0,46-150 0,-66 165 213,-4-1 0,-2-1 0,-3 0-1,0-74 1,-10 92 107,-3-1 0,-2 1 1,-2-1-1,-3 2 0,-2-1 0,-3 1 0,-1 1 0,-3 1 0,-2 1 0,-2 0 0,-2 2 0,-2 1 0,-37-48 0,26 45 47,-3 1 0,-1 2-1,-2 3 1,-2 1-1,-2 2 1,-2 2 0,-1 2-1,-2 3 1,-1 2-1,-116-47 1,131 64 25,-1 1-1,0 3 1,-1 1 0,0 2 0,-1 2 0,1 2 0,-1 1-1,0 2 1,1 2 0,-65 12 0,77-9-200,0 2 0,1 1 0,0 2 0,0 0 0,1 2 1,1 1-1,0 1 0,0 1 0,2 1 0,0 1 0,1 2 0,1 0 1,0 1-1,2 1 0,-30 39 0,41-46-529,-1 0 1,2 0-1,0 1 0,1 0 1,0 0-1,1 1 0,1 0 0,1 0 1,0 0-1,1 1 0,-2 20 1,6-8-3936,6 52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9:44.32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456 0 13157,'4'7'644,"-1"0"0,0 0 1,-1 0-1,0 0 0,0 1 0,0-1 0,-1 1 0,0-1 0,-1 11 0,-1 8 453,-5 38 0,3-46-429,-20 229 2884,-7 55-1527,-110 337 159,34-194-1325,3 121-101,44 4-147,58-539-587,-2 16 52,6 89 0,-2-125-67,0 0 0,1 0 0,0 0 0,1 0 0,0-1 0,1 1 0,0-1 0,0 0 0,1 0 0,1-1 0,0 1-1,0-1 1,12 14 0,-12-19-19,0 1 0,-1-1-1,1 0 1,1-1 0,-1 1 0,0-1-1,1 0 1,0-1 0,-1 0-1,1 0 1,0 0 0,0-1 0,1 0-1,-1 0 1,0-1 0,0 0-1,0 0 1,0 0 0,12-3 0,11-4-113,0 0 0,-1-2 0,36-16 0,-48 19 76,106-43-243,273-95-268,-343 129 505,1 2 1,0 2 0,0 3-1,1 3 1,86 1-1,-118 5 37,0 1 0,0 1-1,0 2 1,-1 0-1,1 1 1,27 12-1,-41-14 14,0 0-1,0 0 0,-1 1 1,1 1-1,-1 0 0,-1 0 1,1 0-1,-1 1 0,0 0 1,0 0-1,-1 1 0,0-1 1,0 2-1,-1-1 0,0 1 0,-1-1 1,5 12-1,-6-8 7,0 0 0,-1 1 0,0-1-1,0 1 1,-2-1 0,0 1 0,0-1-1,-1 1 1,0-1 0,-1 1 0,-1-1 0,0 0-1,-1 0 1,-9 23 0,-3-2 31,-1-2-1,-1 0 1,-2 0 0,-24 28-1,-16 9 43,-4-1 0,-2-4 0,-86 64 0,-24 9 46,-113 77 40,70-60-265,159-112-326,35-23-461,21-15-449,12-8-464,63-39-4937,75-62 1,-29 14-3694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9:44.66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858 1171 9509,'259'-228'4918,"-2"1"-1519,-211 180-2757,-3-1 0,-1-2 0,-3-2 0,61-108 0,-75 114-182,-14 28-165,0-1 1,-1 0-1,-2 0 0,0-1 1,-1 0-1,0-1 0,-2 1 0,3-26 1,-7 27 195,-1 1 0,-3-28 1,3 45-452,0 0 0,0 0 0,0-1 0,0 1 0,-1 0 0,1 0 1,0-1-1,-1 1 0,1 0 0,0 0 0,-1 0 0,1 0 0,-1 0 0,0-1 1,1 1-1,-1 0 0,0 0 0,0 0 0,0 1 0,1-1 0,-1 0 0,0 0 1,0 0-1,-2 0 0,1 1-1,1 0 0,-1 0-1,0 0 1,1 0 0,-1 0 0,0 0 0,1 1 0,-1-1 0,0 1 0,1 0-1,-1-1 1,-2 2 0,-1 1 89,-3 0-35,1 1 0,0 1 0,0-1 0,0 1 0,0 0 0,1 1 0,0 0 0,0 0 0,1 0 0,0 0 0,0 1 0,-5 8 1,-7 15 345,-22 56 0,38-83-418,-59 161 1088,-50 225 1,85-292-872,-89 352 509,-59 223-557,98-379-190,-83 284 0,138-512 0,-144 387 0,129-375-97,-3-2-1,-4-1 1,-3-3 0,-2-1-1,-4-3 1,-100 104 0,144-165-59,-12 13-753,-43 32 0,56-47 568,0 0 0,0-1 0,0 1 0,-1-1 0,1 0 0,-1-1 1,0 0-1,0 0 0,1 0 0,-1-1 0,0 0 0,-11 0 0,15-1-6,1 0-1,-1-1 1,1 1 0,-1-1-1,0 0 1,1 1-1,-1-1 1,1 0 0,0 0-1,-1-1 1,1 1-1,0 0 1,0-1-1,0 0 1,0 1 0,0-1-1,0 0 1,0 0-1,0 0 1,1 0-1,-1 0 1,1 0 0,-1-1-1,1 1 1,0 0-1,0-1 1,0 1-1,0-1 1,1 1 0,-1-1-1,0-3 1,-3-56-11232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9:44.82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54 42 12677,'-44'-15'4669,"38"0"-3665,2 3-240,18 24-2680,19 21-3169,-13 0-4044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9:45.15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610 0 11705,'43'22'1059,"-19"-10"779,0-1 1,32 10-1,-50-19-2655,4 2 5190,-11-3-4228,1-1-1,0 1 0,0-1 1,0 1-1,0 0 0,0-1 1,-1 1-1,1-1 0,0 1 0,-1-1 1,1 1-1,0-1 0,-1 0 1,1 1-1,0-1 0,-1 1 1,1-1-1,-1 0 0,1 1 1,-1-1-1,1 0 0,-1 1 0,1-1 1,-1 1-1,-19 10 170,0 0 0,0 0 1,0-2-1,-27 8 0,-21 9 28,25-5-223,1 1 0,1 2-1,1 2 1,2 2 0,0 1 0,2 2 0,1 1 0,2 2-1,-55 71 1,70-78-86,1 0 1,1 2-1,1 0 0,1 0 0,2 1 1,-13 50-1,19-55-10,1 0 0,2 1 0,1 0 0,0-1 1,2 1-1,1 0 0,1 0 0,11 49 0,-6-48-18,1 0 0,1-1-1,1 0 1,1 0 0,1-1-1,2-1 1,0 0 0,2-1-1,21 25 1,-21-31-101,0 0 0,1-2 1,1 0-1,0-1 0,1-1 0,0-1 0,1 0 0,0-1 0,1-2 1,0 0-1,36 10 0,-32-14-159,-1 0 1,0-2-1,1 0 0,0-2 1,0-1-1,-1 0 1,1-2-1,0-1 0,-1-1 1,0-2-1,0 0 1,0-1-1,29-13 0,-17 4-1077,-2-1 0,64-43 0,-57 29-2651,65-61-1,-22 9-5386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9:45.37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568 1 12393,'-46'5'1488,"27"-4"-679,1 1-1,0 0 1,0 2 0,0 0 0,-25 10 0,22-6-272,0 2 1,1 0 0,0 1 0,0 1-1,1 1 1,1 0 0,0 2 0,1 0-1,0 1 1,2 0 0,0 1 0,0 1-1,2 1 1,-13 21 0,7 0-225,1 2 1,2-1 0,2 2 0,1 0-1,3 0 1,1 1 0,3 1-1,1-1 1,2 77 0,6-65-500,2-1 0,2 0-1,3 0 1,2-1 0,2 0 0,3-1 0,35 75 0,-25-72-925,3 0 0,61 85 0,-68-111-46,2-2 1,0 0 0,2-1-1,0-1 1,55 37-1,-72-56 274,0-1-1,1 0 1,-1 0-1,1-2 1,0 1-1,0-1 1,1-1-1,17 4 1,31-6-6358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9:45.54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0 9997,'47'16'1780,"10"5"-140,3-12-244,4-3-216,6-3-187,4 0-161,23-3-220,7 0-280,13 0-692,1-12-1096,2 3-945,1-3-1783,-1-9-3193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9:46.85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439 123 6173,'4'-8'611,"1"-1"0,-1 2 0,2-1 0,-1 0 0,1 1 0,0 0 0,0 1 0,1-1 0,0 1 1,0 0-1,1 1 0,0 0 0,0 0 0,0 1 0,13-6 0,-12 7-377,0 0-1,0 0 0,0 1 1,0 1-1,0 0 1,0 0-1,0 0 1,1 1-1,-1 0 1,0 1-1,0 0 0,0 1 1,0 0-1,0 0 1,14 6-1,1 2-62,-1 2-1,0 0 1,-1 1 0,0 2-1,-1 0 1,0 1 0,-1 1-1,-1 1 1,-1 1-1,-1 1 1,-1 0 0,27 42-1,-39-55-167,0 0-1,-1 0 0,0 0 0,0 1 1,0-1-1,-1 1 0,0 0 1,-1-1-1,0 1 0,0 0 1,0 0-1,-1 0 0,0 0 0,-1 0 1,0 0-1,0 0 0,0-1 1,-1 1-1,-1 0 0,1-1 0,-1 1 1,0-1-1,-1 0 0,0 0 1,0 0-1,0-1 0,-1 1 0,0-1 1,0 0-1,-1 0 0,1-1 1,-1 0-1,-1 0 0,1 0 0,-1-1 1,-9 5-1,-17 8-308,-1-2 0,0-1-1,-1-2 1,0-2 0,-40 7-1,-190 20-2904,218-32 2441,-212 17-6138,146-15 631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9:47.21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605 112 8873,'3'-12'866,"8"-36"4112,-11 45-4596,1 0 0,-1 0-1,0 0 1,0 0 0,0 0-1,-1 0 1,1 0 0,-1 0-1,1 1 1,-1-1 0,0 0-1,-2-5 1,2 7-219,0 0-1,1 1 1,-1-1 0,1 1-1,-1-1 1,0 1 0,1-1-1,-1 1 1,0-1 0,0 1-1,1-1 1,-1 1-1,0 0 1,0 0 0,0-1-1,1 1 1,-1 0 0,0 0-1,0 0 1,0 0 0,0 0-1,1 0 1,-1 0-1,0 0 1,0 0 0,0 0-1,0 1 1,1-1 0,-1 0-1,0 1 1,0-1 0,1 0-1,-1 1 1,0-1-1,1 1 1,-1-1 0,0 1-1,1-1 1,-2 2 0,-31 27 506,29-24-221,-45 51 1659,-80 120 1,109-146-1779,-44 64 3,5 2 0,-49 110-1,86-158-341,3 1-1,2 1 0,2 1 1,2 1-1,2 0 1,-6 89-1,16-107-192,1 0-1,1 0 1,2-1-1,1 1 1,2-1-1,1 1 1,1-2 0,2 1-1,2-2 1,1 1-1,1-1 1,1-1-1,2-1 1,1 0-1,26 31 1,-13-25-1152,1-1 0,2-2-1,1-1 1,45 29 0,-36-31-2656,80 39 0,46 4-7719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9:47.83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1522 13405,'3'-2'267,"1"-1"0,0 1 0,0-1 0,0 1 0,0 0 0,0 0 0,0 1 0,8-3-1,61-13 2377,98-11 1,107 1-351,-238 23-2025,220-15 855,70 2-193,76 0-224,78 1-200,74-2-50,65-4-81,62-8-67,3159-189 410,-3120 171-650,-50-5-26,-65-10-86,-71-8-245,-81-16-363,-85-15-230,-281 70 336,100-49 0,-145 58-82,82-56 1,-111 66 315,0-1 1,0-1-1,-1 0 1,-1-1-1,-1 0 1,20-29-1,-29 37 34,0 0-1,-1-1 1,0 1-1,0-1 1,0 0-1,-2 0 1,1 0-1,-1-1 1,2-16-1,-4 19-214,0 0 0,0-1-1,-1 1 1,0 0 0,-1 0 0,1-1 0,-1 1-1,-1 0 1,1 0 0,-1 1 0,0-1-1,-7-10 1,-4-1-2085,0 0 1,-1 1-1,-20-17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9:48.73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309 13 14981,'-45'-12'2831,"47"13"-2441,0 1 1,0-1 0,0 1 0,-1 0 0,1-1 0,0 1 0,-1 0-1,1 0 1,-1 0 0,0 0 0,0 1 0,1-1 0,-2 0 0,1 0-1,0 1 1,0-1 0,-1 0 0,1 1 0,-1 2 0,8 54 1406,-8-9-439,-2 0 1,-17 96 0,-38 96-2178,41-180-235,-9 17-2286,-3-1 0,-43 82 0,39-89-1864,-14 29-6217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9:48.90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18 13609,'20'-18'3993,"1"21"-2753,-5 3-312,4 3-244,7 9-336,-7 3-604,7 10-816,13 2-956,4 6-3145,-1 9-4116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9:49.09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348 0 18186,'-8'41'792,"-43"175"4652,6-32 830,10 0-4207,-24 109-2063,23-116-432,-8 31-5460,33-170-180,-25 58 0,13-50-5263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9:49.23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61 510 14949,'-60'-48'2725,"70"27"-565,17-16-452,13 10-344,3 0-372,24-3-152,31-6-264,29-3-808,24-4-444,19-2-952,21-6-940,14-3-3429,9 2-5232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9:50.10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195 1315 11301,'-22'5'540,"-96"20"4603,80-27-1276,26 1-2802,8 1 502,4-3-256,1-1-1125,1-1 0,-1 1 0,0 0 0,1 0 0,0 0 0,0 0 0,1 0 0,-1 0 0,1 0 0,5-6-1,38-30 565,-15 15-335,41-43 34,-2-2 1,-4-3 0,101-144-1,231-454-89,-371 622-361,-23 41-3,1-1 0,0 0-1,1 0 0,0 1 0,8-10 0,-13 17 4,-1 0 0,1 0 0,0 0 0,0 0 0,0 0 0,0 0 0,0 0 0,0 0 0,0 1 0,0-1 0,1 0 0,-1 1 0,0-1 0,0 1 0,1-1 0,-1 1 0,0 0 0,1 0 0,-1-1 0,0 1 0,1 0 0,-1 0 0,0 0 0,1 0 1,-1 1-1,0-1 0,0 0 0,1 0 0,-1 1 0,0-1 0,1 1 0,-1-1 0,0 1 0,0 0 0,0-1 0,0 1 0,0 0 0,0 0 0,0 0 0,2 1 0,1 4 2,0 1 0,0-1 0,-1 1 0,0-1 1,0 1-1,0 0 0,-1 0 0,0 1 0,1 10 0,2 2 4,23 107 12,-6 2 1,-5 0-1,-6 2 1,-6-1 0,-20 233-1,5-285-33,-4 0 0,-3-1-1,-3 0 1,-4-2 0,-3 0 0,-3-2-1,-72 125 1,49-98-244,52-100 239,1 1-1,-1-1 1,1 1-1,-1 0 1,1 0-1,-1-1 1,1 1-1,0 0 1,0 0-1,-1-1 1,1 1 0,0 0-1,0 0 1,0 0-1,0-1 1,0 1-1,0 0 1,0 0-1,0 0 1,0-1-1,0 1 1,0 0-1,0 0 1,1 0 0,-1-1-1,0 1 1,1 0-1,-1 0 1,0-1-1,1 1 1,-1 0-1,1-1 1,-1 1-1,1 0 1,0-1-1,-1 1 1,1-1 0,-1 1-1,1-1 1,0 1-1,0-1 1,-1 0-1,1 1 1,1-1-1,1 1-63,0 0 0,0-1 1,1 0-1,-1 0 0,0 0 0,0 0 0,1 0 0,-1-1 0,0 1 0,4-2 0,5-2-142,1-1 1,-1 0-1,1 0 1,-1-2-1,19-12 1,56-50-770,-59 45 618,506-441-4401,-169 141 2807,-239 212 1559,147-117 887,-272 228-486,17-9 636,-18 10-590,1 1 1,-1-1 0,1 0-1,-1 1 1,0-1 0,1 1-1,-1-1 1,1 1 0,-1-1-1,0 1 1,0 0 0,1-1-1,-1 1 1,0-1 0,0 1-1,0-1 1,1 1 0,-1 0-1,0-1 1,0 1 0,0 0-1,0-1 1,0 1 0,0-1-1,0 1 1,-1 1 0,1 15 180,-1 0 0,-1 0 1,0 0-1,-2-1 1,-8 28-1,7-29-129,1 0-1,0 0 1,1 1 0,1 0 0,0-1-1,1 1 1,2 30 0,1-35-69,0 0 1,0 0 0,1 0-1,0-1 1,1 1-1,1-1 1,-1 0 0,2 0-1,-1 0 1,1-1-1,1 0 1,0 0 0,0-1-1,1 1 1,-1-2-1,2 1 1,-1-1 0,1 0-1,0-1 1,1 0-1,18 8 1,15 4-151,1-2 0,0-3 0,1-1-1,68 9 1,-68-14 57,0 1-1,0 3 0,-1 1 1,76 34-1,-99-35 68,115 51-38,-119-56-109,-1-1 0,1-1-1,0 0 1,0-2 0,0 0-1,29 0 1,-8-5-372,0-1 0,0-2 0,-1-2 0,41-13 0,142-60-687,-194 70 1156,203-93 913,-34 14 715,-164 79-2633,0 1-1,1 2 1,0 1-1,39-2 0,50-12-1951,-65 8 1912,7-2 1020,0-2-1,79-33 0,-92 21-797,-50 29 847,0 0 0,0 0 0,0 0-1,0-1 1,0 1 0,0 0-1,0 0 1,0 0 0,0 0-1,0 0 1,0 0 0,0 0 0,-1 0-1,1 0 1,0 0 0,0 0-1,0 0 1,0 0 0,0-1 0,0 1-1,0 0 1,0 0 0,0 0-1,0 0 1,0 0 0,0 0-1,0 0 1,0 0 0,0 0 0,0 0-1,0 0 1,0-1 0,0 1-1,0 0 1,0 0 0,0 0 0,1 0-1,-1 0 1,0 0 0,0 0-1,0 0 1,0 0 0,0 0-1,0 0 1,0 0 0,0 0 0,0-1-1,0 1 1,0 0 0,0 0-1,0 0 1,0 0 0,0 0-1,1 0 1,-1 0 0,0 0 0,0 0-1,0 0 1,0 0 0,0 0-1,0 0 1,0 0 0,0 0 0,-11-10-2868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9:56.52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680 112 7597,'12'-9'1247,"-6"6"-491,-1-1 1,0 0 0,0 0-1,0 0 1,-1-1-1,1 0 1,4-6 0,-8 9 785,-1-2-189,0 2-1213,0-1-1,0 1 0,0 0 0,0-1 0,-1 1 1,1 0-1,-1-1 0,0 1 0,0 0 0,1 0 1,-1-1-1,-1 1 0,1 0 0,0 0 0,0 0 1,-1 0-1,1 1 0,-3-3 0,2 2-41,-1 1-1,0-1 1,1 1 0,-1-1-1,0 1 1,0 0-1,0 0 1,1 1-1,-1-1 1,0 0 0,0 1-1,0 0 1,0 0-1,0 0 1,0 0-1,-6 1 1,-8 2 205,0 1 0,1 0 0,-1 2 1,1 0-1,0 0 0,0 2 0,-14 9 0,-105 71 1441,128-83-1683,-45 33 539,2 2 0,-51 52 0,79-68-427,0 0 0,2 1-1,0 2 1,2 0 0,1 0 0,-14 34-1,26-51-131,1 2 0,0-1-1,0 0 1,2 1 0,-1 0 0,1-1-1,1 1 1,0 0 0,1 0-1,0 0 1,1 0 0,0 0 0,1 0-1,1-1 1,-1 1 0,2-1-1,8 21 1,-3-14-32,1 0 1,1-1-1,1 0 0,0 0 0,2-1 1,-1-1-1,2 0 0,0-1 0,27 19 1,-2-5-565,1-3-1,2-1 1,0-2 0,2-1 0,77 23 0,-36-20-1718,1-3 0,107 10 0,39-14-6416,-122-14 351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9:56.71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 9861,'3'3'969,"1"1"0,-1-1 0,-1 1 0,1 0 0,-1 0 0,1 0 0,2 7 0,1 5 447,0 1-1,3 18 1,-5-15-744,20 84 2225,11 112-1,-5 104-2992,-8-67-7161,-14-193 496,4-5-4466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9:57.36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452 68 10513,'6'-7'5662,"-27"8"-3646,-36 15-88,6 5-1255,0 3 0,-47 31 0,76-41-566,2 1 0,0 0 0,0 2 0,2 0 0,0 1 0,-30 39 0,46-54-101,1-1-1,-1 1 1,1-1 0,0 1-1,-1-1 1,1 1-1,0 0 1,1 0-1,-1-1 1,0 1-1,1 0 1,0 0-1,-1 0 1,1 0-1,0 0 1,1 0-1,-1 3 1,1-5-2,0 1-1,-1-1 1,1 1 0,0-1 0,0 0 0,0 1 0,-1-1 0,1 0 0,1 0-1,-1 0 1,0 0 0,0 0 0,0 0 0,1 0 0,-1 0 0,0 0 0,1 0-1,-1-1 1,1 1 0,-1-1 0,1 1 0,-1-1 0,1 1 0,-1-1-1,1 0 1,-1 0 0,1 0 0,0 0 0,-1 0 0,1 0 0,-1 0 0,1 0-1,-1-1 1,3 0 0,10-2-11,1 0 0,0-1 0,-1-1 1,0 0-1,14-8 0,70-42 6,-55 30-10,-34 20 11,25-15-14,1 2 1,61-23-1,-86 37 10,1 1 0,-1 0 0,1 1 0,0 0 0,0 1 0,0 0 0,0 0 0,-1 2 0,1-1 0,0 1 0,0 1 0,0 0 0,-1 0-1,18 7 1,-8 0-3,-1 2-1,26 17 1,-27-15-96,0-2 1,28 13-1,-38-21 72,1-1-1,-1 0 0,1-1 0,-1 0 0,1 0 0,-1-1 1,1 0-1,0 0 0,-1-1 0,11-2 0,11-3-73,43-14 0,-57 14 92,0-1 0,-1 0 0,0 0 0,0-2 1,-1 0-1,14-11 0,69-70-73,-72 65 90,1 0 0,53-38 0,-77 61-2,0 1 0,0-1 0,1 0 0,-1 1 1,1-1-1,0 1 0,-1 0 0,1 0 1,0 0-1,0 0 0,0 1 0,0-1 0,-1 1 1,1-1-1,0 1 0,0 0 0,0 0 0,0 1 1,0-1-1,0 1 0,0-1 0,0 1 0,-1 0 1,1 0-1,0 0 0,0 0 0,-1 0 0,1 1 1,-1-1-1,1 1 0,-1 0 0,0 0 0,0 0 1,4 4-1,0 1 8,-1 1 1,-1-1-1,1 1 0,-1 0 1,-1 1-1,1-1 1,-2 1-1,1-1 0,-1 1 1,1 10-1,-1-3 27,8 37-56,-9-52 20,-1 0-1,0 0 0,1 1 0,-1-1 1,1 0-1,-1 0 0,1 0 1,0 0-1,-1 0 0,1 1 1,0-1-1,0 0 0,-1-1 0,1 1 1,0 0-1,0 0 0,0 0 1,0 0-1,1-1 0,-1 1 0,0-1 1,0 1-1,0-1 0,0 1 1,1-1-1,-1 1 0,0-1 1,0 0-1,1 0 0,-1 0 0,0 0 1,2 0-1,17-4 12,1 0 0,-1-2 1,0 0-1,37-18 0,68-48 102,-82 45 122,68-30 0,-107 55-202,-1 0 1,1 1-1,0 0 0,0 0 1,0 0-1,0 0 1,0 0-1,0 1 1,0 0-1,0 0 0,0 0 1,0 0-1,1 1 1,4 1-1,-6-1 1,0 0 1,-1 0-1,0 1 0,1-1 0,-1 1 1,0 0-1,0 0 0,0 0 0,0 0 1,0 0-1,0 0 0,0 0 1,-1 1-1,1-1 0,-1 1 0,0-1 1,1 1-1,-1-1 0,0 1 0,-1 0 1,2 5-1,0 4 29,-1-1 1,0 1 0,0 0-1,-2 0 1,1 0 0,-1-1-1,-1 1 1,0 0-1,-1-1 1,-5 14 0,-5 11 98,-34 66 1,42-92-294,0-1 0,-1 1 0,-1-1 0,0-1 0,0 1 0,-1-1 1,1 0-1,-2-1 0,1 0 0,-1 0 0,0-1 0,-12 6 0,8-5-730,-1-1 0,1-1 0,-19 5 0,10-4-2677,-37 3 1,-13-2-6387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9:58.65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228 0 5505,'-3'2'1320,"2"-1"-1214,-6 3 253,1 0-1,0 0 1,0 1 0,0-1-1,1 1 1,0 1 0,0-1-1,0 1 1,0 0-1,1 0 1,0 0 0,0 1-1,1-1 1,-1 1 0,-3 14-1,-43 368 3908,23-133-3989,8-101-1476,-11 67-5371,14-134 111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9:58.90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700 0 5865,'-53'3'1488,"36"6"-140,-20 0-124,-10 7-220,14 2-220,-4 3-120,-14 6-120,5 6-132,-5 6-84,-2 9-84,3 1-276,-1-4-428,4 9-456,-3-6-416,3 1-1968,17-7-1581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09:59.05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0 10981,'141'30'1672,"-87"-24"-232,2 3-296,-5-3-236,9 6-183,7 3-209,3 0-560,7 7-792,7-1-617,-4 3-807,-6 3-1460,-7 6-2369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0:00.65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449 339 8385,'5'-24'1997,"-1"1"-1,-2-1 1,1-29 0,-1 13 530,-1 32-1988,0 1 1,-1-1-1,1 0 1,-1 0 0,-1 1-1,0-1 1,0 0-1,0 1 1,-1-1-1,0 1 1,-5-13 0,-9-8 1402,15 25-1229,0 0-135,-5-33 760,-13 45-970,15-7-329,0 0 0,1 0-1,-1 1 1,1-1 0,-1 1-1,1 0 1,0 0-1,0 1 1,0-1 0,-4 7-1,-21 42 200,23-41-195,0-1 0,-1 0 0,-9 13 0,14-21 195,-2-1-150,-1 2-61,3-2-16,0 0 1,0 0-1,0 0 0,-1 0 0,1-1 1,0 1-1,0 0 0,-1-1 1,1 1-1,-1-1 0,1 1 0,0-1 1,-1 0-1,1 0 0,-1 1 0,1-1 1,-1 0-1,1 0 0,-1 0 0,1-1 1,0 1-1,-3-1 0,-38-14 303,40 15-170,-10-7 53,12 7-184,-1 0 1,0-1-1,0 1 0,0 0 1,0 0-1,0-1 1,0 1-1,1 0 0,-1-1 1,0 1-1,0-1 0,0 1 1,1-1-1,-1 1 0,0-1 1,1 0-1,-1 1 0,0-1 1,1 0-1,-1 0 1,1 1-1,-1-1 0,1 0 1,0 0-1,-1-1 0,1-34-8,0 26-5,1 1 0,0-1 0,3-15 0,0 16 0,0 9 0,2 10 0,-6-9 0,9 20 0,-2 0 0,0 1 0,5 37 0,5 75 0,-8 28 0,-21 293 0,-120 540 0,99-821 0,-51 315 0,70-322-384,14-60-4268,5-83-151,3-13-2140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0:01.12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67 1233 12381,'-20'-7'1091,"-6"-2"396,5 3 4961,41-13-3125,-11 14-3038,-1-1 0,1 1-1,0 1 1,0 0 0,0 0-1,16-4 1,68-12 707,-34 8-550,-41 7-325,701-186-2021,-663 172 1445,0-3 0,-2-2-1,95-57 1,-117 60 278,0-2 1,-2-1 0,0-1-1,-2-2 1,-1-1 0,45-58-1,-41 39-24,-1-1-1,42-96 1,-58 112 246,-2-1 0,-2 0 0,-1-1-1,-2 1 1,6-62 0,-12 92 46,-1 0 0,1 1 0,-1-1 0,0 0 0,0 0 0,-1 1 0,1-1 0,0 0 0,-1 0 0,0 1 0,0-1 0,0 1-1,0-1 1,-2-4 0,2 7-44,0-1-1,1 1 0,-1-1 1,0 1-1,1 0 0,-1-1 1,0 1-1,0 0 0,0 0 1,1 0-1,-1 0 0,0 0 0,0-1 1,0 1-1,1 1 0,-1-1 1,0 0-1,0 0 0,0 0 1,1 0-1,-1 0 0,0 1 1,0-1-1,1 0 0,-1 1 1,0-1-1,1 1 0,-1-1 1,0 1-1,0 0 0,-8 6 307,0 1 0,0 0 0,1 1 0,-13 18 1,4-2 375,1 1 1,1 0 0,-19 47 0,-23 89 1204,36-98-1444,-132 415-288,35-103-209,-23 88-338,69-150-7850,59-231 303,11-10-5443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0:01.49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49 34 14761,'8'-28'2717,"-6"23"-255,-4 5-2198,0 0 0,1 0 0,-1 1 0,0-1 0,1 0 0,-1 1 0,0-1 0,1 1 0,-1 0 0,1 0 0,-1-1 0,1 1 0,-1 0 0,1 0 0,0 0 0,-1 1 0,1-1 0,0 0 0,0 0 0,0 1 0,0-1 0,0 0 0,0 1 0,0-1 0,1 1 0,-1 0 0,0-1 0,1 1 0,-1 2 0,-2 6 210,1 1 0,1-1 0,-1 21 0,1-12 482,-10 259 1278,13-214-2293,2 0-1,18 85 0,-21-140 60,1-1 0,1 1 0,0-1 0,0 1 0,0-1 0,1 0 0,0-1 0,1 1 0,5 7 0,-6-11 0,-1 0 0,1 0 0,0-1 0,0 0 0,0 0 0,1 0 0,-1 0 0,1-1 0,-1 1 0,1-1 0,0 0 0,0-1 0,0 1 0,0-1 0,0 0 0,0 0 0,6 0 0,-1-1 0,0-1 0,1 0 0,-1-1 0,0 0 0,0 0 0,0-1 0,0 0 0,-1-1 0,1 0 0,-1 0 0,0-1 0,8-6 0,18-12 0,47-43 0,-81 65 0,255-240-361,-125 111 299,-127 127 74,0-1 0,0 1 0,0-1 0,1 1 0,9-5 0,-13 8-2,0-1 0,0 1 0,0 0 0,0-1 1,0 1-1,0 0 0,1-1 0,-1 1 0,0 0 0,0 0 0,0 0 0,0 0 0,1 0 0,-1 0 0,0 1 1,0-1-1,0 0 0,0 1 0,0-1 0,1 0 0,-1 1 0,0 0 0,0-1 0,0 1 0,0-1 0,0 1 0,-1 0 1,1 0-1,0 0 0,0-1 0,0 1 0,0 2 0,2 4-8,0 0 0,0 0 0,-1 1 0,0-1 0,-1 1 1,0-1-1,1 11 0,-2-12-1,4 117 1,-5-97-19,1 0 0,2 1-1,0-1 1,1 0 0,13 46 0,-13-66-200,-1 1-1,1-2 0,0 1 0,0 0 0,1 0 1,-1-1-1,1 0 0,1 0 0,8 9 0,-10-11-140,1 0 0,-1-1 0,1 1 0,0-1-1,0 0 1,0 0 0,0 0 0,0-1-1,0 1 1,0-1 0,0 0 0,1 0 0,-1-1-1,0 1 1,8-1 0,69-4-10069,-29-3-919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0:02.45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211 169 12141,'-57'29'5483,"54"-28"-3916,-2-2-1101,-1 1 1,1 0-1,-1 0 0,1 0 0,-1 1 1,1 0-1,0 0 0,-7 2 0,3-1-101,0 0-23,0 1 1,0 1-1,0 0 0,-9 5 1,15-8 132,0-2-58,-5-1-504,-9-5 1280,17 7-1156,0-1 1,0 0 0,-1 1-1,1-1 1,0 1 0,0-1-1,0 0 1,0 1 0,0-1-1,0 0 1,0 1-1,0-1 1,0 1 0,0-1-1,0 0 1,1 1 0,-1-1-1,0 1 1,0-1 0,0 0-1,1 1 1,-1-1-1,0 1 1,1-1 0,-1 1-1,1-1 1,-1 1 0,1-1-1,1-1 11,0 0-1,0 0 0,0 0 1,1 0-1,-1 1 0,0-1 0,1 1 1,-1-1-1,1 1 0,-1 0 1,1 0-1,-1 0 0,1 0 1,0 1-1,0-1 0,-1 1 1,1 0-1,0 0 0,0 0 1,0 0-1,-1 0 0,1 0 1,0 1-1,0-1 0,4 3 1,-1-2 11,0 1 0,-1 0 1,1 0-1,-1 1 1,0-1-1,0 1 1,0 1-1,0-1 0,0 1 1,-1-1-1,1 1 1,5 8-1,-3-3-4,-1 1 0,0 0 0,-1 0 0,0 0 0,0 1-1,-1-1 1,-1 1 0,0 0 0,0 0 0,-1 1 0,-1-1 0,0 0 0,0 1 0,-1 11 0,-19 185 426,19-207-479,-1 0-1,1-1 1,0 1 0,0 0-1,0 0 1,0 0 0,0-1-1,0 1 1,0 0 0,0 0-1,1 0 1,-1-1 0,0 1 0,0 0-1,1 0 1,-1-1 0,0 1-1,1 0 1,-1-1 0,1 1-1,-1 0 1,1-1 0,-1 1-1,1-1 1,0 1 0,-1-1-1,1 1 1,-1-1 0,1 1 0,0-1-1,0 1 1,1-1 0,0 1-4,0-1 1,1 0-1,-1 0 1,1 0-1,-1 0 1,1 0 0,-1 0-1,1-1 1,-1 1-1,3-2 1,0 0-12,-1-1 0,0 0 0,0 0 0,0-1 0,0 1 0,0-1 0,0 0 0,-1 0 0,0 0 0,0 0 0,0 0 0,0-1 0,-1 0 0,3-5 0,5-7-47,28-38-138,2 1 1,71-71 0,-109 123 192,0 0 0,0 0 0,0 0 0,0 1 0,0-1 0,0 1 0,0-1 0,1 1 0,-1 0 0,1-1 0,-1 1-1,1 1 1,-1-1 0,1 0 0,3 0 0,-4 1 5,-1 0-1,1 0 0,-1 1 1,0-1-1,1 0 0,-1 1 1,1-1-1,-1 1 0,0 0 0,1-1 1,-1 1-1,0 0 0,0 0 1,0 0-1,1 0 0,-1 0 1,0 0-1,0 0 0,0 0 1,0 1-1,3 5-3,0 0 0,-1 0 0,0 0-1,0 0 1,-1 0 0,0 1 0,0-1 0,1 9 0,-1-4 13,1 0 1,9 23 0,-7-24 5,-4-10-14,-1 0-1,1 0 1,0-1-1,-1 1 1,1 0-1,0-1 1,0 1-1,-1-1 1,1 1-1,0-1 1,0 1-1,0-1 1,0 0-1,0 0 1,0 1-1,0-1 1,0 0-1,0 0 1,1 0-1,1 1 2,-1 0-2,0-1 0,1 1 0,-1-1 0,1 0 1,-1 1-1,1-1 0,-1 0 0,1-1 0,-1 1 0,1 0 0,-1-1 0,1 1 0,-1-1 0,1 0 0,3-1 0,39-23-16,-25 13 20,49-30 2,-28 18 31,44-21 1,-60 34 26,1 2 0,0 0 0,0 2 0,1 1 0,0 1 0,0 1 0,0 2 0,0 0 0,0 2 0,32 4 0,79 14 66,25 1-27,-133-17-98,1-2 0,0 0 1,39-7-1,-43 0-43,1-2-1,-2 0 1,1-2 0,-1 0-1,-1-2 1,34-23 0,-40 22-97,-18 12 86,1 0 0,0 1 0,-1-1 0,1 0 0,0 1 0,0 0 0,0 0 0,0-1 0,0 1 0,1 0 0,-1 1 0,0-1 0,0 0 0,4 0 0,0-17-304,-4 15 307,0-1 0,-1 0 0,1 0 0,1 1 0,-1 0 0,1-1 0,-1 1 0,6-5 1,10-14-171,-16 19 203,-1 1 0,0 0-1,1 0 1,0 0 0,-1 0 0,1 0-1,0 0 1,0 1 0,4-3 0,-4 2-2,0 1 0,0-1 0,0 0 1,0 1-1,0-1 0,0 0 0,-1 0 1,1-1-1,2-3 0,-4 5 17,0 0-1,1 0 1,-1 0 0,0 0 0,0-1-1,0 1 1,0 0 0,0 0-1,0-1 1,0 1 0,0 0-1,0 0 1,-1 0 0,1 0 0,0-1-1,-1 1 1,1 0 0,-1 0-1,1 0 1,-1 0 0,1 0 0,-1 0-1,0 0 1,0 0 0,0 0-1,1 0 1,-3-1 0,-3-5 4,0 5 4,-13 4 7,1 1 0,-1 2 0,1-1 0,0 2 0,0 1 1,0 0-1,-28 16 0,14-5 20,0 2-1,-42 33 1,63-44-26,0 2 0,1-1 0,0 1 0,0 0 0,1 1-1,1 0 1,0 1 0,1 0 0,-6 14 0,12-24-11,0 1 0,0 0 0,0 0 0,1 0 0,0 0 0,0-1 0,0 1 0,0 0 0,1 0-1,-1 0 1,1 0 0,0 0 0,0-1 0,0 1 0,1 0 0,-1-1 0,1 1 0,3 3 0,-5-6 2,2 1-2,-1 0-1,1 0 1,-1 0-1,1 0 1,0-1-1,0 1 1,-1-1-1,1 1 0,0-1 1,1 0-1,-1 0 1,0 0-1,0 0 1,0 0-1,1 0 0,3 0 1,39 5-49,-37-5 39,8-1-7,-1 1 0,0-2 0,1 0 0,-1-1 0,0 0 0,0-1 0,17-6-1,98-44-3,-93 36 299,62-20 1,-97 37-269,-1-1-1,1 0 1,0 1-1,0-1 0,0 1 1,0-1-1,0 1 1,-1 0-1,1 0 1,0 0-1,0 0 1,0 0-1,0 0 1,0 1-1,0-1 1,0 1-1,-1-1 1,1 1-1,0-1 1,0 1-1,-1 0 1,1 0-1,0 0 1,-1 0-1,1 0 0,-1 1 1,1-1-1,-1 0 1,0 1-1,2 1 1,0 3-2,-1 0 0,1 1 0,-1-1-1,-1 1 1,1-1 0,-1 1 0,1 8 0,-1-1-60,1-2-301,1-1 0,-1 0-1,2-1 1,-1 1 0,10 18 0,-9-23-548,-1 0-1,1 0 1,0-1 0,8 9 0,-8-10-412,-1-1 1,1 0 0,0 0-1,0-1 1,0 1 0,0-1 0,8 4-1,15 5-9242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0:02.81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31 22 13653,'1'0'120,"-1"-1"0,0 1 1,0 0-1,0-1 0,1 1 0,-1 0 0,0-1 0,0 1 0,0 0 0,0-1 0,1 1 1,-1-1-1,0 1 0,0 0 0,0-1 0,0 1 0,0-1 0,0 1 0,0 0 0,0-1 0,0 1 1,0-1-1,-1 1 0,1 0 0,0-1 0,0 1 0,0 0 0,0-1 0,0 1 0,-1 0 1,1-1-1,0 1 0,0 0 0,-1-1 0,-13-4 4257,1 2 2430,27 48-4402,-12-27-2153,1 3-101,-1 1 1,-1 0 0,-1-1-1,-1 1 1,-1 0-1,-6 32 1,3-41-145,3-5-7,0 0 0,1-1 0,-1 1 1,1 0-1,1 9 0,-1 1 0,1-17 0,0-1 0,0 1 0,0-1 0,0 1 0,0 0 0,0-1 0,0 1 0,0-1 0,0 1 0,0-1 0,0 1 0,0-1 0,0 1 0,0-1 0,1 1 0,-1-1 0,0 1 0,0-1 0,1 1 0,-1-1 0,0 0 0,1 1 0,-1-1 0,0 1 0,1-1 0,-1 0 0,1 1 0,2-1 0,1 0 0,-1 0 0,0 0 0,1 0 0,-1-1 0,0 0 0,1 1 0,-1-1 0,0 0 0,0-1 0,0 1 0,4-2 0,39-25 0,9-11 0,1 3 0,72-34 0,-122 67 0,0 0 0,0 1 0,0 0 0,0 0 0,1 0 0,-1 1 0,0 0 0,1 0 0,-1 1 0,1 0 0,-1 0 0,1 0 0,-1 1 0,1 0 0,-1 0 0,1 0 0,-1 1 0,0 0 0,0 1 0,0-1 0,0 1 0,0 0 0,-1 0 0,1 1 0,-1 0 0,7 6 0,-3-1 0,0 1 0,0 1 0,-1-1 0,-1 1 0,0 1 0,0-1 0,-1 1 0,0 1 0,-1-1 0,6 24 0,-6-11-262,-2 0-1,-1 1 1,0-1 0,-2 0-1,-1 1 1,-1-1 0,-1 0-1,-8 33 1,9-52-686,0 0 1,-1 0-1,0 0 0,0-1 1,0 1-1,-1-1 0,1 1 0,-1-1 1,-8 7-1,-8 14-4585,-2 13-6879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0:03.56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192 55 5937,'-1'-2'328,"0"1"0,-1-1 0,1 1 0,0-1 0,1 0 0,-1 1 1,0-1-1,0 0 0,1 0 0,-1 0 0,1 0 0,-1 1 0,1-1 1,0 0-1,0 0 0,0 0 0,0 0 0,0 0 0,0 0 1,1 0-1,-1 0 0,1 0 0,-1 1 0,1-1 0,0 0 0,-1 0 1,4-3 3766,-5 7-3363,-2 19 3,0-1-1,2 1 0,1 28 0,0 19 514,-25 393 4090,-19 235-2061,8-318-2860,-12 213-2569,38-371-1503,1-73-3190,5-88 1654,0 20-6823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0:03.87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1 130 9969,'11'27'537,"0"0"520,0 1 0,9 41 0,-2 9 1086,4 0-1,3-2 0,67 140 1,-66-168-1603,2-1 0,1-1-1,3-2 1,2-1 0,1-2 0,70 63 0,-94-95-440,0 0-1,0-1 0,1 0 0,0-1 0,0-1 0,0 0 1,1 0-1,0-1 0,0-1 0,1 0 0,-1-1 1,1-1-1,0 0 0,-1 0 0,1-2 0,22 0 0,-18-3-46,0 0 0,0 0 0,-1-2-1,0 0 1,0-1 0,0-1 0,0 0-1,-1-2 1,0 1 0,-1-2-1,0 0 1,18-17 0,8-10 10,72-86 1,24-55-261,-52 65-449,-17 22-315,154-182-1161,-96 152-1533,-93 95 1116,0 2 0,45-25 0,11 4-7804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0:05.39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221 0 7101,'-84'21'5776,"73"-19"-4978,1 0 1,-1 1-1,1 1 0,0-1 0,0 1 0,0 1 1,1 0-1,0 0 0,-1 1 0,-13 12 0,22-17-707,0 0 1,0 0-1,0 0 0,0 0 0,0 0 0,0 0 0,0 0 1,0 0-1,1 0 0,-1 0 0,1 0 0,-1 0 0,1 0 0,-1 0 1,1 1-1,-1-1 0,1 0 0,0 0 0,0 1 0,0-1 0,0 0 1,0 1-1,0-1 0,0 0 0,0 0 0,0 1 0,0-1 1,1 0-1,-1 0 0,1 1 0,-1-1 0,1 0 0,-1 0 0,1 0 1,0 0-1,-1 0 0,1 0 0,0 0 0,0 0 0,1 2 0,3 0 50,-1 0 0,1 0 0,0 0 0,0-1 0,0 1-1,0-1 1,0 0 0,10 2 0,38 7 622,99 7 1,64-10-118,-156-7-498,1303 2 1014,-927-11-1058,307-8 20,-357 5-52,-228 6-66,521-40-181,-670 43 118,18-3-137,-26 4 172,0 1 0,-1 0-1,1 0 1,-1-1-1,1 1 1,0 0 0,-1-1-1,1 1 1,-1-1-1,1 1 1,-1 0 0,0-1-1,1 1 1,-1-1-1,1 1 1,-1-1-1,0 0 1,1 1 0,-1-1-1,0 1 1,0-1-1,0 0 1,1 1 0,-1-1-1,0 1 1,0-1-1,0 0 1,0 1 0,0-1-1,0-1 1,0 1-23,-1 0 1,1 0-1,0 0 1,-1 0 0,1 0-1,0 0 1,-1 0-1,0 0 1,1 0 0,-1 0-1,1 0 1,-1 0-1,0 1 1,0-1-1,0 0 1,1 0 0,-1 1-1,0-1 1,0 0-1,0 1 1,0-1 0,0 1-1,0-1 1,0 1-1,-2-1 1,-33-6-579,24 6 341,-271-35-5971,92 25-2679,93 10-170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0:05.89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701 370 5577,'9'-4'559,"1"-1"0,-1 0 0,-1-1 0,1 0 0,-1 0 0,0-1 0,0 0 0,-1 0 0,0-1 0,0 0 0,-1 0 0,0-1 0,7-12 0,-5 7 78,-1 1 0,0-1 1,-1-1-1,-1 1 1,0-1-1,-1 0 0,-1 0 1,0 0-1,1-27 0,-4 30-347,1 7-128,-1 1-1,0-1 0,0 0 0,0 1 0,-1-1 0,1 1 0,-1-1 1,0 1-1,-1-1 0,1 1 0,-1-1 0,-4-7 0,6 11-115,-1 1-1,1-1 0,0 0 0,-1 1 1,1-1-1,-1 0 0,1 1 0,-1-1 1,0 1-1,1-1 0,-1 1 1,1-1-1,-1 1 0,0-1 0,1 1 1,-1-1-1,0 1 0,0 0 0,1 0 1,-1-1-1,0 1 0,0 0 0,0 0 1,1 0-1,-1 0 0,0 0 1,0 0-1,0 0 0,-1 0 0,-1 1 83,0 1-1,0 0 0,1 0 0,-1-1 1,0 1-1,1 1 0,-5 3 1,-6 8 262,1-1-1,1 2 1,0 0 0,1 0 0,0 1 0,-14 32 0,-36 117 1638,49-131-1672,-151 490 2517,-3 10-2630,21-65-1425,22 4-4589,84-290 885,24-63-1393,14 10-5386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0:06.46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728 94 9365,'2'-25'4455,"9"-43"5647,-12 89-7603,-6 37 1,0-12-1545,-3 30 7,-3-1 1,-24 75-1,-61 143-958,-191 369-776,262-604 263,-65 129-2515,28-58-885,4 1-5115,25-47-3521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0:06.75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117 401 12677,'-43'38'1988,"-28"10"6601,68-46-6540,29 10 1423,-5-8-3008,0 0 0,0-2 0,0 0 0,34-2 0,-53 0-438,672-25 1750,5-31-2034,-453 36 386,1308-135-2832,-1390 134 886,150-42 0,-19-29-4512,-252 82 3084,37-19-1,-52 23 1130,1-1 1,-1 1-1,-1-1 1,8-8-1,-15 14 2080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0:07.20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117 76 3956,'-50'8'1414,"40"-7"-223,6-1 59,-49 0 9450,54-2-10572,-1 1 0,0-1 0,1 1 0,0-1 1,-1 1-1,1 0 0,0-1 0,0 1 0,0 0 0,0-1 0,0 1 0,0 0 0,0 0 1,0 0-1,0 0 0,0 0 0,2-1 0,23-14 518,-9 10-340,-1 1 0,1 0-1,1 1 1,-1 1 0,0 1-1,36 0 1,-16 0-33,470-4 370,-241 8-2335,199-10-7620,-213 5-1219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0:08.06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380 26 9345,'-1'1'166,"0"-1"1,0 0 0,0 0-1,0 1 1,-1-1-1,1 0 1,0 0 0,0 0-1,0 0 1,-1 0-1,1 0 1,0-1 0,0 1-1,0 0 1,0-1-1,0 1 1,-1 0 0,1-1-1,0 0 1,0 1-1,0-1 1,0 1 0,0-1-1,1 0 1,-1 0-1,0 0 1,0 0 0,0 1-1,1-1 1,-1 0-1,0 0 1,1 0 0,-1-1-1,1 1 1,-1-1-1,-2-2 417,2 3-401,0 0 0,0 1 0,0-1 0,0 1 0,0 0 0,0-1 0,-1 1-1,1 0 1,0 0 0,0-1 0,0 1 0,0 0 0,0 0 0,-1 0 0,1 1-1,0-1 1,0 0 0,-2 1 0,1-1 325,-1 0-222,-1 1-1,1 0 1,0 0 0,-1 0 0,1 0-1,0 0 1,0 1 0,-1-1-1,1 1 1,0 0 0,1 0 0,-1 0-1,0 0 1,1 1 0,-1-1 0,1 1-1,0-1 1,-1 1 0,-2 6 0,-2 2 375,1 0 0,0 0 0,0 1 0,-5 17 0,-52 229 3273,28-96-3982,-8 31-31,-30 325 1,73-516 48,-5 124-3170,11-63-1528,-4-53 2553,1 1 0,-1-1-1,9 17 1,16 18-10782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0:08.46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1 115 13381,'12'-12'831,"2"1"0,0 0 0,0 0 0,0 2 0,1 0 0,1 0 0,0 2 0,0 0 0,0 0 0,1 2 0,0 0 0,33-5 0,-30 9-427,-1 0 1,0 2-1,1 0 1,-1 1-1,0 1 1,0 1-1,0 1 1,-1 0-1,0 1 1,29 14-1,-30-11-288,-1 0-1,0 1 0,-1 0 0,0 1 0,0 1 1,-2 1-1,1 0 0,-1 0 0,-1 2 1,-1-1-1,0 1 0,-1 1 0,0 0 1,-1 0-1,-1 1 0,-1 0 0,8 29 0,-9-22-81,-1 1-1,-2 0 0,0 1 0,-2-1 0,-1 0 1,-1 1-1,-4 24 0,-1-13-68,-2 0 0,-1-1 0,-2 0 0,-18 40 1,-6-4-187,-3-2 1,-3-2 0,-90 115-1,28-54-81,108-145 230,7-1 55,0 0 1,0 1-1,2 0 0,23-20 0,-1 0 14,460-433-14,-380 369 162,193-128 0,-238 183 189,3 3-1,1 3 0,2 4 0,107-34 1,-153 59-178,0 3 0,0 0 1,0 2-1,1 1 0,0 2 1,0 1-1,33 4 0,-50-2-149,-1 1 0,0 0 0,0 2-1,0-1 1,0 2 0,-1 0-1,1 0 1,-1 1 0,0 1-1,-1 0 1,0 1 0,0 0 0,0 1-1,-1 1 1,-1-1 0,0 2-1,16 19 1,-15-12-7,0 0 0,-1 1 0,-1 0 0,-1 1 0,-1 0 0,-1 0 0,0 1 0,-2-1 0,5 41 0,-6 2 0,-1 1 0,-9 65 0,-6-3 17,-42 177 0,-56 119-251,65-255-301,5-2-2847,13 1-5958,12-10-6986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0:08.99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90 115 13877,'-7'-114'13552,"7"117"-11254,-1 77 704,-4 113-2964,4-149-38,-42 706 0,41-721 0,-28 511 0,31-509 49,1 0 0,11 53 0,-9-67-1224,1-1-1,10 23 1,-10-29-1268,0 0 0,0 0 0,1-1 0,12 14 1,5 2-11748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0:09.16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55 14169,'50'-21'1996,"0"3"-191,-6 9-5,13 2-36,-4 7-316,7 7-240,17 2-240,11 6-220,15 9-708,18 3-656,10 6-628,3 3-684,3 3-592,-10 4-3317,-16 5-4980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0:09.29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125 235 13389,'-124'21'7505,"144"-36"-5837,40-9-164,27 9-296,34-6-268,33 0-592,40-3-1044,24-6-1080,20-4-1088,10-2-3421,6 0-5672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0:52.89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319 98 4204,'23'-9'2349,"-26"-9"97,0 3-1227,2 12-99,0 1-78,-3-3-543,0 0-1,-1 0 1,1 1 0,-1-1 0,0 1 0,0 0 0,0 1-1,-8-4 1,9 5-370,0 1 1,0-1-1,0 1 0,-1 0 1,1 1-1,0-1 0,-1 1 1,1 0-1,0 0 0,-1 0 1,1 1-1,0-1 0,-7 3 1,-39 6 674,36-8-625,1 1 0,0 1 0,0 0-1,1 0 1,-1 1 0,1 1-1,0 0 1,0 1 0,-19 11-1,30-16-136,-1 0-1,0 1 0,1-1 0,-1 0 1,1 1-1,-1-1 0,1 1 0,0 0 1,-1-1-1,1 1 0,0 0 0,0 0 1,0 0-1,1 0 0,-1-1 1,0 1-1,1 0 0,-1 0 0,1 1 1,0-1-1,0 0 0,0 0 0,0 0 1,0 0-1,0 0 0,0 0 0,0 0 1,1 0-1,-1 0 0,1 0 1,1 3-1,0-2 30,0 1 1,1-1 0,0 1-1,-1-1 1,1 0 0,0 0-1,0 0 1,1-1 0,-1 1-1,1-1 1,-1 0 0,1 0-1,0 0 1,5 2 0,18 5 278,0-1 1,1-1-1,45 5 0,92 1 440,-103-10-568,304 15 810,215 16-52,500 95-395,-559-61-1776,-521-68 1184,220 23-1141,-177-21-106,0-1 0,77-10 0,-119 9 1093,-1 0 0,0 0 0,0 0 0,1-1 0,-1 1 0,0-1 0,1 1-1,-1-1 1,0 1 0,0-1 0,0 1 0,1-1 0,-1 0 0,1-1 0,-2 2 52,1-1-1,-1 1 1,0-1 0,0 1 0,1-1 0,-1 1 0,0-1 0,0 1 0,0-1-1,0 1 1,0-1 0,0 1 0,0-1 0,0 1 0,0-1 0,0 1 0,0-1 0,0 1-1,0-1 1,0 1 0,0-1 0,-1 1 0,1-1 0,0 1 0,-1-1 0,-1-2-646,0-1 0,-1 1 0,0 0 1,1 1-1,-1-1 0,0 0 0,-7-4 1,-35-17-7540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1:25.40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2148 234 4276,'0'0'1504,"2"-3"-138,6-27 956,-8 27-1294,-3-18 608,-1 5-967,0-1 0,-2 2 0,0-1-1,-12-22 1,15 32-591,0 1 0,0 0 0,0 1 0,-1-1 0,0 0 0,0 1 0,0 0 0,-1 0 0,1 0 0,-1 1 0,0-1 0,0 1 1,0 0-1,-1 0 0,1 1 0,-1 0 0,1 0 0,-1 0 0,0 1 0,1-1 0,-1 1 0,0 1 0,0-1 0,-6 1 0,-14 1 3,1 1 1,-1 2-1,1 0 1,-32 10-1,26-6 2,-11 1-41,-266 70 117,234-56-144,2 2 0,-78 40-1,122-51 2,2 1-1,0 0 0,1 2 0,0 1 1,1 1-1,-25 27 0,42-39-6,0 1 0,1 0-1,0 0 1,0 0 0,1 1 0,0 0 0,0 0 0,1 0 0,1 1-1,-1-1 1,1 1 0,1 0 0,0 0 0,0 0 0,1 0-1,1 0 1,-1 0 0,2 0 0,-1 0 0,1 0 0,1 0 0,3 14-1,4 2-25,1-1 0,1-1 0,1 0 0,1-1 0,2 0 0,0-1 0,29 33 0,13 7 33,70 60 1,99 74 19,38 36-19,-35-3-8,-200-197-19,-2 2 0,-2 1 0,-1 2 0,-2 0-1,25 56 1,-41-78 5,0 1 0,-1-1-1,-1 1 1,0 0-1,-2 0 1,0 0 0,0 1-1,-1-1 1,-1 0-1,-1 1 1,-1-1 0,0 0-1,-1 0 1,0 0-1,-1 0 1,-1 0 0,-1-1-1,0 0 1,-1 0 0,-1-1-1,0 0 1,-1 0-1,-19 23 1,-10 5 9,-2-2 0,-2-1 1,-1-2-1,-68 42 0,-205 109-382,269-162 318,-687 375-1100,662-359 1004,-45 24-201,116-66 354,1 0-1,0 1 1,-1-1 0,1 0 0,-1 0 0,1 0 0,0 1 0,-1-1-1,1 0 1,-1 0 0,1 0 0,-1 0 0,1 0 0,-1 0-1,1 0 1,-1 0 0,1 0 0,0 0 0,-1 0 0,1 0-1,-1 0 1,1 0 0,-1 0 0,1 0 0,-1 0 0,1 0-1,0-1 1,-1 1 0,1 0 0,-1 0 0,1-1 0,0 1-1,-1-1 1,0-15-47,14-24-34,-13 39 80,14-26 18,1 1-1,1 0 1,1 2-1,1 0 0,26-27 1,-16 17 53,-11 13 127,1 1 1,38-34-1,-54 53-188,0 0 1,0 0-1,0 1 0,-1-1 0,1 0 1,0 1-1,0-1 0,0 1 0,0-1 0,1 1 1,-1 0-1,0 0 0,0 0 0,0 0 1,0 0-1,0 1 0,0-1 0,0 1 1,0-1-1,0 1 0,0 0 0,0-1 0,0 1 1,-1 0-1,1 0 0,0 1 0,0-1 1,-1 0-1,1 0 0,-1 1 0,1-1 0,-1 1 1,0 0-1,2 2 0,4 6 25,0 1-1,0 0 1,-1 0-1,-1 1 0,0 0 1,0 0-1,3 15 1,15 97 275,-13-60-210,10 86 230,1 157-1,-17-220-245,-21 621 317,3-568-368,-6-2 0,-6-1 1,-6-1-1,-6-1 0,-100 234 1,10-95 22,-78 183-132,69-47-118,43-113-380,79-256 307,2 1-1,2 0 1,-9 77 0,18-102 168,1 0 0,1 0-1,1 0 1,0 1 0,2-1 0,-1 0-1,2-1 1,1 1 0,0-1 0,0 1-1,2-1 1,13 23 0,3-5-161,2 0-1,50 52 1,-41-49-4,39 54 1,-66-80 249,0 1 0,-1 0 0,0 0 0,-1 1 0,-1 0 0,0 0 0,4 18 0,-7-25 27,1-1 0,-1 0 0,2 0 0,-1 0 0,0 0 0,1 0 1,0 0-1,0 0 0,0-1 0,1 0 0,0 0 0,0 0 0,0 0 0,0 0 0,0-1 0,1 1 0,7 3 0,8 4 13,1-2 0,0 0-1,24 7 1,10 3 46,14 8-30,-31-14 25,45 23 0,-73-30 109,-1 1-1,1 0 0,11 12 1,-17-16-122,-2-1-17,1-1 1,-1 1 0,1-1-1,0 0 1,-1 0 0,1 0-1,0 0 1,0-1 0,0 1-1,5 0 1,4 1 42,7 5 105,-11-4-86,-1 0 1,1-1-1,-1 0 0,1 0 0,11 0 1,-19-1-91,1-1 0,0 0 1,0 1-1,-1-1 1,1 1-1,0-1 1,0 1-1,-1-1 1,1 1-1,-1 0 1,1-1-1,0 1 1,-1 0-1,1 0 1,-1-1-1,0 1 0,1 0 1,-1 0-1,0 0 1,1-1-1,-1 1 1,0 0-1,0 0 1,0 0-1,1 0 1,-1 0-1,0 0 1,0-1-1,0 1 1,-1 0-1,1 0 0,0 0 1,0 0-1,0 0 1,-1-1-1,1 1 1,0 0-1,-1 0 1,0 1-1,-4 5 10,-18 17 186,21-23-185,3 0-12,0-1-1,-1 0 1,1 1 0,-1-1-1,1 0 1,-1 1-1,1-1 1,-1 1-1,1-1 1,-1 1 0,1-1-1,-1 1 1,1-1-1,-1 1 1,0-1-1,0 1 1,1 0 0,-1-1-1,0 1 1,1 1-1,8 12 122,-7-13-135,0 0 1,0 1-1,-1-1 0,1 1 0,-1-1 0,1 1 0,-1-1 0,0 1 0,0 0 1,1-1-1,-1 1 0,0 0 0,-1 0 0,1 0 0,0 0 0,0 0 1,-1 0-1,1 0 0,-1 0 0,0 0 0,0 0 0,0 0 0,0 0 0,0 1 1,0-1-1,0 0 0,0 0 0,-1 0 0,1 0 0,-1 0 0,0 0 1,0 0-1,0 0 0,-2 3 0,-40 73-1281,43-76 1256,-1 0 0,0 1 0,1-1 0,-1 0 0,1 0 0,0 0 0,-1 0 0,1 1 0,0-1 0,1 0 0,-1 0 0,0 0 0,0 0 0,1 1 0,-1-1 0,1 0 0,0 0 0,0 0 0,0 0 0,0 0 0,0 0 0,0 0 0,0-1 0,1 1 0,-1 0 0,1-1 0,-1 1 0,1-1 0,0 1 0,2 1 0,4 2-69,0 0 0,1-1 1,-1 0-1,1-1 0,11 4 0,-19-7 96,53 25-249,-21-8 65,-26-13-91,-1 0 0,1 0 0,-1 0 0,0 1 0,0 0 0,-1 0 0,1 1 0,-1 0 0,-1 0 1,1 0-1,4 9 0,-7-13-691,1 5-788,11 25-2490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0:20.64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434 21 9141,'-20'-21'7514,"21"39"-5129,8 26 919,-6-37-2904,-1-1 1,-1 1 0,1 0-1,-1 0 1,0 9 0,12 181 4089,0-3-2318,-18-69-1752,-4 0 1,-7 0 0,-44 177-1,-136 356-2249,129-450-424,-29 135-6917,92-320 5930,-2 38 0,7 11-7136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0:21.01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6 1065 12921,'-1'0'125,"1"0"-1,-1 1 1,1-1 0,0 1-1,-1-1 1,1 1 0,0-1-1,-1 1 1,1-1 0,0 1-1,-1-1 1,1 1 0,0-1-1,0 1 1,0 0 0,-1-1-1,1 1 1,0-1-1,0 1 1,0 0 0,0-1-1,0 1 1,0-1 0,0 1-1,1 0 1,-1-1 0,0 1-1,0-1 1,0 1 0,0 0-1,1-1 1,-1 1-1,0-1 1,1 1 0,-1-1-1,0 1 1,1-1 0,-1 1-1,1-1 1,-1 0 0,1 1-1,-1-1 1,1 0 0,-1 1-1,1-1 1,-1 0 0,1 1-1,-1-1 1,1 0-1,-1 0 1,1 0 0,1 1-1,1 1-177,3 1 540,1 0 0,0 0 0,0 0 0,0-1 0,0 0 0,0 0 0,1-1-1,-1 0 1,11 0 0,9-1 240,34-5 0,-36 3-272,25-4 184,93-23 1,-100 19-434,74-18-180,-2-5 0,-1-5 1,214-104-1,-291 122-52,0-2 1,-2-1-1,-1-2 1,-1-1-1,-1-2 1,40-44-1,-50 47 44,-3-1-1,0-1 0,-1 0 1,-2-1-1,0-1 0,-2 0 1,-2-1-1,17-60 0,-8-10 379,-16 66 115,1 1-1,3 0 0,20-56 1,-27 85 427,-3 11 40,-30 168-830,-8-2 1,-7-2-1,-136 327 1,-98 93 36,85-187-4572,140-278-530,47-104 1301,-8 39 1,8 18-9818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0:21.34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82 776 14521,'38'-37'5843,"-30"28"-5209,0 1 1,1 0-1,0 0 0,0 1 1,18-11-1,129-66 1507,76-45-1176,-165 88-833,86-71 1,-32 3-93,-103 91-34,-2-1 1,0 0-1,-1-2 0,18-30 1,-31 48 3,0-1 1,0 0-1,0 0 1,-1 0 0,1 0-1,-1 0 1,0 0-1,0-1 1,0 1 0,-1-8-1,0 11 1,0-1-1,-1 1 1,1 0-1,-1-1 0,1 1 1,-1 0-1,1 0 1,-1 0-1,0-1 1,0 1-1,0 0 1,0 0-1,0 0 0,0 0 1,0 1-1,0-1 1,0 0-1,0 0 1,0 0-1,0 1 1,-1-1-1,1 1 0,0-1 1,0 1-1,-1 0 1,1-1-1,0 1 1,-1 0-1,1 0 1,0 0-1,-1 0 0,1 0 1,-1 0-1,1 0 1,-2 1-1,-7-1 77,0 1 0,-1 1 0,1-1 0,0 2 0,0-1 0,1 2-1,-1-1 1,-13 8 0,-8 6 389,-32 23-1,-54 46 501,5 5 1,-148 153-1,210-191-976,-78 103 0,109-128 0,1-1 0,2 2 0,0 0 0,2 1 0,2 1 0,-11 38 0,19-56 0,1 1 0,1-1 0,0 1 0,1 0 0,1 15 0,1-23 0,-1 0 0,1 0 0,0 0 0,1 0 0,-1 0 0,1 0 0,0-1 0,1 1 0,-1-1 0,1 1 0,0-1 0,0 0 0,1 0 0,5 6 0,-1-4-145,1 0 0,0 0 0,0 0 0,1-1-1,0-1 1,0 0 0,1 0 0,-1-1 0,1 0 0,0-1 0,0 0 0,19 2 0,0-1-1119,0-2 1,0-1-1,53-5 1,126-32-7630,-174 29 6543,104-20-9250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0:21.61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111 16 14029,'-105'-15'7721,"100"15"-5778,8 2-376,15 12-919,1-1 1,0-1-1,1 0 0,34 14 0,22 11 6,250 170 843,-277-170-1462,-2 2 0,-2 1-1,-2 3 1,52 66-1,-84-95-56,-1 0 0,0 1-1,-1 1 1,-1 0-1,-1 0 1,0 0-1,-1 1 1,-1 0-1,5 27 1,-8-33 16,-1-1 0,-1 0 0,0 1 0,0-1 0,-1 0 0,0 0 0,-1 1 0,0-1 0,0 0-1,-2 0 1,1-1 0,-1 1 0,0-1 0,-1 1 0,0-1 0,0-1 0,-11 14 0,1-6 125,-1-1 1,0 0-1,-1-2 0,-1 0 0,0 0 0,-1-2 1,0 0-1,-1-1 0,0-1 0,-25 7 1,43-15-70,0 0 0,-1 0 0,1 0 0,-1-1 0,1 1 0,-1-1 0,1 1 0,-1-1 0,1 0 0,-1 0 0,0 0 0,1 0 0,-1 0 0,1-1 0,-4 0 1,5 0-45,1 0 0,-1 1 1,1-1-1,-1 1 0,1-1 1,-1 0-1,1 1 1,0-1-1,-1 0 0,1 0 1,0 1-1,0-1 1,-1 0-1,1 0 0,0 1 1,0-1-1,0 0 1,0 0-1,0 0 0,0 1 1,0-1-1,0 0 1,1 0-1,-1 0 0,0 1 1,0-1-1,0 0 1,1 0-1,-1 1 0,1-2 1,4-8-13,1 0 0,-1 1 0,2-1 0,-1 1 0,11-10 0,199-185-1334,-92 93-447,-64 54 652,227-209-4389,-91 96-3030,-57 56-2889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0:22.11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594 10 12297,'15'8'1711,"-19"-13"105,-6-7 3705,11 43-4037,-1 0 1,-1 1-1,-2-1 1,-10 51-1,-43 125 1556,-26 34-2560,-156 321 0,58-179-480,176-374 0,0 1 0,1 0 0,0 0 0,-3 20 0,5-29 0,1 0 0,-1 1 0,1-1 0,0 1 0,0-1 0,0 1 0,0-1 0,0 1 0,0-1 0,0 1 0,0-1 0,1 1 0,-1-1 0,0 1 0,1-1 0,0 1 0,-1-1 0,1 0 0,0 1 0,-1-1 0,1 0 0,0 1 0,0-1 0,0 0 0,0 0 0,0 0 0,1 0 0,-1 0 0,0 0 0,0 0 0,1-1 0,-1 1 0,0 0 0,1-1 0,-1 1 0,0-1 0,1 1 0,-1-1 0,1 0 0,2 1 0,9-2-6,1-1 0,-1 0 0,0-1 0,0 0-1,0-1 1,-1 0 0,20-10 0,15-4-84,-4 3 15,1 2 0,0 2 0,1 2 0,55-4 1,-78 12 52,-1 0 0,1 2 0,0 0 0,-1 2 0,1 0 0,-1 2 0,0 0 1,0 1-1,0 1 0,38 20 0,-51-23 9,0 1 0,0 0 0,-1 0 0,1 1 0,10 11 0,-16-14 5,1 0 1,-1-1-1,0 2 0,0-1 1,0 0-1,0 0 1,-1 1-1,1-1 0,-1 0 1,0 1-1,0 0 1,0-1-1,0 1 1,-1 0-1,0-1 0,1 1 1,-2 5-1,0-2 5,-1 1 1,0-1-1,0 1 0,-1-1 1,0 0-1,-1 0 0,1 0 0,-1 0 1,-1-1-1,1 1 0,-1-1 0,0 0 1,-1-1-1,1 1 0,-1-1 0,0 0 1,-8 5-1,-16 10 15,-1-1 0,-46 21 0,53-28-47,-24 7 20,33-15-14,14-7-11,7-2-23,51-37-48,105-58 0,-103 66 48,290-146 211,-274 150 238,1 2-1,147-31 1,-196 54-349,1 0 1,-1 2-1,35 1 0,-55 2-37,-1 0 0,1 0 0,-1 1-1,1 0 1,-1 0 0,1 1-1,-1 0 1,0 0 0,0 0 0,0 0-1,0 1 1,0 0 0,-1 1 0,1-1-1,-1 1 1,0 0 0,0 0 0,0 1-1,5 6 1,-8-8 0,-1 0 0,0-1 0,0 1 0,0 0 0,0 0 0,0 0 0,-1 0 0,1 0 0,-1 1 0,0-1 0,0 0 0,0 0 0,0 0 0,-1 0 0,1 0 0,-2 3 0,-14 42 0,8-33 77,0 0 1,-1 0-1,-1-1 1,-1 0-1,-16 17 0,-10 13-1332,6 5-4357,30-48 5457,1-1-1,0 0 0,0 1 1,-1-1-1,1 0 0,0 1 1,0-1-1,0 0 0,-1 1 1,1-1-1,0 0 0,0 1 1,0-1-1,0 1 0,0-1 1,0 0-1,0 1 0,0-1 1,0 1-1,0-1 0,0 0 1,0 1-1,0-1 0,0 1 1,0-1-1,0 0 0,0 1 1,1-1-1,-1 0 0,0 1 1,0-1-1,0 0 0,1 1 1,-1-1-1,0 0 0,0 1 1,1-1-1,-1 0 0,0 0 1,1 1-1,-1-1 0,0 0 1,1 0-1,-1 0 0,0 0 1,1 1-1,-1-1 0,1 0 1,-1 0-1,0 0 0,1 0 1,-1 0-1,1 0 0,-1 0 1,0 0-1,1 0 0,-1 0 1,1 0-1,0 0 0,3 1-1665,16 4-10398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0:22.24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61 94 13337,'-57'-54'2316,"54"36"189,3 0 5111,23 15-7500,21 9-788,-11 6-968,4 3-1144,-3 6-3381,3 12-5480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0:22.52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35 82 16582,'-11'30'850,"7"-20"-414,0 0 1,0 0-1,1 0 0,1 0 1,0 0-1,0 1 0,1-1 1,0 1-1,1-1 0,0 1 1,1-1-1,3 21 0,9 45 3477,3 17-489,17 41-1384,28 105-1686,-41-175-388,44 99 0,-55-146 34,0-1 0,12 17 0,-18-29 0,1 1 0,-1-1 0,1 1 0,0-1 0,0 0 0,0 0 0,0-1 0,1 0 0,0 1 0,-1-1 0,7 2 0,-8-4 0,0-1 0,0 0 0,0 0 0,0 0 0,0 0 0,0 0 0,0 0 0,0-1 0,0 1 0,0-1 0,0 0 0,-1 0 0,1 0 0,0 0 0,0-1 0,-1 1 0,1-1 0,-1 0 0,5-3 0,5-5 0,-1 0 0,16-19 0,-25 27 0,56-71 0,85-136 0,-24 28 0,-57 99-1089,3 3 0,77-73 0,14 18-4069,-102 94 472,63-34-1,-15 17-7298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0:22.96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139 317 10361,'-27'51'9722,"41"-48"-6050,-11-3-3029,6 2-16,1-1-1,-1 0 0,0-1 0,1 0 1,-1 0-1,0-1 0,1 0 1,-1-1-1,0 0 0,13-5 1,-3 1-257,0-2-1,-1 0 1,31-18 0,-33 13-370,1 0 0,-1 0 0,-1-2 0,-1 0 0,25-32 0,-15 17 0,71-77 0,-89 102 0,-7 9 0,-7 12 0,-120 160 0,47-69 0,-16 23 0,-84 126 0,159-220 0,-22 52 0,39-76 0,0 1 0,1 0 0,0 0 0,1 0 0,0 0 0,1 0 0,1 0 0,0 17 0,1-22 0,1-1 0,1 0 0,-1 0 0,1 0 0,0 0 0,1-1 0,0 1 0,0-1 0,0 1 0,1-1 0,-1 0 0,2 0 0,-1 0 0,1-1 0,0 0 0,0 0 0,0 0 0,0 0 0,1-1 0,0 0 0,0 0 0,0 0 0,1-1 0,-1 0 0,9 2 0,3 2 0,1-2 0,0 0 0,0-1 0,1-1 0,-1 0 0,1-2 0,38-2 0,-47 0 0,0 0 0,0-1 0,0 0 0,0-1 0,0-1 0,10-4 0,23-11 0,55-33 0,-89 46 0,1-1 0,-2 0 0,1 0 0,-1-1 0,0-1 0,-1 0 0,1 0 0,-2 0 0,12-19 0,-10 10 0,-1 1 0,-1-1 0,0-1 0,5-23 0,-6 10 0,0 1 0,-2-1 0,-1 0 0,-2-1 0,-1 1 0,-1 0 0,-12-61 0,3 46 0,-2 0 0,-2 0 0,-2 1 0,-34-69 0,34 87-131,-1 1 0,-1 0 1,-1 2-1,-2 0 0,0 1 0,-2 1 1,-35-28-1,55 49-133,1-1 0,-1 2 1,0-1-1,0 0 0,0 0 1,0 1-1,0 0 0,-1 0 0,1 0 1,0 0-1,-1 0 0,1 0 1,0 1-1,-1 0 0,-3 0 0,5 0 119,1 0-1,0 0 0,0 0 0,0 1 0,0-1 0,0 0 0,0 1 0,0-1 0,0 1 0,0-1 0,0 1 0,0-1 0,1 1 0,-1 0 0,0-1 0,0 1 0,0 0 0,1 0 0,-1 0 0,0 0 0,1-1 0,-1 1 0,1 0 0,-1 0 0,1 0 0,-1 0 0,1 0 0,0 0 0,0 0 0,-1 1 0,1-1 0,0 0 0,0 0 0,0 0 0,0 0 0,0 0 1,0 0-1,0 0 0,1 0 0,-1 2 0,12 42-6822,9 3-4597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0:23.23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10 151 13481,'-10'-66'11507,"25"76"-9266,-11-5-1871,3 2-143,0 1 0,-1 0 0,0 1 0,-1-1 1,1 1-1,-1 0 0,-1 0 0,0 1 0,0 0 0,-1-1 0,-1 1 0,4 16 0,0 15 382,1 73-1,-6-76-437,-2 0 0,-1 0 0,-10 45 1,9-67-166,-1-1 1,0 1 0,-1-1 0,-1 0 0,0 0 0,-2-1 0,1 1 0,-2-2 0,1 1-1,-12 12 1,17-24 2,4-9 0,0 0 1,0-1-1,1 1 0,-1 0 1,2 0-1,-1 0 0,1 0 1,0 0-1,0 1 0,1-1 1,5-7-1,7-8-10,34-34 1,-35 40-36,35-36-899,3 3-1,102-75 1,138-59-4937,-221 144 795,115-44 1,-59 39-5721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0:23.55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184 59 11221,'-33'22'720,"10"-8"359,1 1-1,-30 27 0,16-17 2452,21-15-1873,15-10-1633,0 0 0,0 0 0,-1 0 0,1 0 0,0 0 0,0 0 1,0 0-1,0 0 0,0 0 0,0 0 0,0 0 0,0 0 0,-1 0 1,1 1-1,0-1 0,0 0 0,0 0 0,0 0 0,0 0 1,0 0-1,0 0 0,0 0 0,0 1 0,0-1 0,0 0 0,0 0 1,0 0-1,0 0 0,0 0 0,0 0 0,0 1 0,0-1 0,0 0 1,0 0-1,0 0 0,0 0 0,0 0 0,0 0 0,0 1 1,0-1-1,0 0 0,0 0 0,0 0 0,0 0 0,0 0 0,0 0 1,1 0-1,-1 0 0,0 1 0,0-1 0,0 0 0,0 0 0,0 0 1,0 0-1,0 0 0,0 0 0,1 0 0,-1 0 0,6 6 212,0 0-1,0-1 0,1 0 1,-1 0-1,1 0 0,0-1 0,1 0 1,-1 0-1,1-1 0,-1 0 1,1 0-1,0-1 0,0 0 0,14 1 1,17 2 236,73-1 0,-73-4-246,76 1 222,117-16 0,-170 7-335,-1-2 0,0-3 0,93-34 0,-128 37 36,-1-2 0,0 0 0,-1-2 0,0-1 0,28-23 0,-50 36-97,-1 1 0,1-1 0,0 0 0,-1 0 0,1 0 0,-1 0 0,1 0 0,-1 0 0,0 0 0,0 0 0,0-1 0,0 1 0,-1 0 0,2-3 0,-2 4-16,0 0-1,0 0 0,0-1 1,0 1-1,0 0 0,0 0 1,0 0-1,0 0 1,0 0-1,0 0 0,0 0 1,-1-1-1,1 1 0,0 0 1,-1 0-1,1 0 0,-1 0 1,1 0-1,-1 0 1,0 1-1,1-1 0,-1 0 1,0 0-1,0 0 0,0 1 1,1-1-1,-1 0 0,-2 0 1,0-1 46,-1 1 0,0 0 0,0 1 0,0-1 0,0 1-1,0-1 1,0 1 0,0 1 0,0-1 0,-6 1 0,-46 11 512,48-10-496,-31 9-34,0 2-1,1 2 1,1 1 0,0 2 0,1 2 0,1 1 0,1 1 0,1 2 0,-32 31 0,47-39-64,1 1 0,2 1 0,-1 0 0,2 1 0,0 0 0,-10 22 0,19-32 0,1-1 0,1 1 0,-1 0 0,1 0 0,1 0 0,-1 0 0,2 0 0,-1 0 0,1 1 0,1-1 0,0 1 0,0-1 0,1 0 0,0 1 0,0-1 0,1 0 0,5 16 0,-1-12-27,1 0 0,0 0 1,1 0-1,0-1 0,1 0 0,1-1 1,-1 0-1,2 0 0,-1-1 0,2-1 0,-1 0 1,1 0-1,24 12 0,4-1-720,0-2-1,1-1 1,56 14-1,41 3-2083,2-5 0,1-7-1,198 7 1,-232-25 1406,0-5 1,128-17 0,-180 10 449,0-2 0,-1-3 0,-1-2 0,0-3 0,-1-1 0,53-30 0,-36 10-3020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0:24.14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543 874 8245,'0'0'40,"-1"0"1,1-1-1,0 1 1,-1 0-1,1 0 1,0 0-1,0 0 1,-1-1-1,1 1 1,0 0-1,-1 0 1,1-1-1,0 1 1,0 0-1,0-1 1,-1 1-1,1 0 1,0-1-1,0 1 1,0 0-1,0-1 1,0 1-1,0 0 0,-1-1 1,1 1-1,0 0 1,0-1-1,0 1 1,0-1-1,0 1 1,0 0-1,1-1 1,-1 1-1,0 0 1,0-1-1,0 1 1,0 0-1,0-1 1,0 1-1,1 0 1,-1-1-1,0 1 1,0 0-1,0 0 1,1-1-1,-1 1 1,0 0-1,0 0 1,1-1-1,-1 1 1,0 0-1,1 0 1,-1 0-1,0-1 1,1 1-1,-1 0 1,0 0-1,1 0 1,-1 0-1,0 0 1,1 0-1,-1 0 1,1 0-1,39-6 2234,1 0 503,-31 3-2196,0 0-1,0 0 0,0-1 1,-1-1-1,1 1 0,-1-1 1,0-1-1,-1 0 0,1 0 1,-1-1-1,0 0 1,-1 0-1,8-9 0,147-210 7314,-34 44-7033,-56 87-861,110-134 0,-158 203 0,-23 25 0,-1 1 0,1-1 0,-1 1 0,0-1 0,1 1 0,-1 0 0,1-1 0,-1 1 0,1 0 0,-1-1 0,1 1 0,-1 0 0,1 0 0,0 0 0,-1-1 0,1 1 0,-1 0 0,1 0 0,-1 0 0,1 0 0,0 0 0,-1 0 0,1 0 0,-1 0 0,1 0 0,0 0 0,-1 1 0,1-1 0,-1 0 0,1 0 0,-1 0 0,1 1 0,-1-1 0,1 0 0,-1 1 0,1-1 0,-1 0 0,1 1 0,-1-1 0,1 1 0,-1-1 0,0 0 0,1 1 0,-1-1 0,0 1 0,1-1 0,-1 1 0,0 0 0,0-1 0,0 1 0,1-1 0,-1 1 0,0 0 0,9 35 0,-7 4 0,-2 0 0,-7 63 0,4-64 0,-41 609 0,7-344 0,28-262 0,-1-1 0,-2 0 0,-2 0 0,-1-1 0,-24 41 0,27-61-17,0 0 1,-2-1-1,0 0 0,-2-1 1,0-1-1,-1-1 1,0 0-1,-38 26 0,25-24 78,-1 0-1,-1-2 0,0-2 1,-1-1-1,-43 12 0,10-9-1007,-128 15-1,-58-14-5972,116-13-1054,18-5-5232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0:39.35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1 244 8657,'83'-21'1204,"11"3"-284,10-9-224,27 6-124,13 0-120,16 0-4,45 0-428,36-4-556,40-2-524,24 6-2296,30 0-1677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0:25.92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6 147 11221,'-1'-2'219,"0"1"-1,0-1 1,1 1-1,-1-1 1,1 0-1,-1 1 1,1-1-1,0 0 1,0 0-1,-1 1 1,1-1 0,1 0-1,-1 1 1,0-1-1,0 0 1,1-2-1,13-33 4396,2-6 616,-15 41-5040,0-1 0,0 1 1,-1 0-1,1 0 1,1 0-1,-1 0 0,0 0 1,0 1-1,1-1 1,-1 0-1,1 1 1,0-1-1,-1 1 0,4-3 1,1-1 271,2 4 357,0 3-679,0 1-1,0-1 0,-1 1 0,1 1 1,-1-1-1,0 2 0,0-1 0,0 1 0,-1-1 1,1 2-1,-1-1 0,0 1 0,-1 0 1,1 0-1,-1 1 0,-1-1 0,1 1 1,4 10-1,7 16 220,0 0 0,19 66 1,-30-83-304,9 32-48,-2-1-1,-2 2 1,-2-1-1,-3 1 1,-2 0-1,-1 0 1,-8 73 0,2-20-443,4-98 315,3-5-13,12-7 115,0-1 1,0 0 0,-1-1 0,0-1-1,-1 0 1,-1-1 0,17-18 0,-10 10 43,68-72 166,40-39-142,-125 129-50,140-120 196,-124 108-147,1 1 0,1 1 0,1 0-1,-1 1 1,44-15 0,-57 24-44,0 1-1,1-1 1,-1 1 0,0 0-1,1 0 1,-1 1 0,1 0 0,-1 1-1,0 0 1,1 0 0,-1 0-1,0 1 1,0 0 0,0 0-1,0 1 1,0 0 0,6 3-1,0 2-4,-1 1-1,0 0 0,-1 0 0,0 1 0,0 1 1,-1 0-1,12 18 0,22 30-36,-18-21 63,1-2 0,63 63-1,-80-90-56,0 0 1,0-1-1,1 0 0,0-1 1,1 0-1,0-1 0,0 0 0,0-1 1,0-1-1,1 1 0,0-2 0,0 0 1,0-1-1,21 2 0,-21-4 7,0 0 0,-1-1-1,1 0 1,0-1 0,-1-1-1,1 0 1,-1 0 0,0-2-1,0 1 1,-1-1 0,1-1-1,-1 0 1,0-1 0,0 0-1,-1-1 1,0 0 0,-1 0-1,1-1 1,-2 0 0,1-1-1,7-11 1,32-46 255,9-13 132,76-83-1,-131 161-362,0 0 0,1 0 0,-1 0 0,0 1 0,1-1 0,-1 0 0,1 1 0,-1 0 0,1-1 0,0 1 0,-1 0 0,1 0 0,0 1 0,0-1 0,0 1 0,-1-1 0,1 1 0,0 0 0,0 0 0,0 0 0,0 0 0,0 1 0,0-1 0,0 1 0,-1 0 0,1 0 0,0 0 0,0 0 0,-1 0 0,1 0 0,-1 1 0,1-1 0,-1 1 0,1 0 0,-1 0 0,0 0 0,0 0 0,0 0 0,0 0 0,0 1 0,2 4 0,12 34-664,12 49 1,-16-43-4214,-1 0-5499,-7-22-2827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0:26.06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34 121 11585,'-26'-48'2272,"19"27"-368,14 6-279,-4-3 743,10 9-1400,-3 0-344,7 15-164,3 0-324,4 6-768,12 15-968,-9 0-844,0 9-2665,3 10-4064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0:26.29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 13197,'-1'27'356,"5"185"3031,0-158-1382,2 0 0,3 0 1,2-1-1,34 97 1,-36-125-1607,2-1 0,1 0-1,1 0 1,1-1 0,1-1 0,1 0 0,1-2 0,1 1 0,0-2 0,2 0 0,38 28 0,-43-37-362,0-1 1,0 0-1,1-1 1,0 0-1,0-2 1,1 0-1,0 0 1,0-2-1,0 0 1,0-1-1,1-1 1,0 0 0,-1-2-1,1 0 1,0 0-1,-1-2 1,1 0-1,-1-2 1,1 1-1,-1-2 1,-1 0-1,1-2 1,-1 1-1,0-2 1,0 0-1,27-20 1,-8 2-748,-2-3-1,-1-1 1,-1-1 0,38-50-1,90-150-8492,-98 141 2608,8 7-3838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0:26.56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135 345 14485,'-11'48'969,"4"-18"719,-14 43 0,0-21 688,-11 35 1400,21-45-2332,1 1 1,2 0 0,-4 66 0,11-89-1263,1 0 0,1 0 1,0 0-1,2 0 1,0-1-1,2 1 0,0-1 1,1 0-1,1 0 1,9 19-1,-11-29-182,1-1 0,-1 0 0,1 0 0,1 0 0,0-1 0,0 1 0,0-2 0,1 1 0,0-1 0,0 0 0,0-1 0,1 0 0,0 0 0,0-1 0,0 0 0,0-1 0,1 1 0,0-2 0,-1 0 0,1 0 0,0-1 0,0 0 0,0 0 0,16-2 0,-12 0 0,-1 0 0,1-1 0,0-1 0,0 0 0,-1-1 0,1-1 0,-1 0 0,0 0 0,-1-1 0,0-1 0,0 0 0,0-1 0,-1 0 0,0-1 0,0 0 0,18-22 0,-11 8 0,-2-2 0,-1 0 0,-1-1 0,-1-1 0,-1 0 0,-1-1 0,-2 0 0,6-29 0,-3-1 0,-3-1 0,-2 1 0,-1-63 0,-6 62-29,-3 0 1,-2 0-1,-3 0 0,-3 1 1,-34-108-1,41 154-541,-1 1 1,0-1-1,-1 1 1,-12-18-1,16 27 382,1 1-1,0 0 1,0 0-1,0 0 1,-1 0-1,1 0 1,0 0-1,-1 1 1,1-1-1,-1 0 1,1 1-1,-1-1 0,1 1 1,-1-1-1,1 1 1,-1 0-1,0-1 1,1 1-1,-1 0 1,0 0-1,1 0 1,-1 1-1,1-1 1,-1 0-1,-2 1 0,0 0-263,0 1 0,0-1-1,1 1 1,-1-1 0,1 1-1,-1 0 1,-4 4 0,5-3-236,1-1 0,0 1 0,-1 0 0,1 0 0,1 0 0,-1 0 0,0 0 0,1 0 0,-2 4 0,-14 39-10675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0:26.85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0 121 13161,'68'-63'1917,"-59"54"-1166,0 1-1,1 1 1,20-13 0,-24 18-258,-1-1 0,1 1 0,-1 1 0,1-1 0,-1 1 0,1 0 0,10 0 0,-12 1-330,1 1 0,-1-1-1,1 1 1,-1 0 0,1 0-1,-1 0 1,0 1 0,0 0-1,0 0 1,0 0-1,0 0 1,0 0 0,0 1-1,-1 0 1,1 0 0,-1 0-1,0 0 1,3 4 0,4 4 34,-1 1 0,0 0-1,-1 0 1,9 17 0,0 10-66,-2 1 1,-1 0-1,-2 0 0,-1 1 0,-3 1 0,-1-1 0,-2 1 0,-2 1 0,-3 48 0,-1-60-314,-2 0-1,-1 0 1,-1-1 0,-2 1-1,-1-1 1,-1-1 0,-1 0-1,-2 0 1,-1-1 0,-31 50-1,36-67 100,0-1 0,-1 1-1,-11 10 1,18-19 82,0-1-1,1 1 1,-1 0-1,0-1 1,0 1-1,0-1 1,0 0-1,0 0 1,0 0-1,-1 0 1,1 0 0,0 0-1,0 0 1,-1-1-1,1 1 1,0-1-1,-1 0 1,1 1-1,-1-1 1,1 0-1,0 0 1,-1-1-1,1 1 1,-1-1-1,-2 0 1,3 0 23,1 0 0,0 0-1,0 0 1,0 0 0,0 0 0,0 0 0,1-1-1,-1 1 1,0 0 0,0 0 0,1-1-1,-1 1 1,1 0 0,-1-1 0,1 1 0,-1-1-1,1-2 1,-3-25 322,4 16-195,1 1 0,-1-1 0,2 1 0,0 0 0,0-1 0,1 1 0,9-18-1,4-3 129,27-41-1,-15 33-292,1 1 1,3 1-1,48-44 1,123-94-2322,-165 145 1600,-10 8 4,118-93-3131,-113 93 1389,1 1 1,56-27-1,32 2-6816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0:27.34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1 741 8941,'15'6'462,"1"-1"1,-1-1-1,1-1 1,0 0-1,1-1 1,-1 0-1,0-2 1,1 0-1,-1-1 1,20-3-1,10-4 1196,-1-2 0,65-23 0,-67 18-1087,-1-2-1,0-2 0,-1-1 0,-1-2 0,73-55 1,-93 61-264,-2 0 1,0-2 0,-1 0 0,0 0 0,-2-2 0,0 0 0,-1-1-1,-2 0 1,0-1 0,-1 0 0,-1-1 0,12-40 0,-20 53-196,0 1-1,0-1 1,-1 0 0,0 0 0,-1 0 0,0 0 0,-1 1 0,0-1 0,0 0-1,-1 0 1,-5-14 0,6 20-77,0 0 1,-1 0-1,0 1 0,0-1 1,0 1-1,0 0 0,-1-1 0,1 1 1,-1 0-1,0 0 0,0 1 0,0-1 1,0 1-1,0-1 0,0 1 0,-1 0 1,1 0-1,-1 0 0,0 1 0,1-1 1,-1 1-1,0 0 0,0 0 0,0 0 1,0 1-1,0-1 0,0 1 1,0 0-1,0 0 0,-6 1 0,-1 1 5,1 1-1,0-1 1,-1 2 0,1-1-1,0 1 1,1 1-1,-1 0 1,1 0 0,0 1-1,0 0 1,1 1-1,-12 10 1,-1 4 31,0 1-1,-26 37 1,32-37-55,2 0-1,0 0 1,1 1 0,2 1-1,0 0 1,1 1 0,2 0-1,0 0 1,2 0-1,1 1 1,1 0 0,0 30-1,2-42-55,2 0 0,-1-1 0,2 1-1,0-1 1,0 1 0,1-1 0,1 0-1,0 0 1,1 0 0,1-1 0,9 18-1,-9-21-42,0-1 0,0 0 0,1-1 0,0 1 0,0-1 0,1-1 0,0 1 0,0-1 0,0 0 0,1-1 0,0 0 0,0-1 0,0 0 0,0 0 0,21 5 0,-19-7 35,0 0-1,0-1 1,0 0 0,0-1 0,1 0 0,-1 0 0,0-1-1,0-1 1,0 0 0,0 0 0,0-1 0,0-1-1,-1 0 1,1 0 0,18-12 0,-15 7 100,-1 0 0,0-1 1,-1 0-1,0-1 0,0 0 1,-1-1-1,-1 0 1,0-1-1,-1 0 0,12-22 1,25-51 751,4 2 1,63-81 0,-84 128-527,2 1 0,1 1-1,2 2 1,1 2-1,2 1 1,53-33-1,-75 54-221,1 0 0,0 1-1,0 1 1,1 0 0,0 1-1,0 1 1,1 1 0,-1 0-1,1 2 1,25-2-1,-28 4-54,-1 1 0,1 1 0,-1 0 0,1 1 0,-1 0 0,0 1 0,0 1 0,0 0 0,-1 1-1,0 0 1,0 1 0,-1 0 0,15 12 0,-10-4-1,0 0 0,-1 1 0,-1 1 0,0 0 0,-2 1 0,0 1 0,-1 0 0,-1 0 0,0 1 0,-2 1 0,0 0 0,-1 0 0,7 34 0,-7-16 0,-1 0 0,-2 0 0,-1 0 0,-3 0 0,-1 0 0,-2 1 0,-7 41 0,3-46-5,-2-1 0,-1 0-1,-2 0 1,-1 0 0,-2-2 0,-1 0-1,-38 59 1,24-51 21,-1-1 1,-2-2-1,-1-1 1,-2-1-1,-46 34 1,16-21-775,-1-3 0,-108 55 1,-148 39-6401,141-80-512,-6-14-5069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0:33.18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1599 1 10673,'0'0'7126,"-12"1"-5974,-22 4-478,1 1 0,-1 2 0,2 1 0,-40 17 0,35-8-198,-1 1 0,2 2 0,-43 34 0,-96 87 1080,136-109-1290,-118 104 725,6 8 0,-231 285 1,329-360-815,3 1 0,-48 91 1,84-136-142,2 1 1,0 0-1,2 1 1,0 0-1,2 0 1,2 1-1,0 0 1,2 1-1,1-1 1,1 34-1,4-42-23,1-1 0,1 1 0,1-1 0,0 1 0,2-1-1,0-1 1,1 1 0,1-1 0,1-1 0,1 0 0,0 0 0,2-1 0,-1-1 0,2 0 0,0 0 0,32 25-1,-10-13-89,1-2 0,1-1-1,1-2 1,2-2 0,0-1-1,82 26 1,-7-13-715,1-4 0,130 14-1,247-6-2719,-378-36 1326,217-26 0,-265 14 194,-1-3 0,0-3 0,-1-2-1,94-42 1,-67 15-4434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0:33.54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1010 167 6697,'-102'-79'5063,"87"70"-4245,-1-1 0,0 2 0,0 0 0,0 1 0,-26-7 0,0 4-160,0 2-1,0 2 1,-1 2 0,0 1-1,0 3 1,-66 7 0,78-3-515,-1 2 0,1 0 1,0 2-1,1 2 1,0 1-1,0 1 0,1 1 1,1 2-1,-40 26 0,59-34-105,0 0 0,1 0 0,0 1 0,0 0 0,0 0-1,-11 18 1,17-23-32,1-1 1,-1 1-1,1 0 0,-1 0 0,1 0 0,0 0 0,0 0 0,1 0 1,-1 0-1,0 0 0,1 0 0,0 0 0,0 0 0,0 0 0,0 0 1,0 0-1,1 0 0,-1 0 0,1 0 0,0 0 0,0 0 0,0 0 1,0 0-1,1 0 0,-1 0 0,1-1 0,-1 1 0,1 0 1,0-1-1,3 4 0,3 0 1,0 1 1,0-1-1,1-1 1,0 0-1,0 0 1,0-1-1,0 0 0,1 0 1,-1-1-1,1 0 1,0-1-1,0 0 1,0 0-1,0-1 1,18-1-1,15-1 10,0-1 0,57-11 0,-33-1 362,-1-3 1,70-28-1,-10 3 1188,-123 41-1524,0 0 1,0 0-1,-1 0 0,1 1 0,0-1 0,0 1 0,0 0 0,0 0 0,0 0 1,0 0-1,0 0 0,0 1 0,0-1 0,-1 1 0,1 0 0,0 0 0,4 2 0,-5-2-12,0 1 0,0 0-1,-1-1 1,1 1 0,0 0-1,-1 0 1,1 0 0,-1 0-1,1 0 1,-1 0 0,0 1-1,0-1 1,0 0-1,0 1 1,0-1 0,0 3-1,0 7 2,1 0-1,-2-1 0,1 1 0,-2 0 0,1 0 1,-5 17-1,-20 82-1062,16-79-230,1 0 0,-5 53 0,7-36-1012,4-35 575,0 0 0,0 1 1,2-1-1,0 15 0,9 11-7294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0:33.87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0 332 11721,'6'-50'1786,"-6"48"-1513,1-1 0,-1 1-1,0 0 1,0 0 0,0-1 0,0 1-1,0 0 1,0 0 0,-1 0-1,1-1 1,-1 1 0,-1-4 0,0 1 636,3 3-753,0 0-1,0 0 1,0 1-1,0-1 1,1 1-1,-1-1 1,0 1-1,1 0 0,0-1 1,-1 1-1,1 0 1,0 0-1,-1 0 1,1 0-1,0 0 1,0 1-1,2-2 1,5 3-17,-1 0 0,1 0 0,-1 0 0,0 1 0,0 0 0,0 1 0,0 0 1,13 7-1,32 17 85,-3 2 0,0 2 0,-2 2 0,-1 2 0,-2 2 0,79 86 0,-99-97-253,-1 2-1,-2 1 0,-1 1 0,-1 1 0,-2 0 0,19 45 0,-31-61 6,-1 1 1,-1-1-1,0 1 1,-1 0-1,0 0 1,-2 0-1,1 18 0,-3-23 12,0 1 0,0 0 0,-1 0 0,-1-1 0,0 1-1,-1-1 1,0 0 0,0 0 0,-1 0 0,-11 16-1,7-15 19,-1 0 0,-1-1 0,1 0 0,-2 0 0,1-1 0,-2-1 0,1 0 0,-1-1 0,-1 0 0,1-1-1,-1-1 1,0 0 0,-1 0 0,-26 5 0,37-11 15,1 1 0,-1-1-1,1 0 1,-1 0 0,0 0 0,1 0-1,-1-1 1,1 1 0,-1-1 0,0 0-1,1 0 1,0 0 0,-1-1-1,1 1 1,0-1 0,0 0 0,-4-2-1,5 2-3,0 1 0,0-1-1,0 1 1,0-1 0,0 0-1,1 0 1,-1 0 0,0 0-1,1 0 1,0 0 0,-1-1-1,1 1 1,0 0-1,0-1 1,0 1 0,0-1-1,1 1 1,-1-1 0,1 1-1,-1-1 1,1 1 0,0-6-1,3-2 31,0 0 1,1-1-1,0 1 0,1 0 1,0 1-1,1-1 0,0 1 1,10-13-1,-15 21-45,29-38 74,2 1-1,58-53 1,88-61-208,-75 65-91,183-168-1505,-99 86-1448,3 6-4738,-110 97-478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0:41.14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4321 1 10293,'0'0'1539,"1"4"-28,7 24 222,5 17 1207,10 66 1,-7 194 1864,-10-131-3353,8 160 346,10 170-323,42-6-478,-58-452-919,-2-9-21,2-1 0,19 53 0,-24-80-40,0-1 0,1 0 0,-1-1 0,2 1 1,-1-1-1,1 1 0,1-1 0,-1-1 0,1 1 1,0-1-1,0 0 0,1 0 0,0-1 0,0 0 0,15 8 1,-15-11-41,-1 0 1,1 0 0,-1-1 0,1 0-1,0-1 1,-1 1 0,1-2 0,0 1-1,-1 0 1,9-3 0,2 1-36,1 0-81,0-1 1,0-1 0,0-1-1,-1-1 1,0 0-1,0-1 1,0-1 0,21-14-1,20-7-301,-55 28 386,0-2 38,-1 0-1,1 1 1,0 0 0,0 0 0,0-1 0,0 2-1,0-1 1,0 0 0,4-1 0,1-1-8,-123 71-649,-2-5-1,-3-5 1,-179 59 0,71-45 211,-272 49 0,-331 15-164,-4-28-288,-61 8-1270,896-115 2182,-593 90-3607,203-15-5330,296-54 2035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0:42.28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2 870 9637,'0'1'85,"0"0"-1,-1 1 1,1-1-1,0 0 1,-1 0 0,1 0-1,0 0 1,0 0 0,0 0-1,0 0 1,0 1 0,0-1-1,0 0 1,1 0-1,-1 0 1,0 0 0,1 0-1,-1 0 1,1 0 0,-1 0-1,1 0 1,-1 0 0,1 0-1,-1 0 1,1 0-1,0 0 1,0 0 0,1 1-1,1-1 86,1 1-1,0-1 0,-1 0 0,1 0 0,0 0 0,0 0 0,-1-1 0,5 1 0,24 0 623,0-1 0,0-1-1,56-10 1,-17 2-146,375-40 702,1652-154-145,-779 124-1337,659-51 524,-1929 126-255,146-17 357,-162 15-365,0-1 0,0-1 0,53-22 1,-80 28-108,-1 0 0,0-1 0,-1 1 0,1-1 1,0 0-1,-1-1 0,0 1 0,1-1 0,-1 0 0,5-7 1,-7 8-11,0 0 0,0 0 0,-1-1 0,1 1 0,-1-1 0,0 1 0,0-1 0,0 0 0,-1 1 0,1-1 0,-1 0 0,0 0 0,0 1 0,0-1 0,0 0 0,-2-7 0,-2-5 21,3 12-44,0 0-1,0 0 1,0 0 0,0 0-1,0 0 1,1-1 0,0 1 0,0 0-1,0 0 1,0 0 0,1-1-1,0 1 1,-1 0 0,2 0 0,-1 0-1,0 0 1,1 0 0,3-7-1,8-3 23,0 0 0,1 1 0,0 1 0,1 0 0,0 1 0,1 0 0,0 2 0,1-1 0,0 2 0,0 1 0,1 0 0,26-7 0,-42 14 18,1-1 0,-1 1 0,0-1 0,1 1-1,-1 0 1,0 0 0,1 0 0,-1 0 0,0 1 0,0-1 0,1 1 0,-1-1 0,0 1-1,0 0 1,0 0 0,1-1 0,-1 2 0,0-1 0,0 0 0,-1 0 0,1 1 0,0-1-1,0 1 1,-1-1 0,1 1 0,-1 0 0,1 0 0,-1 0 0,0 0 0,1 0 0,-1 0-1,0 0 1,-1 0 0,1 0 0,1 3 0,2 9 125,0-1-1,-1 1 0,-1 0 1,1 21-1,21 627 1731,-17-334-2068,-11 692-4091,-13-738 712,1-97-2384,0-42-2353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0:43.27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147 4 8961,'-1'-1'291,"0"1"0,0 0-1,1-1 1,-1 1 0,0 0 0,0-1 0,0 1 0,0 0-1,0 0 1,0 0 0,0 0 0,0 0 0,0 0 0,0 0 0,0 0-1,0 0 1,0 1 0,0-1 0,1 0 0,-1 0 0,0 1 0,0-1-1,0 1 1,0-1 0,0 1 0,-2 1-34,1 0 1,0 1-1,0-1 1,0 0-1,0 1 1,0-1-1,0 1 0,-1 3 1,-4 8 207,1 1 0,-7 22 0,13-36-283,-20 68 1106,2 1 1,4 1 0,3 0 0,-3 115-1,43 413 998,-27-570-2219,52 387-839,-13-134-1907,-3 23-2623,-11-105-1798,-4-41-3276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0:43.78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1160 6 8825,'-2'-1'181,"-1"0"1,1 0-1,-1 0 1,1 1-1,0-1 1,-1 1 0,1 0-1,-1 0 1,1-1-1,-1 2 1,1-1-1,-1 0 1,1 0-1,-1 1 1,1-1-1,-5 3 1,3 0 118,0 0 0,0 0 1,0 0-1,0 1 0,1 0 1,0-1-1,0 1 0,-4 5 0,-32 49 1422,2 2-1,3 1 1,3 2-1,2 1 0,3 1 1,-25 102-1,-63 423 2883,106-541-4336,-173 838 304,-91-20-7995,93-402-3434,103-249 14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1:10.42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 12913,'2'2'238,"1"1"1,0-1-1,0 1 0,-1 0 0,0 0 1,1 0-1,-1 0 0,0 0 0,-1 1 1,1-1-1,0 1 0,-1-1 0,0 1 1,0-1-1,0 1 0,0 0 0,0 4 1,6 19 989,0 3-283,-1 1 0,-2 0 0,-1 1-1,-1-1 1,-2 1 0,-3 33 0,0 20 171,-13 342 2013,2-174-2244,13-185-527,14 116 0,-11-168-339,1-1 0,1 1-1,0-1 1,1 0 0,1 0 0,0 0-1,1-1 1,1 0 0,0 0 0,0 0-1,15 15 1,-15-20-47,0-1-1,1 0 1,0-1 0,0 0-1,0 0 1,1-1-1,0 0 1,0-1 0,1 0-1,-1-1 1,1 0 0,0 0-1,0-1 1,1-1 0,-1 0-1,16 1 1,-2-3-112,-1-1 1,0-1-1,0-1 1,0-1-1,0-1 0,0-1 1,-1-2-1,39-17 1,16-13-465,78-51 0,-121 68 470,101-69-389,-77 48 540,90-45 0,-148 86 18,0 0 1,0 0 0,1 1-1,-1-1 1,0 1 0,1-1-1,-1 1 1,1-1 0,-1 1-1,1 0 1,-1 0 0,0 0-1,1-1 1,-1 2-1,1-1 1,-1 0 0,1 0-1,-1 0 1,1 1 0,-1-1-1,0 1 1,1-1 0,-1 1-1,0-1 1,1 1-1,-1 0 1,0 0 0,2 1-1,-1 1 19,1 0 0,-1 0-1,0 1 1,0-1 0,0 1 0,-1-1-1,1 1 1,-1 0 0,0-1-1,1 5 1,-1-4-35,1 0 0,-1 0 0,1 0 0,0 0 1,0 0-1,0-1 0,0 1 0,1-1 0,0 0 0,-1 1 0,1-1 0,0 0 0,1-1 0,-1 1 1,0 0-1,1-1 0,0 0 0,-1 0 0,1 0 0,0 0 0,0-1 0,0 0 0,0 1 0,5-1 1,8 3-112,1-2 1,0 0 0,0-1-1,22-2 1,-33 1 12,52-5-1496,0-2 1,81-21-1,12-2-6816,-144 30 7581,5-2-140,-1-3-4005,2-2-1343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1:10.57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101 293 5493,'-20'-150'1396,"3"107"-108,0 13-20,11 18-112,-5-3-180,1 0 332,0 0-996,0 3-344,27 24-5744,0 3 1371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1:10.82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16 0 8229,'-1'13'669,"2"-11"-523,-1 1 0,0-1-1,0 0 1,0 0 0,0 0-1,0 1 1,0-1 0,-1 0-1,1 0 1,-1 0-1,0 1 1,1-1 0,-1 0-1,0 0 1,0 0 0,0 0-1,-1-1 1,1 1 0,0 0-1,-3 2 1,4-3-11,0 0 0,0 0-1,0 0 1,0 0 0,0 0 0,0 0-1,0 0 1,0 0 0,0 0 0,0 0-1,1 0 1,-1 0 0,0 0 0,1 0-1,-1 0 1,1 0 0,0 1 0,0-1 169,0 2-117,1 0 0,-1-1-1,1 1 1,0 0 0,0-1 0,0 0 0,0 1 0,1-1 0,-1 0 0,1 0 0,-1 0 0,1 0 0,0-1-1,-1 1 1,1-1 0,0 0 0,0 0 0,0 0 0,0 0 0,0 0 0,0 0 0,1-1 0,-1 0 0,3 1 0,14 0 97,-1-1 0,34-3-1,-29 1-13,93-9 459,-55 2 579,-138-3-458,21 15-647,44-1-456,-1-1 0,0 0 0,0-1 0,1 0 0,-1-1 0,0 0 0,1-1 0,-1 0 0,1-1 0,-13-4 0,21 5-126,1 1 0,-1 0 0,1-1-1,0 0 1,-1 1 0,1-1 0,0 0 0,0 0 0,0 0 0,-3-5 0,5 6 31,-1 0 1,0-1-1,1 1 1,0 0-1,-1 0 0,1-1 1,0 1-1,-1 0 1,1-1-1,0 1 1,0 0-1,0-1 1,0 1-1,0-1 1,1 1-1,-1 0 1,1-3-1,12-19-7030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1:11.08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18 1 10145,'-3'5'612,"1"1"-1,-1-1 1,1 1 0,0 0-1,1 0 1,-1 0 0,1 0 0,0 0-1,1 0 1,0 0 0,0 11-1,2-5-131,0 1-1,1-1 1,0 0 0,6 16-1,18 76 1062,-26-101-1370,22-13 74,-12 3-217,0 0 0,0-1 0,-1 0 0,0-1 0,0 0 0,12-15 0,11-11 16,-20 23-35,0 0-1,1 1 1,0 0-1,1 1 1,0 0-1,1 2 1,25-12-1,-34 18-5,0 0-1,1 0 0,-1 1 0,1 0 0,-1 0 0,1 0 0,-1 1 1,1 0-1,-1 1 0,1 0 0,-1 0 0,1 0 0,-1 1 0,0 0 1,0 1-1,0-1 0,0 1 0,0 1 0,0-1 0,7 7 0,-5-3-130,-1 0-1,0 0 0,-1 1 0,1 0 0,-2 1 1,1 0-1,-1 0 0,-1 0 0,1 0 1,5 17-1,14 22-3116,9-2-4146,-3-15 234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1:11.48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153 9 11769,'-1'-1'200,"-1"0"-1,1 0 1,-1 0-1,1 1 1,-1-1-1,0 0 1,1 1 0,-1-1-1,0 1 1,0-1-1,1 1 1,-1 0-1,0 0 1,0 0 0,0 0-1,1 0 1,-1 0-1,0 1 1,-2 0-1,1 1 246,1 0 0,0 0 0,-1 0 0,1 0 0,1 1 0,-1-1 0,0 1 0,0 0 0,1 0 0,0-1 0,-1 1 0,0 4 0,-10 27 1115,1 1-1,2 0 1,1 0 0,-5 54 0,6-35-759,-19 163 964,21-143-3219,6 110 0,2-140-2380,19 83 1,-4-75-3087,7-1-4511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1:12.39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14 640 11549,'-13'-9'1964,"39"-12"-376,28-18-396,6 3-135,14-1-1,16-2-220,18-9-132,22-3-148,8-1-80,12-2-180,11 3-360,3 0-472,0 5-712,0 4-848,-10 6-3033,-13 9-4088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1:12.58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28 0 12621,'-27'82'2100,"37"-49"-395,-3-18-341,-11 9-320,4 6-268,4-9-164,2 6-296,-6-5-348,4-1-296,2 0-468,-2 0-408,9-6-432,1 0-337,16-18-9612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1:13.09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59 4620,'2'-4'199,"-1"1"0,1 0 0,0 0 0,0 1 0,0-1 0,0 0 0,1 1 0,-1-1 0,1 1 0,-1 0 0,1 0 0,0 0 0,0 0 0,0 0 0,0 1 0,6-3 0,2 0 251,0 2 0,0-1 0,19 0-1,-13 1-7,-12 1-266,1 1 1,-1 0 0,0 0 0,1 0 0,-1 1 0,1-1-1,-1 1 1,0 1 0,1-1 0,-1 1 0,0 0-1,0 0 1,0 0 0,6 5 0,-9-4-82,0 0-1,0-1 1,0 2 0,0-1 0,-1 0 0,0 0-1,0 0 1,1 1 0,-2-1 0,2 6 0,-2-2-47,1 0 0,-2 0 0,1 0 1,-1 0-1,0 1 0,0-1 0,-1 0 0,-4 10 1,0 7-235,5-22 51,1 1-2,-1 1 106,-1 1 9,3 19-17,1-17 243,0 1 0,1 0-1,-1-1 1,8 14 0,3 10 936,-11-23-927,-1 1 1,0-1-1,-1 1 1,0-1-1,0 1 0,-1-1 1,0 1-1,0-1 0,-1 1 1,-4 10-1,-3 12 56,-18 36-1,22-56-541,0 0 0,1 0 0,0 0 0,1 0 0,-3 15 0,6-22 8,0 1 1,0 0 0,0-1-1,1 1 1,-1 0-1,1-1 1,1 1-1,-1-1 1,0 1-1,1-1 1,0 0-1,0 0 1,0 0-1,1 0 1,4 7 0,16 13-1006,8 10-232,-30-32 1463,1 0 0,-1 0 0,0 0 0,0 0 0,0 0 0,0 1 1,0-1-1,0 0 0,0 0 0,-1 1 0,1-1 0,-1 1 0,1-1 0,-1 3 0,-1 5 122,-1 1 1,-1-2-1,1 1 1,-1 0-1,-1 0 1,0-1-1,0 0 0,-1 0 1,0 0-1,-1 0 1,0-1-1,-12 14 1,2 1 8,14-20-94,7-4-124,10-1-126,1-1 0,-1-1 0,0 0 0,-1-1 0,1-1-1,-1 0 1,23-14 0,94-71-2478,-40 26 1830,-20 20 1355,95-67 3414,-150 100-3175,2-2-14,0 0 1,-2 0 0,20-24-1,-30 32-918,-1 0-1,1 1 1,0 0-1,1 0 1,-1 0 0,11-6-1,10-7-2097,-3 3-253,14-5-616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0:35.04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47 667 10957,'0'0'73,"0"1"-1,0-1 1,0 1 0,-1-1-1,1 1 1,0-1 0,0 1-1,0-1 1,0 1 0,0-1-1,-1 1 1,1-1 0,0 1-1,0-1 1,-1 1 0,1-1-1,0 1 1,-1-1 0,1 0 0,-1 1-1,1-1 1,0 0 0,-1 1-1,1-1 1,-1 0 0,1 0-1,-1 1 1,1-1 0,-1 0-1,1 0 1,-1 0 0,1 1-1,-1-1 1,0 0 0,-15-13 3055,4 0-1295,11 13-1575,1-1-1,-1 1 0,1-1 0,-1 1 1,1-1-1,0 1 0,-1-1 0,1 0 1,-1 1-1,1-1 0,0 1 0,0-1 1,-1 0-1,1 1 0,0-1 0,0 0 1,0 1-1,0-1 0,0 0 0,0 1 1,0-1-1,0 0 0,0 0 0,0 1 1,0-1-1,0 0 0,1 0 0,14-18 1541,27-7-1292,-23 20-169,0 0 1,1 1-1,-1 1 0,1 1 1,25-1-1,-29 3-204,735-14 2326,198 53-2259,207 2-218,-992-40 18,0-7 0,176-31 0,-304 32-94,-1-2 0,0-1 0,-1-2 0,0-1-1,48-25 1,-72 32-25,-1-1-1,1 0 0,-1 0 1,0-1-1,0 0 1,-1-1-1,12-13 0,-18 17 25,1 0-1,0 0 0,-1 0 1,0 0-1,0-1 0,0 1 1,-1 0-1,1-1 0,-1 0 1,0 1-1,-1-1 0,1 0 0,-1 1 1,0-1-1,0 0 0,0 1 1,0-1-1,-1 0 0,0 1 1,-2-6-1,-1-1-131,0 0-1,-1 0 1,-1 1 0,1 0 0,-2 0-1,0 0 1,0 1 0,0 0-1,-1 0 1,0 1 0,-1 0 0,-11-8-1,-8-4-893,-1 1 0,-57-29-1,-65-17-3248,50 32-2230,35 18-2363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0:35.81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945 18 8133,'-3'-18'3045,"8"27"1682,6 17-658,-7-10-4499,-2 0 1093,-1-1 0,0 1 1,-3 20-1,1 8 379,1 65 866,-10 310 2768,-102 489-1577,-48-6-3254,-13-81 207,-50-16-697,124-540-3348,33-141-444,48-95 1318,-1-2 0,-25 27 0,5-14-8284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0:36.33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17 2946 6093,'-7'-35'1270,"2"-1"0,2 1 0,1-1 0,4-41 0,24-147 3914,-9 136-3738,35-108 0,44-85 52,-76 227-1286,366-853 1563,-272 689-2003,263-374 1,-372 585 169,7-12-218,1 1 0,0 0 0,1 1 0,1 0 0,1 1 0,0 1 0,25-17 0,-39 31 175,-1 0 0,1 0 0,-1 0 0,1 1 1,-1-1-1,1 0 0,-1 1 0,1 0 0,0-1 0,-1 1 1,1 0-1,0 0 0,-1 0 0,1 0 0,0 0 1,-1 0-1,1 0 0,0 0 0,-1 1 0,1-1 0,2 2 1,-1-1-76,0 1 0,-1 0 0,1 0 0,-1 0 0,1 0 0,-1 0 0,0 1 0,0-1 0,0 0 0,0 1 0,1 3 0,3 3-850,-2 2 1,1-1-1,-1 1 1,0-1-1,3 20 1,4 53-6791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0:36.86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1 159 5380,'0'-3'162,"0"0"0,0 0 0,0 0 0,0 0 0,1 0-1,-1 0 1,1 0 0,0 0 0,0 0 0,0 1-1,0-1 1,0 0 0,1 0 0,-1 1 0,1-1 0,0 1-1,0-1 1,0 1 0,0 0 0,0 0 0,0 0-1,1 0 1,-1 0 0,1 0 0,-1 1 0,5-3 0,9-4 486,0 1 1,0 1 0,27-8 0,-34 11-412,39-9 697,1 1-1,82-6 0,107 7 614,-214 9-1412,651 9 2142,3 29-1245,-569-31-911,335 27 247,393 15-655,-599-45-3334,-238-3 3570,0 0 0,0 0 0,0 0 0,0 0 0,0 0 0,0 0 0,1-1 0,-1 1 0,0 0 0,0 0 0,0 0 0,0 0 0,0 0 0,0 0 0,0-1 0,0 1 0,0 0 0,0 0 0,0 0 0,0 0 0,0 0 1,0-1-1,0 1 0,0 0 0,0 0 0,0 0 0,0 0 0,0 0 0,0-1 0,0 1 0,0 0 0,0 0 0,0 0 0,0 0 0,0 0 0,0 0 0,0-1 0,0 1 0,0 0 0,0 0 0,-1 0 0,1 0 0,0 0 0,0 0 0,0 0 0,0 0 0,0-1 0,0 1 0,-1 0 0,1 0 0,0 0 0,0 0 0,0 0 0,0 0 0,0 0 0,0 0 0,-1 0 0,1 0 0,0 0 0,0 0 0,0 0 0,-12-8-1201,6 6 695,0 1 0,0 0 0,1 0 1,-1 0-1,0 1 0,-9 0 0,-63 8-5102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0:37.28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0 155 5124,'14'17'639,"-11"-12"-218,1 0 0,-1 0 0,1 0 0,0-1 0,1 1 0,-1-1 0,1 0 0,0 0 0,0-1 0,0 1 0,0-1 0,1 0 0,-1-1 0,1 1 0,9 2 0,6-3 835,1 0 1,0-1-1,30-3 0,-44 1-934,1 0 0,-1-1 0,-1 1-1,1-1 1,0-1 0,0 0 0,-1 0-1,1 0 1,-1-1 0,0 0-1,0 0 1,-1-1 0,7-5 0,-6 4-112,-3 2 1,0 1 1,0-1 0,0 0 0,-1 0 0,1 0 0,-1-1-1,0 1 1,0-1 0,-1 1 0,1-1 0,-1 0-1,3-9 1,-5 9-130,0 1-1,1-1 0,0 1 1,0 0-1,0 0 0,1-1 1,-1 1-1,1 0 1,0 0-1,0 0 0,1 1 1,-1-1-1,1 0 0,-1 1 1,1 0-1,0-1 0,1 1 1,-1 0-1,0 1 1,1-1-1,0 1 0,-1-1 1,1 1-1,0 0 0,0 0 1,0 1-1,1-1 0,3 0 1,20-5 68,0 0 0,0 2 1,1 2-1,33-1 0,124 7 105,-139-1-234,789 36-5372,-370 0-4253,-237-16-836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0:37.66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31 10 10441,'-30'-9'7153,"40"21"-5317,20 3 68,23-6-208,24-3-260,37 3-260,27 6-296,26 3-164,28 6-211,16-3-549,13 0-845,7-2-819,-3-16-1636,0 6-3085,-4 12-5916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1:01.32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247 109 10377,'0'-5'470,"0"0"0,1 0 1,0 0-1,0 0 0,0 0 0,0 1 1,1-1-1,-1 0 0,1 1 0,1-1 1,-1 1-1,4-6 0,-4 8-86,-1-1 0,1 1 0,-1-1 0,1 1 0,-1-1 1,0 0-1,0 0 0,-1 1 0,2-6 0,1-3 3311,-6 14-2489,-1 1-940,0 1 0,0-1 0,1 1 1,0 0-1,0 0 0,0 1 0,0-1 0,-3 11 1,-14 57 1075,8-27-596,11-42-683,-114 396 2859,25 8-2856,86-375-66,0 1 0,3 0 0,0 0 0,3 0 0,0 0 0,14 61 0,-11-75 0,1-1 0,0-1 0,2 1 0,0-1 0,16 26 0,-17-33 0,0-1 0,1-1 0,0 1 0,0-1 0,1-1 0,1 1 0,-1-1 0,1-1 0,18 10 0,-21-14 0,0 0 0,0-1 0,1 0 0,-1-1 0,1 1 0,-1-2 0,1 1 0,-1-1 0,1 0 0,0 0 0,11-3 0,-9 2 0,1 0-3,1-2-1,0 1 1,-1-2 0,0 1-1,1-2 1,-1 1 0,16-11-1,70-51-320,-74 50 190,20-16-31,99-67-217,-114 82 318,-1 2 1,2 0-1,43-14 1,-38 18 9,1 1 1,1 1-1,47-4 1,-70 12 40,0 0 0,0 1 1,0 0-1,0 1 0,0 0 1,-1 1-1,1 1 0,0 0 1,-1 1-1,0 0 0,0 0 1,22 13-1,-28-13 8,-1 0-1,0 1 0,0-1 1,0 1-1,0 0 0,-1 0 1,0 1-1,0-1 1,0 1-1,-1 0 0,0 0 1,0 0-1,3 9 0,0 7-373,0 0-1,5 35 1,-6-23-533,-3-20-94,-1 0-1,0 24 1,-2-28 213,1 0 1,0 0 0,1 0-1,0-1 1,3 14 0,-3-20 579,0 0 0,0-1 0,1 1 0,-1-1 0,0 1 0,1-1 0,0 0 0,-1 0 0,1 1 0,0-1 0,0 0 0,0-1 0,1 1 0,-1 0 0,0 0 0,1-1 0,-1 0 0,1 1 0,-1-1 0,1 0 0,0 0 0,4 1 0,3 0-49,1-1-1,-1 1 1,0-1-1,1-1 1,-1 0-1,1-1 1,-1 0-1,1 0 1,-1-1-1,0-1 1,0 1-1,0-2 1,0 1-1,13-8 1,11-7 159,-2-2 0,49-38 0,-64 45 92,199-177 2091,4-2 3014,-218 191-5024,0-1 0,0 1 0,0 0 0,0-1 0,0 1 0,0 0 0,0 1 0,1-1 0,-1 0-1,0 1 1,1-1 0,-1 1 0,0-1 0,1 1 0,-1 0 0,1 0 0,-1 0 0,0 1 0,1-1-1,-1 0 1,0 1 0,1 0 0,-1-1 0,0 1 0,0 0 0,0 0 0,1 0 0,-1 1 0,0-1-1,0 0 1,-1 1 0,1 0 0,2 2 0,5 5 83,-2 0 0,1 0 0,-1 1-1,-1 0 1,6 12 0,-9-17-87,3 6 1,0-1 1,1 0-1,1 0 0,0 0 1,0-1-1,1 0 0,0-1 1,18 13-1,-20-16-39,1 0 0,0-1 0,0 0-1,1-1 1,-1 1 0,1-2 0,0 1 0,-1-1-1,1 0 1,0-1 0,0 0 0,0-1 0,13 0-1,-12-1 22,-1 0-1,1-1 1,0 1-1,-1-2 0,1 0 1,-1 0-1,14-7 0,-19 8-17,0 0 0,0-1 0,0 1 0,-1-1 0,1 0 0,-1 0 0,0 0 0,0-1-1,0 1 1,0-1 0,-1 1 0,1-1 0,-1 0 0,0 0 0,0 0 0,0-1-1,-1 1 1,0 0 0,0 0 0,2-9 0,-3 4-14,0 1 1,-1-1-1,0 0 0,0 0 1,0 1-1,-1-1 0,-1 1 1,0-1-1,0 1 0,0 0 0,-1 0 1,0 0-1,0 1 0,-1-1 1,0 1-1,-1 0 0,-10-10 1,-7-7-219,-1 2 1,-2 0-1,-39-26 1,56 42-14,-8-5-185,1 0 0,-21-9 0,29 17-184,0 0 0,0 0 1,0 1-1,0 0 1,0 0-1,-1 1 0,1 0 1,-10 0-1,11 1-309,-2-1-427,2 2-3973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1:01.70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191 842 9693,'-6'-12'385,"3"8"-183,0 0-1,1-1 1,0 1-1,0-1 1,0 1-1,0-1 1,1 0-1,0 1 1,0-1-1,0 0 1,0 0-1,2-13 4519,-4 22-4053,-27 53-175,1 1 1,4 1-1,1 2 0,-26 110 1,50-168-492,-1-1 1,0 0 0,1 1-1,-1-1 1,1 1 0,0-1-1,0 0 1,0 1 0,0-1-1,0 1 1,1-1 0,-1 0 0,1 1-1,-1-1 1,1 0 0,0 0-1,0 1 1,0-1 0,0 0-1,0 0 1,0 0 0,1 0-1,-1 0 1,1 0 0,0 0 0,-1-1-1,1 1 1,0-1 0,0 1-1,0-1 1,0 0 0,4 2-1,-1-1 0,0-1-1,0 0 0,0 0 0,0 0 1,0-1-1,0 0 0,0 0 0,0 0 1,0-1-1,0 0 0,0 0 1,0 0-1,0 0 0,0-1 0,6-3 1,7-4-63,0 0 1,-1-2 0,-1 0 0,0-1 0,0-1 0,-1 0 0,-1-1 0,0 0 0,17-25 0,4-10-494,54-102 0,-55 81 352,-2-2-1,-5-1 0,-2-1 1,-3-1-1,-4-1 1,14-133-1,-11 24 589,-20 180-299,-1 1 0,0 0 0,0 0 0,0 0 0,-1 0 0,0 0 0,1 0-1,-4-8 1,4 11-70,0 1 0,0 0 0,0-1-1,0 1 1,-1 0 0,1-1 0,0 1-1,0 0 1,0 0 0,-1-1 0,1 1-1,0 0 1,0 0 0,-1-1 0,1 1-1,0 0 1,-1 0 0,1 0 0,0-1-1,0 1 1,-1 0 0,1 0 0,0 0-1,-1 0 1,1 0 0,0 0 0,-1 0-1,1 0 1,-1 0 0,1 0 0,0 0-1,-1 0 1,1 0 0,-1 1 14,-1-1 0,1 1 0,0 0 1,0 0-1,0 0 0,0 0 0,0 0 0,0 0 0,0 0 1,1 0-1,-1 1 0,0-1 0,0 2 0,-9 17 164,1 1-1,1 0 1,1 0 0,1 1-1,0-1 1,-2 28 0,-7 143 439,12-127-426,-4 42-40,-5 138-1560,15-82-3279,3-117-205,0-3-2935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1:01.85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60 9409,'87'-24'1548,"-37"15"-488,11 3-220,2 3-240,1 3-692,6-3-784,1-6-1108,6 6-1148,16 0-1257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1:03.83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415 766 9729,'0'0'3483,"3"-1"-1906,27-4 1358,-26 5-1690,6-9 1129,13-19 4574,-16 14-4102,4 4-2001,-1 1-539,-8 7-34,-3 5-101,-23 49-1662,23-50 1452,0-4-313,-1 0 302,1-1-1,0 1 0,-1 0 0,1 0 0,-1 0 0,0 0 1,1 1-1,-1-1 0,0 0 0,0 1 0,0-1 0,-1 1 1,1 0-1,0 0 0,0 0 0,-4-1 0,0-2 89,4 3-111,-2 0-35,0 1 88,1 0 23,0 0 1,0-1-1,0 1 1,0-1-1,0 1 1,0-1 0,0 0-1,0 0 1,0-1-1,0 1 1,1 0-1,-1-1 1,1 0-1,-1 1 1,1-1 0,-4-3-1,7 3 2,-1-1 0,0 1 0,0 0 0,1 0 0,-1 0 0,1 0 0,0 0 0,-1 0 0,1 0-1,0 0 1,0 0 0,2-2 0,-1 1 8,3-7 20,0 0 0,0 0 0,1 1 0,8-11 1,27-37 87,38-63 90,63-121 126,-39 64 197,-124 185-468,9 0-28,1 0 0,0 1 1,0 1-1,1 0 0,0 0 1,1 1-1,-16 23 1,-49 94 143,59-98-171,-16 28 76,3 2 1,-26 79-1,44-108-39,2 1 0,1 0 0,2 0 1,1 1-1,1-1 0,3 54 0,5-45-97,1 0-1,2 0 1,1-1 0,3 0-1,1-1 1,22 46-1,14 13-302,67 99 0,-99-171 287,43 77-194,-53-90 226,-2 0-1,1 0 0,-2 0 0,0 1 0,0-1 1,1 18-1,-4-26 26,-1 0 1,0 0-1,0 1 0,-1-1 1,1 0-1,-1 0 0,0 0 1,0 0-1,-1 0 1,1 0-1,-1 0 0,0 0 1,-1-1-1,1 1 1,-1-1-1,-3 5 0,0-2 0,0-1 0,0 0 0,-1 0 0,0-1 0,0 0 0,0 0 0,-1-1 0,-14 7 0,-7 0-5,0-1 1,-1-1-1,0-2 0,-39 4 0,2-2-406,-1-3-1,1-3 0,-1-3 0,-106-13 0,165 12 137,-33-8-549,41 8 743,0 1 0,0-1 0,-1 1 0,1-1 0,0 0 0,0 0 0,0 1 0,0-1 0,0 0 0,0 0 0,0 0 0,0 0 0,0 0 0,0-1 0,0 1 0,1 0 0,-1 0 0,0 0 0,1-1 0,-1 1 0,1 0 0,0-1 0,-1 1 0,1 0 0,0-1 0,0 1 0,0 0 0,0-2 0,1-5-519,0 1-1,1 0 1,0 0 0,1 0-1,0 0 1,0 1-1,0-1 1,1 1 0,0-1-1,0 1 1,0 0-1,1 1 1,0-1 0,0 1-1,0 0 1,1 0-1,0 1 1,0-1 0,0 1-1,7-3 1,62-28-8454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1:04.41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633 117 7433,'0'-8'524,"1"1"0,0-1 0,0 1 0,0-1 0,1 1 0,0 0 0,5-10 0,-7 15-198,1 0 0,0 0-1,0-1 1,-1 1 0,0-1 0,1 1 0,-1 0 0,0-1-1,0 1 1,0-1 0,0 1 0,-2-5 0,2 3 338,-1 3-570,1 1-1,-1-1 1,1 1 0,-1-1-1,1 1 1,-1-1 0,0 1 0,1-1-1,-1 1 1,0-1 0,1 1 0,-1 0-1,0 0 1,1-1 0,-1 1-1,0 0 1,0 0 0,1 0 0,-1 0-1,0 0 1,-1 0 0,1 0 131,-5-1-86,0 1 0,1 0 0,-1 0-1,0 0 1,0 1 0,1 0 0,-1 0 0,0 1 0,1-1 0,-1 1 0,1 0 0,-1 1 0,-5 3 0,-4 1 43,-20 9 90,1 2-1,1 1 0,1 2 1,-32 26-1,-110 106 239,168-148-500,-14 13 2,2 1 0,-1 1 0,2 0 0,1 2 0,1 0 0,0 0 0,-12 29-1,26-49-9,0 0-1,0 0 1,0 0-1,0 0 0,0 0 1,1 0-1,-1 0 0,1 1 1,-1-1-1,1 0 1,0 0-1,0 1 0,0-1 1,0 0-1,1 0 0,-1 1 1,0-1-1,1 0 0,0 0 1,-1 0-1,1 1 1,0-1-1,2 2 0,-1-2 1,0 0-1,0 0 1,0-1-1,0 1 1,1-1-1,-1 0 1,1 1-1,-1-1 1,1 0-1,-1-1 1,1 1-1,-1 0 1,1-1-1,0 1 1,0-1-1,2 0 1,11 0 2,0 0 0,-1-2 0,1 0 0,28-7 0,1-7 2,0-1 1,0-2-1,-2-3 0,76-49 1,49-25 5,-166 95-11,0-1 1,1 1-1,-1 0 1,1 0-1,0 0 0,-1 0 1,1 1-1,0-1 1,-1 1-1,1 0 0,0-1 1,0 1-1,-1 0 0,1 1 1,0-1-1,0 0 1,4 2-1,-6-1 2,1 0 0,-1 0-1,1 0 1,-1 0 0,1 0 0,-1 1 0,0-1-1,0 0 1,0 1 0,0-1 0,0 1 0,0-1-1,0 1 1,0 0 0,0-1 0,-1 1 0,1 0-1,-1 0 1,1 2 0,0 7 11,0 0-1,0-1 1,-2 1 0,1 0-1,-1-1 1,-5 19 0,-5 11 54,-2 1 1,-26 56-1,-14 40 0,43-103-136,1 1-1,2 1 1,1-1-1,2 1 1,2 0-1,2 51 1,2-70-352,0 1 0,1-1 0,0 0 0,2 0 0,0 0 0,1-1-1,0 1 1,1-1 0,1-1 0,1 1 0,0-2 0,1 1 0,1-1 0,0-1 0,15 15 0,-16-18 210,0-1 0,1-1 0,0 0 0,1 0 0,-1-1 0,2-1-1,-1 0 1,0 0 0,1-1 0,0-1 0,1 0 0,-1-1 0,0 0 0,1-1 0,0-1 0,-1 0 0,1-1-1,0 0 1,-1-1 0,1-1 0,0 0 0,-1-1 0,0 0 0,1-1 0,13-6 0,-1 0 306,-1-2 0,-1 0 1,0-2-1,-1 0 0,38-32 1,-22 12 210,-2-2 0,38-48-1,35-42-50,44-54-586,111-109 89,-264 288 240,50-42 167,5-5-5227,-43 36 936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1:05.78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704 111 10565,'-2'13'892,"-1"0"0,0 0 0,-1 0 1,0 0-1,-1 0 0,0-1 0,-1 0 0,-12 18 0,-106 192 5641,-42 120-2877,44-86-2234,-58 184-296,165-401-1051,3-6-89,0 1 0,-10 55 0,21-85-73,4-8-39,21-53-134,-3 0-1,15-65 1,6-16-55,43-92-153,70-109-260,-94 224 489,103-147 0,-134 222 190,0 1-1,3 2 0,1 1 1,1 2-1,3 1 1,76-52-1,-95 73 36,1 1 0,0 1 0,1 1 0,0 1 0,30-8 0,-44 14 12,-1 0-1,1 1 1,0 0 0,0 0 0,0 1-1,0 0 1,0 0 0,0 0 0,-1 1-1,1 0 1,0 0 0,0 1 0,-1 0-1,1 0 1,0 0 0,-1 1 0,0 0 0,0 0-1,0 1 1,0 0 0,9 7 0,-12-7 2,0 0 0,0 0 0,0 0 0,0 1 0,0-1 0,-1 0 0,0 1 0,0 0 0,0-1 0,-1 1 0,1 0 0,-1 0 1,-1 0-1,1 0 0,0 0 0,-1 0 0,0 0 0,-1 0 0,1 0 0,-1 0 0,0 0 0,0 0 0,0 0 0,0 0 0,-5 8 1,-2 5-12,0-1 0,-2 0 0,0-1 0,-1 0 0,-19 22 0,-58 57-925,-5-4 1,-111 85-1,-20 17-1323,215-185 2095,0 0-1,1 0 1,0 1 0,0 0 0,1 1 0,0 0 0,0 0 0,1 1-1,-6 13 1,12-22 121,0 0 0,-1 1 0,1-1 0,0 0 0,0 1 0,0-1 0,1 0 0,-1 0 0,1 1 0,-1-1 0,1 0 0,0 0 0,-1 0 0,1 0 0,0 0 0,1 0 0,-1 0 0,0 0 0,0 0 0,1 0 0,-1 0 0,1-1 0,0 1 0,-1-1 0,1 1 0,0-1 0,3 2 0,4 4-59,1-1 1,1 0-1,19 8 0,404 182 432,-417-189-320,1 0-1,-1-2 0,1 0 1,0 0-1,1-2 0,-1 0 1,1-1-1,-1-1 1,1-1-1,-1-1 0,1 0 1,35-8-1,-22 2-25,-1-2 1,0-1-1,0-1 1,-1-2-1,0-1 1,41-27-1,-54 30 59,-1-2-1,17-15 0,-32 27-35,0 0 173,-2-1-162,0 0 1,-1 0-1,1 1 0,-1-1 0,0 1 0,1 0 1,-1-1-1,0 1 0,0 0 0,0 0 0,0 0 1,-2-1-1,1 3-9,0 0-1,0 0 1,0 0 0,1 0 0,-1 0 0,0 0-1,1 1 1,-1-1 0,1 1 0,-1 0-1,1 0 1,0 0 0,0 0 0,0 0-1,0 0 1,0 0 0,0 1 0,0-1 0,-1 5-1,2-7-9,0 1-1,0 0 0,1 0 0,-1 1 1,0-1-1,1 0 0,-1 0 0,1 0 1,0 0-1,-1 0 0,1 1 0,0-1 1,-1 0-1,1 0 0,0 1 0,0-1 0,0 0 1,0 0-1,0 1 0,0-1 0,1 0 1,-1 0-1,0 0 0,1 1 0,-1-1 1,1 0-1,-1 0 0,1 0 0,-1 0 1,1 0-1,0 0 0,0 0 0,-1 0 1,1 0-1,0 0 0,0 0 0,0 0 1,0-1-1,0 1 0,0 0 0,0-1 1,0 1-1,1-1 0,-1 1 0,2 0 1,7 1-31,1-1 1,-1 0 0,1-1 0,0 0 0,-1-1-1,1 0 1,0-1 0,-1 0 0,19-6 0,-5 2-19,31-11-9,0-3 1,-2-2 0,93-53-1,-115 59 48,5-5-398,-1-1 0,-1-2 0,61-56 0,78-102-2950,-142 143 3429,-1-2 0,-2-1-1,-2-1 1,-2-2 0,-1 0 0,-3-1 0,17-58 0,-32 90 225,-4 12 773,-4 6-10,-1 5-635,-19 36 28,3 1 1,1 1-1,3 1 1,1 1-1,-7 52 1,-25 257 367,40-263-675,4 0 0,10 104 1,-5-183-121,0 1 1,1-1 0,0 0 0,1 0-1,1 0 1,1 0 0,10 19 0,-15-36-21,1 1 1,-1-1-1,1 1 0,-1-1 1,1 0-1,-1 0 1,0 0-1,0 0 0,1 0 1,-1 0-1,0 0 1,2-3-1,-1 2 2,0 0 0,-1 0-1,1 0 1,0-1 0,-1 1 0,0-1 0,1 1-1,-1-1 1,0 0 0,0 1 0,-1-1-1,1 0 1,0 0 0,-1-3 0,1-41 41,-1 30-49,-14-163-187,3 72-3000,10 105 2913,1 1 0,0-1 0,0 1 0,1-1-1,-1 1 1,1-1 0,-1 1 0,1-1-1,0 1 1,-1 0 0,3-4 0,-2 4-140,0 1 0,0-1 0,0 1 1,0-1-1,1 1 0,-1 0 1,0-1-1,1 1 0,-1 0 0,1 0 1,0 0-1,-1 0 0,1 0 0,0 1 1,-1-1-1,3 0 0,10-3-5496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1:06.10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204 19 8969,'7'-18'3749,"-16"39"1000,-8 18-2879,-29 72-322,5 2-1,-30 139 1,62-212-1426,1 1 0,3 0 0,1 0 0,3 72 0,2-104-104,0 0 1,0-1 0,1 1 0,0 0 0,0-1 0,1 0-1,0 0 1,1 0 0,-1 0 0,2 0 0,9 13 0,-12-18 1,-1-6 6,1-2-61,0 0 0,0 0 0,-1 0 0,1 0 0,-1 0 0,-1-1 0,1 1 0,0-9 0,-11-49-1151,-16-36-4876,25 96 3418,5-12-9027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1:06.23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28 0 7881,'0'0'7320,"-10"21"-6536,3-6-3,0 9-929,4 0-217,13-11-2651,0 2 1136,13-18-6493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1:06.42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31 0 11165,'7'12'9221,"-1"10"-8709,4-7-104,0 9-152,-3-3-356,-4 15-600,-6 24-264,0-8-472,-7 2-384,-7 3-617,-3 6-1627,0 7-2993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1:06.59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0 348 10113,'84'-82'1476,"-44"43"-20,0 6-180,0 3-140,1 6-199,5-1-185,5 4-228,2 0-304,4-6-796,4 9-765,-11 0-627,3 9-2072,4 9-2941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1:14.81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364 384 10429,'3'-16'751,"0"-1"340,-2 2 4526,-19 33-2552,13-12-2693,0 0 0,1 0 0,0 1 0,0-1 1,1 1-1,0 0 0,-4 14 0,-11 59 1563,4-16-850,3-22-494,-51 173 1587,13-75-1273,-45 139 409,74-221-985,-19 91 0,35-132-320,2 0 1,0 1 0,0-1 0,2 0 0,2 31-1,-2-44-49,1 1-1,0-1 1,-1 1-1,1-1 1,1 1-1,-1-1 1,1 0-1,0 0 1,0 0-1,0 0 1,0 0-1,1 0 1,-1 0-1,1-1 1,0 1-1,0-1 1,1 0-1,-1 0 1,1 0-1,-1 0 1,1-1-1,0 1 1,0-1-1,0 0 1,0 0-1,8 2 1,1-2-120,0 0 1,0-1-1,1 0 0,-1-1 1,0-1-1,0 0 0,1-1 1,-1 0-1,13-4 0,119-45-1203,-124 43 1185,372-175-1918,64-26 785,-437 202 1372,1 0 1,-1 2 0,1 0 0,0 1-1,33-2 1,-49 6-18,1 0 0,0 0 0,0 1 0,-1-1 0,1 1 1,0 0-1,-1 1 0,1-1 0,-1 1 0,0 0 0,1 1 0,-1-1 0,0 1 0,0 0 0,0 0 0,-1 1 1,1 0-1,-1-1 0,0 1 0,0 1 0,0-1 0,-1 0 0,1 1 0,-1 0 0,3 6 0,0 2 74,-6-11-113,1 0 0,0 0 0,-1 0 0,1 0 0,0 0 0,0-1 0,0 1 0,0 0 0,0-1 0,1 1 0,-1-1 0,0 1 0,1-1 0,-1 1 0,1-1 0,-1 0 0,1 0 0,0 0 0,0 0 0,-1 0 0,1 0 0,0 0 0,0-1 0,0 1 0,3 0 0,5 0-41,0 1-1,-1-2 1,1 1-1,0-1 0,0-1 1,0 0-1,0 0 1,0-1-1,-1 0 0,1-1 1,16-7-1,1-3-122,0-1 0,37-28 0,-13 8-3,-41 30-7,-9 10 80,-16 21 40,3-5 10,13-20 43,0 0-1,0 0 1,0-1 0,0 1 0,0 0 0,1-1 0,-1 1 0,1-1 0,-1 1 0,1-1 0,-1 1 0,1-1 0,0 0-1,3 2 1,0-3-35,-1 0-1,1 0 0,0-1 0,-1 1 1,1-1-1,-1 0 0,1-1 0,-1 1 1,1-1-1,-1 1 0,5-4 1,7-1-23,17-8 4,0-2 0,0-1 0,-2-2 0,0-1 1,-1-2-1,32-29 0,97-83 37,-146 122-15,1 1 1,0 0-1,25-14 1,-36 23 23,1 0 0,0 0 1,0 0-1,0 0 1,0 1-1,0 0 1,1 0-1,-1 0 1,0 0-1,0 1 0,1-1 1,-1 1-1,0 0 1,1 1-1,-1-1 1,0 1-1,1-1 0,-1 1 1,8 3-1,-1 2-101,1-2-1,0 1 0,0-2 1,0 0-1,1 0 0,-1-1 1,1 0-1,0-1 0,-1-1 1,1 0-1,0-1 0,-1 0 1,1-1-1,-1 0 1,1-1-1,-1 0 0,0-1 1,0-1-1,0 0 0,-1 0 1,20-13-1,-24 12 66,-1 0-1,1-1 1,-2 0-1,1 0 1,-1 0-1,0 0 1,0-1-1,-1 0 1,0 0-1,0 0 1,-1-1-1,0 1 1,2-11-1,-1 6-6,1 0 1,0 0-1,1 0 0,10-16 0,3 6-176,2 1 0,0 0 0,2 1 0,0 2 0,1 0 0,29-16 0,-6 2-165,490-372-993,-511 387 1756,49-26-1,-74 43-342,-1 0 0,1 1 0,0-1 0,0 1 0,0-1 0,0 1 0,0-1 1,0 1-1,0 0 0,0-1 0,0 1 0,1 0 0,-1 0 0,0 0 0,0 0 0,0 0 0,0 0 0,0 0 0,0 0 0,0 0 0,0 0 0,0 1 0,0-1 0,0 1 0,0-1 0,0 0 0,0 1 0,0 0 0,0-1 0,0 1 0,0-1 0,0 1 0,0 0 0,-1 0 0,1 0 0,0-1 0,-1 1 0,1 0 0,0 0 0,-1 0 0,1 0 0,-1 0 0,0 0 0,1 0 0,-1 0 0,0 0 0,1 0 0,-1 0 0,0 0 0,0 0 0,0 1 0,0 1 0,0 5 104,1 0 0,-2 1 0,1-1-1,-1 1 1,-4 14 0,-14 40 259,-3-1 0,-41 80 0,26-62-241,7-16-510,-43 112-692,65-151-572,-7 41 1,13-49-114,0 0 0,1 0 0,2 25 0,5-5-6289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1:15.97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28 4712 6593,'-3'0'166,"-16"2"1067,18-2-1180,1 0 1,0 1-1,-1-1 1,1 1-1,-1-1 1,1 0-1,0 1 1,-1-1-1,1 1 1,0-1-1,0 1 1,-1-1-1,1 0 1,0 1-1,0-1 1,0 1-1,0 0 1,-1-1-1,1 1 1,0-1 0,0 1-1,0-1 1,0 1-1,0-1 1,0 1-1,0-1 1,1 1-1,-1-1 1,0 1-1,0-1 1,0 1-1,1 0 54,-1 1-1,1-1 0,-1 0 0,1 0 1,0 0-1,-1 0 0,1 0 1,0 0-1,0-1 0,-1 1 1,1 0-1,0 0 0,0 0 0,0-1 1,0 1-1,0-1 0,0 1 1,0 0-1,0-1 0,1 0 1,-1 1-1,0-1 0,0 0 0,0 0 1,0 1-1,1-1 0,-1 0 1,0 0-1,2-1 0,46-3 1606,-39 2-1430,68-13 900,0-4 0,0-3 0,-2-4 0,-1-2 0,121-67 0,264-170 1063,-348 190-1803,201-176 0,-107 50-1353,-9-10 0,-10-7 0,263-400-1,-336 426-517,-7-4-1,-9-4 1,103-306-1,-156 373 616,-5-1 0,-7-3 0,20-174 0,-45 231 75,-3-1 1,-4 1 0,-4-1-1,-3 1 1,-3 0 0,-4 1-1,-25-83 1,-17-3-2860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1:17.84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1384 269 4608,'-15'-69'1888,"14"66"-1724,0 0 0,1 0 0,0 0 0,-1 0 0,1 0 0,1 0 0,-1 0 0,0 0 1,2-5-1,-1-11 380,-3 2 83,-2 1 1,0 0-1,-1-1 0,-1 1 1,-13-27-1,11 25-7,7 16 155,-1 4-230,-4 7-268,1 0 0,0 1 0,0 0 0,1 0 0,0 0-1,1 0 1,0 1 0,0-1 0,0 16 0,-12 39 448,-13 10-52,-2-1 0,-46 80 0,-77 106 164,20-51-407,-99 169-20,117-161-224,10 5 0,-124 383 0,75-7-20,152-587-164,1-6-4,0 0 1,0-1-1,0 1 1,0 0-1,1 0 1,0 0-1,0-1 1,0 1-1,1 0 0,0 0 1,0 0-1,0-1 1,2 6-1,-3-9 4,0 0-1,1 0 0,-1 0 1,1 0-1,0 0 0,-1 0 0,1 0 1,0 0-1,-1 0 0,1 0 1,0 0-1,0 0 0,0-1 0,0 1 1,2 1-1,-1-2-2,0 0-1,1 0 1,-1 1-1,0-2 1,1 1 0,-1 0-1,1 0 1,-1-1-1,0 1 1,0-1-1,1 0 1,-1 0 0,0 0-1,0 0 1,0 0-1,3-2 1,0 0-16,0 0 0,0-1 0,-1 0 0,1 0 0,-1 0 0,5-6 0,66-94-407,38-48-182,-89 125 470,0 0 0,2 1 0,39-28 0,3 6-95,1 3 1,3 4-1,99-43 1,243-69-327,-205 93 352,1 8-1,237-26 1,437 6-9,-566 63 162,165 0-18,-258-1-8,-176 7 38,66-8-101,-99 9-3,-1-1-1,0-1 1,0 0-1,0-2 1,16-6-1,0-10-782,-31 22 878,1-1 1,-1 1-1,1-1 1,-1 1-1,1-1 1,-1 1-1,1-1 1,-1 0-1,0 1 0,1-1 1,-1 0-1,0 1 1,1-1-1,-1 0 1,0 1-1,0-1 1,0 0-1,0 1 1,0-1-1,0 0 1,0 1-1,0-1 1,0 0-1,0 0 1,0 1-1,0-1 0,0 0 1,-1 1-1,1-2 1,-16-16-611,10 12 352,-5-3-458,0-1-1,0 2 1,-1-1-1,0 1 1,-1 1-1,-17-7 1,-27-8-4570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1:18.07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321 0 5400,'-64'154'4073,"41"-84"-1680,3 0 0,-15 102 0,6-27-1168,-22 116-72,-14 58-2536,54-268-180,-9 90 0,18-11-4257,7-66 103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1:18.30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419 111 6229,'14'-16'789,"2"1"1,0 1 0,31-22 0,-40 32-509,0 0 1,0 0-1,0 1 1,1 0-1,-1 0 0,1 1 1,-1 0-1,1 0 1,0 1-1,0 0 1,0 1-1,0-1 0,0 1 1,8 2-1,-1 1-16,0 0-1,0 2 1,0-1-1,-1 2 1,0 0-1,0 1 1,-1 0-1,1 1 1,-2 1-1,1 0 1,-1 1-1,0 0 1,-1 0-1,-1 1 1,0 1-1,10 14 1,-3-3-59,-2 0 1,-1 1 0,-1 1-1,0 0 1,-2 1-1,-2 0 1,0 0 0,6 34-1,-11-36-147,-1 0 0,-1 0 0,-2 0 0,0 0 0,-1 0 0,-2 0 0,0 0 0,-2 0 0,0 0 0,-2-1 0,0 0-1,-2 0 1,-1-1 0,0 0 0,-2-1 0,0 0 0,-1-1 0,-1 0 0,-1-1 0,-1-1 0,-24 22 0,3-7-137,-2-3 0,-1 0 1,-2-3-1,0-2 0,-2-1 0,-68 26 0,-89 17-2709,0-24-4947,153-36 522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1:18.58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9 149 9073,'-1'3'1399,"-2"5"-918,3-7-402,-1 0-1,0 1 0,1-1 1,-1 0-1,1 1 0,0-1 1,-1 0-1,1 1 0,0-1 1,0 0-1,0 1 0,0-1 0,0 1 1,0-1-1,0 0 0,0 1 1,1-1-1,-1 0 0,0 1 1,1-1-1,-1 0 0,1 1 1,0-1-1,-1 0 0,1 0 1,0 0-1,0 0 0,0 1 0,-1-1 1,1 0-1,0-1 0,1 1 1,-1 0-1,0 0 0,2 1 1,17 12 363,0-1 1,0-1 0,2-1 0,-1-1 0,1-1 0,32 9-1,145 29 573,-171-42-892,22 5 59,0-3 0,57 2 0,-90-8-134,1-2 0,0 0 0,-1-1 0,1 0 0,-1-2 1,1 0-1,-1-1 0,-1 0 0,28-14 0,-40 17-41,0 0-1,0-1 1,0 1 0,0-1-1,-1 0 1,1 0-1,-1 0 1,0 0 0,0-1-1,0 1 1,0-1 0,-1 0-1,0 1 1,1-1-1,-1-1 1,-1 1 0,1 0-1,0 0 1,-1-1-1,0 1 1,0-1 0,-1 1-1,1-1 1,-1 1 0,0-1-1,0 1 1,0-1-1,-1 1 1,-1-7 0,0 2-8,0 1 1,-2-1 0,1 0 0,-1 1-1,0 0 1,0 0 0,-1 0 0,0 1 0,-1-1-1,0 1 1,0 1 0,0-1 0,-15-11-1,4 7-3,0 0-1,-1 1 0,-1 1 1,0 0-1,0 2 0,0 0 1,-1 1-1,0 1 0,0 1 0,-34-3 1,31 5 10,0 1-1,1 2 1,-1 0 0,0 1-1,1 1 1,-1 2 0,1 0-1,0 1 1,-30 13 0,43-15-5,0 1 1,0-1 0,0 2-1,1-1 1,0 1-1,0 0 1,1 1 0,0 0-1,0 0 1,0 1-1,1 0 1,0 0 0,1 0-1,0 0 1,-8 19 0,10-20-112,1 0 1,0 0 0,1 0 0,0 0 0,0 0 0,1 1 0,-1-1-1,1 0 1,1 1 0,1 10 0,1-8-313,-1 0-1,2-1 1,-1 1-1,1 0 1,1-1 0,0 0-1,0 0 1,13 16-1,112 125-10854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1:18.84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0 157 6633,'27'-8'1281,"0"0"1,1 2-1,45-4 1,37-7 1162,-105 16-2355,38-8 1161,0-3 1,77-31 0,-118 42-1183,1 0 1,-1 0-1,0 0 1,0 0 0,-1-1-1,1 1 1,0 0-1,0-1 1,-1 0 0,1 1-1,-1-1 1,1 0-1,-1 0 1,2-3 0,-3 4-55,0 1 0,1-1 0,-1 1 0,0-1 0,0 1 0,0 0 0,0-1 0,0 1 0,0-1 0,0 1 0,0-1 0,0 1 0,0 0 0,-1-1 0,1 1 0,0-1 0,0 1 0,0-1 0,0 1 0,-1 0 0,1-1 0,0 1 0,0 0 0,-1-1 0,1 1 0,-1-1 0,-19-4 208,2 5-156,0 1-1,0 0 1,0 2 0,1 0-1,-1 1 1,1 1 0,-1 1-1,1 0 1,1 1 0,-1 1-1,1 0 1,1 1 0,0 1-1,0 1 1,1 0 0,0 1-1,1 0 1,0 1 0,-12 16-1,9-9-103,1 1-1,0 0 1,2 1-1,1 0 1,1 1-1,0 1 1,2-1-1,1 2 1,1-1-1,0 1 1,2 0-1,2 0 1,-2 31-1,5-21-577,2 0-1,1 0 1,2-1 0,1 0-1,12 39 1,-9-46-1162,1 0-1,1 0 1,25 42 0,6-7-4874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1:19.10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1 293 4600,'68'-143'1088,"-63"134"-893,0 0-1,1 1 1,0-1 0,0 1 0,1 0 0,0 1 0,0 0-1,1 0 1,0 0 0,0 1 0,1 0 0,0 1-1,0 0 1,14-6 0,-11 5 106,-1 0-103,1 1 0,-1 1 0,1 0 0,0 1 0,0 0 0,0 1 0,0 0 0,0 1 1,1 0-1,-1 1 0,0 0 0,1 1 0,-1 0 0,0 1 0,0 1 0,0 0 0,0 0 0,0 1 0,-1 1 0,0 0 0,0 0 1,0 1-1,0 1 0,-1 0 0,12 10 0,-7-4-43,-1 0 0,-1 1 0,0 0 0,0 1 0,-2 1 1,0-1-1,0 2 0,-2 0 0,0 0 0,-1 1 0,-1-1 0,0 2 0,-2-1 1,0 1-1,4 29 0,-7-23-5,-2-1 0,0 1 0,-2 0-1,-1-1 1,0 1 0,-12 39 0,5-33-17,-1 0-1,-1-1 0,-2-1 1,-28 46-1,32-60-21,-1 0-1,0 0 1,-1-1-1,-1 0 0,0-1 1,-1-1-1,-1 0 1,1-1-1,-27 14 0,32-21-30,7-7-20,12-12-12,27-23-353,103-79-3585,-47 39-1865,-33 30-857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1:19.19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27 7901,'0'0'1844,"14"-12"-580,6 3 508,3 6-2320,4 0-1032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1:40.58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278 129 9381,'0'0'6274,"2"-2"-4980,55-84 5711,-56 83-6682,-1 0 0,0 0 0,0 0 0,0 0 0,0 0 0,0 0 0,-1 0 1,0-6-1,-2 2 866,3 26-180,5 61-300,-4 0-1,-3 0 1,-4 0 0,-3-1-1,-34 135 1,-46 84-2960,-20-4-5520,64-170 143,9-2-5050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1:40.87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22 0 14117,'-3'3'254,"1"0"0,0-1 0,1 1-1,-1 0 1,0 0 0,1 0-1,0 0 1,-1 0 0,1 0 0,0 0-1,1 0 1,-1 1 0,0 5 0,0 53 2006,1-30-932,4 188 3289,25-4-4684,-13-129-1259,4 24-2874,-13-80-903,14 40 0,-10-50-1989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1:41.78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225 424 12585,'16'-4'567,"-11"2"-333,0 0 0,0 1 0,1 0 1,-1 0-1,0 0 0,1 0 0,-1 1 1,0 0-1,1 0 0,-1 1 1,8 1-1,-4 0 189,0 0 1,0 1-1,-1 0 0,1 0 1,13 8-1,-18-8-309,0-1 0,-1 1 0,1-1 0,-1 1 0,1 0 0,-1 1 0,0-1 0,0 1 0,0-1 0,-1 1 0,1 0 0,-1 0 0,0 0 0,3 8 0,-2 1-34,0-1-1,-1 0 1,-1 1-1,0-1 0,-1 1 1,0 0-1,-1-1 1,0 1-1,-1-1 1,0 1-1,-1-1 1,-1 0-1,0 0 0,0 0 1,-1-1-1,-1 0 1,-12 20-1,-10 10 10,-2-1-1,-1-1 0,-42 39 1,51-55-27,-68 62 48,56-55-107,-42 48 0,74-76 17,9-3-33,0 0-1,0 0 0,0-1 0,0 0 1,-1 0-1,1-1 0,-1 1 0,8-6 1,-5 4-19,217-129-1222,-124 68 493,-78 51 604,52-34-394,3 4 0,144-60 1,-213 101 669,0 0 1,0 0 0,0 1-1,15-2 1,-23 4-77,0-1 0,-1 1-1,1 0 1,0 0 0,0 0 0,0 0 0,-1 0-1,1 1 1,0-1 0,-1 0 0,1 1-1,0 0 1,-1-1 0,1 1 0,0 0 0,-1 0-1,1-1 1,-1 1 0,1 0 0,-1 1 0,0-1-1,1 0 1,-1 0 0,0 1 0,0-1 0,0 0-1,0 1 1,0-1 0,0 1 0,0 0 0,-1-1-1,1 1 1,-1-1 0,2 4 0,-2 4 72,0-1 0,0 0 0,0 0-1,-1 0 1,0 0 0,-1 0 0,0 0 0,0-1 0,-4 11 0,2-8-26,1 0 0,0 0-1,1 1 1,0-1 0,0 14 0,0-1 11,2 24 104,0-45-199,0 0 1,1 0-1,-1 0 1,1 0 0,0 0-1,-1 0 1,1 0 0,0 0-1,0-1 1,0 1 0,0 0-1,1 0 1,-1-1 0,0 1-1,1-1 1,-1 0-1,1 1 1,0-1 0,-1 0-1,3 2 1,4 0-18,-1-1-1,1 1 1,-1-2 0,1 1-1,0-1 1,-1 0 0,1 0-1,0-1 1,0 0 0,0 0-1,-1-1 1,1 0 0,0-1-1,-1 1 1,15-6 0,5-3-119,-1-1 0,0-1 0,27-18 0,-4-1-374,-1-2 0,59-54-1,75-89-461,-92 72 885,-43 38 13,40-72-1,-66 103-45,-11 19 20,-6 8-118,-1 1-1,2 0 1,-1 0-1,1 0 1,0 0-1,1 1 1,-1 0 0,1 0-1,0 0 1,1 1-1,0 0 1,7-5-1,-11 9 26,4 1 111,0 0-1,0-1 1,0 0-1,0-1 1,0 0-1,-1 0 1,1 0-1,0 0 1,8-6-1,14-4 30,-22 9 27,1 0 1,-1 0 0,-1-1 0,1 0-1,0-1 1,-1 1 0,11-11 0,36-43 72,-32 32 4,-19 23-24,9-3 54,-10 5-85,-1 1 0,1-1 0,0 1-1,0 0 1,-1-1 0,1 1 0,0 0-1,0-1 1,0 1 0,-1 0 0,1 0-1,0 0 1,0-1 0,0 1 0,0 0-1,-1 0 1,1 0 0,0 1 0,0-1-1,1 0 1,17 14 59,44 39 173,25 23 486,-85-71-675,1-1-1,-1 1 1,0 0-1,0 0 1,0 0-1,-1 0 0,0 1 1,0-1-1,0 1 1,-1-1-1,1 1 0,-1 0 1,-1-1-1,1 1 1,-1 0-1,0 0 0,0 0 1,-1-1-1,0 1 1,0 0-1,-2 6 1,-3 11 26,-1 1 1,-1-1-1,-19 38 1,-64 98-219,55-102-428,-29 66 0,63-118 567,0-1-1,1 1 0,-1-1 0,1 1 0,0-1 0,0 1 0,1 0 0,-1-1 0,1 1 1,0 0-1,1-1 0,-1 1 0,1 0 0,0-1 0,0 1 0,0 0 0,3 4 0,-2-7 58,0-1-1,0 0 0,0 0 0,0 0 0,1-1 0,-1 1 0,0-1 0,0 1 0,1-1 0,-1 0 0,1 1 0,-1-1 0,0-1 0,3 1 1,0-1 111,-1 0 1,0 0 0,1 0 0,-1-1 0,0 0 0,7-4 0,21-6 711,-32 16-767,-1 4-73,0 0-1,0 0 1,-1 0 0,0-1 0,0 1 0,-1-1 0,0 1 0,0-1-1,-1 0 1,-8 13 0,-7 7-114,-31 33 0,18-22-188,21-25-99,0-2 0,-1 1 0,-1-2-1,0 0 1,0 0 0,-28 14 0,38-22-132,3-6-627,2-6 538,0 1-1,1-1 1,0 0-1,0 1 1,1 0-1,0 0 1,1 0-1,0 0 1,0 1 0,1-1-1,12-12 1,16-13-3656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1:42.41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3180 320 6821,'-36'-91'1550,"34"85"-1311,-1 0-1,0-1 1,0 1-1,-1 0 0,0 1 1,0-1-1,-1 1 0,1-1 1,-1 1-1,0 1 1,0-1-1,-1 1 0,1 0 1,-1 0-1,0 0 1,-9-3-1,11 4-91,-15-6 175,-1 1-1,0 1 1,0 0 0,0 2-1,0 0 1,-1 1 0,-37-2-1,11 5 75,1 1 1,-65 9-1,37 3-63,2 4 1,-1 3 0,2 2-1,1 4 1,-128 65 0,45-5 418,-196 145 0,152-86-159,6 8-1,-250 259 1,50 56 43,329-380-516,5 3 1,4 2-1,-71 166 1,109-218-86,0 1 0,3 0 0,2 1 0,1 0 0,2 1 0,-2 65 0,9-89-23,1 0-1,0 1 0,2-1 0,0 0 0,1 0 1,1 0-1,1-1 0,0 0 0,1 0 0,1 0 1,1-1-1,1 0 0,0 0 0,1-2 0,1 1 1,22 23-1,-9-17-22,1-2 1,1 0-1,0-2 1,2-1-1,0-1 1,0-1-1,2-2 1,0-1-1,0-2 1,59 13-1,-4-8-141,1-4-1,167 1 0,-94-18 16,0-6 1,-1-7-1,0-7 1,-2-7-1,247-86 1,-173 31 6,-4-10 0,418-248 0,-428 207 44,228-190 1,-319 224 22,-6-7 1,202-242 0,-268 284 27,-3-2 1,-3-2-1,42-88 1,-74 127 17,0 0 0,-3-1 0,-1-1 0,-1 0 0,-2-1 0,-2 0 0,-2 0 0,-1-1 0,-2-59 1,-3 77 15,-1-1 0,-2 1 0,0 0 0,-1 0 0,-1 1 0,-1 0 0,-1 0 0,-1 0 0,0 1 0,-15-21 0,10 20-8,-1 1 0,-1 1 0,0 0 0,-2 1 0,0 1 0,-1 1 0,0 0 0,-1 2 0,-1 0 0,-25-11 0,-14-4-22,-2 2-1,0 2 1,-1 4-1,-2 2 0,-85-12 1,0 14-528,-1 7 0,-173 10 1,-300 62-4724,444-34 1145,16 4-2208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1:47.56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0 408 5785,'12'2'238,"-5"-2"-31,0 1-1,0 1 1,0 0-1,0-1 1,-1 2-1,1-1 1,-1 1 0,11 6-1,35 27 1344,-1 1 0,49 49-1,53 39-472,-142-117-995,1-1 1,0 0-1,1-1 1,-1 0-1,1-1 1,1 0-1,-1-1 0,0 0 1,1-1-1,24 1 1,-19-3-11,-1-1 0,1-1 0,0-1-1,-1-1 1,1 0 0,-1-1 0,23-9 0,-7 0-48,-2-2 0,1-2 0,-2 0 0,-1-3 1,0 0-1,-1-2 0,49-47 0,-12 1-1217,-4-2 1,-2-4 0,64-102 0,-68 89-1973,1 5-1200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1:48.53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12 100 7461,'-2'-9'-6,"-1"-1"840,1 0 0,0 0 0,1 0 0,0 0 1,0 0-1,2-18 0,0 25 24,11 17 589,-5-4-1197,0 1 1,-1 0-1,0 0 1,0 0-1,-1 0 1,0 1-1,-1 0 1,4 22-1,11 108 583,-14-89-480,27 169 421,-24-187-668,1 0 0,1 0 0,2-1 0,19 37 0,-25-58-62,2 0 0,-1-1 0,1 0 0,1-1 1,0 0-1,1 0 0,0-1 0,20 16 0,-21-20-21,0 0-1,0-1 0,0 0 1,1-1-1,-1 0 0,1-1 1,0 1-1,1-2 0,-1 0 1,0 0-1,1 0 0,17-1 1,-2-3-17,1 0 0,-1-2 0,0-1 0,0-1 0,0-2 0,-1 0 0,36-17 1,-6-2-373,0-3 0,56-41 0,-46 25-1022,-3-4 0,-1-2 0,86-96 0,-35 19-3096,7-6-2478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1:48.99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30 52 10017,'-4'-6'624,"1"-1"1,0 1-1,0-1 0,1 0 1,-3-8-1,5 11 1906,-6 23-774,4-1-1406,1 0 1,1 0-1,0 1 1,6 30-1,0 10 26,-4-17-182,2-1 1,2 1 0,1-1 0,3 0 0,1-1 0,24 59 0,-30-90-168,0 1 1,1-1-1,0 0 0,1-1 0,0 1 0,0-1 0,1-1 1,0 1-1,0-1 0,1 0 0,-1-1 0,2 0 0,-1-1 1,1 0-1,-1 0 0,1-1 0,1 0 0,-1-1 0,0 0 1,19 2-1,3-1-109,0-1 0,0-2 0,0-1-1,0-2 1,58-10 0,-33 0-786,-1-1-1,-1-3 1,61-27-1,65-41-5987,-61 22-1449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1:49.77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0 7017,'8'23'1550,"-8"-23"-1517,0 0 0,0 1-1,0-1 1,1 0-1,-1 0 1,0 0-1,0 1 1,0-1 0,0 0-1,0 0 1,0 0-1,0 0 1,0 1-1,0-1 1,0 0-1,1 0 1,-1 0 0,0 0-1,0 1 1,0-1-1,0 0 1,0 0-1,1 0 1,-1 0-1,0 0 1,0 0 0,0 0-1,1 0 1,-1 1-1,0-1 1,0 0-1,0 0 1,1 0 0,-1 0-1,0 0 1,0 0-1,0 0 1,1 0-1,-1 0 1,0 0-1,0 0 1,1-1 0,7 2 297,0-1 0,-1 1 0,1 0 0,0 1 0,0 0 1,0 0-1,-1 1 0,1 0 0,-1 0 0,0 1 1,7 4-1,-3-1 62,0 2 0,0-1-1,-1 2 1,0-1 0,16 21 0,0 8 369,-1 2-1,37 78 0,-45-82-372,-1-2-141,-9-18-55,0 1 1,1-2-1,1 1 1,1-1 0,0-1-1,1 1 1,16 15-1,-25-28-166,1 0-1,0 0 0,0 0 0,0-1 1,0 1-1,1-1 0,-1 1 0,0-1 1,1 0-1,-1-1 0,1 1 1,-1-1-1,1 1 0,-1-1 0,1 0 1,-1 0-1,1 0 0,-1-1 1,1 1-1,-1-1 0,6-2 0,3-1 24,0 0-1,0-1 1,-1-1-1,20-12 1,25-21-400,-2-1 1,51-50-1,21-38-4030,-71 73-691,1 6-2975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1:51.57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53 4556,'0'0'8914,"0"-3"-8419,9-21 699,3 0 4785,-11 23-5444,-2 4-490,-1 0 0,1 1 1,0-1-1,1 1 1,-1-1-1,0 0 0,1 1 1,0-1-1,0 1 0,0-1 1,0 1-1,1-1 1,-1 1-1,1-1 0,0 1 1,0-1-1,0 0 0,0 1 1,1-1-1,-1 0 1,1 0-1,4 5 0,3 6 41,2 0-1,-1-1 0,22 19 0,-1-4-48,2-1 0,0-2 0,2-1 0,65 32 0,-27-21-465,119 38 0,-59-34-1302,152 25-1,144-1-5965,-179-33-549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1:52.00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31 54 8665,'-8'-33'2197,"6"27"1929,1 4-3678,0 1 0,0 0-1,0 0 1,-1 0 0,1 0 0,0 0 0,-1 0 0,1 0-1,-1 0 1,1 0 0,-6-1 2936,26 9-1944,113 36-803,243 45-1,144-12-9258,-377-58 4532,96 14-6225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1:52.53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30 4644,'6'-1'13683,"2"-7"-10696,3-10-3232,-10 15 2591,-1 8-1664,2 11-494,-1 0 1,2 0-1,0 0 1,1-1-1,1 1 0,0-1 1,1 0-1,1 0 1,13 22-1,9 9-183,54 68 1,-34-57-792,3-2 1,81 68 0,131 84-3745,-237-188 4012,151 113-5429,13 0-3710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1:53.15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123 106 5477,'0'-2'156,"0"1"0,0-1 0,0 0 0,0 0 0,0 0 1,-1 0-1,1 1 0,-1-1 0,1 0 0,-1 0 0,0 1 1,1-1-1,-1 0 0,0 1 0,0-1 0,0 1 1,0-1-1,-1 1 0,1-1 0,0 1 0,-1 0 0,1 0 1,-3-2-1,3 2-15,1 0 1,-1 1-1,1-1 1,-1 0-1,1 0 1,0 1-1,-1-1 0,1 0 1,0 0-1,-1 0 1,1 1-1,0-1 1,0 0-1,0 0 0,0 0 1,0 0-1,0 0 1,0 1-1,0-1 1,0 0-1,1 0 1,-1-1-1,3-13 1002,-2 12 91,-5-5 527,-8-11 3889,1 34-5294,0 1 0,1 0 1,1 1-1,1 0 0,0 1 0,1-1 0,1 1 1,-4 21-1,7-27-227,2 1 0,-1 0 0,2-1 0,0 1 0,0 0 0,1-1 0,1 1 1,0 0-1,0-1 0,2 0 0,-1 1 0,2-1 0,7 17 0,0-9-44,1 0-1,0-1 0,2 0 1,0-1-1,1 0 0,1-2 1,0 0-1,1-1 1,40 26-1,-13-14-302,1-2 0,2-2 0,70 24-1,-9-12-1632,183 33 0,122-7-5922,-343-52 5691,210 27-8627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1:54.50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37 107 8541,'0'0'12477,"-3"-2"-11901,-28-23 3138,33 23-3395,25-51 422,-25 51-984,-20-10-8896,2 2 3644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1:56.03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78 1516 4624,'0'0'8274,"-16"-25"-8160,12 23-110,-23-4-46,4 9-7,16-2 136,12-4 663,27-14-528,1 2 0,59-18 0,277-48 157,7 26-240,-316 47-114,1019-101 174,3 44-91,-314 22-81,2564-319 673,-2229 194-185,-768 123-617,-251 41 163,-79 4-40,-7 2-129,-38 36 286,39-36-147,6-2-46,89 4 18,143-12 0,-144 3-6,1331-74-414,-1381 77 382,274-22 10,-260 16 14,0-2 0,0-3 1,75-26-1,-120 34 4,0 0 0,-1-1 0,1 0 1,-1-1-1,0 0 0,-1-1 0,0 0 1,0 0-1,-1-1 0,0 0 0,0-1 1,13-20-1,9-23 147,-27 45-130,0 0 0,0 1 0,0-1 0,1 1-1,0 0 1,1 0 0,-1 0 0,1 1 0,1 0 0,-1 0 0,12-7 0,0 3 7,0 2 0,1 0 0,1 1 0,-1 1-1,1 0 1,0 2 0,31-3 0,144-2-3422,-194 9 3346,1 0-311,0 0 0,1 0 1,-1 0-1,0-1 0,0 1 1,0-1-1,0 0 0,0 0 1,0 0-1,0 0 0,3-1 1,-1-1-1189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1:56.36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1257 188 4228,'-18'-76'1473,"18"74"-1335,-1-1-1,1 0 1,0 0-1,0 1 1,0-1-1,0 0 0,1 0 1,-1 1-1,1-1 1,0 0-1,-1 0 1,1 1-1,3-5 1,0-4 396,3-27 2004,-2 18 485,8 54-1430,-2 10-1290,-2 0-1,-3 0 1,-1 1-1,-2 0 1,-2 0-1,-2 0 1,-2 0-1,-9 45 1,-15 51 139,-53 166 0,-207 495-693,-67-22-2585,125-329-318,87-176-229,-32 72-2930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1:57.04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107 661 2692,'148'-166'2086,"-69"73"-1236,-24 27-11,-3-2 1,59-105-1,-60 100 90,-50 71-895,0 0 0,1 1 0,-1-1 0,0 1 0,1-1 0,0 1 0,-1 0 1,1 0-1,0 0 0,-1 0 0,1 0 0,0 0 0,0 0 0,0 0 0,0 1 0,0-1 0,0 1 0,0-1 0,0 1 1,0 0-1,0 0 0,0 0 0,0 0 0,0 0 0,0 0 0,0 1 0,0-1 0,0 1 0,0-1 0,3 2 1,0 1 39,-1-1 0,1 1 0,-1-1 0,0 1 1,0 1-1,0-1 0,0 0 0,0 1 1,-1 0-1,0 0 0,4 5 0,5 13 160,-1-1 0,0 1 0,-2 1-1,-1 0 1,0 0 0,6 42-1,-4-4 191,1 98-1,-12-34-125,-6-1 1,-5-1-1,-38 162 1,-116 357 419,34-197-431,-112 417-471,74 19-1271,157-761 627,4 0 0,6 1 0,6 0 0,35 237 0,-3-213-2122,12-23-1041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1:58.04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1986 3464,'3'-9'190,"0"0"-1,1 0 1,0 0-1,1 1 1,0 0-1,0-1 1,0 2-1,1-1 1,1 1-1,-1 0 1,1 0-1,0 0 1,1 1-1,0 0 1,14-8-1,12-5 138,2 2-1,58-21 0,-60 25-96,254-86 669,425-88 1,222 19-529,13 46-171,1483-111-14,11 60 70,729-23 153,-2951 182-310,455-35 215,-11-39 129,-574 70-292,124-40-1,-167 41-80,-1-2-1,-1-2 1,-1-2-1,51-35 0,-62 37-50,1 2-1,1 1 0,0 2 0,2 1 0,-1 2 0,63-13 0,236-24 46,-287 45-55,535-38-4,-490 45 18,133 18 0,-176-14-36,490 85 121,-244-35-145,167 21-204,-197-37 185,-150-28 73,1-4 1,0-5 0,208-22-1,-295 15 9,-1-1-1,0-1 0,-1-1 0,42-17 0,-16 2 107,91-24 0,-127 42-128,1 0 1,0 2 0,0 0-1,0 0 1,0 2-1,0 0 1,0 2 0,0 0-1,26 7 1,-41-8 1,-1 0 0,1 0 1,-1 0-1,0 1 0,1 0 0,-1 0 0,0 0 1,0 0-1,0 0 0,4 4 0,-6-4-7,0-1 1,0 0-1,0 0 0,0 1 0,0-1 0,-1 0 0,1 1 0,0-1 0,-1 1 0,1-1 1,-1 1-1,0-1 0,0 1 0,1-1 0,-1 1 0,0 0 0,0-1 0,0 1 0,0-1 1,-1 1-1,1-1 0,0 1 0,-1-1 0,1 1 0,-1-1 0,0 1 0,1-1 0,-2 3 1,-13 17 11,0 0 1,-1 0-1,-2-2 1,-27 25 0,20-20-17,1 1 0,-22 31 0,27-29 7,1 0 0,2 1 0,0 1 0,2 0 0,-14 45 0,-9 39-6,-60 126 0,62-169-606,-3-2 1,-83 115-1,-105 75-3907,94-119 809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1:58.92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24 788 4836,'-24'0'5838,"28"0"-5650,0-1 1,0 1-1,-1-1 0,1 0 0,0 0 0,-1 0 1,1 0-1,-1 0 0,1-1 0,3-2 0,13-5 221,451-141 2534,14 41-1997,1344-162 416,24 134-3029,-1146 104-480,297-9-3103,-306 19-1106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2:01.02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228 828 5489,'-10'1'432,"0"0"0,0-1 1,0 0-1,0 0 0,-1-1 1,1 0-1,-15-5 0,5 1 969,1-1 0,-36-17 1,52 22-1245,1 0 0,-1-1 0,1 1 0,-1-1 0,1 1 0,0-1 0,0 0 0,0 0 0,0 0 0,0 0 1,0 0-1,0 0 0,1-1 0,-4-4 0,5 5-82,-1 0 0,1 0 0,-1 0 0,1 0 0,0 0 0,0 0 0,-1 0 0,2 0 0,-1 0 0,0 0 0,0 0 0,1 0 0,-1-1 0,1 1 0,-1 1 0,2-4 0,2-1 12,-1-1 0,2 1 0,-1 0 0,1 0 0,0 0 0,0 1 0,0 0 0,1 0-1,0 0 1,10-6 0,14-8 118,1 2 0,63-26-1,78-15 72,-167 57-268,567-138 407,24 41-354,-149 38-63,60 4-114,59 8-350,1094-36-2344,8 57-3965,-1014 28 816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2:01.59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0 156 3776,'30'-45'1009,"-22"30"-266,0 2 0,2-1 0,-1 1 0,2 0-1,-1 1 1,23-18 0,-27 31-352,5 5-272,-2 2 0,1-1 0,-1 1 0,0 1 0,-1-1 0,0 1 0,0 1 0,-1 0 0,0 0 0,-1 0 1,0 1-1,7 17 0,5 19 368,22 85-1,-35-115-394,17 77 350,-4 0 0,7 121 0,-17 199 306,-59 258 36,-42 0-304,34-263-305,-41 728-811,99-940-561,8-1-1,8-1 1,75 351-1,-29-339-2137,13-26-1422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2:02.77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1306 3720,'0'0'1788,"1"4"-1347,-1-2-389,1 1 0,0-1 1,0 1-1,0 0 0,0-1 0,1 0 0,-1 1 0,0-1 0,1 0 1,0 0-1,0 1 0,-1-1 0,1 0 0,0-1 0,0 1 0,1 0 1,-1-1-1,0 1 0,1-1 0,-1 0 0,1 0 0,-1 1 0,1-2 1,3 2-1,21 6 157,-1-2 0,1-1 0,0-1 1,32 0-1,122-4 348,-114-2-389,869-37 558,8-30-484,-486 34-203,3412-283 279,-1930 153-214,-1750 150-115,1127-100 27,-7-35 145,-1281 146-152,772-128 57,-499 65 83,-162 32 21,190-73-1,-251 78-118,-30 9 36,1 3 0,1 1 1,1 3-1,75-10 0,-56 19-91,-1 4 0,88 8 0,138 34-446,-79 11-12,-128-28 331,103 26-79,276 62 124,-287-80-45,200 8 0,133-18 151,-364-17 12,-109-3-60,57 0 26,190 30 0,-3 13-92,-79-14-112,280 35-102,-114-17 260,-347-45 245,0-2 1,1 0 0,-1-1 0,27-4-1,7 2-40,0 3-1,-1 2 0,62 13 1,-20-3-96,320 32 54,-364-39-8,-40-4-105,0 0 0,0-2 1,1 0-1,-1 0 0,0-2 1,23-2-1,-31 1 30,0 0 0,0 0 0,0-1 0,0 0 0,0 0 0,-1-1 0,1 0 0,10-8 0,4-4 377,0-1-1,-1-2 1,-1 0-1,-1-1 1,21-29 0,-39 48-367,-1 0 0,1 0 1,0-1-1,0 1 1,0 0-1,0 0 0,0 0 1,1 0-1,-1 0 1,0 0-1,0 0 0,1 1 1,-1-1-1,2 0 1,-3 1-22,1 0 0,-1 0 0,0 0 0,1 1 0,-1-1 0,0 0 0,1 0 0,-1 0 0,0 1 0,1-1 0,-1 0 0,0 1 0,0-1 0,1 0 0,-1 1 0,0-1 0,0 0 0,0 1 0,0-1 1,1 0-1,-1 1 0,0-1 0,0 1 0,0-1 0,0 0 0,0 1 0,0-1 0,0 0 0,0 1 0,0-1 0,0 1 0,0 0 0,-7 50 705,7-47-745,-15 62 614,-37 100 0,27-93-371,-150 383 376,-24-7-152,67-157-240,-145 365-584,41 16-2053,55 36-4920,142-509 1707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2:03.80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2005 4276,'0'0'2428,"6"-12"-519,-5 11-1835,1-1-1,-1 0 0,0 1 1,0-1-1,1 1 0,-1 0 1,1-1-1,-1 1 0,1 0 1,0 0-1,-1 0 0,1 0 1,0 0-1,0 0 0,0 1 1,0-1-1,0 1 0,-1-1 1,5 0-1,8-2 199,924-217 2725,21 76-2579,1599-87-80,12 155-676,-1804 74 210,1043 10-144,-235-12 142,-9-72 222,-752-21 524,-17-70 748,-664 129-1003,-2-6-1,-2-6 0,-2-5 0,-2-6 1,146-97-1,-200 112-166,128-79 291,-179 115-448,1 2 0,1 0 0,-1 1 0,1 1 0,0 1 0,0 0 0,1 2 0,0 1 0,-1 0 0,25 2 0,27 5 11,120 24 0,-86-11-69,155 22-272,535 71-825,-571-91 630,349-12-1,-513-11 268,-1-3-1,86-18 1,-128 19 93,1 0 1,-1-1-1,-1-1 1,1-1 0,-1 0-1,0-2 1,-1 0-1,0 0 1,-1-2-1,0 0 1,21-22 0,-31 27-2,0 0 0,0 0 0,-1 0 0,0 0 0,-1-1 0,0 0 0,0 0 0,-1 0 0,1 0 0,-2-1 0,1 1 0,-1-1 0,-1 1 0,0-1 0,0 0 0,0 0 1,-1 0-1,-1 0 0,1 1 0,-1-1 0,-1 0 0,0 0 0,0 1 0,-6-14 0,-2 3-623,0 1-1,-2 1 1,0 0 0,-1 1 0,-21-21-1,-25-16-2576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2:04.02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433 0 7921,'-33'103'1500,"16"-46"-160,0 6-232,4 4-84,-1-1-272,-6 6-144,-3 28-112,-1 17-292,-6 25-564,-17 12-508,-13 21-936,-7 5-1696,0 7-1937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2:05.06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1033 40 4848,'17'-33'1066,"-14"27"1902,-4 12-2170,-9 37 96,-3-1 0,-30 71-1,9-26-191,-177 543 2057,23 12-1751,149-506-877,-12 40-31,-207 740-1071,115-312-201,118-460 827,7 2 1,-1 175 0,20-246 167,10 76 0,-8-126 123,1-1-1,1 1 1,2-1 0,0-1-1,1 1 1,23 42 0,-26-57 34,1 0 1,0 0-1,0-1 1,1 0 0,0-1-1,1 1 1,-1-1 0,1-1-1,1 1 1,-1-1-1,1-1 1,0 0 0,1 0-1,-1 0 1,1-2 0,0 1-1,0-1 1,0 0-1,0-1 1,0 0 0,1-1-1,-1 0 1,0-1 0,21-1-1,8-4-11,-1-2 0,1-1 0,-1-2 0,-1-1 0,47-22 0,-43 16 11,-2-2-1,0-1 1,-1-2 0,-2-2-1,65-53 1,-82 60 20,0-1 0,-2 0-1,0-1 1,-2-1 0,0 0 0,-1-1-1,-1-1 1,-1 0 0,0-1 0,-2 0-1,12-41 1,-17 24 92,-5 34-64,0 1 0,0-1 0,1 0-1,0 0 1,0 0 0,1 1-1,0-1 1,0 1 0,3-6 0,2 0-15,0 1 0,1 1 0,0-1 0,1 1 0,0 1 0,0 0 1,1 0-1,0 1 0,1 0 0,-1 0 0,1 1 0,1 1 1,13-5-1,23-8 34,92-19 0,-126 33-34,179-34 4,2 8 0,326-9 0,396 73-31,329 130-1465,-1139-141-2875,-86-16 118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2:05.37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198 25 5156,'-37'-12'1225,"10"6"-521,-3-1-140,10 14-224,0 2-252,6 0-220,-2-6-340,-1 0-152,0 3-1381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2:06.05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32 399 5937,'11'-54'3686,"-2"11"-1193,15-47-1,-19 67-1610,0-1 1,-2 0-1,0-1 1,-2-48-1,-1 64-627,-1-19 146,-2 23-214,0 16-108,1-4-127,0-1 1,-1 0 0,0 0-1,0 0 1,0 0 0,0-1-1,-1 1 1,-8 8 0,10-12 94,2 2-842,-1-1 784,1 1 1,1-1-1,-1 1 0,0-1 0,1 1 0,-1-1 0,1 1 1,0-1-1,0 1 0,1-1 0,-1 0 0,1 0 0,0 1 1,2 3-1,-2-5 12,-2 1-428,1 0 415,-1 0 0,1 0 0,-1 0 0,0 0 0,0 0-1,0 0 1,0 0 0,-1 0 0,1 0 0,-1 0 0,0 0-1,0 0 1,0 0 0,0 0 0,0-1 0,-1 1 0,1 0-1,-1-1 1,0 1 0,0-1 0,0 0 0,0 1 0,0-1-1,-5 3 1,-1 6-92,-6 8 71,6-13-3741,2 14 2330,3-11-92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2:06.79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623 28 4940,'0'0'1388,"0"-3"-187,0 2-1025,0 0-1,0 0 1,0 0 0,0 0 0,0 0 0,0 1 0,0-1-1,-1 0 1,1 0 0,0 0 0,0 0 0,-1 0 0,1 1 0,-1-1-1,1 0 1,0 0 0,-1 0 0,1 1 0,-1-1 0,0 0 0,1 1-1,-1-1 1,0 1 0,1-1 0,-1 0 0,0 1 0,0-1 0,1 1-1,-1 0 1,0-1 0,0 1 0,0 0 0,0-1 0,-1 1-1,-17 10 3196,2 3-3904,-13 18 1484,0 2-1,-36 53 1,10-14-254,2-2-212,2 2 0,4 2 0,-53 109 0,76-129-362,3 1 1,2 1-1,2 0 0,3 2 1,3 0-1,-6 61 0,17-96-100,1 1-1,1 0 1,1 0-1,1-1 1,1 1-1,2-1 1,0 0-1,1 0 0,1-1 1,1 0-1,2 0 1,0-1-1,0 0 1,18 20-1,-21-30-23,1-1 0,0 0 0,0 0 0,1-1-1,1 0 1,0-1 0,0 0 0,0-1 0,1-1 0,0 1 0,0-2 0,1 1-1,0-2 1,0 0 0,0 0 0,0-2 0,0 1 0,23 0 0,-11-3-6,0-1 0,0-2 1,0 0-1,0-1 0,0-2 1,-1-1-1,0 0 0,-1-2 1,28-14-1,4-5-12,-2-3-1,97-75 1,82-94-15,-219 188 35,-8 8-1,57-51 0,66-78-1,-126 131 29,-17 16 19,12-10-39,-3 4 2,0 1 0,1-1 0,0 1-1,0 0 1,1 1 0,0-1-1,1 1 1,0 0 0,0 0-1,-1 10 1,0 10 13,0-1 0,2 38 0,3-51-17,0 0 1,1-1 0,0 1-1,1 0 1,1-1 0,1 0-1,0 0 1,1 0 0,11 20-1,-5-15-57,1-1 0,0 0-1,1-1 1,1 0-1,30 27 1,-42-43-5,0 1 1,0-1 0,1 1 0,-1-1-1,1 0 1,-1 0 0,1 0-1,0-1 1,0 1 0,-1-1 0,1 0-1,0 0 1,0-1 0,0 1-1,0-1 1,0 1 0,1-1 0,-1-1-1,0 1 1,0-1 0,0 1-1,0-1 1,0 0 0,0 0 0,-1-1-1,1 1 1,0-1 0,-1 0-1,1 0 1,-1 0 0,1 0 0,4-5-1,8-7-221,0 0-1,-1-2 0,0 0 0,21-29 1,-35 44 269,24-33-177,2 2-1,1 2 0,2 0 0,0 2 0,37-26 0,347-216-177,-339 226 343,143-79 123,-216 122-105,-1 0-1,1 0 1,0 1 0,0-1 0,0 0-1,-1 1 1,1-1 0,0 1-1,0 0 1,0 0 0,0-1 0,0 1-1,0 1 1,0-1 0,0 0-1,-1 0 1,1 1 0,0-1-1,0 1 1,3 1 0,1 1 17,-1 1 0,0 0 1,0 0-1,0 1 0,6 6 1,-8-8-3,8 8-17,1-1-1,0-1 0,1 0 1,0 0-1,0-2 1,1 1-1,20 6 0,8 2 63,57 12 0,-61-18-198,2-2 0,-1-2 0,1-2 1,0-1-1,0-2 0,0-2 0,0-1 0,51-11 0,-1-9-2408,-28 4-2226,-46 13 2811,31-7-3076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12:06.93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164 380 8581,'14'-39'1824,"6"6"-184,-10 21-124,-10-18-184,3 2-152,-16-2-235,-14-12-165,3 12-164,1-3-264,0 6-356,-1 0-712,11 18-868,-11-7-1089,1 1-1311,6 6-2837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2:59.2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1199 933 6661,'0'0'43,"0"0"0,1 0 1,-1 0-1,0 0 0,0 0 1,0 0-1,1 0 0,-1 0 1,0-1-1,0 1 0,1 0 1,-1 0-1,0 0 0,0 0 0,1 0 1,-1 0-1,0 0 0,0 0 1,0 1-1,1-1 0,-1 0 1,0 0-1,0 0 0,1 0 1,-1 0-1,0 0 0,0 0 1,0 0-1,1 1 0,-1-1 1,0 0-1,0 0 0,0 0 1,0 0-1,1 1 0,-1-1 1,0 0-1,0 0 0,0 0 1,0 1-1,0-1 0,0 0 1,0 0-1,0 1 0,1-1 1,-1 0-1,0 0 0,0 0 1,0 1-1,0-1 0,0 1 1,-6 21 7604,5-18-6567,-1 2-770,2-1-94,-1-1 0,0 0 0,-1 0 0,1 0 0,-1 0 0,0 0 0,0 0 0,0 0 0,0 0 0,0-1 0,-1 1 1,0-1-1,0 0 0,0 0 0,0 0 0,0 0 0,-1 0 0,-4 2 0,-33 21 4017,39-25-3567,-2 0-39,-33 1 466,34-2-692,-9-35 402,10 20-688,2-1 0,0 0 1,4-29-1,-1 17-61,0-4-4,13-57 0,-1 15-4,4-47-9,-5 0 1,-5 0-1,-7-130 0,-3 236-13,1 4-3,-1-1-1,0 1 0,-5-22 0,6 32-16,0 0 0,-1-1 0,1 1 0,0 0-1,-1 0 1,1 0 0,-1 0 0,1 0-1,-1-1 1,0 1 0,1 0 0,-1 0 0,0 0-1,0 1 1,0-1 0,0 0 0,1 0-1,-1 0 1,0 1 0,-1-1 0,1 0 0,0 1-1,0-1 1,0 1 0,0-1 0,0 1-1,-1 0 1,1-1 0,0 1 0,0 0 0,0 0-1,-1 0 1,1 0 0,0 0 0,0 0-1,-1 0 1,1 0 0,0 1 0,0-1 0,0 0-1,-2 1 1,-5 3 53,0 0 1,1 0-1,-1 1 0,1 0 0,0 0 0,1 0 0,-1 1 1,1 0-1,0 1 0,0-1 0,-5 10 0,-9 14 306,-23 46 0,23-38-135,1-2-221,1 2 0,2 0-1,2 0 1,1 2 0,2-1 0,2 2 0,2-1 0,1 1-1,0 46 1,6-40-8,2 0-1,2 0 0,3-1 0,1 1 0,2-2 1,3 1-1,31 76 0,-10-49 1,3 0 0,91 129 0,119 115 0,-157-207 0,-78-95 0,0 0 0,-1 2 0,-1-1 0,-1 1 0,0 0 0,10 28 0,-17-39 0,-1-1 0,1 0 0,-1 1 0,0-1 0,0 1 0,-1-1 0,0 1 0,0-1 0,0 1 0,0-1 0,-1 1 0,0-1 0,0 0 0,-1 1 0,1-1 0,-1 0 0,0 0 0,-1 0 0,1 0 0,-1 0 0,0 0 0,0-1 0,-1 1 0,1-1 0,-1 0 0,0 0 0,-6 4 0,-1 0 0,0-1 0,0 0 0,-1 0 0,1-2 0,-1 1 0,-14 3 0,-81 18 0,78-20 0,-394 60 0,-8-33 0,204-19 0,179-13 0,14-1-10,-36 6-1,103-28-2374,5 6-900,64-17-1,-2 7-4741,5 4-4752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2:59.8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164 1467 9449,'12'-2'644,"-8"1"-337,0 0 0,0 0 0,0 0 0,0 1 0,0 0 0,0-1 0,0 2 0,0-1 0,0 0 0,0 1-1,0 0 1,6 2 0,-9-3-142,0 0-1,0 0 0,0 0 0,0-1 1,1 1-1,-1 0 0,0 0 0,0 0 1,0-1-1,0 1 0,0-1 0,0 1 0,0-1 1,0 1-1,0-1 0,-1 1 0,1-1 1,0 0-1,1-1 0,0 0 307,38-18 2150,-10 6-1606,-2-1-1,0-1 0,-1-1 1,0-2-1,34-31 0,-55 43-928,-1 1-1,1-1 1,-2 0-1,1 0 1,-1-1-1,0 1 0,0-1 1,-1 0-1,0 0 1,0 0-1,-1 0 0,0-1 1,-1 1-1,0-1 1,0-12-1,-1 15-55,0 0 0,-1 1 0,1-1-1,-2 1 1,1-1 0,0 1 0,-1-1 0,0 1 0,0 0 0,-1 0-1,1 0 1,-1 0 0,0 0 0,-1 1 0,1-1 0,-1 1 0,0 0-1,0 0 1,0 0 0,0 0 0,-1 1 0,1 0 0,-1 0-1,-7-4 1,4 4 20,-1 0-1,1 0 1,-1 1-1,0 0 1,0 1-1,0-1 1,0 2-1,0-1 1,0 1-1,0 1 0,0 0 1,0 0-1,1 0 1,-1 1-1,0 1 1,1-1-1,-1 1 1,-10 6-1,1 0 51,0 1-1,1 1 1,0 0-1,0 2 1,2-1 0,-29 31-1,27-24-19,0 0-1,1 2 1,2 0-1,0 1 1,1 0-1,1 1 1,1 1-1,1 0 1,-9 33-1,16-46-63,1 0 0,0 0 0,0 0 0,1 1 0,1-1 0,0 1 0,0-1 0,1 0-1,1 1 1,0-1 0,0 0 0,1 0 0,1 0 0,0 0 0,0-1 0,1 0 0,0 1 0,1-2-1,0 1 1,0-1 0,1 0 0,1 0 0,11 11 0,-2-4-34,1-1 0,1-1 0,0-1 0,0 0 0,2-2-1,-1 0 1,2-1 0,-1-2 0,39 12 0,-42-16-75,1-1 0,-1 0 0,1-2 0,0 0 0,-1 0 0,1-2 0,0-1 0,-1 0-1,1-1 1,-1-1 0,0-1 0,28-10 0,-20 2-118,-1 0 0,0-2-1,0 0 1,-2-2 0,0-1 0,-1 0 0,-1-2-1,0 0 1,-2-2 0,0 0 0,-2-1-1,-1-1 1,14-25 0,6-19-312,-3-1 1,-3-2-1,35-126 0,22-192-402,-29-6 466,-53 356 447,-1 11 51,33-203 961,-37 216 26,-9 21 10,-11 27 124,11-3-581,2 0-1,1 0 1,-4 57-1,4-26-33,-19 138 783,-53 492-647,73-624-1077,5 95-1,2-135-788,1 0-1,1 1 0,1-2 1,2 1-1,1-1 0,14 35 1,6-14-6523,4-11-5275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00.3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206 1056 10841,'22'3'692,"-15"-1"-61,0-1 1,1 0-1,-1 0 0,0-1 1,1 0-1,-1 0 1,0-1-1,13-2 1,43-17 1575,-37 13-1786,0-1-1,31-16 1,-19 6-111,-1-2 0,50-36 0,-73 45-258,0 0-1,-1-1 0,0-1 0,-1 0 1,-1-1-1,0 0 0,0-1 0,11-23 1,-9 10-16,-1-1 0,-2 0 1,-1 0-1,-1-1 0,5-39 1,-5 4 126,-1-94 1,-28-106 1364,16 228-1125,5 35-365,0 1-1,0 0 1,0 0 0,-1 0 0,1 0-1,0 0 1,-1 0 0,1-1 0,-1 1 0,1 0-1,-1 0 1,0 1 0,1-1 0,-1 0-1,0 0 1,0 0 0,0 0 0,0 0-1,1 1 1,-1-1 0,0 0 0,0 1-1,0-1 1,0 1 0,-1-1 0,1 1-1,0 0 1,0-1 0,0 1 0,0 0-1,0 0 1,0 0 0,-1 0 0,1 0 0,0 0-1,0 0 1,0 0 0,0 0 0,-1 0-1,1 1 1,0-1 0,0 0 0,0 1-1,0-1 1,0 1 0,0-1 0,0 1-1,0 0 1,0-1 0,0 1 0,0 0-1,0 0 1,1 0 0,-2 1 0,-1 3 85,0 0 0,0 0 0,0 0-1,1 0 1,0 1 0,0-1 0,0 0 0,1 1 0,0 0 0,0-1 0,0 1 0,1 9 0,-2-4 68,-33 364 3433,-22 166-2900,-110 201-724,132-601 0,-135 500 0,-11 40 0,106-330 0,65-291 0,4 0 0,2 1 0,7 114 0,0-145 0,2 1 0,1-1 0,1 0 0,2-1 0,19 44 0,-22-59 0,0-1 0,2 0 0,-1-1 0,2 1 0,-1-2 0,2 1 0,-1-1 0,2 0 0,-1-1 0,2-1 0,-1 1 0,1-2 0,17 10 0,-25-16 0,0 0 0,-1-1 0,1 0 0,0 1 0,0-2 0,0 1 0,0 0 0,0-1 0,0 1 0,0-1 0,0 0 0,0-1 0,0 1 0,0-1 0,0 0 0,0 1 0,0-2 0,0 1 0,-1 0 0,1-1 0,0 0 0,-1 0 0,1 0 0,-1 0 0,0 0 0,1-1 0,-1 0 0,-1 1 0,1-1 0,0 0 0,-1-1 0,1 1 0,-1 0 0,0-1 0,0 1 0,0-1 0,0 1 0,1-8 0,3-8 0,-1-1 0,-1 0 0,-1-1 0,-1 1 0,0-34 0,-13-106 0,5 100 0,0 3 0,-18-265 0,22 239 0,16-156 0,-11 214-3,2 0 0,1 0-1,1 0 1,0 1 0,2 1 0,1-1-1,1 1 1,1 1 0,1 0 0,1 1-1,1 0 1,1 1 0,0 1 0,2 0-1,0 2 1,1 0 0,0 1 0,2 0-1,0 2 1,33-17 0,-15 12-743,1 1 0,1 3 1,82-20-1,135-5-7507,-156 33 1223,7 6-4419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01.1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29 14513,'4'-8'398,"6"-10"2822,-10 15-1107,-8 8-123,7-4-1806,0 1 1,-1-1-1,1 1 0,0-1 1,0 1-1,0 0 0,0-1 1,0 1-1,1 0 0,-1 0 1,0 0-1,1 0 1,0-1-1,-1 1 0,1 0 1,0 0-1,0 0 0,0 0 1,0 3-1,-1 10 565,-25 334 5200,-3 476-5801,32-396-148,-1-376-196,2-1 1,17 85-1,-17-118-463,1-1-1,0 0 1,2 0 0,0-1-1,1 0 1,1 0 0,0 0-1,1-1 1,1-1-1,21 25 1,-25-34-167,-1 0 1,1-1-1,0 1 0,0-1 1,1-1-1,-1 1 1,1-1-1,0-1 0,0 0 1,1 0-1,-1 0 1,10 1-1,44 0-10384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01.3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93 139 12993,'-32'-33'953,"19"21"93,1-1 0,1-1 0,-13-20 0,23 25 2427,9-1-2646,-7 9-472,0 0-228,0 0-1,0 0 0,1 0 1,-1 0-1,1 0 0,-1 0 0,1 0 1,0 0-1,-1 1 0,1-1 1,0 0-1,-1 1 0,1 0 0,0-1 1,0 1-1,-1 0 0,1 0 1,2 0-1,36 6 1160,-34-4-1099,85 22 1442,0 5 0,115 52 0,165 103-411,14 42-1214,-324-184-4,-2 3 0,-2 2 0,-2 3 0,49 57 0,-84-84 0,-1 1 0,-1 1 0,-2 1 0,0 1 0,-1 0 0,-2 1 0,-1 0 0,-1 1 0,-2 0 0,0 1 0,-2 0 0,-2 0 0,0 0 0,-2 1 0,-2 0 0,0-1 0,-2 1 0,-2 0 0,0 0 0,-2-1 0,-2 0 0,0 0 0,-16 37 0,2-18 5,-2-1 0,-2-1-1,-2-1 1,-2-2 0,-39 46 0,-6-3-344,-113 102 0,-132 71-3356,152-141-494,-1-7-5105,89-58-2662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01.7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63 13649,'4'-5'365,"-1"0"-1,1 0 1,-1 1 0,1 0-1,1 0 1,-1 0-1,0 0 1,1 1-1,0-1 1,0 1 0,0 0-1,0 1 1,0-1-1,11-2 1,-7 3 23,-1 1-1,1 0 1,-1 1 0,1 0-1,0 0 1,-1 1 0,1 0-1,-1 0 1,14 5 0,9 3 2,-1 2 1,-1 1-1,0 1 0,0 1 1,-2 2-1,0 1 1,0 1-1,30 28 0,-24-16-224,-1 1-1,-2 2 0,-1 1 1,-1 1-1,30 52 1,-41-58-158,0 1 0,-2 0 0,-2 2 0,-1-1 0,-1 1 0,-1 1 0,-2 0 0,-2 1 0,-1-1 0,-1 1 0,-2 0 0,-2 0 1,0 0-1,-3 0 0,-1-1 0,-8 36 0,-4-13-53,-3-1 1,-2-1-1,-51 92 0,48-111 40,18-31-10,13-22 34,23-37-46,48-69 0,-22 39-93,220-334-170,-200 314 234,169-177 0,-220 256 61,49-37 1,-67 58 0,1-1 0,0 1-1,0 1 1,0 0 0,0 0 0,1 0 0,-1 1 0,1 0 0,0 1 0,0 0-1,0 0 1,10 0 0,-15 2-2,0 0 0,0 1-1,0-1 1,0 1 0,0 0 0,0 0 0,-1 1-1,1-1 1,0 1 0,-1 0 0,1 0-1,-1 0 1,1 0 0,-1 0 0,0 1 0,0 0-1,0-1 1,0 1 0,-1 0 0,1 0-1,-1 1 1,0-1 0,0 1 0,3 4-1,2 9 1,0 0 0,-1 0-1,-1 1 1,3 20-1,-2-15-40,38 201-2323,-24-74-2554,-19-148 4804,0 11-1924,0-1 0,1 1 0,7 22 0,1-15-6506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01.9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0 170 10605,'14'-88'1644,"-8"61"-196,1 3-188,3 9-256,0 0 365,10 15-1121,17 12-692,-13 9-637,13 15-347,-7 0-720,-4 6-1492,1 10-2213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02.1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12 405 9289,'-5'12'670,"4"-10"-515,0-1-1,0 1 0,1 0 1,-1 0-1,0 0 0,1-1 1,-1 1-1,1 0 1,0 0-1,0 0 0,0 0 1,0 0-1,0 0 1,0 0-1,0-1 0,0 1 1,1 0-1,-1 0 0,1 0 1,0 0-1,-1-1 1,3 4-1,-1 2 352,0 0 1,0 1 0,0-1-1,-1 1 1,0-1-1,-1 1 1,0 9-1,2 21 1284,12 93 2356,-5-32-1784,41 184-1,-47-272-2276,0 1-1,1-1 1,0 0 0,0-1-1,1 1 1,1-1-1,0 0 1,0 0-1,1-1 1,0 1-1,11 9 1,-16-17-72,0-1-1,1 0 1,-1 0 0,0 1 0,1-2-1,-1 1 1,1 0 0,-1 0 0,1-1-1,-1 1 1,1-1 0,0 0-1,-1 0 1,1 0 0,0 0 0,-1 0-1,1-1 1,-1 1 0,1-1 0,-1 0-1,1 0 1,4-2 0,-1 1 3,0-1 0,0-1 0,0 1 0,-1-1 1,1 0-1,-1 0 0,8-8 0,2-7 10,-1 0 0,0 0 0,-2-1 0,18-37 0,32-95-62,-42 97-40,9-19-168,63-151-1721,-32 93 287,31-62-1898,-67 150-129,1 1 0,39-49 0,-33 54-4409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02.2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0 8485,'-16'109'1728,"19"-73"-360,0 0 32,1 3-88,-1 0-192,0-2-236,4 2-191,0 3-153,3 0-132,0 0-460,-3-2-788,3-7-525,-4-15-623,4 3-1968,0 0-2797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02.4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0 136 11421,'47'-60'1972,"-40"39"-176,0 0-211,6 9-277,-3-6-312,13 15-248,44 18 388,-33 6-812,3 9-408,0 12-300,3 4-760,3 11-688,-6 3-469,-7 6-2219,-6 1-3517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03.0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0 450 11081,'1'-19'1297,"1"0"-1,0 0 1,2 0-1,0 1 1,1-1-1,12-27 1,-10 35-1070,0-1 1,1 1 0,1 1 0,0-1 0,0 1 0,1 1 0,1 0 0,-1 0 0,1 1 0,1 1 0,-1-1 0,1 2 0,1 0 0,-1 0 0,24-6 0,10 0-135,0 3 0,1 1-1,0 3 1,0 1 0,0 3-1,0 2 1,0 1 0,48 10-1,-83-9-94,1 0 0,-1 0 0,0 1 0,0 1 0,0 0 0,17 10 0,-25-12 1,-1 0-1,1 0 0,-1 0 1,0 0-1,1 1 1,-1-1-1,-1 1 0,1 0 1,0 0-1,-1 0 0,0 0 1,0 0-1,0 0 1,-1 1-1,1-1 0,-1 1 1,0-1-1,0 1 0,0 8 1,-1 5 14,-1 0 0,0 0 0,-7 31 0,2-13-13,1 2-45,-2 4-119,0 45 1,7-76 119,0-1 1,0 1-1,1-1 0,1 0 1,0 1-1,0-1 0,1 0 1,0 0-1,8 16 1,-8-21 20,0 0 1,1 0-1,-1 0 1,1-1 0,0 0-1,0 0 1,1 0 0,-1 0-1,1 0 1,0-1-1,0 0 1,0 0 0,0-1-1,1 1 1,-1-1 0,1 0-1,-1 0 1,1-1 0,0 0-1,0 0 1,0 0-1,-1-1 1,1 1 0,0-2-1,11 0 1,0-1-1,-1-1-1,0-1 1,0-1 0,0 0 0,0 0 0,-1-2-1,28-15 1,64-47-6,-3-4-1,-3-4 0,-4-5 1,-3-4-1,98-116 1,-170 176-4,22-34 0,-42 57 15,-15-4 5,10 7 13,-1 0-1,1 1 1,-1-1 0,1 1 0,0 0-1,0 0 1,-1 0 0,1 0-1,0 0 1,0 1 0,0 0 0,0-1-1,0 1 1,1 0 0,-1 0-1,0 1 1,-2 2 0,-46 50-129,40-42 49,7-8 40,0 0 1,1-1-1,-1 1 0,1 0 0,0 1 0,0-1 1,1 1-1,0-1 0,0 1 0,-2 9 1,3-14 28,1 0 0,0 1 0,0-1 0,0 1 0,0-1 1,0 1-1,1-1 0,-1 0 0,0 1 0,1-1 0,-1 0 0,1 1 1,-1-1-1,1 0 0,-1 1 0,1-1 0,0 0 0,1 2 0,0-2 5,0 1-1,-1-1 0,1 0 0,0 0 0,0 0 0,0 0 0,0 0 0,0 0 0,0-1 0,1 1 0,-1-1 0,0 1 0,0-1 0,0 0 0,3 1 0,5-2 14,0 1-1,-1-1 0,1 0 0,-1-1 0,1 0 1,-1 0-1,1-1 0,-1-1 0,10-5 1,12-6 240,33-25 1,-38 24-64,-23 14-157,1-1-1,-1 1 0,1 0 0,-1 0 0,1 0 1,0 1-1,0-1 0,0 1 0,0 0 0,0 0 1,0 1-1,0-1 0,1 1 0,-1 0 1,0 0-1,0 0 0,0 1 0,0-1 0,0 1 1,0 0-1,0 0 0,0 0 0,0 1 0,0-1 1,4 4-1,-2-1-3,0 1 1,0 0-1,-1 0 0,0 1 1,0 0-1,-1 0 1,1 0-1,-1 0 0,0 1 1,-1-1-1,0 1 0,5 13 1,4 20 12,0 1 1,-3 0-1,6 66 1,-3 131 106,-9-147-171,9 130-34,-1 287-48,-20-389-38,-27 135 1,23-191 24,-3-2 0,-2 0 1,-51 110-1,56-143 72,-2-1 0,-1-1-1,-34 41 1,43-58 52,0-1 0,0 0-1,-1-1 1,0 0 0,0 0 0,-1-1-1,0 0 1,0 0 0,-1-1 0,1 0 0,-1-1-1,0 0 1,-1 0 0,-12 2 0,20-6 14,-1 1-1,1-1 1,-1 0 0,1 0 0,-1 0 0,1-1-1,-1 1 1,1-1 0,-1 0 0,1 0 0,-1 0-1,1 0 1,0-1 0,0 1 0,-1-1 0,1 0 0,0 0-1,1 0 1,-1 0 0,0 0 0,0-1 0,1 1-1,0-1 1,-1 0 0,1 0 0,0 0 0,0 0-1,1 0 1,-1 0 0,1 0 0,-1-1 0,1 1-1,-1-7 1,-2-5 61,1 0-1,0-1 0,1 1 0,1-1 0,1 0 1,1-22-1,5-6 50,1-1 0,2 1 1,20-59-1,58-129-103,-75 202-64,172-387-2330,-136 322-935,5 2 0,82-109-1,-20 61-5588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03.2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209 76 10085,'0'0'7593,"-17"-9"-6317,-3 0-160,6 0-360,1 0 296,-7 3-908,-4-3-700,8 0-1096,-4-1-1248,-14 7-2089,4 0-3952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04.9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342 473 7949,'9'-33'663,"-2"8"225,0 0 0,2 1 0,15-31 0,-12 25 1086,-2 0 0,10-41 0,-1 1 614,-16 56-1730,0 0 0,-1 1 0,0-1 0,-1 0 0,-1-17 0,0 25-670,0 2 620,-22 27 674,0 12-974,1 0 0,2 2 0,-17 47 1,-3 2 2,-18 31 32,-79 176 425,108-224-833,2 2 1,-19 94 0,39-137-135,1-1 0,1 1 0,2 0 0,1 0 0,1 0 0,5 41 0,-3-56-2,0-1 0,1 0 0,1-1 0,0 1 0,1 0 0,0-1 0,0 0 0,2 0 0,-1-1 0,1 0 0,0 0 0,1 0 0,1-1 0,-1 0 1,1-1-1,1 0 0,10 8 0,0-4-62,0-1 0,1-1 0,0 0 0,1-2 1,0-1-1,1 0 0,-1-2 0,1 0 0,0-1 1,0-2-1,0 0 0,1-2 0,-1 0 0,24-4 1,-6-2-34,-1-1 1,0-2-1,0-1 1,-1-2-1,0-2 1,-1-2 0,42-24-1,-50 23 22,0-2 0,-2-1 0,0-1-1,45-46 1,-57 51 42,-2 0 1,-1-1-1,0-1 0,-1 0 0,0 0 0,-2-2 0,0 1 1,13-41-1,-21 53 20,0-1 0,0 0 0,-1 1 0,0-1 1,-1 0-1,1 0 0,-2 0 0,1 1 0,-1-1 1,0 0-1,0 0 0,-1 1 0,0-1 0,-1 1 0,-3-9 1,3 11 4,0 0 1,-1 0-1,1 0 1,-1 1 0,0-1-1,0 1 1,0 0 0,0 0-1,-1 0 1,0 1 0,0-1-1,0 1 1,0 0 0,0 1-1,0-1 1,-1 1 0,0 0-1,1 1 1,-1-1-1,-10 0 1,3 1 1,-1 1-1,1 0 1,-1 1-1,1 1 1,-1 0 0,1 1-1,0 0 1,0 1-1,0 0 1,1 1-1,0 1 1,0 0 0,0 0-1,0 1 1,-10 10-1,17-14 6,0 1 0,0 1 0,1-1-1,-1 1 1,1 0 0,1 0-1,-1 0 1,-5 10 0,-2 7-4,2-1 1,-12 40-1,19-56 0,1 0 0,0 0 1,0 0-1,1 0 0,0 1 0,0-1 1,0 0-1,0 0 0,1 1 0,0-1 0,0 0 1,0 0-1,1 0 0,3 8 0,-1-5 8,1 0 0,0 0 1,1-1-1,0 0 0,11 11 0,-4-5 0,1-2-1,0 0 1,1-1 0,0 0-1,0-2 1,1 1 0,1-2-1,-1 0 1,1-1 0,0-1-1,0 0 1,25 3 0,22 0-8,0-3 0,70-3 0,-101-2 2,238-16-2006,-267 17 1774,0-1 0,-1 0 1,1 1-1,0-1 0,-1 1 0,1 0 1,-1 0-1,1 0 0,-1 1 0,1-1 0,-1 1 1,6 4-1,-8-5 106,-1 0 0,1 0-1,-1 0 1,0 0 0,1 0 0,-1 0 0,0 0-1,0 0 1,1 0 0,-1 0 0,0 0 0,0 0-1,0 0 1,0 0 0,0 0 0,0 0 0,-1 0 0,1 1-1,-1 0-247,1 2-65,0 0 1,-1-1-1,0 1 1,0-1-1,0 1 1,0-1-1,-1 1 1,1-1-1,-1 1 1,-3 3-1,2-1-442,3-5 609,-1 0 0,1 0 0,0 0 0,0 0 0,0 0 0,0 0 0,0 0 0,0 0 0,0 0 0,0 0 0,0 0 0,0 0 0,1 0 0,-1 0 0,0 0 0,1 0 0,-1 0 0,1 0-1,0 0 1,0 4-1154,3 18-5059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05.2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0 332 12797,'9'-20'900,"-6"12"-270,0 1 1,0-1-1,0 1 1,-1-1 0,2-13 7141,13 257-3681,-1-52-3491,-10-75-340,-1 290 272,-6-378-499,1-17 7,15-22-6,-11 11-29,18-28-54,-3-1-1,26-65 1,-12 25-269,176-344-3397,-165 332 1430,79-121 0,15 29-8017,-103 144 2122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05.4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54 9057,'-17'-15'2040,"31"9"6453,-7-12-8153,-1 3-504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06.8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1979 8553,'14'-49'2275,"2"0"0,3 1 0,1 1 0,34-57 0,-25 57-1199,3 1 0,1 2 0,2 1 0,3 1 0,63-55 0,233-158 1569,-46 66-2150,9 13 1,6 13 0,480-184 0,-587 275-3441,298-70 0,-471 137 2214,0 0 0,1 1 0,0 1 0,-1 2 0,32 1 0,-53 0 546,0 0-1,1 0 1,-1 0 0,0 0 0,1 1-1,-1-1 1,0 1 0,0-1 0,1 1-1,-1 0 1,0 0 0,0 0 0,0 0-1,0 1 1,0-1 0,0 0 0,0 1-1,-1-1 1,1 1 0,2 3 0,-3-3-117,-1 0 0,0 0 0,0 1 0,0-1 0,0 0 0,0 0 0,0 1 0,-1-1 0,1 0 1,-1 0-1,1 0 0,-1 0 0,0 0 0,0 0 0,0 0 0,0 0 0,0 0 0,0 0 0,-1 0 0,1 0 1,-3 1-1,-30 38-6918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07.0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13 8609,'-17'-12'4492,"34"27"-2536,-4 0-215,-3 12-177,7 27-236,6 1-240,-6 17-172,6 6-184,1 13-132,-1 14-152,14 4-208,-3 8-460,-1-2-648,4-4-656,7-5-620,-14-10-3509,7-11-4668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07.4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1 430 11821,'274'-127'7867,"-237"112"-7392,130-57 724,-147 62-1082,0-1-1,-1-1 0,0-1 0,-1-1 1,27-26-1,-42 38-98,-1-1 1,0 1-1,0-1 1,0 0-1,-1 0 1,1 0-1,-1 0 0,1 0 1,-1 0-1,0 0 1,0 0-1,0 0 0,-1 0 1,1-1-1,-1 1 1,0 0-1,0-1 1,0 1-1,0 0 0,0-1 1,-1 1-1,-1-6 1,1 7-13,0-1 0,0 1 0,0 0 1,0 0-1,0 0 0,0 0 0,-1 0 1,1 0-1,-1 0 0,0 0 0,0 0 1,1 1-1,-1-1 0,0 1 0,0-1 0,-1 1 1,1 0-1,0 0 0,0 0 0,0 0 1,-1 0-1,1 1 0,-1-1 0,1 0 1,0 1-1,-1 0 0,1 0 0,-1 0 1,-2 0-1,-6 1 0,1 1 0,0 1 1,1 0-1,-1 0 0,0 0 0,1 2 1,0-1-1,0 1 0,0 0 0,0 1 1,1 0-1,0 0 0,0 1 0,1 0 1,0 0-1,0 1 0,1 0 0,0 0 1,0 0-1,-7 16 0,8-16-5,1 1 0,0 0 0,1 0 0,0 1 0,0-1 0,1 1 0,0-1 1,1 1-1,-1 16 0,3-19-4,-1 0 0,1 0 0,0 0 0,0-1 0,1 1 0,0 0 0,0-1 1,1 1-1,0-1 0,0 0 0,0 0 0,1 0 0,0 0 0,6 7 0,-8-11-2,1 1-1,0 0 0,0-1 0,0 1 1,0-1-1,0 0 0,0 0 0,1 0 0,-1 0 1,1-1-1,4 2 0,12 4-29,1-2-1,30 5 1,-42-9 30,0-1-1,0 1 1,1-2-1,-1 1 1,0-1-1,0-1 1,0 1 0,0-2-1,0 1 1,0-1-1,-1-1 1,1 1-1,14-10 1,-6 2 5,-1-1-1,-1-1 1,0 0-1,21-25 1,-19 17 16,-1-1-1,15-26 0,-17 25 42,1 0-1,29-34 0,-39 52-47,0-1-1,1 1 1,0 0 0,0 0 0,0 1-1,1 0 1,-1 0 0,1 0-1,0 1 1,0 0 0,0 1-1,1-1 1,13-1 0,-7 2-8,1 1 0,-1 1 0,0 0 0,1 1 0,-1 1-1,0 0 1,0 1 0,0 1 0,0 0 0,-1 0 0,1 2 0,-1 0 0,13 7 0,-15-6 3,-1-1 0,0 1 0,0 1-1,0 0 1,-1 0 0,-1 1 0,1 0 0,-1 1 0,-1 0-1,0 0 1,0 0 0,-1 1 0,0 0 0,-1 0 0,6 19-1,-6-8 9,-1 0 0,-1 0-1,-1 0 1,-1 0 0,-1 1-1,-1-1 1,0 0-1,-2 0 1,-1 0 0,-11 37-1,1-16-86,-2-1 0,-2 0 0,-1-1 0,-34 51 0,24-51-1838,27-39 332,9-27-5965,-4 17 6066,18-37-5696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07.6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 6329,'-1'1'189,"0"0"0,0 0 1,0 0-1,0 0 0,0 0 1,0 1-1,1-1 0,-1 0 1,0 1-1,1-1 0,-1 1 1,1-1-1,-1 1 1,1-1-1,-1 1 0,1-1 1,0 1-1,0-1 0,0 1 1,0-1-1,0 2 0,7 42 2187,-4-31-1136,8 36 537,2 0-1,27 67 1,-21-65-1049,142 500 962,-150-508-1995,54 216-2830,-16-91-1852,-23-101 774,3-4-2021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08.0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98 1 9417,'0'0'1567,"0"3"-168,2 13-752,-1 0 0,0 1 0,-1-1 0,-1 0 0,-1 1-1,0-1 1,-6 22 0,-6 10-720,-20 50 0,17-62-431,11-26 205,1 1 0,1-1 1,-4 14-1,25-45 151,-1-3 439,20-44 0,-27 49 131,0 0 0,2 1-1,0 0 1,1 1 0,20-24 0,-31 41-375,0-1 0,-1 0 1,1 0-1,0 1 0,0-1 1,0 0-1,0 1 0,-1-1 1,1 1-1,0-1 0,0 1 1,0-1-1,0 1 0,1 0 1,-1-1-1,0 1 0,0 0 1,0 0-1,0 0 0,0 0 0,0 0 1,0 0-1,0 0 0,0 0 1,0 0-1,1 1 0,0-1 1,0 1 1,0 1 0,0-1 1,0 1-1,0-1 0,0 1 0,0 0 1,0 0-1,-1 0 0,1 0 0,-1 0 1,3 3-1,2 7 35,1 1 0,-2-1-1,6 18 1,-11-30-75,13 48-427,-2-1 1,8 73-1,1 7-7527,-7-63-811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08.4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384 154 6825,'1'-11'799,"0"1"1,-1 0 0,-1-1 0,1 1-1,-2-1 1,1 1 0,-1 0 0,-1 0-1,0-1 1,-1 2 0,1-1 0,-2 0-1,-5-8 1,9 15 452,-3 7 169,-3 1-1141,1 1-1,0 0 1,1 0-1,0 1 1,0 0 0,0 0-1,1 0 1,0 0 0,0 1-1,0 0 1,1 0 0,1 0-1,-1 0 1,1 0-1,1 0 1,-2 15 0,-14 355 3895,12-167-2855,-113 1166 558,32-498-1932,68-675-22,-12 189-59,27 1-4461,5-363 3219,1-1-1,11 47 1,-7-51-3149,15 35-1,-2-18-7264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08.7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 12425,'2'-1'146,"-1"1"-1,0-1 1,0 1-1,1 0 1,-1-1-1,0 1 1,1 0-1,-1-1 1,0 1-1,1 0 1,-1 0-1,0 0 1,1 1 0,1-1-1,-6 14 2462,-7 12-1075,7-12-897,1 1 0,1-1 0,0 0 0,1 0 0,2 22 0,17 74 1153,-10-67-1317,22 93-446,58 153 1,-43-150-1939,2 5-2273,-15-51-3621,-17-57-170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09.0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18 251 6185,'-2'-6'152,"-1"-2"216,0 0 0,0 0 1,1 0-1,1 0 0,-1 0 0,1 0 0,0 0 1,1 0-1,0-1 0,0 1 0,1 0 1,0 0-1,1 0 0,-1 0 0,5-11 0,-3 12-19,0 0 0,1 1 0,-1 0 0,1 0 0,1 0-1,-1 0 1,1 0 0,0 1 0,0 0 0,0 0-1,1 1 1,0-1 0,0 1 0,0 0 0,0 1-1,1-1 1,-1 1 0,1 1 0,0-1 0,0 1 0,0 0-1,10-1 1,-15 3-326,-1 0 1,0 0-1,1 0 0,-1 0 0,0 0 1,1 0-1,-1 0 0,0 0 0,1 1 1,-1-1-1,0 1 0,0-1 0,1 1 1,-1-1-1,0 1 0,0 0 0,0-1 1,0 1-1,0 0 0,0 0 0,0 0 1,0 0-1,1 1 0,9 10 163,-1 0 0,-1 0 0,9 17 0,-14-22-149,0 0 1,-1 1-1,0 0 0,-1-1 0,1 1 0,-2 0 0,1 0 0,-1 0 0,0 1 0,-1-1 1,0 0-1,0 0 0,-3 16 0,1 0 26,-2 33 16,1-15-14,1 0 0,4 55 0,0-83-74,0 0 1,0-1 0,2 0-1,-1 0 1,2 0 0,0 0-1,0-1 1,1 1-1,1-1 1,0-1 0,12 16-1,8 2-168,2 0-1,1-2 0,62 44 1,-48-38-62,44 40 0,-80-65 214,-1 0 0,0 0 0,0 0-1,-1 1 1,0 0 0,0 0 0,7 18 0,-11-22 14,0 1 1,0 0 0,-1 0-1,0 0 1,0 0 0,0 0 0,-1 1-1,0-1 1,0 0 0,0 0-1,-1 0 1,0 0 0,0 0 0,-4 11-1,-1-3-5,0-1-1,-1 0 0,0-1 1,-1 0-1,-1 0 0,0 0 1,0-1-1,-15 12 0,-95 76-140,79-69 92,-12 10-164,-86 70-2607,136-108 2186,-8 8 361,21 8-13116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09.5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1 211 7709,'2'21'489,"9"57"2536,-9-70-2840,0 0-1,0 0 1,1 0 0,0-1-1,0 1 1,1-1 0,6 11-1,-1-8-148,1 0 0,-1 0 0,2-1 0,-1-1 0,1 0-1,1 0 1,-1-1 0,1 0 0,1-1 0,21 8 0,-29-12-38,-1 0 1,1-1 0,0 1 0,0-1 0,1 0 0,-1 0 0,0 0 0,0-1 0,0 0 0,0 0 0,1 0 0,-1-1 0,0 0 0,0 0 0,0 0 0,7-3 0,8-1 2,-16 4 15,0 0 0,0 0 1,-1-1-1,1 0 0,-1 0 1,1 0-1,-1 0 0,0 0 1,1 0-1,-1-1 0,0 0 1,-1 0-1,1 0 0,0 0 1,-1 0-1,0 0 0,0 0 0,0-1 1,0 0-1,0 1 0,-1-1 1,1 0-1,-1 1 0,1-7 1,2-10 246,-2 1-1,0-1 1,-1-38 0,0 5 461,0 26-150,2 0 0,0 0-1,2 1 1,1-1-1,1 1 1,11-26-1,-17 50-540,-1 1-1,0 0 1,1 0 0,-1 0-1,1 0 1,-1 0-1,1 0 1,0 0-1,-1 0 1,1 0-1,0 0 1,0 0-1,0 0 1,0 1-1,-1-1 1,1 0-1,0 0 1,0 1-1,0-1 1,1 1-1,-1-1 1,0 1-1,0-1 1,0 1 0,0 0-1,0 0 1,1-1-1,0 1 1,1 1 11,-1-1 0,0 1 1,0 0-1,0 0 0,0 0 1,0 0-1,0 0 1,0 1-1,0-1 0,0 0 1,-1 1-1,1-1 0,2 4 1,4 6 102,0-1 0,-1 1 0,0 0 0,7 16 0,-4-3-2,-1 0 0,-1 0 0,-2 1 0,0 0 0,-2 0 0,3 47-1,-6-33 17,-3 0 0,-1 0 0,-15 70 0,-11-3 22,-4-2 0,-55 116-1,84-211-176,-8 20 7,-94 234 208,82-194-193,-28 127-1,52-190-31,-1 1-1,1-1 1,0 0 0,0 0-1,0 0 1,1 1 0,2 8-1,-1-1-41,-2-14 45,0 0-1,0 0 0,0 0 1,0 0-1,0 0 1,0 0-1,0 1 1,0-1-1,0 0 0,0 0 1,0 0-1,0 0 1,0 0-1,0 0 1,0 1-1,0-1 0,0 0 1,1 0-1,-1 0 1,0 0-1,0 0 1,0 0-1,0 0 0,0 0 1,0 1-1,0-1 1,0 0-1,0 0 1,0 0-1,0 0 0,1 0 1,-1 0-1,0 0 1,0 0-1,0 0 1,0 0-1,0 0 0,0 0 1,0 0-1,1 0 1,-1 0-1,0 0 1,0 0-1,0 0 0,0 0 1,0 0-1,0 0 1,0 0-1,1 0 1,-1 0-1,0 0 0,0 0 1,0 0-1,0 0 1,0 0-1,0 0 1,0 0-1,1 0 0,-1 0 1,0 0-1,0 0 1,0 0-1,0-1 1,0 1-1,0 0 0,0 0 1,0 0-1,0 0 1,0 0-1,8-4-34,-1 0 0,0-1-1,-1 0 1,1 0 0,-1 0 0,0 0-1,-1-1 1,1 0 0,-1-1 0,0 1 0,0-1-1,-1 0 1,0 0 0,0 0 0,-1-1-1,4-9 1,3-17-288,-1 1 0,8-57 0,-12 59 35,45-385-4281,-14 91-747,-20 235 1620,7 7-1744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09.9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442 468 5929,'-7'-7'805,"-1"-1"0,2 0 1,-1 0-1,1-1 1,0 0-1,1 0 0,0 0 1,0-1-1,-3-10 1,7 19-712,1-1 1,-1 0 0,0 1 0,0-1 0,0 1 0,-1-1 0,1 1 0,0 0-1,0-1 1,-1 1 0,1 0 0,-1 0 0,1 0 0,-1 0 0,1 0 0,-1 0-1,0 0 1,0 0 0,1 1 0,-1-1 0,0 1 0,0-1 0,0 1 0,1 0-1,-1 0 1,0 0 0,0 0 0,-3 0 0,-2 1 53,-1-1 0,1 2-1,0-1 1,-1 1 0,-12 4 0,3 2-10,1 1-1,-1 0 1,1 1 0,1 1 0,0 0-1,0 1 1,1 1 0,1 0 0,-14 18-1,11-11-56,0 0-1,2 1 1,1 1-1,0 0 0,2 1 1,-9 25-1,18-44-67,1 0-1,0 0 1,0 1-1,0-1 1,0 0-1,1 0 1,-1 0-1,1 1 1,0-1-1,1 0 1,-1 1-1,1-1 1,0 0-1,0 0 1,0 0-1,0 0 1,1 0-1,-1 0 1,1 0-1,0 0 1,5 6-1,-5-8-10,1 0-1,-1 0 1,1 0 0,-1 0-1,1 0 1,0 0 0,-1-1-1,1 1 1,0-1 0,0 0-1,0 0 1,0 0 0,1 0-1,-1-1 1,0 1 0,0-1-1,0 0 1,0 1 0,1-2-1,-1 1 1,0 0 0,0-1-1,0 1 1,1-1 0,-1 0-1,0 0 1,0 0 0,4-3-1,4-1 2,0-1 0,-1 0 0,0-1-1,0-1 1,-1 1 0,1-1 0,-2-1-1,1 0 1,-1 0 0,-1-1-1,0 0 1,0 0 0,-1 0 0,0-1-1,0 0 1,-2 0 0,6-16 0,4-21 115,-3 0 1,12-98-1,-19 115 14,3-31 215,-5 30-38,2 1 0,1 0-1,1 0 1,2 1 0,19-51 0,-26 79-290,-1 1-1,1-1 1,0 1 0,0-1 0,-1 1-1,1 0 1,0-1 0,0 1 0,1 0-1,-1 0 1,0 0 0,0 0 0,0 0 0,1 0-1,-1 0 1,1 0 0,-1 0 0,0 1-1,1-1 1,-1 0 0,1 1 0,0-1-1,-1 1 1,1 0 0,-1 0 0,1-1-1,0 1 1,-1 0 0,1 0 0,2 1 0,-1 0-6,0 0 0,-1 0 0,1 0 0,-1 0 0,1 0 0,-1 0 0,0 1 0,1 0 1,-1-1-1,0 1 0,0 0 0,0 0 0,0 0 0,-1 0 0,1 0 0,2 4 0,6 14 43,-1-1-1,-1 2 1,-1-1-1,6 25 0,15 92-24,-23-108-70,28 198-1587,-27-163-950,-5 102 0,-8-44-2853,8-3-3074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10.3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266 1758 4704,'-23'10'850,"12"-5"96,0 0 0,-1 0 0,1-1 0,-1-1 0,0 0 0,-12 1 0,-2-2 847,-35 1 1638,56-3-3052,1 0 0,0 0 0,0-1-1,0 1 1,0-1 0,0 0 0,0-1 0,0 1 0,0-1 0,-7-3 0,10 4-292,0 0 0,0 0 0,0 0 0,0 0 0,1 0-1,-1 0 1,0 0 0,1 0 0,-1 0 0,1 0 0,-1 0 0,1 0 0,-1 0 0,1 0 0,0-1-1,-1 1 1,1 0 0,0 0 0,0 0 0,0-1 0,0 1 0,0 0 0,1-2 0,-1 0 37,1-1 1,0 1 0,0 0-1,0 0 1,0 0 0,0 0-1,1 1 1,2-5 0,8-6 189,1 0 1,0 1 0,1 0 0,0 2-1,1-1 1,0 2 0,20-11 0,-22 13-169,124-65 967,86-32-59,179-70 141,291-65-159,-680 236-1022,1867-532-2290,-966 281-3293,-569 153 1341,-125 31-1738,-7-1-4863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10.8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1746 7689,'13'-60'1996,"17"9"-292,10-4 64,7-8-44,14-6-115,22-7-241,38-8-260,30-12-220,36-7-156,38-5-148,33-7-128,36 0-88,28-2-264,23-10-748,23 1-820,4-7-1032,10 6-2693,10 7-4132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12.0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1 604 9309,'33'-12'1840,"1"-4"12,26-2-184,1 0-76,16-3-223,33-3-285,27-6-260,18-3-172,22 0-144,17-7-84,17-2-224,10-6-504,14 3-492,6-6-636,-7-1-728,-6-8-2733,-23 0-3860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14.5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212 1 9181,'0'0'7104,"2"2"-5574,2 1-1229,-1 1 0,0 0 0,0-1 0,0 1 0,-1 0 0,1 1 0,-1-1 0,0 0 0,0 1 0,0-1 0,-1 1 0,2 6 0,0 7 342,-1 0 0,1 20 0,-2-11-74,10 372 3709,-47 205-2074,-35-24-2311,2-23-2513,20 4-2165,23-188-3891,25-361 8223,-13 206-10630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15.6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10729 91 5304,'25'-1'596,"-21"0"77,-1 0-1,1 0 0,-1 0 0,0-1 0,0 1 1,0-1-1,0 1 0,0-1 0,0 0 1,0 0-1,0-1 0,3-2 0,-5 3 162,-3 1-103,-21-5-355,0 1 0,-1 0-1,1 2 1,-1 1 0,-37 1-1,12 0-79,-559-5 758,114 3-773,-160-9-68,113 5-175,-496-2 32,400 7-29,-2548 29-9,1512 29 47,666-19-74,904-33-100,-197 2 86,6-24-1658,292 18 1533,0 0 0,0 0 0,0 0 1,0-1-1,0 1 0,0-1 0,0 1 0,0-1 0,0 0 0,0 0 0,1 0 0,-1 0 0,0 0 0,1 0 0,-1-1 0,0 1 0,-1-3 0,2 3-75,1 0 0,0-1-1,-1 1 1,1 0 0,0 0 0,0-1-1,0 1 1,0 0 0,0-1 0,1 1 0,-1 0-1,0 0 1,0-1 0,1 1 0,-1 0 0,1 0-1,-1 0 1,1 0 0,0-1 0,-1 1-1,1 0 1,0 0 0,0 0 0,0 0 0,0 0-1,-1 1 1,3-2 0,35-28-7334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17.1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148 962 4480,'-48'3'2518,"42"-3"-1955,-1 0 0,0 0 0,0 0 0,1 1 0,-14 3 0,17-3-274,-1 0 1,1-1-1,0 1 0,-1-1 0,1 0 0,-1 0 0,1 0 0,-6-1 0,3 0 225,2 1 528,9-2 14,42-10-222,0 1 0,1 2 0,95-4 0,-84 9-540,2127-125 2496,-1652 104-2531,563-24 65,587-30-5,-9-40-34,-515-18 589,-851 80-586,-223 37-100,122-47 1,-205 66-193,-1 0 1,0 0-1,1 0 0,-1 0 1,0 0-1,0-1 1,0 1-1,0-1 1,0 1-1,0-1 1,0 0-1,0 0 0,-1 0 1,1 0-1,-1 0 1,2-2-1,-3 3-1,1 1 0,-1-1 0,0 0 0,0 0-1,0 1 1,0-1 0,0 0 0,0 1 0,0-1-1,0 0 1,0 0 0,0 1 0,0-1 0,-1 0-1,1 1 1,0-1 0,0 0 0,-1 1 0,1-1-1,0 0 1,-1 1 0,1-1 0,-1 1 0,1-1-1,-1 0 1,1 1 0,-1-1 0,1 1 0,-1 0-1,1-1 1,-1 1 0,0-1 0,1 1 0,-1 0-1,0 0 1,1-1 0,-1 1 0,0 0 0,0 0-1,0 0 1,-6-2-81,1 1-1,-1 0 1,1 0-1,-1 1 1,1 0-1,-1 0 1,0 0-1,1 1 1,-1 0-1,1 1 1,-1-1-1,1 1 1,0 0-1,0 1 1,0-1-1,-8 6 1,8-5-7,5-3 60,0 1 0,0-1-1,0 1 1,0 0 0,0-1-1,0 1 1,0 0 0,0 0-1,0 0 1,0 0 0,0 0-1,1 0 1,-1 0 0,0 0-1,1 0 1,-1 0-1,0 0 1,1 0 0,0 0-1,-1 1 1,1-1 0,0 0-1,-1 3 1,6 8-2793,9-6-5443,-14-42 5920,4 15 1837,-1 11 567,0 0 1,1 0 0,0 1 0,1-1-1,0 1 1,1 0 0,0 1 0,0-1-1,0 1 1,1 0 0,1 1 0,-1 0-1,1 0 1,14-9 0,21-9-536,-34 21-545,0 0 0,-1-1 0,15-11-1,-21 14-388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18.0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236 195 3948,'0'0'4073,"-3"0"-3075,-5 2-544,5-1-226,1-1 0,-1 1 0,1-1 0,-1 1 0,0-1 0,1 0 0,-1 0 0,0 0 0,1 0 0,-1-1 0,0 1 0,-2-1-1,-13-6 459,0 2-1,0 0 1,-34-4-1,48 8-640,0 0-1,1 0 1,-1 1 0,0-1-1,1 1 1,-1 0 0,0 0-1,0 0 1,1 1 0,-1 0-1,0-1 1,1 1 0,-1 0-1,1 1 1,-1-1 0,1 1-1,0-1 1,-1 1 0,-4 4-1,7-6-38,1 0 0,0 1 0,-1-1 0,1 0 0,0 0 0,0 0 0,-1 1 0,1-1 0,0 0 0,0 0 0,0 0 0,-1 1 0,1-1 0,0 0 0,0 0 0,0 1 0,0-1 0,0 0 0,0 1 0,-1-1 0,1 0 0,0 1 0,0-1 0,0 0 0,0 0 0,0 1 0,0-1 0,0 0 0,0 1 0,0-1 0,0 0 0,1 1 0,-1-1 0,0 0 0,0 0 0,0 1 0,0 0 0,14 7 156,29 3 32,-37-10-174,97 18 395,129 6 0,107-13 234,-155-8-423,1086 4 1081,-714-19-432,-375 1-214,-171 3-653,-10 6-15,1 0 0,0 0 1,-1 0-1,1 1 1,0-1-1,0 0 1,-1 0-1,1 1 1,0-1-1,0 1 0,0-1 1,0 1-1,0-1 1,0 1-1,0-1 1,0 1-1,2-1 1,76-10-253,-75 11 273,-3-1-12,-1 1 0,1-1 0,-1 1 0,1-1 0,0 1 0,-1-1 0,1 1-1,0-1 1,-1 1 0,1 0 0,0-1 0,0 1 0,-1 0 0,1 0 0,0 0 0,0-1 0,0 1 0,-1 0 0,2 0 0,0 0-11,-1 0 1,1 0-1,-1 0 1,0-1-1,1 1 1,-1 0-1,0-1 1,1 0-1,-1 1 1,0-1-1,0 0 1,0 1-1,2-2 1,5-11-89,1 0 0,0 1 0,1 0 0,0 1 0,1 0 0,0 1 0,1 0 0,0 0-1,15-7 1,2-1-156,1 2 0,59-23 0,-62 25 21,-20 9 215,-5 4 72,0 0-2,-1 0 1,0 0-1,0 1 1,1-1-1,-1 0 1,1 1-1,-1-1 1,0 1-1,1-1 1,-1 1-1,1 0 1,-1 0-1,1 0 1,-1-1-1,1 1 1,1 1-1,-13 36 679,-19 44-1,14-43 151,-17 73-1,-60 684 3373,61-424-3636,-61 507-1545,64-633-751,-2-57-2198,-8 8-5212,24-109-230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19.1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44 119 7345,'-5'-14'752,"3"10"-429,1 0 0,-1 0 0,0 1 0,0-1 0,0 0 0,0 1 0,-1-1 0,1 1 0,-6-5 0,8 5 391,1 0 0,-1 0 0,1 0 0,-1 0 0,1 0 0,0 0 0,0 0 0,0 0 0,1 1-1,1-4 1,-9-23 4260,14 74-3417,2-1 1,19 52-1,7 26-293,-8 9-645,-5 1-1,-7 1 1,0 134 0,-17-83-2200,-41 304 0,26-369 256,-27 173-3546,7-99-2548,-9-2-5385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20.0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39 4608,'0'-2'167,"-1"0"0,1 0-1,0 0 1,1 0 0,-1 0-1,0 0 1,0 0 0,1 0-1,-1 0 1,1 0 0,0 0-1,0 1 1,-1-1-1,1 0 1,1 0 0,4-6 6146,-2 75-3186,19 107 0,-10-88-2256,14 103 413,2 236 0,-57 300-1386,0-363-3009,-5 0-4796,32-350 7561,-11 167-8485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21.8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87 27 5164,'-40'-27'9407,"47"53"-7078,25 102-637,-6 1 0,12 187 0,-29 49-940,-31 3-2091,-46 119-3826,27-207-751,13-76-1408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22.6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13 179 6317,'-6'-21'607,"5"17"-394,-1 0-1,1 0 1,0-1 0,0 1-1,1 0 1,-1 0-1,1 0 1,0-1 0,0 1-1,1 0 1,0-5 0,12-24 3655,-12 33-3758,0 0 0,0 0 0,-1 0 0,1 0 0,0 0 0,0 1 0,0-1 0,0 0 0,-1 1 1,1-1-1,0 0 0,0 1 0,-1-1 0,1 1 0,0-1 0,-1 1 0,2 1 0,-1-1 114,10 7 291,-1 2 0,0-1 0,0 2 0,-1-1 0,13 20 0,35 66 729,-32-51-808,222 337 1497,-179-292-1662,5-3-1,83 78 0,-108-121-164,2-2 1,65 42-1,-79-62-64,1-1 1,0-1 0,2-2 0,54 17 0,-73-29-40,-1-1-1,1-1 1,0-1-1,0 0 1,0-2-1,0 0 1,0-2-1,0 0 1,0-1-1,0-1 1,0 0-1,0-2 1,-1 0-1,0-2 1,0 0-1,-1-1 1,0-1-1,0 0 1,-1-1-1,0-1 1,0-1-1,-2-1 1,1 0-1,18-21 1,17-23-143,-2-3 0,-3-1 1,-3-2-1,49-98 0,29-84-2096,11-22-2446,-36 93-1870,-42 86 46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23.3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10125,'0'0'1452,"2"2"-188,26 33 754,-3 0 1,23 42 0,7 11-555,276 407 2185,-294-439-3487,-12-16-53,2-2-1,1 0 1,2-2-1,35 33 1,-42-48-89,0-2 0,1-1 0,1 0 0,1-2 0,0-1 1,1-1-1,1-2 0,0 0 0,0-2 0,1-1 0,0-1 0,1-2 0,0-1 1,0-1-1,0-2 0,0 0 0,34-4 0,-15-4-45,-1-2 0,0-2 0,0-2 1,-2-2-1,1-2 0,-2-2 0,0-2 0,-1-2 0,-2-2 0,63-45 0,-40 19-649,-2-3 0,-3-3 0,-2-2-1,-3-3 1,72-101 0,-93 112-815,-3-2 1,34-72-1,0-37-4397,-24 42-1536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24.0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70 7717,'-1'-3'175,"1"1"1,-1 0-1,1 0 0,-1-1 1,1 1-1,0-1 0,0 1 1,0 0-1,0-1 1,0 1-1,0 0 0,1-1 1,-1 1-1,1 0 1,-1-1-1,2-1 0,0 1 179,1 0 0,-1 1 0,0-1 0,1 1 0,0 0-1,-1 0 1,1 0 0,0 0 0,0 0 0,4-1 0,-4 1 881,0 5-19,9 8-600,-1 1 1,-1 0-1,0 1 1,0 0 0,-1 0-1,9 19 1,164 303 3647,-132-258-3603,3-1 0,81 87 0,-111-137-550,3 4 41,2-1 1,0-2-1,36 26 1,-39-33-45,1-2 1,1-1-1,36 16 1,-48-27-70,-1 0 1,1-1-1,0-1 1,0 0-1,0-1 1,1-1-1,-1-1 1,29 0-1,-16-3-13,0-2 0,0-1 0,0-1-1,-1-2 1,0 0 0,0-2 0,-1-1-1,26-15 1,31-22-137,80-62 0,-76 49-196,415-257-3712,-114 75-3308,-246 151 1640,-4 8-3114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24.8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10341,'2'32'1164,"3"0"1,0-1-1,3 0 0,0 0 1,14 32-1,-11-30-205,5 11 216,3-1 0,1-1 0,2-1-1,48 69 1,-56-92-946,1 0 1,0 0-1,1-1 0,0-2 1,2 1-1,0-2 0,1 0 0,0-1 1,1-1-1,0-1 0,1-1 0,0-1 1,0 0-1,1-2 0,1-1 0,-1 0 1,1-2-1,0 0 0,-1-2 0,27 0 1,22-3 104,-1-3 0,107-21 0,135-50 132,-204 41-653,-1-5-1,105-55 0,193-123-4874,-135 70-5250,-152 86-1210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29.0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1105 397 6021,'10'-75'3843,"-4"21"-1730,-4 41-1662,-1 0 0,0 0-1,0 0 1,-2 0 0,1-1 0,-2 1-1,0 0 1,0 1 0,-1-1-1,-1 0 1,0 1 0,-9-19 0,10 25-363,0 1 0,0 0 0,0 0 0,0 0 0,-1 0-1,0 1 1,0-1 0,0 1 0,-1 0 0,1 0 0,-1 0 0,0 1 0,0 0 0,0 0 0,-1 0 0,1 1 0,-1-1 0,1 1 0,-1 0 0,0 1 0,0 0 0,0 0 0,0 0 0,0 0 0,0 1 0,0 0 0,0 0 0,-10 3 0,-6 2 55,1 1 1,-1 0-1,2 2 1,-1 1-1,1 1 1,0 0-1,-30 22 1,8-1 62,2 1 0,-42 44 1,15-6 78,-78 108 0,-41 89 18,158-226-249,2 1-1,2 2 1,1 0 0,3 1-1,2 2 1,-19 70-1,34-102-45,1-1-1,0 0 0,1 0 0,1 1 1,0-1-1,1 0 0,1 1 0,0-1 1,0 0-1,7 16 0,-6-20 5,1 0-1,0 0 1,1-1-1,0 0 1,0 0-1,1 0 1,0 0-1,0-1 1,1 0-1,1 0 1,-1-1 0,1 0-1,0-1 1,15 10-1,-4-6-9,0 0 0,1-1 0,0-1 0,1-1 0,-1-1-1,1-1 1,30 4 0,-19-6 9,0-2-1,1 0 1,-1-3-1,47-7 1,-24-2-45,0-2 0,-2-3 0,1-2 0,-2-2 0,71-39-1,-85 38-25,-1-2 0,0-1-1,-2-2 1,-1-2-1,-1-1 1,-2-1-1,-1-2 1,-1-1-1,33-51 1,-60 83 55,-1 0 1,0-1 0,0 1-1,0-1 1,0 0-1,0 1 1,-1-1 0,1 0-1,0 1 1,-1-1 0,1 0-1,-1 0 1,0 0-1,0 1 1,0-1 0,1 0-1,-2 0 1,1 0-1,0 0 1,0 1 0,0-1-1,-1 0 1,1 0-1,-1 0 1,0 1 0,1-1-1,-1 0 1,0 1 0,0-1-1,0 1 1,0-1-1,0 1 1,-1-1 0,1 1-1,0 0 1,-1 0-1,1-1 1,-1 1 0,1 0-1,-1 0 1,1 0 0,-1 1-1,-2-2 1,-1 0-3,1 0 0,-1 1 0,0 0 0,0-1 0,1 2 0,-1-1 0,0 0 0,0 1 0,0 0 0,0 0 0,0 1 0,0-1 0,0 1 0,-7 2 0,9-1-1,-1 0-1,1 0 0,0 1 0,0-1 0,0 1 0,0 0 0,0 0 0,-3 4 1,5-6 6,23 6-94,-8-7 100,0 0 0,0-1 0,1-1-1,-1 0 1,18-6 0,29-5 8,-18 7-10,0 0 37,48-1 0,-76 7-21,1 0 1,0 2-1,0 0 0,0 1 0,-1 0 1,25 9-1,-2 4-134,-1 1-1,-1 3 1,55 37 0,-85-53-269,64 40-3064,-64-41 2660,-1-1 0,1 1 0,0-1-1,0 0 1,1-1 0,-1 1 0,0-1 0,1 0 0,-1-1 0,7 0 0,10 0-5931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29.5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0 236 6601,'2'2'317,"0"1"1,0-1 0,0 1-1,-1-1 1,1 1 0,-1 0 0,1 0-1,-1 0 1,0 0 0,0 0-1,-1 0 1,2 3 0,-6 39 2803,2-39-2946,-4 45 1696,6-47-1275,1-2-459,-1-1-128,1 1 1,-1-1-1,1 0 1,-1 1-1,1-1 1,0 0-1,0 0 0,-1 0 1,1 0-1,0 0 1,0 0-1,0 0 1,0 0-1,0 0 1,1 0-1,-1 0 0,0-1 1,0 1-1,3 1 1,-1-2 2,-1 0 1,1 0 0,0 0 0,0 0-1,0-1 1,0 1 0,0-1 0,3-1-1,25-4 50,15 0-64,-11 0-9,0 2 0,0 1 0,70 4 0,-101 0 39,14-6 33,-6 1-51,1 1-1,-2-1 1,1-1 0,0 0-1,-1-1 1,0 0 0,14-10 0,-10 6-10,1 0 1,25-10-1,-32 17 11,16-7-13,0 1-1,32-6 1,-45 13 3,1 1 1,-1 0 0,1 1-1,-1 0 1,1 1 0,-1 0-1,22 5 1,1 3-36,-11-2 52,0-1-1,0-1 1,1-1-1,0-1 1,31-1-1,-40-4-27,0-1-1,0 0 0,0-1 1,0-1-1,-1-1 1,0 0-1,0 0 0,-1-2 1,25-17-1,-29 18 32,-2-1 0,1 0-1,-1 0 1,0-1 0,8-13 0,11-11-73,-20 26-204,-6 5 255,0 0 0,0 0 0,0 1-1,1-1 1,-1 0 0,1 1 0,-1-1 0,1 1 0,0 0 0,-1 0 0,1 0 0,0 0 0,0 0 0,0 0 0,2-1 0,-2 4-32,1-1 0,-1 1 0,1-1 0,-1 1 1,0 0-1,0 0 0,0 0 0,0 0 1,0 0-1,2 4 0,7 6-337,-8-9 271,1-1 1,-1 0-1,1-1 1,0 1-1,-1-1 0,1 1 1,0-1-1,0 0 1,0 0-1,0-1 1,0 1-1,0-1 1,0 0-1,1 0 1,5-1-1,8-1-247,0-1 0,21-6 1,-13 0-51,1-1 0,27-15-1,4-1-888,-51 23 778,-1 0 0,0-1 1,0 1-1,0-1 0,-1 0 0,1-1 1,-1 1-1,8-10 0,1-3-3029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29.9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68 197 6245,'-3'15'3621,"2"-12"-2833,-2 27 290,3-27-705,-1 1-62,-10 27 80,-2 0 0,-21 37 0,33-66-167,3-5-200,-1 0 1,1 1 0,0-1 0,0 1-1,0-1 1,1 1 0,-1 0-1,1 0 1,3-2 0,2 0 26,-1 0 0,1 1 0,0 0 0,1 0 0,-1 1 1,0 0-1,1 0 0,-1 1 0,1 0 0,0 1 0,-1 0 0,1 0 0,-1 1 0,12 2 1,-11-2-31,0 1 0,-1 0 0,1 0 0,-1 1 0,0 0 0,0 1 1,0 0-1,0 0 0,-1 0 0,1 1 0,-1 0 0,0 1 1,10 10-1,-13-11-7,-1-1 1,0 1-1,-1-1 1,1 1-1,-1 0 0,0 0 1,0 0-1,-1 0 1,1 1-1,-1-1 1,0 0-1,0 1 1,-1-1-1,0 10 1,-1-5 82,0 0 0,-1 1 1,0-1-1,-1 0 0,0-1 0,-4 12 1,-11 7 1374,12-25-656,10-18-323,8-10-295,0 0-1,2 1 1,0 0 0,28-32 0,81-82-201,-79 96-1747,98-72-1,-7 24-4962,-66 49 123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30.2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6229,'0'21'1587,"0"-15"-226,1-1 0,0 1 1,0 0-1,1-1 1,-1 0-1,5 10 1,11 10-1224,-16-23-103,0 0 0,0 1 1,0-1-1,0 0 0,0 0 0,0 1 0,0-1 0,-1 1 0,1-1 0,-1 0 0,0 1 0,0-1 1,0 1-1,0-1 0,0 1 0,0-1 0,-1 1 0,1-1 0,-2 3 0,-15 39 235,16-42-246,18-9 38,-8 2-75,0 0-1,0 0 1,-1-1 0,0-1 0,0 1 0,0-1-1,10-12 1,-8 8 150,0 1 0,1 0 0,19-13 0,9 1 293,-39 22-417,1-1 0,0 1 0,0 0 1,0 0-1,0 0 0,0 0 0,0 0 1,0 0-1,0 0 0,0 0 0,0 1 1,0-1-1,0 0 0,-1 1 0,1-1 0,0 0 1,0 1-1,0-1 0,0 1 0,-1-1 1,1 1-1,0 0 0,0 0 0,2 0 26,-1 1-25,1 0-1,-1 0 0,0 0 0,0 0 0,1 0 0,-1 1 0,0-1 0,-1 0 0,1 1 0,0 0 0,-1-1 0,0 1 0,1 0 0,-1 0 0,0 0 0,0 0 0,0 4 0,7 59-197,-7-50 13,1 14-921,2 0 0,10 37 0,-5-36-1118,1-1-1,15 31 0,11 17-4547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30.9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458 0 11645,'-133'77'5059,"125"-72"-4732,0 0 0,1 1 0,0-1 0,0 2 0,0-1 0,1 1 0,0 0 0,-8 11 0,2-1 253,-21 28 562,2 1-1,1 2 1,3 1-1,-28 72 1,41-85-856,2 2 1,1 0 0,2 0-1,1 1 1,2 0-1,2 0 1,1 41-1,4-60-257,1 0 0,1-1-1,1 0 1,0 0-1,1 0 1,2 0 0,-1-1-1,2 0 1,1 0 0,0-1-1,1 0 1,1 0 0,0-1-1,1-1 1,1 0 0,0-1-1,1 0 1,1-1-1,0 0 1,1-2 0,0 0-1,1 0 1,0-2 0,0 0-1,1-1 1,30 10 0,-7-6-499,1-2 1,0-2-1,0-2 0,1-1 1,80-2-1,-90-5 191,0-2 0,0-1-1,0-1 1,-1-2 0,0-1-1,0-2 1,-1-1 0,33-17 0,157-104-567,32-16 656,-244 144 207,1 0 0,0 1 0,0 0 0,1 1 0,-1 0 0,1 0-1,0 1 1,21-1 0,-28 3-9,1 0 0,-1 1-1,1 0 1,-1 0-1,0 0 1,1 0 0,-1 1-1,0 0 1,0 0 0,0 0-1,0 0 1,0 1-1,-1-1 1,1 1 0,-1 0-1,1 0 1,-1 0 0,0 1-1,0-1 1,0 1 0,-1 0-1,1-1 1,3 10-1,9 19-163,-2 2-1,12 42 1,-12-36-2088,22 51 0,-10-38-3479,-1-1-3582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31.1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0 13629,'-3'67'2176,"-4"-13"-3,14 3-425,-14-2-64,0-4-268,4 3-268,3 9-204,0 4-256,0 11-104,0 3-176,-3 7-720,6 2-392,-6-14-712,-11-16-864,4-9-868,-3-6-2441,13-26-4576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31.3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59 10925,'31'-12'787,"-5"2"338,0 1 0,27-5 0,-26 9-330,1 1-1,-1 2 0,1 0 0,-1 2 0,1 1 0,48 8 0,-55-5-547,0 0 0,0 2-1,-1 0 1,0 2 0,-1 0-1,1 1 1,-2 1-1,1 1 1,23 18 0,-34-23-191,-1 1 0,1 0-1,-2 1 1,1-1 0,-1 1 0,0 1 0,-1-1 0,0 1 0,0 0 0,-1 0 0,0 0 0,0 0-1,-1 1 1,-1 0 0,0-1 0,2 16 0,-3-11-14,-1 0 1,0 1-1,-1-1 1,-1 0-1,0 1 1,-1-1-1,-1 0 1,0-1-1,-1 1 1,-12 25-1,-9 7-83,-2 0 1,-2-3-1,-2 0 0,-2-2 0,-40 38 0,-65 52-1803,-4-9-4103,84-72 1670,4-6-4956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31.6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204 346 11549,'-4'-13'361,"1"8"-134,1 0-1,-1-1 1,1 0 0,1 0-1,-1 1 1,1-1 0,0 0 0,0 0-1,1 0 1,0 0 0,0 0 0,0-1-1,1 1 1,2-10 0,8-16 1009,1 2-1,2-1 1,1 1 0,1 1 0,22-29-1,-37 56-1169,0 1-1,1-1 0,-1 0 0,1 0 0,-1 1 0,1-1 0,-1 1 1,1-1-1,0 1 0,0 0 0,0-1 0,0 1 0,0 0 0,0 0 1,0 1-1,0-1 0,0 0 0,4 0 0,-4 1-28,0 0 0,0 1 0,0-1 0,0 0-1,0 1 1,0 0 0,0-1 0,-1 1 0,1 0-1,0 0 1,0 0 0,-1 0 0,1 0 0,0 0 0,-1 0-1,3 3 1,1 2 17,0 0 0,0 1-1,-1-1 1,0 1 0,0 0-1,-1-1 1,0 2 0,0-1 0,2 11-1,97 511 764,-97-499-790,5 34 40,-2 0 0,-4 0 0,-2 0 0,-8 75 0,3-107-32,-2 0 0,-1 0 0,-2 0-1,-1-1 1,-2 0 0,0 0-1,-3-2 1,0 1 0,-2-2-1,-19 29 1,11-26-189,-1-1 0,-1-1-1,-2-1 1,-39 30 0,44-40-698,-1-1 0,-1-2 0,-39 19 0,21-19-1725,12-11-4257,13-2-3279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31.8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41 106 16309,'0'0'2709,"-17"-18"-593,0-1 984,14-2-1988,0 3 368,16 3-1196,4 0-864,10 15-444,-1 0-992,-9 6-7137,-3 6-2200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34.2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2072 9197,'-7'-8'564,"0"0"1,1-1 0,-9-17-1,13 22-342,0 0 1,1 0-1,0 0 0,0 0 1,0 0-1,0 0 0,1 0 1,-1 0-1,1 0 0,0 0 0,1-1 1,-1 1-1,2-6 0,9-33 686,2 2 0,1 0 0,3 0 0,1 2 0,2 0 0,39-57 0,-17 37-525,4 2 0,1 1 0,63-55 0,-37 48-196,2 4 1,3 3-1,2 3 0,2 4 1,173-76-1,-30 39 24,281-70 0,672-107-1062,21 63-2641,-839 144 1613,170-30-3780,-3 4-3477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58.4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38 155 4712,'0'1'57,"0"-1"-1,0 1 0,0-1 0,0 0 0,1 1 0,-1-1 1,0 1-1,0-1 0,1 1 0,-1-1 0,0 1 1,1-1-1,-1 0 0,0 1 0,1-1 0,-1 0 0,0 1 1,1-1-1,-1 0 0,1 1 0,-1-1 0,1 0 0,-1 0 1,1 0-1,-1 0 0,1 1 0,-1-1 0,1 0 1,-1 0-1,1 0 0,-1 0 0,1 0 0,-1 0 0,1 0 1,0 0-1,3-18 1733,-2 5 3240,-1 12-4969,-1 0-1,1 0 1,0 0 0,-1 0-1,1 0 1,-1 0-1,1 0 1,-1 0 0,1 0-1,-1 0 1,0 0-1,0 0 1,1 0-1,-1 0 1,0 0 0,0-2-1,5-14 1273,9-13-597,-13 27-417,3-15 202,1 5-148,-4 10 1155,-1 0-1309,3-23 509,-3 26-689,0 0 0,0-1 0,0 1 0,0 0 0,1 0 0,-1 0 0,0 0 0,0 0 0,0 0 0,0 0 0,1 0 0,-1 0-1,0 0 1,0 0 0,0 0 0,1 0 0,-1 0 0,0 0 0,0 0 0,0 0 0,0 0 0,1 0 0,-1 0 0,0 0 0,0 0 0,0 0 0,1 0 0,-1 0 0,0 0 0,0 0 0,0 0 0,0 0 0,0 1 0,1-1 0,-1 0 0,0 0 0,0 0 0,0 0-1,0 0 1,0 1 0,0-1 0,0 0 0,1 0 0,-1 0 0,0 0 0,0 1 0,0-1 0,0 0 0,0 0 0,0 0 0,0 0 0,0 1 0,0-1 0,0 0 0,0 0 0,3 8 389,0 0 0,0 0 0,-1 1 0,2 11 0,3 30 648,0 51 0,-4-48-489,6 91 132,-7 1 0,-5 1-1,-33 212 1,24-280-1520,-18 93-1980,22-137 148,-1 0 0,-25 59 1,21-59-3406,11-12-3636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59.0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1 101 10709,'9'-8'654,"-1"0"0,2 0-1,-1 1 1,1 1 0,0 0 0,1 0-1,-1 1 1,1 0 0,17-5 0,8 0 1243,63-10 0,-91 19-1755,0 1 0,0 0-1,0 0 1,0 0 0,0 1-1,0 0 1,0 1 0,0 0 0,0 0-1,-1 0 1,14 7 0,-5-1 87,-1 1 0,0 1 0,15 13 0,-21-16-170,-1 1 0,0 0-1,-1 1 1,0 0 0,0 0-1,-1 1 1,0 0 0,0 0-1,-1 0 1,-1 0 0,0 1 0,0 0-1,4 21 1,0-4 35,4 18-101,-2 0 0,-2 0 0,-2 1 0,-2 0 1,-2 1-1,-3-1 0,-1 0 0,-2 0 0,-2 0 1,-14 46-1,13-65-95,-2 0 0,-1-1 0,-1 0 0,-16 28 1,-6-12 5,31-41 57,3-7-24,7-19 51,1 1 1,1 0-1,1 0 0,1 1 1,22-30-1,-20 30 50,152-209-141,-128 186 94,2 1-1,83-69 0,-107 101 28,0 0-1,1 1 1,0 1-1,0 1 1,1 0-1,0 1 1,29-8-1,-40 14 0,0 0 0,0 1 0,0 0 0,1 0 0,-1 0 0,0 1 0,0 1 0,1-1 0,-1 1 0,0 0 0,0 1 0,0-1 0,0 1 0,0 1 0,0-1 0,-1 1 0,1 1 0,-1-1 0,1 1 0,-1 0 0,-1 0 0,1 1 0,7 8 0,-3-2 30,-1 1 0,0 0 0,-1 1 0,-1 0 0,0 1 0,-1-1 0,0 1 0,-1 0 0,-1 1 0,0-1 0,3 28 0,0 14 156,-3 102 0,-5-115-100,-1 60-47,2 85-463,1-182 364,-1 1-1,1-1 1,1 1 0,-1-1 0,1 1 0,0-1 0,1 0 0,-1 0 0,1 0 0,0 0 0,8 9 0,-9-12 19,0-1-1,0 0 1,1 1 0,-1-1 0,1 0-1,0-1 1,-1 1 0,1 0 0,0-1-1,0 1 1,0-1 0,0 0 0,0 0-1,0 0 1,1-1 0,-1 1-1,0-1 1,0 0 0,1 0 0,-1 0-1,0 0 1,0 0 0,0-1 0,1 1-1,4-2 1,13-6-43,0-1-1,-1-1 0,0 0 1,0-2-1,-1 0 0,0-1 1,21-21-1,-15 14-2,0 2-1,52-30 0,-71 45 84,-1 1-1,1 0 1,0 1-1,0-1 1,-1 1-1,1 0 1,0 0-1,0 1 1,0 0-1,0 0 0,0 0 1,0 1-1,0 0 1,0 0-1,0 1 1,-1-1-1,1 1 1,5 3-1,10 5 108,0 1-1,-1 1 1,25 20-1,13 7 105,-26-20-114,2-2-1,0-1 1,1-1 0,38 9-1,-57-19-89,1-1 0,0-1-1,-1-1 1,1 0 0,0-1-1,0-1 1,0 0 0,0-1-1,0-1 1,0-1 0,20-6-1,-29 5 0,1 0 1,-1-1-1,0 0 0,-1-1 0,0 1 0,1-1 0,-2-1 0,1 1 0,-1-1 1,0-1-1,0 1 0,8-16 0,-13 20-17,1 0 0,-1 0 0,0 0 0,0 0 0,0 0 0,0 0 0,-1 0 0,1 0 0,-1-1 0,0 1 0,0 0 0,0 0 0,-1-1 0,1 1 0,-1 0-1,1 0 1,-1 0 0,0 0 0,-3-6 0,1 0-5,-1 1 0,-1 0 0,0 0 0,0 0 0,-9-11 0,8 13-68,0 0 0,-1 0 1,0 1-1,0-1 0,0 2 1,0-1-1,-1 1 0,0 0 1,0 0-1,0 1 1,0 1-1,0-1 0,-15-2 1,-44-1-3556,2 10-5262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59.2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208 0 11401,'7'31'2084,"-4"26"-216,-3-9-167,-3 3-269,-4 10-300,0-1-164,-3 9-188,-3 4 4,-4-1-332,4 3-136,-8 4-248,5-7-244,-11-6-536,3-5-612,8-10-380,-1-3-412,0-3-2889,7-24-3960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59.4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0 128 7413,'6'-2'180,"31"-18"1349,1 2 1,0 2 0,77-21 0,-67 26-267,1 2 1,0 2-1,79-1 1,-112 9-1036,0 1 0,0 0-1,0 1 1,0 0 0,-1 1 0,21 9 0,-25-9-136,-1 2 0,0-1 0,-1 1 1,1 0-1,-1 1 0,0 0 0,-1 1 1,1 0-1,-2 0 0,9 11 0,-10-10-34,0 0-1,0 1 1,-1 0-1,0 0 0,0 0 1,-1 0-1,-1 1 1,5 21-1,-4-3-463,0 61 1,2 28-6198,3-55-4891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3:59.9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 0 6109,'-8'7'551,"1"0"0,0 1 0,1 0 0,-1 0 0,-8 16 0,13-20-393,0 0 0,0 0-1,0-1 1,1 1 0,0 1 0,0-1 0,0 0-1,0 0 1,0 0 0,1 0 0,0 1-1,0-1 1,0 0 0,1 0 0,-1 1 0,1-1-1,2 7 1,17 36 155,28 49 1,0-1 444,-47-94-724,-1 0 0,0 0 0,1-1 0,-1 1 0,0 0 0,1 0 0,-1 0 1,1-1-1,-1 1 0,1 0 0,0-1 0,-1 1 0,1 0 0,0-1 0,-1 1 0,1-1 0,0 1 0,0-1 0,-1 1 0,1-1 1,0 0-1,0 1 0,0-1 0,0 0 0,-1 0 0,1 1 0,0-1 0,0 0 0,0 0 0,0 0 0,0 0 0,0 0 1,0 0-1,0 0 0,-1-1 0,1 1 0,0 0 0,0 0 0,0-1 0,0 1 0,-1-1 0,1 1 0,0-1 0,0 1 0,-1-1 1,1 1-1,0-1 0,-1 1 0,1-1 0,0 0 0,-1 1 0,1-2 0,17-30 199,97-109-2182,-105 130 1825,0-1 1,1 1-1,0 1 0,1 0 0,0 1 1,22-13-1,-6 8 535,0 0 0,34-10 0,-59 23-81,43-2-83,-46 3-246,1 0 1,-1 0-1,1 1 1,0-1-1,-1 0 1,1 0-1,-1 1 1,1-1-1,-1 1 1,1-1-1,-1 1 1,1-1-1,-1 1 1,1-1-1,-1 1 1,0-1-1,1 1 0,-1-1 1,0 1-1,1 0 1,-1-1-1,0 1 1,0-1-1,0 1 1,1 0-1,-1 0 1,0 1-5,6 8-170,2 4-85,0 0 0,0 0 0,14 14 0,-18-23 229,0-1 0,1 0 0,-1 0 0,1 0 0,0-1-1,0 0 1,1 0 0,-1 0 0,1 0 0,-1-1 0,1 0-1,6 1 1,13 2-161,0-1-1,1-1 1,0-2-1,35-1 1,-16-1-4112,-22 1-587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00.0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28 4228,'-43'-27'1881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03.5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97 2220,'3'1'551,"25"13"5506,-27-16-5573,1-1 20,0 1-1,-1-1 1,1 1-1,-1-1 1,0 1 0,0-1-1,0 0 1,0 0-1,0 0 1,0 0-1,-1 0 1,1-3 0,-1-10-897,0 13 562,4-2 0,0 1 1,-1 0-1,0-1 1,0 0 0,0 0-1,-1 0 1,3-6-1,-3 6-252,-1 2 1901,2 7-1395,36 66 758,39 97 0,-49-102-803,112 222 695,-8-21-571,38 85-101,96 223-98,-256-547-891,-1 0 0,9 46 0,-19-70-489,-2-3-1393,-1-1 1539,0 1 0,0-1-1,0 0 1,0 0 0,1-1-1,-1 1 1,0-1 0,-4-3 0,-4-11-6561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03.9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1520 10721,'10'56'766,"-6"-29"-187,1-1-1,1-1 0,1 1 0,14 31 0,-7-27-23,2-1-1,0-1 1,2-1 0,1 0 0,2-1-1,0-2 1,2 0 0,0-1 0,31 23-1,-21-21-284,1-1 0,1-1 0,1-3 0,1 0 0,0-3 0,73 24 0,-76-32-223,1-1 1,0-1 0,0-2 0,0-2-1,0-1 1,0-1 0,1-3-1,-1 0 1,0-3 0,0 0 0,-1-3-1,1 0 1,-2-3 0,1 0 0,-2-3-1,1 0 1,-2-2 0,0-1-1,-1-2 1,-1-1 0,-1-1 0,0-2-1,32-35 1,-13 4-50,-2-3 0,-3-2 0,-3-1 1,-2-2-1,-3-2 0,27-70 0,-10-1-14,-5-1 0,27-147 0,-10-73-181,-55 267-351,-3 0 0,-6-91 1,-1 151-397,-10-53 0,10 74 479,1 1 1,-2 0 0,1-1 0,-1 1 0,0 0 0,0 0 0,-1 1 0,0-1 0,0 1-1,-1 0 1,-9-11 0,13 16 180,0 0 0,0 1-1,0-1 1,0 0 0,0 0-1,0 0 1,-1 1 0,1-1-1,0 1 1,-1-1 0,1 1-1,0-1 1,-1 1 0,-1-1-1,-25 5-6067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04.3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6 11085,'11'-5'4839,"-13"5"-4531,1 1 0,-1 0 1,0-1-1,1 1 0,-1 0 1,1 0-1,-1 0 0,1 0 1,0 0-1,-1 0 0,1 0 0,-2 3 1,0 2 76,-1 0 0,1 0 0,1 1 0,-1 0 0,1-1 0,0 1 0,1 0 0,-1 0 0,1 0 0,0 12 0,1 11 626,4 36-1,-1-32-440,39 393 731,-15-176-5369,-9 1-6714,-15-167 557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04.5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292 51 12189,'-7'-51'3841,"24"57"-1193,0 0-2134,0 1 0,0 1 0,-1 0 0,0 1 0,20 15 0,-27-17-402,0 1 0,-1 1 1,0-1-1,0 2 0,-1-1 0,0 1 0,0 0 1,-1 0-1,6 15 0,-3-5-12,-1-1 0,-1 2 1,-1-1-1,-1 1 0,5 41 0,-9-45-70,-1-1 0,0 1 0,-1-1 0,-1 1 0,-1-1 0,0 0 0,-1 0 0,-10 23 1,5-18-72,-1 0 0,0-1 1,-2 0-1,-1-1 1,0-1-1,-1 0 1,-1 0-1,-31 27 0,21-24-573,-1-1-1,-1-1 0,-1-2 0,0 0 1,-48 19-1,65-32-267,1 0 0,-1-1 0,0 0 0,-1 0 0,1-1 0,0-1 1,-1 0-1,1 0 0,-1-1 0,-12-2 0,-9-8-6135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05.3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148 847 10325,'-4'8'503,"1"-1"1,-1 1-1,2 0 0,-5 15 1,5-14-20,0-1 0,-1 1 0,-8 16 0,-64 94 1859,52-86-1968,22-30-317,-1-1 0,1 1-1,-1 0 1,1 0-1,0 0 1,0-1 0,1 1-1,-1 0 1,0 0-1,1 0 1,0 5 0,4-10 80,13-4-95,-1-1 0,0-1 0,0-1 1,-1 0-1,21-17 0,70-67 27,-18 15-163,-51 47 65,-21 16 69,2 0 1,0 1-1,1 1 0,34-17 0,-51 29-28,-1 0 1,1 0-1,-1 0 1,1 0-1,0 1 0,0-1 1,-1 0-1,1 1 1,0 0-1,0-1 1,-1 1-1,1 0 1,0 0-1,0 0 1,0 0-1,0 0 1,-1 0-1,1 1 0,0-1 1,0 1-1,-1-1 1,1 1-1,0 0 1,-1-1-1,1 1 1,0 0-1,-1 0 1,1 0-1,-1 0 1,0 1-1,1-1 0,-1 0 1,0 1-1,0-1 1,0 0-1,1 1 1,-2 0-1,1-1 1,0 1-1,0-1 1,0 3-1,13 32 179,16 73 0,-27-100-179,0-1 1,0 0-1,1 1 0,0-1 0,0-1 0,10 14 0,-8-12-10,-4-7-31,27-5-71,-26 4 86,0-1 1,0 0-1,0-1 1,0 1 0,0 0-1,0-1 1,-1 0-1,1 1 1,0-1 0,0 0-1,-1-1 1,1 1-1,0 0 1,-1-1 0,1 1-1,3-4 1,7-9-449,-1 0 1,0-1-1,0-1 1,-2 0-1,18-34 1,-17 28-382,1 1-1,1 1 1,23-29 0,53-50-1254,92-133 0,-164 206 2231,29-39 722,-41 59-738,0 0 1,1 0-1,-1 1 1,1-1-1,1 1 1,-1 1-1,11-7 1,-5 4 46,-10 6 3,2 2-142,22 8-1057,1-1-1,43 6 1,-69-13 922,1-1 1,-1 0-1,0 0 0,0 0 1,1 0-1,-1 0 1,0-1-1,0 1 0,0 0 1,1-1-1,-1 1 1,0 0-1,0-1 0,0 1 1,2-2-1,4-2-198,3 1 278,0 0 1,0-1 0,-1 0 0,1-1 0,8-6 0,-12 7 469,-1 0 0,0 0 0,0-1 0,0 0 0,0 0 0,-1 0 0,0 0 0,7-12 0,-8 9-150,0 0 1,0-1-1,-1 1 0,2-13 0,-2 17-353,-1 0-1,0 0 1,1 0-1,0 0 1,0 1 0,0-1-1,0 1 1,1-1-1,-1 1 1,1 0-1,0 0 1,0 0 0,0 0-1,0 1 1,1-1-1,3-1 1,164-120-436,-171 124 528,0 0 0,0 0 0,0 0 0,1-1 0,-1 1 0,0 0 1,0 0-1,0 0 0,0-1 0,1 1 0,-1 0 0,0 0 0,0 0 1,0 0-1,1 0 0,-1 0 0,0-1 0,0 1 0,0 0 0,1 0 1,-1 0-1,0 0 0,0 0 0,1 0 0,-1 0 0,0 0 0,0 0 1,1 0-1,-1 0 0,0 0 0,0 0 0,1 0 0,-1 0 0,0 0 1,0 1-1,0-1 0,1 0 0,-1 0 0,0 0 0,0 0 0,0 0 1,1 0-1,-1 1 0,0-1 0,0 0 0,0 0 0,0 0 0,1 0 1,-1 1-1,0-1 0,0 0 0,0 0 0,0 1 0,0-1 0,0 0 1,0 0-1,0 0 0,0 1 0,1-1 0,-1 0 0,0 0 0,0 1 1,0-1-1,0 0 0,-1 0 0,1 1 0,0-1 0,0 0 0,0 1 0,-6 32 1160,-17 42-364,22-73-790,-34 89 811,-11 35-207,22-46-685,11-41-462,1 1 1,3 0 0,1 0 0,-3 43 0,-2 67-3444,12-146 3398,10-19-611,1-6 809,-1-1 1,12-42-1,-12 33-683,16-34-1,10-6-387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05.5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0 4548,'-17'9'1293,"21"13"-493,-1-1-592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05.6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67 3100,'23'-66'-348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05.7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3276,'0'0'556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05.8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104 0 5444,'-27'9'937,"7"1"-173,13 5-172,-3 0-260,0 0-404,3-3-912,-6 0-1061,3-3 61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06.1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0 139 5412,'2'-2'1155,"0"0"-1024,-1 0 0,1 0 1,0 0-1,0 1 0,0-1 0,0 0 0,0 1 0,0-1 0,0 1 0,0 0 0,1 0 1,-1 0-1,1 0 0,-1 0 0,1 0 0,-1 1 0,1-1 0,-1 1 0,1-1 0,-1 1 0,4 0 1,-3 0-109,0-1 0,1 1 1,-1-1-1,0 0 1,0 0-1,0 0 0,0 0 1,0-1-1,5-2 1,2-2 48,17-5 669,0-2 1,25-16 0,-50 28 57,-3 15-438,0-1 1,-6 22 0,-1 20-777,8-53 345,1 0 0,-1 0 1,0-1-1,1 1 0,-1 0 0,1 0 1,0 0-1,0 0 0,0 0 0,0-1 1,0 1-1,0 0 0,0-1 0,0 1 1,1 0-1,-1-1 0,1 0 0,-1 1 0,1-1 1,-1 0-1,1 0 0,0 0 0,2 1 1,-2 0-29,1-1 0,0 0-1,1 0 1,-1 1 0,0-2 0,0 1 0,0 0 0,0-1 0,1 1 0,-1-1 0,5 0 0,0-2 21,0 0 0,-1-1 0,1 1 1,-1-2-1,1 1 0,-1-1 0,0 0 0,7-5 0,52-46 514,-30 24-347,-21 20-360,0 1 0,1 1 1,0 0-1,0 1 0,1 1 1,0 1-1,23-6 0,-9 2-2512,-11 6 270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06.8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 0 12093,'-6'6'411,"4"-4"-213,-1 0 0,1 0 0,0 1 0,0-1 0,0 0-1,0 1 1,0-1 0,1 1 0,-1 0 0,1-1 0,0 1 0,0 0 0,0 0 0,0 0 0,0 0 0,0 0 0,1 0-1,0 0 1,-1 0 0,1 4 0,-3 24 1473,-1 0 0,-11 38 0,-8 54 1398,13 16-609,12 219 0,42 142-1282,-33-389-1052,34 267-3363,-43-362 2873,23 173-4468,-19-159-22,20 58-1,-4-40-4985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07.4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2846 10737,'4'-18'374,"-3"9"-52,0-1-1,1 1 0,0 0 0,1-1 0,0 1 0,0 0 0,1 1 0,0-1 0,1 1 0,-1-1 0,2 1 1,-1 1-1,9-9 0,2 3 126,1 0 1,1 1 0,1 1-1,-1 1 1,23-9-1,-12 5-164,413-154 1429,-345 135-1531,656-206 454,-99 32-395,-9-26-155,-19-36-92,638-379-1,-757 340-11,-502 304 19,468-305 143,-402 260-124,46-30-44,-97 68 13,0 0 0,0 2 0,43-15 0,-58 23 0,0 0 1,0 0 0,0 0-1,0 1 1,1 0 0,-1 0-1,0 0 1,0 1 0,0 0-1,0 0 1,0 0 0,0 1-1,5 1 1,5 4-94,-1 0 0,24 16 0,-20-12-33,128 89-962,-95-67 828,-5-3-117,52 24 1,-86-48 335,1-1 0,0 1 1,-1 1-1,1 0 0,-1 0 1,-1 1-1,1 1 1,12 13-1,-20-17 50,-1 0 1,0 0-1,0 1 0,-1-1 0,0 1 0,0 0 0,0 0 0,-1 0 1,0 0-1,0 0 0,0 10 0,0 8 23,-6 40 1,3-43 8,-55 384 1045,7-59-126,10 115-258,21 1 0,43 498 0,-18-858-627,19 191 41,0-94 10,13 97-55,-37-292-186,-7-6-864,-59-13-348,-1 3 0,-129-7 0,-143 18-3697,322 2 4781,-144 4-3527,-9 8-1742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10.0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9652 2171 5348,'2'-3'969,"1"0"-1,-1 0 0,0 0 0,-1 0 1,1 0-1,0-1 0,-1 1 0,0-1 1,0 1-1,0-1 0,0 0 0,-1 1 0,1-8 1,-5 13-736,-33 17 119,-52 37 0,-1 1-115,-20 3-116,-3-4-1,-2-5 0,-233 69 0,195-85-94,-2-6 1,-1-7-1,0-7 0,-188-5 0,39-23 112,-360-61-1,160-12 82,11-41-105,422 102-111,2-2-1,1-3 1,-88-53 0,118 58-52,1-1-1,1-2 1,2-2 0,1-1 0,1-1 0,-48-63 0,23 9-182,4-2 0,-48-106 0,53 96 91,17 37 49,-2 1-1,-2 2 1,-55-67 0,71 102 77,-1 1-1,-1 1 1,0 1-1,-2 0 1,0 2-1,-1 1 1,-1 1-1,0 1 1,-54-21-1,36 22 62,0 1-1,-1 3 1,-1 2-1,1 1 1,-1 3-1,-75 2 1,-6 10 182,-144 27 1,-97 45 98,188-37-58,125-30-188,21-4 213,-58 8 0,82-16-271,0 0 0,0 0 0,0-1-1,0 0 1,0-1 0,0 0 0,0-1-1,0 0 1,0 0 0,1-1 0,-1-1-1,1 1 1,0-1 0,0-1 0,-14-9-1,-76-51 9,63 38-40,-1 3 0,-1 1 0,-1 2-1,-74-29 1,110 49 10,-34-11 10,-1 1 1,-51-7-1,2 7-31,-1 3-1,0 4 1,-145 13-1,-84 38 129,-76 8-27,365-53-56,-1-1-1,0-1 1,0-2-1,0-1 1,-43-9-1,56 8-18,0-1-1,1 0 0,0-1 1,0 0-1,0-2 1,1 0-1,0 0 0,0-1 1,1-1-1,0 0 1,-13-15-1,11 9-6,0 0 1,1-2-1,1 1 0,0-2 1,2 0-1,0 0 0,1-1 0,-8-23 1,-89-257 8,85 252-33,17 40 14,1-1 0,0 0-1,0 0 1,-4-17 0,8 25 9,0 0-1,0 0 1,0 0-1,-1 0 0,1 0 1,-1 0-1,1 0 1,0 0-1,-1 0 0,0 0 1,1 0-1,-1 0 1,0 0-1,1 0 0,-1 1 1,0-1-1,0 0 1,0 0-1,0 1 1,1-1-1,-1 1 0,0-1 1,0 1-1,0-1 1,0 1-1,0 0 0,-1-1 1,1 1-1,0 0 1,0 0-1,-2-1 0,-29 5-94,32-4 96,-5 0 2,0 0-1,-1-1 1,1 0 0,0 0-1,0 0 1,0-1-1,0 1 1,-4-4 0,4 2 3,0 0 0,1 0 1,-1-1-1,1 0 0,0 0 1,0 0-1,-4-6 0,-6-7-77,-27-22 138,16 18-117,21 17 48,0 0 0,1 1 0,-2 0 1,1 0-1,0 0 0,-5-2 0,7 4-115,-1 1-399,0 1 355,0 0 0,1-1-1,-1 1 1,0 0 0,1 0-1,-1 1 1,1-1-1,-1 1 1,1-1 0,0 1-1,-1 0 1,1-1 0,-3 5-1,2-3-505,1 1 1,0-1-1,-1 1 0,1 0 0,1 0 0,-1-1 0,0 1 0,1 0 0,0 0 1,0 1-1,0-1 0,1 0 0,-1 0 0,1 5 0,2 8-5622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10.3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 1 5533,'-17'33'7617,"16"-31"-6483,-9 30-138,0 1 0,3 0-1,0 0 1,-3 63 0,10-89-907,-7 82 165,3 1 0,5-1 0,21 151 0,-14-194-1870,2 0-1,2-1 1,26 66 0,-22-66-4251,-6-21 815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10.5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 5509,'0'0'159,"0"-1"0,0 1 0,0 0 0,1 0 1,-1-1-1,0 1 0,0 0 0,0 0 0,1 0 1,-1 0-1,0-1 0,0 1 0,1 0 0,-1 0 1,0 0-1,1 0 0,-1 0 0,0 0 1,0 0-1,1 0 0,-1 0 0,0 0 0,1 0 1,-1 0-1,0 0 0,0 0 0,1 0 0,-1 0 1,0 0-1,1 0 0,-1 0 0,0 0 1,0 0-1,1 0 0,-1 1 0,0-1 0,0 0 1,1 0-1,0 14 1018,-1-11-1132,0 0 0,0 0 0,0-1-1,1 1 1,-1 0 0,1 0-1,-1 0 1,1-1 0,0 1 0,2 4-1,4 3 62,0 0-1,0 0 1,1-1 0,0 0-1,1-1 1,-1 1-1,2-2 1,-1 1-1,1-1 1,1-1 0,-1 0-1,14 6 1,-8-6-104,1-1 0,0 0-1,0-1 1,0-1 0,0 0 0,1-1 0,27-1 0,6-5-775,-1-2 0,0-3 1,0-1-1,88-32 0,-46 9-2505,4-5-1371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11.3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0 239 10457,'20'-24'3884,"-20"3"-2188,4 6-211,2-3-257,1 0-200,3-4-168,3 1-180,1 3-144,-1 0-132,4 6-264,0 0-640,-11-6-3556,1-3-1253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12.8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160 0 8101,'-14'3'1131,"11"-2"-931,0-1 0,1 1 0,-1-1 0,0 1 0,0 0 0,0 0 0,0 0 0,1 0 0,-1 1 0,1-1 0,-1 1 0,1 0 0,-1-1 0,1 1 0,0 0 0,0 0 0,0 1 0,0-1 0,0 0 0,-2 4 0,-10 20 393,1 0 1,1 2-1,2-1 0,0 1 1,2 1-1,1 0 0,1 0 0,2 0 1,-1 34-1,3 8-420,3 0 1,4 0-1,20 109 0,-10-113-1824,42 119 0,-49-166 909,1 0-1,0-1 1,20 28 0,-19-34-1152,0 1 0,21 19 0,-4-8-3227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13.0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42 156 5717,'-2'-38'1889,"6"-55"1,-3 88-1080,0 4-737,-1 0 1,1-1-1,0 1 1,0 0-1,0-1 1,0 1-1,0 0 1,1 0 0,-1 0-1,0 0 1,0 0-1,1 0 1,-1 0-1,1 1 1,-1-1-1,1 0 1,-1 1 0,2-1-1,0 1-45,-1 1 0,0 0 0,0 0 0,0 0 0,0 0 0,0 0 0,0 0 0,0 1 0,0-1 0,-1 0 0,1 1 0,0 0 0,-1-1 0,1 1 0,-1 0 0,0 0 0,3 3 0,18 40 233,-15-29-215,-1 1-1,0-1 1,-2 1-1,1 0 0,-2 0 1,-1 0-1,0 1 1,-1-1-1,0 1 0,-2-1 1,0 1-1,-6 25 1,-7 5-73,-3-1 1,-2-1-1,-1-1 1,-38 61 0,42-78-201,14-26 147,1 0 0,0 1 0,0-1 0,0 0 0,0 0 0,1 0 0,-1 1 0,0-1 0,1 0 0,0 0 0,-1 1 0,1-1 0,0 1 0,0-1 0,1 0 0,-1 1 0,1 2 0,0-3-88,0-1-1,-1 1 1,1-1 0,0 0-1,0 1 1,0-1 0,1 0-1,-1 0 1,0 1 0,0-1-1,1 0 1,-1 0 0,1-1-1,-1 1 1,1 0 0,-1 0-1,1-1 1,-1 1 0,1-1-1,-1 1 1,1-1 0,0 0-1,1 1 1,44 5-4068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13.3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82 112 6485,'-4'0'244,"0"0"1,1-1 0,-1 0 0,0 0 0,1 1-1,0-2 1,-1 1 0,1 0 0,-1-1 0,1 0-1,0 0 1,0 0 0,-5-4 0,6 5-167,0-1 634,1 1-670,1 1 0,0-1 0,0 0 0,-1 1 0,1-1 0,0 1 0,-1-1 0,1 1 0,0-1 0,-1 1 0,1-1 0,-1 1 1,1-1-1,-1 1 0,1-1 0,-1 1 0,1 0 0,-1-1 0,0 1 0,1 0 0,-1 0 0,0-1 0,0 1-8,0 0 0,1-1 0,-1 1 0,0 0 0,1-1 0,-1 1 0,0-1 0,1 1-1,-1 0 1,0-1 0,1 0 0,-1 1 0,1-1 0,-1 1 0,1-1 0,-1 0 0,1 1 0,0-1 0,-1 0 0,1 1-1,0-1 1,0 0 0,-1-1 0,1-1-24,0 0 0,-1 0 0,2 0 0,-1 0 0,0 0 0,1 0 0,-1 0 0,1 0 0,0 0 0,0 0 1,0 0-1,0 0 0,0 0 0,1 0 0,0 1 0,-1-1 0,1 1 0,0-1 0,3-2 0,-4 4-11,-1 1 0,1 0 0,-1-1 0,1 1 0,0 0 0,-1 0 0,1 0 0,-1-1 0,1 1-1,0 0 1,-1 0 0,1 0 0,-1 0 0,1 0 0,0 0 0,-1 0 0,1 0 0,-1 1 0,1-1 0,0 0 0,-1 0 0,1 0 0,-1 1 0,1-1 0,-1 0 0,1 1 0,-1-1 0,1 0 0,-1 1 0,1-1 0,-1 0 0,1 1 0,-1-1 0,0 1 0,1-1 0,-1 1 0,0-1-1,1 2 1,11 17 10,52 128-1214,-60-141 1084,-1 0-1,1-1 1,-1 0-1,2 0 1,-1 0-1,0 0 1,1-1 0,0 1-1,0-1 1,0 0-1,1-1 1,-1 1-1,1-1 1,0 0-1,0-1 1,0 1 0,0-1-1,0 0 1,1-1-1,-1 0 1,11 1-1,13 1-104,0-3 0,-1 0 0,46-7 0,-68 6 316,21-2 102,8-2 304,0 2-1,51 3 1,68 16 109,-60-5-1547,144 0-1,22-36-1994,-102 6 2744,265-32 4480,-403 49-4225,0 1 0,0 1 0,0 1 0,22 3 0,45 2-2312,-44-6 130,22 0-353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5:24.8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1738 7661,'-13'-6'754,"-3"-1"169,2 5 5797,16 1-6467,0 1-1,-1-1 1,1 0-1,0 0 1,-1 0-1,1 0 1,-1 0-1,1-1 1,-1 1-1,3-3 1,4-3 311,23-15-17,1 2-1,1 1 0,0 1 0,2 2 1,0 2-1,45-13 0,525-101 257,-372 86-776,639-123-249,315-61-99,-405 72 126,2176-453-805,-2656 541 460,145-32-1036,-158 25-2471,-278 70 3258,4-1 1,-38 6-10804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5:26.0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1746 5320,'0'-1'355,"1"0"0,0 0 0,-1-1-1,1 1 1,0 0 0,0 0-1,0 0 1,0 0 0,0 0 0,0 0-1,0 1 1,1-1 0,-1 0-1,0 0 1,2 0 0,0 30 3659,-3-23-4207,-1 0 375,1-1 1,0 1 0,0-1-1,1 0 1,0 1 0,0-1-1,0 0 1,0 0-1,1 0 1,0 0 0,0 0-1,0 0 1,1 0 0,0-1-1,5 9 1,-5-9 48,0 0 1,-1 1-1,0-1 1,0 1-1,0 0 1,-1-1-1,1 1 0,-1 0 1,0 0-1,0 7 1,0-5-95,0 0 0,0 0 1,1 0-1,0 0 0,0-1 1,5 8-1,125 202 1883,-100-156-1094,43 59 1,-61-100-656,1 0 1,0-1 0,2-1 0,0 0 0,1-1-1,33 23 1,-41-34-198,-1-1 0,1 1 0,-1-1-1,1-1 1,0 0 0,1 0 0,-1-1-1,0 0 1,1-1 0,-1 0 0,1-1 0,-1 0-1,1 0 1,-1-1 0,1-1 0,-1 0-1,0 0 1,0-1 0,18-7 0,12-8 15,-1-1-1,0-2 1,50-37 0,-68 44-59,763-580-668,-568 420-174,698-569-3587,-329 277-218,-196 163-3385,-242 193 572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5:26.9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 1013 4520,'-2'-9'854,"5"7"112,27 19 16558,-53 5-17298,20-15-138,0 1 1,1-1 0,0 1 0,0 0 0,1 0 0,0 0 0,0 0-1,1 10 1,-4 27 325,-8 19 67,-1 5-92,2 0-1,-1 115 0,13-144-252,3 1 0,1-1 0,17 65 0,-16-82-57,2 1-1,1-1 1,1-1 0,0 1 0,2-2-1,1 0 1,18 25 0,-23-37-30,0 0-1,1-1 1,0 0 0,0 0 0,0-1 0,1 0 0,0-1 0,1 0 0,-1 0 0,1-1 0,0-1 0,0 0 0,1 0 0,-1-1 0,1 0 0,0-1 0,0-1 0,0 0 0,0 0 0,0-1 0,0-1 0,13-2-1,9-3 54,1-1-1,-1-2 0,-1-1 1,0-2-1,0-1 0,43-25 0,21-17 79,162-121 0,73-94-525,-315 255 299,333-284-1579,656-524-7544,-759 645 3027,-11 11-3864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5:28.8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28 531 5641,'0'-3'1434,"-6"-27"4125,3 29-4816,-5-6-321,-2 0 1025,13 19-59,1-4-1124,-1 1 1,-1-1-1,0 1 1,0-1 0,-1 1-1,0 0 1,0-1-1,-1 13 1,2 12 232,59 297 3175,-56-308-3455,23 153 1442,-18-106-775,2-1 0,29 95 0,-38-155-773,0 1-1,1-1 1,0 0 0,0 0 0,1 0 0,0 0-1,0-1 1,13 13 0,-14-16-60,1 0-1,0 0 1,0-1 0,0 0-1,0 0 1,1 0 0,-1 0-1,1-1 1,0 0-1,-1 0 1,1-1 0,0 0-1,0 0 1,8 1 0,4-2 30,-1 0 1,0-1-1,1-1 1,-1 0-1,0-1 1,23-8-1,101-44 117,-132 51-186,110-52-223,204-132 0,97-108-2027,-319 223 1521,30-22-337,301-220-3725,-146 97-1848,24-28-4801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5:31.8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 33 3544,'0'0'17326,"-2"-2"-17357,-1-2 3,2 2 152,-1 0 0,1 0 1,-1 0-1,1 1 0,-1-1 1,0 0-1,0 1 0,1-1 1,-1 1-1,0-1 0,0 1 1,-1 0-1,1 0 0,0 0 1,0 0-1,-1 0 0,1 1 0,0-1 1,-1 1-1,-3-1 0,9 19 45,-2-11-94,-1 0-1,0 0 0,0 0 1,-1 0-1,-2 12 0,-1 17 216,4-20-151,-1 23 332,2 0 0,1 1 1,2-1-1,13 54 0,-15-88-439,-1 0-1,1 0 0,0 0 1,0 0-1,1 0 1,-1-1-1,1 1 1,0-1-1,1 0 1,-1 1-1,1-1 1,-1-1-1,1 1 0,0-1 1,1 1-1,-1-1 1,0 0-1,1-1 1,0 1-1,0-1 1,0 0-1,0 0 1,0 0-1,0-1 0,0 0 1,0 0-1,1 0 1,-1-1-1,9 0 1,9 0-211,0-2 0,0-1 0,-1-1 0,1 0 1,36-14-1,-16 3-1224,-1-2 0,75-41 0,72-65-8722,-100 63 751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30.4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53 130 3288,'0'0'118,"1"-1"-1,-1 0 0,1 1 0,-1-1 0,0 0 1,1 0-1,-1 1 0,0-1 0,1 0 1,-1 0-1,0 1 0,0-1 0,0 0 1,0 0-1,0 0 0,0 1 0,0-1 1,0 0-1,0 0 0,0 0 0,0 1 1,0-1-1,-1 0 0,1-1 0,-14-19 1405,-3-7 28,-4-30 814,19 56-974,1 12-1121,1 0 0,0 0-1,0 0 1,1 0 0,0 0 0,0 0-1,1-1 1,1 1 0,0 0-1,7 16 1,4 19 382,48 255 1924,7 22-1221,47 46-1458,-100-330-770,1-1 1,2 0-1,1-2 0,2 0 1,1-1-1,2-1 1,39 39-1,-23-35-3254,-6-3-2248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30.7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17 190 7221,'-14'-17'1833,"11"13"-181,4 1-294,0 0-1211,1-1-1,-1 0 1,1 1-1,0-1 0,0 1 1,0 0-1,0 0 1,1-1-1,-1 1 0,1 1 1,0-1-1,-1 0 1,2 1-1,-1-1 0,0 1 1,0 0-1,1 0 1,-1 0-1,5-1 0,12-6 232,1 1-1,26-6 1,-33 10-134,64-17 402,0 4 0,1 3 0,159-6 0,-169 19-499,0 4-1,-1 2 1,1 4-1,-2 2 1,67 21-1,-97-21-125,-2 1 0,1 2 0,-2 2-1,0 1 1,39 26 0,-57-32-25,-1 1 1,0 0 0,0 1 0,-1 1 0,-1 0 0,0 1 0,-1 1 0,-1 0-1,0 0 1,-1 1 0,13 33 0,-14-25-11,-1 0 0,-2 1 1,0 0-1,-2 1 0,-1-1 0,-1 1 0,-1-1 0,-5 50 0,-2-32 0,-2 0 0,-2-1 0,-2 0-1,-27 65 1,3-28 0,-92 148 0,109-197 10,-153 212-155,116-171 63,-6 6-284,-14 19-1019,34-32-6716,50-80 1557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31.2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61 251 8497,'-1'11'154,"1"5"140,-1 0 1,-1-1-1,0 1 1,-1-1-1,-1 1 1,-1-1-1,-6 15 0,5-13 223,0 0 0,0 1-1,2 0 1,0 0 0,-2 36 0,7 93 878,2-60-1030,-3-55-269,6 48 1,-5-71-225,1-1 0,0 1 1,0-1-1,1 1 0,0-1 1,0 0-1,1 0 0,0-1 1,0 1-1,7 8 0,-11-16 120,0 1 0,0-1 0,1 0 0,-1 0 0,0 0 0,0 0 0,0 0-1,0 0 1,0 0 0,0 0 0,0 0 0,0 1 0,1-1 0,-1 0 0,0 0 0,0 0 0,0 0-1,0 0 1,0 0 0,0 0 0,1 0 0,-1 0 0,0 0 0,0 0 0,0 0 0,0 0-1,0 0 1,1 0 0,-1 0 0,0 0 0,0 0 0,0 0 0,0 0 0,0 0 0,0-1-1,1 1 1,-1 0 0,0 0 0,0 0 0,0 0 0,0 0 0,0 0 0,0 0 0,0 0 0,0 0-1,0-1 1,1 1 0,-1 0 0,0 0 0,8-6-131,1-1 0,-1 0 1,0 0-1,-1-1 0,0 0 0,0 0 0,-1-1 0,0 0 1,0 0-1,4-10 0,7-18-314,16-53 1,-9 21 139,0 7 55,34-82-453,-34 101 723,-22 39 55,2 4 28,0 0-75,-1 1 1,1-1 0,-1 1-1,1 0 1,-1 0-1,0 0 1,0 0 0,1 0-1,-1 1 1,0-1-1,0 1 1,0 0 0,0 0-1,-1 0 1,1 1 0,0-1-1,-1 0 1,0 1-1,1 0 1,-1 0 0,0-1-1,0 1 1,-1 0-1,1 1 1,1 4 0,-1-3-55,1-1 1,-1 0-1,1 0 0,0 0 1,0 0-1,0-1 1,0 1-1,0-1 0,1 0 1,0 0-1,-1 0 1,1 0-1,0-1 1,1 1-1,-1-1 0,0 0 1,1 0-1,-1-1 1,1 1-1,-1-1 1,1 0-1,0-1 0,-1 1 1,1-1-1,0 1 1,0-2-1,-1 1 0,1 0 1,0-1-1,0 0 1,-1 0-1,1 0 1,-1-1-1,1 1 0,-1-1 1,1 0-1,-1-1 1,0 1-1,0-1 0,6-5 1,3-4-334,-1-1 0,0 0 0,17-25 1,20-25-747,-16 19 1349,-28 35 152,1 0 0,0 0 1,1 1-1,13-14 1,8-5 295,35-45 1,4-4-448,-56 66-184,1 1 0,24-16-1,-20 14 17,-14 11-71,0-1-1,0 0 1,0 0-1,1 1 1,-1 0-1,0-1 1,0 1-1,0 0 0,0 0 1,1 0-1,-1 0 1,0 0-1,3 2 1,11-1-406,-10-1 60,1-1 1,-1 0-1,0 0 0,0 0 0,0-1 1,0 1-1,0-1 0,-1-1 0,1 1 1,-1-1-1,1 0 0,-1 0 0,0-1 1,0 0-1,5-5 0,18-11-1961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31.8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1001 3824,'15'-6'817,"-23"1"-8,4 4 1079,6-1-1729,-1 1 1,1-1-1,-1 0 0,1 1 1,0-1-1,0 1 0,-1-1 1,1 1-1,0 0 0,0 0 1,3-1-1,2 1 11,-1 0 0,1 1-1,-1 0 1,1 0 0,-1 0-1,1 1 1,-1 0 0,0 1 0,0-1-1,10 5 1,29 19 654,-40-21-800,1-1 0,-1 1 0,1-1 0,0 0-1,0 0 1,0-1 0,0 0 0,1 0 0,-1 0 0,0-1-1,13 1 1,9-2-507,-1-2 0,1-1 0,0-1 0,-1-1 1,0-1-1,0-2 0,0-1 0,-1-1 0,43-23 0,-57 27 670,0 0 1,1 0-1,23-6 1,-12 4 513,-21 7 166,31-2-9,-31 3-709,17-3 126,9-1-524,-1-1 1,1-2-1,-1 0 0,0-2 0,-1-2 0,0 0 0,-1-1 0,43-28 0,-11-3 1743,-55 41-259,13-7-960,19-8-444,-22 11-191,1-1-1,-1-1 1,0 0 0,13-11 0,-12 8 97,18-16-362,40-43-1,-64 61 688,0-1 0,0 0 0,-1 0 1,0-1-1,-1 1 0,0-2 0,-1 1 0,0-1 0,4-16 0,1-27 521,-3 0 0,0-95 0,3-32 591,-7 170-751,0 12 737,3 18 471,-4-11-1945,8 38 698,-3 0 0,-1 1 0,-1 68 1,7 60-2,-7-138-492,3 26-239,3 0 0,30 101 1,-35-145-226,1-1 1,0 0-1,2 0 1,0-1 0,0 0-1,2 0 1,-1-1-1,2-1 1,0 0 0,1-1-1,1 0 1,0 0-1,27 17 1,5-7-3920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31.9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67 5240,'0'0'1369,"-13"-13"-285,-1 4 1020,21-3-1868,3 0-324,3 3-436,4 3-540,-4 0-4309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32.2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1307 8749,'0'1'100,"0"0"0,-1-1 0,1 1 0,0 0 1,0-1-1,-1 1 0,1 0 0,0 0 0,0-1 0,0 1 1,0 0-1,0 0 0,0-1 0,0 1 0,0 0 0,0 0 1,0-1-1,0 1 0,0 0 0,1-1 0,-1 1 0,0 0 1,0 0-1,1-1 0,-1 1 0,1-1 0,-1 1 0,1 0 0,-1-1 1,1 1-1,-1-1 0,1 1 0,-1-1 0,1 1 0,-1-1 1,1 1-1,0-1 0,-1 0 0,1 1 0,0-1 0,0 0 1,-1 0-1,1 1 0,0-1 0,-1 0 0,1 0 0,0 0 1,0 0-1,-1 0 0,1 0 0,0 0 0,0 0 0,-1 0 1,1-1-1,1 1 0,6-1 287,0-1 0,-1 0 0,1 0 1,-1-1-1,10-4 0,505-267 3576,-14-42-3956,-202 123-795,-244 154 583,488-313-1910,-375 220 1009,-173 130 883,-4 2-231,1 0 356,-1 0 0,1 0 1,-1 0-1,0 0 0,1-1 0,-1 1 1,1 0-1,-1-1 0,1 1 0,-3-2 1,-1 0-173,-2 1-157,1 1 0,-1 0 0,1 0 0,-1 0 0,1 1 0,-1 0 0,1 0-1,-1 1 1,1 0 0,0 0 0,-11 6 0,5-4-866,-9 6-3720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32.7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198 3581 11349,'-89'116'2118,"30"-52"691,51-57-1896,0 1 1,1 0 0,0 0 0,1 0-1,-6 11 1,10-16 545,7-7-177,566-392 2237,-166 114-3520,639-429-1668,261-183-225,-1234 844 1832,1138-845-526,-830 563 1386,-345 296-639,-1-3 0,46-70-1,-77 106-154,0 0 0,0 0-1,0-1 1,0 1 0,-1 0-1,1-1 1,-1 1 0,0-1-1,0 0 1,-1 1 0,1-1-1,-1 0 1,1 1 0,-1-5-1,0 7-36,-1 0 0,1 0-1,0 0 1,0 0 0,-1 1 0,1-1-1,0 0 1,-1 0 0,1 1-1,-1-1 1,1 0 0,-1 1 0,1-1-1,-1 0 1,0 1 0,1-1-1,-1 1 1,0-1 0,1 1 0,-1-1-1,-1 0 1,0 1-114,0-1 0,0 1-1,0-1 1,1 1 0,-1 0 0,0 0 0,0 0-1,0 0 1,0 0 0,0 1 0,0-1-1,0 1 1,-2 0 0,-27 6-3389,1-1-3322,10 2-2104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34.8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168 369 5929,'-10'1'600,"0"1"0,1 0 0,-1 1 0,1 0 0,-1 0 0,-9 6 0,15-8-325,1 0 1,0 0-1,-1-1 0,1 1 0,-1-1 1,1 1-1,-1-1 0,1 0 1,-6-1-1,-4 1 5348,-16 5-4316,21-4 3333,9-4-4442,2-6-142,0 1-1,0-1 1,1 1 0,0 0 0,1 0 0,0 0 0,0 1 0,1 0 0,12-13 0,30-21-30,1 3 0,2 2 0,1 2-1,95-45 1,-96 56-51,87-27-1,-134 49 31,0 0-1,0 0 1,1 0 0,-1 0-1,1 0 1,-1 1 0,1 0-1,-1 0 1,1 0 0,-1 1-1,0-1 1,1 1-1,-1 0 1,0 1 0,1-1-1,-1 1 1,0-1 0,0 1-1,0 0 1,0 1 0,0-1-1,-1 1 1,5 4 0,-4-3 38,0 1 0,0 0 0,0 0 0,-1 0 0,0 1 0,0-1 0,0 1 0,-1 0-1,1 0 1,-2 0 0,1 0 0,-1 0 0,1 0 0,-2 0 0,1 10 0,-1 10 160,-1 0 0,-2 0-1,-1-1 1,0 1 0,-9 25-1,-48 122 753,38-114-693,-199 446 1789,63-156-779,135-293-1080,-59 149 378,69-164-515,2 1-1,-15 84 0,26-116-54,0 1 0,0-1 0,1 1 0,1-1 0,-1 0 0,2 1 0,-1-1 0,5 14 0,-4-20 0,-1 1 0,1-1 0,1 0 0,-1 0 0,0 0 0,1 0 0,0 0 0,0-1 0,0 1 0,0-1 0,1 0 0,-1 0 0,1 0 0,0 0 0,0-1 0,0 1 0,0-1 0,0 0 0,1 0 0,7 2 0,4-1 1,0 0 0,0-1-1,1 0 1,-1-1 0,0-1 0,1-1 0,-1-1-1,23-4 1,129-37-90,-166 42 86,177-62-1785,-4-7 0,190-107 1,-285 133 664,-2-3 0,-3-4 0,-1-4 0,98-93 0,-155 130 838,0-1 0,-1-1 1,-1 0-1,-1-1 0,0-1 1,15-36-1,46-145-656,-45 115 1144,-24 67 362,0 0 0,4-36 0,-1 3 2240,-38 86 232,24-20-2653,-1 1 0,2-1 0,0 1-1,0 0 1,2 0 0,-1 0 0,0 25 0,2-4 494,6 66 0,-3-88-780,0 1 0,1-1 0,0 1 0,0-1 0,2 0 0,-1-1 0,1 1 1,1-1-1,0 0 0,12 16 0,-14-21-97,1-1 0,0 0 0,-1-1 0,1 1 0,1-1 0,-1 0 0,1 0 0,-1-1 1,1 1-1,0-1 0,0 0 0,1-1 0,-1 0 0,0 0 0,1 0 0,0-1 0,-1 0 0,1 0 0,0 0 0,-1-1 1,9-1-1,-3 0-67,0-1 1,0 0-1,0-1 1,0-1 0,-1 0-1,1 0 1,-1-1-1,0-1 1,0 0 0,-1 0-1,0-1 1,0 0-1,0-1 1,-1 0 0,0 0-1,-1-1 1,9-13-1,-6 9 19,-2-1-1,0-1 0,-1 1 0,0-1 1,-1-1-1,-1 0 0,-1 0 0,0 0 1,-1 0-1,0-1 0,1-30 0,-4 30 27,-1-1-1,-1 1 1,0 0-1,-1 0 0,-1 0 1,-1 0-1,0 1 0,-2-1 1,-6-15-1,6 20 13,0 1 0,0 0 0,-1 1 0,0-1 0,-1 2 0,0-1 0,-1 1 0,0 0 0,0 1 0,-1 0 0,0 0 0,-1 1 0,-11-6 0,2 3 0,-1 1-1,1 1 0,-1 1 1,0 1-1,-1 1 0,-35-4 1,38 7-74,0 1 0,1 1 1,-1 1-1,1 0 0,-1 1 1,1 1-1,0 1 1,-19 6-1,35-10-13,0 1-1,0-1 1,0 1 0,1 0-1,-1 0 1,0 0-1,1 0 1,-1 0 0,0 0-1,1 0 1,-1 0 0,1 0-1,0 1 1,-1-1-1,1 1 1,0-1 0,0 1-1,0-1 1,0 1-1,0 0 1,0-1 0,0 1-1,1 0 1,-1 0 0,1 0-1,-1 0 1,1 0-1,0-1 1,-1 1 0,1 3-1,1-3-73,0 0-1,-1 0 1,1 0 0,0 0-1,0 0 1,1 0-1,-1 0 1,0 0-1,0 0 1,1-1-1,-1 1 1,1-1 0,0 1-1,-1-1 1,1 0-1,0 1 1,0-1-1,0 0 1,0 0 0,0 0-1,0-1 1,0 1-1,0 0 1,0-1-1,0 1 1,0-1-1,4 0 1,11 2-1000,0-1-1,1-1 1,23-2-1,25-7-4701,-7-1-2366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35.5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30 564 10321,'-3'-4'435,"0"0"0,0 0 0,0 0 0,1 0 0,-1 0 0,1 0 0,0-1 0,0 1 0,1-1 0,0 1 0,-1-1 0,2 0 0,-1 1 0,0-1 0,1 0 0,0 0 0,0 0 0,0 1 0,1-1 0,2-9 0,-1 7-241,1 0 1,1 0-1,0 0 1,-1 1-1,2-1 1,-1 1-1,1 0 1,0 1-1,0-1 1,1 1-1,0 0 1,-1 0-1,9-4 0,-12 7-151,1 1-1,-1 0 0,0-1 1,0 1-1,1 0 0,-1 1 0,0-1 1,1 0-1,-1 1 0,1-1 1,-1 1-1,1 0 0,-1 0 0,1 0 1,-1 0-1,1 0 0,-1 1 1,3 0-1,-2 0-27,-1 0-1,0 1 1,0-1-1,1 1 1,-1 0-1,0 0 1,-1 0 0,1 0-1,0 0 1,-1 0-1,1 0 1,-1 0 0,1 1-1,-1-1 1,0 1-1,0-1 1,0 1-1,0-1 1,-1 1 0,1-1-1,0 4 1,2 17 42,-1 1 1,0-1 0,-2 1-1,-2 25 1,-1 19-19,1-29-34,1-25 4,0 0-1,1 0 1,3 26 0,-3-38-12,1 1 1,-1-1 0,1 0 0,0 1 0,0-1-1,0 0 1,0 0 0,0 0 0,0 0 0,0 0 0,1 0-1,-1 0 1,1 0 0,0-1 0,-1 1 0,1 0-1,0-1 1,0 0 0,0 1 0,0-1 0,0 0 0,0 0-1,1 0 1,-1 0 0,0 0 0,0-1 0,1 1-1,-1-1 1,0 1 0,1-1 0,-1 0 0,1 0 0,-1 0-1,0 0 1,4-1 0,7-2-5,0 1 1,0-2-1,0 0 0,23-11 1,-27 12-4,112-53 26,-117 55-13,0 0 0,0 0 0,1 1 0,-1-1 0,0 1 0,0 0 0,0 0 1,0 0-1,0 1 0,7 1 0,1 0-3,-1-2-13,1 0-1,-1 0 1,0-1-1,1-1 1,-1 0-1,0-1 0,0 0 1,0 0-1,0-1 1,-1-1-1,0 0 1,15-9-1,9-9-74,-2-1 0,37-35-1,16-12 9,-78 66 81,6-5 33,0 1 1,0 0-1,28-12 0,-36 19-25,1 0-1,-1 1 1,0 0-1,0 0 1,1 0-1,-1 0 1,0 1-1,1 0 1,-1 0-1,0 0 1,1 1-1,-1 0 1,0 0-1,1 0 1,6 4-1,87 37 60,28 10 51,-111-47-125,0-1 1,0 0-1,0-2 0,0 0 0,1 0 0,25-2 0,-22-2 19,-1-1-1,0-1 1,0 0-1,0-1 1,0-1-1,29-15 1,-20 7-23,-1-2 1,0-1-1,37-31 1,-7-3 3,-3-2-1,73-93 1,-20-5 981,-105 147-637,-14 35-893,10-27 505,0 0 1,1 0 0,-1 0 0,1 0 0,0 0 0,0 1 0,0-1 0,1 0 0,0 0-1,0 1 1,0-1 0,0 1 0,1-1 0,0 5 0,-1-8 43,1 0-1,-1 1 1,0-1 0,0 0-1,-1 0 1,1 1 0,0-1-1,0 0 1,0 0 0,-1 0-1,1 1 1,-1-1 0,1 0-1,-1 0 1,1 0 0,-2 2-1,-2 3-10,1 11 10,-1-1 1,2 1-1,-1 30 1,2-19 9,0-19-6,1 0 0,0 0-1,0-1 1,3 12 0,-3-19-15,0 0 0,0 0 0,0 0 0,0 0 0,0 0 0,1 0 0,-1 0 0,0-1 1,1 1-1,-1 0 0,1 0 0,-1 0 0,1 0 0,-1 0 0,1-1 0,-1 1 0,1 0 0,0-1 1,-1 1-1,1 0 0,0-1 0,0 1 0,-1-1 0,1 1 0,0-1 0,0 1 0,0-1 0,0 1 1,0-1-1,0 0 0,0 0 0,-1 0 0,1 1 0,0-1 0,0 0 0,0 0 0,0 0 1,0 0-1,0 0 0,0-1 0,0 1 0,0 0 0,0 0 0,0-1 0,0 1 0,1-1 0,23-11-1134,0 0 0,-1-2 0,35-26 0,62-61-4279,-71 58 1920,12-8-2498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35.6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1 9913,'0'0'5933,"1"3"-3704,0 11-771,0 0 0,-1 0 1,-3 28-1,-1 3 468,-19 336 4836,15-126-7427,9-234-426,0 0-1,9 35 1,6 3-5555,11-68-12381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35.9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0 359 11949,'19'-15'5202,"-3"-1"-3571,-11 11-1527,0 0 0,0 1 0,0-1 0,1 1 0,6-3 0,26-12 501,1 3-1,71-21 0,-41 16-241,-8 1-64,67-12 1,-105 27-246,0 2 1,1 1-1,-1 0 0,1 2 1,-1 1-1,31 4 0,-45-3-30,0 0 0,-1 1 0,1-1 0,0 2 0,-1-1 0,0 1 0,0 0 0,11 8 1,-15-8-6,0-1 0,1 1 1,-2-1-1,1 1 0,0 1 1,-1-1-1,0 0 0,0 1 1,0-1-1,0 1 1,-1 0-1,0 0 0,0 0 1,0 1-1,1 6 0,0 15 71,-1 1 0,-2-1 0,-1 1 0,-1-1 0,-10 54 0,2-19-35,9-56-53,1-1 1,0 1-1,0-1 0,0 0 0,1 1 1,0-1-1,0 1 0,3 9 1,-3-13-16,0 0 1,0 1-1,0-1 0,0 0 1,0 0-1,0 0 1,1 0-1,-1 0 1,1 0-1,-1-1 1,1 1-1,0 0 1,0-1-1,0 1 1,0-1-1,0 0 1,0 0-1,0 0 1,0 0-1,1 0 1,-1 0-1,4 1 1,7-1-56,1 0 0,-1-1 0,0-1 0,1 0 0,-1-1 0,0 0 0,0-1 0,0 0 0,0-1 0,-1-1 0,0 0 0,23-12 0,-26 12 52,0 0-1,0-1 1,0 0 0,0 0-1,-1-1 1,0 0 0,-1-1-1,0 0 1,0 0 0,0 0-1,-1-1 1,0 0 0,-1 0-1,0 0 1,0-1 0,5-18-1,-8 18 34,-1 1 0,-1-1 0,0 0-1,0 1 1,-1-1 0,0 1-1,0-1 1,-1 1 0,0-1-1,-1 1 1,0 0 0,-1 0 0,0 0-1,-5-8 1,-10-17-6,-2 2 0,-30-36 0,17 23-221,24 30-118,-10-12-473,3 3-2606,-20-31-11400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36.7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55 4828,'27'-15'2593,"-24"14"-165,-6 0-1419,-21-16 2074,37 1-4641,-5 12-4836,11 6 3389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37.3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458 3000 12089,'-99'33'1013,"-88"25"1977,168-54-1870,0-1-1,-1 0 1,0-1 0,1-2-1,-1 0 1,-21-2 0,28-2-135,13-1-363,26-14 128,-18 14-607,64-33 504,1 2 0,133-45-1,-114 48-410,170-64 217,60-17-109,60-20-126,51-17-238,1835-607-2475,-989 334 1401,-862 283 809,518-209 624,-931 348-332,240-112 523,-205 93-282,-2-2-1,-1-2 0,65-56 1,-91 73-160,-1-1 0,0-1 0,-1 0 0,0 0 1,0-1-1,-1 0 0,-1 0 0,1 0 1,5-18-1,-10 23-49,0 0 0,-1 0-1,0 0 1,0-1 0,-1 1 0,0 0 0,0-1 0,0 1 0,-1 0 0,1-1 0,-2 1-1,1 0 1,-1 0 0,0 0 0,0 0 0,0 0 0,-1 0 0,0 1 0,0-1-1,-6-6 1,-5-6-58,-1 1-1,-1 0 0,0 1 0,-34-24 0,-33-16-2826,77 53 1981,-33-17-2786,20 17 579,2 6-3454,0 6-2722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38.2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37 489 6241,'-37'12'11513,"45"-14"-10537,92-16 271,185-7-1,-240 22-1091,1684-55 1372,-1617 57-1499,1391-22 194,64-47-172,-1064 7-48,-501 63-3,32-7 19,35-12 0,-60 16-15,-1 0 1,1-1 0,-1 0 0,0 0-1,0-1 1,0 0 0,-1-1 0,13-10-1,-19 14-18,0 0-1,1 1 0,-1-1 1,0 0-1,0 0 0,0 1 1,-1-1-1,1 0 0,0 0 1,-1 0-1,1 0 0,-1 0 1,0 0-1,1 0 0,-1 0 1,0 0-1,0 0 0,-1-1 1,1 1-1,0 0 0,-1 0 1,1 0-1,-1 0 0,1 1 1,-1-1-1,0 0 0,0 0 1,0 0-1,-2-3 0,-1 0-133,0-1 0,0 1 0,0 0 0,-1 0 0,0 1 0,0-1 0,-10-6 0,-42-22-2491,49 30 1316,1-1 0,-1 2 1,1-1-1,-1 1 1,-16-3-1,-7 2-6723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38.6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47 9029,'0'0'53,"0"0"0,0 1 0,-1-1 0,1 0 0,0 0 1,0 0-1,-1 0 0,1 1 0,0-1 0,0 0 0,-1 0 0,1 0 0,0 0 0,-1 0 1,1 0-1,0 0 0,0 0 0,-1 0 0,1 0 0,0 0 0,-1 0 0,1 0 0,0 0 1,0 0-1,-1 0 0,1 0 0,0 0 0,-1 0 0,1 0 0,0-1 0,0 1 0,-1 0 1,1 0-1,0 0 0,0 0 0,0-1 0,-1 1 0,1 0 0,0 0 0,0-1 1,0 1-1,-1 0 0,1 0 0,0-1 0,0 1 0,0 0 0,0 0 0,0-1 0,0 1 1,0 0-1,0 0 0,0-1 0,0 1 0,0 0 0,0-1 0,0 1 0,0 0 0,0 0 1,0-1-1,0 1 0,0-1 0,11-16 2585,-7 15-2337,0-1-1,0 0 1,1 1 0,-1 0-1,1 0 1,-1 0-1,1 0 1,0 1 0,0 0-1,-1 0 1,10 0 0,1 0-52,0 1 0,21 4 0,-15-2-18,575 85 1733,-176-19-2479,-269-48 20,516 81-1892,-648-97 2308,10 1-18,-2 1 1,1 2 0,-1 0-1,31 15 1,-52-21 108,-1 1 0,1 0 0,-1 0 0,0 0 0,0 1 0,0 0 0,0 0-1,-1 0 1,0 0 0,0 1 0,0-1 0,0 1 0,0 0 0,-1 1 0,0-1 0,0 1 0,-1-1 0,0 1 0,0 0 0,0-1 0,0 1 0,-1 0 0,0 1 0,0-1 0,0 10 0,-2-3 69,-1 0-1,0 0 1,-1 0-1,0-1 1,-1 1 0,0-1-1,-1 0 1,-11 21-1,-5 2 249,-40 52-1,-9-4 140,-4-2 1,-128 108-1,63-74-155,-159 101 0,275-201-300,-453 273-1061,411-252 705,-173 92-1612,-68 38-5847,209-108 645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39.4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6285,'16'13'1363,"-1"2"1,22 26-1,-22-24 189,30 29-1,37 17 224,2-4 1,2-3-1,174 82 1,305 77-711,-239-119-807,3-14 1,595 70-1,-435-113-2175,0-22 0,692-63 0,-1077 36-83,197-44-1,-300 54 1884,1-1 0,0 1-1,-1 0 1,1-1 0,-1 1-1,1-1 1,-1 0-1,0 1 1,1-1 0,-1 0-1,0 0 1,1 0-1,-1 0 1,0 0 0,0 0-1,0 0 1,0 0 0,0-1-1,0 1 1,0 0-1,0-1 1,0 1 0,-1 0-1,1-1 1,0 1-1,-1-1 1,0 1 0,1-1-1,-1 0 1,0 1 0,0-1-1,1 1 1,-1-1-1,-1 1 1,1-1 0,0 0-1,0 1 1,0-1-1,-1 1 1,1-1 0,-1 1-1,1-1 1,-1 1 0,0-1-1,0 1 1,1 0-1,-3-3 1,0 1-462,1 0 1,-1 0-1,0 0 1,1 1-1,-1-1 1,-7-3-1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39.7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1585 10 11529,'-27'-9'6177,"28"13"-4965,6 16-459,1-1-1,0-1 1,1 1 0,21 29 0,15 30 412,-22-30-696,-1-5-219,-2 1 0,-2 1-1,-2 0 1,13 56 0,-23-58-125,-1-1 0,-2 1 0,-1 0 1,-3 0-1,-11 80 0,1-69-81,-1 0 0,-3-1 0,-3 0 1,-24 51-1,-3-15-231,-3-3 0,-4-1 0,-4-3 0,-119 134 0,91-127-379,-166 137 0,-118 48-1743,60-78-2107,97-81-2957,110-62-15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41.0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227 102 7633,'-24'-25'2029,"19"21"-982,1 0 0,-1-1 0,1 0 0,0 0 0,-7-13 4950,5 38-5030,5-18-929,1 0 1,-1 0 0,0-1 0,1 1 0,-1 0-1,1 0 1,-1 0 0,1 0 0,0-1 0,0 1 0,0 0-1,0 0 1,1 3 0,2 21 1098,-1 0-1,-1 32 1,-1-57-1089,0 0 11,0 0 1,0 0 0,0 0-1,0 0 1,0 0-1,0 0 1,0 0 0,-1 0-1,1 0 1,0 0 0,-1 0-1,1 0 1,-1 0-1,1 0 1,-1 0 0,1 0-1,-1 0 1,0 0 0,1 0-1,-2 0 1,1 0-28,1-1 0,-1 0 0,0 0 0,1 1 0,-1-1 0,0 0 0,1 0 0,-1 0 0,1 0 0,-1 0 0,0 0 0,1 0 0,-1 0 0,0 0 0,1 0 0,-1 0 0,0-1 0,1 1 0,-1 0 0,1 0 0,-1-1 0,0 1 0,1 0 0,-1-1 0,1 1 0,-1 0 0,1-1 0,-1 1 0,0-1 0,-3-4 7,0 1 1,1-1-1,-1 1 0,1-1 1,0 0-1,-3-6 0,4 6-28,-1 1-1,1-1 1,-1 1 0,0 0-1,0 0 1,0 0-1,-7-6 1,7 7-2,0 0 0,-1 0 0,2-1-1,-1 1 1,0-1 0,-3-7 0,-12-13 143,16 22-87,1-2-29,0-1 1,0 1 0,0-1-1,0 1 1,-1 0 0,0 0-1,0 0 1,0 0 0,0 0-1,-1 0 1,-4-5 0,5 7 169,-10-18-240,42 104 772,32 154 0,-40-140-373,21 71 31,32 145 28,-24-81-586,23 82-2160,10-46-1762,-14-95-2511,-45-121 525,4-9-3699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41.9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98 5400,'-1'0'134,"-1"0"-1,1 0 1,0 0-1,0 0 0,0 0 1,-1 0-1,1 0 0,0 0 1,0 0-1,0-1 0,0 1 1,-1 0-1,1-1 0,0 1 1,0-1-1,0 1 0,0-1 1,0 0-1,0 1 0,0-1 1,0 0-1,0 0 0,1 1 1,-1-1-1,0 0 0,0 0 1,1 0-1,-1 0 1,0 0-1,1 0 0,-1-1 1,0 0-1,1 0-17,0 1 0,0 0 1,1 0-1,-1 0 0,0-1 0,0 1 1,1 0-1,-1 0 0,0 0 1,1 0-1,-1-1 0,1 1 0,0 0 1,-1 0-1,1 0 0,0 0 0,1-1 1,0-1 203,1-1-151,1-1 0,-1 1 0,1 0-1,0 1 1,0-1 0,0 1 0,1 0 0,-1 0 0,1 0 0,0 0 0,-1 1 0,1 0 0,1 0 0,-1 0 0,0 1 0,0-1 0,0 1-1,1 0 1,9 0 0,6 0 363,1 1 0,0 1-1,38 6 1,-4 5-24,0 1 1,0 4-1,-2 1 0,0 3 1,96 53-1,-50-14-48,178 140-1,-211-146-355,-2 4-1,-2 2 1,-4 3 0,-2 2-1,71 107 1,-103-132-86,-2 0 0,-1 2 1,-3 1-1,-1 0 0,-2 1 1,-2 1-1,-2 0 0,-2 1 1,-2 0-1,-2 1 0,0 83 0,-10-65-9,-3 0 0,-2 0 0,-4-1 0,-2 0 0,-32 84 0,11-58-9,-3-2 1,-103 165 0,88-173-533,-3-2 0,-4-2 1,-4-4-1,-2-2 0,-143 114 0,191-171-802,-35 20-1,8-13-3851,21-11-3369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42.6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399 2806 11861,'-3'-2'189,"0"-1"1,0 0-1,0 1 0,1-1 0,-1 0 0,1-1 1,-1 1-1,1 0 0,0-1 0,1 1 1,-1-1-1,1 1 0,-1-1 0,1 0 1,0 0-1,0 1 0,1-1 0,-1 0 1,1 0-1,0 0 0,0 0 0,0 0 0,0 0 1,1 0-1,0 0 0,1-3 0,1-6-15,0 1 0,1-1 0,1 1 0,0 0 0,1 1 0,0-1 0,8-10 0,30-40 264,60-94 161,-95 140-568,-1 0 1,-1 0 0,0-1-1,-1 0 1,-1 0-1,-1 0 1,0-1 0,1-18-1,-5 34-21,0 1 1,0-1-1,0 0 1,0 0-1,-1 1 0,1-1 1,-1 0-1,1 0 0,-1 1 1,1-1-1,-1 1 0,0-1 1,0 0-1,0 1 0,0 0 1,0-1-1,0 1 0,-1 0 1,1-1-1,0 1 0,-1 0 1,1 0-1,0 0 0,-1 0 1,1 0-1,-4-1 0,1 0 25,-1 0 0,-1 0 0,1 1 0,0 0 0,0 0 0,-10-1 0,4 2 34,0 1 0,0 0 0,0 1-1,0 0 1,0 1 0,1 0 0,-1 1 0,1 0-1,0 0 1,-16 11 0,-8 6 249,-49 40-1,45-31-117,2 2-1,2 1 0,-35 44 1,54-58-138,1 0 1,0 1-1,2 0 1,0 1-1,2 0 0,0 1 1,1 0-1,-7 31 1,14-45-58,1-1 0,0 0 0,0 1 0,1-1 0,0 1 0,0-1 1,1 1-1,0-1 0,0 0 0,1 1 0,0-1 0,0 0 0,0 0 0,1 0 0,0 0 1,1-1-1,-1 1 0,1-1 0,1 0 0,-1 0 0,1 0 0,0 0 0,0-1 0,1 0 1,-1 0-1,7 4 0,0-1-80,1-1 0,-1 0 0,1-1 0,0 0 0,0-1 0,1-1 0,-1 0 0,1-1 0,0 0 0,0-1 1,0 0-1,28-1 0,-10-3-223,-1 0 1,1-3-1,-1 0 1,1-2-1,-2-1 1,1-2-1,-1-1 1,-1-1-1,0-1 1,0-2-1,-2-1 1,0-1-1,0-1 1,-2-1 0,-1-2-1,28-28 1,-21 11 148,-2-2 1,-1 0-1,-2-2 1,-2-1 0,-2 0-1,-1-2 1,-3-1-1,19-70 1,1-43-74,20-195 0,-52 318 199,124-1296 362,-128 1306-275,4-60 384,20-102-1,-14 148 107,-6 31-28,-2 10-181,3 22 143,-5-16-365,46 316 2065,-34-201-1732,9 64 81,46 344 420,35-8-567,-91-469-403,2 0 0,2-2 0,3 0 0,35 65 0,-49-106-18,0 0-1,1 0 1,0-1-1,0 0 0,1 0 1,0-1-1,1 0 1,0 0-1,0-1 1,1 0-1,-1-1 1,2 0-1,-1-1 1,0 0-1,15 5 1,-14-7 2,-1-1 1,0-1 0,1 1 0,-1-2 0,0 1 0,1-1-1,-1-1 1,1 0 0,-1-1 0,0 0 0,1 0 0,-1-1-1,0 0 1,-1-1 0,1 0 0,-1-1 0,12-7 0,9-7-16,-1-1 0,-1-2 1,-1-1-1,-1-1 1,-1-2-1,32-41 0,113-188-101,-47 65 156,-120 184-21,3-3 26,1-1-1,0 1 0,0 0 1,0 0-1,1 1 0,1 0 1,-1 1-1,1 0 0,16-10 1,-23 17-3,0-1 1,0 1 0,0-1 0,0 1 0,1 0 0,-1 0-1,0 0 1,0 0 0,0 1 0,0-1 0,1 0-1,-1 1 1,0 0 0,0-1 0,0 1 0,0 0-1,0 0 1,0 0 0,0 0 0,0 1 0,-1-1 0,1 0-1,0 1 1,-1-1 0,1 1 0,1 3 0,4 2 40,0 1 0,-1 1 1,0-1-1,8 16 0,-3 0 13,-1 1-1,-1 0 0,10 46 1,8 84-338,-20-108-167,-2-3-506,1 10-2426,3-22-3805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42.7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7577,'0'0'2632,"10"12"-2216,0 0-464,3 6-356,1-3-668,-1 12-1592,17 19-789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42.9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41 483 7141,'-15'54'770,"8"-30"-103,1 0 1,1 0-1,-1 27 0,5-35 157,0 0 0,2 0 0,0 0 0,6 29 0,-1-5 518,-5-31-1136,1 1-1,0-1 1,0 0-1,1 0 1,1 0-1,0 0 1,0 0-1,0-1 1,1 0 0,0 0-1,1 0 1,0 0-1,0-1 1,0 0-1,1 0 1,0-1-1,1 0 1,12 9-1,-9-9-112,-1-1-1,1 0 1,0-1-1,0 0 1,0 0-1,1-1 0,-1-1 1,1 0-1,0 0 1,-1-1-1,1-1 1,0 0-1,0-1 1,22-3-1,-8-2-40,0-2 1,-1 0-1,0-2 1,-1 0-1,0-2 1,0-1-1,-2 0 1,1-2-1,-2 0 1,0-2-1,37-38 1,-4-4-994,-3-2-1,73-117 1,18-65-3255,-33 54-565,-76 139 1659,-2 9-995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43.5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141 694 7161,'-3'36'2063,"4"-34"-1027,6 7-399,4 1 1305,13-17-742,5-9-594,-1-1-1,0-1 1,-2-1-1,0-2 1,26-26-1,-21 10 625,-31 36-1189,0 1 0,0-1 0,0 0 0,0 1 1,0-1-1,0 0 0,0 1 0,0-1 0,-1 0 1,1 1-1,0-1 0,0 0 0,0 1 0,-1-1 1,1 0-1,0 1 0,-1-1 0,1 1 0,-1-1 1,1 1-1,0-1 0,-1 1 0,1-1 0,-1 1 0,0-1 1,0 0 29,0 1-35,0-1 0,-1 0 0,1 0 0,-1 0 0,1 0 0,-1 1 0,1-1 0,-1 1-1,1-1 1,-1 1 0,0 0 0,1 0 0,-1 0 0,0-1 0,1 1 0,-1 1 0,0-1-1,1 0 1,-1 0 0,1 1 0,-1-1 0,0 1 0,1-1 0,-1 1 0,-2 1-1,-43 26 463,38-22-369,-24 15 141,1 3 0,2 0-1,0 2 1,-31 36 0,49-48-233,0 0 0,1 0 0,1 1 1,1 1-1,0-1 0,1 2 0,1-1 0,0 1 0,1 0 1,1 0-1,-4 28 0,8-36-121,0 0 1,1 0 0,0 0-1,0 0 1,1 0-1,1 0 1,-1 0-1,2-1 1,-1 1 0,1 0-1,0-1 1,1 0-1,0 0 1,0 0-1,1 0 1,0-1 0,7 9-1,-5-7-307,2-1 1,-1 0-1,1-1 1,0 0-1,0 0 0,1-1 1,0 0-1,0-1 0,1 0 1,-1 0-1,1-1 1,22 5-1,-13-5-90,-1 0 0,0-2-1,1 0 1,0-2 0,-1 0 0,1-1 0,0-1-1,29-6 1,-37 5 371,-1-1 0,1 0 0,-1-1 0,0 0 0,0 0 0,0-1 0,-1-1 0,0 0 0,0 0-1,0-1 1,-1 0 0,-1-1 0,1 0 0,13-20 0,-7 4 317,-2 0 0,-1-1-1,-1 0 1,13-50 0,-17 51 283,1 0 0,1 1 0,0 0 1,2 1-1,1 0 0,19-26 0,-28 44-355,2 0 0,-1 0 0,1 0 0,-1 1 0,1 0 0,1 0 0,-1 0 0,0 1 0,1 0 0,0 0 0,0 0 0,0 1 0,0-1 0,0 2 0,8-3 0,-9 4-69,-1-1-1,1 1 1,-1 0 0,0 0-1,1 1 1,-1-1 0,1 1-1,-1 0 1,0 0 0,0 0-1,0 1 1,1 0 0,-1 0-1,-1 0 1,1 0 0,0 0-1,0 1 1,-1-1 0,0 1-1,1 0 1,-1 0 0,5 7-1,-4-4 20,1 0-1,-1 1 0,-1 0 1,1 0-1,-1 0 1,0 0-1,-1 1 0,0-1 1,0 1-1,0-1 0,-1 1 1,0 0-1,-1 0 0,1-1 1,-3 15-1,0-5 149,-1 1-1,-1-1 1,-1 0 0,0 0-1,-12 25 1,16-39-54,2-7-48,2-10-215,1-1 1,1 1-1,0 0 0,1 1 0,0 0 1,1-1-1,1 2 0,0-1 1,15-17-1,99-101-1918,-59 72 805,3 4 0,2 2 1,104-60-1,240-108-265,-236 132 2921,-17 6 2192,-157 81-1222,-1 6-2180,0 4-313,1-1-1,0 0 1,0 0 0,0 0-1,1 0 1,0 0 0,0-1 0,1 1-1,0-1 1,0 0 0,0 0-1,1 0 1,0-1 0,0 0 0,1 0-1,-1 0 1,1 0 0,10 5-1,9 7-341,0-1-1,1-1 1,1-2-1,0-1 0,1-1 1,1-1-1,-1-1 0,56 9 1,-81-18 386,12 2 114,-1 0 1,1-1 0,-1-1 0,20-1 0,-25-1 90,1 1 1,0 1 0,-1-1-1,1 1 1,0 1 0,0 0-1,19 4 1,-24-3-132,0 0 0,0 0 0,0 1 0,0-1 0,-1 1 0,1 0-1,-1 0 1,0 1 0,1-1 0,-1 1 0,-1 0 0,1 0 0,-1 0 0,1 1 0,4 8 0,12 29 76,-1 1 1,-3 1-1,-1 0 0,-2 1 0,13 90 0,-17-56-950,-2 1-1,-7 118 1,-20 39-6725,12-154 1105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43.7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208 149 11981,'-67'-55'1644,"37"40"-340,0 0-260,13 9-299,-3-6-505,-4 3-1001,14-9-895,0 0-2528,34 18-3189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44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0 911 11741,'134'-115'1844,"-43"76"-212,-1 0-79,7-3-217,14-1-296,13-2-204,20-6-172,23-3-132,17 0-100,7-7-288,4-2-768,-5-6-896,5-10-864,-1 1-2709,-3-1-4056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44.4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1 11293,'-16'153'2228,"2"-89"-252,7-7-179,-3 0-37,7 4-200,3 5-252,-3 9-272,-4 4-204,0 8-276,11 4-564,-8 2-292,-2-3-400,-1-5-424,-3-10-308,-14 115-4229,18-151 3321,-4-6-1376,6-17-2365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44.7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1 457 5036,'62'-182'1318,"-56"166"-905,1 0-1,1 1 1,0 0 0,1 1 0,1 0-1,0 0 1,0 1 0,23-22 0,-22 24 2,2-1-38,-1 1 0,1 1-1,1 0 1,0 1-1,1 0 1,-1 1 0,1 1-1,1 0 1,-1 1-1,1 1 1,1 0 0,-1 1-1,0 1 1,1 1 0,21-1-1,-25 2-222,-1 1 0,1 1 0,-1 0 0,0 1-1,1 0 1,-1 1 0,0 0 0,0 1 0,0 0 0,-1 1-1,0 0 1,0 1 0,0 0 0,0 1 0,-1 0-1,0 1 1,-1 0 0,1 0 0,-2 1 0,1 0 0,7 12-1,-6-5-40,0 1 0,-2 0 0,0 0 0,-1 0 0,0 1 0,-2 1 0,0-1 0,-1 1 0,1 21 0,0 24 120,-4 87-1,-2-113-184,0 29 53,2 265-654,4-256 27,-5 0 0,-2 0 0,-4-1-1,-17 84 1,13-117 371,-1-2-1,-3 0 1,-1 0-1,-1-1 1,-3-1-1,-1-1 1,-1 0-1,-2-2 0,-38 45 1,-140 139 63,119-142 67,-44 46 20,124-121-11,0 0 0,1 0-1,-1 1 1,0-1 0,1 0 0,0 1 0,-1-1 0,1 1 0,-1 4-1,2-6-19,-1 0 0,1 0 0,0-1 0,0 1-1,0 0 1,0 0 0,0 0 0,0 0 0,1 0-1,-1 0 1,0 0 0,0-1 0,0 1 0,1 0-1,-1 0 1,1 0 0,-1-1 0,0 1 0,1 0-1,1 1 1,0 0-78,0-1 0,1 1 0,0-1 1,-1 0-1,1 0 0,0 0 0,-1 0 0,1 0 0,0 0 0,0-1 1,0 1-1,0-1 0,-1 0 0,1 0 0,0 0 0,5-1 0,158-25-5778,-68 8 849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44.9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1 227 8629,'25'44'2196,"2"-2"1,62 75 0,-42-57-1037,-32-39-920,0-1-1,1-1 1,1 0 0,0-1 0,2-1-1,39 28 1,-56-44-230,0 1 1,0-1-1,1 0 0,-1 0 0,0 0 1,1 0-1,-1 0 0,1-1 0,-1 1 1,1-1-1,-1 0 0,1 0 0,-1 0 1,1 0-1,-1 0 0,1 0 0,-1 0 1,1-1-1,-1 0 0,1 1 1,-1-1-1,1 0 0,-1 0 0,4-2 1,-4 1 2,0 0 1,0 0 0,0 0-1,0 0 1,0 0 0,0-1-1,-1 1 1,1-1 0,-1 1-1,1-1 1,-1 1 0,0-1-1,0 0 1,0 1 0,-1-1 0,1 0-1,-1 0 1,1 0 0,-1 0-1,0 0 1,0 1 0,-1-6-1,-4-24-97,-1 1 0,-2 0 0,-1 0 0,-2 0 0,-18-37 0,-15-45-1797,16 35 57,-10-36-3870,23 56-47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45.3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122 33 8861,'-5'4'442,"0"0"-1,-1-1 1,1 1 0,-1-1 0,1 0 0,-1 0-1,-9 2 1,10-3-53,-1 0 0,1 0 0,0 1 0,0-1 0,0 1 0,0 0 0,1 0 0,-1 1-1,1-1 1,0 1 0,-6 6 0,9-8-330,0 0-1,1 0 0,-1 0 1,0 0-1,1 0 0,-1 0 0,1 0 1,-1 0-1,1 0 0,0 1 1,0-1-1,0 0 0,0 0 1,1 0-1,-1 0 0,0 0 1,1 0-1,0 0 0,-1 0 1,1 0-1,0 0 0,0 0 1,0 0-1,0 0 0,0 0 1,1-1-1,-1 1 0,1 0 1,-1-1-1,3 2 0,3 5 24,0-2 1,0 1-1,1-1 0,0 0 1,13 6-1,3 0 9,1-1 0,0-2 0,1 0 1,0-1-1,45 6 0,-19-8-9,-1-1 0,56-4 0,-87-1-16,1-1 1,-1-1-1,0-1 0,1-1 1,-1 0-1,-1-2 0,1 0 0,-1-2 1,0 0-1,0-1 0,-1 0 1,-1-2-1,1 0 0,-2-1 0,1-1 1,-2 0-1,0-1 0,24-29 1,-12 9 251,-13 15-37,2 0 0,18-16 0,-34 35-265,1 0 0,0 0 1,0 1-1,0-1 0,0 0 0,0 0 0,0 1 0,0-1 1,0 1-1,0-1 0,0 1 0,-1-1 0,1 1 1,0-1-1,0 1 0,-1 0 0,1-1 0,0 1 0,-1 0 1,1 0-1,-1 0 0,1 1 0,2 2 18,0 0-1,-1 0 1,0 1-1,0-1 1,0 1-1,-1-1 1,0 1-1,1 0 1,-2 0 0,1 0-1,0-1 1,-1 10-1,-1 9 169,-7 36-1,3-23-42,-31 202 481,-11-2 0,-10-1 1,-93 241-1,-331 649-381,451-1062-384,-64 118-1230,91-187 593,2-9 580,6-18-83,0 0 0,3 0 1,0 1-1,25-58 1,-24 65 148,270-598-1390,-203 465 1272,-11 26 7,204-478-2132,-256 574 736,15-73-1,-25 88-333,0 1-1,-2-37 1,-3 14-4519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45.9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593 4260 12381,'-324'222'2080,"282"-193"-1072,1 2-1,2 1 0,-59 63 0,67-63-68,29-30-791,0 0-1,0 0 1,1 0-1,-1 1 1,1-1-1,-1 0 1,1 0-1,0 1 1,-2 3-1,3-5-79,0 0 0,0-1 0,0 1 0,0 0 0,-1 0 0,1 0 0,0 0 0,1-1 0,-1 1 0,0 0 0,0 0 0,0 0 0,0 0 0,1-1 0,-1 1 0,0 0 0,1 0 0,-1-1 0,0 1 0,1 0 0,0 0 0,2 1 48,0 0-1,-1 0 1,1-1-1,0 1 1,0-1-1,0 0 1,0 0-1,0 0 0,0 0 1,1 0-1,-1-1 1,0 0-1,0 1 1,1-1-1,4-1 1,20-1 341,1-1 0,32-8 1,134-36 644,84-35-216,87-35-193,93-34-143,94-38-125,91-29-93,80-24-172,66-25-323,4569-1812-7171,-4513 1710 5027,-52 20-573,-69 21-2555,-62 22-3230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47.0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1378 9969,'0'42'366,"-6"220"2564,6-39 147,4-178-2942,2 0 0,2-1 0,1 0 0,3-1 1,1 0-1,3 0 0,1-2 0,2 0 0,48 75 0,-48-87-630,1-1 0,2-1 0,1-1 1,0-1-1,2-1 0,1-1 0,1-2 0,46 29 0,-57-41 192,1-1-1,0 0 1,0-1-1,0-1 1,1-1-1,0 0 1,29 3-1,-33-7 78,0 0 1,0-1-1,0-1 0,0-1 0,0 1 0,-1-2 1,1 0-1,0-1 0,-1 0 0,24-12 0,-19 8 52,-2-2-1,1 0 1,-1-1-1,-1-1 1,1 0-1,-2-1 1,0-1-1,-1 0 0,0 0 1,13-21-1,-13 14 269,-1 0 0,-1-1-1,-1-1 1,-1 0-1,-1 0 1,-1 0-1,7-42 1,-7 10 471,-3-1 1,-4-89-1,-22-92 2703,14 99-7,8 137-3213,0-1 0,-1 1-1,1 0 1,0-1-1,0 1 1,0 0 0,1-1-1,-1 1 1,0 0-1,0-1 1,1 1-1,-1 0 1,1 0 0,-1-1-1,1 1 1,-1 0-1,1 0 1,0 0 0,0 0-1,-1 0 1,1 0-1,0 0 1,0 0 0,0 0-1,0 0 1,0 0-1,0 0 1,0 1-1,2-2 1,4-1 104,-1 1-1,1 0 1,0 0-1,12-2 1,5-2 27,6-4-36,0-1 0,0-2-1,-2-1 1,1-1 0,-2-2 0,0 0 0,35-31 0,-49 37-103,0-1 0,-1-1 0,0 1 0,-1-2 0,-1 1 0,0-2 0,-1 1 0,-1-1-1,0-1 1,-1 1 0,0-1 0,-2-1 0,0 1 0,0-1 0,2-23 0,-4-17-7,-8-93 1,1 110-427,2 0-1,2 0 1,1 0 0,2 0-1,13-60 1,4 36-475,2 0 0,55-107 0,82-109-336,-145 256 1175,0 0 239,-1-1 1,14-40-1,-27 63-24,-6 3 12,-17 7 14,1 0 1,0 1 0,-35 21-1,-64 48 240,105-67-405,-30 21 34,1 3-1,-51 49 1,75-62-317,0 0-1,1 2 1,2 0 0,0 1 0,-25 50 0,38-66-170,0 0 0,1 1 1,1-1-1,0 1 1,0 0-1,1-1 0,0 1 1,0 0-1,1 1 1,1-1-1,0 0 0,0 0 1,1 0-1,0 0 1,1 0-1,5 18 0,25 34-4301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47.2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 4412,'67'-6'1165,"-50"6"-429,10 9-172,-4-6-96,-9 16-128,12 8-288,-9 0-408,-10-15-288,-4 15-1329,4 21 193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47.7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0 838 9449,'10'-54'1644,"0"-3"-284,14 9-164,6-1-28,3-2-180,11 3-167,13-12-273,10 2-60,6-8-348,15 0-828,2-4-881,0 1-1039,-6-3-1156,3 2-2425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47.9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10809,'100'208'2256,"-66"-114"-220,-1-7-251,1 1-129,2 5-376,1 16-228,4 11-192,9 16-196,7 15-400,10-1-508,0-5-1088,-4 0-1060,4 3-3185,0-4-4556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48.7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4406 166 5156,'-16'-18'238,"8"9"-67,-1-1 0,1 1 0,-2 1 0,1-1 0,-1 2 0,-1-1 0,1 1 0,-1 1 0,0 0 0,-15-5 0,-23-4 313,-1 2 0,0 3 0,-1 2 0,0 2 0,0 2 1,0 2-1,0 3 0,0 2 0,0 2 0,-53 13 0,44-4-102,2 3-1,0 2 0,2 3 1,-87 45-1,38-7 271,-132 100 0,90-44-161,5 6 0,5 6 0,-122 149 0,-313 475 895,301-329-566,-220 467 0,310-505-342,18 8 0,17 6 0,-164 731 0,265-906-235,-27 427 1,68-510-163,6 0 0,7-1 0,5 0 0,40 171 0,-35-236-26,3-1-1,3-1 1,3-1-1,49 90 1,-54-122-41,1-1 1,2-1-1,2-2 1,1 0 0,2-2-1,1-1 1,2-2-1,59 43 1,-57-50-5,2-2 0,0-2 0,1-1-1,1-2 1,70 20 0,-53-24-15,0-1 0,1-3 0,98 2 0,-42-14-52,0-4 0,-1-6 1,208-50-1,-119 8-120,-2-9 1,-4-9 0,354-186-1,-242 81-323,423-324-1,-522 334 292,120-142-111,667-742-670,-711 714 699,-141 129 146,145-320-99,-224 384 128,80-270 0,-122 332 72,-5-1 0,-3-1 0,-4 0 0,-3-1 0,-5 0 0,-11-142 0,1 170 27,-2 0 0,-3 1 1,-2 0-1,-3 1 1,-2 1-1,-3 1 1,-2 0-1,-2 2 1,-2 1-1,-59-79 0,50 84 2,-2 2-1,-2 2 0,-2 1 1,-1 3-1,-64-43 0,45 41-4,-2 2 0,-2 3-1,-118-44 1,71 42 2,-2 5 0,-2 5 0,0 6 0,-1 4 0,-137 0 0,128 14-73,-1 7 0,1 5 0,1 5 0,0 7-1,-152 43 1,174-31-707,2 4 0,-119 61 0,136-53-1272,1 5 1,-133 102-1,59-17-4705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50.8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0 998 4732,'17'58'789,"-1"-1"2626,39 93 0,-26-95-1281,8 20 1739,-34-69-3545,-1 0-1,1 0 0,0-1 0,1 0 0,-1 1 1,1-1-1,6 6 0,-3-11 432,9-4-339,-3 0-172,-1 0 1,1 0 0,-1-1 0,1-1 0,-2 0-1,16-10 1,516-413 1132,-381 294-2020,246-224-2826,-142 111-2943,-221 206 4608,141-138-8181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53.0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2247 2101 5060,'-1'5'259,"1"1"-1,-1-1 0,0 0 1,-1 0-1,1 0 0,-1 0 1,0 0-1,0 0 0,0 0 1,-1-1-1,0 1 0,0-1 0,0 1 1,0-1-1,-1 0 0,1-1 1,-1 1-1,0 0 0,0-1 1,-8 5-1,-36 32 7856,49-46-8084,0 0 0,0 0 0,1 0 0,0 0 0,0 0 0,0 1 0,1-1 0,-1 1 0,1-1 0,0 1 0,1 0 0,0 0 0,-1 0 0,2 1 0,-1-1 0,5-3 0,0 0-43,1 0 1,-1 0-1,2 1 1,-1 1-1,0 0 1,22-9-1,-30 14 36,2 2-35,4 1 14,0 0-1,0 0 0,0 1 0,0 1 0,0-1 0,-1 1 1,1 1-1,-1-1 0,0 1 0,-1 1 0,1-1 0,-1 1 0,0 0 1,9 12-1,-11-14 0,-1 1 0,0-1 0,0 1 0,0 0 0,-1 0 0,1 0 0,-1 0 0,1 6 0,-2-9-5,-1 1-1,0 0 1,0 0-1,0 0 1,-1-1-1,1 1 1,-1 0-1,1 0 1,-1-1 0,0 1-1,0 0 1,0-1-1,0 1 1,-1-1-1,1 0 1,-1 1-1,1-1 1,-4 3-1,-5 6-18,0 0-1,-1-1 0,0 0 1,0-1-1,-1-1 0,-1 0 1,1 0-1,-1-1 0,0-1 1,-1 0-1,-25 7 0,5-4-118,0-1-1,-1-2 0,-68 3 1,62-10-1,1-1 0,0-2 0,0-2 0,0-1 0,1-2 0,0-2 0,0-2 0,-52-24 0,-5-11-102,-176-117 0,146 74 143,4-5 1,4-6-1,4-5 1,5-4-1,6-6 1,-124-177-1,181 225-137,3-1 0,4-2 0,2-2 0,4-1 0,-43-140 0,56 135-791,3-1 0,4 0 0,-4-100 0,17 82-1999,12 15-1036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53.4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399 66 6513,'-18'-23'2512,"14"17"-1695,0 0-1,-1 0 1,0 1 0,0-1-1,-6-4 1,10 9-776,0 1 1,-1-1-1,1 1 0,0 0 1,0-1-1,-1 1 1,1 0-1,0 0 1,-1 0-1,1 0 1,0 0-1,0 0 1,-1 0-1,1 0 1,0 1-1,0-1 1,-1 0-1,1 1 0,0-1 1,0 1-1,0 0 1,0-1-1,-1 1 1,1 0-1,-1 1 1,-24 23 157,25-23-170,-204 254 513,193-241-562,0 1 1,2 1 0,0-1-1,1 2 1,-12 30 0,19-43 20,1 0 0,0 0 0,0 0 0,0 1 0,0-1 0,1 0 0,0 0 0,0 0 0,0 0 0,1 0 0,0 1 0,0-1 0,0 0 0,0 0 0,1 0 0,0-1 0,0 1 0,0 0 0,1-1 0,0 1 0,-1-1 0,1 0 0,1 0 0,-1 0 0,1 0 0,7 5 0,16 13-28,2-2-1,0-1 1,1-1 0,1-2-1,42 16 1,175 50-1694,-77-28-49,-144-46 1286,0 1 0,0 2 0,-2 1-1,1 1 1,44 31 0,-68-43 448,0 0 0,-1 1-1,1-1 1,0 1 0,-1-1-1,1 1 1,-1-1 0,0 1-1,0 0 1,1 0 0,-1-1 0,0 1-1,0 0 1,-1 0 0,1 0-1,0 0 1,-1 0 0,1 0-1,-1 0 1,0 1 0,1-1 0,-1 0-1,0 0 1,0 0 0,-1 0-1,1 0 1,0 0 0,-1 1-1,1-1 1,-1 0 0,0 0 0,0 0-1,1 0 1,-1-1 0,-1 1-1,1 0 1,0 0 0,-2 1-1,-2 3-10,0 0-1,-1-1 0,0 0 0,0 0 0,0 0 0,-1-1 1,1 0-1,-12 5 0,-17 5-57,0-2 0,0 0-1,-2-3 1,-44 6 0,14-6-1239,-96-2-1,98-9 266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53.6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4192,'7'55'1216,"-7"-7"-255,3-9-173,14 6-148,3-3 72,7 10-308,6 2-72,4-3-68,7 3-92,9-2-48,4-1 72,7-9-364,6 0-148,0-6-172,-3-2-244,-6-13-540,6-12-781,0-3 65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56.9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142 119 5084,'-1'0'66,"1"0"1,-1 0-1,1 0 0,-1-1 0,1 1 0,-1 0 0,0-1 0,1 1 0,-1 0 0,1-1 0,-1 1 0,1 0 0,0-1 0,-1 1 0,1-1 0,-1 1 0,1-1 0,0 1 0,-1-1 0,1 1 0,0-1 0,0 1 0,-1-1 0,1 0 0,0 1 0,0-1 0,0 1 0,0-1 0,0 0 0,0 1 0,0-1 0,0 0 0,0 1 0,0-1 0,0 1 0,0-1 0,0 0 0,1-2 2039,-22-27 2584,18 24-4222,0-1 0,1 0-1,0-1 1,0 1-1,0 0 1,0-11 0,2 15 207,-43 5-767,39-1 1530,-9-7-1243,12 6-129,0-1 0,0 1-1,0 0 1,1 0-1,-1-1 1,0 1 0,0 0-1,0 0 1,0 0-1,0 0 1,0 0 0,0 0-1,0 0 1,1 0-1,-1 1 1,0-1 0,0 0-1,0 1 1,0-1-1,0 0 1,1 1 0,-1-1-1,0 1 1,0-1-1,1 1 1,-1-1-1,0 1 1,1 0 0,-1-1-1,0 1 1,1 0-1,-1-1 1,1 1 0,-1 1-1,-1 2-28,1-1 0,0 0 0,1 0 0,-1 0 0,0 0 0,1 1 0,0-1 0,0 7 0,2 11 327,1 0-1,8 29 1,0-4 85,8 57 422,35 145 637,16-34-511,139 290-1,-112-318-2214,153 218 0,-219-356 804,118 159-3472,-118-170-570,52 47 1,-31-39-5262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57.3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84 46 9173,'-7'-2'567,"-1"-1"0,0 1 1,1-1-1,0-1 0,0 1 0,0-1 1,0 0-1,1-1 0,-13-11 4223,95 62-2670,295 111-499,-160-72-1257,150 72 23,-11 24-136,-214-100-203,-4 6 0,174 148 0,-248-181-123,-2 2 0,70 90 0,-93-100 21,-1 1 0,-3 1 0,-1 2 0,23 61 0,-36-70 30,-1 2 0,-3-1-1,-1 2 1,-2-1 0,-2 1 0,-2 0-1,-2 0 1,-1 0 0,-3 1 0,-8 48-1,-1-31 5,-3 0 0,-3-1-1,-2 0 1,-3-2-1,-2 0 1,-48 82 0,13-45 16,-4-2 1,-3-3-1,-137 143 1,86-119-634,-255 193 1,337-281 237,13-9-302,-1-1 1,-1-1-1,0-2 1,-1 0-1,0-1 0,-39 13 1,61-25 229,0 0 0,0 0 0,-1 0 1,1-1-1,0 1 0,-1-1 0,1 0 0,-1 0 0,1 0 1,-7-1-1,8 0-284,-1-1 1,1 1 0,0 0-1,-1-1 1,1 0 0,0 1 0,0-1-1,0 0 1,0 0 0,-2-4-1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57.7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1013 10445,'0'0'3,"18"-27"1092,0 1-1,29-30 1,-41 50-820,0 0 0,0 0 0,1 1 0,-1 0 1,1 0-1,0 0 0,1 1 0,-1 0 0,1 0 0,0 1 0,0 0 0,0 0 0,0 1 0,13-2 0,-2 4-10,1 1-1,-1 0 1,0 2-1,0 0 1,0 1-1,0 1 1,0 0-1,-1 2 1,30 14 0,9 9 189,84 59 0,-88-51-327,-2 1 1,-2 3-1,-1 2 0,-2 1 1,-3 3-1,67 95 0,-87-108-102,-1 1 0,-2 1 0,-2 1 1,-1 1-1,-2 0 0,-2 1 0,-1 1 0,-3 0 0,-1 0 0,-2 1 0,1 62 0,-8-76-10,-1-1-1,-1 1 1,-1-1-1,-14 45 1,11-52 9,-16 35 1,14-34 10,8-19-23,0 1 0,-1 0 0,1-1 0,-1 1 0,1 0-1,-1-1 1,0 0 0,0 0 0,0 1 0,0-1 0,0 0-1,-1 0 1,-2 1 0,4-2-9,0-1 0,0 0 0,0 1 0,0-1 0,0 0 0,0 0 0,0 0 0,0 0 0,0 0 0,0 0-1,0 0 1,0 0 0,0 0 0,0 0 0,0-1 0,0 1 0,0 0 0,0-1 0,1 1 0,-1 0 0,0-1 0,0 1 0,0-1 0,0 0 0,1 1 0,-1-1 0,0 0 0,0 1 0,1-1-1,-1 0 1,1 0 0,-1 0 0,0 1 0,1-1 0,0 0 0,-1-2 0,-5-7 18,2-1 0,-1 0 1,1-1-1,1 1 0,0-1 0,1 1 0,-2-20 0,1-95 30,3 73-54,2-174-619,61-442 0,-44 563-785,60-191 0,-53 224 178,4 1 1,2 2-1,55-87 1,-64 121 533,17-29-2441,50-60-1,-41 72-1192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57.9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84 1 6745,'-8'35'490,"1"-12"294,2 0 0,0 1 0,2-1 0,0 1 0,2 39 0,6-5 751,2 0-1,3-1 1,3 0-1,2 0 1,36 87 0,-34-102-1079,2-2-1,2 0 1,1-1 0,39 51 0,-60-89-445,35 46 425,2-1 0,58 53 1,-65-70-249,1-2 1,2-2-1,1-1 1,65 35 0,-83-51-139,-1-1 0,1 0 0,0-1 1,0-1-1,1 0 0,0-2 0,0 0 1,0-1-1,0 0 0,0-2 1,0 0-1,0-1 0,30-6 0,-40 5-41,-1 0-1,0 0 0,0-1 0,1 0 0,-2 0 1,1-1-1,0 0 0,-1 0 0,1-1 0,-1 0 1,-1 0-1,1 0 0,-1-1 0,6-7 0,-5 5-4,0-1 0,-1-1-1,0 1 1,-1-1 0,0 1-1,-1-1 1,0-1 0,0 1-1,1-16 1,-1 4-10,-2-1 0,-1 0 0,-1 1 1,-1-1-1,-1 0 0,-1 1 0,-1 0 0,0 0 1,-11-24-1,1 11-23,-1 2 0,-2 0 1,-1 1-1,-2 1 0,-1 1 0,-1 1 1,-2 1-1,0 1 0,-2 1 1,-60-44-1,52 46-105,-2 0-1,0 3 1,-2 1-1,0 2 1,-1 1-1,-1 2 1,0 2-1,-1 2 1,-52-7 0,71 15-177,-1 1-1,1 2 1,0 0 0,-33 5 0,42-3-193,1 0 0,-1 2 0,1-1 0,0 2 0,0 0 0,1 0 0,-1 1 0,-21 15 0,29-17-259,0 0 0,0 1 0,1-1 0,-1 1 0,1 0 0,0 0 0,0 1 0,1 0 0,-4 6 0,-1 6-7365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58.3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 11813,'17'-2'3711,"-17"18"-881,0-11-3208,-1 18 775,1 0 0,1 1 0,1-1-1,1 0 1,1 0 0,1 0 0,13 36 0,72 155 472,-78-188-745,13 23-19,3-1 1,1-1-1,3-1 1,50 56-1,-80-99-101,0 0 0,1-1 0,-1 1 0,1-1 0,0 1 0,0-1 1,0 0-1,0 0 0,0 0 0,0-1 0,0 1 0,1-1 0,-1 0 0,1 0 0,-1 0 0,1 0 0,-1 0 0,8 0 0,-6-2 0,-1 1 0,1-1 0,-1 0 0,1-1 0,-1 1 0,0-1 0,0 0 0,1 0 0,-1 0 0,0 0 0,-1-1 0,8-5 0,4-7 0,0 0 1,-2-1-1,0 0 0,0-1 1,11-22-1,70-130 53,-64 108 253,4 1-1,2 1 1,60-73 0,-86 121-150,0 0 0,1 1 0,0 0 1,0 1-1,1 0 0,0 1 1,1 0-1,0 1 0,15-6 1,-19 9-77,0 1 0,1 1 0,-1 0 1,1 0-1,0 1 0,-1 0 0,1 1 1,0 0-1,0 0 0,0 1 0,-1 1 1,1-1-1,-1 2 0,13 3 0,-2 2 32,0 1-1,-1 0 1,0 1-1,-1 1 0,23 19 1,79 74-221,-54-44-848,-37-34 53,0 0-676,47 32 0,-64-50 168,1-1 0,21 10 0,-24-14-161,0 1 1,0-1 0,0-1-1,15 2 1,25-2-5953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58.6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0 692 11741,'97'-58'5583,"-22"-5"-2967,194-148-535,-234 180-1938,-2-2-1,37-47 0,-54 60-77,-2 0 1,0-1-1,-1 0 0,-2-1 0,17-42 0,-27 62-55,0 0 0,-1 0 0,1 0 1,0 0-1,-1 0 0,0 0 0,1 0 1,-1 0-1,0 0 0,0 0 0,0 0 1,0 0-1,-1 0 0,1 0 0,0 0 1,-1 1-1,-1-5 0,2 5 3,-1 0-1,0 1 0,0-1 1,0 0-1,0 1 0,1-1 1,-1 1-1,0-1 1,0 1-1,0-1 0,0 1 1,0-1-1,0 1 1,0 0-1,0 0 0,0 0 1,-1-1-1,1 1 1,0 0-1,0 0 0,0 1 1,0-1-1,-1 0 1,-5 2 68,0-1-1,0 1 1,1 1 0,-1-1 0,1 1 0,0 0 0,0 1 0,-7 4 0,-6 9 275,1 0 1,0 1 0,1 1-1,-27 42 1,25-35-113,-6 11-22,1 0 0,2 1 0,2 2 0,2 0 0,1 1 1,2 0-1,2 1 0,2 1 0,2 0 0,-5 56 0,12-85-229,2 0 1,0 1-1,0-1 1,2 0-1,-1 0 1,2 0-1,0 0 1,1 0-1,0 0 0,11 23 1,-9-26-167,0-1 0,1 0-1,0-1 1,0 1 0,1-2 0,0 1-1,1-1 1,0 0 0,0 0 0,1-1-1,0-1 1,0 0 0,16 7 0,1-2-455,0-1 0,1-1 0,1-2-1,-1-1 1,1-1 0,0-1 0,0-2 0,0-1 0,36-3 0,-1-3-635,0-4-1,-1-2 1,72-23-1,-62 10 892,-1-4 0,-1-2 0,-2-4 0,-2-2-1,0-4 1,-3-2 0,83-72 0,-118 90 695,-2-2 1,-1-1 0,0-1 0,-3-1-1,22-33 1,-36 48-457,-1 0 1,0 0-1,-1-1 0,0 0 1,-1-1-1,-1 1 0,-1-1 1,0 0-1,-1 0 0,-1 0 0,0 0 1,-1-1-1,-2-26 0,-2 21-3385,3-5-1774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59.0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14861,'2'25'821,"0"1"0,2-1 0,7 29 0,3 9 163,31 389 5076,-29-230-4342,53 774 946,-68-953-2792,19 297-1554,-15-273 926,6 56-1231,-8-106 1164,0 1-1,1-1 1,1 0 0,10 23-1,-15-38 558,1 0 1,0 0-1,0-1 0,0 1 0,0 0 0,0-1 0,0 1 1,1-1-1,-1 1 0,0-1 0,1 0 0,-1 1 0,1-1 1,0 0-1,-1 0 0,1 0 0,0 0 0,0 0 0,-1-1 1,1 1-1,0 0 0,0-1 0,0 0 0,0 1 0,0-1 1,0 0-1,0 0 0,0 0 0,0 0 0,0 0 0,0 0 1,0-1-1,-1 1 0,1-1 0,0 1 0,0-1 0,3-2 1,1 0-1038,-1 0 1,0 0-1,-1-1 0,1 1 1,4-6-1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59.2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553 534 6521,'-158'-192'1727,"42"74"671,76 81-1420,-14-11 2366,-91-62 0,108 83-1735,34 25-377,84 79 2588,24 12-2949,-68-59-355,540 496 1574,-515-459-1989,-2 3 1,-4 2-1,-3 3 0,-3 2 1,-3 2-1,47 112 0,-78-150-122,-2 1 0,-2 1 1,-1 0-1,-3 1 0,-1 0 0,-3 0 0,-1 0 0,-2 1 0,-10 86 0,1-81-412,-2-1 0,-2-1 0,-2 0 0,-2 0 0,-3-2 0,-1 0 0,-2-1 0,-45 66 0,-63 63-3736,34-64-3480,29-40-2602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4:59.9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2617 12549,'1'1'81,"-1"0"1,0 0-1,0-1 0,0 1 1,1 0-1,-1 0 0,1 0 1,-1 0-1,0 0 0,1-1 1,0 1-1,-1 0 0,1 0 1,-1-1-1,1 1 0,0 0 0,-1-1 1,1 1-1,0-1 0,0 1 1,0-1-1,-1 1 0,1-1 1,0 0-1,1 1 0,1 0 100,-1-1-1,1 0 1,-1 0-1,1 0 1,-1 0-1,1 0 0,-1 0 1,1 0-1,3-2 1,6-1 435,-1-1 0,0-1 1,16-8-1,20-16-64,-2-1 0,-2-2 0,-1-2 0,47-48 0,-70 62-443,-1 0 0,-1-1-1,21-34 1,-30 43-79,-1-1 0,-1 1-1,0-1 1,-1 0 0,0 0-1,-1-1 1,-1 0 0,3-20-1,-6 30-19,1 0-1,-1 0 0,0 1 0,0-1 0,-1 0 0,1 0 1,-1 0-1,0 0 0,0 1 0,0-1 0,0 0 1,-1 1-1,-3-6 0,4 7-1,0 0 0,-1 1-1,0-1 1,1 1 0,-1 0 0,0-1-1,0 1 1,1 0 0,-1 0 0,0 0-1,0 0 1,0 0 0,0 1 0,0-1 0,-1 1-1,1-1 1,0 1 0,0 0 0,0 0-1,0 0 1,-1 0 0,1 0 0,0 0 0,0 1-1,-4 0 1,-7 3 31,-1 0-1,1 1 1,1 0 0,-1 1 0,1 0-1,0 1 1,0 0 0,1 1-1,-1 1 1,2 0 0,0 0 0,0 1-1,-16 21 1,6-6-4,2 2 0,1 0 0,1 1 0,1 1 0,-11 32 0,20-45-18,1 1 0,1-1-1,0 1 1,1 0 0,1 0-1,0 0 1,2 0 0,0 0-1,0 0 1,2 0 0,0 0-1,9 31 1,-9-39-14,1 0 0,1 0 0,0 0 1,0 0-1,1 0 0,0-1 0,0 0 0,1 0 0,0 0 1,1-1-1,-1 0 0,1 0 0,1-1 0,-1 0 0,1 0 1,0 0-1,1-1 0,-1-1 0,1 1 0,0-1 0,0-1 1,0 0-1,18 4 0,-14-4-18,1-1 0,0-1 0,-1-1 0,1 1 0,0-2 0,0 0 0,-1-1 0,1 0 0,0-1 1,-1-1-1,0 0 0,0 0 0,0-1 0,-1-1 0,1 0 0,-1-1 0,16-12 0,-11 5-4,0-1-1,-1-1 1,-1 0-1,0-1 1,-1 0-1,-1-1 1,-1-1-1,0 0 1,-2 0 0,11-27-1,-3 0-9,-3-2 1,-1 0-1,10-72 0,6-156-33,-19 162 50,22-557-76,-50 3 26,16 648 64,-34-493 0,35 508 61,-1 12 66,-6 58 415,3 1 0,5 82-1,0-76-119,49 835 2056,-44-840-2380,20 195 218,-20-219-261,3 1-1,2-1 1,29 75-1,-36-108-41,1 0-1,0 0 1,1 0 0,0 0-1,0-1 1,1 0-1,1-1 1,-1 1 0,1-1-1,1-1 1,13 11 0,-16-15-12,1 1 0,-1-1 0,1 0 1,0 0-1,0-1 0,0 0 1,0 0-1,0 0 0,0-1 0,0 0 1,1-1-1,-1 0 0,0 0 1,1 0-1,-1-1 0,0 0 0,0-1 1,11-2-1,-3-1-2,-1-1 0,1-1 0,-1 0 1,-1 0-1,1-2 0,13-10 0,71-67 34,-57 48-21,30-29 0,57-50-60,-112 105 49,0 0 1,1 1-1,0 0 1,1 2-1,0 0 1,23-7-1,-36 14-11,-1 1-1,0 1 0,1-1 1,-1 1-1,0 0 0,1 0 1,-1 0-1,1 0 0,-1 1 1,0 0-1,1 0 0,-1 0 0,0 0 1,0 1-1,0 0 0,0-1 1,0 1-1,5 4 0,4 3-294,0 1 0,-1 0-1,17 18 1,-29-28 280,13 15-909,-1 1 0,0 0-1,-1 0 1,15 33 0,-9-18-1202,-17-29 1883,1 0 1,0 0 0,0 0 0,0 0-1,0 0 1,1-1 0,-1 1 0,0 0-1,1-1 1,-1 1 0,1 0 0,0-1-1,0 0 1,-1 1 0,1-1 0,0 0-1,0 0 1,0 0 0,0 0 0,0 0-1,0-1 1,0 1 0,1-1 0,-1 1-1,0-1 1,0 0 0,0 0 0,1 1-1,-1-2 1,0 1 0,0 0 0,3-1-1,-1 0 62,-1-1 0,0 0 0,1 0 0,-1 0 0,0-1 0,0 1 0,0-1 0,0 1 0,0-1 0,-1 0 0,1 0 0,-1 0 0,0-1 0,0 1 0,0 0 0,2-6 0,9-26 90,-2-1 0,-2 0 0,-1-1 0,-2 1 0,2-42 0,-4 46 27,36-407-3347,-27 318 1545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5:00.2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66 5513,'0'5'148,"1"3"149,-1 0 0,0 0 0,0 0 0,0 0 0,-1 0 0,-1 0 0,1-1 1,-1 1-1,-1 0 0,1-1 0,-1 1 0,-1-1 0,1 0 0,-1 0 0,-5 7 0,2-5 254,0 0 0,1 0-1,1 1 1,-1-1 0,2 1 0,-1 0-1,1 1 1,1-1 0,0 1 0,0-1-1,-1 20 1,3-14-265,1-1 1,1 1-1,0-1 0,1 1 1,0-1-1,2 0 0,7 23 1,4 0-534,3 0 0,1 0 1,2-2-1,1 0 0,35 41 1,-31-44-669,1 0 1,2-3-1,1 0 1,47 34-1,-71-59 797,1 0-1,0-1 0,0 0 1,0-1-1,0 1 1,0-1-1,1 0 0,7 1 1,-12-3 126,0-1 0,0 1 0,0-1 0,0 0 0,0 0 0,0 0 0,0 0 0,0-1 0,0 1 0,0-1 0,0 1 0,-1-1-1,1 0 1,0 0 0,0-1 0,-1 1 0,1 0 0,-1-1 0,1 0 0,-1 1 0,1-1 0,-1 0 0,0 0 0,0 0 0,2-3 0,0-1 74,-1 0 1,1 0-1,-1-1 0,0 1 1,-1 0-1,1-1 0,-1 0 1,1-7-1,7-60 719,-8 51-499,2-16 227,2-1 1,2 1-1,12-40 1,-16 66-437,1 1 0,0-1 0,0 1-1,1 0 1,1 1 0,0 0 0,1 0 0,0 0 0,0 1 0,1 0 0,0 1 0,1 0 0,13-10 0,8 2-47,0 1 1,1 2-1,0 1 0,47-11 1,54-22 46,-116 38-91,-1 0 0,0 0 0,0-2 0,-1 0 0,22-19 0,-28 20 13,-1 0 0,-1 0 0,1-1 0,-2 0 0,1-1 0,9-21 0,-15 28-18,0-1 1,0 1-1,0-1 1,-1 1-1,1-1 0,-1 1 1,0-1-1,0 1 1,-1-1-1,1 1 1,-1-1-1,0 1 1,-1-1-1,1 1 1,0 0-1,-1 0 1,0 0-1,0 0 1,-1 0-1,1 0 1,-1 0-1,1 1 0,-1-1 1,0 1-1,-1 0 1,1 0-1,-1 0 1,-5-4-1,4 5 7,0 0 0,0 1-1,0-1 1,0 1-1,0 0 1,-1 1 0,1-1-1,0 1 1,-1 0 0,-4 0-1,7 1-47,1-1 1,-1 1-1,1 0 0,0-1 0,0 1 0,-1 0 1,1 0-1,0 1 0,0-1 0,0 0 1,0 1-1,0-1 0,0 1 0,1-1 0,-1 1 1,0 0-1,1 0 0,-1 0 0,1 0 0,0 0 1,0 0-1,0 0 0,0 1 0,0-1 0,-1 3 1,2-3-52,-1 0 1,1 0 0,0 1 0,-1-1 0,1 0 0,0 0 0,1 1-1,-1-1 1,0 0 0,1 0 0,-1 0 0,1 1 0,0-1 0,-1 0-1,1 0 1,0 0 0,0 0 0,0 0 0,1-1 0,-1 1 0,0 0-1,1 0 1,2 2 0,4 3-395,0 0 1,1-1-1,14 10 0,-14-11 205,5 3-999,0 0 0,1-1-1,20 8 1,8-2-3035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5:00.4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94 347 6101,'-19'-4'1919,"-1"-2"0,-35-14 2845,58 19-4191,1 0-486,0-1 1,0 1-1,0 0 1,0 1-1,0-1 0,0 1 1,0 0-1,1 0 0,-1 0 1,0 0-1,0 1 1,0 0-1,6 1 0,58 24 179,-31-10-63,137 56 330,-33-13-228,-137-58-303,0-1 0,0 1 0,0-1 1,0 0-1,0 0 0,0-1 1,1 1-1,-1-1 0,0 0 1,0 0-1,0 0 0,-1-1 0,8-3 1,-8 2 4,1 0 1,-1 0 0,0 0 0,-1-1 0,1 1-1,-1-1 1,1 1 0,-1-1 0,0 0 0,2-7-1,1-1 24,21-41-910,25-81-1,-22 55-1264,1 3-2122,0-2-2535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7:45:00.6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67 3968,'54'-48'692,"-31"39"-556,1 0-768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0A7B8-19A1-4035-8C30-33703B23C6B5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EC2A8-961D-4596-A113-14C1879A73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5344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0A7B8-19A1-4035-8C30-33703B23C6B5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EC2A8-961D-4596-A113-14C1879A73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0290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0A7B8-19A1-4035-8C30-33703B23C6B5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EC2A8-961D-4596-A113-14C1879A73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7426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0A7B8-19A1-4035-8C30-33703B23C6B5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EC2A8-961D-4596-A113-14C1879A73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2142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0A7B8-19A1-4035-8C30-33703B23C6B5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EC2A8-961D-4596-A113-14C1879A73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664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0A7B8-19A1-4035-8C30-33703B23C6B5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EC2A8-961D-4596-A113-14C1879A73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382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0A7B8-19A1-4035-8C30-33703B23C6B5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EC2A8-961D-4596-A113-14C1879A73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0922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0A7B8-19A1-4035-8C30-33703B23C6B5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EC2A8-961D-4596-A113-14C1879A73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4128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0A7B8-19A1-4035-8C30-33703B23C6B5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EC2A8-961D-4596-A113-14C1879A73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9520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0A7B8-19A1-4035-8C30-33703B23C6B5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EC2A8-961D-4596-A113-14C1879A73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3522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0A7B8-19A1-4035-8C30-33703B23C6B5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EC2A8-961D-4596-A113-14C1879A73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395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5050A7B8-19A1-4035-8C30-33703B23C6B5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DC7EC2A8-961D-4596-A113-14C1879A73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7421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4.xml"/><Relationship Id="rId84" Type="http://schemas.openxmlformats.org/officeDocument/2006/relationships/customXml" Target="../ink/ink42.xml"/><Relationship Id="rId89" Type="http://schemas.openxmlformats.org/officeDocument/2006/relationships/image" Target="../media/image44.png"/><Relationship Id="rId16" Type="http://schemas.openxmlformats.org/officeDocument/2006/relationships/customXml" Target="../ink/ink8.xml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74" Type="http://schemas.openxmlformats.org/officeDocument/2006/relationships/customXml" Target="../ink/ink37.xml"/><Relationship Id="rId79" Type="http://schemas.openxmlformats.org/officeDocument/2006/relationships/image" Target="../media/image39.png"/><Relationship Id="rId5" Type="http://schemas.openxmlformats.org/officeDocument/2006/relationships/image" Target="../media/image2.png"/><Relationship Id="rId90" Type="http://schemas.openxmlformats.org/officeDocument/2006/relationships/customXml" Target="../ink/ink45.xml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56" Type="http://schemas.openxmlformats.org/officeDocument/2006/relationships/customXml" Target="../ink/ink28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77" Type="http://schemas.openxmlformats.org/officeDocument/2006/relationships/image" Target="../media/image38.png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80" Type="http://schemas.openxmlformats.org/officeDocument/2006/relationships/customXml" Target="../ink/ink40.xml"/><Relationship Id="rId85" Type="http://schemas.openxmlformats.org/officeDocument/2006/relationships/image" Target="../media/image42.png"/><Relationship Id="rId3" Type="http://schemas.openxmlformats.org/officeDocument/2006/relationships/image" Target="../media/image1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29.png"/><Relationship Id="rId67" Type="http://schemas.openxmlformats.org/officeDocument/2006/relationships/image" Target="../media/image33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91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81" Type="http://schemas.openxmlformats.org/officeDocument/2006/relationships/image" Target="../media/image40.png"/><Relationship Id="rId86" Type="http://schemas.openxmlformats.org/officeDocument/2006/relationships/customXml" Target="../ink/ink43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8.xml"/><Relationship Id="rId117" Type="http://schemas.openxmlformats.org/officeDocument/2006/relationships/image" Target="../media/image103.png"/><Relationship Id="rId21" Type="http://schemas.openxmlformats.org/officeDocument/2006/relationships/image" Target="../media/image55.png"/><Relationship Id="rId42" Type="http://schemas.openxmlformats.org/officeDocument/2006/relationships/customXml" Target="../ink/ink66.xml"/><Relationship Id="rId47" Type="http://schemas.openxmlformats.org/officeDocument/2006/relationships/image" Target="../media/image68.png"/><Relationship Id="rId63" Type="http://schemas.openxmlformats.org/officeDocument/2006/relationships/image" Target="../media/image76.png"/><Relationship Id="rId68" Type="http://schemas.openxmlformats.org/officeDocument/2006/relationships/customXml" Target="../ink/ink79.xml"/><Relationship Id="rId84" Type="http://schemas.openxmlformats.org/officeDocument/2006/relationships/customXml" Target="../ink/ink87.xml"/><Relationship Id="rId89" Type="http://schemas.openxmlformats.org/officeDocument/2006/relationships/image" Target="../media/image89.png"/><Relationship Id="rId112" Type="http://schemas.openxmlformats.org/officeDocument/2006/relationships/customXml" Target="../ink/ink101.xml"/><Relationship Id="rId16" Type="http://schemas.openxmlformats.org/officeDocument/2006/relationships/customXml" Target="../ink/ink53.xml"/><Relationship Id="rId107" Type="http://schemas.openxmlformats.org/officeDocument/2006/relationships/image" Target="../media/image98.png"/><Relationship Id="rId11" Type="http://schemas.openxmlformats.org/officeDocument/2006/relationships/image" Target="../media/image50.png"/><Relationship Id="rId32" Type="http://schemas.openxmlformats.org/officeDocument/2006/relationships/customXml" Target="../ink/ink61.xml"/><Relationship Id="rId37" Type="http://schemas.openxmlformats.org/officeDocument/2006/relationships/image" Target="../media/image63.png"/><Relationship Id="rId53" Type="http://schemas.openxmlformats.org/officeDocument/2006/relationships/image" Target="../media/image71.png"/><Relationship Id="rId58" Type="http://schemas.openxmlformats.org/officeDocument/2006/relationships/customXml" Target="../ink/ink74.xml"/><Relationship Id="rId74" Type="http://schemas.openxmlformats.org/officeDocument/2006/relationships/customXml" Target="../ink/ink82.xml"/><Relationship Id="rId79" Type="http://schemas.openxmlformats.org/officeDocument/2006/relationships/image" Target="../media/image84.png"/><Relationship Id="rId102" Type="http://schemas.openxmlformats.org/officeDocument/2006/relationships/customXml" Target="../ink/ink96.xml"/><Relationship Id="rId5" Type="http://schemas.openxmlformats.org/officeDocument/2006/relationships/image" Target="../media/image47.png"/><Relationship Id="rId90" Type="http://schemas.openxmlformats.org/officeDocument/2006/relationships/customXml" Target="../ink/ink90.xml"/><Relationship Id="rId95" Type="http://schemas.openxmlformats.org/officeDocument/2006/relationships/image" Target="../media/image92.png"/><Relationship Id="rId22" Type="http://schemas.openxmlformats.org/officeDocument/2006/relationships/customXml" Target="../ink/ink56.xml"/><Relationship Id="rId27" Type="http://schemas.openxmlformats.org/officeDocument/2006/relationships/image" Target="../media/image58.png"/><Relationship Id="rId43" Type="http://schemas.openxmlformats.org/officeDocument/2006/relationships/image" Target="../media/image66.png"/><Relationship Id="rId48" Type="http://schemas.openxmlformats.org/officeDocument/2006/relationships/customXml" Target="../ink/ink69.xml"/><Relationship Id="rId64" Type="http://schemas.openxmlformats.org/officeDocument/2006/relationships/customXml" Target="../ink/ink77.xml"/><Relationship Id="rId69" Type="http://schemas.openxmlformats.org/officeDocument/2006/relationships/image" Target="../media/image79.png"/><Relationship Id="rId113" Type="http://schemas.openxmlformats.org/officeDocument/2006/relationships/image" Target="../media/image101.png"/><Relationship Id="rId118" Type="http://schemas.openxmlformats.org/officeDocument/2006/relationships/customXml" Target="../ink/ink104.xml"/><Relationship Id="rId80" Type="http://schemas.openxmlformats.org/officeDocument/2006/relationships/customXml" Target="../ink/ink85.xml"/><Relationship Id="rId85" Type="http://schemas.openxmlformats.org/officeDocument/2006/relationships/image" Target="../media/image87.png"/><Relationship Id="rId12" Type="http://schemas.openxmlformats.org/officeDocument/2006/relationships/customXml" Target="../ink/ink51.xml"/><Relationship Id="rId17" Type="http://schemas.openxmlformats.org/officeDocument/2006/relationships/image" Target="../media/image53.png"/><Relationship Id="rId33" Type="http://schemas.openxmlformats.org/officeDocument/2006/relationships/image" Target="../media/image61.png"/><Relationship Id="rId38" Type="http://schemas.openxmlformats.org/officeDocument/2006/relationships/customXml" Target="../ink/ink64.xml"/><Relationship Id="rId59" Type="http://schemas.openxmlformats.org/officeDocument/2006/relationships/image" Target="../media/image74.png"/><Relationship Id="rId103" Type="http://schemas.openxmlformats.org/officeDocument/2006/relationships/image" Target="../media/image96.png"/><Relationship Id="rId108" Type="http://schemas.openxmlformats.org/officeDocument/2006/relationships/customXml" Target="../ink/ink99.xml"/><Relationship Id="rId54" Type="http://schemas.openxmlformats.org/officeDocument/2006/relationships/customXml" Target="../ink/ink72.xml"/><Relationship Id="rId70" Type="http://schemas.openxmlformats.org/officeDocument/2006/relationships/customXml" Target="../ink/ink80.xml"/><Relationship Id="rId75" Type="http://schemas.openxmlformats.org/officeDocument/2006/relationships/image" Target="../media/image82.png"/><Relationship Id="rId91" Type="http://schemas.openxmlformats.org/officeDocument/2006/relationships/image" Target="../media/image90.png"/><Relationship Id="rId96" Type="http://schemas.openxmlformats.org/officeDocument/2006/relationships/customXml" Target="../ink/ink9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8.xml"/><Relationship Id="rId23" Type="http://schemas.openxmlformats.org/officeDocument/2006/relationships/image" Target="../media/image56.png"/><Relationship Id="rId28" Type="http://schemas.openxmlformats.org/officeDocument/2006/relationships/customXml" Target="../ink/ink59.xml"/><Relationship Id="rId49" Type="http://schemas.openxmlformats.org/officeDocument/2006/relationships/image" Target="../media/image69.png"/><Relationship Id="rId114" Type="http://schemas.openxmlformats.org/officeDocument/2006/relationships/customXml" Target="../ink/ink102.xml"/><Relationship Id="rId119" Type="http://schemas.openxmlformats.org/officeDocument/2006/relationships/image" Target="../media/image104.png"/><Relationship Id="rId44" Type="http://schemas.openxmlformats.org/officeDocument/2006/relationships/customXml" Target="../ink/ink67.xml"/><Relationship Id="rId60" Type="http://schemas.openxmlformats.org/officeDocument/2006/relationships/customXml" Target="../ink/ink75.xml"/><Relationship Id="rId65" Type="http://schemas.openxmlformats.org/officeDocument/2006/relationships/image" Target="../media/image77.png"/><Relationship Id="rId81" Type="http://schemas.openxmlformats.org/officeDocument/2006/relationships/image" Target="../media/image85.png"/><Relationship Id="rId86" Type="http://schemas.openxmlformats.org/officeDocument/2006/relationships/customXml" Target="../ink/ink88.xml"/><Relationship Id="rId4" Type="http://schemas.openxmlformats.org/officeDocument/2006/relationships/customXml" Target="../ink/ink47.xml"/><Relationship Id="rId9" Type="http://schemas.openxmlformats.org/officeDocument/2006/relationships/image" Target="../media/image49.png"/><Relationship Id="rId13" Type="http://schemas.openxmlformats.org/officeDocument/2006/relationships/image" Target="../media/image51.png"/><Relationship Id="rId18" Type="http://schemas.openxmlformats.org/officeDocument/2006/relationships/customXml" Target="../ink/ink54.xml"/><Relationship Id="rId39" Type="http://schemas.openxmlformats.org/officeDocument/2006/relationships/image" Target="../media/image64.png"/><Relationship Id="rId109" Type="http://schemas.openxmlformats.org/officeDocument/2006/relationships/image" Target="../media/image99.png"/><Relationship Id="rId34" Type="http://schemas.openxmlformats.org/officeDocument/2006/relationships/customXml" Target="../ink/ink62.xml"/><Relationship Id="rId50" Type="http://schemas.openxmlformats.org/officeDocument/2006/relationships/customXml" Target="../ink/ink70.xml"/><Relationship Id="rId55" Type="http://schemas.openxmlformats.org/officeDocument/2006/relationships/image" Target="../media/image72.png"/><Relationship Id="rId76" Type="http://schemas.openxmlformats.org/officeDocument/2006/relationships/customXml" Target="../ink/ink83.xml"/><Relationship Id="rId97" Type="http://schemas.openxmlformats.org/officeDocument/2006/relationships/image" Target="../media/image93.png"/><Relationship Id="rId104" Type="http://schemas.openxmlformats.org/officeDocument/2006/relationships/customXml" Target="../ink/ink97.xml"/><Relationship Id="rId120" Type="http://schemas.openxmlformats.org/officeDocument/2006/relationships/customXml" Target="../ink/ink105.xml"/><Relationship Id="rId7" Type="http://schemas.openxmlformats.org/officeDocument/2006/relationships/image" Target="../media/image48.png"/><Relationship Id="rId71" Type="http://schemas.openxmlformats.org/officeDocument/2006/relationships/image" Target="../media/image80.png"/><Relationship Id="rId92" Type="http://schemas.openxmlformats.org/officeDocument/2006/relationships/customXml" Target="../ink/ink91.xml"/><Relationship Id="rId2" Type="http://schemas.openxmlformats.org/officeDocument/2006/relationships/customXml" Target="../ink/ink46.xml"/><Relationship Id="rId29" Type="http://schemas.openxmlformats.org/officeDocument/2006/relationships/image" Target="../media/image59.png"/><Relationship Id="rId24" Type="http://schemas.openxmlformats.org/officeDocument/2006/relationships/customXml" Target="../ink/ink57.xml"/><Relationship Id="rId40" Type="http://schemas.openxmlformats.org/officeDocument/2006/relationships/customXml" Target="../ink/ink65.xml"/><Relationship Id="rId45" Type="http://schemas.openxmlformats.org/officeDocument/2006/relationships/image" Target="../media/image67.png"/><Relationship Id="rId66" Type="http://schemas.openxmlformats.org/officeDocument/2006/relationships/customXml" Target="../ink/ink78.xml"/><Relationship Id="rId87" Type="http://schemas.openxmlformats.org/officeDocument/2006/relationships/image" Target="../media/image88.png"/><Relationship Id="rId110" Type="http://schemas.openxmlformats.org/officeDocument/2006/relationships/customXml" Target="../ink/ink100.xml"/><Relationship Id="rId115" Type="http://schemas.openxmlformats.org/officeDocument/2006/relationships/image" Target="../media/image102.png"/><Relationship Id="rId61" Type="http://schemas.openxmlformats.org/officeDocument/2006/relationships/image" Target="../media/image75.png"/><Relationship Id="rId82" Type="http://schemas.openxmlformats.org/officeDocument/2006/relationships/customXml" Target="../ink/ink86.xml"/><Relationship Id="rId19" Type="http://schemas.openxmlformats.org/officeDocument/2006/relationships/image" Target="../media/image54.png"/><Relationship Id="rId14" Type="http://schemas.openxmlformats.org/officeDocument/2006/relationships/customXml" Target="../ink/ink52.xml"/><Relationship Id="rId30" Type="http://schemas.openxmlformats.org/officeDocument/2006/relationships/customXml" Target="../ink/ink60.xml"/><Relationship Id="rId35" Type="http://schemas.openxmlformats.org/officeDocument/2006/relationships/image" Target="../media/image62.png"/><Relationship Id="rId56" Type="http://schemas.openxmlformats.org/officeDocument/2006/relationships/customXml" Target="../ink/ink73.xml"/><Relationship Id="rId77" Type="http://schemas.openxmlformats.org/officeDocument/2006/relationships/image" Target="../media/image83.png"/><Relationship Id="rId100" Type="http://schemas.openxmlformats.org/officeDocument/2006/relationships/customXml" Target="../ink/ink95.xml"/><Relationship Id="rId105" Type="http://schemas.openxmlformats.org/officeDocument/2006/relationships/image" Target="../media/image97.png"/><Relationship Id="rId8" Type="http://schemas.openxmlformats.org/officeDocument/2006/relationships/customXml" Target="../ink/ink49.xml"/><Relationship Id="rId51" Type="http://schemas.openxmlformats.org/officeDocument/2006/relationships/image" Target="../media/image70.png"/><Relationship Id="rId72" Type="http://schemas.openxmlformats.org/officeDocument/2006/relationships/customXml" Target="../ink/ink81.xml"/><Relationship Id="rId93" Type="http://schemas.openxmlformats.org/officeDocument/2006/relationships/image" Target="../media/image91.png"/><Relationship Id="rId98" Type="http://schemas.openxmlformats.org/officeDocument/2006/relationships/customXml" Target="../ink/ink94.xml"/><Relationship Id="rId121" Type="http://schemas.openxmlformats.org/officeDocument/2006/relationships/image" Target="../media/image105.png"/><Relationship Id="rId3" Type="http://schemas.openxmlformats.org/officeDocument/2006/relationships/image" Target="../media/image46.png"/><Relationship Id="rId25" Type="http://schemas.openxmlformats.org/officeDocument/2006/relationships/image" Target="../media/image57.png"/><Relationship Id="rId46" Type="http://schemas.openxmlformats.org/officeDocument/2006/relationships/customXml" Target="../ink/ink68.xml"/><Relationship Id="rId67" Type="http://schemas.openxmlformats.org/officeDocument/2006/relationships/image" Target="../media/image78.png"/><Relationship Id="rId116" Type="http://schemas.openxmlformats.org/officeDocument/2006/relationships/customXml" Target="../ink/ink103.xml"/><Relationship Id="rId20" Type="http://schemas.openxmlformats.org/officeDocument/2006/relationships/customXml" Target="../ink/ink55.xml"/><Relationship Id="rId41" Type="http://schemas.openxmlformats.org/officeDocument/2006/relationships/image" Target="../media/image65.png"/><Relationship Id="rId62" Type="http://schemas.openxmlformats.org/officeDocument/2006/relationships/customXml" Target="../ink/ink76.xml"/><Relationship Id="rId83" Type="http://schemas.openxmlformats.org/officeDocument/2006/relationships/image" Target="../media/image86.png"/><Relationship Id="rId88" Type="http://schemas.openxmlformats.org/officeDocument/2006/relationships/customXml" Target="../ink/ink89.xml"/><Relationship Id="rId111" Type="http://schemas.openxmlformats.org/officeDocument/2006/relationships/image" Target="../media/image100.png"/><Relationship Id="rId15" Type="http://schemas.openxmlformats.org/officeDocument/2006/relationships/image" Target="../media/image52.png"/><Relationship Id="rId36" Type="http://schemas.openxmlformats.org/officeDocument/2006/relationships/customXml" Target="../ink/ink63.xml"/><Relationship Id="rId57" Type="http://schemas.openxmlformats.org/officeDocument/2006/relationships/image" Target="../media/image73.png"/><Relationship Id="rId106" Type="http://schemas.openxmlformats.org/officeDocument/2006/relationships/customXml" Target="../ink/ink98.xml"/><Relationship Id="rId10" Type="http://schemas.openxmlformats.org/officeDocument/2006/relationships/customXml" Target="../ink/ink50.xml"/><Relationship Id="rId31" Type="http://schemas.openxmlformats.org/officeDocument/2006/relationships/image" Target="../media/image60.png"/><Relationship Id="rId52" Type="http://schemas.openxmlformats.org/officeDocument/2006/relationships/customXml" Target="../ink/ink71.xml"/><Relationship Id="rId73" Type="http://schemas.openxmlformats.org/officeDocument/2006/relationships/image" Target="../media/image81.png"/><Relationship Id="rId78" Type="http://schemas.openxmlformats.org/officeDocument/2006/relationships/customXml" Target="../ink/ink84.xml"/><Relationship Id="rId94" Type="http://schemas.openxmlformats.org/officeDocument/2006/relationships/customXml" Target="../ink/ink92.xml"/><Relationship Id="rId99" Type="http://schemas.openxmlformats.org/officeDocument/2006/relationships/image" Target="../media/image94.png"/><Relationship Id="rId101" Type="http://schemas.openxmlformats.org/officeDocument/2006/relationships/image" Target="../media/image95.png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18.xml"/><Relationship Id="rId21" Type="http://schemas.openxmlformats.org/officeDocument/2006/relationships/image" Target="../media/image115.png"/><Relationship Id="rId42" Type="http://schemas.openxmlformats.org/officeDocument/2006/relationships/customXml" Target="../ink/ink126.xml"/><Relationship Id="rId47" Type="http://schemas.openxmlformats.org/officeDocument/2006/relationships/image" Target="../media/image128.png"/><Relationship Id="rId63" Type="http://schemas.openxmlformats.org/officeDocument/2006/relationships/image" Target="../media/image136.png"/><Relationship Id="rId68" Type="http://schemas.openxmlformats.org/officeDocument/2006/relationships/customXml" Target="../ink/ink139.xml"/><Relationship Id="rId84" Type="http://schemas.openxmlformats.org/officeDocument/2006/relationships/customXml" Target="../ink/ink147.xml"/><Relationship Id="rId89" Type="http://schemas.openxmlformats.org/officeDocument/2006/relationships/image" Target="../media/image149.png"/><Relationship Id="rId16" Type="http://schemas.openxmlformats.org/officeDocument/2006/relationships/customXml" Target="../ink/ink113.xml"/><Relationship Id="rId11" Type="http://schemas.openxmlformats.org/officeDocument/2006/relationships/image" Target="../media/image110.png"/><Relationship Id="rId32" Type="http://schemas.openxmlformats.org/officeDocument/2006/relationships/customXml" Target="../ink/ink121.xml"/><Relationship Id="rId37" Type="http://schemas.openxmlformats.org/officeDocument/2006/relationships/image" Target="../media/image123.png"/><Relationship Id="rId53" Type="http://schemas.openxmlformats.org/officeDocument/2006/relationships/image" Target="../media/image131.png"/><Relationship Id="rId58" Type="http://schemas.openxmlformats.org/officeDocument/2006/relationships/customXml" Target="../ink/ink134.xml"/><Relationship Id="rId74" Type="http://schemas.openxmlformats.org/officeDocument/2006/relationships/customXml" Target="../ink/ink142.xml"/><Relationship Id="rId79" Type="http://schemas.openxmlformats.org/officeDocument/2006/relationships/image" Target="../media/image144.png"/><Relationship Id="rId102" Type="http://schemas.openxmlformats.org/officeDocument/2006/relationships/customXml" Target="../ink/ink156.xml"/><Relationship Id="rId5" Type="http://schemas.openxmlformats.org/officeDocument/2006/relationships/image" Target="../media/image107.png"/><Relationship Id="rId90" Type="http://schemas.openxmlformats.org/officeDocument/2006/relationships/customXml" Target="../ink/ink150.xml"/><Relationship Id="rId95" Type="http://schemas.openxmlformats.org/officeDocument/2006/relationships/image" Target="../media/image152.png"/><Relationship Id="rId22" Type="http://schemas.openxmlformats.org/officeDocument/2006/relationships/customXml" Target="../ink/ink116.xml"/><Relationship Id="rId27" Type="http://schemas.openxmlformats.org/officeDocument/2006/relationships/image" Target="../media/image118.png"/><Relationship Id="rId43" Type="http://schemas.openxmlformats.org/officeDocument/2006/relationships/image" Target="../media/image126.png"/><Relationship Id="rId48" Type="http://schemas.openxmlformats.org/officeDocument/2006/relationships/customXml" Target="../ink/ink129.xml"/><Relationship Id="rId64" Type="http://schemas.openxmlformats.org/officeDocument/2006/relationships/customXml" Target="../ink/ink137.xml"/><Relationship Id="rId69" Type="http://schemas.openxmlformats.org/officeDocument/2006/relationships/image" Target="../media/image139.png"/><Relationship Id="rId80" Type="http://schemas.openxmlformats.org/officeDocument/2006/relationships/customXml" Target="../ink/ink145.xml"/><Relationship Id="rId85" Type="http://schemas.openxmlformats.org/officeDocument/2006/relationships/image" Target="../media/image147.png"/><Relationship Id="rId12" Type="http://schemas.openxmlformats.org/officeDocument/2006/relationships/customXml" Target="../ink/ink111.xml"/><Relationship Id="rId17" Type="http://schemas.openxmlformats.org/officeDocument/2006/relationships/image" Target="../media/image113.png"/><Relationship Id="rId25" Type="http://schemas.openxmlformats.org/officeDocument/2006/relationships/image" Target="../media/image117.png"/><Relationship Id="rId33" Type="http://schemas.openxmlformats.org/officeDocument/2006/relationships/image" Target="../media/image121.png"/><Relationship Id="rId38" Type="http://schemas.openxmlformats.org/officeDocument/2006/relationships/customXml" Target="../ink/ink124.xml"/><Relationship Id="rId46" Type="http://schemas.openxmlformats.org/officeDocument/2006/relationships/customXml" Target="../ink/ink128.xml"/><Relationship Id="rId59" Type="http://schemas.openxmlformats.org/officeDocument/2006/relationships/image" Target="../media/image134.png"/><Relationship Id="rId67" Type="http://schemas.openxmlformats.org/officeDocument/2006/relationships/image" Target="../media/image138.png"/><Relationship Id="rId103" Type="http://schemas.openxmlformats.org/officeDocument/2006/relationships/image" Target="../media/image156.png"/><Relationship Id="rId20" Type="http://schemas.openxmlformats.org/officeDocument/2006/relationships/customXml" Target="../ink/ink115.xml"/><Relationship Id="rId41" Type="http://schemas.openxmlformats.org/officeDocument/2006/relationships/image" Target="../media/image125.png"/><Relationship Id="rId54" Type="http://schemas.openxmlformats.org/officeDocument/2006/relationships/customXml" Target="../ink/ink132.xml"/><Relationship Id="rId62" Type="http://schemas.openxmlformats.org/officeDocument/2006/relationships/customXml" Target="../ink/ink136.xml"/><Relationship Id="rId70" Type="http://schemas.openxmlformats.org/officeDocument/2006/relationships/customXml" Target="../ink/ink140.xml"/><Relationship Id="rId75" Type="http://schemas.openxmlformats.org/officeDocument/2006/relationships/image" Target="../media/image142.png"/><Relationship Id="rId83" Type="http://schemas.openxmlformats.org/officeDocument/2006/relationships/image" Target="../media/image146.png"/><Relationship Id="rId88" Type="http://schemas.openxmlformats.org/officeDocument/2006/relationships/customXml" Target="../ink/ink149.xml"/><Relationship Id="rId91" Type="http://schemas.openxmlformats.org/officeDocument/2006/relationships/image" Target="../media/image150.png"/><Relationship Id="rId96" Type="http://schemas.openxmlformats.org/officeDocument/2006/relationships/customXml" Target="../ink/ink15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08.xml"/><Relationship Id="rId15" Type="http://schemas.openxmlformats.org/officeDocument/2006/relationships/image" Target="../media/image112.png"/><Relationship Id="rId23" Type="http://schemas.openxmlformats.org/officeDocument/2006/relationships/image" Target="../media/image116.png"/><Relationship Id="rId28" Type="http://schemas.openxmlformats.org/officeDocument/2006/relationships/customXml" Target="../ink/ink119.xml"/><Relationship Id="rId36" Type="http://schemas.openxmlformats.org/officeDocument/2006/relationships/customXml" Target="../ink/ink123.xml"/><Relationship Id="rId49" Type="http://schemas.openxmlformats.org/officeDocument/2006/relationships/image" Target="../media/image129.png"/><Relationship Id="rId57" Type="http://schemas.openxmlformats.org/officeDocument/2006/relationships/image" Target="../media/image133.png"/><Relationship Id="rId10" Type="http://schemas.openxmlformats.org/officeDocument/2006/relationships/customXml" Target="../ink/ink110.xml"/><Relationship Id="rId31" Type="http://schemas.openxmlformats.org/officeDocument/2006/relationships/image" Target="../media/image120.png"/><Relationship Id="rId44" Type="http://schemas.openxmlformats.org/officeDocument/2006/relationships/customXml" Target="../ink/ink127.xml"/><Relationship Id="rId52" Type="http://schemas.openxmlformats.org/officeDocument/2006/relationships/customXml" Target="../ink/ink131.xml"/><Relationship Id="rId60" Type="http://schemas.openxmlformats.org/officeDocument/2006/relationships/customXml" Target="../ink/ink135.xml"/><Relationship Id="rId65" Type="http://schemas.openxmlformats.org/officeDocument/2006/relationships/image" Target="../media/image137.png"/><Relationship Id="rId73" Type="http://schemas.openxmlformats.org/officeDocument/2006/relationships/image" Target="../media/image141.png"/><Relationship Id="rId78" Type="http://schemas.openxmlformats.org/officeDocument/2006/relationships/customXml" Target="../ink/ink144.xml"/><Relationship Id="rId81" Type="http://schemas.openxmlformats.org/officeDocument/2006/relationships/image" Target="../media/image145.png"/><Relationship Id="rId86" Type="http://schemas.openxmlformats.org/officeDocument/2006/relationships/customXml" Target="../ink/ink148.xml"/><Relationship Id="rId94" Type="http://schemas.openxmlformats.org/officeDocument/2006/relationships/customXml" Target="../ink/ink152.xml"/><Relationship Id="rId99" Type="http://schemas.openxmlformats.org/officeDocument/2006/relationships/image" Target="../media/image154.png"/><Relationship Id="rId101" Type="http://schemas.openxmlformats.org/officeDocument/2006/relationships/image" Target="../media/image155.png"/><Relationship Id="rId4" Type="http://schemas.openxmlformats.org/officeDocument/2006/relationships/customXml" Target="../ink/ink107.xml"/><Relationship Id="rId9" Type="http://schemas.openxmlformats.org/officeDocument/2006/relationships/image" Target="../media/image109.png"/><Relationship Id="rId13" Type="http://schemas.openxmlformats.org/officeDocument/2006/relationships/image" Target="../media/image111.png"/><Relationship Id="rId18" Type="http://schemas.openxmlformats.org/officeDocument/2006/relationships/customXml" Target="../ink/ink114.xml"/><Relationship Id="rId39" Type="http://schemas.openxmlformats.org/officeDocument/2006/relationships/image" Target="../media/image124.png"/><Relationship Id="rId34" Type="http://schemas.openxmlformats.org/officeDocument/2006/relationships/customXml" Target="../ink/ink122.xml"/><Relationship Id="rId50" Type="http://schemas.openxmlformats.org/officeDocument/2006/relationships/customXml" Target="../ink/ink130.xml"/><Relationship Id="rId55" Type="http://schemas.openxmlformats.org/officeDocument/2006/relationships/image" Target="../media/image132.png"/><Relationship Id="rId76" Type="http://schemas.openxmlformats.org/officeDocument/2006/relationships/customXml" Target="../ink/ink143.xml"/><Relationship Id="rId97" Type="http://schemas.openxmlformats.org/officeDocument/2006/relationships/image" Target="../media/image153.png"/><Relationship Id="rId7" Type="http://schemas.openxmlformats.org/officeDocument/2006/relationships/image" Target="../media/image108.png"/><Relationship Id="rId71" Type="http://schemas.openxmlformats.org/officeDocument/2006/relationships/image" Target="../media/image140.png"/><Relationship Id="rId92" Type="http://schemas.openxmlformats.org/officeDocument/2006/relationships/customXml" Target="../ink/ink151.xml"/><Relationship Id="rId2" Type="http://schemas.openxmlformats.org/officeDocument/2006/relationships/customXml" Target="../ink/ink106.xml"/><Relationship Id="rId29" Type="http://schemas.openxmlformats.org/officeDocument/2006/relationships/image" Target="../media/image119.png"/><Relationship Id="rId24" Type="http://schemas.openxmlformats.org/officeDocument/2006/relationships/customXml" Target="../ink/ink117.xml"/><Relationship Id="rId40" Type="http://schemas.openxmlformats.org/officeDocument/2006/relationships/customXml" Target="../ink/ink125.xml"/><Relationship Id="rId45" Type="http://schemas.openxmlformats.org/officeDocument/2006/relationships/image" Target="../media/image127.png"/><Relationship Id="rId66" Type="http://schemas.openxmlformats.org/officeDocument/2006/relationships/customXml" Target="../ink/ink138.xml"/><Relationship Id="rId87" Type="http://schemas.openxmlformats.org/officeDocument/2006/relationships/image" Target="../media/image148.png"/><Relationship Id="rId61" Type="http://schemas.openxmlformats.org/officeDocument/2006/relationships/image" Target="../media/image135.png"/><Relationship Id="rId82" Type="http://schemas.openxmlformats.org/officeDocument/2006/relationships/customXml" Target="../ink/ink146.xml"/><Relationship Id="rId19" Type="http://schemas.openxmlformats.org/officeDocument/2006/relationships/image" Target="../media/image114.png"/><Relationship Id="rId14" Type="http://schemas.openxmlformats.org/officeDocument/2006/relationships/customXml" Target="../ink/ink112.xml"/><Relationship Id="rId30" Type="http://schemas.openxmlformats.org/officeDocument/2006/relationships/customXml" Target="../ink/ink120.xml"/><Relationship Id="rId35" Type="http://schemas.openxmlformats.org/officeDocument/2006/relationships/image" Target="../media/image122.png"/><Relationship Id="rId56" Type="http://schemas.openxmlformats.org/officeDocument/2006/relationships/customXml" Target="../ink/ink133.xml"/><Relationship Id="rId77" Type="http://schemas.openxmlformats.org/officeDocument/2006/relationships/image" Target="../media/image143.png"/><Relationship Id="rId100" Type="http://schemas.openxmlformats.org/officeDocument/2006/relationships/customXml" Target="../ink/ink155.xml"/><Relationship Id="rId8" Type="http://schemas.openxmlformats.org/officeDocument/2006/relationships/customXml" Target="../ink/ink109.xml"/><Relationship Id="rId51" Type="http://schemas.openxmlformats.org/officeDocument/2006/relationships/image" Target="../media/image130.png"/><Relationship Id="rId72" Type="http://schemas.openxmlformats.org/officeDocument/2006/relationships/customXml" Target="../ink/ink141.xml"/><Relationship Id="rId93" Type="http://schemas.openxmlformats.org/officeDocument/2006/relationships/image" Target="../media/image151.png"/><Relationship Id="rId98" Type="http://schemas.openxmlformats.org/officeDocument/2006/relationships/customXml" Target="../ink/ink154.xml"/><Relationship Id="rId3" Type="http://schemas.openxmlformats.org/officeDocument/2006/relationships/image" Target="../media/image106.png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69.xml"/><Relationship Id="rId21" Type="http://schemas.openxmlformats.org/officeDocument/2006/relationships/image" Target="../media/image166.png"/><Relationship Id="rId34" Type="http://schemas.openxmlformats.org/officeDocument/2006/relationships/customXml" Target="../ink/ink173.xml"/><Relationship Id="rId42" Type="http://schemas.openxmlformats.org/officeDocument/2006/relationships/customXml" Target="../ink/ink177.xml"/><Relationship Id="rId47" Type="http://schemas.openxmlformats.org/officeDocument/2006/relationships/image" Target="../media/image179.png"/><Relationship Id="rId50" Type="http://schemas.openxmlformats.org/officeDocument/2006/relationships/customXml" Target="../ink/ink181.xml"/><Relationship Id="rId55" Type="http://schemas.openxmlformats.org/officeDocument/2006/relationships/image" Target="../media/image183.png"/><Relationship Id="rId63" Type="http://schemas.openxmlformats.org/officeDocument/2006/relationships/image" Target="../media/image187.png"/><Relationship Id="rId7" Type="http://schemas.openxmlformats.org/officeDocument/2006/relationships/image" Target="../media/image159.png"/><Relationship Id="rId2" Type="http://schemas.openxmlformats.org/officeDocument/2006/relationships/customXml" Target="../ink/ink157.xml"/><Relationship Id="rId16" Type="http://schemas.openxmlformats.org/officeDocument/2006/relationships/customXml" Target="../ink/ink164.xml"/><Relationship Id="rId29" Type="http://schemas.openxmlformats.org/officeDocument/2006/relationships/image" Target="../media/image170.png"/><Relationship Id="rId11" Type="http://schemas.openxmlformats.org/officeDocument/2006/relationships/image" Target="../media/image161.png"/><Relationship Id="rId24" Type="http://schemas.openxmlformats.org/officeDocument/2006/relationships/customXml" Target="../ink/ink168.xml"/><Relationship Id="rId32" Type="http://schemas.openxmlformats.org/officeDocument/2006/relationships/customXml" Target="../ink/ink172.xml"/><Relationship Id="rId37" Type="http://schemas.openxmlformats.org/officeDocument/2006/relationships/image" Target="../media/image174.png"/><Relationship Id="rId40" Type="http://schemas.openxmlformats.org/officeDocument/2006/relationships/customXml" Target="../ink/ink176.xml"/><Relationship Id="rId45" Type="http://schemas.openxmlformats.org/officeDocument/2006/relationships/image" Target="../media/image178.png"/><Relationship Id="rId53" Type="http://schemas.openxmlformats.org/officeDocument/2006/relationships/image" Target="../media/image182.png"/><Relationship Id="rId58" Type="http://schemas.openxmlformats.org/officeDocument/2006/relationships/customXml" Target="../ink/ink185.xml"/><Relationship Id="rId5" Type="http://schemas.openxmlformats.org/officeDocument/2006/relationships/image" Target="../media/image158.png"/><Relationship Id="rId61" Type="http://schemas.openxmlformats.org/officeDocument/2006/relationships/image" Target="../media/image186.png"/><Relationship Id="rId19" Type="http://schemas.openxmlformats.org/officeDocument/2006/relationships/image" Target="../media/image165.png"/><Relationship Id="rId14" Type="http://schemas.openxmlformats.org/officeDocument/2006/relationships/customXml" Target="../ink/ink163.xml"/><Relationship Id="rId22" Type="http://schemas.openxmlformats.org/officeDocument/2006/relationships/customXml" Target="../ink/ink167.xml"/><Relationship Id="rId27" Type="http://schemas.openxmlformats.org/officeDocument/2006/relationships/image" Target="../media/image169.png"/><Relationship Id="rId30" Type="http://schemas.openxmlformats.org/officeDocument/2006/relationships/customXml" Target="../ink/ink171.xml"/><Relationship Id="rId35" Type="http://schemas.openxmlformats.org/officeDocument/2006/relationships/image" Target="../media/image173.png"/><Relationship Id="rId43" Type="http://schemas.openxmlformats.org/officeDocument/2006/relationships/image" Target="../media/image177.png"/><Relationship Id="rId48" Type="http://schemas.openxmlformats.org/officeDocument/2006/relationships/customXml" Target="../ink/ink180.xml"/><Relationship Id="rId56" Type="http://schemas.openxmlformats.org/officeDocument/2006/relationships/customXml" Target="../ink/ink184.xml"/><Relationship Id="rId64" Type="http://schemas.openxmlformats.org/officeDocument/2006/relationships/customXml" Target="../ink/ink188.xml"/><Relationship Id="rId8" Type="http://schemas.openxmlformats.org/officeDocument/2006/relationships/customXml" Target="../ink/ink160.xml"/><Relationship Id="rId51" Type="http://schemas.openxmlformats.org/officeDocument/2006/relationships/image" Target="../media/image181.png"/><Relationship Id="rId3" Type="http://schemas.openxmlformats.org/officeDocument/2006/relationships/image" Target="../media/image157.png"/><Relationship Id="rId12" Type="http://schemas.openxmlformats.org/officeDocument/2006/relationships/customXml" Target="../ink/ink162.xml"/><Relationship Id="rId17" Type="http://schemas.openxmlformats.org/officeDocument/2006/relationships/image" Target="../media/image164.png"/><Relationship Id="rId25" Type="http://schemas.openxmlformats.org/officeDocument/2006/relationships/image" Target="../media/image168.png"/><Relationship Id="rId33" Type="http://schemas.openxmlformats.org/officeDocument/2006/relationships/image" Target="../media/image172.png"/><Relationship Id="rId38" Type="http://schemas.openxmlformats.org/officeDocument/2006/relationships/customXml" Target="../ink/ink175.xml"/><Relationship Id="rId46" Type="http://schemas.openxmlformats.org/officeDocument/2006/relationships/customXml" Target="../ink/ink179.xml"/><Relationship Id="rId59" Type="http://schemas.openxmlformats.org/officeDocument/2006/relationships/image" Target="../media/image185.png"/><Relationship Id="rId20" Type="http://schemas.openxmlformats.org/officeDocument/2006/relationships/customXml" Target="../ink/ink166.xml"/><Relationship Id="rId41" Type="http://schemas.openxmlformats.org/officeDocument/2006/relationships/image" Target="../media/image176.png"/><Relationship Id="rId54" Type="http://schemas.openxmlformats.org/officeDocument/2006/relationships/customXml" Target="../ink/ink183.xml"/><Relationship Id="rId62" Type="http://schemas.openxmlformats.org/officeDocument/2006/relationships/customXml" Target="../ink/ink18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59.xml"/><Relationship Id="rId15" Type="http://schemas.openxmlformats.org/officeDocument/2006/relationships/image" Target="../media/image163.png"/><Relationship Id="rId23" Type="http://schemas.openxmlformats.org/officeDocument/2006/relationships/image" Target="../media/image167.png"/><Relationship Id="rId28" Type="http://schemas.openxmlformats.org/officeDocument/2006/relationships/customXml" Target="../ink/ink170.xml"/><Relationship Id="rId36" Type="http://schemas.openxmlformats.org/officeDocument/2006/relationships/customXml" Target="../ink/ink174.xml"/><Relationship Id="rId49" Type="http://schemas.openxmlformats.org/officeDocument/2006/relationships/image" Target="../media/image180.png"/><Relationship Id="rId57" Type="http://schemas.openxmlformats.org/officeDocument/2006/relationships/image" Target="../media/image184.png"/><Relationship Id="rId10" Type="http://schemas.openxmlformats.org/officeDocument/2006/relationships/customXml" Target="../ink/ink161.xml"/><Relationship Id="rId31" Type="http://schemas.openxmlformats.org/officeDocument/2006/relationships/image" Target="../media/image171.png"/><Relationship Id="rId44" Type="http://schemas.openxmlformats.org/officeDocument/2006/relationships/customXml" Target="../ink/ink178.xml"/><Relationship Id="rId52" Type="http://schemas.openxmlformats.org/officeDocument/2006/relationships/customXml" Target="../ink/ink182.xml"/><Relationship Id="rId60" Type="http://schemas.openxmlformats.org/officeDocument/2006/relationships/customXml" Target="../ink/ink186.xml"/><Relationship Id="rId65" Type="http://schemas.openxmlformats.org/officeDocument/2006/relationships/image" Target="../media/image188.png"/><Relationship Id="rId4" Type="http://schemas.openxmlformats.org/officeDocument/2006/relationships/customXml" Target="../ink/ink158.xml"/><Relationship Id="rId9" Type="http://schemas.openxmlformats.org/officeDocument/2006/relationships/image" Target="../media/image160.png"/><Relationship Id="rId13" Type="http://schemas.openxmlformats.org/officeDocument/2006/relationships/image" Target="../media/image162.png"/><Relationship Id="rId18" Type="http://schemas.openxmlformats.org/officeDocument/2006/relationships/customXml" Target="../ink/ink165.xml"/><Relationship Id="rId39" Type="http://schemas.openxmlformats.org/officeDocument/2006/relationships/image" Target="../media/image17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7" Type="http://schemas.openxmlformats.org/officeDocument/2006/relationships/image" Target="../media/image191.png"/><Relationship Id="rId2" Type="http://schemas.openxmlformats.org/officeDocument/2006/relationships/customXml" Target="../ink/ink18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91.xml"/><Relationship Id="rId5" Type="http://schemas.openxmlformats.org/officeDocument/2006/relationships/image" Target="../media/image190.png"/><Relationship Id="rId4" Type="http://schemas.openxmlformats.org/officeDocument/2006/relationships/customXml" Target="../ink/ink190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7.png"/><Relationship Id="rId18" Type="http://schemas.openxmlformats.org/officeDocument/2006/relationships/customXml" Target="../ink/ink200.xml"/><Relationship Id="rId26" Type="http://schemas.openxmlformats.org/officeDocument/2006/relationships/customXml" Target="../ink/ink204.xml"/><Relationship Id="rId39" Type="http://schemas.openxmlformats.org/officeDocument/2006/relationships/image" Target="../media/image210.png"/><Relationship Id="rId21" Type="http://schemas.openxmlformats.org/officeDocument/2006/relationships/image" Target="../media/image201.png"/><Relationship Id="rId34" Type="http://schemas.openxmlformats.org/officeDocument/2006/relationships/customXml" Target="../ink/ink208.xml"/><Relationship Id="rId42" Type="http://schemas.openxmlformats.org/officeDocument/2006/relationships/customXml" Target="../ink/ink212.xml"/><Relationship Id="rId47" Type="http://schemas.openxmlformats.org/officeDocument/2006/relationships/image" Target="../media/image214.png"/><Relationship Id="rId50" Type="http://schemas.openxmlformats.org/officeDocument/2006/relationships/customXml" Target="../ink/ink216.xml"/><Relationship Id="rId55" Type="http://schemas.openxmlformats.org/officeDocument/2006/relationships/image" Target="../media/image218.png"/><Relationship Id="rId7" Type="http://schemas.openxmlformats.org/officeDocument/2006/relationships/image" Target="../media/image194.png"/><Relationship Id="rId2" Type="http://schemas.openxmlformats.org/officeDocument/2006/relationships/customXml" Target="../ink/ink192.xml"/><Relationship Id="rId16" Type="http://schemas.openxmlformats.org/officeDocument/2006/relationships/customXml" Target="../ink/ink199.xml"/><Relationship Id="rId29" Type="http://schemas.openxmlformats.org/officeDocument/2006/relationships/image" Target="../media/image205.png"/><Relationship Id="rId11" Type="http://schemas.openxmlformats.org/officeDocument/2006/relationships/image" Target="../media/image196.png"/><Relationship Id="rId24" Type="http://schemas.openxmlformats.org/officeDocument/2006/relationships/customXml" Target="../ink/ink203.xml"/><Relationship Id="rId32" Type="http://schemas.openxmlformats.org/officeDocument/2006/relationships/customXml" Target="../ink/ink207.xml"/><Relationship Id="rId37" Type="http://schemas.openxmlformats.org/officeDocument/2006/relationships/image" Target="../media/image209.png"/><Relationship Id="rId40" Type="http://schemas.openxmlformats.org/officeDocument/2006/relationships/customXml" Target="../ink/ink211.xml"/><Relationship Id="rId45" Type="http://schemas.openxmlformats.org/officeDocument/2006/relationships/image" Target="../media/image213.png"/><Relationship Id="rId53" Type="http://schemas.openxmlformats.org/officeDocument/2006/relationships/image" Target="../media/image217.png"/><Relationship Id="rId58" Type="http://schemas.openxmlformats.org/officeDocument/2006/relationships/customXml" Target="../ink/ink220.xml"/><Relationship Id="rId5" Type="http://schemas.openxmlformats.org/officeDocument/2006/relationships/image" Target="../media/image193.png"/><Relationship Id="rId61" Type="http://schemas.openxmlformats.org/officeDocument/2006/relationships/image" Target="../media/image221.png"/><Relationship Id="rId19" Type="http://schemas.openxmlformats.org/officeDocument/2006/relationships/image" Target="../media/image200.png"/><Relationship Id="rId14" Type="http://schemas.openxmlformats.org/officeDocument/2006/relationships/customXml" Target="../ink/ink198.xml"/><Relationship Id="rId22" Type="http://schemas.openxmlformats.org/officeDocument/2006/relationships/customXml" Target="../ink/ink202.xml"/><Relationship Id="rId27" Type="http://schemas.openxmlformats.org/officeDocument/2006/relationships/image" Target="../media/image204.png"/><Relationship Id="rId30" Type="http://schemas.openxmlformats.org/officeDocument/2006/relationships/customXml" Target="../ink/ink206.xml"/><Relationship Id="rId35" Type="http://schemas.openxmlformats.org/officeDocument/2006/relationships/image" Target="../media/image208.png"/><Relationship Id="rId43" Type="http://schemas.openxmlformats.org/officeDocument/2006/relationships/image" Target="../media/image212.png"/><Relationship Id="rId48" Type="http://schemas.openxmlformats.org/officeDocument/2006/relationships/customXml" Target="../ink/ink215.xml"/><Relationship Id="rId56" Type="http://schemas.openxmlformats.org/officeDocument/2006/relationships/customXml" Target="../ink/ink219.xml"/><Relationship Id="rId8" Type="http://schemas.openxmlformats.org/officeDocument/2006/relationships/customXml" Target="../ink/ink195.xml"/><Relationship Id="rId51" Type="http://schemas.openxmlformats.org/officeDocument/2006/relationships/image" Target="../media/image216.png"/><Relationship Id="rId3" Type="http://schemas.openxmlformats.org/officeDocument/2006/relationships/image" Target="../media/image192.png"/><Relationship Id="rId12" Type="http://schemas.openxmlformats.org/officeDocument/2006/relationships/customXml" Target="../ink/ink197.xml"/><Relationship Id="rId17" Type="http://schemas.openxmlformats.org/officeDocument/2006/relationships/image" Target="../media/image199.png"/><Relationship Id="rId25" Type="http://schemas.openxmlformats.org/officeDocument/2006/relationships/image" Target="../media/image203.png"/><Relationship Id="rId33" Type="http://schemas.openxmlformats.org/officeDocument/2006/relationships/image" Target="../media/image207.png"/><Relationship Id="rId38" Type="http://schemas.openxmlformats.org/officeDocument/2006/relationships/customXml" Target="../ink/ink210.xml"/><Relationship Id="rId46" Type="http://schemas.openxmlformats.org/officeDocument/2006/relationships/customXml" Target="../ink/ink214.xml"/><Relationship Id="rId59" Type="http://schemas.openxmlformats.org/officeDocument/2006/relationships/image" Target="../media/image220.png"/><Relationship Id="rId20" Type="http://schemas.openxmlformats.org/officeDocument/2006/relationships/customXml" Target="../ink/ink201.xml"/><Relationship Id="rId41" Type="http://schemas.openxmlformats.org/officeDocument/2006/relationships/image" Target="../media/image211.png"/><Relationship Id="rId54" Type="http://schemas.openxmlformats.org/officeDocument/2006/relationships/customXml" Target="../ink/ink21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94.xml"/><Relationship Id="rId15" Type="http://schemas.openxmlformats.org/officeDocument/2006/relationships/image" Target="../media/image198.png"/><Relationship Id="rId23" Type="http://schemas.openxmlformats.org/officeDocument/2006/relationships/image" Target="../media/image202.png"/><Relationship Id="rId28" Type="http://schemas.openxmlformats.org/officeDocument/2006/relationships/customXml" Target="../ink/ink205.xml"/><Relationship Id="rId36" Type="http://schemas.openxmlformats.org/officeDocument/2006/relationships/customXml" Target="../ink/ink209.xml"/><Relationship Id="rId49" Type="http://schemas.openxmlformats.org/officeDocument/2006/relationships/image" Target="../media/image215.png"/><Relationship Id="rId57" Type="http://schemas.openxmlformats.org/officeDocument/2006/relationships/image" Target="../media/image219.png"/><Relationship Id="rId10" Type="http://schemas.openxmlformats.org/officeDocument/2006/relationships/customXml" Target="../ink/ink196.xml"/><Relationship Id="rId31" Type="http://schemas.openxmlformats.org/officeDocument/2006/relationships/image" Target="../media/image206.png"/><Relationship Id="rId44" Type="http://schemas.openxmlformats.org/officeDocument/2006/relationships/customXml" Target="../ink/ink213.xml"/><Relationship Id="rId52" Type="http://schemas.openxmlformats.org/officeDocument/2006/relationships/customXml" Target="../ink/ink217.xml"/><Relationship Id="rId60" Type="http://schemas.openxmlformats.org/officeDocument/2006/relationships/customXml" Target="../ink/ink221.xml"/><Relationship Id="rId4" Type="http://schemas.openxmlformats.org/officeDocument/2006/relationships/customXml" Target="../ink/ink193.xml"/><Relationship Id="rId9" Type="http://schemas.openxmlformats.org/officeDocument/2006/relationships/image" Target="../media/image195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7.png"/><Relationship Id="rId18" Type="http://schemas.openxmlformats.org/officeDocument/2006/relationships/customXml" Target="../ink/ink230.xml"/><Relationship Id="rId26" Type="http://schemas.openxmlformats.org/officeDocument/2006/relationships/customXml" Target="../ink/ink234.xml"/><Relationship Id="rId39" Type="http://schemas.openxmlformats.org/officeDocument/2006/relationships/image" Target="../media/image240.png"/><Relationship Id="rId21" Type="http://schemas.openxmlformats.org/officeDocument/2006/relationships/image" Target="../media/image231.png"/><Relationship Id="rId34" Type="http://schemas.openxmlformats.org/officeDocument/2006/relationships/customXml" Target="../ink/ink238.xml"/><Relationship Id="rId42" Type="http://schemas.openxmlformats.org/officeDocument/2006/relationships/customXml" Target="../ink/ink242.xml"/><Relationship Id="rId47" Type="http://schemas.openxmlformats.org/officeDocument/2006/relationships/image" Target="../media/image244.png"/><Relationship Id="rId50" Type="http://schemas.openxmlformats.org/officeDocument/2006/relationships/customXml" Target="../ink/ink246.xml"/><Relationship Id="rId55" Type="http://schemas.openxmlformats.org/officeDocument/2006/relationships/image" Target="../media/image248.png"/><Relationship Id="rId7" Type="http://schemas.openxmlformats.org/officeDocument/2006/relationships/image" Target="../media/image224.png"/><Relationship Id="rId2" Type="http://schemas.openxmlformats.org/officeDocument/2006/relationships/customXml" Target="../ink/ink222.xml"/><Relationship Id="rId16" Type="http://schemas.openxmlformats.org/officeDocument/2006/relationships/customXml" Target="../ink/ink229.xml"/><Relationship Id="rId29" Type="http://schemas.openxmlformats.org/officeDocument/2006/relationships/image" Target="../media/image235.png"/><Relationship Id="rId11" Type="http://schemas.openxmlformats.org/officeDocument/2006/relationships/image" Target="../media/image226.png"/><Relationship Id="rId24" Type="http://schemas.openxmlformats.org/officeDocument/2006/relationships/customXml" Target="../ink/ink233.xml"/><Relationship Id="rId32" Type="http://schemas.openxmlformats.org/officeDocument/2006/relationships/customXml" Target="../ink/ink237.xml"/><Relationship Id="rId37" Type="http://schemas.openxmlformats.org/officeDocument/2006/relationships/image" Target="../media/image239.png"/><Relationship Id="rId40" Type="http://schemas.openxmlformats.org/officeDocument/2006/relationships/customXml" Target="../ink/ink241.xml"/><Relationship Id="rId45" Type="http://schemas.openxmlformats.org/officeDocument/2006/relationships/image" Target="../media/image243.png"/><Relationship Id="rId53" Type="http://schemas.openxmlformats.org/officeDocument/2006/relationships/image" Target="../media/image247.png"/><Relationship Id="rId58" Type="http://schemas.openxmlformats.org/officeDocument/2006/relationships/customXml" Target="../ink/ink250.xml"/><Relationship Id="rId5" Type="http://schemas.openxmlformats.org/officeDocument/2006/relationships/image" Target="../media/image223.png"/><Relationship Id="rId19" Type="http://schemas.openxmlformats.org/officeDocument/2006/relationships/image" Target="../media/image230.png"/><Relationship Id="rId4" Type="http://schemas.openxmlformats.org/officeDocument/2006/relationships/customXml" Target="../ink/ink223.xml"/><Relationship Id="rId9" Type="http://schemas.openxmlformats.org/officeDocument/2006/relationships/image" Target="../media/image225.png"/><Relationship Id="rId14" Type="http://schemas.openxmlformats.org/officeDocument/2006/relationships/customXml" Target="../ink/ink228.xml"/><Relationship Id="rId22" Type="http://schemas.openxmlformats.org/officeDocument/2006/relationships/customXml" Target="../ink/ink232.xml"/><Relationship Id="rId27" Type="http://schemas.openxmlformats.org/officeDocument/2006/relationships/image" Target="../media/image234.png"/><Relationship Id="rId30" Type="http://schemas.openxmlformats.org/officeDocument/2006/relationships/customXml" Target="../ink/ink236.xml"/><Relationship Id="rId35" Type="http://schemas.openxmlformats.org/officeDocument/2006/relationships/image" Target="../media/image238.png"/><Relationship Id="rId43" Type="http://schemas.openxmlformats.org/officeDocument/2006/relationships/image" Target="../media/image242.png"/><Relationship Id="rId48" Type="http://schemas.openxmlformats.org/officeDocument/2006/relationships/customXml" Target="../ink/ink245.xml"/><Relationship Id="rId56" Type="http://schemas.openxmlformats.org/officeDocument/2006/relationships/customXml" Target="../ink/ink249.xml"/><Relationship Id="rId8" Type="http://schemas.openxmlformats.org/officeDocument/2006/relationships/customXml" Target="../ink/ink225.xml"/><Relationship Id="rId51" Type="http://schemas.openxmlformats.org/officeDocument/2006/relationships/image" Target="../media/image246.png"/><Relationship Id="rId3" Type="http://schemas.openxmlformats.org/officeDocument/2006/relationships/image" Target="../media/image222.png"/><Relationship Id="rId12" Type="http://schemas.openxmlformats.org/officeDocument/2006/relationships/customXml" Target="../ink/ink227.xml"/><Relationship Id="rId17" Type="http://schemas.openxmlformats.org/officeDocument/2006/relationships/image" Target="../media/image229.png"/><Relationship Id="rId25" Type="http://schemas.openxmlformats.org/officeDocument/2006/relationships/image" Target="../media/image233.png"/><Relationship Id="rId33" Type="http://schemas.openxmlformats.org/officeDocument/2006/relationships/image" Target="../media/image237.png"/><Relationship Id="rId38" Type="http://schemas.openxmlformats.org/officeDocument/2006/relationships/customXml" Target="../ink/ink240.xml"/><Relationship Id="rId46" Type="http://schemas.openxmlformats.org/officeDocument/2006/relationships/customXml" Target="../ink/ink244.xml"/><Relationship Id="rId59" Type="http://schemas.openxmlformats.org/officeDocument/2006/relationships/image" Target="../media/image250.png"/><Relationship Id="rId20" Type="http://schemas.openxmlformats.org/officeDocument/2006/relationships/customXml" Target="../ink/ink231.xml"/><Relationship Id="rId41" Type="http://schemas.openxmlformats.org/officeDocument/2006/relationships/image" Target="../media/image241.png"/><Relationship Id="rId54" Type="http://schemas.openxmlformats.org/officeDocument/2006/relationships/customXml" Target="../ink/ink24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24.xml"/><Relationship Id="rId15" Type="http://schemas.openxmlformats.org/officeDocument/2006/relationships/image" Target="../media/image228.png"/><Relationship Id="rId23" Type="http://schemas.openxmlformats.org/officeDocument/2006/relationships/image" Target="../media/image232.png"/><Relationship Id="rId28" Type="http://schemas.openxmlformats.org/officeDocument/2006/relationships/customXml" Target="../ink/ink235.xml"/><Relationship Id="rId36" Type="http://schemas.openxmlformats.org/officeDocument/2006/relationships/customXml" Target="../ink/ink239.xml"/><Relationship Id="rId49" Type="http://schemas.openxmlformats.org/officeDocument/2006/relationships/image" Target="../media/image245.png"/><Relationship Id="rId57" Type="http://schemas.openxmlformats.org/officeDocument/2006/relationships/image" Target="../media/image249.png"/><Relationship Id="rId10" Type="http://schemas.openxmlformats.org/officeDocument/2006/relationships/customXml" Target="../ink/ink226.xml"/><Relationship Id="rId31" Type="http://schemas.openxmlformats.org/officeDocument/2006/relationships/image" Target="../media/image236.png"/><Relationship Id="rId44" Type="http://schemas.openxmlformats.org/officeDocument/2006/relationships/customXml" Target="../ink/ink243.xml"/><Relationship Id="rId52" Type="http://schemas.openxmlformats.org/officeDocument/2006/relationships/customXml" Target="../ink/ink247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6.png"/><Relationship Id="rId18" Type="http://schemas.openxmlformats.org/officeDocument/2006/relationships/customXml" Target="../ink/ink259.xml"/><Relationship Id="rId26" Type="http://schemas.openxmlformats.org/officeDocument/2006/relationships/customXml" Target="../ink/ink263.xml"/><Relationship Id="rId39" Type="http://schemas.openxmlformats.org/officeDocument/2006/relationships/image" Target="../media/image269.png"/><Relationship Id="rId21" Type="http://schemas.openxmlformats.org/officeDocument/2006/relationships/image" Target="../media/image260.png"/><Relationship Id="rId34" Type="http://schemas.openxmlformats.org/officeDocument/2006/relationships/customXml" Target="../ink/ink267.xml"/><Relationship Id="rId42" Type="http://schemas.openxmlformats.org/officeDocument/2006/relationships/customXml" Target="../ink/ink271.xml"/><Relationship Id="rId47" Type="http://schemas.openxmlformats.org/officeDocument/2006/relationships/image" Target="../media/image273.png"/><Relationship Id="rId7" Type="http://schemas.openxmlformats.org/officeDocument/2006/relationships/image" Target="../media/image253.png"/><Relationship Id="rId2" Type="http://schemas.openxmlformats.org/officeDocument/2006/relationships/customXml" Target="../ink/ink251.xml"/><Relationship Id="rId16" Type="http://schemas.openxmlformats.org/officeDocument/2006/relationships/customXml" Target="../ink/ink258.xml"/><Relationship Id="rId29" Type="http://schemas.openxmlformats.org/officeDocument/2006/relationships/image" Target="../media/image26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53.xml"/><Relationship Id="rId11" Type="http://schemas.openxmlformats.org/officeDocument/2006/relationships/image" Target="../media/image255.png"/><Relationship Id="rId24" Type="http://schemas.openxmlformats.org/officeDocument/2006/relationships/customXml" Target="../ink/ink262.xml"/><Relationship Id="rId32" Type="http://schemas.openxmlformats.org/officeDocument/2006/relationships/customXml" Target="../ink/ink266.xml"/><Relationship Id="rId37" Type="http://schemas.openxmlformats.org/officeDocument/2006/relationships/image" Target="../media/image268.png"/><Relationship Id="rId40" Type="http://schemas.openxmlformats.org/officeDocument/2006/relationships/customXml" Target="../ink/ink270.xml"/><Relationship Id="rId45" Type="http://schemas.openxmlformats.org/officeDocument/2006/relationships/image" Target="../media/image272.png"/><Relationship Id="rId5" Type="http://schemas.openxmlformats.org/officeDocument/2006/relationships/image" Target="../media/image252.png"/><Relationship Id="rId15" Type="http://schemas.openxmlformats.org/officeDocument/2006/relationships/image" Target="../media/image257.png"/><Relationship Id="rId23" Type="http://schemas.openxmlformats.org/officeDocument/2006/relationships/image" Target="../media/image261.png"/><Relationship Id="rId28" Type="http://schemas.openxmlformats.org/officeDocument/2006/relationships/customXml" Target="../ink/ink264.xml"/><Relationship Id="rId36" Type="http://schemas.openxmlformats.org/officeDocument/2006/relationships/customXml" Target="../ink/ink268.xml"/><Relationship Id="rId10" Type="http://schemas.openxmlformats.org/officeDocument/2006/relationships/customXml" Target="../ink/ink255.xml"/><Relationship Id="rId19" Type="http://schemas.openxmlformats.org/officeDocument/2006/relationships/image" Target="../media/image259.png"/><Relationship Id="rId31" Type="http://schemas.openxmlformats.org/officeDocument/2006/relationships/image" Target="../media/image265.png"/><Relationship Id="rId44" Type="http://schemas.openxmlformats.org/officeDocument/2006/relationships/customXml" Target="../ink/ink272.xml"/><Relationship Id="rId4" Type="http://schemas.openxmlformats.org/officeDocument/2006/relationships/customXml" Target="../ink/ink252.xml"/><Relationship Id="rId9" Type="http://schemas.openxmlformats.org/officeDocument/2006/relationships/image" Target="../media/image254.png"/><Relationship Id="rId14" Type="http://schemas.openxmlformats.org/officeDocument/2006/relationships/customXml" Target="../ink/ink257.xml"/><Relationship Id="rId22" Type="http://schemas.openxmlformats.org/officeDocument/2006/relationships/customXml" Target="../ink/ink261.xml"/><Relationship Id="rId27" Type="http://schemas.openxmlformats.org/officeDocument/2006/relationships/image" Target="../media/image263.png"/><Relationship Id="rId30" Type="http://schemas.openxmlformats.org/officeDocument/2006/relationships/customXml" Target="../ink/ink265.xml"/><Relationship Id="rId35" Type="http://schemas.openxmlformats.org/officeDocument/2006/relationships/image" Target="../media/image267.png"/><Relationship Id="rId43" Type="http://schemas.openxmlformats.org/officeDocument/2006/relationships/image" Target="../media/image271.png"/><Relationship Id="rId8" Type="http://schemas.openxmlformats.org/officeDocument/2006/relationships/customXml" Target="../ink/ink254.xml"/><Relationship Id="rId3" Type="http://schemas.openxmlformats.org/officeDocument/2006/relationships/image" Target="../media/image251.png"/><Relationship Id="rId12" Type="http://schemas.openxmlformats.org/officeDocument/2006/relationships/customXml" Target="../ink/ink256.xml"/><Relationship Id="rId17" Type="http://schemas.openxmlformats.org/officeDocument/2006/relationships/image" Target="../media/image258.png"/><Relationship Id="rId25" Type="http://schemas.openxmlformats.org/officeDocument/2006/relationships/image" Target="../media/image262.png"/><Relationship Id="rId33" Type="http://schemas.openxmlformats.org/officeDocument/2006/relationships/image" Target="../media/image266.png"/><Relationship Id="rId38" Type="http://schemas.openxmlformats.org/officeDocument/2006/relationships/customXml" Target="../ink/ink269.xml"/><Relationship Id="rId46" Type="http://schemas.openxmlformats.org/officeDocument/2006/relationships/customXml" Target="../ink/ink273.xml"/><Relationship Id="rId20" Type="http://schemas.openxmlformats.org/officeDocument/2006/relationships/customXml" Target="../ink/ink260.xml"/><Relationship Id="rId41" Type="http://schemas.openxmlformats.org/officeDocument/2006/relationships/image" Target="../media/image270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31.png"/><Relationship Id="rId21" Type="http://schemas.openxmlformats.org/officeDocument/2006/relationships/image" Target="../media/image283.png"/><Relationship Id="rId42" Type="http://schemas.openxmlformats.org/officeDocument/2006/relationships/customXml" Target="../ink/ink294.xml"/><Relationship Id="rId63" Type="http://schemas.openxmlformats.org/officeDocument/2006/relationships/image" Target="../media/image304.png"/><Relationship Id="rId84" Type="http://schemas.openxmlformats.org/officeDocument/2006/relationships/customXml" Target="../ink/ink315.xml"/><Relationship Id="rId138" Type="http://schemas.openxmlformats.org/officeDocument/2006/relationships/customXml" Target="../ink/ink342.xml"/><Relationship Id="rId159" Type="http://schemas.openxmlformats.org/officeDocument/2006/relationships/image" Target="../media/image352.png"/><Relationship Id="rId170" Type="http://schemas.openxmlformats.org/officeDocument/2006/relationships/customXml" Target="../ink/ink358.xml"/><Relationship Id="rId107" Type="http://schemas.openxmlformats.org/officeDocument/2006/relationships/image" Target="../media/image326.png"/><Relationship Id="rId11" Type="http://schemas.openxmlformats.org/officeDocument/2006/relationships/image" Target="../media/image278.png"/><Relationship Id="rId32" Type="http://schemas.openxmlformats.org/officeDocument/2006/relationships/customXml" Target="../ink/ink289.xml"/><Relationship Id="rId53" Type="http://schemas.openxmlformats.org/officeDocument/2006/relationships/image" Target="../media/image299.png"/><Relationship Id="rId74" Type="http://schemas.openxmlformats.org/officeDocument/2006/relationships/customXml" Target="../ink/ink310.xml"/><Relationship Id="rId128" Type="http://schemas.openxmlformats.org/officeDocument/2006/relationships/customXml" Target="../ink/ink337.xml"/><Relationship Id="rId149" Type="http://schemas.openxmlformats.org/officeDocument/2006/relationships/image" Target="../media/image347.png"/><Relationship Id="rId5" Type="http://schemas.openxmlformats.org/officeDocument/2006/relationships/image" Target="../media/image275.png"/><Relationship Id="rId95" Type="http://schemas.openxmlformats.org/officeDocument/2006/relationships/image" Target="../media/image320.png"/><Relationship Id="rId160" Type="http://schemas.openxmlformats.org/officeDocument/2006/relationships/customXml" Target="../ink/ink353.xml"/><Relationship Id="rId22" Type="http://schemas.openxmlformats.org/officeDocument/2006/relationships/customXml" Target="../ink/ink284.xml"/><Relationship Id="rId43" Type="http://schemas.openxmlformats.org/officeDocument/2006/relationships/image" Target="../media/image294.png"/><Relationship Id="rId64" Type="http://schemas.openxmlformats.org/officeDocument/2006/relationships/customXml" Target="../ink/ink305.xml"/><Relationship Id="rId118" Type="http://schemas.openxmlformats.org/officeDocument/2006/relationships/customXml" Target="../ink/ink332.xml"/><Relationship Id="rId139" Type="http://schemas.openxmlformats.org/officeDocument/2006/relationships/image" Target="../media/image342.png"/><Relationship Id="rId85" Type="http://schemas.openxmlformats.org/officeDocument/2006/relationships/image" Target="../media/image315.png"/><Relationship Id="rId150" Type="http://schemas.openxmlformats.org/officeDocument/2006/relationships/customXml" Target="../ink/ink348.xml"/><Relationship Id="rId171" Type="http://schemas.openxmlformats.org/officeDocument/2006/relationships/image" Target="../media/image358.png"/><Relationship Id="rId12" Type="http://schemas.openxmlformats.org/officeDocument/2006/relationships/customXml" Target="../ink/ink279.xml"/><Relationship Id="rId33" Type="http://schemas.openxmlformats.org/officeDocument/2006/relationships/image" Target="../media/image289.png"/><Relationship Id="rId108" Type="http://schemas.openxmlformats.org/officeDocument/2006/relationships/customXml" Target="../ink/ink327.xml"/><Relationship Id="rId129" Type="http://schemas.openxmlformats.org/officeDocument/2006/relationships/image" Target="../media/image337.png"/><Relationship Id="rId54" Type="http://schemas.openxmlformats.org/officeDocument/2006/relationships/customXml" Target="../ink/ink300.xml"/><Relationship Id="rId75" Type="http://schemas.openxmlformats.org/officeDocument/2006/relationships/image" Target="../media/image310.png"/><Relationship Id="rId96" Type="http://schemas.openxmlformats.org/officeDocument/2006/relationships/customXml" Target="../ink/ink321.xml"/><Relationship Id="rId140" Type="http://schemas.openxmlformats.org/officeDocument/2006/relationships/customXml" Target="../ink/ink343.xml"/><Relationship Id="rId161" Type="http://schemas.openxmlformats.org/officeDocument/2006/relationships/image" Target="../media/image353.png"/><Relationship Id="rId6" Type="http://schemas.openxmlformats.org/officeDocument/2006/relationships/customXml" Target="../ink/ink276.xml"/><Relationship Id="rId23" Type="http://schemas.openxmlformats.org/officeDocument/2006/relationships/image" Target="../media/image284.png"/><Relationship Id="rId28" Type="http://schemas.openxmlformats.org/officeDocument/2006/relationships/customXml" Target="../ink/ink287.xml"/><Relationship Id="rId49" Type="http://schemas.openxmlformats.org/officeDocument/2006/relationships/image" Target="../media/image297.png"/><Relationship Id="rId114" Type="http://schemas.openxmlformats.org/officeDocument/2006/relationships/customXml" Target="../ink/ink330.xml"/><Relationship Id="rId119" Type="http://schemas.openxmlformats.org/officeDocument/2006/relationships/image" Target="../media/image332.png"/><Relationship Id="rId44" Type="http://schemas.openxmlformats.org/officeDocument/2006/relationships/customXml" Target="../ink/ink295.xml"/><Relationship Id="rId60" Type="http://schemas.openxmlformats.org/officeDocument/2006/relationships/customXml" Target="../ink/ink303.xml"/><Relationship Id="rId65" Type="http://schemas.openxmlformats.org/officeDocument/2006/relationships/image" Target="../media/image305.png"/><Relationship Id="rId81" Type="http://schemas.openxmlformats.org/officeDocument/2006/relationships/image" Target="../media/image313.png"/><Relationship Id="rId86" Type="http://schemas.openxmlformats.org/officeDocument/2006/relationships/customXml" Target="../ink/ink316.xml"/><Relationship Id="rId130" Type="http://schemas.openxmlformats.org/officeDocument/2006/relationships/customXml" Target="../ink/ink338.xml"/><Relationship Id="rId135" Type="http://schemas.openxmlformats.org/officeDocument/2006/relationships/image" Target="../media/image340.png"/><Relationship Id="rId151" Type="http://schemas.openxmlformats.org/officeDocument/2006/relationships/image" Target="../media/image348.png"/><Relationship Id="rId156" Type="http://schemas.openxmlformats.org/officeDocument/2006/relationships/customXml" Target="../ink/ink351.xml"/><Relationship Id="rId177" Type="http://schemas.openxmlformats.org/officeDocument/2006/relationships/image" Target="../media/image361.png"/><Relationship Id="rId172" Type="http://schemas.openxmlformats.org/officeDocument/2006/relationships/customXml" Target="../ink/ink359.xml"/><Relationship Id="rId13" Type="http://schemas.openxmlformats.org/officeDocument/2006/relationships/image" Target="../media/image279.png"/><Relationship Id="rId18" Type="http://schemas.openxmlformats.org/officeDocument/2006/relationships/customXml" Target="../ink/ink282.xml"/><Relationship Id="rId39" Type="http://schemas.openxmlformats.org/officeDocument/2006/relationships/image" Target="../media/image292.png"/><Relationship Id="rId109" Type="http://schemas.openxmlformats.org/officeDocument/2006/relationships/image" Target="../media/image327.png"/><Relationship Id="rId34" Type="http://schemas.openxmlformats.org/officeDocument/2006/relationships/customXml" Target="../ink/ink290.xml"/><Relationship Id="rId50" Type="http://schemas.openxmlformats.org/officeDocument/2006/relationships/customXml" Target="../ink/ink298.xml"/><Relationship Id="rId55" Type="http://schemas.openxmlformats.org/officeDocument/2006/relationships/image" Target="../media/image300.png"/><Relationship Id="rId76" Type="http://schemas.openxmlformats.org/officeDocument/2006/relationships/customXml" Target="../ink/ink311.xml"/><Relationship Id="rId97" Type="http://schemas.openxmlformats.org/officeDocument/2006/relationships/image" Target="../media/image321.png"/><Relationship Id="rId104" Type="http://schemas.openxmlformats.org/officeDocument/2006/relationships/customXml" Target="../ink/ink325.xml"/><Relationship Id="rId120" Type="http://schemas.openxmlformats.org/officeDocument/2006/relationships/customXml" Target="../ink/ink333.xml"/><Relationship Id="rId125" Type="http://schemas.openxmlformats.org/officeDocument/2006/relationships/image" Target="../media/image335.png"/><Relationship Id="rId141" Type="http://schemas.openxmlformats.org/officeDocument/2006/relationships/image" Target="../media/image343.png"/><Relationship Id="rId146" Type="http://schemas.openxmlformats.org/officeDocument/2006/relationships/customXml" Target="../ink/ink346.xml"/><Relationship Id="rId167" Type="http://schemas.openxmlformats.org/officeDocument/2006/relationships/image" Target="../media/image356.png"/><Relationship Id="rId7" Type="http://schemas.openxmlformats.org/officeDocument/2006/relationships/image" Target="../media/image276.png"/><Relationship Id="rId71" Type="http://schemas.openxmlformats.org/officeDocument/2006/relationships/image" Target="../media/image308.png"/><Relationship Id="rId92" Type="http://schemas.openxmlformats.org/officeDocument/2006/relationships/customXml" Target="../ink/ink319.xml"/><Relationship Id="rId162" Type="http://schemas.openxmlformats.org/officeDocument/2006/relationships/customXml" Target="../ink/ink354.xml"/><Relationship Id="rId2" Type="http://schemas.openxmlformats.org/officeDocument/2006/relationships/customXml" Target="../ink/ink274.xml"/><Relationship Id="rId29" Type="http://schemas.openxmlformats.org/officeDocument/2006/relationships/image" Target="../media/image287.png"/><Relationship Id="rId24" Type="http://schemas.openxmlformats.org/officeDocument/2006/relationships/customXml" Target="../ink/ink285.xml"/><Relationship Id="rId40" Type="http://schemas.openxmlformats.org/officeDocument/2006/relationships/customXml" Target="../ink/ink293.xml"/><Relationship Id="rId45" Type="http://schemas.openxmlformats.org/officeDocument/2006/relationships/image" Target="../media/image295.png"/><Relationship Id="rId66" Type="http://schemas.openxmlformats.org/officeDocument/2006/relationships/customXml" Target="../ink/ink306.xml"/><Relationship Id="rId87" Type="http://schemas.openxmlformats.org/officeDocument/2006/relationships/image" Target="../media/image316.png"/><Relationship Id="rId110" Type="http://schemas.openxmlformats.org/officeDocument/2006/relationships/customXml" Target="../ink/ink328.xml"/><Relationship Id="rId115" Type="http://schemas.openxmlformats.org/officeDocument/2006/relationships/image" Target="../media/image330.png"/><Relationship Id="rId131" Type="http://schemas.openxmlformats.org/officeDocument/2006/relationships/image" Target="../media/image338.png"/><Relationship Id="rId136" Type="http://schemas.openxmlformats.org/officeDocument/2006/relationships/customXml" Target="../ink/ink341.xml"/><Relationship Id="rId157" Type="http://schemas.openxmlformats.org/officeDocument/2006/relationships/image" Target="../media/image351.png"/><Relationship Id="rId61" Type="http://schemas.openxmlformats.org/officeDocument/2006/relationships/image" Target="../media/image303.png"/><Relationship Id="rId82" Type="http://schemas.openxmlformats.org/officeDocument/2006/relationships/customXml" Target="../ink/ink314.xml"/><Relationship Id="rId152" Type="http://schemas.openxmlformats.org/officeDocument/2006/relationships/customXml" Target="../ink/ink349.xml"/><Relationship Id="rId173" Type="http://schemas.openxmlformats.org/officeDocument/2006/relationships/image" Target="../media/image359.png"/><Relationship Id="rId19" Type="http://schemas.openxmlformats.org/officeDocument/2006/relationships/image" Target="../media/image282.png"/><Relationship Id="rId14" Type="http://schemas.openxmlformats.org/officeDocument/2006/relationships/customXml" Target="../ink/ink280.xml"/><Relationship Id="rId30" Type="http://schemas.openxmlformats.org/officeDocument/2006/relationships/customXml" Target="../ink/ink288.xml"/><Relationship Id="rId35" Type="http://schemas.openxmlformats.org/officeDocument/2006/relationships/image" Target="../media/image290.png"/><Relationship Id="rId56" Type="http://schemas.openxmlformats.org/officeDocument/2006/relationships/customXml" Target="../ink/ink301.xml"/><Relationship Id="rId77" Type="http://schemas.openxmlformats.org/officeDocument/2006/relationships/image" Target="../media/image311.png"/><Relationship Id="rId100" Type="http://schemas.openxmlformats.org/officeDocument/2006/relationships/customXml" Target="../ink/ink323.xml"/><Relationship Id="rId105" Type="http://schemas.openxmlformats.org/officeDocument/2006/relationships/image" Target="../media/image325.png"/><Relationship Id="rId126" Type="http://schemas.openxmlformats.org/officeDocument/2006/relationships/customXml" Target="../ink/ink336.xml"/><Relationship Id="rId147" Type="http://schemas.openxmlformats.org/officeDocument/2006/relationships/image" Target="../media/image346.png"/><Relationship Id="rId168" Type="http://schemas.openxmlformats.org/officeDocument/2006/relationships/customXml" Target="../ink/ink357.xml"/><Relationship Id="rId8" Type="http://schemas.openxmlformats.org/officeDocument/2006/relationships/customXml" Target="../ink/ink277.xml"/><Relationship Id="rId51" Type="http://schemas.openxmlformats.org/officeDocument/2006/relationships/image" Target="../media/image298.png"/><Relationship Id="rId72" Type="http://schemas.openxmlformats.org/officeDocument/2006/relationships/customXml" Target="../ink/ink309.xml"/><Relationship Id="rId93" Type="http://schemas.openxmlformats.org/officeDocument/2006/relationships/image" Target="../media/image319.png"/><Relationship Id="rId98" Type="http://schemas.openxmlformats.org/officeDocument/2006/relationships/customXml" Target="../ink/ink322.xml"/><Relationship Id="rId121" Type="http://schemas.openxmlformats.org/officeDocument/2006/relationships/image" Target="../media/image333.png"/><Relationship Id="rId142" Type="http://schemas.openxmlformats.org/officeDocument/2006/relationships/customXml" Target="../ink/ink344.xml"/><Relationship Id="rId163" Type="http://schemas.openxmlformats.org/officeDocument/2006/relationships/image" Target="../media/image354.png"/><Relationship Id="rId3" Type="http://schemas.openxmlformats.org/officeDocument/2006/relationships/image" Target="../media/image274.png"/><Relationship Id="rId25" Type="http://schemas.openxmlformats.org/officeDocument/2006/relationships/image" Target="../media/image285.png"/><Relationship Id="rId46" Type="http://schemas.openxmlformats.org/officeDocument/2006/relationships/customXml" Target="../ink/ink296.xml"/><Relationship Id="rId67" Type="http://schemas.openxmlformats.org/officeDocument/2006/relationships/image" Target="../media/image306.png"/><Relationship Id="rId116" Type="http://schemas.openxmlformats.org/officeDocument/2006/relationships/customXml" Target="../ink/ink331.xml"/><Relationship Id="rId137" Type="http://schemas.openxmlformats.org/officeDocument/2006/relationships/image" Target="../media/image341.png"/><Relationship Id="rId158" Type="http://schemas.openxmlformats.org/officeDocument/2006/relationships/customXml" Target="../ink/ink352.xml"/><Relationship Id="rId20" Type="http://schemas.openxmlformats.org/officeDocument/2006/relationships/customXml" Target="../ink/ink283.xml"/><Relationship Id="rId41" Type="http://schemas.openxmlformats.org/officeDocument/2006/relationships/image" Target="../media/image293.png"/><Relationship Id="rId62" Type="http://schemas.openxmlformats.org/officeDocument/2006/relationships/customXml" Target="../ink/ink304.xml"/><Relationship Id="rId83" Type="http://schemas.openxmlformats.org/officeDocument/2006/relationships/image" Target="../media/image314.png"/><Relationship Id="rId88" Type="http://schemas.openxmlformats.org/officeDocument/2006/relationships/customXml" Target="../ink/ink317.xml"/><Relationship Id="rId111" Type="http://schemas.openxmlformats.org/officeDocument/2006/relationships/image" Target="../media/image328.png"/><Relationship Id="rId132" Type="http://schemas.openxmlformats.org/officeDocument/2006/relationships/customXml" Target="../ink/ink339.xml"/><Relationship Id="rId153" Type="http://schemas.openxmlformats.org/officeDocument/2006/relationships/image" Target="../media/image349.png"/><Relationship Id="rId174" Type="http://schemas.openxmlformats.org/officeDocument/2006/relationships/customXml" Target="../ink/ink360.xml"/><Relationship Id="rId15" Type="http://schemas.openxmlformats.org/officeDocument/2006/relationships/image" Target="../media/image280.png"/><Relationship Id="rId36" Type="http://schemas.openxmlformats.org/officeDocument/2006/relationships/customXml" Target="../ink/ink291.xml"/><Relationship Id="rId57" Type="http://schemas.openxmlformats.org/officeDocument/2006/relationships/image" Target="../media/image301.png"/><Relationship Id="rId106" Type="http://schemas.openxmlformats.org/officeDocument/2006/relationships/customXml" Target="../ink/ink326.xml"/><Relationship Id="rId127" Type="http://schemas.openxmlformats.org/officeDocument/2006/relationships/image" Target="../media/image336.png"/><Relationship Id="rId10" Type="http://schemas.openxmlformats.org/officeDocument/2006/relationships/customXml" Target="../ink/ink278.xml"/><Relationship Id="rId31" Type="http://schemas.openxmlformats.org/officeDocument/2006/relationships/image" Target="../media/image288.png"/><Relationship Id="rId52" Type="http://schemas.openxmlformats.org/officeDocument/2006/relationships/customXml" Target="../ink/ink299.xml"/><Relationship Id="rId73" Type="http://schemas.openxmlformats.org/officeDocument/2006/relationships/image" Target="../media/image309.png"/><Relationship Id="rId78" Type="http://schemas.openxmlformats.org/officeDocument/2006/relationships/customXml" Target="../ink/ink312.xml"/><Relationship Id="rId94" Type="http://schemas.openxmlformats.org/officeDocument/2006/relationships/customXml" Target="../ink/ink320.xml"/><Relationship Id="rId99" Type="http://schemas.openxmlformats.org/officeDocument/2006/relationships/image" Target="../media/image322.png"/><Relationship Id="rId101" Type="http://schemas.openxmlformats.org/officeDocument/2006/relationships/image" Target="../media/image323.png"/><Relationship Id="rId122" Type="http://schemas.openxmlformats.org/officeDocument/2006/relationships/customXml" Target="../ink/ink334.xml"/><Relationship Id="rId143" Type="http://schemas.openxmlformats.org/officeDocument/2006/relationships/image" Target="../media/image344.png"/><Relationship Id="rId148" Type="http://schemas.openxmlformats.org/officeDocument/2006/relationships/customXml" Target="../ink/ink347.xml"/><Relationship Id="rId164" Type="http://schemas.openxmlformats.org/officeDocument/2006/relationships/customXml" Target="../ink/ink355.xml"/><Relationship Id="rId169" Type="http://schemas.openxmlformats.org/officeDocument/2006/relationships/image" Target="../media/image357.png"/><Relationship Id="rId4" Type="http://schemas.openxmlformats.org/officeDocument/2006/relationships/customXml" Target="../ink/ink275.xml"/><Relationship Id="rId9" Type="http://schemas.openxmlformats.org/officeDocument/2006/relationships/image" Target="../media/image277.png"/><Relationship Id="rId26" Type="http://schemas.openxmlformats.org/officeDocument/2006/relationships/customXml" Target="../ink/ink286.xml"/><Relationship Id="rId47" Type="http://schemas.openxmlformats.org/officeDocument/2006/relationships/image" Target="../media/image296.png"/><Relationship Id="rId68" Type="http://schemas.openxmlformats.org/officeDocument/2006/relationships/customXml" Target="../ink/ink307.xml"/><Relationship Id="rId89" Type="http://schemas.openxmlformats.org/officeDocument/2006/relationships/image" Target="../media/image317.png"/><Relationship Id="rId112" Type="http://schemas.openxmlformats.org/officeDocument/2006/relationships/customXml" Target="../ink/ink329.xml"/><Relationship Id="rId133" Type="http://schemas.openxmlformats.org/officeDocument/2006/relationships/image" Target="../media/image339.png"/><Relationship Id="rId154" Type="http://schemas.openxmlformats.org/officeDocument/2006/relationships/customXml" Target="../ink/ink350.xml"/><Relationship Id="rId175" Type="http://schemas.openxmlformats.org/officeDocument/2006/relationships/image" Target="../media/image360.png"/><Relationship Id="rId16" Type="http://schemas.openxmlformats.org/officeDocument/2006/relationships/customXml" Target="../ink/ink281.xml"/><Relationship Id="rId37" Type="http://schemas.openxmlformats.org/officeDocument/2006/relationships/image" Target="../media/image291.png"/><Relationship Id="rId58" Type="http://schemas.openxmlformats.org/officeDocument/2006/relationships/customXml" Target="../ink/ink302.xml"/><Relationship Id="rId79" Type="http://schemas.openxmlformats.org/officeDocument/2006/relationships/image" Target="../media/image312.png"/><Relationship Id="rId102" Type="http://schemas.openxmlformats.org/officeDocument/2006/relationships/customXml" Target="../ink/ink324.xml"/><Relationship Id="rId123" Type="http://schemas.openxmlformats.org/officeDocument/2006/relationships/image" Target="../media/image334.png"/><Relationship Id="rId144" Type="http://schemas.openxmlformats.org/officeDocument/2006/relationships/customXml" Target="../ink/ink345.xml"/><Relationship Id="rId90" Type="http://schemas.openxmlformats.org/officeDocument/2006/relationships/customXml" Target="../ink/ink318.xml"/><Relationship Id="rId165" Type="http://schemas.openxmlformats.org/officeDocument/2006/relationships/image" Target="../media/image355.png"/><Relationship Id="rId27" Type="http://schemas.openxmlformats.org/officeDocument/2006/relationships/image" Target="../media/image286.png"/><Relationship Id="rId48" Type="http://schemas.openxmlformats.org/officeDocument/2006/relationships/customXml" Target="../ink/ink297.xml"/><Relationship Id="rId69" Type="http://schemas.openxmlformats.org/officeDocument/2006/relationships/image" Target="../media/image307.png"/><Relationship Id="rId113" Type="http://schemas.openxmlformats.org/officeDocument/2006/relationships/image" Target="../media/image329.png"/><Relationship Id="rId134" Type="http://schemas.openxmlformats.org/officeDocument/2006/relationships/customXml" Target="../ink/ink340.xml"/><Relationship Id="rId80" Type="http://schemas.openxmlformats.org/officeDocument/2006/relationships/customXml" Target="../ink/ink313.xml"/><Relationship Id="rId155" Type="http://schemas.openxmlformats.org/officeDocument/2006/relationships/image" Target="../media/image350.png"/><Relationship Id="rId176" Type="http://schemas.openxmlformats.org/officeDocument/2006/relationships/customXml" Target="../ink/ink361.xml"/><Relationship Id="rId17" Type="http://schemas.openxmlformats.org/officeDocument/2006/relationships/image" Target="../media/image281.png"/><Relationship Id="rId38" Type="http://schemas.openxmlformats.org/officeDocument/2006/relationships/customXml" Target="../ink/ink292.xml"/><Relationship Id="rId59" Type="http://schemas.openxmlformats.org/officeDocument/2006/relationships/image" Target="../media/image302.png"/><Relationship Id="rId103" Type="http://schemas.openxmlformats.org/officeDocument/2006/relationships/image" Target="../media/image324.png"/><Relationship Id="rId124" Type="http://schemas.openxmlformats.org/officeDocument/2006/relationships/customXml" Target="../ink/ink335.xml"/><Relationship Id="rId70" Type="http://schemas.openxmlformats.org/officeDocument/2006/relationships/customXml" Target="../ink/ink308.xml"/><Relationship Id="rId91" Type="http://schemas.openxmlformats.org/officeDocument/2006/relationships/image" Target="../media/image318.png"/><Relationship Id="rId145" Type="http://schemas.openxmlformats.org/officeDocument/2006/relationships/image" Target="../media/image345.png"/><Relationship Id="rId166" Type="http://schemas.openxmlformats.org/officeDocument/2006/relationships/customXml" Target="../ink/ink35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19.png"/><Relationship Id="rId21" Type="http://schemas.openxmlformats.org/officeDocument/2006/relationships/image" Target="../media/image371.png"/><Relationship Id="rId42" Type="http://schemas.openxmlformats.org/officeDocument/2006/relationships/customXml" Target="../ink/ink382.xml"/><Relationship Id="rId63" Type="http://schemas.openxmlformats.org/officeDocument/2006/relationships/image" Target="../media/image392.png"/><Relationship Id="rId84" Type="http://schemas.openxmlformats.org/officeDocument/2006/relationships/customXml" Target="../ink/ink403.xml"/><Relationship Id="rId138" Type="http://schemas.openxmlformats.org/officeDocument/2006/relationships/customXml" Target="../ink/ink430.xml"/><Relationship Id="rId159" Type="http://schemas.openxmlformats.org/officeDocument/2006/relationships/image" Target="../media/image440.png"/><Relationship Id="rId107" Type="http://schemas.openxmlformats.org/officeDocument/2006/relationships/image" Target="../media/image414.png"/><Relationship Id="rId11" Type="http://schemas.openxmlformats.org/officeDocument/2006/relationships/image" Target="../media/image366.png"/><Relationship Id="rId32" Type="http://schemas.openxmlformats.org/officeDocument/2006/relationships/customXml" Target="../ink/ink377.xml"/><Relationship Id="rId53" Type="http://schemas.openxmlformats.org/officeDocument/2006/relationships/image" Target="../media/image387.png"/><Relationship Id="rId74" Type="http://schemas.openxmlformats.org/officeDocument/2006/relationships/customXml" Target="../ink/ink398.xml"/><Relationship Id="rId128" Type="http://schemas.openxmlformats.org/officeDocument/2006/relationships/customXml" Target="../ink/ink425.xml"/><Relationship Id="rId149" Type="http://schemas.openxmlformats.org/officeDocument/2006/relationships/image" Target="../media/image435.png"/><Relationship Id="rId5" Type="http://schemas.openxmlformats.org/officeDocument/2006/relationships/image" Target="../media/image363.png"/><Relationship Id="rId95" Type="http://schemas.openxmlformats.org/officeDocument/2006/relationships/image" Target="../media/image408.png"/><Relationship Id="rId22" Type="http://schemas.openxmlformats.org/officeDocument/2006/relationships/customXml" Target="../ink/ink372.xml"/><Relationship Id="rId43" Type="http://schemas.openxmlformats.org/officeDocument/2006/relationships/image" Target="../media/image382.png"/><Relationship Id="rId64" Type="http://schemas.openxmlformats.org/officeDocument/2006/relationships/customXml" Target="../ink/ink393.xml"/><Relationship Id="rId118" Type="http://schemas.openxmlformats.org/officeDocument/2006/relationships/customXml" Target="../ink/ink420.xml"/><Relationship Id="rId139" Type="http://schemas.openxmlformats.org/officeDocument/2006/relationships/image" Target="../media/image430.png"/><Relationship Id="rId80" Type="http://schemas.openxmlformats.org/officeDocument/2006/relationships/customXml" Target="../ink/ink401.xml"/><Relationship Id="rId85" Type="http://schemas.openxmlformats.org/officeDocument/2006/relationships/image" Target="../media/image403.png"/><Relationship Id="rId150" Type="http://schemas.openxmlformats.org/officeDocument/2006/relationships/customXml" Target="../ink/ink436.xml"/><Relationship Id="rId155" Type="http://schemas.openxmlformats.org/officeDocument/2006/relationships/image" Target="../media/image438.png"/><Relationship Id="rId12" Type="http://schemas.openxmlformats.org/officeDocument/2006/relationships/customXml" Target="../ink/ink367.xml"/><Relationship Id="rId17" Type="http://schemas.openxmlformats.org/officeDocument/2006/relationships/image" Target="../media/image369.png"/><Relationship Id="rId33" Type="http://schemas.openxmlformats.org/officeDocument/2006/relationships/image" Target="../media/image377.png"/><Relationship Id="rId38" Type="http://schemas.openxmlformats.org/officeDocument/2006/relationships/customXml" Target="../ink/ink380.xml"/><Relationship Id="rId59" Type="http://schemas.openxmlformats.org/officeDocument/2006/relationships/image" Target="../media/image390.png"/><Relationship Id="rId103" Type="http://schemas.openxmlformats.org/officeDocument/2006/relationships/image" Target="../media/image412.png"/><Relationship Id="rId108" Type="http://schemas.openxmlformats.org/officeDocument/2006/relationships/customXml" Target="../ink/ink415.xml"/><Relationship Id="rId124" Type="http://schemas.openxmlformats.org/officeDocument/2006/relationships/customXml" Target="../ink/ink423.xml"/><Relationship Id="rId129" Type="http://schemas.openxmlformats.org/officeDocument/2006/relationships/image" Target="../media/image425.png"/><Relationship Id="rId54" Type="http://schemas.openxmlformats.org/officeDocument/2006/relationships/customXml" Target="../ink/ink388.xml"/><Relationship Id="rId70" Type="http://schemas.openxmlformats.org/officeDocument/2006/relationships/customXml" Target="../ink/ink396.xml"/><Relationship Id="rId75" Type="http://schemas.openxmlformats.org/officeDocument/2006/relationships/image" Target="../media/image398.png"/><Relationship Id="rId91" Type="http://schemas.openxmlformats.org/officeDocument/2006/relationships/image" Target="../media/image406.png"/><Relationship Id="rId96" Type="http://schemas.openxmlformats.org/officeDocument/2006/relationships/customXml" Target="../ink/ink409.xml"/><Relationship Id="rId140" Type="http://schemas.openxmlformats.org/officeDocument/2006/relationships/customXml" Target="../ink/ink431.xml"/><Relationship Id="rId145" Type="http://schemas.openxmlformats.org/officeDocument/2006/relationships/image" Target="../media/image43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64.xml"/><Relationship Id="rId23" Type="http://schemas.openxmlformats.org/officeDocument/2006/relationships/image" Target="../media/image372.png"/><Relationship Id="rId28" Type="http://schemas.openxmlformats.org/officeDocument/2006/relationships/customXml" Target="../ink/ink375.xml"/><Relationship Id="rId49" Type="http://schemas.openxmlformats.org/officeDocument/2006/relationships/image" Target="../media/image385.png"/><Relationship Id="rId114" Type="http://schemas.openxmlformats.org/officeDocument/2006/relationships/customXml" Target="../ink/ink418.xml"/><Relationship Id="rId119" Type="http://schemas.openxmlformats.org/officeDocument/2006/relationships/image" Target="../media/image420.png"/><Relationship Id="rId44" Type="http://schemas.openxmlformats.org/officeDocument/2006/relationships/customXml" Target="../ink/ink383.xml"/><Relationship Id="rId60" Type="http://schemas.openxmlformats.org/officeDocument/2006/relationships/customXml" Target="../ink/ink391.xml"/><Relationship Id="rId65" Type="http://schemas.openxmlformats.org/officeDocument/2006/relationships/image" Target="../media/image393.png"/><Relationship Id="rId81" Type="http://schemas.openxmlformats.org/officeDocument/2006/relationships/image" Target="../media/image401.png"/><Relationship Id="rId86" Type="http://schemas.openxmlformats.org/officeDocument/2006/relationships/customXml" Target="../ink/ink404.xml"/><Relationship Id="rId130" Type="http://schemas.openxmlformats.org/officeDocument/2006/relationships/customXml" Target="../ink/ink426.xml"/><Relationship Id="rId135" Type="http://schemas.openxmlformats.org/officeDocument/2006/relationships/image" Target="../media/image428.png"/><Relationship Id="rId151" Type="http://schemas.openxmlformats.org/officeDocument/2006/relationships/image" Target="../media/image436.png"/><Relationship Id="rId156" Type="http://schemas.openxmlformats.org/officeDocument/2006/relationships/customXml" Target="../ink/ink439.xml"/><Relationship Id="rId13" Type="http://schemas.openxmlformats.org/officeDocument/2006/relationships/image" Target="../media/image367.png"/><Relationship Id="rId18" Type="http://schemas.openxmlformats.org/officeDocument/2006/relationships/customXml" Target="../ink/ink370.xml"/><Relationship Id="rId39" Type="http://schemas.openxmlformats.org/officeDocument/2006/relationships/image" Target="../media/image380.png"/><Relationship Id="rId109" Type="http://schemas.openxmlformats.org/officeDocument/2006/relationships/image" Target="../media/image415.png"/><Relationship Id="rId34" Type="http://schemas.openxmlformats.org/officeDocument/2006/relationships/customXml" Target="../ink/ink378.xml"/><Relationship Id="rId50" Type="http://schemas.openxmlformats.org/officeDocument/2006/relationships/customXml" Target="../ink/ink386.xml"/><Relationship Id="rId55" Type="http://schemas.openxmlformats.org/officeDocument/2006/relationships/image" Target="../media/image388.png"/><Relationship Id="rId76" Type="http://schemas.openxmlformats.org/officeDocument/2006/relationships/customXml" Target="../ink/ink399.xml"/><Relationship Id="rId97" Type="http://schemas.openxmlformats.org/officeDocument/2006/relationships/image" Target="../media/image409.png"/><Relationship Id="rId104" Type="http://schemas.openxmlformats.org/officeDocument/2006/relationships/customXml" Target="../ink/ink413.xml"/><Relationship Id="rId120" Type="http://schemas.openxmlformats.org/officeDocument/2006/relationships/customXml" Target="../ink/ink421.xml"/><Relationship Id="rId125" Type="http://schemas.openxmlformats.org/officeDocument/2006/relationships/image" Target="../media/image423.png"/><Relationship Id="rId141" Type="http://schemas.openxmlformats.org/officeDocument/2006/relationships/image" Target="../media/image431.png"/><Relationship Id="rId146" Type="http://schemas.openxmlformats.org/officeDocument/2006/relationships/customXml" Target="../ink/ink434.xml"/><Relationship Id="rId7" Type="http://schemas.openxmlformats.org/officeDocument/2006/relationships/image" Target="../media/image364.png"/><Relationship Id="rId71" Type="http://schemas.openxmlformats.org/officeDocument/2006/relationships/image" Target="../media/image396.png"/><Relationship Id="rId92" Type="http://schemas.openxmlformats.org/officeDocument/2006/relationships/customXml" Target="../ink/ink407.xml"/><Relationship Id="rId2" Type="http://schemas.openxmlformats.org/officeDocument/2006/relationships/customXml" Target="../ink/ink362.xml"/><Relationship Id="rId29" Type="http://schemas.openxmlformats.org/officeDocument/2006/relationships/image" Target="../media/image375.png"/><Relationship Id="rId24" Type="http://schemas.openxmlformats.org/officeDocument/2006/relationships/customXml" Target="../ink/ink373.xml"/><Relationship Id="rId40" Type="http://schemas.openxmlformats.org/officeDocument/2006/relationships/customXml" Target="../ink/ink381.xml"/><Relationship Id="rId45" Type="http://schemas.openxmlformats.org/officeDocument/2006/relationships/image" Target="../media/image383.png"/><Relationship Id="rId66" Type="http://schemas.openxmlformats.org/officeDocument/2006/relationships/customXml" Target="../ink/ink394.xml"/><Relationship Id="rId87" Type="http://schemas.openxmlformats.org/officeDocument/2006/relationships/image" Target="../media/image404.png"/><Relationship Id="rId110" Type="http://schemas.openxmlformats.org/officeDocument/2006/relationships/customXml" Target="../ink/ink416.xml"/><Relationship Id="rId115" Type="http://schemas.openxmlformats.org/officeDocument/2006/relationships/image" Target="../media/image418.png"/><Relationship Id="rId131" Type="http://schemas.openxmlformats.org/officeDocument/2006/relationships/image" Target="../media/image426.png"/><Relationship Id="rId136" Type="http://schemas.openxmlformats.org/officeDocument/2006/relationships/customXml" Target="../ink/ink429.xml"/><Relationship Id="rId157" Type="http://schemas.openxmlformats.org/officeDocument/2006/relationships/image" Target="../media/image439.png"/><Relationship Id="rId61" Type="http://schemas.openxmlformats.org/officeDocument/2006/relationships/image" Target="../media/image391.png"/><Relationship Id="rId82" Type="http://schemas.openxmlformats.org/officeDocument/2006/relationships/customXml" Target="../ink/ink402.xml"/><Relationship Id="rId152" Type="http://schemas.openxmlformats.org/officeDocument/2006/relationships/customXml" Target="../ink/ink437.xml"/><Relationship Id="rId19" Type="http://schemas.openxmlformats.org/officeDocument/2006/relationships/image" Target="../media/image370.png"/><Relationship Id="rId14" Type="http://schemas.openxmlformats.org/officeDocument/2006/relationships/customXml" Target="../ink/ink368.xml"/><Relationship Id="rId30" Type="http://schemas.openxmlformats.org/officeDocument/2006/relationships/customXml" Target="../ink/ink376.xml"/><Relationship Id="rId35" Type="http://schemas.openxmlformats.org/officeDocument/2006/relationships/image" Target="../media/image378.png"/><Relationship Id="rId56" Type="http://schemas.openxmlformats.org/officeDocument/2006/relationships/customXml" Target="../ink/ink389.xml"/><Relationship Id="rId77" Type="http://schemas.openxmlformats.org/officeDocument/2006/relationships/image" Target="../media/image399.png"/><Relationship Id="rId100" Type="http://schemas.openxmlformats.org/officeDocument/2006/relationships/customXml" Target="../ink/ink411.xml"/><Relationship Id="rId105" Type="http://schemas.openxmlformats.org/officeDocument/2006/relationships/image" Target="../media/image413.png"/><Relationship Id="rId126" Type="http://schemas.openxmlformats.org/officeDocument/2006/relationships/customXml" Target="../ink/ink424.xml"/><Relationship Id="rId147" Type="http://schemas.openxmlformats.org/officeDocument/2006/relationships/image" Target="../media/image434.png"/><Relationship Id="rId8" Type="http://schemas.openxmlformats.org/officeDocument/2006/relationships/customXml" Target="../ink/ink365.xml"/><Relationship Id="rId51" Type="http://schemas.openxmlformats.org/officeDocument/2006/relationships/image" Target="../media/image386.png"/><Relationship Id="rId72" Type="http://schemas.openxmlformats.org/officeDocument/2006/relationships/customXml" Target="../ink/ink397.xml"/><Relationship Id="rId93" Type="http://schemas.openxmlformats.org/officeDocument/2006/relationships/image" Target="../media/image407.png"/><Relationship Id="rId98" Type="http://schemas.openxmlformats.org/officeDocument/2006/relationships/customXml" Target="../ink/ink410.xml"/><Relationship Id="rId121" Type="http://schemas.openxmlformats.org/officeDocument/2006/relationships/image" Target="../media/image421.png"/><Relationship Id="rId142" Type="http://schemas.openxmlformats.org/officeDocument/2006/relationships/customXml" Target="../ink/ink432.xml"/><Relationship Id="rId3" Type="http://schemas.openxmlformats.org/officeDocument/2006/relationships/image" Target="../media/image362.png"/><Relationship Id="rId25" Type="http://schemas.openxmlformats.org/officeDocument/2006/relationships/image" Target="../media/image373.png"/><Relationship Id="rId46" Type="http://schemas.openxmlformats.org/officeDocument/2006/relationships/customXml" Target="../ink/ink384.xml"/><Relationship Id="rId67" Type="http://schemas.openxmlformats.org/officeDocument/2006/relationships/image" Target="../media/image394.png"/><Relationship Id="rId116" Type="http://schemas.openxmlformats.org/officeDocument/2006/relationships/customXml" Target="../ink/ink419.xml"/><Relationship Id="rId137" Type="http://schemas.openxmlformats.org/officeDocument/2006/relationships/image" Target="../media/image429.png"/><Relationship Id="rId158" Type="http://schemas.openxmlformats.org/officeDocument/2006/relationships/customXml" Target="../ink/ink440.xml"/><Relationship Id="rId20" Type="http://schemas.openxmlformats.org/officeDocument/2006/relationships/customXml" Target="../ink/ink371.xml"/><Relationship Id="rId41" Type="http://schemas.openxmlformats.org/officeDocument/2006/relationships/image" Target="../media/image381.png"/><Relationship Id="rId62" Type="http://schemas.openxmlformats.org/officeDocument/2006/relationships/customXml" Target="../ink/ink392.xml"/><Relationship Id="rId83" Type="http://schemas.openxmlformats.org/officeDocument/2006/relationships/image" Target="../media/image402.png"/><Relationship Id="rId88" Type="http://schemas.openxmlformats.org/officeDocument/2006/relationships/customXml" Target="../ink/ink405.xml"/><Relationship Id="rId111" Type="http://schemas.openxmlformats.org/officeDocument/2006/relationships/image" Target="../media/image416.png"/><Relationship Id="rId132" Type="http://schemas.openxmlformats.org/officeDocument/2006/relationships/customXml" Target="../ink/ink427.xml"/><Relationship Id="rId153" Type="http://schemas.openxmlformats.org/officeDocument/2006/relationships/image" Target="../media/image437.png"/><Relationship Id="rId15" Type="http://schemas.openxmlformats.org/officeDocument/2006/relationships/image" Target="../media/image368.png"/><Relationship Id="rId36" Type="http://schemas.openxmlformats.org/officeDocument/2006/relationships/customXml" Target="../ink/ink379.xml"/><Relationship Id="rId57" Type="http://schemas.openxmlformats.org/officeDocument/2006/relationships/image" Target="../media/image389.png"/><Relationship Id="rId106" Type="http://schemas.openxmlformats.org/officeDocument/2006/relationships/customXml" Target="../ink/ink414.xml"/><Relationship Id="rId127" Type="http://schemas.openxmlformats.org/officeDocument/2006/relationships/image" Target="../media/image424.png"/><Relationship Id="rId10" Type="http://schemas.openxmlformats.org/officeDocument/2006/relationships/customXml" Target="../ink/ink366.xml"/><Relationship Id="rId31" Type="http://schemas.openxmlformats.org/officeDocument/2006/relationships/image" Target="../media/image376.png"/><Relationship Id="rId52" Type="http://schemas.openxmlformats.org/officeDocument/2006/relationships/customXml" Target="../ink/ink387.xml"/><Relationship Id="rId73" Type="http://schemas.openxmlformats.org/officeDocument/2006/relationships/image" Target="../media/image397.png"/><Relationship Id="rId78" Type="http://schemas.openxmlformats.org/officeDocument/2006/relationships/customXml" Target="../ink/ink400.xml"/><Relationship Id="rId94" Type="http://schemas.openxmlformats.org/officeDocument/2006/relationships/customXml" Target="../ink/ink408.xml"/><Relationship Id="rId99" Type="http://schemas.openxmlformats.org/officeDocument/2006/relationships/image" Target="../media/image410.png"/><Relationship Id="rId101" Type="http://schemas.openxmlformats.org/officeDocument/2006/relationships/image" Target="../media/image411.png"/><Relationship Id="rId122" Type="http://schemas.openxmlformats.org/officeDocument/2006/relationships/customXml" Target="../ink/ink422.xml"/><Relationship Id="rId143" Type="http://schemas.openxmlformats.org/officeDocument/2006/relationships/image" Target="../media/image432.png"/><Relationship Id="rId148" Type="http://schemas.openxmlformats.org/officeDocument/2006/relationships/customXml" Target="../ink/ink435.xml"/><Relationship Id="rId4" Type="http://schemas.openxmlformats.org/officeDocument/2006/relationships/customXml" Target="../ink/ink363.xml"/><Relationship Id="rId9" Type="http://schemas.openxmlformats.org/officeDocument/2006/relationships/image" Target="../media/image365.png"/><Relationship Id="rId26" Type="http://schemas.openxmlformats.org/officeDocument/2006/relationships/customXml" Target="../ink/ink374.xml"/><Relationship Id="rId47" Type="http://schemas.openxmlformats.org/officeDocument/2006/relationships/image" Target="../media/image384.png"/><Relationship Id="rId68" Type="http://schemas.openxmlformats.org/officeDocument/2006/relationships/customXml" Target="../ink/ink395.xml"/><Relationship Id="rId89" Type="http://schemas.openxmlformats.org/officeDocument/2006/relationships/image" Target="../media/image405.png"/><Relationship Id="rId112" Type="http://schemas.openxmlformats.org/officeDocument/2006/relationships/customXml" Target="../ink/ink417.xml"/><Relationship Id="rId133" Type="http://schemas.openxmlformats.org/officeDocument/2006/relationships/image" Target="../media/image427.png"/><Relationship Id="rId154" Type="http://schemas.openxmlformats.org/officeDocument/2006/relationships/customXml" Target="../ink/ink438.xml"/><Relationship Id="rId16" Type="http://schemas.openxmlformats.org/officeDocument/2006/relationships/customXml" Target="../ink/ink369.xml"/><Relationship Id="rId37" Type="http://schemas.openxmlformats.org/officeDocument/2006/relationships/image" Target="../media/image379.png"/><Relationship Id="rId58" Type="http://schemas.openxmlformats.org/officeDocument/2006/relationships/customXml" Target="../ink/ink390.xml"/><Relationship Id="rId79" Type="http://schemas.openxmlformats.org/officeDocument/2006/relationships/image" Target="../media/image400.png"/><Relationship Id="rId102" Type="http://schemas.openxmlformats.org/officeDocument/2006/relationships/customXml" Target="../ink/ink412.xml"/><Relationship Id="rId123" Type="http://schemas.openxmlformats.org/officeDocument/2006/relationships/image" Target="../media/image422.png"/><Relationship Id="rId144" Type="http://schemas.openxmlformats.org/officeDocument/2006/relationships/customXml" Target="../ink/ink433.xml"/><Relationship Id="rId90" Type="http://schemas.openxmlformats.org/officeDocument/2006/relationships/customXml" Target="../ink/ink406.xml"/><Relationship Id="rId27" Type="http://schemas.openxmlformats.org/officeDocument/2006/relationships/image" Target="../media/image374.png"/><Relationship Id="rId48" Type="http://schemas.openxmlformats.org/officeDocument/2006/relationships/customXml" Target="../ink/ink385.xml"/><Relationship Id="rId69" Type="http://schemas.openxmlformats.org/officeDocument/2006/relationships/image" Target="../media/image395.png"/><Relationship Id="rId113" Type="http://schemas.openxmlformats.org/officeDocument/2006/relationships/image" Target="../media/image417.png"/><Relationship Id="rId134" Type="http://schemas.openxmlformats.org/officeDocument/2006/relationships/customXml" Target="../ink/ink428.xml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53.xml"/><Relationship Id="rId21" Type="http://schemas.openxmlformats.org/officeDocument/2006/relationships/image" Target="../media/image450.png"/><Relationship Id="rId42" Type="http://schemas.openxmlformats.org/officeDocument/2006/relationships/customXml" Target="../ink/ink461.xml"/><Relationship Id="rId47" Type="http://schemas.openxmlformats.org/officeDocument/2006/relationships/image" Target="../media/image463.png"/><Relationship Id="rId63" Type="http://schemas.openxmlformats.org/officeDocument/2006/relationships/image" Target="../media/image471.png"/><Relationship Id="rId68" Type="http://schemas.openxmlformats.org/officeDocument/2006/relationships/customXml" Target="../ink/ink474.xml"/><Relationship Id="rId84" Type="http://schemas.openxmlformats.org/officeDocument/2006/relationships/customXml" Target="../ink/ink482.xml"/><Relationship Id="rId89" Type="http://schemas.openxmlformats.org/officeDocument/2006/relationships/image" Target="../media/image484.png"/><Relationship Id="rId16" Type="http://schemas.openxmlformats.org/officeDocument/2006/relationships/customXml" Target="../ink/ink448.xml"/><Relationship Id="rId11" Type="http://schemas.openxmlformats.org/officeDocument/2006/relationships/image" Target="../media/image445.png"/><Relationship Id="rId32" Type="http://schemas.openxmlformats.org/officeDocument/2006/relationships/customXml" Target="../ink/ink456.xml"/><Relationship Id="rId37" Type="http://schemas.openxmlformats.org/officeDocument/2006/relationships/image" Target="../media/image458.png"/><Relationship Id="rId53" Type="http://schemas.openxmlformats.org/officeDocument/2006/relationships/image" Target="../media/image466.png"/><Relationship Id="rId58" Type="http://schemas.openxmlformats.org/officeDocument/2006/relationships/customXml" Target="../ink/ink469.xml"/><Relationship Id="rId74" Type="http://schemas.openxmlformats.org/officeDocument/2006/relationships/customXml" Target="../ink/ink477.xml"/><Relationship Id="rId79" Type="http://schemas.openxmlformats.org/officeDocument/2006/relationships/image" Target="../media/image479.png"/><Relationship Id="rId102" Type="http://schemas.openxmlformats.org/officeDocument/2006/relationships/customXml" Target="../ink/ink491.xml"/><Relationship Id="rId5" Type="http://schemas.openxmlformats.org/officeDocument/2006/relationships/image" Target="../media/image442.png"/><Relationship Id="rId90" Type="http://schemas.openxmlformats.org/officeDocument/2006/relationships/customXml" Target="../ink/ink485.xml"/><Relationship Id="rId95" Type="http://schemas.openxmlformats.org/officeDocument/2006/relationships/image" Target="../media/image487.png"/><Relationship Id="rId22" Type="http://schemas.openxmlformats.org/officeDocument/2006/relationships/customXml" Target="../ink/ink451.xml"/><Relationship Id="rId27" Type="http://schemas.openxmlformats.org/officeDocument/2006/relationships/image" Target="../media/image453.png"/><Relationship Id="rId43" Type="http://schemas.openxmlformats.org/officeDocument/2006/relationships/image" Target="../media/image461.png"/><Relationship Id="rId48" Type="http://schemas.openxmlformats.org/officeDocument/2006/relationships/customXml" Target="../ink/ink464.xml"/><Relationship Id="rId64" Type="http://schemas.openxmlformats.org/officeDocument/2006/relationships/customXml" Target="../ink/ink472.xml"/><Relationship Id="rId69" Type="http://schemas.openxmlformats.org/officeDocument/2006/relationships/image" Target="../media/image474.png"/><Relationship Id="rId80" Type="http://schemas.openxmlformats.org/officeDocument/2006/relationships/customXml" Target="../ink/ink480.xml"/><Relationship Id="rId85" Type="http://schemas.openxmlformats.org/officeDocument/2006/relationships/image" Target="../media/image482.png"/><Relationship Id="rId12" Type="http://schemas.openxmlformats.org/officeDocument/2006/relationships/customXml" Target="../ink/ink446.xml"/><Relationship Id="rId17" Type="http://schemas.openxmlformats.org/officeDocument/2006/relationships/image" Target="../media/image448.png"/><Relationship Id="rId25" Type="http://schemas.openxmlformats.org/officeDocument/2006/relationships/image" Target="../media/image452.png"/><Relationship Id="rId33" Type="http://schemas.openxmlformats.org/officeDocument/2006/relationships/image" Target="../media/image456.png"/><Relationship Id="rId38" Type="http://schemas.openxmlformats.org/officeDocument/2006/relationships/customXml" Target="../ink/ink459.xml"/><Relationship Id="rId46" Type="http://schemas.openxmlformats.org/officeDocument/2006/relationships/customXml" Target="../ink/ink463.xml"/><Relationship Id="rId59" Type="http://schemas.openxmlformats.org/officeDocument/2006/relationships/image" Target="../media/image469.png"/><Relationship Id="rId67" Type="http://schemas.openxmlformats.org/officeDocument/2006/relationships/image" Target="../media/image473.png"/><Relationship Id="rId103" Type="http://schemas.openxmlformats.org/officeDocument/2006/relationships/image" Target="../media/image491.png"/><Relationship Id="rId20" Type="http://schemas.openxmlformats.org/officeDocument/2006/relationships/customXml" Target="../ink/ink450.xml"/><Relationship Id="rId41" Type="http://schemas.openxmlformats.org/officeDocument/2006/relationships/image" Target="../media/image460.png"/><Relationship Id="rId54" Type="http://schemas.openxmlformats.org/officeDocument/2006/relationships/customXml" Target="../ink/ink467.xml"/><Relationship Id="rId62" Type="http://schemas.openxmlformats.org/officeDocument/2006/relationships/customXml" Target="../ink/ink471.xml"/><Relationship Id="rId70" Type="http://schemas.openxmlformats.org/officeDocument/2006/relationships/customXml" Target="../ink/ink475.xml"/><Relationship Id="rId75" Type="http://schemas.openxmlformats.org/officeDocument/2006/relationships/image" Target="../media/image477.png"/><Relationship Id="rId83" Type="http://schemas.openxmlformats.org/officeDocument/2006/relationships/image" Target="../media/image481.png"/><Relationship Id="rId88" Type="http://schemas.openxmlformats.org/officeDocument/2006/relationships/customXml" Target="../ink/ink484.xml"/><Relationship Id="rId91" Type="http://schemas.openxmlformats.org/officeDocument/2006/relationships/image" Target="../media/image485.png"/><Relationship Id="rId96" Type="http://schemas.openxmlformats.org/officeDocument/2006/relationships/customXml" Target="../ink/ink48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43.xml"/><Relationship Id="rId15" Type="http://schemas.openxmlformats.org/officeDocument/2006/relationships/image" Target="../media/image447.png"/><Relationship Id="rId23" Type="http://schemas.openxmlformats.org/officeDocument/2006/relationships/image" Target="../media/image451.png"/><Relationship Id="rId28" Type="http://schemas.openxmlformats.org/officeDocument/2006/relationships/customXml" Target="../ink/ink454.xml"/><Relationship Id="rId36" Type="http://schemas.openxmlformats.org/officeDocument/2006/relationships/customXml" Target="../ink/ink458.xml"/><Relationship Id="rId49" Type="http://schemas.openxmlformats.org/officeDocument/2006/relationships/image" Target="../media/image464.png"/><Relationship Id="rId57" Type="http://schemas.openxmlformats.org/officeDocument/2006/relationships/image" Target="../media/image468.png"/><Relationship Id="rId10" Type="http://schemas.openxmlformats.org/officeDocument/2006/relationships/customXml" Target="../ink/ink445.xml"/><Relationship Id="rId31" Type="http://schemas.openxmlformats.org/officeDocument/2006/relationships/image" Target="../media/image455.png"/><Relationship Id="rId44" Type="http://schemas.openxmlformats.org/officeDocument/2006/relationships/customXml" Target="../ink/ink462.xml"/><Relationship Id="rId52" Type="http://schemas.openxmlformats.org/officeDocument/2006/relationships/customXml" Target="../ink/ink466.xml"/><Relationship Id="rId60" Type="http://schemas.openxmlformats.org/officeDocument/2006/relationships/customXml" Target="../ink/ink470.xml"/><Relationship Id="rId65" Type="http://schemas.openxmlformats.org/officeDocument/2006/relationships/image" Target="../media/image472.png"/><Relationship Id="rId73" Type="http://schemas.openxmlformats.org/officeDocument/2006/relationships/image" Target="../media/image476.png"/><Relationship Id="rId78" Type="http://schemas.openxmlformats.org/officeDocument/2006/relationships/customXml" Target="../ink/ink479.xml"/><Relationship Id="rId81" Type="http://schemas.openxmlformats.org/officeDocument/2006/relationships/image" Target="../media/image480.png"/><Relationship Id="rId86" Type="http://schemas.openxmlformats.org/officeDocument/2006/relationships/customXml" Target="../ink/ink483.xml"/><Relationship Id="rId94" Type="http://schemas.openxmlformats.org/officeDocument/2006/relationships/customXml" Target="../ink/ink487.xml"/><Relationship Id="rId99" Type="http://schemas.openxmlformats.org/officeDocument/2006/relationships/image" Target="../media/image489.png"/><Relationship Id="rId101" Type="http://schemas.openxmlformats.org/officeDocument/2006/relationships/image" Target="../media/image490.png"/><Relationship Id="rId4" Type="http://schemas.openxmlformats.org/officeDocument/2006/relationships/customXml" Target="../ink/ink442.xml"/><Relationship Id="rId9" Type="http://schemas.openxmlformats.org/officeDocument/2006/relationships/image" Target="../media/image444.png"/><Relationship Id="rId13" Type="http://schemas.openxmlformats.org/officeDocument/2006/relationships/image" Target="../media/image446.png"/><Relationship Id="rId18" Type="http://schemas.openxmlformats.org/officeDocument/2006/relationships/customXml" Target="../ink/ink449.xml"/><Relationship Id="rId39" Type="http://schemas.openxmlformats.org/officeDocument/2006/relationships/image" Target="../media/image459.png"/><Relationship Id="rId34" Type="http://schemas.openxmlformats.org/officeDocument/2006/relationships/customXml" Target="../ink/ink457.xml"/><Relationship Id="rId50" Type="http://schemas.openxmlformats.org/officeDocument/2006/relationships/customXml" Target="../ink/ink465.xml"/><Relationship Id="rId55" Type="http://schemas.openxmlformats.org/officeDocument/2006/relationships/image" Target="../media/image467.png"/><Relationship Id="rId76" Type="http://schemas.openxmlformats.org/officeDocument/2006/relationships/customXml" Target="../ink/ink478.xml"/><Relationship Id="rId97" Type="http://schemas.openxmlformats.org/officeDocument/2006/relationships/image" Target="../media/image488.png"/><Relationship Id="rId7" Type="http://schemas.openxmlformats.org/officeDocument/2006/relationships/image" Target="../media/image443.png"/><Relationship Id="rId71" Type="http://schemas.openxmlformats.org/officeDocument/2006/relationships/image" Target="../media/image475.png"/><Relationship Id="rId92" Type="http://schemas.openxmlformats.org/officeDocument/2006/relationships/customXml" Target="../ink/ink486.xml"/><Relationship Id="rId2" Type="http://schemas.openxmlformats.org/officeDocument/2006/relationships/customXml" Target="../ink/ink441.xml"/><Relationship Id="rId29" Type="http://schemas.openxmlformats.org/officeDocument/2006/relationships/image" Target="../media/image454.png"/><Relationship Id="rId24" Type="http://schemas.openxmlformats.org/officeDocument/2006/relationships/customXml" Target="../ink/ink452.xml"/><Relationship Id="rId40" Type="http://schemas.openxmlformats.org/officeDocument/2006/relationships/customXml" Target="../ink/ink460.xml"/><Relationship Id="rId45" Type="http://schemas.openxmlformats.org/officeDocument/2006/relationships/image" Target="../media/image462.png"/><Relationship Id="rId66" Type="http://schemas.openxmlformats.org/officeDocument/2006/relationships/customXml" Target="../ink/ink473.xml"/><Relationship Id="rId87" Type="http://schemas.openxmlformats.org/officeDocument/2006/relationships/image" Target="../media/image483.png"/><Relationship Id="rId61" Type="http://schemas.openxmlformats.org/officeDocument/2006/relationships/image" Target="../media/image470.png"/><Relationship Id="rId82" Type="http://schemas.openxmlformats.org/officeDocument/2006/relationships/customXml" Target="../ink/ink481.xml"/><Relationship Id="rId19" Type="http://schemas.openxmlformats.org/officeDocument/2006/relationships/image" Target="../media/image449.png"/><Relationship Id="rId14" Type="http://schemas.openxmlformats.org/officeDocument/2006/relationships/customXml" Target="../ink/ink447.xml"/><Relationship Id="rId30" Type="http://schemas.openxmlformats.org/officeDocument/2006/relationships/customXml" Target="../ink/ink455.xml"/><Relationship Id="rId35" Type="http://schemas.openxmlformats.org/officeDocument/2006/relationships/image" Target="../media/image457.png"/><Relationship Id="rId56" Type="http://schemas.openxmlformats.org/officeDocument/2006/relationships/customXml" Target="../ink/ink468.xml"/><Relationship Id="rId77" Type="http://schemas.openxmlformats.org/officeDocument/2006/relationships/image" Target="../media/image478.png"/><Relationship Id="rId100" Type="http://schemas.openxmlformats.org/officeDocument/2006/relationships/customXml" Target="../ink/ink490.xml"/><Relationship Id="rId8" Type="http://schemas.openxmlformats.org/officeDocument/2006/relationships/customXml" Target="../ink/ink444.xml"/><Relationship Id="rId51" Type="http://schemas.openxmlformats.org/officeDocument/2006/relationships/image" Target="../media/image465.png"/><Relationship Id="rId72" Type="http://schemas.openxmlformats.org/officeDocument/2006/relationships/customXml" Target="../ink/ink476.xml"/><Relationship Id="rId93" Type="http://schemas.openxmlformats.org/officeDocument/2006/relationships/image" Target="../media/image486.png"/><Relationship Id="rId98" Type="http://schemas.openxmlformats.org/officeDocument/2006/relationships/customXml" Target="../ink/ink489.xml"/><Relationship Id="rId3" Type="http://schemas.openxmlformats.org/officeDocument/2006/relationships/image" Target="../media/image44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C250F01-ECB2-02C6-CC5D-B719F9D1BE05}"/>
              </a:ext>
            </a:extLst>
          </p:cNvPr>
          <p:cNvGrpSpPr/>
          <p:nvPr/>
        </p:nvGrpSpPr>
        <p:grpSpPr>
          <a:xfrm>
            <a:off x="1569715" y="764300"/>
            <a:ext cx="3108240" cy="1043640"/>
            <a:chOff x="1569715" y="764300"/>
            <a:chExt cx="3108240" cy="104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C374D49-EF80-A4E8-8E05-DA89314A490B}"/>
                    </a:ext>
                  </a:extLst>
                </p14:cNvPr>
                <p14:cNvContentPartPr/>
                <p14:nvPr/>
              </p14:nvContentPartPr>
              <p14:xfrm>
                <a:off x="1569715" y="1002980"/>
                <a:ext cx="623520" cy="8049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C374D49-EF80-A4E8-8E05-DA89314A490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63595" y="996860"/>
                  <a:ext cx="635760" cy="81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4C854F0-EEBD-F819-727F-2BD29DEB245C}"/>
                    </a:ext>
                  </a:extLst>
                </p14:cNvPr>
                <p14:cNvContentPartPr/>
                <p14:nvPr/>
              </p14:nvContentPartPr>
              <p14:xfrm>
                <a:off x="2525155" y="976700"/>
                <a:ext cx="502560" cy="7282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4C854F0-EEBD-F819-727F-2BD29DEB245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519035" y="970580"/>
                  <a:ext cx="514800" cy="74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8106502-38F7-2437-FA99-16FEB9C06BE6}"/>
                    </a:ext>
                  </a:extLst>
                </p14:cNvPr>
                <p14:cNvContentPartPr/>
                <p14:nvPr/>
              </p14:nvContentPartPr>
              <p14:xfrm>
                <a:off x="3278635" y="990020"/>
                <a:ext cx="119160" cy="6321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8106502-38F7-2437-FA99-16FEB9C06BE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272515" y="983900"/>
                  <a:ext cx="131400" cy="64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4B2F598-6925-AD23-70ED-C50D64416B74}"/>
                    </a:ext>
                  </a:extLst>
                </p14:cNvPr>
                <p14:cNvContentPartPr/>
                <p14:nvPr/>
              </p14:nvContentPartPr>
              <p14:xfrm>
                <a:off x="3395995" y="779060"/>
                <a:ext cx="456480" cy="5727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4B2F598-6925-AD23-70ED-C50D64416B7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389875" y="772940"/>
                  <a:ext cx="468720" cy="58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0A7789E-7D24-E210-7FFF-45DC8AB386C0}"/>
                    </a:ext>
                  </a:extLst>
                </p14:cNvPr>
                <p14:cNvContentPartPr/>
                <p14:nvPr/>
              </p14:nvContentPartPr>
              <p14:xfrm>
                <a:off x="4074955" y="764300"/>
                <a:ext cx="603000" cy="8456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0A7789E-7D24-E210-7FFF-45DC8AB386C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068835" y="758180"/>
                  <a:ext cx="615240" cy="85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E6D8344-7C96-6405-06C5-E01BEF407360}"/>
                  </a:ext>
                </a:extLst>
              </p14:cNvPr>
              <p14:cNvContentPartPr/>
              <p14:nvPr/>
            </p14:nvContentPartPr>
            <p14:xfrm>
              <a:off x="5242435" y="1195940"/>
              <a:ext cx="577800" cy="1018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E6D8344-7C96-6405-06C5-E01BEF40736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236315" y="1189820"/>
                <a:ext cx="590040" cy="11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314A60EB-FE2A-E21F-6183-5386F621A4D9}"/>
              </a:ext>
            </a:extLst>
          </p:cNvPr>
          <p:cNvGrpSpPr/>
          <p:nvPr/>
        </p:nvGrpSpPr>
        <p:grpSpPr>
          <a:xfrm>
            <a:off x="981475" y="2442260"/>
            <a:ext cx="11111400" cy="4296600"/>
            <a:chOff x="981475" y="2442260"/>
            <a:chExt cx="11111400" cy="429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ED941E7-37F8-4925-878B-F170B0A5F386}"/>
                    </a:ext>
                  </a:extLst>
                </p14:cNvPr>
                <p14:cNvContentPartPr/>
                <p14:nvPr/>
              </p14:nvContentPartPr>
              <p14:xfrm>
                <a:off x="981475" y="3175220"/>
                <a:ext cx="572400" cy="869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ED941E7-37F8-4925-878B-F170B0A5F38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75355" y="3169100"/>
                  <a:ext cx="584640" cy="88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154F086-31D4-58FE-DE25-2383317120E0}"/>
                    </a:ext>
                  </a:extLst>
                </p14:cNvPr>
                <p14:cNvContentPartPr/>
                <p14:nvPr/>
              </p14:nvContentPartPr>
              <p14:xfrm>
                <a:off x="1762675" y="2976860"/>
                <a:ext cx="495720" cy="972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154F086-31D4-58FE-DE25-2383317120E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56555" y="2970740"/>
                  <a:ext cx="507960" cy="9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73B73F5-FAC3-59DC-2C0E-F722A0DCE6F0}"/>
                    </a:ext>
                  </a:extLst>
                </p14:cNvPr>
                <p14:cNvContentPartPr/>
                <p14:nvPr/>
              </p14:nvContentPartPr>
              <p14:xfrm>
                <a:off x="2291875" y="3248660"/>
                <a:ext cx="392040" cy="1042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73B73F5-FAC3-59DC-2C0E-F722A0DCE6F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285755" y="3242540"/>
                  <a:ext cx="404280" cy="10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1407BEB-C010-5ED2-443B-4A2DA8665883}"/>
                    </a:ext>
                  </a:extLst>
                </p14:cNvPr>
                <p14:cNvContentPartPr/>
                <p14:nvPr/>
              </p14:nvContentPartPr>
              <p14:xfrm>
                <a:off x="2663035" y="2970740"/>
                <a:ext cx="60480" cy="63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1407BEB-C010-5ED2-443B-4A2DA866588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56915" y="2964620"/>
                  <a:ext cx="727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9BC965E-A2EE-7299-A1B2-1C2BE5565357}"/>
                    </a:ext>
                  </a:extLst>
                </p14:cNvPr>
                <p14:cNvContentPartPr/>
                <p14:nvPr/>
              </p14:nvContentPartPr>
              <p14:xfrm>
                <a:off x="2873995" y="3169460"/>
                <a:ext cx="1160640" cy="6174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9BC965E-A2EE-7299-A1B2-1C2BE556535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67875" y="3163340"/>
                  <a:ext cx="1172880" cy="62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6EF5A3A-C11C-4D6C-BE75-96A94AA8BFD9}"/>
                    </a:ext>
                  </a:extLst>
                </p14:cNvPr>
                <p14:cNvContentPartPr/>
                <p14:nvPr/>
              </p14:nvContentPartPr>
              <p14:xfrm>
                <a:off x="3789115" y="3299780"/>
                <a:ext cx="581400" cy="131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6EF5A3A-C11C-4D6C-BE75-96A94AA8BFD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782995" y="3293660"/>
                  <a:ext cx="5936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285C318-0580-9C38-D6CA-B898193665A7}"/>
                    </a:ext>
                  </a:extLst>
                </p14:cNvPr>
                <p14:cNvContentPartPr/>
                <p14:nvPr/>
              </p14:nvContentPartPr>
              <p14:xfrm>
                <a:off x="5533675" y="2479700"/>
                <a:ext cx="574200" cy="1029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285C318-0580-9C38-D6CA-B898193665A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527555" y="2473580"/>
                  <a:ext cx="586440" cy="10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9D5194A-D6E0-E6B9-05F4-43F6D5D37D4C}"/>
                    </a:ext>
                  </a:extLst>
                </p14:cNvPr>
                <p14:cNvContentPartPr/>
                <p14:nvPr/>
              </p14:nvContentPartPr>
              <p14:xfrm>
                <a:off x="6226315" y="2918540"/>
                <a:ext cx="655200" cy="586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9D5194A-D6E0-E6B9-05F4-43F6D5D37D4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220195" y="2912420"/>
                  <a:ext cx="667440" cy="59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3C92960-368D-D5C3-BA09-C8594A677FE3}"/>
                    </a:ext>
                  </a:extLst>
                </p14:cNvPr>
                <p14:cNvContentPartPr/>
                <p14:nvPr/>
              </p14:nvContentPartPr>
              <p14:xfrm>
                <a:off x="6809875" y="2634500"/>
                <a:ext cx="155880" cy="75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3C92960-368D-D5C3-BA09-C8594A677FE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803755" y="2628380"/>
                  <a:ext cx="1681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AE11E71-588C-B135-539C-AF24077B23F6}"/>
                    </a:ext>
                  </a:extLst>
                </p14:cNvPr>
                <p14:cNvContentPartPr/>
                <p14:nvPr/>
              </p14:nvContentPartPr>
              <p14:xfrm>
                <a:off x="6745795" y="3092420"/>
                <a:ext cx="97920" cy="4399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AE11E71-588C-B135-539C-AF24077B23F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739675" y="3086300"/>
                  <a:ext cx="11016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F5C1853-E238-D9C2-144E-162750718431}"/>
                    </a:ext>
                  </a:extLst>
                </p14:cNvPr>
                <p14:cNvContentPartPr/>
                <p14:nvPr/>
              </p14:nvContentPartPr>
              <p14:xfrm>
                <a:off x="7099315" y="2619380"/>
                <a:ext cx="76320" cy="90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F5C1853-E238-D9C2-144E-16275071843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093195" y="2613260"/>
                  <a:ext cx="885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BB096A2-0BC3-C383-BEC5-11B993A66EC9}"/>
                    </a:ext>
                  </a:extLst>
                </p14:cNvPr>
                <p14:cNvContentPartPr/>
                <p14:nvPr/>
              </p14:nvContentPartPr>
              <p14:xfrm>
                <a:off x="7184635" y="2732060"/>
                <a:ext cx="1573560" cy="7214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BB096A2-0BC3-C383-BEC5-11B993A66EC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178515" y="2725940"/>
                  <a:ext cx="1585800" cy="73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4E73EBD-B5F5-A891-7811-D4A61623F996}"/>
                    </a:ext>
                  </a:extLst>
                </p14:cNvPr>
                <p14:cNvContentPartPr/>
                <p14:nvPr/>
              </p14:nvContentPartPr>
              <p14:xfrm>
                <a:off x="8455795" y="2930780"/>
                <a:ext cx="455040" cy="219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4E73EBD-B5F5-A891-7811-D4A61623F99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449675" y="2924660"/>
                  <a:ext cx="4672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765D5C1-DFBD-6050-232D-BD1DF39E731F}"/>
                    </a:ext>
                  </a:extLst>
                </p14:cNvPr>
                <p14:cNvContentPartPr/>
                <p14:nvPr/>
              </p14:nvContentPartPr>
              <p14:xfrm>
                <a:off x="8998315" y="2442260"/>
                <a:ext cx="1370520" cy="955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765D5C1-DFBD-6050-232D-BD1DF39E731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992195" y="2436140"/>
                  <a:ext cx="1382760" cy="9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C94950C-E9DB-0A38-EA74-2F74C8AC6EBB}"/>
                    </a:ext>
                  </a:extLst>
                </p14:cNvPr>
                <p14:cNvContentPartPr/>
                <p14:nvPr/>
              </p14:nvContentPartPr>
              <p14:xfrm>
                <a:off x="1169035" y="4717100"/>
                <a:ext cx="155880" cy="1258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C94950C-E9DB-0A38-EA74-2F74C8AC6EB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62915" y="4710980"/>
                  <a:ext cx="168120" cy="12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285577E-337C-E37F-0BCD-614BC283157C}"/>
                    </a:ext>
                  </a:extLst>
                </p14:cNvPr>
                <p14:cNvContentPartPr/>
                <p14:nvPr/>
              </p14:nvContentPartPr>
              <p14:xfrm>
                <a:off x="1360915" y="4437020"/>
                <a:ext cx="908280" cy="9334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285577E-337C-E37F-0BCD-614BC283157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354795" y="4430900"/>
                  <a:ext cx="920520" cy="9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C993A89-0F61-E29A-EB3C-B7A76B0DC753}"/>
                    </a:ext>
                  </a:extLst>
                </p14:cNvPr>
                <p14:cNvContentPartPr/>
                <p14:nvPr/>
              </p14:nvContentPartPr>
              <p14:xfrm>
                <a:off x="2284315" y="5096900"/>
                <a:ext cx="575640" cy="620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C993A89-0F61-E29A-EB3C-B7A76B0DC75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278195" y="5090780"/>
                  <a:ext cx="587880" cy="63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C381517-8B15-D5B5-D589-034787A68BAC}"/>
                    </a:ext>
                  </a:extLst>
                </p14:cNvPr>
                <p14:cNvContentPartPr/>
                <p14:nvPr/>
              </p14:nvContentPartPr>
              <p14:xfrm>
                <a:off x="3013315" y="5097260"/>
                <a:ext cx="239040" cy="532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C381517-8B15-D5B5-D589-034787A68BA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007195" y="5091140"/>
                  <a:ext cx="251280" cy="54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043B0B5-CE5C-52ED-1991-D450FB1B2F73}"/>
                    </a:ext>
                  </a:extLst>
                </p14:cNvPr>
                <p14:cNvContentPartPr/>
                <p14:nvPr/>
              </p14:nvContentPartPr>
              <p14:xfrm>
                <a:off x="3177115" y="5071700"/>
                <a:ext cx="577440" cy="1116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043B0B5-CE5C-52ED-1991-D450FB1B2F7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170995" y="5065580"/>
                  <a:ext cx="589680" cy="11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74D65F4-D452-6B24-9063-7A91C0A8CB30}"/>
                    </a:ext>
                  </a:extLst>
                </p14:cNvPr>
                <p14:cNvContentPartPr/>
                <p14:nvPr/>
              </p14:nvContentPartPr>
              <p14:xfrm>
                <a:off x="4035355" y="4885220"/>
                <a:ext cx="588960" cy="6422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74D65F4-D452-6B24-9063-7A91C0A8CB3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029235" y="4879100"/>
                  <a:ext cx="601200" cy="65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45D2AB7-023B-4A49-54A0-9EB52E191565}"/>
                    </a:ext>
                  </a:extLst>
                </p14:cNvPr>
                <p14:cNvContentPartPr/>
                <p14:nvPr/>
              </p14:nvContentPartPr>
              <p14:xfrm>
                <a:off x="4494355" y="5038940"/>
                <a:ext cx="415440" cy="321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45D2AB7-023B-4A49-54A0-9EB52E19156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488235" y="5032820"/>
                  <a:ext cx="42768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FB27F50-1072-6B2A-033D-8DA7F09F577C}"/>
                    </a:ext>
                  </a:extLst>
                </p14:cNvPr>
                <p14:cNvContentPartPr/>
                <p14:nvPr/>
              </p14:nvContentPartPr>
              <p14:xfrm>
                <a:off x="5106355" y="4891700"/>
                <a:ext cx="743040" cy="4960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FB27F50-1072-6B2A-033D-8DA7F09F577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100235" y="4885580"/>
                  <a:ext cx="755280" cy="5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68AB9DC-A74C-C97D-1462-8338318473C3}"/>
                    </a:ext>
                  </a:extLst>
                </p14:cNvPr>
                <p14:cNvContentPartPr/>
                <p14:nvPr/>
              </p14:nvContentPartPr>
              <p14:xfrm>
                <a:off x="5952355" y="4926980"/>
                <a:ext cx="1260000" cy="418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68AB9DC-A74C-C97D-1462-8338318473C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946235" y="4920860"/>
                  <a:ext cx="127224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97A9FB8-BF6A-DAAC-366B-6D25DA41C3C8}"/>
                    </a:ext>
                  </a:extLst>
                </p14:cNvPr>
                <p14:cNvContentPartPr/>
                <p14:nvPr/>
              </p14:nvContentPartPr>
              <p14:xfrm>
                <a:off x="7423675" y="4480220"/>
                <a:ext cx="19800" cy="1652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97A9FB8-BF6A-DAAC-366B-6D25DA41C3C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417555" y="4474100"/>
                  <a:ext cx="320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1758668-C451-5E23-7BEE-3105BEA72EA8}"/>
                    </a:ext>
                  </a:extLst>
                </p14:cNvPr>
                <p14:cNvContentPartPr/>
                <p14:nvPr/>
              </p14:nvContentPartPr>
              <p14:xfrm>
                <a:off x="7432675" y="4950740"/>
                <a:ext cx="1005480" cy="15544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1758668-C451-5E23-7BEE-3105BEA72EA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426555" y="4944620"/>
                  <a:ext cx="1017720" cy="156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F4EDB46-B671-0257-8410-5751BF28FE1B}"/>
                    </a:ext>
                  </a:extLst>
                </p14:cNvPr>
                <p14:cNvContentPartPr/>
                <p14:nvPr/>
              </p14:nvContentPartPr>
              <p14:xfrm>
                <a:off x="8707075" y="4134620"/>
                <a:ext cx="901800" cy="13489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F4EDB46-B671-0257-8410-5751BF28FE1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700955" y="4128500"/>
                  <a:ext cx="914040" cy="13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465F53D-8057-D8B3-B63D-AA78D370EF6E}"/>
                    </a:ext>
                  </a:extLst>
                </p14:cNvPr>
                <p14:cNvContentPartPr/>
                <p14:nvPr/>
              </p14:nvContentPartPr>
              <p14:xfrm>
                <a:off x="9454435" y="4738700"/>
                <a:ext cx="848160" cy="11466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465F53D-8057-D8B3-B63D-AA78D370EF6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448315" y="4732580"/>
                  <a:ext cx="860400" cy="11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84491FB-21ED-340E-615B-6163DDDDDA31}"/>
                    </a:ext>
                  </a:extLst>
                </p14:cNvPr>
                <p14:cNvContentPartPr/>
                <p14:nvPr/>
              </p14:nvContentPartPr>
              <p14:xfrm>
                <a:off x="10428595" y="4660580"/>
                <a:ext cx="293040" cy="815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84491FB-21ED-340E-615B-6163DDDDDA3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422475" y="4654460"/>
                  <a:ext cx="305280" cy="82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4CB3FB2-BAE5-0442-1E1F-F1E3A3CC70D7}"/>
                    </a:ext>
                  </a:extLst>
                </p14:cNvPr>
                <p14:cNvContentPartPr/>
                <p14:nvPr/>
              </p14:nvContentPartPr>
              <p14:xfrm>
                <a:off x="10484035" y="5032100"/>
                <a:ext cx="740880" cy="3841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4CB3FB2-BAE5-0442-1E1F-F1E3A3CC70D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477915" y="5025980"/>
                  <a:ext cx="75312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3F391B1-227F-183D-1A8D-57A597828CB0}"/>
                    </a:ext>
                  </a:extLst>
                </p14:cNvPr>
                <p14:cNvContentPartPr/>
                <p14:nvPr/>
              </p14:nvContentPartPr>
              <p14:xfrm>
                <a:off x="10925035" y="4531340"/>
                <a:ext cx="502920" cy="1238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3F391B1-227F-183D-1A8D-57A597828CB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918915" y="4525220"/>
                  <a:ext cx="515160" cy="12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6D71536-D381-BBC1-0569-84714BD1865A}"/>
                    </a:ext>
                  </a:extLst>
                </p14:cNvPr>
                <p14:cNvContentPartPr/>
                <p14:nvPr/>
              </p14:nvContentPartPr>
              <p14:xfrm>
                <a:off x="8447875" y="5721140"/>
                <a:ext cx="437760" cy="928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6D71536-D381-BBC1-0569-84714BD1865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441755" y="5715020"/>
                  <a:ext cx="450000" cy="9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2B77CEB-DDEB-CE12-FC1A-99A40F332808}"/>
                    </a:ext>
                  </a:extLst>
                </p14:cNvPr>
                <p14:cNvContentPartPr/>
                <p14:nvPr/>
              </p14:nvContentPartPr>
              <p14:xfrm>
                <a:off x="9103435" y="5996900"/>
                <a:ext cx="239040" cy="7419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2B77CEB-DDEB-CE12-FC1A-99A40F33280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097315" y="5990780"/>
                  <a:ext cx="251280" cy="75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D1B943B-6B55-2E8E-74CB-C42898C971C1}"/>
                    </a:ext>
                  </a:extLst>
                </p14:cNvPr>
                <p14:cNvContentPartPr/>
                <p14:nvPr/>
              </p14:nvContentPartPr>
              <p14:xfrm>
                <a:off x="8939275" y="6423860"/>
                <a:ext cx="441720" cy="471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D1B943B-6B55-2E8E-74CB-C42898C971C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933155" y="6417740"/>
                  <a:ext cx="4539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0A7108A-FAAE-B536-7293-4B10EF8F6B9B}"/>
                    </a:ext>
                  </a:extLst>
                </p14:cNvPr>
                <p14:cNvContentPartPr/>
                <p14:nvPr/>
              </p14:nvContentPartPr>
              <p14:xfrm>
                <a:off x="9311875" y="6314420"/>
                <a:ext cx="439200" cy="3715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0A7108A-FAAE-B536-7293-4B10EF8F6B9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305755" y="6308300"/>
                  <a:ext cx="45144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4DF68EA-A29F-4D1C-C210-7E0B0B4B3EA8}"/>
                    </a:ext>
                  </a:extLst>
                </p14:cNvPr>
                <p14:cNvContentPartPr/>
                <p14:nvPr/>
              </p14:nvContentPartPr>
              <p14:xfrm>
                <a:off x="9935755" y="6255740"/>
                <a:ext cx="380880" cy="3549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4DF68EA-A29F-4D1C-C210-7E0B0B4B3EA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929635" y="6249620"/>
                  <a:ext cx="39312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C589677-DEFD-6477-D76A-4FA435ABEB33}"/>
                    </a:ext>
                  </a:extLst>
                </p14:cNvPr>
                <p14:cNvContentPartPr/>
                <p14:nvPr/>
              </p14:nvContentPartPr>
              <p14:xfrm>
                <a:off x="10761595" y="6124700"/>
                <a:ext cx="687600" cy="4766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C589677-DEFD-6477-D76A-4FA435ABEB3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755475" y="6118580"/>
                  <a:ext cx="69984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368EBEF-D18E-872E-12F8-8D381CC87603}"/>
                    </a:ext>
                  </a:extLst>
                </p14:cNvPr>
                <p14:cNvContentPartPr/>
                <p14:nvPr/>
              </p14:nvContentPartPr>
              <p14:xfrm>
                <a:off x="11156875" y="6223340"/>
                <a:ext cx="441720" cy="3520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368EBEF-D18E-872E-12F8-8D381CC8760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150755" y="6217220"/>
                  <a:ext cx="45396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8524B71-039B-3747-B776-0EC3E8A21341}"/>
                    </a:ext>
                  </a:extLst>
                </p14:cNvPr>
                <p14:cNvContentPartPr/>
                <p14:nvPr/>
              </p14:nvContentPartPr>
              <p14:xfrm>
                <a:off x="11775355" y="6300380"/>
                <a:ext cx="134280" cy="1710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8524B71-039B-3747-B776-0EC3E8A2134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769235" y="6294260"/>
                  <a:ext cx="1465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73CF030-1BAC-B137-E156-7F86CD8C0C72}"/>
                    </a:ext>
                  </a:extLst>
                </p14:cNvPr>
                <p14:cNvContentPartPr/>
                <p14:nvPr/>
              </p14:nvContentPartPr>
              <p14:xfrm>
                <a:off x="11952115" y="6384620"/>
                <a:ext cx="140760" cy="262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73CF030-1BAC-B137-E156-7F86CD8C0C7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945995" y="6378500"/>
                  <a:ext cx="153000" cy="275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30574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9426185-7E6B-2B87-55F2-2D2CD3D2938D}"/>
                  </a:ext>
                </a:extLst>
              </p14:cNvPr>
              <p14:cNvContentPartPr/>
              <p14:nvPr/>
            </p14:nvContentPartPr>
            <p14:xfrm>
              <a:off x="836395" y="600500"/>
              <a:ext cx="63000" cy="436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9426185-7E6B-2B87-55F2-2D2CD3D2938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0275" y="594380"/>
                <a:ext cx="75240" cy="44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7DC05E7-D8FA-93CB-40C0-FA3D5382C509}"/>
                  </a:ext>
                </a:extLst>
              </p14:cNvPr>
              <p14:cNvContentPartPr/>
              <p14:nvPr/>
            </p14:nvContentPartPr>
            <p14:xfrm>
              <a:off x="1205395" y="766820"/>
              <a:ext cx="14760" cy="4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7DC05E7-D8FA-93CB-40C0-FA3D5382C50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99275" y="760700"/>
                <a:ext cx="27000" cy="1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3082EA32-A29A-EC8F-FB84-B832065EDAA1}"/>
              </a:ext>
            </a:extLst>
          </p:cNvPr>
          <p:cNvGrpSpPr/>
          <p:nvPr/>
        </p:nvGrpSpPr>
        <p:grpSpPr>
          <a:xfrm>
            <a:off x="1741795" y="342380"/>
            <a:ext cx="4379400" cy="981360"/>
            <a:chOff x="1741795" y="342380"/>
            <a:chExt cx="4379400" cy="98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3591D62-B8BC-C817-548B-7B6F7BB9E8B5}"/>
                    </a:ext>
                  </a:extLst>
                </p14:cNvPr>
                <p14:cNvContentPartPr/>
                <p14:nvPr/>
              </p14:nvContentPartPr>
              <p14:xfrm>
                <a:off x="1783195" y="501140"/>
                <a:ext cx="49320" cy="8226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3591D62-B8BC-C817-548B-7B6F7BB9E8B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77075" y="495020"/>
                  <a:ext cx="61560" cy="83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3EB0461-74C6-9360-734E-D0269F50398C}"/>
                    </a:ext>
                  </a:extLst>
                </p14:cNvPr>
                <p14:cNvContentPartPr/>
                <p14:nvPr/>
              </p14:nvContentPartPr>
              <p14:xfrm>
                <a:off x="1741795" y="342380"/>
                <a:ext cx="658080" cy="4723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3EB0461-74C6-9360-734E-D0269F50398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35675" y="336260"/>
                  <a:ext cx="670320" cy="4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79B5ECD-2179-154B-7ED0-35CA012AF796}"/>
                    </a:ext>
                  </a:extLst>
                </p14:cNvPr>
                <p14:cNvContentPartPr/>
                <p14:nvPr/>
              </p14:nvContentPartPr>
              <p14:xfrm>
                <a:off x="2188915" y="824420"/>
                <a:ext cx="397080" cy="3970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79B5ECD-2179-154B-7ED0-35CA012AF79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82795" y="818300"/>
                  <a:ext cx="40932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1BD7CD1-3E9C-0599-8414-6264E4F2BA95}"/>
                    </a:ext>
                  </a:extLst>
                </p14:cNvPr>
                <p14:cNvContentPartPr/>
                <p14:nvPr/>
              </p14:nvContentPartPr>
              <p14:xfrm>
                <a:off x="2654755" y="735140"/>
                <a:ext cx="261720" cy="3121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1BD7CD1-3E9C-0599-8414-6264E4F2BA9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648635" y="729020"/>
                  <a:ext cx="27396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B637251-820F-F918-1A11-14FBB9808A5C}"/>
                    </a:ext>
                  </a:extLst>
                </p14:cNvPr>
                <p14:cNvContentPartPr/>
                <p14:nvPr/>
              </p14:nvContentPartPr>
              <p14:xfrm>
                <a:off x="3572755" y="422300"/>
                <a:ext cx="1250640" cy="6516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B637251-820F-F918-1A11-14FBB9808A5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566635" y="416180"/>
                  <a:ext cx="1262880" cy="66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CA37D65-AF0D-04B3-D406-4088FBEF7098}"/>
                    </a:ext>
                  </a:extLst>
                </p14:cNvPr>
                <p14:cNvContentPartPr/>
                <p14:nvPr/>
              </p14:nvContentPartPr>
              <p14:xfrm>
                <a:off x="4970995" y="657020"/>
                <a:ext cx="639360" cy="468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CA37D65-AF0D-04B3-D406-4088FBEF709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964875" y="650900"/>
                  <a:ext cx="65160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91CBE30-CF84-FE8D-5B24-15BDB9C9475B}"/>
                    </a:ext>
                  </a:extLst>
                </p14:cNvPr>
                <p14:cNvContentPartPr/>
                <p14:nvPr/>
              </p14:nvContentPartPr>
              <p14:xfrm>
                <a:off x="5520715" y="457220"/>
                <a:ext cx="600480" cy="5929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91CBE30-CF84-FE8D-5B24-15BDB9C9475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514595" y="451100"/>
                  <a:ext cx="612720" cy="60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1AD5864-D628-E1B3-A0EC-5F7674260B13}"/>
                    </a:ext>
                  </a:extLst>
                </p14:cNvPr>
                <p14:cNvContentPartPr/>
                <p14:nvPr/>
              </p14:nvContentPartPr>
              <p14:xfrm>
                <a:off x="3174595" y="770060"/>
                <a:ext cx="329040" cy="3092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1AD5864-D628-E1B3-A0EC-5F7674260B1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68475" y="763940"/>
                  <a:ext cx="341280" cy="32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D59BAE3-D155-6C1D-EFDD-8C25A43E635C}"/>
                  </a:ext>
                </a:extLst>
              </p14:cNvPr>
              <p14:cNvContentPartPr/>
              <p14:nvPr/>
            </p14:nvContentPartPr>
            <p14:xfrm>
              <a:off x="6571555" y="353180"/>
              <a:ext cx="428040" cy="15195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D59BAE3-D155-6C1D-EFDD-8C25A43E635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565435" y="347060"/>
                <a:ext cx="440280" cy="1531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65595412-C951-B79F-F1CB-CD8E545E69CA}"/>
              </a:ext>
            </a:extLst>
          </p:cNvPr>
          <p:cNvGrpSpPr/>
          <p:nvPr/>
        </p:nvGrpSpPr>
        <p:grpSpPr>
          <a:xfrm>
            <a:off x="7980595" y="369380"/>
            <a:ext cx="3364920" cy="1037880"/>
            <a:chOff x="7980595" y="369380"/>
            <a:chExt cx="3364920" cy="103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65ACB28-30F6-6A9D-BB17-AF53CC7E94DD}"/>
                    </a:ext>
                  </a:extLst>
                </p14:cNvPr>
                <p14:cNvContentPartPr/>
                <p14:nvPr/>
              </p14:nvContentPartPr>
              <p14:xfrm>
                <a:off x="7984915" y="771500"/>
                <a:ext cx="109440" cy="635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65ACB28-30F6-6A9D-BB17-AF53CC7E94D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978795" y="765380"/>
                  <a:ext cx="121680" cy="64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86DA09B-0B39-666F-7549-CA171DCCADFC}"/>
                    </a:ext>
                  </a:extLst>
                </p14:cNvPr>
                <p14:cNvContentPartPr/>
                <p14:nvPr/>
              </p14:nvContentPartPr>
              <p14:xfrm>
                <a:off x="8029915" y="369380"/>
                <a:ext cx="448920" cy="275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86DA09B-0B39-666F-7549-CA171DCCADF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023795" y="363260"/>
                  <a:ext cx="46116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D401B1C-EEEB-4F78-73DF-00F7858D01A0}"/>
                    </a:ext>
                  </a:extLst>
                </p14:cNvPr>
                <p14:cNvContentPartPr/>
                <p14:nvPr/>
              </p14:nvContentPartPr>
              <p14:xfrm>
                <a:off x="7980595" y="946820"/>
                <a:ext cx="308880" cy="79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D401B1C-EEEB-4F78-73DF-00F7858D01A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974475" y="940700"/>
                  <a:ext cx="3211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74F7BA3-78D3-C167-53C0-E077C672237E}"/>
                    </a:ext>
                  </a:extLst>
                </p14:cNvPr>
                <p14:cNvContentPartPr/>
                <p14:nvPr/>
              </p14:nvContentPartPr>
              <p14:xfrm>
                <a:off x="8581795" y="903620"/>
                <a:ext cx="294840" cy="252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74F7BA3-78D3-C167-53C0-E077C672237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575675" y="897500"/>
                  <a:ext cx="30708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23A6348-B2EC-79AA-F24B-B2884442F1C5}"/>
                    </a:ext>
                  </a:extLst>
                </p14:cNvPr>
                <p14:cNvContentPartPr/>
                <p14:nvPr/>
              </p14:nvContentPartPr>
              <p14:xfrm>
                <a:off x="9047275" y="842780"/>
                <a:ext cx="374760" cy="347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23A6348-B2EC-79AA-F24B-B2884442F1C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041155" y="836660"/>
                  <a:ext cx="38700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657F7EA-7FC1-F130-C64F-3C5841F012D0}"/>
                    </a:ext>
                  </a:extLst>
                </p14:cNvPr>
                <p14:cNvContentPartPr/>
                <p14:nvPr/>
              </p14:nvContentPartPr>
              <p14:xfrm>
                <a:off x="9630115" y="663500"/>
                <a:ext cx="540720" cy="4291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657F7EA-7FC1-F130-C64F-3C5841F012D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623995" y="657380"/>
                  <a:ext cx="55296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9B0CEE1-2659-8030-A206-9770195419E4}"/>
                    </a:ext>
                  </a:extLst>
                </p14:cNvPr>
                <p14:cNvContentPartPr/>
                <p14:nvPr/>
              </p14:nvContentPartPr>
              <p14:xfrm>
                <a:off x="10005235" y="865460"/>
                <a:ext cx="334800" cy="2012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9B0CEE1-2659-8030-A206-9770195419E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999115" y="859340"/>
                  <a:ext cx="3470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C94AED2-AF6D-ADDE-A73E-B6584E19670A}"/>
                    </a:ext>
                  </a:extLst>
                </p14:cNvPr>
                <p14:cNvContentPartPr/>
                <p14:nvPr/>
              </p14:nvContentPartPr>
              <p14:xfrm>
                <a:off x="10464595" y="700580"/>
                <a:ext cx="132840" cy="376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C94AED2-AF6D-ADDE-A73E-B6584E19670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458475" y="694460"/>
                  <a:ext cx="14508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A753EF9-F678-5BBA-7BA0-3F69597B6468}"/>
                    </a:ext>
                  </a:extLst>
                </p14:cNvPr>
                <p14:cNvContentPartPr/>
                <p14:nvPr/>
              </p14:nvContentPartPr>
              <p14:xfrm>
                <a:off x="10728475" y="696980"/>
                <a:ext cx="617040" cy="401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A753EF9-F678-5BBA-7BA0-3F69597B646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722355" y="690860"/>
                  <a:ext cx="629280" cy="41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52D3F1E-F1AA-F2B5-6A16-E4CAF904E6E2}"/>
              </a:ext>
            </a:extLst>
          </p:cNvPr>
          <p:cNvGrpSpPr/>
          <p:nvPr/>
        </p:nvGrpSpPr>
        <p:grpSpPr>
          <a:xfrm>
            <a:off x="722635" y="1625060"/>
            <a:ext cx="5428080" cy="1560600"/>
            <a:chOff x="722635" y="1625060"/>
            <a:chExt cx="5428080" cy="156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3F2A6A0-B252-9B6E-48CC-864A711D3251}"/>
                    </a:ext>
                  </a:extLst>
                </p14:cNvPr>
                <p14:cNvContentPartPr/>
                <p14:nvPr/>
              </p14:nvContentPartPr>
              <p14:xfrm>
                <a:off x="722635" y="1964540"/>
                <a:ext cx="72000" cy="870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3F2A6A0-B252-9B6E-48CC-864A711D325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16515" y="1958420"/>
                  <a:ext cx="84240" cy="88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F2BF611-6223-D08A-5F55-763298DAB59F}"/>
                    </a:ext>
                  </a:extLst>
                </p14:cNvPr>
                <p14:cNvContentPartPr/>
                <p14:nvPr/>
              </p14:nvContentPartPr>
              <p14:xfrm>
                <a:off x="862675" y="2186300"/>
                <a:ext cx="212040" cy="349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F2BF611-6223-D08A-5F55-763298DAB59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56555" y="2180180"/>
                  <a:ext cx="22428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E4DE693-DE21-9356-9AAD-72D80864F186}"/>
                    </a:ext>
                  </a:extLst>
                </p14:cNvPr>
                <p14:cNvContentPartPr/>
                <p14:nvPr/>
              </p14:nvContentPartPr>
              <p14:xfrm>
                <a:off x="1107475" y="2016020"/>
                <a:ext cx="734760" cy="439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E4DE693-DE21-9356-9AAD-72D80864F18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01355" y="2009900"/>
                  <a:ext cx="74700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9FE909F-8FD5-64D1-155E-67BC43A99EB1}"/>
                    </a:ext>
                  </a:extLst>
                </p14:cNvPr>
                <p14:cNvContentPartPr/>
                <p14:nvPr/>
              </p14:nvContentPartPr>
              <p14:xfrm>
                <a:off x="1781395" y="2100980"/>
                <a:ext cx="342000" cy="8938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9FE909F-8FD5-64D1-155E-67BC43A99EB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775275" y="2094860"/>
                  <a:ext cx="354240" cy="90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CEB60E2-FB68-AA86-41A8-65151943DA0C}"/>
                    </a:ext>
                  </a:extLst>
                </p14:cNvPr>
                <p14:cNvContentPartPr/>
                <p14:nvPr/>
              </p14:nvContentPartPr>
              <p14:xfrm>
                <a:off x="2102515" y="2009180"/>
                <a:ext cx="474120" cy="495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CEB60E2-FB68-AA86-41A8-65151943DA0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096395" y="2003060"/>
                  <a:ext cx="486360" cy="50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B2E9EF8-1DBE-9DE0-A3B1-DE3D452C7002}"/>
                    </a:ext>
                  </a:extLst>
                </p14:cNvPr>
                <p14:cNvContentPartPr/>
                <p14:nvPr/>
              </p14:nvContentPartPr>
              <p14:xfrm>
                <a:off x="2655835" y="2125460"/>
                <a:ext cx="304200" cy="3193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B2E9EF8-1DBE-9DE0-A3B1-DE3D452C700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649715" y="2119340"/>
                  <a:ext cx="31644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7763CAC-DAB6-63E6-CD25-3AB514DF065A}"/>
                    </a:ext>
                  </a:extLst>
                </p14:cNvPr>
                <p14:cNvContentPartPr/>
                <p14:nvPr/>
              </p14:nvContentPartPr>
              <p14:xfrm>
                <a:off x="3112315" y="2082980"/>
                <a:ext cx="749880" cy="289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7763CAC-DAB6-63E6-CD25-3AB514DF065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106195" y="2076860"/>
                  <a:ext cx="76212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A89ED55-06FE-2D4C-3DA3-16CDF66757B6}"/>
                    </a:ext>
                  </a:extLst>
                </p14:cNvPr>
                <p14:cNvContentPartPr/>
                <p14:nvPr/>
              </p14:nvContentPartPr>
              <p14:xfrm>
                <a:off x="3947875" y="2026820"/>
                <a:ext cx="973800" cy="2916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A89ED55-06FE-2D4C-3DA3-16CDF66757B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941755" y="2020700"/>
                  <a:ext cx="98604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9FE3AE1-3F57-F478-96CA-5D6B8B80C1B3}"/>
                    </a:ext>
                  </a:extLst>
                </p14:cNvPr>
                <p14:cNvContentPartPr/>
                <p14:nvPr/>
              </p14:nvContentPartPr>
              <p14:xfrm>
                <a:off x="4975675" y="1625060"/>
                <a:ext cx="47520" cy="946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9FE3AE1-3F57-F478-96CA-5D6B8B80C1B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969555" y="1618940"/>
                  <a:ext cx="597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16FE6F6-996E-8469-FC2F-978B4EE5D9D3}"/>
                    </a:ext>
                  </a:extLst>
                </p14:cNvPr>
                <p14:cNvContentPartPr/>
                <p14:nvPr/>
              </p14:nvContentPartPr>
              <p14:xfrm>
                <a:off x="5057755" y="1971020"/>
                <a:ext cx="1092960" cy="12146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16FE6F6-996E-8469-FC2F-978B4EE5D9D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51635" y="1964900"/>
                  <a:ext cx="1105200" cy="122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91623EB-E932-5225-C6DF-D58790A1BEF0}"/>
              </a:ext>
            </a:extLst>
          </p:cNvPr>
          <p:cNvGrpSpPr/>
          <p:nvPr/>
        </p:nvGrpSpPr>
        <p:grpSpPr>
          <a:xfrm>
            <a:off x="7816795" y="1643420"/>
            <a:ext cx="3465720" cy="856800"/>
            <a:chOff x="7816795" y="1643420"/>
            <a:chExt cx="3465720" cy="85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36B302D-2F32-697D-F427-B886E8E19D56}"/>
                    </a:ext>
                  </a:extLst>
                </p14:cNvPr>
                <p14:cNvContentPartPr/>
                <p14:nvPr/>
              </p14:nvContentPartPr>
              <p14:xfrm>
                <a:off x="7816795" y="1643420"/>
                <a:ext cx="962280" cy="8568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36B302D-2F32-697D-F427-B886E8E19D5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810675" y="1637300"/>
                  <a:ext cx="974520" cy="86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A1BDD26-8E58-4886-65CD-BBCB897063C9}"/>
                    </a:ext>
                  </a:extLst>
                </p14:cNvPr>
                <p14:cNvContentPartPr/>
                <p14:nvPr/>
              </p14:nvContentPartPr>
              <p14:xfrm>
                <a:off x="8757115" y="1922420"/>
                <a:ext cx="365040" cy="1980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A1BDD26-8E58-4886-65CD-BBCB897063C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750995" y="1916300"/>
                  <a:ext cx="3772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EFC9251-A1D2-6D70-3E47-CB60511FCFD9}"/>
                    </a:ext>
                  </a:extLst>
                </p14:cNvPr>
                <p14:cNvContentPartPr/>
                <p14:nvPr/>
              </p14:nvContentPartPr>
              <p14:xfrm>
                <a:off x="9123235" y="1765100"/>
                <a:ext cx="81720" cy="6494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EFC9251-A1D2-6D70-3E47-CB60511FCFD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117115" y="1758980"/>
                  <a:ext cx="93960" cy="66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B0AB6C4-6A0F-DE0C-22E4-17143ED421CD}"/>
                    </a:ext>
                  </a:extLst>
                </p14:cNvPr>
                <p14:cNvContentPartPr/>
                <p14:nvPr/>
              </p14:nvContentPartPr>
              <p14:xfrm>
                <a:off x="9283075" y="1900100"/>
                <a:ext cx="231840" cy="2750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B0AB6C4-6A0F-DE0C-22E4-17143ED421C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276955" y="1893980"/>
                  <a:ext cx="24408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4FD7A6E-1406-99E8-615A-1B0D6421A0AB}"/>
                    </a:ext>
                  </a:extLst>
                </p14:cNvPr>
                <p14:cNvContentPartPr/>
                <p14:nvPr/>
              </p14:nvContentPartPr>
              <p14:xfrm>
                <a:off x="9463795" y="1746380"/>
                <a:ext cx="783720" cy="4176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4FD7A6E-1406-99E8-615A-1B0D6421A0A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457675" y="1740260"/>
                  <a:ext cx="79596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48408FF-C0CD-EDE1-F40B-FE00E1A1CBA4}"/>
                    </a:ext>
                  </a:extLst>
                </p14:cNvPr>
                <p14:cNvContentPartPr/>
                <p14:nvPr/>
              </p14:nvContentPartPr>
              <p14:xfrm>
                <a:off x="10338595" y="1818380"/>
                <a:ext cx="256320" cy="2412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48408FF-C0CD-EDE1-F40B-FE00E1A1CBA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332475" y="1812260"/>
                  <a:ext cx="26856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493D186-6180-5047-DBF8-DDB166162409}"/>
                    </a:ext>
                  </a:extLst>
                </p14:cNvPr>
                <p14:cNvContentPartPr/>
                <p14:nvPr/>
              </p14:nvContentPartPr>
              <p14:xfrm>
                <a:off x="10627675" y="1663220"/>
                <a:ext cx="464400" cy="3376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493D186-6180-5047-DBF8-DDB16616240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621555" y="1657100"/>
                  <a:ext cx="47664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2A04E54-509A-2908-CC82-161EC3EA09D2}"/>
                    </a:ext>
                  </a:extLst>
                </p14:cNvPr>
                <p14:cNvContentPartPr/>
                <p14:nvPr/>
              </p14:nvContentPartPr>
              <p14:xfrm>
                <a:off x="11240035" y="1906220"/>
                <a:ext cx="42480" cy="730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2A04E54-509A-2908-CC82-161EC3EA09D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233915" y="1900100"/>
                  <a:ext cx="54720" cy="8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F386E05-9621-C82D-8AF7-2697F6EDE7F6}"/>
              </a:ext>
            </a:extLst>
          </p:cNvPr>
          <p:cNvGrpSpPr/>
          <p:nvPr/>
        </p:nvGrpSpPr>
        <p:grpSpPr>
          <a:xfrm>
            <a:off x="604195" y="3360260"/>
            <a:ext cx="1244520" cy="972720"/>
            <a:chOff x="604195" y="3360260"/>
            <a:chExt cx="1244520" cy="97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94541EE-F6A9-97F8-A0CB-B545C8C45BE7}"/>
                    </a:ext>
                  </a:extLst>
                </p14:cNvPr>
                <p14:cNvContentPartPr/>
                <p14:nvPr/>
              </p14:nvContentPartPr>
              <p14:xfrm>
                <a:off x="604195" y="3891260"/>
                <a:ext cx="1008000" cy="514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94541EE-F6A9-97F8-A0CB-B545C8C45BE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98075" y="3885140"/>
                  <a:ext cx="10202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89E000C-5BAE-7165-57B4-96BE8ECD221A}"/>
                    </a:ext>
                  </a:extLst>
                </p14:cNvPr>
                <p14:cNvContentPartPr/>
                <p14:nvPr/>
              </p14:nvContentPartPr>
              <p14:xfrm>
                <a:off x="1361995" y="3360260"/>
                <a:ext cx="486720" cy="9727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89E000C-5BAE-7165-57B4-96BE8ECD221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355875" y="3354140"/>
                  <a:ext cx="498960" cy="98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E0E6E7BA-18A5-94BF-8080-E3F6E83FC4C8}"/>
                  </a:ext>
                </a:extLst>
              </p14:cNvPr>
              <p14:cNvContentPartPr/>
              <p14:nvPr/>
            </p14:nvContentPartPr>
            <p14:xfrm>
              <a:off x="2350555" y="3952460"/>
              <a:ext cx="89640" cy="432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E0E6E7BA-18A5-94BF-8080-E3F6E83FC4C8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344435" y="3946340"/>
                <a:ext cx="101880" cy="5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98D6C504-EA53-733B-4FD4-5502EE53F6FA}"/>
              </a:ext>
            </a:extLst>
          </p:cNvPr>
          <p:cNvGrpSpPr/>
          <p:nvPr/>
        </p:nvGrpSpPr>
        <p:grpSpPr>
          <a:xfrm>
            <a:off x="3455755" y="3072980"/>
            <a:ext cx="1908360" cy="929160"/>
            <a:chOff x="3455755" y="3072980"/>
            <a:chExt cx="1908360" cy="92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9C1BF1D-333C-D939-7513-ED791FA493E6}"/>
                    </a:ext>
                  </a:extLst>
                </p14:cNvPr>
                <p14:cNvContentPartPr/>
                <p14:nvPr/>
              </p14:nvContentPartPr>
              <p14:xfrm>
                <a:off x="3455755" y="3208700"/>
                <a:ext cx="385920" cy="6386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9C1BF1D-333C-D939-7513-ED791FA493E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449635" y="3202580"/>
                  <a:ext cx="398160" cy="65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A089D96-7712-450D-299F-C873298002AC}"/>
                    </a:ext>
                  </a:extLst>
                </p14:cNvPr>
                <p14:cNvContentPartPr/>
                <p14:nvPr/>
              </p14:nvContentPartPr>
              <p14:xfrm>
                <a:off x="4213555" y="3072980"/>
                <a:ext cx="127080" cy="9291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A089D96-7712-450D-299F-C873298002A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207435" y="3066860"/>
                  <a:ext cx="139320" cy="9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D82FDF2-2CC5-9332-833A-D05F4EA86E79}"/>
                    </a:ext>
                  </a:extLst>
                </p14:cNvPr>
                <p14:cNvContentPartPr/>
                <p14:nvPr/>
              </p14:nvContentPartPr>
              <p14:xfrm>
                <a:off x="3923035" y="3495980"/>
                <a:ext cx="573120" cy="2455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D82FDF2-2CC5-9332-833A-D05F4EA86E7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916915" y="3489860"/>
                  <a:ext cx="58536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CC48924-08E7-E435-5220-5379C54D3AF3}"/>
                    </a:ext>
                  </a:extLst>
                </p14:cNvPr>
                <p14:cNvContentPartPr/>
                <p14:nvPr/>
              </p14:nvContentPartPr>
              <p14:xfrm>
                <a:off x="4822675" y="3594980"/>
                <a:ext cx="18360" cy="2552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CC48924-08E7-E435-5220-5379C54D3AF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816555" y="3588860"/>
                  <a:ext cx="306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8D9B5AB-1C66-E986-D7D8-6DDE39242158}"/>
                    </a:ext>
                  </a:extLst>
                </p14:cNvPr>
                <p14:cNvContentPartPr/>
                <p14:nvPr/>
              </p14:nvContentPartPr>
              <p14:xfrm>
                <a:off x="4908355" y="3229220"/>
                <a:ext cx="200520" cy="936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8D9B5AB-1C66-E986-D7D8-6DDE3924215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902235" y="3223100"/>
                  <a:ext cx="2127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411E5FA-4379-240A-D7FF-093FE99B013C}"/>
                    </a:ext>
                  </a:extLst>
                </p14:cNvPr>
                <p14:cNvContentPartPr/>
                <p14:nvPr/>
              </p14:nvContentPartPr>
              <p14:xfrm>
                <a:off x="5117875" y="3526580"/>
                <a:ext cx="246240" cy="3848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411E5FA-4379-240A-D7FF-093FE99B013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111755" y="3520460"/>
                  <a:ext cx="258480" cy="39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CB5E8B44-B20F-67BD-58ED-15F985773628}"/>
              </a:ext>
            </a:extLst>
          </p:cNvPr>
          <p:cNvGrpSpPr/>
          <p:nvPr/>
        </p:nvGrpSpPr>
        <p:grpSpPr>
          <a:xfrm>
            <a:off x="6411715" y="3142460"/>
            <a:ext cx="1445040" cy="514800"/>
            <a:chOff x="6411715" y="3142460"/>
            <a:chExt cx="1445040" cy="51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6E4A426-E164-0F59-835E-7A5D47DC9DCF}"/>
                    </a:ext>
                  </a:extLst>
                </p14:cNvPr>
                <p14:cNvContentPartPr/>
                <p14:nvPr/>
              </p14:nvContentPartPr>
              <p14:xfrm>
                <a:off x="6411715" y="3301580"/>
                <a:ext cx="837000" cy="3081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6E4A426-E164-0F59-835E-7A5D47DC9DC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405595" y="3295460"/>
                  <a:ext cx="84924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0C38FDE-C298-508A-CBFE-CE2E1034BDBB}"/>
                    </a:ext>
                  </a:extLst>
                </p14:cNvPr>
                <p14:cNvContentPartPr/>
                <p14:nvPr/>
              </p14:nvContentPartPr>
              <p14:xfrm>
                <a:off x="7489915" y="3142460"/>
                <a:ext cx="128160" cy="5148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0C38FDE-C298-508A-CBFE-CE2E1034BDB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483795" y="3136340"/>
                  <a:ext cx="140400" cy="52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619ED34-2984-2E52-1B52-9FB60E44E5F3}"/>
                    </a:ext>
                  </a:extLst>
                </p14:cNvPr>
                <p14:cNvContentPartPr/>
                <p14:nvPr/>
              </p14:nvContentPartPr>
              <p14:xfrm>
                <a:off x="7451395" y="3309500"/>
                <a:ext cx="405360" cy="666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619ED34-2984-2E52-1B52-9FB60E44E5F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445275" y="3303380"/>
                  <a:ext cx="417600" cy="7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2C144CA-7DF0-0BFA-7AE1-95202E1E5499}"/>
              </a:ext>
            </a:extLst>
          </p:cNvPr>
          <p:cNvGrpSpPr/>
          <p:nvPr/>
        </p:nvGrpSpPr>
        <p:grpSpPr>
          <a:xfrm>
            <a:off x="8732995" y="2711540"/>
            <a:ext cx="2575440" cy="1254600"/>
            <a:chOff x="8732995" y="2711540"/>
            <a:chExt cx="2575440" cy="125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F408F8A-C1F2-A90B-6F15-656F3EC22DC3}"/>
                    </a:ext>
                  </a:extLst>
                </p14:cNvPr>
                <p14:cNvContentPartPr/>
                <p14:nvPr/>
              </p14:nvContentPartPr>
              <p14:xfrm>
                <a:off x="8732995" y="2882900"/>
                <a:ext cx="1152360" cy="7297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F408F8A-C1F2-A90B-6F15-656F3EC22DC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726875" y="2876780"/>
                  <a:ext cx="1164600" cy="74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704FB2D-239A-DF4D-A2CD-78A370031D97}"/>
                    </a:ext>
                  </a:extLst>
                </p14:cNvPr>
                <p14:cNvContentPartPr/>
                <p14:nvPr/>
              </p14:nvContentPartPr>
              <p14:xfrm>
                <a:off x="10094515" y="2738180"/>
                <a:ext cx="249480" cy="8755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704FB2D-239A-DF4D-A2CD-78A370031D9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088395" y="2732060"/>
                  <a:ext cx="261720" cy="88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B76A8C1-5F89-52AC-BBA8-873B8587C2D2}"/>
                    </a:ext>
                  </a:extLst>
                </p14:cNvPr>
                <p14:cNvContentPartPr/>
                <p14:nvPr/>
              </p14:nvContentPartPr>
              <p14:xfrm>
                <a:off x="10169035" y="3092420"/>
                <a:ext cx="263160" cy="2077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B76A8C1-5F89-52AC-BBA8-873B8587C2D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162915" y="3086300"/>
                  <a:ext cx="2754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785D547-F89C-4016-2DA7-AF0446145152}"/>
                    </a:ext>
                  </a:extLst>
                </p14:cNvPr>
                <p14:cNvContentPartPr/>
                <p14:nvPr/>
              </p14:nvContentPartPr>
              <p14:xfrm>
                <a:off x="10354075" y="2711540"/>
                <a:ext cx="954360" cy="12546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785D547-F89C-4016-2DA7-AF044614515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347955" y="2705420"/>
                  <a:ext cx="966600" cy="126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0311E024-3B58-CD21-F3CB-F10F5AF8C457}"/>
                  </a:ext>
                </a:extLst>
              </p14:cNvPr>
              <p14:cNvContentPartPr/>
              <p14:nvPr/>
            </p14:nvContentPartPr>
            <p14:xfrm>
              <a:off x="544795" y="4556180"/>
              <a:ext cx="1397520" cy="14205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0311E024-3B58-CD21-F3CB-F10F5AF8C457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538675" y="4550060"/>
                <a:ext cx="1409760" cy="143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458D793D-40A4-899D-FB43-89876757357A}"/>
                  </a:ext>
                </a:extLst>
              </p14:cNvPr>
              <p14:cNvContentPartPr/>
              <p14:nvPr/>
            </p14:nvContentPartPr>
            <p14:xfrm>
              <a:off x="3053635" y="4740140"/>
              <a:ext cx="1598400" cy="62388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458D793D-40A4-899D-FB43-89876757357A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3047515" y="4734020"/>
                <a:ext cx="1610640" cy="63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E7ACBB0F-C406-BC12-1B58-E3167C2DAC3A}"/>
                  </a:ext>
                </a:extLst>
              </p14:cNvPr>
              <p14:cNvContentPartPr/>
              <p14:nvPr/>
            </p14:nvContentPartPr>
            <p14:xfrm>
              <a:off x="5463475" y="4409300"/>
              <a:ext cx="2154960" cy="7797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E7ACBB0F-C406-BC12-1B58-E3167C2DAC3A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457355" y="4403180"/>
                <a:ext cx="2167200" cy="79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ECE25919-A731-B755-485C-496EF3952A17}"/>
              </a:ext>
            </a:extLst>
          </p:cNvPr>
          <p:cNvGrpSpPr/>
          <p:nvPr/>
        </p:nvGrpSpPr>
        <p:grpSpPr>
          <a:xfrm>
            <a:off x="8763235" y="4440980"/>
            <a:ext cx="2868840" cy="509400"/>
            <a:chOff x="8763235" y="4440980"/>
            <a:chExt cx="2868840" cy="50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448A6A3-FD53-4D0D-8D3D-F83ED9021A2F}"/>
                    </a:ext>
                  </a:extLst>
                </p14:cNvPr>
                <p14:cNvContentPartPr/>
                <p14:nvPr/>
              </p14:nvContentPartPr>
              <p14:xfrm>
                <a:off x="8763235" y="4440980"/>
                <a:ext cx="1430280" cy="5094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448A6A3-FD53-4D0D-8D3D-F83ED9021A2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757115" y="4434860"/>
                  <a:ext cx="1442520" cy="52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E66F2F3-3045-80D7-31ED-834FE871A23D}"/>
                    </a:ext>
                  </a:extLst>
                </p14:cNvPr>
                <p14:cNvContentPartPr/>
                <p14:nvPr/>
              </p14:nvContentPartPr>
              <p14:xfrm>
                <a:off x="10082275" y="4456100"/>
                <a:ext cx="1419480" cy="4683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E66F2F3-3045-80D7-31ED-834FE871A23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076155" y="4449980"/>
                  <a:ext cx="143172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1511BC3-38BD-76A6-83BA-37BADF2045BF}"/>
                    </a:ext>
                  </a:extLst>
                </p14:cNvPr>
                <p14:cNvContentPartPr/>
                <p14:nvPr/>
              </p14:nvContentPartPr>
              <p14:xfrm>
                <a:off x="11614795" y="4798460"/>
                <a:ext cx="17280" cy="198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1511BC3-38BD-76A6-83BA-37BADF2045B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608675" y="4792340"/>
                  <a:ext cx="29520" cy="32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5053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9C38B972-1504-89F2-BE56-DF2CD9E00992}"/>
              </a:ext>
            </a:extLst>
          </p:cNvPr>
          <p:cNvGrpSpPr/>
          <p:nvPr/>
        </p:nvGrpSpPr>
        <p:grpSpPr>
          <a:xfrm>
            <a:off x="6931915" y="568820"/>
            <a:ext cx="4221720" cy="1521720"/>
            <a:chOff x="6931915" y="568820"/>
            <a:chExt cx="4221720" cy="152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E73D396-E2E2-049A-1418-D2730B472323}"/>
                    </a:ext>
                  </a:extLst>
                </p14:cNvPr>
                <p14:cNvContentPartPr/>
                <p14:nvPr/>
              </p14:nvContentPartPr>
              <p14:xfrm>
                <a:off x="6931915" y="682580"/>
                <a:ext cx="432000" cy="8445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E73D396-E2E2-049A-1418-D2730B47232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925795" y="676460"/>
                  <a:ext cx="444240" cy="85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49ABF06-2827-49F0-59C2-515A3D66A1A9}"/>
                    </a:ext>
                  </a:extLst>
                </p14:cNvPr>
                <p14:cNvContentPartPr/>
                <p14:nvPr/>
              </p14:nvContentPartPr>
              <p14:xfrm>
                <a:off x="7144315" y="568820"/>
                <a:ext cx="908280" cy="10202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49ABF06-2827-49F0-59C2-515A3D66A1A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138195" y="562700"/>
                  <a:ext cx="920520" cy="10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C13D616-048D-B0A4-D923-0116F2DBB838}"/>
                    </a:ext>
                  </a:extLst>
                </p14:cNvPr>
                <p14:cNvContentPartPr/>
                <p14:nvPr/>
              </p14:nvContentPartPr>
              <p14:xfrm>
                <a:off x="8219275" y="814340"/>
                <a:ext cx="110160" cy="482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C13D616-048D-B0A4-D923-0116F2DBB83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213155" y="808220"/>
                  <a:ext cx="1224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FEEEC25-D72A-6AF5-6397-E48AB8747A33}"/>
                    </a:ext>
                  </a:extLst>
                </p14:cNvPr>
                <p14:cNvContentPartPr/>
                <p14:nvPr/>
              </p14:nvContentPartPr>
              <p14:xfrm>
                <a:off x="8324395" y="1157420"/>
                <a:ext cx="786600" cy="2998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FEEEC25-D72A-6AF5-6397-E48AB8747A3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318275" y="1151300"/>
                  <a:ext cx="79884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6CE1FEA-F073-6154-D6BA-912B13D058E3}"/>
                    </a:ext>
                  </a:extLst>
                </p14:cNvPr>
                <p14:cNvContentPartPr/>
                <p14:nvPr/>
              </p14:nvContentPartPr>
              <p14:xfrm>
                <a:off x="10120435" y="707420"/>
                <a:ext cx="1033200" cy="1183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6CE1FEA-F073-6154-D6BA-912B13D058E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114315" y="701300"/>
                  <a:ext cx="1045440" cy="11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D6E98D3-88C2-6FDE-7609-E9B5DFA022AE}"/>
                    </a:ext>
                  </a:extLst>
                </p14:cNvPr>
                <p14:cNvContentPartPr/>
                <p14:nvPr/>
              </p14:nvContentPartPr>
              <p14:xfrm>
                <a:off x="9119995" y="1362620"/>
                <a:ext cx="717840" cy="7279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D6E98D3-88C2-6FDE-7609-E9B5DFA022A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113875" y="1356500"/>
                  <a:ext cx="730080" cy="74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32083A9-614B-B32C-FE05-5C53C917A30C}"/>
                    </a:ext>
                  </a:extLst>
                </p14:cNvPr>
                <p14:cNvContentPartPr/>
                <p14:nvPr/>
              </p14:nvContentPartPr>
              <p14:xfrm>
                <a:off x="9882115" y="1544780"/>
                <a:ext cx="70200" cy="41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32083A9-614B-B32C-FE05-5C53C917A30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875995" y="1538660"/>
                  <a:ext cx="824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63BD7D1-DE18-5396-E66C-DEA17EB8A06D}"/>
                    </a:ext>
                  </a:extLst>
                </p14:cNvPr>
                <p14:cNvContentPartPr/>
                <p14:nvPr/>
              </p14:nvContentPartPr>
              <p14:xfrm>
                <a:off x="9938995" y="1841060"/>
                <a:ext cx="537120" cy="2109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63BD7D1-DE18-5396-E66C-DEA17EB8A06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932875" y="1834940"/>
                  <a:ext cx="549360" cy="22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479322A-1C85-F350-2D80-E66645F68BA8}"/>
              </a:ext>
            </a:extLst>
          </p:cNvPr>
          <p:cNvGrpSpPr/>
          <p:nvPr/>
        </p:nvGrpSpPr>
        <p:grpSpPr>
          <a:xfrm>
            <a:off x="965995" y="3644300"/>
            <a:ext cx="6843600" cy="1537560"/>
            <a:chOff x="965995" y="3644300"/>
            <a:chExt cx="6843600" cy="153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10AA417-D9AC-82D9-D078-322895CB1025}"/>
                    </a:ext>
                  </a:extLst>
                </p14:cNvPr>
                <p14:cNvContentPartPr/>
                <p14:nvPr/>
              </p14:nvContentPartPr>
              <p14:xfrm>
                <a:off x="965995" y="3741140"/>
                <a:ext cx="1653120" cy="1091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10AA417-D9AC-82D9-D078-322895CB102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59875" y="3735020"/>
                  <a:ext cx="1665360" cy="11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6178152-15CB-D1BA-3CB0-A937525A9B2E}"/>
                    </a:ext>
                  </a:extLst>
                </p14:cNvPr>
                <p14:cNvContentPartPr/>
                <p14:nvPr/>
              </p14:nvContentPartPr>
              <p14:xfrm>
                <a:off x="2692195" y="4070900"/>
                <a:ext cx="1181880" cy="1110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6178152-15CB-D1BA-3CB0-A937525A9B2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86075" y="4064780"/>
                  <a:ext cx="1194120" cy="11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8610F3F-6093-B2A1-C634-F4CB1614714E}"/>
                    </a:ext>
                  </a:extLst>
                </p14:cNvPr>
                <p14:cNvContentPartPr/>
                <p14:nvPr/>
              </p14:nvContentPartPr>
              <p14:xfrm>
                <a:off x="4024555" y="4660580"/>
                <a:ext cx="154800" cy="103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8610F3F-6093-B2A1-C634-F4CB1614714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018435" y="4654460"/>
                  <a:ext cx="1670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F86A8AA-3897-F1D0-A359-EB9C61E52DFD}"/>
                    </a:ext>
                  </a:extLst>
                </p14:cNvPr>
                <p14:cNvContentPartPr/>
                <p14:nvPr/>
              </p14:nvContentPartPr>
              <p14:xfrm>
                <a:off x="4699915" y="3644300"/>
                <a:ext cx="624600" cy="9277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F86A8AA-3897-F1D0-A359-EB9C61E52DF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693795" y="3638180"/>
                  <a:ext cx="636840" cy="9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579DCB4-397E-4982-767E-2F5F5B3A3024}"/>
                    </a:ext>
                  </a:extLst>
                </p14:cNvPr>
                <p14:cNvContentPartPr/>
                <p14:nvPr/>
              </p14:nvContentPartPr>
              <p14:xfrm>
                <a:off x="4891075" y="3981620"/>
                <a:ext cx="2090520" cy="339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579DCB4-397E-4982-767E-2F5F5B3A302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884955" y="3975500"/>
                  <a:ext cx="210276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0624459-64B1-1795-B6B8-ADC18B86C9B5}"/>
                    </a:ext>
                  </a:extLst>
                </p14:cNvPr>
                <p14:cNvContentPartPr/>
                <p14:nvPr/>
              </p14:nvContentPartPr>
              <p14:xfrm>
                <a:off x="7113715" y="3953540"/>
                <a:ext cx="439200" cy="279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0624459-64B1-1795-B6B8-ADC18B86C9B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107595" y="3947420"/>
                  <a:ext cx="45144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FCAA1E8-6734-FF46-24C1-82216059B6B1}"/>
                    </a:ext>
                  </a:extLst>
                </p14:cNvPr>
                <p14:cNvContentPartPr/>
                <p14:nvPr/>
              </p14:nvContentPartPr>
              <p14:xfrm>
                <a:off x="7659835" y="4321820"/>
                <a:ext cx="149760" cy="1350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FCAA1E8-6734-FF46-24C1-82216059B6B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653715" y="4315700"/>
                  <a:ext cx="162000" cy="14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9A05F1A-FF52-D194-1648-A9902A9B01B2}"/>
              </a:ext>
            </a:extLst>
          </p:cNvPr>
          <p:cNvGrpSpPr/>
          <p:nvPr/>
        </p:nvGrpSpPr>
        <p:grpSpPr>
          <a:xfrm>
            <a:off x="8699515" y="3741500"/>
            <a:ext cx="1275840" cy="591480"/>
            <a:chOff x="8699515" y="3741500"/>
            <a:chExt cx="1275840" cy="59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A23F8CA-5573-21B8-4D64-6CA14FF95CB1}"/>
                    </a:ext>
                  </a:extLst>
                </p14:cNvPr>
                <p14:cNvContentPartPr/>
                <p14:nvPr/>
              </p14:nvContentPartPr>
              <p14:xfrm>
                <a:off x="8699515" y="3741500"/>
                <a:ext cx="111240" cy="5914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A23F8CA-5573-21B8-4D64-6CA14FF95CB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693395" y="3735380"/>
                  <a:ext cx="123480" cy="60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42644E7-4B25-8F26-C253-F750FC3A5BAA}"/>
                    </a:ext>
                  </a:extLst>
                </p14:cNvPr>
                <p14:cNvContentPartPr/>
                <p14:nvPr/>
              </p14:nvContentPartPr>
              <p14:xfrm>
                <a:off x="9017395" y="3800900"/>
                <a:ext cx="570960" cy="484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42644E7-4B25-8F26-C253-F750FC3A5BA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011275" y="3794780"/>
                  <a:ext cx="583200" cy="49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CD617C0-F5D2-EF41-5162-F6EF7D179D56}"/>
                    </a:ext>
                  </a:extLst>
                </p14:cNvPr>
                <p14:cNvContentPartPr/>
                <p14:nvPr/>
              </p14:nvContentPartPr>
              <p14:xfrm>
                <a:off x="9925675" y="4107980"/>
                <a:ext cx="49680" cy="1177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CD617C0-F5D2-EF41-5162-F6EF7D179D5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919555" y="4101860"/>
                  <a:ext cx="61920" cy="12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7A86F513-96B1-2E9B-1DB6-373BD6158299}"/>
                  </a:ext>
                </a:extLst>
              </p14:cNvPr>
              <p14:cNvContentPartPr/>
              <p14:nvPr/>
            </p14:nvContentPartPr>
            <p14:xfrm>
              <a:off x="3435955" y="5205260"/>
              <a:ext cx="1467720" cy="13608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7A86F513-96B1-2E9B-1DB6-373BD615829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429835" y="5199140"/>
                <a:ext cx="147996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450679AE-909E-9CE3-2A25-305DA7352950}"/>
                  </a:ext>
                </a:extLst>
              </p14:cNvPr>
              <p14:cNvContentPartPr/>
              <p14:nvPr/>
            </p14:nvContentPartPr>
            <p14:xfrm>
              <a:off x="6421795" y="6053060"/>
              <a:ext cx="1561680" cy="1083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450679AE-909E-9CE3-2A25-305DA735295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415675" y="6046940"/>
                <a:ext cx="1573920" cy="12060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22291B25-01F0-8C43-9E18-53084254FBB1}"/>
              </a:ext>
            </a:extLst>
          </p:cNvPr>
          <p:cNvGrpSpPr/>
          <p:nvPr/>
        </p:nvGrpSpPr>
        <p:grpSpPr>
          <a:xfrm>
            <a:off x="7205155" y="4621340"/>
            <a:ext cx="4443840" cy="1066320"/>
            <a:chOff x="7205155" y="4621340"/>
            <a:chExt cx="4443840" cy="106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46894DA-8324-DA8A-4E04-4D801395A89F}"/>
                    </a:ext>
                  </a:extLst>
                </p14:cNvPr>
                <p14:cNvContentPartPr/>
                <p14:nvPr/>
              </p14:nvContentPartPr>
              <p14:xfrm>
                <a:off x="7568755" y="5006540"/>
                <a:ext cx="355320" cy="6091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46894DA-8324-DA8A-4E04-4D801395A89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562635" y="5000420"/>
                  <a:ext cx="367560" cy="62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DE0743D-0A86-D41B-2981-D2A15EBBE9E1}"/>
                    </a:ext>
                  </a:extLst>
                </p14:cNvPr>
                <p14:cNvContentPartPr/>
                <p14:nvPr/>
              </p14:nvContentPartPr>
              <p14:xfrm>
                <a:off x="7928755" y="4626740"/>
                <a:ext cx="389880" cy="1371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DE0743D-0A86-D41B-2981-D2A15EBBE9E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922635" y="4620620"/>
                  <a:ext cx="40212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495466F-8ABE-72B3-C6AF-B0CA6C0FB5F8}"/>
                    </a:ext>
                  </a:extLst>
                </p14:cNvPr>
                <p14:cNvContentPartPr/>
                <p14:nvPr/>
              </p14:nvContentPartPr>
              <p14:xfrm>
                <a:off x="7699795" y="5416940"/>
                <a:ext cx="251280" cy="176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495466F-8ABE-72B3-C6AF-B0CA6C0FB5F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693675" y="5410820"/>
                  <a:ext cx="2635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7F47C45-4EB2-7051-CA70-293E87B3D450}"/>
                    </a:ext>
                  </a:extLst>
                </p14:cNvPr>
                <p14:cNvContentPartPr/>
                <p14:nvPr/>
              </p14:nvContentPartPr>
              <p14:xfrm>
                <a:off x="8412235" y="4797740"/>
                <a:ext cx="598680" cy="7308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7F47C45-4EB2-7051-CA70-293E87B3D45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406115" y="4791620"/>
                  <a:ext cx="610920" cy="74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D96429F-3C58-462B-31A5-45E7A49FF9E6}"/>
                    </a:ext>
                  </a:extLst>
                </p14:cNvPr>
                <p14:cNvContentPartPr/>
                <p14:nvPr/>
              </p14:nvContentPartPr>
              <p14:xfrm>
                <a:off x="9130075" y="4801700"/>
                <a:ext cx="451440" cy="8859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D96429F-3C58-462B-31A5-45E7A49FF9E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123955" y="4795580"/>
                  <a:ext cx="463680" cy="89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495B634-270A-32B2-A1C7-6AE1C94DF730}"/>
                    </a:ext>
                  </a:extLst>
                </p14:cNvPr>
                <p14:cNvContentPartPr/>
                <p14:nvPr/>
              </p14:nvContentPartPr>
              <p14:xfrm>
                <a:off x="9512395" y="5029220"/>
                <a:ext cx="943200" cy="4093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495B634-270A-32B2-A1C7-6AE1C94DF73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506275" y="5023100"/>
                  <a:ext cx="95544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1B7E55A-9531-DB14-FC3E-3F9162567E61}"/>
                    </a:ext>
                  </a:extLst>
                </p14:cNvPr>
                <p14:cNvContentPartPr/>
                <p14:nvPr/>
              </p14:nvContentPartPr>
              <p14:xfrm>
                <a:off x="10681675" y="5276900"/>
                <a:ext cx="21960" cy="57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1B7E55A-9531-DB14-FC3E-3F9162567E6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675555" y="5270780"/>
                  <a:ext cx="342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7351532-BED5-407C-738A-A4C0107B5FB0}"/>
                    </a:ext>
                  </a:extLst>
                </p14:cNvPr>
                <p14:cNvContentPartPr/>
                <p14:nvPr/>
              </p14:nvContentPartPr>
              <p14:xfrm>
                <a:off x="10826395" y="4950020"/>
                <a:ext cx="631440" cy="4150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7351532-BED5-407C-738A-A4C0107B5FB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820275" y="4943900"/>
                  <a:ext cx="64368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AA97BA2-CD09-68D5-9A35-3659C668D0E5}"/>
                    </a:ext>
                  </a:extLst>
                </p14:cNvPr>
                <p14:cNvContentPartPr/>
                <p14:nvPr/>
              </p14:nvContentPartPr>
              <p14:xfrm>
                <a:off x="11319595" y="5223620"/>
                <a:ext cx="329400" cy="396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AA97BA2-CD09-68D5-9A35-3659C668D0E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313475" y="5217500"/>
                  <a:ext cx="3416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6E3F38F-A994-6E75-6567-CAA56F86A4B1}"/>
                    </a:ext>
                  </a:extLst>
                </p14:cNvPr>
                <p14:cNvContentPartPr/>
                <p14:nvPr/>
              </p14:nvContentPartPr>
              <p14:xfrm>
                <a:off x="7205155" y="4621340"/>
                <a:ext cx="533160" cy="1177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6E3F38F-A994-6E75-6567-CAA56F86A4B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199035" y="4615220"/>
                  <a:ext cx="545400" cy="12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95F51636-2588-3C8E-9829-379F671D22A8}"/>
                  </a:ext>
                </a:extLst>
              </p14:cNvPr>
              <p14:cNvContentPartPr/>
              <p14:nvPr/>
            </p14:nvContentPartPr>
            <p14:xfrm>
              <a:off x="9406915" y="4414340"/>
              <a:ext cx="735840" cy="79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95F51636-2588-3C8E-9829-379F671D22A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400795" y="4408220"/>
                <a:ext cx="748080" cy="2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925BBB2F-3006-FCDE-1F0A-720870885BC4}"/>
              </a:ext>
            </a:extLst>
          </p:cNvPr>
          <p:cNvGrpSpPr/>
          <p:nvPr/>
        </p:nvGrpSpPr>
        <p:grpSpPr>
          <a:xfrm>
            <a:off x="-132725" y="312140"/>
            <a:ext cx="6364080" cy="2608200"/>
            <a:chOff x="-132725" y="312140"/>
            <a:chExt cx="6364080" cy="260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410888C-A31A-983E-4A2A-C6228C2A6D5E}"/>
                    </a:ext>
                  </a:extLst>
                </p14:cNvPr>
                <p14:cNvContentPartPr/>
                <p14:nvPr/>
              </p14:nvContentPartPr>
              <p14:xfrm>
                <a:off x="760075" y="825500"/>
                <a:ext cx="48960" cy="7794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410888C-A31A-983E-4A2A-C6228C2A6D5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53955" y="819380"/>
                  <a:ext cx="61200" cy="79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A834CBE-F0E0-A878-6D26-F8537E6AB6BF}"/>
                    </a:ext>
                  </a:extLst>
                </p14:cNvPr>
                <p14:cNvContentPartPr/>
                <p14:nvPr/>
              </p14:nvContentPartPr>
              <p14:xfrm>
                <a:off x="778075" y="312140"/>
                <a:ext cx="559080" cy="819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A834CBE-F0E0-A878-6D26-F8537E6AB6B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71955" y="306020"/>
                  <a:ext cx="571320" cy="83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2A565C5-C112-102F-A95E-05E1C653EA29}"/>
                    </a:ext>
                  </a:extLst>
                </p14:cNvPr>
                <p14:cNvContentPartPr/>
                <p14:nvPr/>
              </p14:nvContentPartPr>
              <p14:xfrm>
                <a:off x="1187035" y="959780"/>
                <a:ext cx="498240" cy="5097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2A565C5-C112-102F-A95E-05E1C653EA2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80915" y="953660"/>
                  <a:ext cx="510480" cy="52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666D19A-12F9-9BB2-8288-950A3A1E167F}"/>
                    </a:ext>
                  </a:extLst>
                </p14:cNvPr>
                <p14:cNvContentPartPr/>
                <p14:nvPr/>
              </p14:nvContentPartPr>
              <p14:xfrm>
                <a:off x="1815235" y="976340"/>
                <a:ext cx="545400" cy="5086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666D19A-12F9-9BB2-8288-950A3A1E167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809115" y="970220"/>
                  <a:ext cx="557640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AFD8244-D2FB-8F9F-5D8B-B12BE343D163}"/>
                    </a:ext>
                  </a:extLst>
                </p14:cNvPr>
                <p14:cNvContentPartPr/>
                <p14:nvPr/>
              </p14:nvContentPartPr>
              <p14:xfrm>
                <a:off x="2528395" y="941420"/>
                <a:ext cx="630360" cy="443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AFD8244-D2FB-8F9F-5D8B-B12BE343D16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522275" y="935300"/>
                  <a:ext cx="642600" cy="45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15FC3FA-D334-6062-EC6A-60BFA3164CC5}"/>
                    </a:ext>
                  </a:extLst>
                </p14:cNvPr>
                <p14:cNvContentPartPr/>
                <p14:nvPr/>
              </p14:nvContentPartPr>
              <p14:xfrm>
                <a:off x="3262795" y="612020"/>
                <a:ext cx="909000" cy="7196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15FC3FA-D334-6062-EC6A-60BFA3164CC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256675" y="605900"/>
                  <a:ext cx="921240" cy="73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0C5DEF0-C5A7-4084-CDAB-526D11AB3507}"/>
                    </a:ext>
                  </a:extLst>
                </p14:cNvPr>
                <p14:cNvContentPartPr/>
                <p14:nvPr/>
              </p14:nvContentPartPr>
              <p14:xfrm>
                <a:off x="4478875" y="922340"/>
                <a:ext cx="425880" cy="481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0C5DEF0-C5A7-4084-CDAB-526D11AB350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472755" y="916220"/>
                  <a:ext cx="438120" cy="49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EC2F6B9-9CEE-1034-1B85-86D2D5003811}"/>
                    </a:ext>
                  </a:extLst>
                </p14:cNvPr>
                <p14:cNvContentPartPr/>
                <p14:nvPr/>
              </p14:nvContentPartPr>
              <p14:xfrm>
                <a:off x="4951555" y="1042940"/>
                <a:ext cx="334440" cy="410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EC2F6B9-9CEE-1034-1B85-86D2D500381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945435" y="1036820"/>
                  <a:ext cx="34668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D61C236-9C2F-09C7-3F10-3819C8E4ECC5}"/>
                    </a:ext>
                  </a:extLst>
                </p14:cNvPr>
                <p14:cNvContentPartPr/>
                <p14:nvPr/>
              </p14:nvContentPartPr>
              <p14:xfrm>
                <a:off x="1622275" y="2157500"/>
                <a:ext cx="48960" cy="762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D61C236-9C2F-09C7-3F10-3819C8E4ECC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616155" y="2151380"/>
                  <a:ext cx="61200" cy="77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132C7B5-0D18-C564-8308-5696AB269273}"/>
                    </a:ext>
                  </a:extLst>
                </p14:cNvPr>
                <p14:cNvContentPartPr/>
                <p14:nvPr/>
              </p14:nvContentPartPr>
              <p14:xfrm>
                <a:off x="1664395" y="1839980"/>
                <a:ext cx="463680" cy="2185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132C7B5-0D18-C564-8308-5696AB26927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658275" y="1833860"/>
                  <a:ext cx="4759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53A8D78-CFDD-046B-1BB2-B0FD7F0F3381}"/>
                    </a:ext>
                  </a:extLst>
                </p14:cNvPr>
                <p14:cNvContentPartPr/>
                <p14:nvPr/>
              </p14:nvContentPartPr>
              <p14:xfrm>
                <a:off x="1694635" y="2439020"/>
                <a:ext cx="322200" cy="190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53A8D78-CFDD-046B-1BB2-B0FD7F0F338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688515" y="2432900"/>
                  <a:ext cx="3344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0448A86-58A2-27EB-71AB-7E52B83BFF14}"/>
                    </a:ext>
                  </a:extLst>
                </p14:cNvPr>
                <p14:cNvContentPartPr/>
                <p14:nvPr/>
              </p14:nvContentPartPr>
              <p14:xfrm>
                <a:off x="2175235" y="2295740"/>
                <a:ext cx="338040" cy="209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0448A86-58A2-27EB-71AB-7E52B83BFF1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169115" y="2289620"/>
                  <a:ext cx="3502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98200BD-68BD-E974-4FBE-BEF7E0DBC442}"/>
                    </a:ext>
                  </a:extLst>
                </p14:cNvPr>
                <p14:cNvContentPartPr/>
                <p14:nvPr/>
              </p14:nvContentPartPr>
              <p14:xfrm>
                <a:off x="2643955" y="2186300"/>
                <a:ext cx="371520" cy="4550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98200BD-68BD-E974-4FBE-BEF7E0DBC44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637835" y="2180180"/>
                  <a:ext cx="38376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9EE633F-39CE-BF4E-ECE1-39DE4B4BC8E6}"/>
                    </a:ext>
                  </a:extLst>
                </p14:cNvPr>
                <p14:cNvContentPartPr/>
                <p14:nvPr/>
              </p14:nvContentPartPr>
              <p14:xfrm>
                <a:off x="3249475" y="2128340"/>
                <a:ext cx="599400" cy="3056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9EE633F-39CE-BF4E-ECE1-39DE4B4BC8E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243355" y="2122220"/>
                  <a:ext cx="61164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5C50A79-10F8-5103-3B1C-19CED926AFEF}"/>
                    </a:ext>
                  </a:extLst>
                </p14:cNvPr>
                <p14:cNvContentPartPr/>
                <p14:nvPr/>
              </p14:nvContentPartPr>
              <p14:xfrm>
                <a:off x="5157835" y="1089020"/>
                <a:ext cx="1073520" cy="1458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5C50A79-10F8-5103-3B1C-19CED926AFE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151715" y="1082900"/>
                  <a:ext cx="10857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3BACD8D-CAFE-345C-1C99-AA81E84D1538}"/>
                    </a:ext>
                  </a:extLst>
                </p14:cNvPr>
                <p14:cNvContentPartPr/>
                <p14:nvPr/>
              </p14:nvContentPartPr>
              <p14:xfrm>
                <a:off x="5764435" y="888140"/>
                <a:ext cx="288000" cy="831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3BACD8D-CAFE-345C-1C99-AA81E84D153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758315" y="882020"/>
                  <a:ext cx="300240" cy="84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68C1368-3ACC-E832-7BE7-7368F292BAD4}"/>
                    </a:ext>
                  </a:extLst>
                </p14:cNvPr>
                <p14:cNvContentPartPr/>
                <p14:nvPr/>
              </p14:nvContentPartPr>
              <p14:xfrm>
                <a:off x="4351075" y="1629380"/>
                <a:ext cx="1225440" cy="845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68C1368-3ACC-E832-7BE7-7368F292BAD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344955" y="1623260"/>
                  <a:ext cx="1237680" cy="85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FCB9BD3-498B-F78D-C7E2-1E830FDB6CB4}"/>
                    </a:ext>
                  </a:extLst>
                </p14:cNvPr>
                <p14:cNvContentPartPr/>
                <p14:nvPr/>
              </p14:nvContentPartPr>
              <p14:xfrm>
                <a:off x="5488315" y="1546940"/>
                <a:ext cx="142200" cy="549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FCB9BD3-498B-F78D-C7E2-1E830FDB6CB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482195" y="1540820"/>
                  <a:ext cx="154440" cy="56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2D097E0-CC3B-2C5D-6B08-70FE9CB5FFC5}"/>
                    </a:ext>
                  </a:extLst>
                </p14:cNvPr>
                <p14:cNvContentPartPr/>
                <p14:nvPr/>
              </p14:nvContentPartPr>
              <p14:xfrm>
                <a:off x="5796835" y="1919180"/>
                <a:ext cx="154800" cy="144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2D097E0-CC3B-2C5D-6B08-70FE9CB5FFC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790715" y="1913060"/>
                  <a:ext cx="1670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5B74633-2618-DF34-9D5F-15EEA2EA5D70}"/>
                    </a:ext>
                  </a:extLst>
                </p14:cNvPr>
                <p14:cNvContentPartPr/>
                <p14:nvPr/>
              </p14:nvContentPartPr>
              <p14:xfrm>
                <a:off x="-132725" y="319700"/>
                <a:ext cx="1230840" cy="2206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5B74633-2618-DF34-9D5F-15EEA2EA5D7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-138845" y="313580"/>
                  <a:ext cx="1243080" cy="2218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37934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85622E7-58A8-F369-EA48-A5B369DA95C7}"/>
                  </a:ext>
                </a:extLst>
              </p14:cNvPr>
              <p14:cNvContentPartPr/>
              <p14:nvPr/>
            </p14:nvContentPartPr>
            <p14:xfrm>
              <a:off x="1552435" y="4917260"/>
              <a:ext cx="978120" cy="1454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85622E7-58A8-F369-EA48-A5B369DA95C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46315" y="4911140"/>
                <a:ext cx="990360" cy="15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A9B68DD2-070E-77C0-8A4E-E197872A3A55}"/>
              </a:ext>
            </a:extLst>
          </p:cNvPr>
          <p:cNvGrpSpPr/>
          <p:nvPr/>
        </p:nvGrpSpPr>
        <p:grpSpPr>
          <a:xfrm>
            <a:off x="571435" y="124220"/>
            <a:ext cx="10366200" cy="4133880"/>
            <a:chOff x="571435" y="124220"/>
            <a:chExt cx="10366200" cy="413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3AB8E0C-E011-137D-BF7B-8942E5A77168}"/>
                    </a:ext>
                  </a:extLst>
                </p14:cNvPr>
                <p14:cNvContentPartPr/>
                <p14:nvPr/>
              </p14:nvContentPartPr>
              <p14:xfrm>
                <a:off x="1582675" y="3472220"/>
                <a:ext cx="148680" cy="3466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3AB8E0C-E011-137D-BF7B-8942E5A7716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76555" y="3466100"/>
                  <a:ext cx="16092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6C19E85-42EE-B527-000F-231D619E57D0}"/>
                    </a:ext>
                  </a:extLst>
                </p14:cNvPr>
                <p14:cNvContentPartPr/>
                <p14:nvPr/>
              </p14:nvContentPartPr>
              <p14:xfrm>
                <a:off x="1822435" y="3018620"/>
                <a:ext cx="96840" cy="69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6C19E85-42EE-B527-000F-231D619E57D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816315" y="3012500"/>
                  <a:ext cx="1090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30A6F98-7D6D-2150-628E-79C1C41FE1EA}"/>
                    </a:ext>
                  </a:extLst>
                </p14:cNvPr>
                <p14:cNvContentPartPr/>
                <p14:nvPr/>
              </p14:nvContentPartPr>
              <p14:xfrm>
                <a:off x="2006035" y="3067220"/>
                <a:ext cx="412560" cy="1190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30A6F98-7D6D-2150-628E-79C1C41FE1E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99915" y="3061100"/>
                  <a:ext cx="424800" cy="12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0E7F28F-BD1F-B774-38E7-9AA569FCDE2E}"/>
                    </a:ext>
                  </a:extLst>
                </p14:cNvPr>
                <p14:cNvContentPartPr/>
                <p14:nvPr/>
              </p14:nvContentPartPr>
              <p14:xfrm>
                <a:off x="8479555" y="3147500"/>
                <a:ext cx="460080" cy="7250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0E7F28F-BD1F-B774-38E7-9AA569FCDE2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473435" y="3141380"/>
                  <a:ext cx="472320" cy="73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F193B45-A265-6CBF-9CBD-D217CDC27C27}"/>
                    </a:ext>
                  </a:extLst>
                </p14:cNvPr>
                <p14:cNvContentPartPr/>
                <p14:nvPr/>
              </p14:nvContentPartPr>
              <p14:xfrm>
                <a:off x="983995" y="522380"/>
                <a:ext cx="74520" cy="7894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F193B45-A265-6CBF-9CBD-D217CDC27C2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77875" y="516260"/>
                  <a:ext cx="86760" cy="80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0658DBB-18F4-DBE2-2DD1-6BC762F2B4B0}"/>
                    </a:ext>
                  </a:extLst>
                </p14:cNvPr>
                <p14:cNvContentPartPr/>
                <p14:nvPr/>
              </p14:nvContentPartPr>
              <p14:xfrm>
                <a:off x="1055635" y="150140"/>
                <a:ext cx="800640" cy="11912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0658DBB-18F4-DBE2-2DD1-6BC762F2B4B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49515" y="144020"/>
                  <a:ext cx="812880" cy="12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7BD1BEF-324E-223D-EDF4-7695EE66CDEE}"/>
                    </a:ext>
                  </a:extLst>
                </p14:cNvPr>
                <p14:cNvContentPartPr/>
                <p14:nvPr/>
              </p14:nvContentPartPr>
              <p14:xfrm>
                <a:off x="2308795" y="401060"/>
                <a:ext cx="150840" cy="8416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7BD1BEF-324E-223D-EDF4-7695EE66CDE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02675" y="394940"/>
                  <a:ext cx="163080" cy="85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8384027-C40E-0A14-A252-0EFD1037D087}"/>
                    </a:ext>
                  </a:extLst>
                </p14:cNvPr>
                <p14:cNvContentPartPr/>
                <p14:nvPr/>
              </p14:nvContentPartPr>
              <p14:xfrm>
                <a:off x="2329675" y="124220"/>
                <a:ext cx="585720" cy="1164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8384027-C40E-0A14-A252-0EFD1037D08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23555" y="118100"/>
                  <a:ext cx="597960" cy="11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B6AFD10-0B44-CC6E-E304-4323582A0657}"/>
                    </a:ext>
                  </a:extLst>
                </p14:cNvPr>
                <p14:cNvContentPartPr/>
                <p14:nvPr/>
              </p14:nvContentPartPr>
              <p14:xfrm>
                <a:off x="3482755" y="330500"/>
                <a:ext cx="357480" cy="6242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B6AFD10-0B44-CC6E-E304-4323582A065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476635" y="324380"/>
                  <a:ext cx="369720" cy="63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B13F5E2-4657-68A3-EB91-5310702D7CD8}"/>
                    </a:ext>
                  </a:extLst>
                </p14:cNvPr>
                <p14:cNvContentPartPr/>
                <p14:nvPr/>
              </p14:nvContentPartPr>
              <p14:xfrm>
                <a:off x="3554035" y="385580"/>
                <a:ext cx="968760" cy="1463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B13F5E2-4657-68A3-EB91-5310702D7CD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547915" y="379460"/>
                  <a:ext cx="981000" cy="147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2D20C76-7884-7C24-312F-AD094BBC93AA}"/>
                    </a:ext>
                  </a:extLst>
                </p14:cNvPr>
                <p14:cNvContentPartPr/>
                <p14:nvPr/>
              </p14:nvContentPartPr>
              <p14:xfrm>
                <a:off x="571435" y="2070020"/>
                <a:ext cx="4460040" cy="1436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2D20C76-7884-7C24-312F-AD094BBC93A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65315" y="2063900"/>
                  <a:ext cx="44722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BB618BB-7161-D8F1-1DF9-FB12188CB938}"/>
                    </a:ext>
                  </a:extLst>
                </p14:cNvPr>
                <p14:cNvContentPartPr/>
                <p14:nvPr/>
              </p14:nvContentPartPr>
              <p14:xfrm>
                <a:off x="4996195" y="1054460"/>
                <a:ext cx="1262880" cy="1238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BB618BB-7161-D8F1-1DF9-FB12188CB93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990075" y="1048340"/>
                  <a:ext cx="12751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B307229-4A77-312A-ADEB-FC1596896DFA}"/>
                    </a:ext>
                  </a:extLst>
                </p14:cNvPr>
                <p14:cNvContentPartPr/>
                <p14:nvPr/>
              </p14:nvContentPartPr>
              <p14:xfrm>
                <a:off x="5705395" y="634700"/>
                <a:ext cx="440640" cy="1068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B307229-4A77-312A-ADEB-FC1596896DF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699275" y="628580"/>
                  <a:ext cx="452880" cy="10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4EC6D0C-0E86-8543-7B9A-2242127C9054}"/>
                    </a:ext>
                  </a:extLst>
                </p14:cNvPr>
                <p14:cNvContentPartPr/>
                <p14:nvPr/>
              </p14:nvContentPartPr>
              <p14:xfrm>
                <a:off x="7006075" y="665660"/>
                <a:ext cx="192240" cy="10144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4EC6D0C-0E86-8543-7B9A-2242127C905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999955" y="659540"/>
                  <a:ext cx="204480" cy="10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72018F9-4304-02D2-DCB3-D7C76C03A3BF}"/>
                    </a:ext>
                  </a:extLst>
                </p14:cNvPr>
                <p14:cNvContentPartPr/>
                <p14:nvPr/>
              </p14:nvContentPartPr>
              <p14:xfrm>
                <a:off x="6893035" y="453260"/>
                <a:ext cx="749520" cy="12222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72018F9-4304-02D2-DCB3-D7C76C03A3B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886915" y="447140"/>
                  <a:ext cx="761760" cy="12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D44457F-0AA4-45EA-C9A8-9A1754C4434B}"/>
                    </a:ext>
                  </a:extLst>
                </p14:cNvPr>
                <p14:cNvContentPartPr/>
                <p14:nvPr/>
              </p14:nvContentPartPr>
              <p14:xfrm>
                <a:off x="7766035" y="1019900"/>
                <a:ext cx="330840" cy="4550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D44457F-0AA4-45EA-C9A8-9A1754C4434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759915" y="1013780"/>
                  <a:ext cx="34308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9930C5E-9919-CDB5-37DE-4DF66C8C972B}"/>
                    </a:ext>
                  </a:extLst>
                </p14:cNvPr>
                <p14:cNvContentPartPr/>
                <p14:nvPr/>
              </p14:nvContentPartPr>
              <p14:xfrm>
                <a:off x="8166355" y="1023860"/>
                <a:ext cx="491040" cy="398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9930C5E-9919-CDB5-37DE-4DF66C8C972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160235" y="1017740"/>
                  <a:ext cx="50328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264D835-60A6-53E5-BA06-4796D84C95C1}"/>
                    </a:ext>
                  </a:extLst>
                </p14:cNvPr>
                <p14:cNvContentPartPr/>
                <p14:nvPr/>
              </p14:nvContentPartPr>
              <p14:xfrm>
                <a:off x="8767555" y="783740"/>
                <a:ext cx="15120" cy="244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264D835-60A6-53E5-BA06-4796D84C95C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761435" y="777620"/>
                  <a:ext cx="273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34976AE-74C3-ADD9-A6DC-6BADCB519A2C}"/>
                    </a:ext>
                  </a:extLst>
                </p14:cNvPr>
                <p14:cNvContentPartPr/>
                <p14:nvPr/>
              </p14:nvContentPartPr>
              <p14:xfrm>
                <a:off x="8745955" y="697340"/>
                <a:ext cx="121320" cy="639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34976AE-74C3-ADD9-A6DC-6BADCB519A2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739835" y="691220"/>
                  <a:ext cx="133560" cy="65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06DE891-AFEA-BE2C-A0D0-480484EA3ADB}"/>
                    </a:ext>
                  </a:extLst>
                </p14:cNvPr>
                <p14:cNvContentPartPr/>
                <p14:nvPr/>
              </p14:nvContentPartPr>
              <p14:xfrm>
                <a:off x="8581075" y="1035740"/>
                <a:ext cx="374040" cy="914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06DE891-AFEA-BE2C-A0D0-480484EA3AD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574955" y="1029620"/>
                  <a:ext cx="3862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8FE47A4-BAC0-1456-10EB-E4DE132205C3}"/>
                    </a:ext>
                  </a:extLst>
                </p14:cNvPr>
                <p14:cNvContentPartPr/>
                <p14:nvPr/>
              </p14:nvContentPartPr>
              <p14:xfrm>
                <a:off x="8533915" y="805700"/>
                <a:ext cx="63000" cy="180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8FE47A4-BAC0-1456-10EB-E4DE132205C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527795" y="799580"/>
                  <a:ext cx="752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1648AAC-6510-271F-AA5C-DA50ABC54A81}"/>
                    </a:ext>
                  </a:extLst>
                </p14:cNvPr>
                <p14:cNvContentPartPr/>
                <p14:nvPr/>
              </p14:nvContentPartPr>
              <p14:xfrm>
                <a:off x="6268435" y="2012060"/>
                <a:ext cx="1414440" cy="6508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1648AAC-6510-271F-AA5C-DA50ABC54A8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262315" y="2005940"/>
                  <a:ext cx="1426680" cy="66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C76C143-9D82-DF7C-94BB-CB3AD6BCC508}"/>
                    </a:ext>
                  </a:extLst>
                </p14:cNvPr>
                <p14:cNvContentPartPr/>
                <p14:nvPr/>
              </p14:nvContentPartPr>
              <p14:xfrm>
                <a:off x="7492795" y="2011340"/>
                <a:ext cx="203400" cy="10126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C76C143-9D82-DF7C-94BB-CB3AD6BCC50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486675" y="2005220"/>
                  <a:ext cx="215640" cy="10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102E9CA-266A-7DAF-25E4-3B69F172DDB9}"/>
                    </a:ext>
                  </a:extLst>
                </p14:cNvPr>
                <p14:cNvContentPartPr/>
                <p14:nvPr/>
              </p14:nvContentPartPr>
              <p14:xfrm>
                <a:off x="7503235" y="2101700"/>
                <a:ext cx="1291680" cy="522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102E9CA-266A-7DAF-25E4-3B69F172DDB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497115" y="2095580"/>
                  <a:ext cx="1303920" cy="53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CA7C740-E781-1648-1825-B3176E6AAC86}"/>
                    </a:ext>
                  </a:extLst>
                </p14:cNvPr>
                <p14:cNvContentPartPr/>
                <p14:nvPr/>
              </p14:nvContentPartPr>
              <p14:xfrm>
                <a:off x="8825875" y="2158940"/>
                <a:ext cx="298080" cy="119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CA7C740-E781-1648-1825-B3176E6AAC8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819755" y="2152820"/>
                  <a:ext cx="3103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158CCE2-2548-7203-EC7D-0BE198A93CB6}"/>
                    </a:ext>
                  </a:extLst>
                </p14:cNvPr>
                <p14:cNvContentPartPr/>
                <p14:nvPr/>
              </p14:nvContentPartPr>
              <p14:xfrm>
                <a:off x="9499795" y="1685900"/>
                <a:ext cx="905760" cy="9374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158CCE2-2548-7203-EC7D-0BE198A93CB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493675" y="1679780"/>
                  <a:ext cx="918000" cy="9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8DE5136-D133-98E2-9A59-DB99D7A28DB2}"/>
                    </a:ext>
                  </a:extLst>
                </p14:cNvPr>
                <p14:cNvContentPartPr/>
                <p14:nvPr/>
              </p14:nvContentPartPr>
              <p14:xfrm>
                <a:off x="10536235" y="1731620"/>
                <a:ext cx="160200" cy="2905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8DE5136-D133-98E2-9A59-DB99D7A28DB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530115" y="1725500"/>
                  <a:ext cx="17244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42A4DD1-2EA9-DD5A-4374-FB73613B85CC}"/>
                    </a:ext>
                  </a:extLst>
                </p14:cNvPr>
                <p14:cNvContentPartPr/>
                <p14:nvPr/>
              </p14:nvContentPartPr>
              <p14:xfrm>
                <a:off x="10721275" y="1780220"/>
                <a:ext cx="216360" cy="2664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42A4DD1-2EA9-DD5A-4374-FB73613B85C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715155" y="1774100"/>
                  <a:ext cx="22860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C406EE2-19D9-11D4-C17B-2AC926D82A43}"/>
                    </a:ext>
                  </a:extLst>
                </p14:cNvPr>
                <p14:cNvContentPartPr/>
                <p14:nvPr/>
              </p14:nvContentPartPr>
              <p14:xfrm>
                <a:off x="754315" y="1661060"/>
                <a:ext cx="1510200" cy="2955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C406EE2-19D9-11D4-C17B-2AC926D82A4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48195" y="1654940"/>
                  <a:ext cx="152244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755476D-CD41-5AE6-EBD5-38678903FA6B}"/>
                    </a:ext>
                  </a:extLst>
                </p14:cNvPr>
                <p14:cNvContentPartPr/>
                <p14:nvPr/>
              </p14:nvContentPartPr>
              <p14:xfrm>
                <a:off x="3621715" y="1830260"/>
                <a:ext cx="897480" cy="1098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755476D-CD41-5AE6-EBD5-38678903FA6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615595" y="1824140"/>
                  <a:ext cx="9097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78EB34B-D255-ABD9-A542-D63BF5D8E2FB}"/>
                    </a:ext>
                  </a:extLst>
                </p14:cNvPr>
                <p14:cNvContentPartPr/>
                <p14:nvPr/>
              </p14:nvContentPartPr>
              <p14:xfrm>
                <a:off x="1663675" y="1743500"/>
                <a:ext cx="1857240" cy="63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78EB34B-D255-ABD9-A542-D63BF5D8E2F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657555" y="1737380"/>
                  <a:ext cx="1869480" cy="75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99120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E252AAE-1D95-7573-82C1-897A544288CE}"/>
              </a:ext>
            </a:extLst>
          </p:cNvPr>
          <p:cNvGrpSpPr/>
          <p:nvPr/>
        </p:nvGrpSpPr>
        <p:grpSpPr>
          <a:xfrm>
            <a:off x="1552075" y="868700"/>
            <a:ext cx="3501000" cy="1211760"/>
            <a:chOff x="1552075" y="868700"/>
            <a:chExt cx="3501000" cy="121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D5DECFD-F7A6-0386-711E-E14D18A97E38}"/>
                    </a:ext>
                  </a:extLst>
                </p14:cNvPr>
                <p14:cNvContentPartPr/>
                <p14:nvPr/>
              </p14:nvContentPartPr>
              <p14:xfrm>
                <a:off x="1552075" y="1145180"/>
                <a:ext cx="756720" cy="9352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D5DECFD-F7A6-0386-711E-E14D18A97E3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43435" y="1136180"/>
                  <a:ext cx="774360" cy="9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0AFE780-E654-D3D2-79D9-1490743F36E5}"/>
                    </a:ext>
                  </a:extLst>
                </p14:cNvPr>
                <p14:cNvContentPartPr/>
                <p14:nvPr/>
              </p14:nvContentPartPr>
              <p14:xfrm>
                <a:off x="2536675" y="868700"/>
                <a:ext cx="1378440" cy="10580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0AFE780-E654-D3D2-79D9-1490743F36E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527675" y="860060"/>
                  <a:ext cx="1396080" cy="10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DBA4667-0B29-3A77-22F1-59D64B4CCA15}"/>
                    </a:ext>
                  </a:extLst>
                </p14:cNvPr>
                <p14:cNvContentPartPr/>
                <p14:nvPr/>
              </p14:nvContentPartPr>
              <p14:xfrm>
                <a:off x="4268995" y="1320500"/>
                <a:ext cx="784080" cy="666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DBA4667-0B29-3A77-22F1-59D64B4CCA1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259995" y="1311500"/>
                  <a:ext cx="801720" cy="684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23834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1B56A362-84C5-5C27-4E3C-5BBDA709EA38}"/>
              </a:ext>
            </a:extLst>
          </p:cNvPr>
          <p:cNvGrpSpPr/>
          <p:nvPr/>
        </p:nvGrpSpPr>
        <p:grpSpPr>
          <a:xfrm>
            <a:off x="387475" y="689060"/>
            <a:ext cx="10144080" cy="5739480"/>
            <a:chOff x="387475" y="689060"/>
            <a:chExt cx="10144080" cy="573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29CF7AF-75AF-AA34-1271-05A276E9276C}"/>
                    </a:ext>
                  </a:extLst>
                </p14:cNvPr>
                <p14:cNvContentPartPr/>
                <p14:nvPr/>
              </p14:nvContentPartPr>
              <p14:xfrm>
                <a:off x="1239955" y="1282340"/>
                <a:ext cx="105480" cy="13950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29CF7AF-75AF-AA34-1271-05A276E9276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31315" y="1273340"/>
                  <a:ext cx="123120" cy="141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BBC3BC2-B96C-0B3C-1D29-FA3E745AF236}"/>
                    </a:ext>
                  </a:extLst>
                </p14:cNvPr>
                <p14:cNvContentPartPr/>
                <p14:nvPr/>
              </p14:nvContentPartPr>
              <p14:xfrm>
                <a:off x="996595" y="1042220"/>
                <a:ext cx="775440" cy="7819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BBC3BC2-B96C-0B3C-1D29-FA3E745AF23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87955" y="1033580"/>
                  <a:ext cx="793080" cy="79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91FB6E7-28B3-F072-92F3-A42655AA6D5E}"/>
                    </a:ext>
                  </a:extLst>
                </p14:cNvPr>
                <p14:cNvContentPartPr/>
                <p14:nvPr/>
              </p14:nvContentPartPr>
              <p14:xfrm>
                <a:off x="1681675" y="1690220"/>
                <a:ext cx="563400" cy="6249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91FB6E7-28B3-F072-92F3-A42655AA6D5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72675" y="1681580"/>
                  <a:ext cx="581040" cy="64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923BDD9-F2F6-66E6-FC26-D8D4784A6EBD}"/>
                    </a:ext>
                  </a:extLst>
                </p14:cNvPr>
                <p14:cNvContentPartPr/>
                <p14:nvPr/>
              </p14:nvContentPartPr>
              <p14:xfrm>
                <a:off x="2424715" y="1497260"/>
                <a:ext cx="216000" cy="6116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923BDD9-F2F6-66E6-FC26-D8D4784A6EB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415715" y="1488260"/>
                  <a:ext cx="233640" cy="62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4EF073B-4F83-39B9-D673-957E07305CAA}"/>
                    </a:ext>
                  </a:extLst>
                </p14:cNvPr>
                <p14:cNvContentPartPr/>
                <p14:nvPr/>
              </p14:nvContentPartPr>
              <p14:xfrm>
                <a:off x="2937355" y="1528580"/>
                <a:ext cx="197640" cy="423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4EF073B-4F83-39B9-D673-957E07305CA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928355" y="1519580"/>
                  <a:ext cx="215280" cy="44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757D1D2-38C1-4338-94BC-BCF81D577104}"/>
                    </a:ext>
                  </a:extLst>
                </p14:cNvPr>
                <p14:cNvContentPartPr/>
                <p14:nvPr/>
              </p14:nvContentPartPr>
              <p14:xfrm>
                <a:off x="3282955" y="943580"/>
                <a:ext cx="1838160" cy="8992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757D1D2-38C1-4338-94BC-BCF81D57710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73955" y="934940"/>
                  <a:ext cx="1855800" cy="9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1348CD3-3D58-3DA7-1865-3B40F2220EF8}"/>
                    </a:ext>
                  </a:extLst>
                </p14:cNvPr>
                <p14:cNvContentPartPr/>
                <p14:nvPr/>
              </p14:nvContentPartPr>
              <p14:xfrm>
                <a:off x="5262595" y="1145540"/>
                <a:ext cx="407880" cy="3891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1348CD3-3D58-3DA7-1865-3B40F2220EF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253955" y="1136540"/>
                  <a:ext cx="42552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7A5B40D-76C7-7049-2098-2BC9ED5321F7}"/>
                    </a:ext>
                  </a:extLst>
                </p14:cNvPr>
                <p14:cNvContentPartPr/>
                <p14:nvPr/>
              </p14:nvContentPartPr>
              <p14:xfrm>
                <a:off x="5661835" y="1034660"/>
                <a:ext cx="264600" cy="3290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7A5B40D-76C7-7049-2098-2BC9ED5321F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653195" y="1026020"/>
                  <a:ext cx="28224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AD3C97D-69A2-D6C5-0594-309A2C40E0FF}"/>
                    </a:ext>
                  </a:extLst>
                </p14:cNvPr>
                <p14:cNvContentPartPr/>
                <p14:nvPr/>
              </p14:nvContentPartPr>
              <p14:xfrm>
                <a:off x="5811235" y="789860"/>
                <a:ext cx="542880" cy="5893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AD3C97D-69A2-D6C5-0594-309A2C40E0F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802595" y="781220"/>
                  <a:ext cx="560520" cy="60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A144ED7-7D1B-68EF-32D0-459F7370D14B}"/>
                    </a:ext>
                  </a:extLst>
                </p14:cNvPr>
                <p14:cNvContentPartPr/>
                <p14:nvPr/>
              </p14:nvContentPartPr>
              <p14:xfrm>
                <a:off x="3956515" y="2637380"/>
                <a:ext cx="1995120" cy="20210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A144ED7-7D1B-68EF-32D0-459F7370D14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947875" y="2628380"/>
                  <a:ext cx="2012760" cy="20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4D3D47A-6018-B11C-3D7A-6C20513E2E69}"/>
                    </a:ext>
                  </a:extLst>
                </p14:cNvPr>
                <p14:cNvContentPartPr/>
                <p14:nvPr/>
              </p14:nvContentPartPr>
              <p14:xfrm>
                <a:off x="6153955" y="2597420"/>
                <a:ext cx="25560" cy="1436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4D3D47A-6018-B11C-3D7A-6C20513E2E6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144955" y="2588780"/>
                  <a:ext cx="4320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8E97C2A-E4DA-E3B1-68E9-81B3A3BE4FE4}"/>
                    </a:ext>
                  </a:extLst>
                </p14:cNvPr>
                <p14:cNvContentPartPr/>
                <p14:nvPr/>
              </p14:nvContentPartPr>
              <p14:xfrm>
                <a:off x="6278155" y="2422460"/>
                <a:ext cx="184680" cy="2779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8E97C2A-E4DA-E3B1-68E9-81B3A3BE4FE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269515" y="2413460"/>
                  <a:ext cx="20232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10B3C90-D8D7-73E7-E6C9-A4D8CD01CDD3}"/>
                    </a:ext>
                  </a:extLst>
                </p14:cNvPr>
                <p14:cNvContentPartPr/>
                <p14:nvPr/>
              </p14:nvContentPartPr>
              <p14:xfrm>
                <a:off x="6752995" y="2410940"/>
                <a:ext cx="27000" cy="90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10B3C90-D8D7-73E7-E6C9-A4D8CD01CDD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744355" y="2401940"/>
                  <a:ext cx="446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4ABC33C-1C6B-58DE-B420-234793B50529}"/>
                    </a:ext>
                  </a:extLst>
                </p14:cNvPr>
                <p14:cNvContentPartPr/>
                <p14:nvPr/>
              </p14:nvContentPartPr>
              <p14:xfrm>
                <a:off x="6789355" y="2423900"/>
                <a:ext cx="65520" cy="514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4ABC33C-1C6B-58DE-B420-234793B5052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780355" y="2414900"/>
                  <a:ext cx="831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9872D5E-2CFE-0809-B742-C791D928820B}"/>
                    </a:ext>
                  </a:extLst>
                </p14:cNvPr>
                <p14:cNvContentPartPr/>
                <p14:nvPr/>
              </p14:nvContentPartPr>
              <p14:xfrm>
                <a:off x="7256995" y="714620"/>
                <a:ext cx="948600" cy="23101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9872D5E-2CFE-0809-B742-C791D928820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248355" y="705620"/>
                  <a:ext cx="966240" cy="232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EADCD70-29C5-E584-A46F-5AD8D05F8232}"/>
                    </a:ext>
                  </a:extLst>
                </p14:cNvPr>
                <p14:cNvContentPartPr/>
                <p14:nvPr/>
              </p14:nvContentPartPr>
              <p14:xfrm>
                <a:off x="8596195" y="689060"/>
                <a:ext cx="193320" cy="13021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EADCD70-29C5-E584-A46F-5AD8D05F823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587195" y="680420"/>
                  <a:ext cx="210960" cy="13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65FA091-1BBF-AB4B-AB4E-0EDE2954741A}"/>
                    </a:ext>
                  </a:extLst>
                </p14:cNvPr>
                <p14:cNvContentPartPr/>
                <p14:nvPr/>
              </p14:nvContentPartPr>
              <p14:xfrm>
                <a:off x="8995795" y="822620"/>
                <a:ext cx="1273680" cy="6699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65FA091-1BBF-AB4B-AB4E-0EDE2954741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987155" y="813980"/>
                  <a:ext cx="1291320" cy="68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5707426-F0AC-9925-73EF-0383C904EC0F}"/>
                    </a:ext>
                  </a:extLst>
                </p14:cNvPr>
                <p14:cNvContentPartPr/>
                <p14:nvPr/>
              </p14:nvContentPartPr>
              <p14:xfrm>
                <a:off x="10435795" y="1296380"/>
                <a:ext cx="95760" cy="208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5707426-F0AC-9925-73EF-0383C904EC0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426795" y="1287380"/>
                  <a:ext cx="1134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1214378-BCFA-2E68-1A43-B5E29F8817B7}"/>
                    </a:ext>
                  </a:extLst>
                </p14:cNvPr>
                <p14:cNvContentPartPr/>
                <p14:nvPr/>
              </p14:nvContentPartPr>
              <p14:xfrm>
                <a:off x="2451715" y="4938860"/>
                <a:ext cx="1140120" cy="12582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1214378-BCFA-2E68-1A43-B5E29F8817B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443075" y="4929860"/>
                  <a:ext cx="1157760" cy="12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F7605D0-FF6F-A23D-FB95-2ACE1B18CD73}"/>
                    </a:ext>
                  </a:extLst>
                </p14:cNvPr>
                <p14:cNvContentPartPr/>
                <p14:nvPr/>
              </p14:nvContentPartPr>
              <p14:xfrm>
                <a:off x="3381595" y="4890620"/>
                <a:ext cx="84600" cy="558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F7605D0-FF6F-A23D-FB95-2ACE1B18CD7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372955" y="4881620"/>
                  <a:ext cx="1022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B2A257C-D681-2F58-1667-FB516036DA02}"/>
                    </a:ext>
                  </a:extLst>
                </p14:cNvPr>
                <p14:cNvContentPartPr/>
                <p14:nvPr/>
              </p14:nvContentPartPr>
              <p14:xfrm>
                <a:off x="3803875" y="4943900"/>
                <a:ext cx="658800" cy="535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B2A257C-D681-2F58-1667-FB516036DA0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794875" y="4934900"/>
                  <a:ext cx="676440" cy="55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B0192B7-A051-5467-9E96-AB68C1C3DA7C}"/>
                    </a:ext>
                  </a:extLst>
                </p14:cNvPr>
                <p14:cNvContentPartPr/>
                <p14:nvPr/>
              </p14:nvContentPartPr>
              <p14:xfrm>
                <a:off x="5081875" y="4688660"/>
                <a:ext cx="46080" cy="2869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B0192B7-A051-5467-9E96-AB68C1C3DA7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072875" y="4680020"/>
                  <a:ext cx="6372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CA6B18E-F6F2-FED6-793C-62D836B16240}"/>
                    </a:ext>
                  </a:extLst>
                </p14:cNvPr>
                <p14:cNvContentPartPr/>
                <p14:nvPr/>
              </p14:nvContentPartPr>
              <p14:xfrm>
                <a:off x="5420275" y="3742580"/>
                <a:ext cx="1404360" cy="5367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CA6B18E-F6F2-FED6-793C-62D836B1624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411635" y="3733580"/>
                  <a:ext cx="1422000" cy="55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12329E7-4FD9-5BE6-CE51-84BF8A5B0C86}"/>
                    </a:ext>
                  </a:extLst>
                </p14:cNvPr>
                <p14:cNvContentPartPr/>
                <p14:nvPr/>
              </p14:nvContentPartPr>
              <p14:xfrm>
                <a:off x="7065475" y="3621980"/>
                <a:ext cx="187200" cy="1296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12329E7-4FD9-5BE6-CE51-84BF8A5B0C8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056475" y="3612980"/>
                  <a:ext cx="2048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993BBE3-C369-C6C9-989B-6B8C356F871F}"/>
                    </a:ext>
                  </a:extLst>
                </p14:cNvPr>
                <p14:cNvContentPartPr/>
                <p14:nvPr/>
              </p14:nvContentPartPr>
              <p14:xfrm>
                <a:off x="6470035" y="3953900"/>
                <a:ext cx="1951200" cy="1017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993BBE3-C369-C6C9-989B-6B8C356F871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461035" y="3945260"/>
                  <a:ext cx="1968840" cy="10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B810A74-D7D7-F357-380D-D7E730E0DB38}"/>
                    </a:ext>
                  </a:extLst>
                </p14:cNvPr>
                <p14:cNvContentPartPr/>
                <p14:nvPr/>
              </p14:nvContentPartPr>
              <p14:xfrm>
                <a:off x="8611315" y="3773900"/>
                <a:ext cx="128160" cy="1825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B810A74-D7D7-F357-380D-D7E730E0DB3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602315" y="3765260"/>
                  <a:ext cx="1458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F0A39B2-26EE-8F3A-F1A8-070A276D6752}"/>
                    </a:ext>
                  </a:extLst>
                </p14:cNvPr>
                <p14:cNvContentPartPr/>
                <p14:nvPr/>
              </p14:nvContentPartPr>
              <p14:xfrm>
                <a:off x="8398195" y="4046060"/>
                <a:ext cx="1543320" cy="10090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F0A39B2-26EE-8F3A-F1A8-070A276D675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389555" y="4037060"/>
                  <a:ext cx="1560960" cy="10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CD0F498-11C5-EB7C-D145-A745903046D8}"/>
                    </a:ext>
                  </a:extLst>
                </p14:cNvPr>
                <p14:cNvContentPartPr/>
                <p14:nvPr/>
              </p14:nvContentPartPr>
              <p14:xfrm>
                <a:off x="10319875" y="3805220"/>
                <a:ext cx="144000" cy="2890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CD0F498-11C5-EB7C-D145-A745903046D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311235" y="3796580"/>
                  <a:ext cx="16164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C3FD914-F96B-35FF-5976-3239073A9C77}"/>
                    </a:ext>
                  </a:extLst>
                </p14:cNvPr>
                <p14:cNvContentPartPr/>
                <p14:nvPr/>
              </p14:nvContentPartPr>
              <p14:xfrm>
                <a:off x="387475" y="4804580"/>
                <a:ext cx="1002600" cy="16239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C3FD914-F96B-35FF-5976-3239073A9C7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78835" y="4795940"/>
                  <a:ext cx="1020240" cy="164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1F7BE83-5DCD-1967-5617-556DACC3D336}"/>
                    </a:ext>
                  </a:extLst>
                </p14:cNvPr>
                <p14:cNvContentPartPr/>
                <p14:nvPr/>
              </p14:nvContentPartPr>
              <p14:xfrm>
                <a:off x="8138635" y="2604980"/>
                <a:ext cx="1177920" cy="14364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1F7BE83-5DCD-1967-5617-556DACC3D33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129635" y="2595980"/>
                  <a:ext cx="1195560" cy="1454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78934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EAF603F-8B15-BB2A-99A9-0729B42C27F9}"/>
                  </a:ext>
                </a:extLst>
              </p14:cNvPr>
              <p14:cNvContentPartPr/>
              <p14:nvPr/>
            </p14:nvContentPartPr>
            <p14:xfrm>
              <a:off x="1410235" y="817908"/>
              <a:ext cx="348840" cy="1147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EAF603F-8B15-BB2A-99A9-0729B42C27F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01235" y="808908"/>
                <a:ext cx="366480" cy="11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873FBCC-7520-81E7-506E-0BC44558D5E9}"/>
                  </a:ext>
                </a:extLst>
              </p14:cNvPr>
              <p14:cNvContentPartPr/>
              <p14:nvPr/>
            </p14:nvContentPartPr>
            <p14:xfrm>
              <a:off x="1699675" y="600828"/>
              <a:ext cx="552240" cy="963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873FBCC-7520-81E7-506E-0BC44558D5E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90675" y="591828"/>
                <a:ext cx="569880" cy="9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D1FF101-427B-1E57-3AFA-F2746FF44AC5}"/>
                  </a:ext>
                </a:extLst>
              </p14:cNvPr>
              <p14:cNvContentPartPr/>
              <p14:nvPr/>
            </p14:nvContentPartPr>
            <p14:xfrm>
              <a:off x="2272435" y="1159548"/>
              <a:ext cx="818280" cy="538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D1FF101-427B-1E57-3AFA-F2746FF44AC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63435" y="1150908"/>
                <a:ext cx="835920" cy="55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26D7341-D9A5-4F67-77DF-FDE0F882551F}"/>
                  </a:ext>
                </a:extLst>
              </p14:cNvPr>
              <p14:cNvContentPartPr/>
              <p14:nvPr/>
            </p14:nvContentPartPr>
            <p14:xfrm>
              <a:off x="3339835" y="696588"/>
              <a:ext cx="1090080" cy="8100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26D7341-D9A5-4F67-77DF-FDE0F882551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31195" y="687948"/>
                <a:ext cx="1107720" cy="82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BE1F956-499A-20B4-452A-42EE20D57F0A}"/>
                  </a:ext>
                </a:extLst>
              </p14:cNvPr>
              <p14:cNvContentPartPr/>
              <p14:nvPr/>
            </p14:nvContentPartPr>
            <p14:xfrm>
              <a:off x="4808275" y="734748"/>
              <a:ext cx="802080" cy="4212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BE1F956-499A-20B4-452A-42EE20D57F0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799275" y="726108"/>
                <a:ext cx="819720" cy="43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33B0FCB-EA5B-D41D-09FB-DDBC69AF30FA}"/>
                  </a:ext>
                </a:extLst>
              </p14:cNvPr>
              <p14:cNvContentPartPr/>
              <p14:nvPr/>
            </p14:nvContentPartPr>
            <p14:xfrm>
              <a:off x="5537635" y="847068"/>
              <a:ext cx="869760" cy="1166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33B0FCB-EA5B-D41D-09FB-DDBC69AF30F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528995" y="838068"/>
                <a:ext cx="88740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3079E26-D4D3-1E01-C2D3-DCE2F71B4E0E}"/>
                  </a:ext>
                </a:extLst>
              </p14:cNvPr>
              <p14:cNvContentPartPr/>
              <p14:nvPr/>
            </p14:nvContentPartPr>
            <p14:xfrm>
              <a:off x="7312435" y="547548"/>
              <a:ext cx="18360" cy="144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3079E26-D4D3-1E01-C2D3-DCE2F71B4E0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303795" y="538548"/>
                <a:ext cx="3600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0AE44CF-CB01-C595-32E7-EA8F1CDD968F}"/>
                  </a:ext>
                </a:extLst>
              </p14:cNvPr>
              <p14:cNvContentPartPr/>
              <p14:nvPr/>
            </p14:nvContentPartPr>
            <p14:xfrm>
              <a:off x="6906355" y="455748"/>
              <a:ext cx="412560" cy="8334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0AE44CF-CB01-C595-32E7-EA8F1CDD968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897355" y="447108"/>
                <a:ext cx="430200" cy="85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D54E190-70A8-B39F-AEBD-72E55B22528A}"/>
                  </a:ext>
                </a:extLst>
              </p14:cNvPr>
              <p14:cNvContentPartPr/>
              <p14:nvPr/>
            </p14:nvContentPartPr>
            <p14:xfrm>
              <a:off x="7789075" y="401388"/>
              <a:ext cx="1951200" cy="5983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D54E190-70A8-B39F-AEBD-72E55B22528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780435" y="392388"/>
                <a:ext cx="1968840" cy="61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883802A-8F40-8268-C6CC-7562F8E11EC2}"/>
                  </a:ext>
                </a:extLst>
              </p14:cNvPr>
              <p14:cNvContentPartPr/>
              <p14:nvPr/>
            </p14:nvContentPartPr>
            <p14:xfrm>
              <a:off x="2145715" y="1538268"/>
              <a:ext cx="6332040" cy="6685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883802A-8F40-8268-C6CC-7562F8E11EC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137075" y="1529628"/>
                <a:ext cx="6349680" cy="68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528674D-7E40-C0BD-A861-8A4C5A78F4CC}"/>
                  </a:ext>
                </a:extLst>
              </p14:cNvPr>
              <p14:cNvContentPartPr/>
              <p14:nvPr/>
            </p14:nvContentPartPr>
            <p14:xfrm>
              <a:off x="7690075" y="958668"/>
              <a:ext cx="2157480" cy="1717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528674D-7E40-C0BD-A861-8A4C5A78F4C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681075" y="950028"/>
                <a:ext cx="217512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C1A66FB-C2E9-EF74-7A73-DA212CE6BAF0}"/>
                  </a:ext>
                </a:extLst>
              </p14:cNvPr>
              <p14:cNvContentPartPr/>
              <p14:nvPr/>
            </p14:nvContentPartPr>
            <p14:xfrm>
              <a:off x="482515" y="2989068"/>
              <a:ext cx="1627560" cy="22507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C1A66FB-C2E9-EF74-7A73-DA212CE6BAF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73515" y="2980068"/>
                <a:ext cx="1645200" cy="2268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0EB9A097-7793-775A-5569-8DB1A5F87FB2}"/>
              </a:ext>
            </a:extLst>
          </p:cNvPr>
          <p:cNvGrpSpPr/>
          <p:nvPr/>
        </p:nvGrpSpPr>
        <p:grpSpPr>
          <a:xfrm>
            <a:off x="3010435" y="2635548"/>
            <a:ext cx="7195680" cy="3506760"/>
            <a:chOff x="3010435" y="2635548"/>
            <a:chExt cx="7195680" cy="350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F8E34C1-78D3-FB7C-3AD7-58F9BC56BADB}"/>
                    </a:ext>
                  </a:extLst>
                </p14:cNvPr>
                <p14:cNvContentPartPr/>
                <p14:nvPr/>
              </p14:nvContentPartPr>
              <p14:xfrm>
                <a:off x="3010435" y="2671908"/>
                <a:ext cx="1495800" cy="11772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F8E34C1-78D3-FB7C-3AD7-58F9BC56BAD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001795" y="2663268"/>
                  <a:ext cx="1513440" cy="11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0AD8217-1DE1-9C30-1ACF-55C358F1557E}"/>
                    </a:ext>
                  </a:extLst>
                </p14:cNvPr>
                <p14:cNvContentPartPr/>
                <p14:nvPr/>
              </p14:nvContentPartPr>
              <p14:xfrm>
                <a:off x="6607195" y="2635548"/>
                <a:ext cx="102960" cy="306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0AD8217-1DE1-9C30-1ACF-55C358F1557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598555" y="2626548"/>
                  <a:ext cx="1206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BDC5B9C-FF56-0F0F-558F-3B796FDE2193}"/>
                    </a:ext>
                  </a:extLst>
                </p14:cNvPr>
                <p14:cNvContentPartPr/>
                <p14:nvPr/>
              </p14:nvContentPartPr>
              <p14:xfrm>
                <a:off x="5457355" y="3320988"/>
                <a:ext cx="699480" cy="12092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BDC5B9C-FF56-0F0F-558F-3B796FDE219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448355" y="3312348"/>
                  <a:ext cx="717120" cy="12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341CC60-5A0C-D240-3479-195CD3D7E727}"/>
                    </a:ext>
                  </a:extLst>
                </p14:cNvPr>
                <p14:cNvContentPartPr/>
                <p14:nvPr/>
              </p14:nvContentPartPr>
              <p14:xfrm>
                <a:off x="6397315" y="2911308"/>
                <a:ext cx="591840" cy="16272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341CC60-5A0C-D240-3479-195CD3D7E72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388675" y="2902308"/>
                  <a:ext cx="609480" cy="164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653C996-7BA1-1747-1F94-3C5F5D0521DC}"/>
                    </a:ext>
                  </a:extLst>
                </p14:cNvPr>
                <p14:cNvContentPartPr/>
                <p14:nvPr/>
              </p14:nvContentPartPr>
              <p14:xfrm>
                <a:off x="7048555" y="3340428"/>
                <a:ext cx="628560" cy="14677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653C996-7BA1-1747-1F94-3C5F5D0521D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039555" y="3331788"/>
                  <a:ext cx="646200" cy="148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D253ED9-3D09-390E-6E1C-50A829622044}"/>
                    </a:ext>
                  </a:extLst>
                </p14:cNvPr>
                <p14:cNvContentPartPr/>
                <p14:nvPr/>
              </p14:nvContentPartPr>
              <p14:xfrm>
                <a:off x="7582795" y="2833188"/>
                <a:ext cx="24480" cy="28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D253ED9-3D09-390E-6E1C-50A82962204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573795" y="2824188"/>
                  <a:ext cx="421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2CB186D-91E8-A496-2B3C-8E9AE7EFEA87}"/>
                    </a:ext>
                  </a:extLst>
                </p14:cNvPr>
                <p14:cNvContentPartPr/>
                <p14:nvPr/>
              </p14:nvContentPartPr>
              <p14:xfrm>
                <a:off x="7833715" y="3438708"/>
                <a:ext cx="426960" cy="543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2CB186D-91E8-A496-2B3C-8E9AE7EFEA8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824715" y="3429708"/>
                  <a:ext cx="444600" cy="56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C3C0292-55BB-E8DD-10BD-EF8028A8CB9F}"/>
                    </a:ext>
                  </a:extLst>
                </p14:cNvPr>
                <p14:cNvContentPartPr/>
                <p14:nvPr/>
              </p14:nvContentPartPr>
              <p14:xfrm>
                <a:off x="8538235" y="3049908"/>
                <a:ext cx="235080" cy="6429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C3C0292-55BB-E8DD-10BD-EF8028A8CB9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529235" y="3041268"/>
                  <a:ext cx="252720" cy="66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1FB5EF8-A56B-1318-DEC8-71B8CCF50018}"/>
                    </a:ext>
                  </a:extLst>
                </p14:cNvPr>
                <p14:cNvContentPartPr/>
                <p14:nvPr/>
              </p14:nvContentPartPr>
              <p14:xfrm>
                <a:off x="8507635" y="3466788"/>
                <a:ext cx="421200" cy="208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1FB5EF8-A56B-1318-DEC8-71B8CCF5001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498635" y="3457788"/>
                  <a:ext cx="4388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6FC5E53-4124-D07B-3559-CB3B41EF6008}"/>
                    </a:ext>
                  </a:extLst>
                </p14:cNvPr>
                <p14:cNvContentPartPr/>
                <p14:nvPr/>
              </p14:nvContentPartPr>
              <p14:xfrm>
                <a:off x="7748035" y="3452028"/>
                <a:ext cx="371520" cy="2451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6FC5E53-4124-D07B-3559-CB3B41EF600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739035" y="3443028"/>
                  <a:ext cx="38916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C9C7F48-790F-A651-A434-11298B43FCA2}"/>
                    </a:ext>
                  </a:extLst>
                </p14:cNvPr>
                <p14:cNvContentPartPr/>
                <p14:nvPr/>
              </p14:nvContentPartPr>
              <p14:xfrm>
                <a:off x="8113795" y="3441948"/>
                <a:ext cx="260280" cy="7369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C9C7F48-790F-A651-A434-11298B43FCA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105155" y="3433308"/>
                  <a:ext cx="277920" cy="75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1B3C7C4-5D07-BE08-E0C5-9215F6C2560E}"/>
                    </a:ext>
                  </a:extLst>
                </p14:cNvPr>
                <p14:cNvContentPartPr/>
                <p14:nvPr/>
              </p14:nvContentPartPr>
              <p14:xfrm>
                <a:off x="4662115" y="4786548"/>
                <a:ext cx="4245480" cy="5482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1B3C7C4-5D07-BE08-E0C5-9215F6C2560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653475" y="4777548"/>
                  <a:ext cx="4263120" cy="56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BCD170F-C615-D710-5A53-1B7637DFA325}"/>
                    </a:ext>
                  </a:extLst>
                </p14:cNvPr>
                <p14:cNvContentPartPr/>
                <p14:nvPr/>
              </p14:nvContentPartPr>
              <p14:xfrm>
                <a:off x="6955675" y="5699868"/>
                <a:ext cx="111240" cy="410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BCD170F-C615-D710-5A53-1B7637DFA32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47035" y="5691228"/>
                  <a:ext cx="12888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7DE6550-6C88-937B-D4F7-D0FEE8FF91D2}"/>
                    </a:ext>
                  </a:extLst>
                </p14:cNvPr>
                <p14:cNvContentPartPr/>
                <p14:nvPr/>
              </p14:nvContentPartPr>
              <p14:xfrm>
                <a:off x="7141435" y="5384508"/>
                <a:ext cx="100440" cy="752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7DE6550-6C88-937B-D4F7-D0FEE8FF91D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132435" y="5375508"/>
                  <a:ext cx="1180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89A8344-E3BA-6BF9-1337-E26633230D58}"/>
                    </a:ext>
                  </a:extLst>
                </p14:cNvPr>
                <p14:cNvContentPartPr/>
                <p14:nvPr/>
              </p14:nvContentPartPr>
              <p14:xfrm>
                <a:off x="7716715" y="5608068"/>
                <a:ext cx="125640" cy="5342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89A8344-E3BA-6BF9-1337-E26633230D5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707715" y="5599068"/>
                  <a:ext cx="143280" cy="55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E6F82A6-4272-3B8C-DFEA-2FACB4B41759}"/>
                    </a:ext>
                  </a:extLst>
                </p14:cNvPr>
                <p14:cNvContentPartPr/>
                <p14:nvPr/>
              </p14:nvContentPartPr>
              <p14:xfrm>
                <a:off x="7429435" y="5857548"/>
                <a:ext cx="483840" cy="1836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E6F82A6-4272-3B8C-DFEA-2FACB4B4175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420795" y="5848548"/>
                  <a:ext cx="5014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48A9DBA-F6B0-1339-DAF5-6C1FBBE7520E}"/>
                    </a:ext>
                  </a:extLst>
                </p14:cNvPr>
                <p14:cNvContentPartPr/>
                <p14:nvPr/>
              </p14:nvContentPartPr>
              <p14:xfrm>
                <a:off x="8415835" y="5273628"/>
                <a:ext cx="1790280" cy="7138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48A9DBA-F6B0-1339-DAF5-6C1FBBE7520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407195" y="5264628"/>
                  <a:ext cx="1807920" cy="731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94933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5B87CA53-503D-3BE5-58C8-1EC06A1D1BC6}"/>
              </a:ext>
            </a:extLst>
          </p:cNvPr>
          <p:cNvGrpSpPr/>
          <p:nvPr/>
        </p:nvGrpSpPr>
        <p:grpSpPr>
          <a:xfrm>
            <a:off x="1664755" y="651588"/>
            <a:ext cx="6905160" cy="3221280"/>
            <a:chOff x="1664755" y="651588"/>
            <a:chExt cx="6905160" cy="322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032420D-CC66-2D16-3849-EBE5508083B1}"/>
                    </a:ext>
                  </a:extLst>
                </p14:cNvPr>
                <p14:cNvContentPartPr/>
                <p14:nvPr/>
              </p14:nvContentPartPr>
              <p14:xfrm>
                <a:off x="1664755" y="698388"/>
                <a:ext cx="440640" cy="4334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032420D-CC66-2D16-3849-EBE5508083B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655755" y="689748"/>
                  <a:ext cx="458280" cy="45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5D71742-C7E9-9F7A-FF53-4947C6B2CFC8}"/>
                    </a:ext>
                  </a:extLst>
                </p14:cNvPr>
                <p14:cNvContentPartPr/>
                <p14:nvPr/>
              </p14:nvContentPartPr>
              <p14:xfrm>
                <a:off x="2337595" y="651588"/>
                <a:ext cx="65520" cy="4082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5D71742-C7E9-9F7A-FF53-4947C6B2CFC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328595" y="642948"/>
                  <a:ext cx="8316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7297F8A-E959-8584-0777-F2D8735108ED}"/>
                    </a:ext>
                  </a:extLst>
                </p14:cNvPr>
                <p14:cNvContentPartPr/>
                <p14:nvPr/>
              </p14:nvContentPartPr>
              <p14:xfrm>
                <a:off x="2569075" y="829428"/>
                <a:ext cx="744480" cy="1807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7297F8A-E959-8584-0777-F2D8735108E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60075" y="820428"/>
                  <a:ext cx="7621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72418C1-95C8-F948-0293-9F74103920CA}"/>
                    </a:ext>
                  </a:extLst>
                </p14:cNvPr>
                <p14:cNvContentPartPr/>
                <p14:nvPr/>
              </p14:nvContentPartPr>
              <p14:xfrm>
                <a:off x="2254435" y="1363668"/>
                <a:ext cx="82440" cy="4377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72418C1-95C8-F948-0293-9F74103920C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45435" y="1354668"/>
                  <a:ext cx="100080" cy="45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48265F9-0262-FC48-16B5-5DED973DEDAF}"/>
                    </a:ext>
                  </a:extLst>
                </p14:cNvPr>
                <p14:cNvContentPartPr/>
                <p14:nvPr/>
              </p14:nvContentPartPr>
              <p14:xfrm>
                <a:off x="2009635" y="1437468"/>
                <a:ext cx="252360" cy="1836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48265F9-0262-FC48-16B5-5DED973DEDA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00635" y="1428468"/>
                  <a:ext cx="2700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32A6436-55C6-79BF-E04B-AC69DFE67A1B}"/>
                    </a:ext>
                  </a:extLst>
                </p14:cNvPr>
                <p14:cNvContentPartPr/>
                <p14:nvPr/>
              </p14:nvContentPartPr>
              <p14:xfrm>
                <a:off x="2444875" y="1413708"/>
                <a:ext cx="317520" cy="795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32A6436-55C6-79BF-E04B-AC69DFE67A1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435875" y="1404708"/>
                  <a:ext cx="3351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D5F0E77-4AEA-568D-3DBF-6E5CFB64B31E}"/>
                    </a:ext>
                  </a:extLst>
                </p14:cNvPr>
                <p14:cNvContentPartPr/>
                <p14:nvPr/>
              </p14:nvContentPartPr>
              <p14:xfrm>
                <a:off x="1862395" y="2531148"/>
                <a:ext cx="168480" cy="10378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D5F0E77-4AEA-568D-3DBF-6E5CFB64B31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53755" y="2522508"/>
                  <a:ext cx="186120" cy="10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5EB2771-9CC9-01D5-2A41-D60F5717A4FE}"/>
                    </a:ext>
                  </a:extLst>
                </p14:cNvPr>
                <p14:cNvContentPartPr/>
                <p14:nvPr/>
              </p14:nvContentPartPr>
              <p14:xfrm>
                <a:off x="1892635" y="2657508"/>
                <a:ext cx="631080" cy="8031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5EB2771-9CC9-01D5-2A41-D60F5717A4F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883635" y="2648508"/>
                  <a:ext cx="648720" cy="82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451C357-04E9-C4F0-FC98-D2B8A882C89C}"/>
                    </a:ext>
                  </a:extLst>
                </p14:cNvPr>
                <p14:cNvContentPartPr/>
                <p14:nvPr/>
              </p14:nvContentPartPr>
              <p14:xfrm>
                <a:off x="2594995" y="2973948"/>
                <a:ext cx="415440" cy="288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451C357-04E9-C4F0-FC98-D2B8A882C89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86355" y="2965308"/>
                  <a:ext cx="43308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19DE816-382A-6C9F-9446-A4341F95C988}"/>
                    </a:ext>
                  </a:extLst>
                </p14:cNvPr>
                <p14:cNvContentPartPr/>
                <p14:nvPr/>
              </p14:nvContentPartPr>
              <p14:xfrm>
                <a:off x="3069475" y="2919948"/>
                <a:ext cx="839520" cy="2278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19DE816-382A-6C9F-9446-A4341F95C98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060835" y="2911308"/>
                  <a:ext cx="8571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8CDC60D-D53A-CA53-225D-4869079922A0}"/>
                    </a:ext>
                  </a:extLst>
                </p14:cNvPr>
                <p14:cNvContentPartPr/>
                <p14:nvPr/>
              </p14:nvContentPartPr>
              <p14:xfrm>
                <a:off x="4131475" y="2815548"/>
                <a:ext cx="217800" cy="2606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8CDC60D-D53A-CA53-225D-4869079922A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122835" y="2806908"/>
                  <a:ext cx="23544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E53BBB5-8CC2-D085-D575-87BE3C6EF94A}"/>
                    </a:ext>
                  </a:extLst>
                </p14:cNvPr>
                <p14:cNvContentPartPr/>
                <p14:nvPr/>
              </p14:nvContentPartPr>
              <p14:xfrm>
                <a:off x="2999275" y="1233348"/>
                <a:ext cx="69120" cy="10130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E53BBB5-8CC2-D085-D575-87BE3C6EF94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990635" y="1224708"/>
                  <a:ext cx="86760" cy="10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262C0AB-6C82-B3AE-00E4-D6EFC700369F}"/>
                    </a:ext>
                  </a:extLst>
                </p14:cNvPr>
                <p14:cNvContentPartPr/>
                <p14:nvPr/>
              </p14:nvContentPartPr>
              <p14:xfrm>
                <a:off x="2794435" y="1940028"/>
                <a:ext cx="718920" cy="4262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262C0AB-6C82-B3AE-00E4-D6EFC700369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785795" y="1931028"/>
                  <a:ext cx="736560" cy="44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BDE83D3-7AE6-F1A6-FA73-FC5800E4DC1D}"/>
                    </a:ext>
                  </a:extLst>
                </p14:cNvPr>
                <p14:cNvContentPartPr/>
                <p14:nvPr/>
              </p14:nvContentPartPr>
              <p14:xfrm>
                <a:off x="4492555" y="2912388"/>
                <a:ext cx="1568880" cy="694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BDE83D3-7AE6-F1A6-FA73-FC5800E4DC1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483915" y="2903388"/>
                  <a:ext cx="15865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43AE2D4-C6F3-A4C8-7C9E-D84666267AAE}"/>
                    </a:ext>
                  </a:extLst>
                </p14:cNvPr>
                <p14:cNvContentPartPr/>
                <p14:nvPr/>
              </p14:nvContentPartPr>
              <p14:xfrm>
                <a:off x="5883595" y="1978188"/>
                <a:ext cx="312840" cy="10036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43AE2D4-C6F3-A4C8-7C9E-D84666267AA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874955" y="1969548"/>
                  <a:ext cx="330480" cy="10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061E945-C944-4AE8-D454-2D0F97F7DD86}"/>
                    </a:ext>
                  </a:extLst>
                </p14:cNvPr>
                <p14:cNvContentPartPr/>
                <p14:nvPr/>
              </p14:nvContentPartPr>
              <p14:xfrm>
                <a:off x="5672635" y="2958828"/>
                <a:ext cx="266760" cy="7088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061E945-C944-4AE8-D454-2D0F97F7DD8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663995" y="2950188"/>
                  <a:ext cx="284400" cy="72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BC3C83E-E703-C853-DBD8-0BED8D2BD290}"/>
                    </a:ext>
                  </a:extLst>
                </p14:cNvPr>
                <p14:cNvContentPartPr/>
                <p14:nvPr/>
              </p14:nvContentPartPr>
              <p14:xfrm>
                <a:off x="5594515" y="3688188"/>
                <a:ext cx="1484640" cy="1846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BC3C83E-E703-C853-DBD8-0BED8D2BD29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585515" y="3679188"/>
                  <a:ext cx="15022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07FEABB-74DE-B4A8-1DB0-6452937235A6}"/>
                    </a:ext>
                  </a:extLst>
                </p14:cNvPr>
                <p14:cNvContentPartPr/>
                <p14:nvPr/>
              </p14:nvContentPartPr>
              <p14:xfrm>
                <a:off x="6305875" y="1908348"/>
                <a:ext cx="621360" cy="306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07FEABB-74DE-B4A8-1DB0-6452937235A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96875" y="1899708"/>
                  <a:ext cx="6390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F347D15-3000-2D51-A79F-DC92824856B4}"/>
                    </a:ext>
                  </a:extLst>
                </p14:cNvPr>
                <p14:cNvContentPartPr/>
                <p14:nvPr/>
              </p14:nvContentPartPr>
              <p14:xfrm>
                <a:off x="7453195" y="1636548"/>
                <a:ext cx="137160" cy="5554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F347D15-3000-2D51-A79F-DC92824856B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444555" y="1627548"/>
                  <a:ext cx="154800" cy="57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058D191-F3D8-C843-6BC3-AA690CD38A46}"/>
                    </a:ext>
                  </a:extLst>
                </p14:cNvPr>
                <p14:cNvContentPartPr/>
                <p14:nvPr/>
              </p14:nvContentPartPr>
              <p14:xfrm>
                <a:off x="7691155" y="1456908"/>
                <a:ext cx="878760" cy="7938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058D191-F3D8-C843-6BC3-AA690CD38A4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682515" y="1447908"/>
                  <a:ext cx="896400" cy="81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0B8425E-BC7F-6EBD-82B1-0F773A730975}"/>
                    </a:ext>
                  </a:extLst>
                </p14:cNvPr>
                <p14:cNvContentPartPr/>
                <p14:nvPr/>
              </p14:nvContentPartPr>
              <p14:xfrm>
                <a:off x="7796635" y="2960988"/>
                <a:ext cx="37080" cy="7002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0B8425E-BC7F-6EBD-82B1-0F773A73097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787995" y="2952348"/>
                  <a:ext cx="54720" cy="71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DC561C4-917A-89B0-7F83-47FABC298CE5}"/>
                    </a:ext>
                  </a:extLst>
                </p14:cNvPr>
                <p14:cNvContentPartPr/>
                <p14:nvPr/>
              </p14:nvContentPartPr>
              <p14:xfrm>
                <a:off x="7856395" y="2793948"/>
                <a:ext cx="483840" cy="1011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DC561C4-917A-89B0-7F83-47FABC298CE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847755" y="2784948"/>
                  <a:ext cx="5014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71BAC07-3AFF-5C28-9ED2-9F6750F14CB2}"/>
                    </a:ext>
                  </a:extLst>
                </p14:cNvPr>
                <p14:cNvContentPartPr/>
                <p14:nvPr/>
              </p14:nvContentPartPr>
              <p14:xfrm>
                <a:off x="7653715" y="3290028"/>
                <a:ext cx="574200" cy="925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71BAC07-3AFF-5C28-9ED2-9F6750F14CB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645075" y="3281028"/>
                  <a:ext cx="591840" cy="110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53582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06CB45A9-CAC8-83A7-0C9A-8267025B06EB}"/>
                  </a:ext>
                </a:extLst>
              </p14:cNvPr>
              <p14:cNvContentPartPr/>
              <p14:nvPr/>
            </p14:nvContentPartPr>
            <p14:xfrm>
              <a:off x="8987515" y="2449428"/>
              <a:ext cx="1239480" cy="17784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06CB45A9-CAC8-83A7-0C9A-8267025B06E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78875" y="2440788"/>
                <a:ext cx="125712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73923410-891B-05A3-4A27-B2831513C6F1}"/>
                  </a:ext>
                </a:extLst>
              </p14:cNvPr>
              <p14:cNvContentPartPr/>
              <p14:nvPr/>
            </p14:nvContentPartPr>
            <p14:xfrm>
              <a:off x="9687715" y="-20532"/>
              <a:ext cx="777240" cy="311328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73923410-891B-05A3-4A27-B2831513C6F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78715" y="-29532"/>
                <a:ext cx="794880" cy="313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2" name="Group 111">
            <a:extLst>
              <a:ext uri="{FF2B5EF4-FFF2-40B4-BE49-F238E27FC236}">
                <a16:creationId xmlns:a16="http://schemas.microsoft.com/office/drawing/2014/main" id="{AEA284CA-4F62-CCFB-1863-82461768E5F8}"/>
              </a:ext>
            </a:extLst>
          </p:cNvPr>
          <p:cNvGrpSpPr/>
          <p:nvPr/>
        </p:nvGrpSpPr>
        <p:grpSpPr>
          <a:xfrm>
            <a:off x="762595" y="22731"/>
            <a:ext cx="11576160" cy="6674400"/>
            <a:chOff x="762595" y="22731"/>
            <a:chExt cx="11576160" cy="667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1F1BB55-61A2-15A6-E10D-6EC37E6E8941}"/>
                    </a:ext>
                  </a:extLst>
                </p14:cNvPr>
                <p14:cNvContentPartPr/>
                <p14:nvPr/>
              </p14:nvContentPartPr>
              <p14:xfrm>
                <a:off x="1525435" y="912228"/>
                <a:ext cx="165600" cy="9162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1F1BB55-61A2-15A6-E10D-6EC37E6E894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16795" y="903228"/>
                  <a:ext cx="183240" cy="9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F313277-91C4-2E9A-9370-71EB72AAFE08}"/>
                    </a:ext>
                  </a:extLst>
                </p14:cNvPr>
                <p14:cNvContentPartPr/>
                <p14:nvPr/>
              </p14:nvContentPartPr>
              <p14:xfrm>
                <a:off x="1692835" y="1069548"/>
                <a:ext cx="589680" cy="8305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F313277-91C4-2E9A-9370-71EB72AAFE0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83835" y="1060548"/>
                  <a:ext cx="607320" cy="84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FF31716-0898-069D-BD9B-BF4D85F07D8A}"/>
                    </a:ext>
                  </a:extLst>
                </p14:cNvPr>
                <p14:cNvContentPartPr/>
                <p14:nvPr/>
              </p14:nvContentPartPr>
              <p14:xfrm>
                <a:off x="2434795" y="1301388"/>
                <a:ext cx="371880" cy="4395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FF31716-0898-069D-BD9B-BF4D85F07D8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425795" y="1292748"/>
                  <a:ext cx="38952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9462AC5-747F-AC05-53C0-9E4DEE6D1803}"/>
                    </a:ext>
                  </a:extLst>
                </p14:cNvPr>
                <p14:cNvContentPartPr/>
                <p14:nvPr/>
              </p14:nvContentPartPr>
              <p14:xfrm>
                <a:off x="2843755" y="1239828"/>
                <a:ext cx="592560" cy="4014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9462AC5-747F-AC05-53C0-9E4DEE6D180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835115" y="1231188"/>
                  <a:ext cx="61020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3799848-B88C-58C0-4936-05996F1AE8EF}"/>
                    </a:ext>
                  </a:extLst>
                </p14:cNvPr>
                <p14:cNvContentPartPr/>
                <p14:nvPr/>
              </p14:nvContentPartPr>
              <p14:xfrm>
                <a:off x="3718915" y="814308"/>
                <a:ext cx="651600" cy="7210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3799848-B88C-58C0-4936-05996F1AE8E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710275" y="805668"/>
                  <a:ext cx="669240" cy="73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9D8BB5C-FD26-1C22-EA74-E2829129F8C1}"/>
                    </a:ext>
                  </a:extLst>
                </p14:cNvPr>
                <p14:cNvContentPartPr/>
                <p14:nvPr/>
              </p14:nvContentPartPr>
              <p14:xfrm>
                <a:off x="4665715" y="933828"/>
                <a:ext cx="75240" cy="338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9D8BB5C-FD26-1C22-EA74-E2829129F8C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657075" y="925188"/>
                  <a:ext cx="928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A2034EA-2662-0A29-B530-E5BECE022F03}"/>
                    </a:ext>
                  </a:extLst>
                </p14:cNvPr>
                <p14:cNvContentPartPr/>
                <p14:nvPr/>
              </p14:nvContentPartPr>
              <p14:xfrm>
                <a:off x="4690915" y="1145508"/>
                <a:ext cx="517680" cy="414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A2034EA-2662-0A29-B530-E5BECE022F0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682275" y="1136508"/>
                  <a:ext cx="53532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16C491F-D930-154E-C255-844BFA0943B9}"/>
                    </a:ext>
                  </a:extLst>
                </p14:cNvPr>
                <p14:cNvContentPartPr/>
                <p14:nvPr/>
              </p14:nvContentPartPr>
              <p14:xfrm>
                <a:off x="5230915" y="1120668"/>
                <a:ext cx="252000" cy="4230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16C491F-D930-154E-C255-844BFA0943B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222275" y="1112028"/>
                  <a:ext cx="26964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E5BECA1-CD9B-CEBE-B9BD-76216935524A}"/>
                    </a:ext>
                  </a:extLst>
                </p14:cNvPr>
                <p14:cNvContentPartPr/>
                <p14:nvPr/>
              </p14:nvContentPartPr>
              <p14:xfrm>
                <a:off x="5771635" y="1159548"/>
                <a:ext cx="379080" cy="2739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E5BECA1-CD9B-CEBE-B9BD-76216935524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762635" y="1150908"/>
                  <a:ext cx="39672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31BF2F3-6AD8-A84E-775D-BFCA7409D833}"/>
                    </a:ext>
                  </a:extLst>
                </p14:cNvPr>
                <p14:cNvContentPartPr/>
                <p14:nvPr/>
              </p14:nvContentPartPr>
              <p14:xfrm>
                <a:off x="6250435" y="1237308"/>
                <a:ext cx="943200" cy="3348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31BF2F3-6AD8-A84E-775D-BFCA7409D83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241795" y="1228308"/>
                  <a:ext cx="96084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59D5F20-617E-39F8-334A-1EE9D920478B}"/>
                    </a:ext>
                  </a:extLst>
                </p14:cNvPr>
                <p14:cNvContentPartPr/>
                <p14:nvPr/>
              </p14:nvContentPartPr>
              <p14:xfrm>
                <a:off x="6876115" y="862548"/>
                <a:ext cx="491040" cy="6724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59D5F20-617E-39F8-334A-1EE9D920478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867115" y="853548"/>
                  <a:ext cx="508680" cy="69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09E79ED-4BDD-0B33-93CB-ACC124B86A3F}"/>
                    </a:ext>
                  </a:extLst>
                </p14:cNvPr>
                <p14:cNvContentPartPr/>
                <p14:nvPr/>
              </p14:nvContentPartPr>
              <p14:xfrm>
                <a:off x="4316155" y="1945428"/>
                <a:ext cx="750240" cy="882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09E79ED-4BDD-0B33-93CB-ACC124B86A3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307515" y="1936428"/>
                  <a:ext cx="7678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4BDAD8E-DF2D-4601-F2B7-318F68CE5C9A}"/>
                    </a:ext>
                  </a:extLst>
                </p14:cNvPr>
                <p14:cNvContentPartPr/>
                <p14:nvPr/>
              </p14:nvContentPartPr>
              <p14:xfrm>
                <a:off x="4058755" y="3433668"/>
                <a:ext cx="818640" cy="3060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4BDAD8E-DF2D-4601-F2B7-318F68CE5C9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049755" y="3424668"/>
                  <a:ext cx="83628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F8130DF-E50C-9BF5-DB3C-943D1DCCF284}"/>
                    </a:ext>
                  </a:extLst>
                </p14:cNvPr>
                <p14:cNvContentPartPr/>
                <p14:nvPr/>
              </p14:nvContentPartPr>
              <p14:xfrm>
                <a:off x="4955155" y="3120468"/>
                <a:ext cx="77400" cy="579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F8130DF-E50C-9BF5-DB3C-943D1DCCF28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946515" y="3111828"/>
                  <a:ext cx="950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928FAC8-53DC-0B38-FA76-A6F09B328263}"/>
                    </a:ext>
                  </a:extLst>
                </p14:cNvPr>
                <p14:cNvContentPartPr/>
                <p14:nvPr/>
              </p14:nvContentPartPr>
              <p14:xfrm>
                <a:off x="5041915" y="3397308"/>
                <a:ext cx="456480" cy="3502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928FAC8-53DC-0B38-FA76-A6F09B32826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032915" y="3388668"/>
                  <a:ext cx="47412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8493BEE-1C20-948C-6664-6B8F31CCA781}"/>
                    </a:ext>
                  </a:extLst>
                </p14:cNvPr>
                <p14:cNvContentPartPr/>
                <p14:nvPr/>
              </p14:nvContentPartPr>
              <p14:xfrm>
                <a:off x="5559235" y="3289668"/>
                <a:ext cx="237240" cy="4417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8493BEE-1C20-948C-6664-6B8F31CCA78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550595" y="3280668"/>
                  <a:ext cx="254880" cy="45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E2EB2FB-24C3-7F26-03E6-AE30CD243618}"/>
                    </a:ext>
                  </a:extLst>
                </p14:cNvPr>
                <p14:cNvContentPartPr/>
                <p14:nvPr/>
              </p14:nvContentPartPr>
              <p14:xfrm>
                <a:off x="5926075" y="3313788"/>
                <a:ext cx="407880" cy="3690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E2EB2FB-24C3-7F26-03E6-AE30CD24361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917075" y="3305148"/>
                  <a:ext cx="42552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EF9D454-5CC9-C3E9-022D-9B277D82F6A9}"/>
                    </a:ext>
                  </a:extLst>
                </p14:cNvPr>
                <p14:cNvContentPartPr/>
                <p14:nvPr/>
              </p14:nvContentPartPr>
              <p14:xfrm>
                <a:off x="6510715" y="3251148"/>
                <a:ext cx="762840" cy="6253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EF9D454-5CC9-C3E9-022D-9B277D82F6A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502075" y="3242148"/>
                  <a:ext cx="780480" cy="64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893C3C8-D2C2-55A1-D7D9-314F5956E647}"/>
                    </a:ext>
                  </a:extLst>
                </p14:cNvPr>
                <p14:cNvContentPartPr/>
                <p14:nvPr/>
              </p14:nvContentPartPr>
              <p14:xfrm>
                <a:off x="2171995" y="3274548"/>
                <a:ext cx="893160" cy="8553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893C3C8-D2C2-55A1-D7D9-314F5956E64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162995" y="3265908"/>
                  <a:ext cx="910800" cy="87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150542A-159B-8BA7-4294-EFBC81F9DED9}"/>
                    </a:ext>
                  </a:extLst>
                </p14:cNvPr>
                <p14:cNvContentPartPr/>
                <p14:nvPr/>
              </p14:nvContentPartPr>
              <p14:xfrm>
                <a:off x="2904955" y="3674868"/>
                <a:ext cx="363600" cy="2869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150542A-159B-8BA7-4294-EFBC81F9DED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896315" y="3666228"/>
                  <a:ext cx="38124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C11F303-FE75-785C-71A8-0D9032747355}"/>
                    </a:ext>
                  </a:extLst>
                </p14:cNvPr>
                <p14:cNvContentPartPr/>
                <p14:nvPr/>
              </p14:nvContentPartPr>
              <p14:xfrm>
                <a:off x="3410755" y="3455988"/>
                <a:ext cx="579240" cy="4442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C11F303-FE75-785C-71A8-0D903274735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401755" y="3446988"/>
                  <a:ext cx="59688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316DCC0-F588-03F2-0877-0BEF1FAE3DFB}"/>
                    </a:ext>
                  </a:extLst>
                </p14:cNvPr>
                <p14:cNvContentPartPr/>
                <p14:nvPr/>
              </p14:nvContentPartPr>
              <p14:xfrm>
                <a:off x="4300675" y="3785748"/>
                <a:ext cx="1806840" cy="11692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316DCC0-F588-03F2-0877-0BEF1FAE3DF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291675" y="3777108"/>
                  <a:ext cx="1824480" cy="11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57642DC-934C-0481-7327-98D58CF1BDE7}"/>
                    </a:ext>
                  </a:extLst>
                </p14:cNvPr>
                <p14:cNvContentPartPr/>
                <p14:nvPr/>
              </p14:nvContentPartPr>
              <p14:xfrm>
                <a:off x="6078355" y="4414668"/>
                <a:ext cx="2514960" cy="9907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57642DC-934C-0481-7327-98D58CF1BDE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069355" y="4405668"/>
                  <a:ext cx="2532600" cy="10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06F59A8-D085-40BF-E587-783408971D65}"/>
                    </a:ext>
                  </a:extLst>
                </p14:cNvPr>
                <p14:cNvContentPartPr/>
                <p14:nvPr/>
              </p14:nvContentPartPr>
              <p14:xfrm>
                <a:off x="3999355" y="4992468"/>
                <a:ext cx="77400" cy="9194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06F59A8-D085-40BF-E587-783408971D6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990355" y="4983828"/>
                  <a:ext cx="95040" cy="9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E3550E4-D16F-CADF-65FF-082B97FBEB62}"/>
                    </a:ext>
                  </a:extLst>
                </p14:cNvPr>
                <p14:cNvContentPartPr/>
                <p14:nvPr/>
              </p14:nvContentPartPr>
              <p14:xfrm>
                <a:off x="5914915" y="4681428"/>
                <a:ext cx="417600" cy="13154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E3550E4-D16F-CADF-65FF-082B97FBEB6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906275" y="4672428"/>
                  <a:ext cx="435240" cy="133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A9B8443-5831-1B5D-45BC-1711574AC3EB}"/>
                    </a:ext>
                  </a:extLst>
                </p14:cNvPr>
                <p14:cNvContentPartPr/>
                <p14:nvPr/>
              </p14:nvContentPartPr>
              <p14:xfrm>
                <a:off x="3539635" y="6024588"/>
                <a:ext cx="680400" cy="5907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A9B8443-5831-1B5D-45BC-1711574AC3E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530995" y="6015948"/>
                  <a:ext cx="698040" cy="60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17F4B64-F5EB-5B03-6CB3-EA54E3305831}"/>
                    </a:ext>
                  </a:extLst>
                </p14:cNvPr>
                <p14:cNvContentPartPr/>
                <p14:nvPr/>
              </p14:nvContentPartPr>
              <p14:xfrm>
                <a:off x="4294555" y="6035388"/>
                <a:ext cx="36360" cy="1054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17F4B64-F5EB-5B03-6CB3-EA54E330583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285555" y="6026748"/>
                  <a:ext cx="540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E3A4E16-1E32-2E0D-3D14-C529F4FDE416}"/>
                    </a:ext>
                  </a:extLst>
                </p14:cNvPr>
                <p14:cNvContentPartPr/>
                <p14:nvPr/>
              </p14:nvContentPartPr>
              <p14:xfrm>
                <a:off x="4317955" y="6291708"/>
                <a:ext cx="132480" cy="442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E3A4E16-1E32-2E0D-3D14-C529F4FDE41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309315" y="6282708"/>
                  <a:ext cx="1501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2306131-AA60-8D7D-CB06-2D11A61F107E}"/>
                    </a:ext>
                  </a:extLst>
                </p14:cNvPr>
                <p14:cNvContentPartPr/>
                <p14:nvPr/>
              </p14:nvContentPartPr>
              <p14:xfrm>
                <a:off x="4625755" y="6195948"/>
                <a:ext cx="238320" cy="1119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2306131-AA60-8D7D-CB06-2D11A61F107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617115" y="6187308"/>
                  <a:ext cx="2559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9F9815B-19FE-E0C6-8FA1-58B890A0FC48}"/>
                    </a:ext>
                  </a:extLst>
                </p14:cNvPr>
                <p14:cNvContentPartPr/>
                <p14:nvPr/>
              </p14:nvContentPartPr>
              <p14:xfrm>
                <a:off x="5668315" y="6128988"/>
                <a:ext cx="55440" cy="3852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9F9815B-19FE-E0C6-8FA1-58B890A0FC4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659675" y="6120348"/>
                  <a:ext cx="7308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C8DF112-381F-0298-C053-D44918ED3DF6}"/>
                    </a:ext>
                  </a:extLst>
                </p14:cNvPr>
                <p14:cNvContentPartPr/>
                <p14:nvPr/>
              </p14:nvContentPartPr>
              <p14:xfrm>
                <a:off x="5261515" y="6045108"/>
                <a:ext cx="640800" cy="2304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C8DF112-381F-0298-C053-D44918ED3DF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252875" y="6036468"/>
                  <a:ext cx="65844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337604F-4D76-0102-D511-DAE8DCD77C1E}"/>
                    </a:ext>
                  </a:extLst>
                </p14:cNvPr>
                <p14:cNvContentPartPr/>
                <p14:nvPr/>
              </p14:nvContentPartPr>
              <p14:xfrm>
                <a:off x="5939035" y="6369828"/>
                <a:ext cx="34200" cy="1252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337604F-4D76-0102-D511-DAE8DCD77C1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930395" y="6360828"/>
                  <a:ext cx="518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8223218-F9DB-770F-E00B-4FD7B8B7502F}"/>
                    </a:ext>
                  </a:extLst>
                </p14:cNvPr>
                <p14:cNvContentPartPr/>
                <p14:nvPr/>
              </p14:nvContentPartPr>
              <p14:xfrm>
                <a:off x="6222715" y="6068868"/>
                <a:ext cx="371880" cy="3218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8223218-F9DB-770F-E00B-4FD7B8B7502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213715" y="6060228"/>
                  <a:ext cx="38952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DABCFFC-8851-2388-5F0B-3489F313AAFC}"/>
                    </a:ext>
                  </a:extLst>
                </p14:cNvPr>
                <p14:cNvContentPartPr/>
                <p14:nvPr/>
              </p14:nvContentPartPr>
              <p14:xfrm>
                <a:off x="7863955" y="1070628"/>
                <a:ext cx="1477440" cy="2448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DABCFFC-8851-2388-5F0B-3489F313AAF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855315" y="1061628"/>
                  <a:ext cx="149508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7207788-441A-9E13-9F86-4A7C94154831}"/>
                    </a:ext>
                  </a:extLst>
                </p14:cNvPr>
                <p14:cNvContentPartPr/>
                <p14:nvPr/>
              </p14:nvContentPartPr>
              <p14:xfrm>
                <a:off x="8939275" y="1153428"/>
                <a:ext cx="347760" cy="16855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7207788-441A-9E13-9F86-4A7C9415483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930275" y="1144428"/>
                  <a:ext cx="365400" cy="170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6F25BC8-DB06-27FE-A7FC-10A77CEF0CE4}"/>
                    </a:ext>
                  </a:extLst>
                </p14:cNvPr>
                <p14:cNvContentPartPr/>
                <p14:nvPr/>
              </p14:nvContentPartPr>
              <p14:xfrm>
                <a:off x="9299995" y="158748"/>
                <a:ext cx="483840" cy="10609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6F25BC8-DB06-27FE-A7FC-10A77CEF0CE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290995" y="150108"/>
                  <a:ext cx="501480" cy="10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FEE6FCF-6357-D0B4-A1D7-C65480C6628B}"/>
                    </a:ext>
                  </a:extLst>
                </p14:cNvPr>
                <p14:cNvContentPartPr/>
                <p14:nvPr/>
              </p14:nvContentPartPr>
              <p14:xfrm>
                <a:off x="9748195" y="329748"/>
                <a:ext cx="1301400" cy="576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FEE6FCF-6357-D0B4-A1D7-C65480C6628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739555" y="320748"/>
                  <a:ext cx="13190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12E1C59-D25E-596D-0FD9-AD62C90441A6}"/>
                    </a:ext>
                  </a:extLst>
                </p14:cNvPr>
                <p14:cNvContentPartPr/>
                <p14:nvPr/>
              </p14:nvContentPartPr>
              <p14:xfrm>
                <a:off x="9311875" y="1374108"/>
                <a:ext cx="862560" cy="867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12E1C59-D25E-596D-0FD9-AD62C90441A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302875" y="1365468"/>
                  <a:ext cx="8802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13C72E0-D738-5857-1A30-09F5F86FB00C}"/>
                    </a:ext>
                  </a:extLst>
                </p14:cNvPr>
                <p14:cNvContentPartPr/>
                <p14:nvPr/>
              </p14:nvContentPartPr>
              <p14:xfrm>
                <a:off x="8805355" y="2440068"/>
                <a:ext cx="768600" cy="730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13C72E0-D738-5857-1A30-09F5F86FB00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796715" y="2431428"/>
                  <a:ext cx="7862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A78235D-4641-4977-D216-C6898C577C28}"/>
                    </a:ext>
                  </a:extLst>
                </p14:cNvPr>
                <p14:cNvContentPartPr/>
                <p14:nvPr/>
              </p14:nvContentPartPr>
              <p14:xfrm>
                <a:off x="10836475" y="465108"/>
                <a:ext cx="952560" cy="5788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A78235D-4641-4977-D216-C6898C577C2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827475" y="456108"/>
                  <a:ext cx="970200" cy="59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4ACDB81-BFA1-0250-927D-CE1F12D35B14}"/>
                    </a:ext>
                  </a:extLst>
                </p14:cNvPr>
                <p14:cNvContentPartPr/>
                <p14:nvPr/>
              </p14:nvContentPartPr>
              <p14:xfrm>
                <a:off x="11910355" y="350988"/>
                <a:ext cx="227160" cy="4474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4ACDB81-BFA1-0250-927D-CE1F12D35B1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901715" y="342348"/>
                  <a:ext cx="24480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F334CEE-241D-5A89-EE73-7A9760974BE4}"/>
                    </a:ext>
                  </a:extLst>
                </p14:cNvPr>
                <p14:cNvContentPartPr/>
                <p14:nvPr/>
              </p14:nvContentPartPr>
              <p14:xfrm>
                <a:off x="12109435" y="440268"/>
                <a:ext cx="229320" cy="219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F334CEE-241D-5A89-EE73-7A9760974BE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2100435" y="431268"/>
                  <a:ext cx="2469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3D6C094-8634-C851-7E42-ABA195596BAC}"/>
                    </a:ext>
                  </a:extLst>
                </p14:cNvPr>
                <p14:cNvContentPartPr/>
                <p14:nvPr/>
              </p14:nvContentPartPr>
              <p14:xfrm>
                <a:off x="10199635" y="1293108"/>
                <a:ext cx="289800" cy="6742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3D6C094-8634-C851-7E42-ABA195596BA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190995" y="1284468"/>
                  <a:ext cx="307440" cy="69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AFB2E60-E779-CC0E-2A99-79ED263E8420}"/>
                    </a:ext>
                  </a:extLst>
                </p14:cNvPr>
                <p14:cNvContentPartPr/>
                <p14:nvPr/>
              </p14:nvContentPartPr>
              <p14:xfrm>
                <a:off x="10732435" y="1428108"/>
                <a:ext cx="716760" cy="5065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AFB2E60-E779-CC0E-2A99-79ED263E842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723435" y="1419468"/>
                  <a:ext cx="734400" cy="52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5A1C968-0DEC-9C7F-0B3E-D856815D2802}"/>
                    </a:ext>
                  </a:extLst>
                </p14:cNvPr>
                <p14:cNvContentPartPr/>
                <p14:nvPr/>
              </p14:nvContentPartPr>
              <p14:xfrm>
                <a:off x="10392235" y="2176908"/>
                <a:ext cx="938880" cy="6130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5A1C968-0DEC-9C7F-0B3E-D856815D280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383235" y="2168268"/>
                  <a:ext cx="956520" cy="63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4B50F47-451E-479D-2056-0FE7A2B8AFD0}"/>
                    </a:ext>
                  </a:extLst>
                </p14:cNvPr>
                <p14:cNvContentPartPr/>
                <p14:nvPr/>
              </p14:nvContentPartPr>
              <p14:xfrm>
                <a:off x="11471875" y="2416308"/>
                <a:ext cx="75960" cy="3344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4B50F47-451E-479D-2056-0FE7A2B8AFD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462875" y="2407668"/>
                  <a:ext cx="9360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16EC2A5-2496-EFEC-696F-9144896D5647}"/>
                    </a:ext>
                  </a:extLst>
                </p14:cNvPr>
                <p14:cNvContentPartPr/>
                <p14:nvPr/>
              </p14:nvContentPartPr>
              <p14:xfrm>
                <a:off x="11635315" y="2688828"/>
                <a:ext cx="16200" cy="406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16EC2A5-2496-EFEC-696F-9144896D564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626675" y="2679828"/>
                  <a:ext cx="3384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AAE963B-A859-67AF-AE5B-0D2C2B3A1CEA}"/>
                    </a:ext>
                  </a:extLst>
                </p14:cNvPr>
                <p14:cNvContentPartPr/>
                <p14:nvPr/>
              </p14:nvContentPartPr>
              <p14:xfrm>
                <a:off x="11855995" y="2334948"/>
                <a:ext cx="27000" cy="1749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AAE963B-A859-67AF-AE5B-0D2C2B3A1CE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847355" y="2325948"/>
                  <a:ext cx="446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9FF0978-C0E9-9BC4-0B58-2A1A4666F8B1}"/>
                    </a:ext>
                  </a:extLst>
                </p14:cNvPr>
                <p14:cNvContentPartPr/>
                <p14:nvPr/>
              </p14:nvContentPartPr>
              <p14:xfrm>
                <a:off x="11757355" y="2520348"/>
                <a:ext cx="242640" cy="1252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9FF0978-C0E9-9BC4-0B58-2A1A4666F8B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748355" y="2511708"/>
                  <a:ext cx="2602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A54259C-72C4-AA16-AEFE-60C5D7820249}"/>
                    </a:ext>
                  </a:extLst>
                </p14:cNvPr>
                <p14:cNvContentPartPr/>
                <p14:nvPr/>
              </p14:nvContentPartPr>
              <p14:xfrm>
                <a:off x="8152315" y="5529588"/>
                <a:ext cx="1383120" cy="6058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A54259C-72C4-AA16-AEFE-60C5D782024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143675" y="5520948"/>
                  <a:ext cx="1400760" cy="62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367A8E2-0E3B-7A21-6BB6-41562AD4B0C0}"/>
                    </a:ext>
                  </a:extLst>
                </p14:cNvPr>
                <p14:cNvContentPartPr/>
                <p14:nvPr/>
              </p14:nvContentPartPr>
              <p14:xfrm>
                <a:off x="9635875" y="3885828"/>
                <a:ext cx="1188720" cy="17096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367A8E2-0E3B-7A21-6BB6-41562AD4B0C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626875" y="3876828"/>
                  <a:ext cx="1206360" cy="172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2043DFC-6335-6B93-9BBF-F373AE1EA6D9}"/>
                    </a:ext>
                  </a:extLst>
                </p14:cNvPr>
                <p14:cNvContentPartPr/>
                <p14:nvPr/>
              </p14:nvContentPartPr>
              <p14:xfrm>
                <a:off x="8810035" y="2528988"/>
                <a:ext cx="1549440" cy="11070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2043DFC-6335-6B93-9BBF-F373AE1EA6D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801395" y="2520348"/>
                  <a:ext cx="1567080" cy="11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F37BAC2-0374-E3FE-FDBC-1090C8AD8AC3}"/>
                    </a:ext>
                  </a:extLst>
                </p14:cNvPr>
                <p14:cNvContentPartPr/>
                <p14:nvPr/>
              </p14:nvContentPartPr>
              <p14:xfrm>
                <a:off x="10413115" y="2856948"/>
                <a:ext cx="115560" cy="5680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F37BAC2-0374-E3FE-FDBC-1090C8AD8AC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404475" y="2847948"/>
                  <a:ext cx="133200" cy="58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1C52FB7-FB6C-CF5F-30EB-7870A206FADC}"/>
                    </a:ext>
                  </a:extLst>
                </p14:cNvPr>
                <p14:cNvContentPartPr/>
                <p14:nvPr/>
              </p14:nvContentPartPr>
              <p14:xfrm>
                <a:off x="10387555" y="2881068"/>
                <a:ext cx="356040" cy="4514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1C52FB7-FB6C-CF5F-30EB-7870A206FAD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378555" y="2872068"/>
                  <a:ext cx="373680" cy="4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CFCB240-E4F9-1F99-C9F8-EEB538216F0C}"/>
                    </a:ext>
                  </a:extLst>
                </p14:cNvPr>
                <p14:cNvContentPartPr/>
                <p14:nvPr/>
              </p14:nvContentPartPr>
              <p14:xfrm>
                <a:off x="10781035" y="3124788"/>
                <a:ext cx="321120" cy="1828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CFCB240-E4F9-1F99-C9F8-EEB538216F0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772395" y="3115788"/>
                  <a:ext cx="3387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8D429A8-4BCD-B066-C260-DA6418D2ABD3}"/>
                    </a:ext>
                  </a:extLst>
                </p14:cNvPr>
                <p14:cNvContentPartPr/>
                <p14:nvPr/>
              </p14:nvContentPartPr>
              <p14:xfrm>
                <a:off x="11267755" y="3139188"/>
                <a:ext cx="182160" cy="3506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8D429A8-4BCD-B066-C260-DA6418D2ABD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258755" y="3130548"/>
                  <a:ext cx="19980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4ABA24E-AD33-E54B-125F-4BD30907F9B3}"/>
                    </a:ext>
                  </a:extLst>
                </p14:cNvPr>
                <p14:cNvContentPartPr/>
                <p14:nvPr/>
              </p14:nvContentPartPr>
              <p14:xfrm>
                <a:off x="11448475" y="3096708"/>
                <a:ext cx="268200" cy="3304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4ABA24E-AD33-E54B-125F-4BD30907F9B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439835" y="3088068"/>
                  <a:ext cx="28584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DF9143B-AE80-80AA-514F-29D1823BF8D8}"/>
                    </a:ext>
                  </a:extLst>
                </p14:cNvPr>
                <p14:cNvContentPartPr/>
                <p14:nvPr/>
              </p14:nvContentPartPr>
              <p14:xfrm>
                <a:off x="11827195" y="3141348"/>
                <a:ext cx="30600" cy="100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DF9143B-AE80-80AA-514F-29D1823BF8D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818195" y="3132348"/>
                  <a:ext cx="482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DE5102F-F186-BCFA-FD67-291613D5F600}"/>
                    </a:ext>
                  </a:extLst>
                </p14:cNvPr>
                <p14:cNvContentPartPr/>
                <p14:nvPr/>
              </p14:nvContentPartPr>
              <p14:xfrm>
                <a:off x="7220995" y="4734051"/>
                <a:ext cx="122400" cy="5295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DE5102F-F186-BCFA-FD67-291613D5F60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211995" y="4725411"/>
                  <a:ext cx="140040" cy="54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B2685E1-0D95-AAB0-6F42-7A6521A5B256}"/>
                    </a:ext>
                  </a:extLst>
                </p14:cNvPr>
                <p14:cNvContentPartPr/>
                <p14:nvPr/>
              </p14:nvContentPartPr>
              <p14:xfrm>
                <a:off x="6799795" y="5686611"/>
                <a:ext cx="39240" cy="3236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B2685E1-0D95-AAB0-6F42-7A6521A5B25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791155" y="5677611"/>
                  <a:ext cx="5688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06FB08A-A05D-9AED-3AC5-FFAD4A1E2ED9}"/>
                    </a:ext>
                  </a:extLst>
                </p14:cNvPr>
                <p14:cNvContentPartPr/>
                <p14:nvPr/>
              </p14:nvContentPartPr>
              <p14:xfrm>
                <a:off x="7023355" y="5536131"/>
                <a:ext cx="857520" cy="4147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06FB08A-A05D-9AED-3AC5-FFAD4A1E2ED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014355" y="5527131"/>
                  <a:ext cx="875160" cy="43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A1F4496-6C5F-724D-A318-6FCC89310806}"/>
                    </a:ext>
                  </a:extLst>
                </p14:cNvPr>
                <p14:cNvContentPartPr/>
                <p14:nvPr/>
              </p14:nvContentPartPr>
              <p14:xfrm>
                <a:off x="6563635" y="5301411"/>
                <a:ext cx="1729080" cy="11520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A1F4496-6C5F-724D-A318-6FCC8931080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554635" y="5292771"/>
                  <a:ext cx="1746720" cy="11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FFF2108-02A6-096D-CACE-9495D05693E5}"/>
                    </a:ext>
                  </a:extLst>
                </p14:cNvPr>
                <p14:cNvContentPartPr/>
                <p14:nvPr/>
              </p14:nvContentPartPr>
              <p14:xfrm>
                <a:off x="6847315" y="5048331"/>
                <a:ext cx="539280" cy="2797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FFF2108-02A6-096D-CACE-9495D05693E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838315" y="5039691"/>
                  <a:ext cx="55692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7ABB7FA-7F78-437A-8430-3A822975CE45}"/>
                    </a:ext>
                  </a:extLst>
                </p14:cNvPr>
                <p14:cNvContentPartPr/>
                <p14:nvPr/>
              </p14:nvContentPartPr>
              <p14:xfrm>
                <a:off x="3916555" y="5603091"/>
                <a:ext cx="527760" cy="3344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7ABB7FA-7F78-437A-8430-3A822975CE4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907555" y="5594091"/>
                  <a:ext cx="54540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DF0DB77-0D08-F859-A014-C00EAEEBC444}"/>
                    </a:ext>
                  </a:extLst>
                </p14:cNvPr>
                <p14:cNvContentPartPr/>
                <p14:nvPr/>
              </p14:nvContentPartPr>
              <p14:xfrm>
                <a:off x="5680195" y="5616051"/>
                <a:ext cx="401400" cy="2487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DF0DB77-0D08-F859-A014-C00EAEEBC44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671555" y="5607051"/>
                  <a:ext cx="41904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5E05D0D-E9F3-5075-7BF5-EA27524E6514}"/>
                    </a:ext>
                  </a:extLst>
                </p14:cNvPr>
                <p14:cNvContentPartPr/>
                <p14:nvPr/>
              </p14:nvContentPartPr>
              <p14:xfrm>
                <a:off x="8265355" y="5304651"/>
                <a:ext cx="372960" cy="1990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5E05D0D-E9F3-5075-7BF5-EA27524E651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256355" y="5295651"/>
                  <a:ext cx="3906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FF9B4DA-E552-4EA8-EF76-95966012D728}"/>
                    </a:ext>
                  </a:extLst>
                </p14:cNvPr>
                <p14:cNvContentPartPr/>
                <p14:nvPr/>
              </p14:nvContentPartPr>
              <p14:xfrm>
                <a:off x="4392115" y="6473931"/>
                <a:ext cx="608040" cy="2232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FF9B4DA-E552-4EA8-EF76-95966012D72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383475" y="6465291"/>
                  <a:ext cx="6256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0DEC5F2-08B7-3CAD-8738-13A0375B2ACF}"/>
                    </a:ext>
                  </a:extLst>
                </p14:cNvPr>
                <p14:cNvContentPartPr/>
                <p14:nvPr/>
              </p14:nvContentPartPr>
              <p14:xfrm>
                <a:off x="6092035" y="6529011"/>
                <a:ext cx="513000" cy="954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0DEC5F2-08B7-3CAD-8738-13A0375B2AC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083035" y="6520371"/>
                  <a:ext cx="5306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DD51404-E73F-3B05-BE05-8505C93667D8}"/>
                    </a:ext>
                  </a:extLst>
                </p14:cNvPr>
                <p14:cNvContentPartPr/>
                <p14:nvPr/>
              </p14:nvContentPartPr>
              <p14:xfrm>
                <a:off x="7263115" y="6260811"/>
                <a:ext cx="392400" cy="3844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DD51404-E73F-3B05-BE05-8505C93667D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254475" y="6251811"/>
                  <a:ext cx="41004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4F81269-FE9D-2B6F-A5A0-3A1432BB70CB}"/>
                    </a:ext>
                  </a:extLst>
                </p14:cNvPr>
                <p14:cNvContentPartPr/>
                <p14:nvPr/>
              </p14:nvContentPartPr>
              <p14:xfrm>
                <a:off x="8627515" y="6241011"/>
                <a:ext cx="594000" cy="3236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4F81269-FE9D-2B6F-A5A0-3A1432BB70C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618875" y="6232371"/>
                  <a:ext cx="61164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0C2CE62-EDC6-DB19-3B00-8134003ED10A}"/>
                    </a:ext>
                  </a:extLst>
                </p14:cNvPr>
                <p14:cNvContentPartPr/>
                <p14:nvPr/>
              </p14:nvContentPartPr>
              <p14:xfrm>
                <a:off x="8821195" y="6313371"/>
                <a:ext cx="13680" cy="388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0C2CE62-EDC6-DB19-3B00-8134003ED10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812195" y="6304731"/>
                  <a:ext cx="313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7A83DE3-5E9C-BC06-21D3-D96DE6DE09C2}"/>
                    </a:ext>
                  </a:extLst>
                </p14:cNvPr>
                <p14:cNvContentPartPr/>
                <p14:nvPr/>
              </p14:nvContentPartPr>
              <p14:xfrm>
                <a:off x="3088555" y="3742251"/>
                <a:ext cx="4282200" cy="5457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7A83DE3-5E9C-BC06-21D3-D96DE6DE09C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079915" y="3733251"/>
                  <a:ext cx="4299840" cy="56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9C22DC2-FB90-8952-C3A2-E5429DB6B177}"/>
                    </a:ext>
                  </a:extLst>
                </p14:cNvPr>
                <p14:cNvContentPartPr/>
                <p14:nvPr/>
              </p14:nvContentPartPr>
              <p14:xfrm>
                <a:off x="7208755" y="2502411"/>
                <a:ext cx="471600" cy="12906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9C22DC2-FB90-8952-C3A2-E5429DB6B17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200115" y="2493771"/>
                  <a:ext cx="489240" cy="13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FA5394B-2DA1-D872-DBE9-CA6402026EE1}"/>
                    </a:ext>
                  </a:extLst>
                </p14:cNvPr>
                <p14:cNvContentPartPr/>
                <p14:nvPr/>
              </p14:nvContentPartPr>
              <p14:xfrm>
                <a:off x="1562515" y="2860611"/>
                <a:ext cx="290880" cy="18223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FA5394B-2DA1-D872-DBE9-CA6402026EE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553515" y="2851971"/>
                  <a:ext cx="308520" cy="18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540484D-D784-C63B-5649-19596CC13B2C}"/>
                    </a:ext>
                  </a:extLst>
                </p14:cNvPr>
                <p14:cNvContentPartPr/>
                <p14:nvPr/>
              </p14:nvContentPartPr>
              <p14:xfrm>
                <a:off x="1552435" y="2190291"/>
                <a:ext cx="6446160" cy="7153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540484D-D784-C63B-5649-19596CC13B2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543795" y="2181291"/>
                  <a:ext cx="6463800" cy="73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74CA3AF-A107-9FCC-8CF3-14AC6E9CC083}"/>
                    </a:ext>
                  </a:extLst>
                </p14:cNvPr>
                <p14:cNvContentPartPr/>
                <p14:nvPr/>
              </p14:nvContentPartPr>
              <p14:xfrm>
                <a:off x="1530835" y="4297371"/>
                <a:ext cx="2560320" cy="2836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74CA3AF-A107-9FCC-8CF3-14AC6E9CC08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521835" y="4288731"/>
                  <a:ext cx="257796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3D5827D-CC04-B52A-C07B-3258B6BAF3DF}"/>
                    </a:ext>
                  </a:extLst>
                </p14:cNvPr>
                <p14:cNvContentPartPr/>
                <p14:nvPr/>
              </p14:nvContentPartPr>
              <p14:xfrm>
                <a:off x="2207275" y="1884651"/>
                <a:ext cx="2545920" cy="2991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3D5827D-CC04-B52A-C07B-3258B6BAF3D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198275" y="1876011"/>
                  <a:ext cx="256356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83FC243-F488-7CCE-1979-EE726753A743}"/>
                    </a:ext>
                  </a:extLst>
                </p14:cNvPr>
                <p14:cNvContentPartPr/>
                <p14:nvPr/>
              </p14:nvContentPartPr>
              <p14:xfrm>
                <a:off x="1106395" y="423771"/>
                <a:ext cx="134280" cy="20019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83FC243-F488-7CCE-1979-EE726753A74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97395" y="415131"/>
                  <a:ext cx="151920" cy="20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A9858D0-C458-8F5D-839E-04850503D431}"/>
                    </a:ext>
                  </a:extLst>
                </p14:cNvPr>
                <p14:cNvContentPartPr/>
                <p14:nvPr/>
              </p14:nvContentPartPr>
              <p14:xfrm>
                <a:off x="762595" y="22731"/>
                <a:ext cx="6988320" cy="15588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A9858D0-C458-8F5D-839E-04850503D43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53955" y="14091"/>
                  <a:ext cx="7005960" cy="157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494BD74-6916-6389-8ECB-125C0DF803AE}"/>
                    </a:ext>
                  </a:extLst>
                </p14:cNvPr>
                <p14:cNvContentPartPr/>
                <p14:nvPr/>
              </p14:nvContentPartPr>
              <p14:xfrm>
                <a:off x="951955" y="1744971"/>
                <a:ext cx="6707520" cy="7221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494BD74-6916-6389-8ECB-125C0DF803A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43315" y="1736331"/>
                  <a:ext cx="6725160" cy="73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E16B392-4460-059C-6135-5F566C0A47FE}"/>
                    </a:ext>
                  </a:extLst>
                </p14:cNvPr>
                <p14:cNvContentPartPr/>
                <p14:nvPr/>
              </p14:nvContentPartPr>
              <p14:xfrm>
                <a:off x="7184635" y="1333851"/>
                <a:ext cx="155880" cy="5342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E16B392-4460-059C-6135-5F566C0A47F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175995" y="1324851"/>
                  <a:ext cx="173520" cy="55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FA2CC94-F296-37DE-02D6-3D7626E687E5}"/>
                    </a:ext>
                  </a:extLst>
                </p14:cNvPr>
                <p14:cNvContentPartPr/>
                <p14:nvPr/>
              </p14:nvContentPartPr>
              <p14:xfrm>
                <a:off x="8753155" y="2873571"/>
                <a:ext cx="1668240" cy="16441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FA2CC94-F296-37DE-02D6-3D7626E687E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744155" y="2864931"/>
                  <a:ext cx="1685880" cy="166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E87F440-B567-EC01-C6F0-1222CD648DCF}"/>
                    </a:ext>
                  </a:extLst>
                </p14:cNvPr>
                <p14:cNvContentPartPr/>
                <p14:nvPr/>
              </p14:nvContentPartPr>
              <p14:xfrm>
                <a:off x="10315195" y="3670251"/>
                <a:ext cx="71640" cy="133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E87F440-B567-EC01-C6F0-1222CD648DC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306195" y="3661251"/>
                  <a:ext cx="892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9E711C0-0A3B-DC1C-B7B9-4FF909371D91}"/>
                    </a:ext>
                  </a:extLst>
                </p14:cNvPr>
                <p14:cNvContentPartPr/>
                <p14:nvPr/>
              </p14:nvContentPartPr>
              <p14:xfrm>
                <a:off x="10518235" y="3549651"/>
                <a:ext cx="33480" cy="1436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9E711C0-0A3B-DC1C-B7B9-4FF909371D9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509235" y="3541011"/>
                  <a:ext cx="511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43669D3-EEF9-5661-C327-8F7A62564F51}"/>
                    </a:ext>
                  </a:extLst>
                </p14:cNvPr>
                <p14:cNvContentPartPr/>
                <p14:nvPr/>
              </p14:nvContentPartPr>
              <p14:xfrm>
                <a:off x="10301875" y="3616971"/>
                <a:ext cx="1263960" cy="5713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43669D3-EEF9-5661-C327-8F7A62564F5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293235" y="3608331"/>
                  <a:ext cx="1281600" cy="58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5B2A9EF-4D10-FF6C-BDAE-4E4436508036}"/>
                    </a:ext>
                  </a:extLst>
                </p14:cNvPr>
                <p14:cNvContentPartPr/>
                <p14:nvPr/>
              </p14:nvContentPartPr>
              <p14:xfrm>
                <a:off x="11829715" y="3734331"/>
                <a:ext cx="76320" cy="1371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5B2A9EF-4D10-FF6C-BDAE-4E443650803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1820715" y="3725331"/>
                  <a:ext cx="93960" cy="154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07602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4DA604E-76B0-B193-EE0B-22AD512AC3DD}"/>
                  </a:ext>
                </a:extLst>
              </p14:cNvPr>
              <p14:cNvContentPartPr/>
              <p14:nvPr/>
            </p14:nvContentPartPr>
            <p14:xfrm>
              <a:off x="3585715" y="739100"/>
              <a:ext cx="544680" cy="855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4DA604E-76B0-B193-EE0B-22AD512AC3D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76715" y="730460"/>
                <a:ext cx="562320" cy="87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2A2B127-DF7E-FB8E-6484-F9AC7FA430FE}"/>
                  </a:ext>
                </a:extLst>
              </p14:cNvPr>
              <p14:cNvContentPartPr/>
              <p14:nvPr/>
            </p14:nvContentPartPr>
            <p14:xfrm>
              <a:off x="4340635" y="889940"/>
              <a:ext cx="452160" cy="656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2A2B127-DF7E-FB8E-6484-F9AC7FA430F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31995" y="881300"/>
                <a:ext cx="469800" cy="67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19834B4-E6AF-1003-DDFD-74837C6F6417}"/>
                  </a:ext>
                </a:extLst>
              </p14:cNvPr>
              <p14:cNvContentPartPr/>
              <p14:nvPr/>
            </p14:nvContentPartPr>
            <p14:xfrm>
              <a:off x="4957315" y="739460"/>
              <a:ext cx="487800" cy="1558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19834B4-E6AF-1003-DDFD-74837C6F641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48675" y="730820"/>
                <a:ext cx="505440" cy="157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3BC916E-B1A2-3C94-4ADB-FDEFDA4AB055}"/>
                  </a:ext>
                </a:extLst>
              </p14:cNvPr>
              <p14:cNvContentPartPr/>
              <p14:nvPr/>
            </p14:nvContentPartPr>
            <p14:xfrm>
              <a:off x="6115795" y="752060"/>
              <a:ext cx="110880" cy="7837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3BC916E-B1A2-3C94-4ADB-FDEFDA4AB05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106795" y="743060"/>
                <a:ext cx="128520" cy="80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C7CF2A4-6D38-612F-4DB4-D468CCD9C780}"/>
                  </a:ext>
                </a:extLst>
              </p14:cNvPr>
              <p14:cNvContentPartPr/>
              <p14:nvPr/>
            </p14:nvContentPartPr>
            <p14:xfrm>
              <a:off x="5943355" y="501860"/>
              <a:ext cx="628920" cy="9781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C7CF2A4-6D38-612F-4DB4-D468CCD9C78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934355" y="493220"/>
                <a:ext cx="646560" cy="9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51A8190-3E20-79E0-5235-440D72A3FF67}"/>
                  </a:ext>
                </a:extLst>
              </p14:cNvPr>
              <p14:cNvContentPartPr/>
              <p14:nvPr/>
            </p14:nvContentPartPr>
            <p14:xfrm>
              <a:off x="6516835" y="993980"/>
              <a:ext cx="652680" cy="4878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51A8190-3E20-79E0-5235-440D72A3FF6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507835" y="985340"/>
                <a:ext cx="670320" cy="50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37F2970-C267-2CD3-37AA-E81F42476F57}"/>
                  </a:ext>
                </a:extLst>
              </p14:cNvPr>
              <p14:cNvContentPartPr/>
              <p14:nvPr/>
            </p14:nvContentPartPr>
            <p14:xfrm>
              <a:off x="7193275" y="651620"/>
              <a:ext cx="89640" cy="720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37F2970-C267-2CD3-37AA-E81F42476F5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184275" y="642980"/>
                <a:ext cx="10728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6C0A11E-2A87-D1C2-5E96-6185E3BAB791}"/>
                  </a:ext>
                </a:extLst>
              </p14:cNvPr>
              <p14:cNvContentPartPr/>
              <p14:nvPr/>
            </p14:nvContentPartPr>
            <p14:xfrm>
              <a:off x="7325395" y="883820"/>
              <a:ext cx="310680" cy="4417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6C0A11E-2A87-D1C2-5E96-6185E3BAB79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316755" y="875180"/>
                <a:ext cx="328320" cy="45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274FDA7-89CE-D7CA-B083-E20791EB0094}"/>
                  </a:ext>
                </a:extLst>
              </p14:cNvPr>
              <p14:cNvContentPartPr/>
              <p14:nvPr/>
            </p14:nvContentPartPr>
            <p14:xfrm>
              <a:off x="7756315" y="978500"/>
              <a:ext cx="34200" cy="2142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274FDA7-89CE-D7CA-B083-E20791EB009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747675" y="969500"/>
                <a:ext cx="5184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FDDE576-98B3-37B9-E4DF-81547579A4D3}"/>
                  </a:ext>
                </a:extLst>
              </p14:cNvPr>
              <p14:cNvContentPartPr/>
              <p14:nvPr/>
            </p14:nvContentPartPr>
            <p14:xfrm>
              <a:off x="7810675" y="653780"/>
              <a:ext cx="164520" cy="1458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FDDE576-98B3-37B9-E4DF-81547579A4D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801675" y="645140"/>
                <a:ext cx="18216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C325567-19C0-9070-5999-6E0ECCBC6A5E}"/>
                  </a:ext>
                </a:extLst>
              </p14:cNvPr>
              <p14:cNvContentPartPr/>
              <p14:nvPr/>
            </p14:nvContentPartPr>
            <p14:xfrm>
              <a:off x="8016955" y="821900"/>
              <a:ext cx="872280" cy="8802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C325567-19C0-9070-5999-6E0ECCBC6A5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007955" y="812900"/>
                <a:ext cx="889920" cy="89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CCCCFDF-A036-DB23-4CB7-F229C9D574B4}"/>
                  </a:ext>
                </a:extLst>
              </p14:cNvPr>
              <p14:cNvContentPartPr/>
              <p14:nvPr/>
            </p14:nvContentPartPr>
            <p14:xfrm>
              <a:off x="9258595" y="853580"/>
              <a:ext cx="75240" cy="273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CCCCFDF-A036-DB23-4CB7-F229C9D574B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249955" y="844580"/>
                <a:ext cx="9288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04C3B87-A783-DB8F-688A-5580020C993E}"/>
                  </a:ext>
                </a:extLst>
              </p14:cNvPr>
              <p14:cNvContentPartPr/>
              <p14:nvPr/>
            </p14:nvContentPartPr>
            <p14:xfrm>
              <a:off x="9396115" y="376220"/>
              <a:ext cx="589320" cy="5508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04C3B87-A783-DB8F-688A-5580020C993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387475" y="367220"/>
                <a:ext cx="606960" cy="56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C9ADC0E-486D-017A-FD43-E26E5BC1DD86}"/>
                  </a:ext>
                </a:extLst>
              </p14:cNvPr>
              <p14:cNvContentPartPr/>
              <p14:nvPr/>
            </p14:nvContentPartPr>
            <p14:xfrm>
              <a:off x="10087315" y="533540"/>
              <a:ext cx="272880" cy="4345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C9ADC0E-486D-017A-FD43-E26E5BC1DD8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078315" y="524540"/>
                <a:ext cx="290520" cy="45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D5FACAF-D898-D974-9A47-1DCDE879B07D}"/>
                  </a:ext>
                </a:extLst>
              </p14:cNvPr>
              <p14:cNvContentPartPr/>
              <p14:nvPr/>
            </p14:nvContentPartPr>
            <p14:xfrm>
              <a:off x="10460995" y="676820"/>
              <a:ext cx="10080" cy="198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D5FACAF-D898-D974-9A47-1DCDE879B07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451995" y="667820"/>
                <a:ext cx="2772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A5A3640-1F83-5355-FE47-2F3AF3FB8382}"/>
                  </a:ext>
                </a:extLst>
              </p14:cNvPr>
              <p14:cNvContentPartPr/>
              <p14:nvPr/>
            </p14:nvContentPartPr>
            <p14:xfrm>
              <a:off x="58435" y="655580"/>
              <a:ext cx="1190520" cy="7128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A5A3640-1F83-5355-FE47-2F3AF3FB838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9795" y="646940"/>
                <a:ext cx="1208160" cy="73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A4091F2-15BA-3330-0FDA-2BC9E865F258}"/>
                  </a:ext>
                </a:extLst>
              </p14:cNvPr>
              <p14:cNvContentPartPr/>
              <p14:nvPr/>
            </p14:nvContentPartPr>
            <p14:xfrm>
              <a:off x="845755" y="873020"/>
              <a:ext cx="151200" cy="4507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7A4091F2-15BA-3330-0FDA-2BC9E865F25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37115" y="864380"/>
                <a:ext cx="168840" cy="46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2DAD1B2-DE36-C746-0E77-9F3CEF982398}"/>
                  </a:ext>
                </a:extLst>
              </p14:cNvPr>
              <p14:cNvContentPartPr/>
              <p14:nvPr/>
            </p14:nvContentPartPr>
            <p14:xfrm>
              <a:off x="1252195" y="924500"/>
              <a:ext cx="497520" cy="29304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2DAD1B2-DE36-C746-0E77-9F3CEF98239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243555" y="915860"/>
                <a:ext cx="515160" cy="31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79345A6C-58E7-0BC2-241B-85915D9C0B5D}"/>
                  </a:ext>
                </a:extLst>
              </p14:cNvPr>
              <p14:cNvContentPartPr/>
              <p14:nvPr/>
            </p14:nvContentPartPr>
            <p14:xfrm>
              <a:off x="1829995" y="565940"/>
              <a:ext cx="156960" cy="54612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79345A6C-58E7-0BC2-241B-85915D9C0B5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821355" y="557300"/>
                <a:ext cx="174600" cy="56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4977828-8B4D-7675-780A-17C95EED8661}"/>
                  </a:ext>
                </a:extLst>
              </p14:cNvPr>
              <p14:cNvContentPartPr/>
              <p14:nvPr/>
            </p14:nvContentPartPr>
            <p14:xfrm>
              <a:off x="2297635" y="802460"/>
              <a:ext cx="112680" cy="2293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D4977828-8B4D-7675-780A-17C95EED8661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288995" y="793820"/>
                <a:ext cx="13032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E0762042-A2E5-55D5-D76F-773ACBC4461E}"/>
                  </a:ext>
                </a:extLst>
              </p14:cNvPr>
              <p14:cNvContentPartPr/>
              <p14:nvPr/>
            </p14:nvContentPartPr>
            <p14:xfrm>
              <a:off x="2568355" y="77780"/>
              <a:ext cx="138960" cy="152820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E0762042-A2E5-55D5-D76F-773ACBC4461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559715" y="68780"/>
                <a:ext cx="156600" cy="154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528902CD-1EC8-F051-B5C3-37B710DE98F9}"/>
                  </a:ext>
                </a:extLst>
              </p14:cNvPr>
              <p14:cNvContentPartPr/>
              <p14:nvPr/>
            </p14:nvContentPartPr>
            <p14:xfrm>
              <a:off x="2952475" y="597260"/>
              <a:ext cx="106560" cy="40968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528902CD-1EC8-F051-B5C3-37B710DE98F9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943475" y="588260"/>
                <a:ext cx="124200" cy="42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0C3FDECE-BE5B-87C3-06A8-B9FF1F5ECC50}"/>
                  </a:ext>
                </a:extLst>
              </p14:cNvPr>
              <p14:cNvContentPartPr/>
              <p14:nvPr/>
            </p14:nvContentPartPr>
            <p14:xfrm>
              <a:off x="3013675" y="383420"/>
              <a:ext cx="245880" cy="54540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0C3FDECE-BE5B-87C3-06A8-B9FF1F5ECC5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004675" y="374780"/>
                <a:ext cx="263520" cy="56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520D6183-1600-6DCA-EE9C-871A8BFE4465}"/>
                  </a:ext>
                </a:extLst>
              </p14:cNvPr>
              <p14:cNvContentPartPr/>
              <p14:nvPr/>
            </p14:nvContentPartPr>
            <p14:xfrm>
              <a:off x="3374395" y="440300"/>
              <a:ext cx="205200" cy="57852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520D6183-1600-6DCA-EE9C-871A8BFE446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365755" y="431300"/>
                <a:ext cx="222840" cy="59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FD4A6E9B-DC9D-118B-A85F-B1CA2F9D2C22}"/>
                  </a:ext>
                </a:extLst>
              </p14:cNvPr>
              <p14:cNvContentPartPr/>
              <p14:nvPr/>
            </p14:nvContentPartPr>
            <p14:xfrm>
              <a:off x="3752035" y="194780"/>
              <a:ext cx="205920" cy="36720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FD4A6E9B-DC9D-118B-A85F-B1CA2F9D2C2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743035" y="185780"/>
                <a:ext cx="223560" cy="38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007C7562-64CC-E6BA-552C-FEC9D7C9D25B}"/>
                  </a:ext>
                </a:extLst>
              </p14:cNvPr>
              <p14:cNvContentPartPr/>
              <p14:nvPr/>
            </p14:nvContentPartPr>
            <p14:xfrm>
              <a:off x="2615515" y="826580"/>
              <a:ext cx="1871280" cy="64908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007C7562-64CC-E6BA-552C-FEC9D7C9D25B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606515" y="817580"/>
                <a:ext cx="1888920" cy="66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EBD1875F-DCA0-50AB-FEBD-3A73591F604A}"/>
                  </a:ext>
                </a:extLst>
              </p14:cNvPr>
              <p14:cNvContentPartPr/>
              <p14:nvPr/>
            </p14:nvContentPartPr>
            <p14:xfrm>
              <a:off x="683035" y="1405820"/>
              <a:ext cx="1329120" cy="6285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EBD1875F-DCA0-50AB-FEBD-3A73591F604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74395" y="1397180"/>
                <a:ext cx="1346760" cy="64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6B11E6DA-FD52-E78E-8DEC-E753CACF6C7B}"/>
                  </a:ext>
                </a:extLst>
              </p14:cNvPr>
              <p14:cNvContentPartPr/>
              <p14:nvPr/>
            </p14:nvContentPartPr>
            <p14:xfrm>
              <a:off x="2522995" y="1243100"/>
              <a:ext cx="941040" cy="21744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6B11E6DA-FD52-E78E-8DEC-E753CACF6C7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514355" y="1234460"/>
                <a:ext cx="958680" cy="235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3980CAC3-72D1-EC4A-946A-BC3C5D1B5312}"/>
              </a:ext>
            </a:extLst>
          </p:cNvPr>
          <p:cNvGrpSpPr/>
          <p:nvPr/>
        </p:nvGrpSpPr>
        <p:grpSpPr>
          <a:xfrm>
            <a:off x="886075" y="1929980"/>
            <a:ext cx="11159640" cy="4789800"/>
            <a:chOff x="886075" y="1929980"/>
            <a:chExt cx="11159640" cy="478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56D70CC-6839-5912-21B4-E9546FDA4FFE}"/>
                    </a:ext>
                  </a:extLst>
                </p14:cNvPr>
                <p14:cNvContentPartPr/>
                <p14:nvPr/>
              </p14:nvContentPartPr>
              <p14:xfrm>
                <a:off x="5655715" y="1929980"/>
                <a:ext cx="96120" cy="12484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56D70CC-6839-5912-21B4-E9546FDA4FF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647075" y="1921340"/>
                  <a:ext cx="113760" cy="12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7A11F3B-82FA-1A70-C89A-88CB5C96063C}"/>
                    </a:ext>
                  </a:extLst>
                </p14:cNvPr>
                <p14:cNvContentPartPr/>
                <p14:nvPr/>
              </p14:nvContentPartPr>
              <p14:xfrm>
                <a:off x="1915315" y="3122660"/>
                <a:ext cx="3888000" cy="475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7A11F3B-82FA-1A70-C89A-88CB5C96063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906315" y="3114020"/>
                  <a:ext cx="39056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5599D29-AD38-DB24-8535-CA225C329D70}"/>
                    </a:ext>
                  </a:extLst>
                </p14:cNvPr>
                <p14:cNvContentPartPr/>
                <p14:nvPr/>
              </p14:nvContentPartPr>
              <p14:xfrm>
                <a:off x="5617195" y="2811260"/>
                <a:ext cx="3378960" cy="3506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5599D29-AD38-DB24-8535-CA225C329D7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608555" y="2802620"/>
                  <a:ext cx="339660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D160C10-148E-0967-BCD3-D968F129E17D}"/>
                    </a:ext>
                  </a:extLst>
                </p14:cNvPr>
                <p14:cNvContentPartPr/>
                <p14:nvPr/>
              </p14:nvContentPartPr>
              <p14:xfrm>
                <a:off x="8900395" y="2820620"/>
                <a:ext cx="1225440" cy="10904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D160C10-148E-0967-BCD3-D968F129E17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891395" y="2811620"/>
                  <a:ext cx="1243080" cy="11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469767F-567A-172C-B3B3-BB08C4CE2266}"/>
                    </a:ext>
                  </a:extLst>
                </p14:cNvPr>
                <p14:cNvContentPartPr/>
                <p14:nvPr/>
              </p14:nvContentPartPr>
              <p14:xfrm>
                <a:off x="7870795" y="3026900"/>
                <a:ext cx="66240" cy="877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469767F-567A-172C-B3B3-BB08C4CE226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862155" y="3017900"/>
                  <a:ext cx="83880" cy="89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D6A4B59-7AF1-3D0C-2942-F9C03698CFCB}"/>
                    </a:ext>
                  </a:extLst>
                </p14:cNvPr>
                <p14:cNvContentPartPr/>
                <p14:nvPr/>
              </p14:nvContentPartPr>
              <p14:xfrm>
                <a:off x="5603875" y="3152180"/>
                <a:ext cx="39960" cy="9291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D6A4B59-7AF1-3D0C-2942-F9C03698CFC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594875" y="3143180"/>
                  <a:ext cx="57600" cy="9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A841771-8C27-A968-4B43-BACC35093313}"/>
                    </a:ext>
                  </a:extLst>
                </p14:cNvPr>
                <p14:cNvContentPartPr/>
                <p14:nvPr/>
              </p14:nvContentPartPr>
              <p14:xfrm>
                <a:off x="1823875" y="3148940"/>
                <a:ext cx="57600" cy="8294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A841771-8C27-A968-4B43-BACC3509331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814875" y="3139940"/>
                  <a:ext cx="75240" cy="84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793D032-B161-4AE5-A3BD-B8419C508989}"/>
                    </a:ext>
                  </a:extLst>
                </p14:cNvPr>
                <p14:cNvContentPartPr/>
                <p14:nvPr/>
              </p14:nvContentPartPr>
              <p14:xfrm>
                <a:off x="1451635" y="3793340"/>
                <a:ext cx="847800" cy="4788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793D032-B161-4AE5-A3BD-B8419C50898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442635" y="3784700"/>
                  <a:ext cx="865440" cy="49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B13C57E-435F-EDDF-C377-610580E90371}"/>
                    </a:ext>
                  </a:extLst>
                </p14:cNvPr>
                <p14:cNvContentPartPr/>
                <p14:nvPr/>
              </p14:nvContentPartPr>
              <p14:xfrm>
                <a:off x="5087995" y="4074500"/>
                <a:ext cx="886680" cy="4323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B13C57E-435F-EDDF-C377-610580E9037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078995" y="4065860"/>
                  <a:ext cx="90432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8A5258D-22C1-B55B-D477-DED335B02604}"/>
                    </a:ext>
                  </a:extLst>
                </p14:cNvPr>
                <p14:cNvContentPartPr/>
                <p14:nvPr/>
              </p14:nvContentPartPr>
              <p14:xfrm>
                <a:off x="7481275" y="4057220"/>
                <a:ext cx="1004760" cy="3765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8A5258D-22C1-B55B-D477-DED335B0260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472635" y="4048220"/>
                  <a:ext cx="102240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FC66FF2-C4DD-36FC-F851-DB0B37281C7C}"/>
                    </a:ext>
                  </a:extLst>
                </p14:cNvPr>
                <p14:cNvContentPartPr/>
                <p14:nvPr/>
              </p14:nvContentPartPr>
              <p14:xfrm>
                <a:off x="9498715" y="3978020"/>
                <a:ext cx="898560" cy="2732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FC66FF2-C4DD-36FC-F851-DB0B37281C7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490075" y="3969020"/>
                  <a:ext cx="91620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82B1126-7685-A77C-7CD9-1BF193B92DC2}"/>
                    </a:ext>
                  </a:extLst>
                </p14:cNvPr>
                <p14:cNvContentPartPr/>
                <p14:nvPr/>
              </p14:nvContentPartPr>
              <p14:xfrm>
                <a:off x="886075" y="4673900"/>
                <a:ext cx="728280" cy="540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82B1126-7685-A77C-7CD9-1BF193B92DC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77435" y="4664900"/>
                  <a:ext cx="745920" cy="55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3301C8D-025D-3543-6903-65A41A5A5E81}"/>
                    </a:ext>
                  </a:extLst>
                </p14:cNvPr>
                <p14:cNvContentPartPr/>
                <p14:nvPr/>
              </p14:nvContentPartPr>
              <p14:xfrm>
                <a:off x="1681675" y="4766780"/>
                <a:ext cx="616680" cy="1458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3301C8D-025D-3543-6903-65A41A5A5E8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672675" y="4758140"/>
                  <a:ext cx="6343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1B9A959-D14E-4D5A-5272-B757170CD4CB}"/>
                    </a:ext>
                  </a:extLst>
                </p14:cNvPr>
                <p14:cNvContentPartPr/>
                <p14:nvPr/>
              </p14:nvContentPartPr>
              <p14:xfrm>
                <a:off x="2395195" y="4549700"/>
                <a:ext cx="316440" cy="2142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1B9A959-D14E-4D5A-5272-B757170CD4C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386555" y="4541060"/>
                  <a:ext cx="3340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14FDCB2-F62A-59C1-69CA-F1E088B2E7C6}"/>
                    </a:ext>
                  </a:extLst>
                </p14:cNvPr>
                <p14:cNvContentPartPr/>
                <p14:nvPr/>
              </p14:nvContentPartPr>
              <p14:xfrm>
                <a:off x="2806315" y="4534580"/>
                <a:ext cx="135360" cy="1846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14FDCB2-F62A-59C1-69CA-F1E088B2E7C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797675" y="4525940"/>
                  <a:ext cx="1530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0610DC9-5421-7CDD-C7C0-645B27E0F57B}"/>
                    </a:ext>
                  </a:extLst>
                </p14:cNvPr>
                <p14:cNvContentPartPr/>
                <p14:nvPr/>
              </p14:nvContentPartPr>
              <p14:xfrm>
                <a:off x="4496515" y="4746260"/>
                <a:ext cx="650880" cy="4744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0610DC9-5421-7CDD-C7C0-645B27E0F57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487515" y="4737260"/>
                  <a:ext cx="668520" cy="49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4F2A035-0829-C2DF-7706-59D07F13BD32}"/>
                    </a:ext>
                  </a:extLst>
                </p14:cNvPr>
                <p14:cNvContentPartPr/>
                <p14:nvPr/>
              </p14:nvContentPartPr>
              <p14:xfrm>
                <a:off x="5492995" y="5118500"/>
                <a:ext cx="21960" cy="3801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4F2A035-0829-C2DF-7706-59D07F13BD3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484355" y="5109500"/>
                  <a:ext cx="3960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E7B59A0-DF85-9F96-97B3-7D326E631412}"/>
                    </a:ext>
                  </a:extLst>
                </p14:cNvPr>
                <p14:cNvContentPartPr/>
                <p14:nvPr/>
              </p14:nvContentPartPr>
              <p14:xfrm>
                <a:off x="5643835" y="4745900"/>
                <a:ext cx="246960" cy="3924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E7B59A0-DF85-9F96-97B3-7D326E63141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634835" y="4737260"/>
                  <a:ext cx="26460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023C4AF-04DF-48E0-5BCA-DE99144A3E00}"/>
                    </a:ext>
                  </a:extLst>
                </p14:cNvPr>
                <p14:cNvContentPartPr/>
                <p14:nvPr/>
              </p14:nvContentPartPr>
              <p14:xfrm>
                <a:off x="6002035" y="4577420"/>
                <a:ext cx="193320" cy="6098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023C4AF-04DF-48E0-5BCA-DE99144A3E0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993035" y="4568420"/>
                  <a:ext cx="210960" cy="62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8F9D3F0-8054-8FB1-EF92-E7EA812F4EAF}"/>
                    </a:ext>
                  </a:extLst>
                </p14:cNvPr>
                <p14:cNvContentPartPr/>
                <p14:nvPr/>
              </p14:nvContentPartPr>
              <p14:xfrm>
                <a:off x="6441955" y="4941740"/>
                <a:ext cx="41400" cy="385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8F9D3F0-8054-8FB1-EF92-E7EA812F4EA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433315" y="4932740"/>
                  <a:ext cx="590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B6B7720-97C7-0FA9-DF67-E54F8F389A47}"/>
                    </a:ext>
                  </a:extLst>
                </p14:cNvPr>
                <p14:cNvContentPartPr/>
                <p14:nvPr/>
              </p14:nvContentPartPr>
              <p14:xfrm>
                <a:off x="1046995" y="5211740"/>
                <a:ext cx="2004840" cy="7459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B6B7720-97C7-0FA9-DF67-E54F8F389A4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37995" y="5203100"/>
                  <a:ext cx="2022480" cy="76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DE50D9E-E218-F6CC-C683-54C8C0E566C5}"/>
                    </a:ext>
                  </a:extLst>
                </p14:cNvPr>
                <p14:cNvContentPartPr/>
                <p14:nvPr/>
              </p14:nvContentPartPr>
              <p14:xfrm>
                <a:off x="7536715" y="4879460"/>
                <a:ext cx="53280" cy="5475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DE50D9E-E218-F6CC-C683-54C8C0E566C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528075" y="4870820"/>
                  <a:ext cx="70920" cy="56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640F634-B4BB-3764-78DF-C2AA81813204}"/>
                    </a:ext>
                  </a:extLst>
                </p14:cNvPr>
                <p14:cNvContentPartPr/>
                <p14:nvPr/>
              </p14:nvContentPartPr>
              <p14:xfrm>
                <a:off x="7633195" y="4813220"/>
                <a:ext cx="926640" cy="4377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640F634-B4BB-3764-78DF-C2AA8181320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624555" y="4804580"/>
                  <a:ext cx="944280" cy="45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208943B-C52F-326F-1D3A-05F0B13AE754}"/>
                    </a:ext>
                  </a:extLst>
                </p14:cNvPr>
                <p14:cNvContentPartPr/>
                <p14:nvPr/>
              </p14:nvContentPartPr>
              <p14:xfrm>
                <a:off x="8772955" y="4810340"/>
                <a:ext cx="78840" cy="3747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208943B-C52F-326F-1D3A-05F0B13AE75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763955" y="4801340"/>
                  <a:ext cx="9648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746F52D-DA59-56EC-A572-D807D29FE98D}"/>
                    </a:ext>
                  </a:extLst>
                </p14:cNvPr>
                <p14:cNvContentPartPr/>
                <p14:nvPr/>
              </p14:nvContentPartPr>
              <p14:xfrm>
                <a:off x="8707795" y="4919420"/>
                <a:ext cx="294480" cy="1886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746F52D-DA59-56EC-A572-D807D29FE98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698795" y="4910420"/>
                  <a:ext cx="3121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80AD27C-E4A5-B734-D37D-7C364E072285}"/>
                    </a:ext>
                  </a:extLst>
                </p14:cNvPr>
                <p14:cNvContentPartPr/>
                <p14:nvPr/>
              </p14:nvContentPartPr>
              <p14:xfrm>
                <a:off x="9135475" y="4951460"/>
                <a:ext cx="333360" cy="1432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80AD27C-E4A5-B734-D37D-7C364E07228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126835" y="4942460"/>
                  <a:ext cx="35100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0F875C4-6FD0-ED5C-1D15-DEEB9DA9F89D}"/>
                    </a:ext>
                  </a:extLst>
                </p14:cNvPr>
                <p14:cNvContentPartPr/>
                <p14:nvPr/>
              </p14:nvContentPartPr>
              <p14:xfrm>
                <a:off x="9657835" y="4996820"/>
                <a:ext cx="16200" cy="100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0F875C4-6FD0-ED5C-1D15-DEEB9DA9F89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649195" y="4988180"/>
                  <a:ext cx="338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17050EC-431E-EDED-8E1D-31D8DF2704CC}"/>
                    </a:ext>
                  </a:extLst>
                </p14:cNvPr>
                <p14:cNvContentPartPr/>
                <p14:nvPr/>
              </p14:nvContentPartPr>
              <p14:xfrm>
                <a:off x="10140235" y="4429460"/>
                <a:ext cx="352440" cy="6894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17050EC-431E-EDED-8E1D-31D8DF2704C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131235" y="4420460"/>
                  <a:ext cx="370080" cy="70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F669DE0-C0E2-CA57-53F2-DF9AA17BA2EB}"/>
                    </a:ext>
                  </a:extLst>
                </p14:cNvPr>
                <p14:cNvContentPartPr/>
                <p14:nvPr/>
              </p14:nvContentPartPr>
              <p14:xfrm>
                <a:off x="9929275" y="4701620"/>
                <a:ext cx="711000" cy="8013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F669DE0-C0E2-CA57-53F2-DF9AA17BA2E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920275" y="4692620"/>
                  <a:ext cx="728640" cy="81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3C16807-3638-2865-8475-B6CCC80A362D}"/>
                    </a:ext>
                  </a:extLst>
                </p14:cNvPr>
                <p14:cNvContentPartPr/>
                <p14:nvPr/>
              </p14:nvContentPartPr>
              <p14:xfrm>
                <a:off x="10346515" y="5846780"/>
                <a:ext cx="35280" cy="4482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3C16807-3638-2865-8475-B6CCC80A362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337515" y="5838140"/>
                  <a:ext cx="5292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8A572F6-EF43-11E9-141B-959A9B3076DF}"/>
                    </a:ext>
                  </a:extLst>
                </p14:cNvPr>
                <p14:cNvContentPartPr/>
                <p14:nvPr/>
              </p14:nvContentPartPr>
              <p14:xfrm>
                <a:off x="10312675" y="5547260"/>
                <a:ext cx="197640" cy="3096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8A572F6-EF43-11E9-141B-959A9B3076D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303675" y="5538260"/>
                  <a:ext cx="21528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78E1AB3-1402-A0BD-6923-67BD5296C95B}"/>
                    </a:ext>
                  </a:extLst>
                </p14:cNvPr>
                <p14:cNvContentPartPr/>
                <p14:nvPr/>
              </p14:nvContentPartPr>
              <p14:xfrm>
                <a:off x="10644235" y="5486420"/>
                <a:ext cx="642240" cy="4118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78E1AB3-1402-A0BD-6923-67BD5296C95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635595" y="5477420"/>
                  <a:ext cx="659880" cy="4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1D23485-9CD2-5D9B-E704-0F55346B973C}"/>
                    </a:ext>
                  </a:extLst>
                </p14:cNvPr>
                <p14:cNvContentPartPr/>
                <p14:nvPr/>
              </p14:nvContentPartPr>
              <p14:xfrm>
                <a:off x="11391955" y="5409380"/>
                <a:ext cx="6480" cy="187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1D23485-9CD2-5D9B-E704-0F55346B973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382955" y="5400380"/>
                  <a:ext cx="241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181760C-F36B-8F14-BFDD-D3FBF07D7564}"/>
                    </a:ext>
                  </a:extLst>
                </p14:cNvPr>
                <p14:cNvContentPartPr/>
                <p14:nvPr/>
              </p14:nvContentPartPr>
              <p14:xfrm>
                <a:off x="11520835" y="5360420"/>
                <a:ext cx="8640" cy="241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181760C-F36B-8F14-BFDD-D3FBF07D756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512195" y="5351780"/>
                  <a:ext cx="262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6FAF4AB-2E53-0A88-607D-19D2C66E3BA3}"/>
                    </a:ext>
                  </a:extLst>
                </p14:cNvPr>
                <p14:cNvContentPartPr/>
                <p14:nvPr/>
              </p14:nvContentPartPr>
              <p14:xfrm>
                <a:off x="11611195" y="5345300"/>
                <a:ext cx="360" cy="3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6FAF4AB-2E53-0A88-607D-19D2C66E3BA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602555" y="53366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6188B8A-B446-66BC-5CF7-21F7B1EB2614}"/>
                    </a:ext>
                  </a:extLst>
                </p14:cNvPr>
                <p14:cNvContentPartPr/>
                <p14:nvPr/>
              </p14:nvContentPartPr>
              <p14:xfrm>
                <a:off x="11653675" y="5338820"/>
                <a:ext cx="37800" cy="349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6188B8A-B446-66BC-5CF7-21F7B1EB261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644675" y="5329820"/>
                  <a:ext cx="554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2570107-949C-1B2C-F55A-9E909149027F}"/>
                    </a:ext>
                  </a:extLst>
                </p14:cNvPr>
                <p14:cNvContentPartPr/>
                <p14:nvPr/>
              </p14:nvContentPartPr>
              <p14:xfrm>
                <a:off x="11723515" y="5289860"/>
                <a:ext cx="230760" cy="741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2570107-949C-1B2C-F55A-9E909149027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714515" y="5281220"/>
                  <a:ext cx="2484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B7F592D-6428-20CB-A582-622151FB0A6E}"/>
                    </a:ext>
                  </a:extLst>
                </p14:cNvPr>
                <p14:cNvContentPartPr/>
                <p14:nvPr/>
              </p14:nvContentPartPr>
              <p14:xfrm>
                <a:off x="9683395" y="5835980"/>
                <a:ext cx="66240" cy="7837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B7F592D-6428-20CB-A582-622151FB0A6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674755" y="5826980"/>
                  <a:ext cx="83880" cy="80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879B740-F7E5-F1A0-3036-E15569BCE46C}"/>
                    </a:ext>
                  </a:extLst>
                </p14:cNvPr>
                <p14:cNvContentPartPr/>
                <p14:nvPr/>
              </p14:nvContentPartPr>
              <p14:xfrm>
                <a:off x="9653155" y="4662740"/>
                <a:ext cx="2392560" cy="14641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879B740-F7E5-F1A0-3036-E15569BCE46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644155" y="4654100"/>
                  <a:ext cx="2410200" cy="148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4E4B5D1-ABC2-AC4B-5DE9-C09A0528B55C}"/>
                    </a:ext>
                  </a:extLst>
                </p14:cNvPr>
                <p14:cNvContentPartPr/>
                <p14:nvPr/>
              </p14:nvContentPartPr>
              <p14:xfrm>
                <a:off x="6215875" y="5364740"/>
                <a:ext cx="3482280" cy="9536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4E4B5D1-ABC2-AC4B-5DE9-C09A0528B55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206875" y="5356100"/>
                  <a:ext cx="3499920" cy="9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8F67D7D-1B5A-8F38-528A-F1FDA9C04CD2}"/>
                    </a:ext>
                  </a:extLst>
                </p14:cNvPr>
                <p14:cNvContentPartPr/>
                <p14:nvPr/>
              </p14:nvContentPartPr>
              <p14:xfrm>
                <a:off x="6168715" y="5361500"/>
                <a:ext cx="42120" cy="3942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8F67D7D-1B5A-8F38-528A-F1FDA9C04CD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159715" y="5352860"/>
                  <a:ext cx="5976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90676E1-C8CB-23A2-7697-09C713F50D4F}"/>
                    </a:ext>
                  </a:extLst>
                </p14:cNvPr>
                <p14:cNvContentPartPr/>
                <p14:nvPr/>
              </p14:nvContentPartPr>
              <p14:xfrm>
                <a:off x="6189955" y="5372300"/>
                <a:ext cx="301680" cy="687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90676E1-C8CB-23A2-7697-09C713F50D4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181315" y="5363660"/>
                  <a:ext cx="3193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0F2190E-C133-567C-6F54-3A08DC584C39}"/>
                    </a:ext>
                  </a:extLst>
                </p14:cNvPr>
                <p14:cNvContentPartPr/>
                <p14:nvPr/>
              </p14:nvContentPartPr>
              <p14:xfrm>
                <a:off x="10687795" y="5743460"/>
                <a:ext cx="48600" cy="860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0F2190E-C133-567C-6F54-3A08DC584C3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678795" y="5734820"/>
                  <a:ext cx="662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A17C965-D605-ECA1-028F-01DF687DC8AC}"/>
                    </a:ext>
                  </a:extLst>
                </p14:cNvPr>
                <p14:cNvContentPartPr/>
                <p14:nvPr/>
              </p14:nvContentPartPr>
              <p14:xfrm>
                <a:off x="7355275" y="6291740"/>
                <a:ext cx="85320" cy="4280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A17C965-D605-ECA1-028F-01DF687DC8A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346635" y="6282740"/>
                  <a:ext cx="10296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7F6FB10-3F14-97F4-F7B9-6A0A66332D16}"/>
                    </a:ext>
                  </a:extLst>
                </p14:cNvPr>
                <p14:cNvContentPartPr/>
                <p14:nvPr/>
              </p14:nvContentPartPr>
              <p14:xfrm>
                <a:off x="7517275" y="6156380"/>
                <a:ext cx="58680" cy="2570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7F6FB10-3F14-97F4-F7B9-6A0A66332D1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508275" y="6147740"/>
                  <a:ext cx="7632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1C23BD1-A089-0349-7ED4-F89447D513BF}"/>
                    </a:ext>
                  </a:extLst>
                </p14:cNvPr>
                <p14:cNvContentPartPr/>
                <p14:nvPr/>
              </p14:nvContentPartPr>
              <p14:xfrm>
                <a:off x="7895995" y="6395780"/>
                <a:ext cx="813240" cy="1000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1C23BD1-A089-0349-7ED4-F89447D513B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886995" y="6386780"/>
                  <a:ext cx="8308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4CE34BB-65DB-FCCA-B5C0-498B080857FE}"/>
                    </a:ext>
                  </a:extLst>
                </p14:cNvPr>
                <p14:cNvContentPartPr/>
                <p14:nvPr/>
              </p14:nvContentPartPr>
              <p14:xfrm>
                <a:off x="949435" y="5368700"/>
                <a:ext cx="2883240" cy="6260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4CE34BB-65DB-FCCA-B5C0-498B080857FE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40795" y="5359700"/>
                  <a:ext cx="2900880" cy="64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D54A718-DF1D-9BFD-7EAA-23E4FA156AA7}"/>
                    </a:ext>
                  </a:extLst>
                </p14:cNvPr>
                <p14:cNvContentPartPr/>
                <p14:nvPr/>
              </p14:nvContentPartPr>
              <p14:xfrm>
                <a:off x="2214475" y="4407500"/>
                <a:ext cx="1423080" cy="9147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D54A718-DF1D-9BFD-7EAA-23E4FA156AA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205835" y="4398860"/>
                  <a:ext cx="1440720" cy="9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CA71DCC-A93E-D35E-0161-4574F3B5EE6A}"/>
                    </a:ext>
                  </a:extLst>
                </p14:cNvPr>
                <p14:cNvContentPartPr/>
                <p14:nvPr/>
              </p14:nvContentPartPr>
              <p14:xfrm>
                <a:off x="4452595" y="5276900"/>
                <a:ext cx="1156680" cy="7498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CA71DCC-A93E-D35E-0161-4574F3B5EE6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443955" y="5268260"/>
                  <a:ext cx="1174320" cy="76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D91C5E0-048D-D4AB-1A83-F4C6AEDB312D}"/>
                    </a:ext>
                  </a:extLst>
                </p14:cNvPr>
                <p14:cNvContentPartPr/>
                <p14:nvPr/>
              </p14:nvContentPartPr>
              <p14:xfrm>
                <a:off x="8753155" y="5358260"/>
                <a:ext cx="984600" cy="5641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D91C5E0-048D-D4AB-1A83-F4C6AEDB312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744515" y="5349620"/>
                  <a:ext cx="1002240" cy="58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94BBCD0B-40A0-9CD2-4908-CA53BAE4F0CF}"/>
                  </a:ext>
                </a:extLst>
              </p14:cNvPr>
              <p14:cNvContentPartPr/>
              <p14:nvPr/>
            </p14:nvContentPartPr>
            <p14:xfrm>
              <a:off x="10774195" y="6286340"/>
              <a:ext cx="289080" cy="16848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94BBCD0B-40A0-9CD2-4908-CA53BAE4F0CF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0765195" y="6277340"/>
                <a:ext cx="306720" cy="18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94199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C0D3F81A-2CE0-A761-ECD9-C81F0364A2EF}"/>
              </a:ext>
            </a:extLst>
          </p:cNvPr>
          <p:cNvGrpSpPr/>
          <p:nvPr/>
        </p:nvGrpSpPr>
        <p:grpSpPr>
          <a:xfrm>
            <a:off x="240595" y="130340"/>
            <a:ext cx="9919440" cy="5488560"/>
            <a:chOff x="240595" y="130340"/>
            <a:chExt cx="9919440" cy="548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89EA5D4-FE23-D0AF-AD6C-0020312CCB0F}"/>
                    </a:ext>
                  </a:extLst>
                </p14:cNvPr>
                <p14:cNvContentPartPr/>
                <p14:nvPr/>
              </p14:nvContentPartPr>
              <p14:xfrm>
                <a:off x="512395" y="1082540"/>
                <a:ext cx="203760" cy="5590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89EA5D4-FE23-D0AF-AD6C-0020312CCB0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03755" y="1073900"/>
                  <a:ext cx="22140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B0F231F-0C28-8185-A16A-53CBF45FD945}"/>
                    </a:ext>
                  </a:extLst>
                </p14:cNvPr>
                <p14:cNvContentPartPr/>
                <p14:nvPr/>
              </p14:nvContentPartPr>
              <p14:xfrm>
                <a:off x="240595" y="854660"/>
                <a:ext cx="562680" cy="6624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B0F231F-0C28-8185-A16A-53CBF45FD94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31595" y="845660"/>
                  <a:ext cx="580320" cy="68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5335CDD-F9B9-8338-B617-D81D09056959}"/>
                    </a:ext>
                  </a:extLst>
                </p14:cNvPr>
                <p14:cNvContentPartPr/>
                <p14:nvPr/>
              </p14:nvContentPartPr>
              <p14:xfrm>
                <a:off x="851875" y="1011980"/>
                <a:ext cx="420120" cy="3560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5335CDD-F9B9-8338-B617-D81D0905695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42875" y="1003340"/>
                  <a:ext cx="4377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C01A245-74C4-4CB6-C028-01F5A231BCBB}"/>
                    </a:ext>
                  </a:extLst>
                </p14:cNvPr>
                <p14:cNvContentPartPr/>
                <p14:nvPr/>
              </p14:nvContentPartPr>
              <p14:xfrm>
                <a:off x="1436875" y="470540"/>
                <a:ext cx="629640" cy="373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C01A245-74C4-4CB6-C028-01F5A231BCB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27875" y="461900"/>
                  <a:ext cx="64728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E2EEB77-019B-6D12-810E-FC2E5269D301}"/>
                    </a:ext>
                  </a:extLst>
                </p14:cNvPr>
                <p14:cNvContentPartPr/>
                <p14:nvPr/>
              </p14:nvContentPartPr>
              <p14:xfrm>
                <a:off x="2289355" y="533540"/>
                <a:ext cx="21960" cy="241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E2EEB77-019B-6D12-810E-FC2E5269D30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280355" y="524540"/>
                  <a:ext cx="396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E4360CA-A71B-5C1A-B7D5-32E2CB359CFF}"/>
                    </a:ext>
                  </a:extLst>
                </p14:cNvPr>
                <p14:cNvContentPartPr/>
                <p14:nvPr/>
              </p14:nvContentPartPr>
              <p14:xfrm>
                <a:off x="2085595" y="366860"/>
                <a:ext cx="793440" cy="4802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E4360CA-A71B-5C1A-B7D5-32E2CB359CF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76955" y="358220"/>
                  <a:ext cx="811080" cy="49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42D9236-9765-243D-60A2-4EE460E7F73C}"/>
                    </a:ext>
                  </a:extLst>
                </p14:cNvPr>
                <p14:cNvContentPartPr/>
                <p14:nvPr/>
              </p14:nvContentPartPr>
              <p14:xfrm>
                <a:off x="574675" y="1085060"/>
                <a:ext cx="1855080" cy="13762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42D9236-9765-243D-60A2-4EE460E7F73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65675" y="1076060"/>
                  <a:ext cx="1872720" cy="139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3C8CEC0-FC65-CA05-807E-B389AFDD3D15}"/>
                    </a:ext>
                  </a:extLst>
                </p14:cNvPr>
                <p14:cNvContentPartPr/>
                <p14:nvPr/>
              </p14:nvContentPartPr>
              <p14:xfrm>
                <a:off x="3177835" y="622100"/>
                <a:ext cx="858600" cy="7387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3C8CEC0-FC65-CA05-807E-B389AFDD3D1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69195" y="613100"/>
                  <a:ext cx="876240" cy="75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EEF7902-FA0B-BFA3-1396-8410F7E2A998}"/>
                    </a:ext>
                  </a:extLst>
                </p14:cNvPr>
                <p14:cNvContentPartPr/>
                <p14:nvPr/>
              </p14:nvContentPartPr>
              <p14:xfrm>
                <a:off x="4144075" y="521660"/>
                <a:ext cx="878760" cy="2854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EEF7902-FA0B-BFA3-1396-8410F7E2A99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135435" y="512660"/>
                  <a:ext cx="89640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605F509-DC94-C7AC-50AE-0D9E405A8E2F}"/>
                    </a:ext>
                  </a:extLst>
                </p14:cNvPr>
                <p14:cNvContentPartPr/>
                <p14:nvPr/>
              </p14:nvContentPartPr>
              <p14:xfrm>
                <a:off x="5310115" y="214220"/>
                <a:ext cx="20520" cy="333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605F509-DC94-C7AC-50AE-0D9E405A8E2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301475" y="205580"/>
                  <a:ext cx="3816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12B03E2-25B4-13E4-3B40-193797C1CA5E}"/>
                    </a:ext>
                  </a:extLst>
                </p14:cNvPr>
                <p14:cNvContentPartPr/>
                <p14:nvPr/>
              </p14:nvContentPartPr>
              <p14:xfrm>
                <a:off x="5225515" y="301340"/>
                <a:ext cx="431280" cy="2304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12B03E2-25B4-13E4-3B40-193797C1CA5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216515" y="292340"/>
                  <a:ext cx="44892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45F6C4B-FBB5-E74D-173D-593E001F47F3}"/>
                    </a:ext>
                  </a:extLst>
                </p14:cNvPr>
                <p14:cNvContentPartPr/>
                <p14:nvPr/>
              </p14:nvContentPartPr>
              <p14:xfrm>
                <a:off x="5824555" y="313220"/>
                <a:ext cx="16200" cy="198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45F6C4B-FBB5-E74D-173D-593E001F47F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815915" y="304580"/>
                  <a:ext cx="338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EFA399B-634F-7F89-1162-DCB950295A5C}"/>
                    </a:ext>
                  </a:extLst>
                </p14:cNvPr>
                <p14:cNvContentPartPr/>
                <p14:nvPr/>
              </p14:nvContentPartPr>
              <p14:xfrm>
                <a:off x="3349555" y="645140"/>
                <a:ext cx="2638440" cy="1117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EFA399B-634F-7F89-1162-DCB950295A5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340915" y="636500"/>
                  <a:ext cx="2656080" cy="11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832E4D5-8B43-DC7D-2D4F-5C2FD5459DF2}"/>
                    </a:ext>
                  </a:extLst>
                </p14:cNvPr>
                <p14:cNvContentPartPr/>
                <p14:nvPr/>
              </p14:nvContentPartPr>
              <p14:xfrm>
                <a:off x="5822395" y="239420"/>
                <a:ext cx="2179800" cy="1803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832E4D5-8B43-DC7D-2D4F-5C2FD5459DF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813395" y="230420"/>
                  <a:ext cx="219744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D1369D2-071C-60C7-FD42-358AF2A8D1B9}"/>
                    </a:ext>
                  </a:extLst>
                </p14:cNvPr>
                <p14:cNvContentPartPr/>
                <p14:nvPr/>
              </p14:nvContentPartPr>
              <p14:xfrm>
                <a:off x="7523035" y="130340"/>
                <a:ext cx="818280" cy="756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D1369D2-071C-60C7-FD42-358AF2A8D1B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514395" y="121340"/>
                  <a:ext cx="835920" cy="77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053F4DB-F7D4-2111-9D34-3D685A541C91}"/>
                    </a:ext>
                  </a:extLst>
                </p14:cNvPr>
                <p14:cNvContentPartPr/>
                <p14:nvPr/>
              </p14:nvContentPartPr>
              <p14:xfrm>
                <a:off x="6051355" y="805700"/>
                <a:ext cx="1937160" cy="3780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053F4DB-F7D4-2111-9D34-3D685A541C9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042355" y="797060"/>
                  <a:ext cx="195480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4B5796D-99A8-EEA8-A361-BF8298D5ED42}"/>
                    </a:ext>
                  </a:extLst>
                </p14:cNvPr>
                <p14:cNvContentPartPr/>
                <p14:nvPr/>
              </p14:nvContentPartPr>
              <p14:xfrm>
                <a:off x="7187155" y="734060"/>
                <a:ext cx="651600" cy="9716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4B5796D-99A8-EEA8-A361-BF8298D5ED4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178515" y="725420"/>
                  <a:ext cx="669240" cy="9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49E4DF3-5DA2-E0C8-828C-0C0A060FAE42}"/>
                    </a:ext>
                  </a:extLst>
                </p14:cNvPr>
                <p14:cNvContentPartPr/>
                <p14:nvPr/>
              </p14:nvContentPartPr>
              <p14:xfrm>
                <a:off x="3730795" y="2367740"/>
                <a:ext cx="203400" cy="7174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49E4DF3-5DA2-E0C8-828C-0C0A060FAE4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721795" y="2359100"/>
                  <a:ext cx="221040" cy="73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2270114-8845-9E95-E027-A641E7048A7D}"/>
                    </a:ext>
                  </a:extLst>
                </p14:cNvPr>
                <p14:cNvContentPartPr/>
                <p14:nvPr/>
              </p14:nvContentPartPr>
              <p14:xfrm>
                <a:off x="3642595" y="2334620"/>
                <a:ext cx="597600" cy="10958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2270114-8845-9E95-E027-A641E7048A7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633595" y="2325620"/>
                  <a:ext cx="615240" cy="11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49D4C48-5DE6-AC90-2B77-55ECC61442E8}"/>
                    </a:ext>
                  </a:extLst>
                </p14:cNvPr>
                <p14:cNvContentPartPr/>
                <p14:nvPr/>
              </p14:nvContentPartPr>
              <p14:xfrm>
                <a:off x="4425955" y="1686260"/>
                <a:ext cx="1029600" cy="10490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49D4C48-5DE6-AC90-2B77-55ECC61442E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417315" y="1677620"/>
                  <a:ext cx="1047240" cy="10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010B06F-031E-E892-3B6B-071888AC10F8}"/>
                    </a:ext>
                  </a:extLst>
                </p14:cNvPr>
                <p14:cNvContentPartPr/>
                <p14:nvPr/>
              </p14:nvContentPartPr>
              <p14:xfrm>
                <a:off x="5579755" y="1716500"/>
                <a:ext cx="32760" cy="471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010B06F-031E-E892-3B6B-071888AC10F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571115" y="1707500"/>
                  <a:ext cx="504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C053D7D-224B-CA34-C301-522A7E70BADE}"/>
                    </a:ext>
                  </a:extLst>
                </p14:cNvPr>
                <p14:cNvContentPartPr/>
                <p14:nvPr/>
              </p14:nvContentPartPr>
              <p14:xfrm>
                <a:off x="5648515" y="1896500"/>
                <a:ext cx="422640" cy="3632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C053D7D-224B-CA34-C301-522A7E70BAD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639515" y="1887500"/>
                  <a:ext cx="44028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A867010-BE39-2572-275C-18D97FDC3EB2}"/>
                    </a:ext>
                  </a:extLst>
                </p14:cNvPr>
                <p14:cNvContentPartPr/>
                <p14:nvPr/>
              </p14:nvContentPartPr>
              <p14:xfrm>
                <a:off x="6092395" y="1666460"/>
                <a:ext cx="1082160" cy="4842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A867010-BE39-2572-275C-18D97FDC3EB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083755" y="1657460"/>
                  <a:ext cx="1099800" cy="50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29C8FE9-F8EF-73C7-419B-3515516DB3D0}"/>
                    </a:ext>
                  </a:extLst>
                </p14:cNvPr>
                <p14:cNvContentPartPr/>
                <p14:nvPr/>
              </p14:nvContentPartPr>
              <p14:xfrm>
                <a:off x="7430875" y="1775900"/>
                <a:ext cx="75240" cy="536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29C8FE9-F8EF-73C7-419B-3515516DB3D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421875" y="1767260"/>
                  <a:ext cx="928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BD1BC01-FDC9-F54A-084F-34DC09D38674}"/>
                    </a:ext>
                  </a:extLst>
                </p14:cNvPr>
                <p14:cNvContentPartPr/>
                <p14:nvPr/>
              </p14:nvContentPartPr>
              <p14:xfrm>
                <a:off x="7899955" y="1450460"/>
                <a:ext cx="827640" cy="3279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BD1BC01-FDC9-F54A-084F-34DC09D3867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890955" y="1441460"/>
                  <a:ext cx="84528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2F755DC-8CA5-1902-09A1-16E473D66B6D}"/>
                    </a:ext>
                  </a:extLst>
                </p14:cNvPr>
                <p14:cNvContentPartPr/>
                <p14:nvPr/>
              </p14:nvContentPartPr>
              <p14:xfrm>
                <a:off x="8859715" y="1021700"/>
                <a:ext cx="48600" cy="5083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2F755DC-8CA5-1902-09A1-16E473D66B6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850715" y="1013060"/>
                  <a:ext cx="66240" cy="52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588AF73-08D4-E2BF-EA07-C3E83AE861C8}"/>
                    </a:ext>
                  </a:extLst>
                </p14:cNvPr>
                <p14:cNvContentPartPr/>
                <p14:nvPr/>
              </p14:nvContentPartPr>
              <p14:xfrm>
                <a:off x="8864395" y="838820"/>
                <a:ext cx="275760" cy="8420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588AF73-08D4-E2BF-EA07-C3E83AE861C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855755" y="829820"/>
                  <a:ext cx="293400" cy="85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13A049C-F208-4FD2-19E3-A5061475734C}"/>
                    </a:ext>
                  </a:extLst>
                </p14:cNvPr>
                <p14:cNvContentPartPr/>
                <p14:nvPr/>
              </p14:nvContentPartPr>
              <p14:xfrm>
                <a:off x="9603475" y="1186580"/>
                <a:ext cx="156960" cy="2376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13A049C-F208-4FD2-19E3-A5061475734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594835" y="1177940"/>
                  <a:ext cx="17460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BA29AE4-FFC4-9FA3-D5BE-CD4EBF59C0A3}"/>
                    </a:ext>
                  </a:extLst>
                </p14:cNvPr>
                <p14:cNvContentPartPr/>
                <p14:nvPr/>
              </p14:nvContentPartPr>
              <p14:xfrm>
                <a:off x="9804715" y="1077500"/>
                <a:ext cx="355320" cy="9914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BA29AE4-FFC4-9FA3-D5BE-CD4EBF59C0A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795715" y="1068860"/>
                  <a:ext cx="372960" cy="10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8C85696-A026-4A96-5FA4-F768EE39A105}"/>
                    </a:ext>
                  </a:extLst>
                </p14:cNvPr>
                <p14:cNvContentPartPr/>
                <p14:nvPr/>
              </p14:nvContentPartPr>
              <p14:xfrm>
                <a:off x="4331995" y="2179820"/>
                <a:ext cx="4527000" cy="17139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8C85696-A026-4A96-5FA4-F768EE39A10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322995" y="2170820"/>
                  <a:ext cx="4544640" cy="173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BF034B3-3623-3591-4454-9893D88D823E}"/>
                    </a:ext>
                  </a:extLst>
                </p14:cNvPr>
                <p14:cNvContentPartPr/>
                <p14:nvPr/>
              </p14:nvContentPartPr>
              <p14:xfrm>
                <a:off x="791755" y="2862380"/>
                <a:ext cx="671400" cy="9795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BF034B3-3623-3591-4454-9893D88D823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83115" y="2853740"/>
                  <a:ext cx="689040" cy="9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0C02B52-351A-6AC6-90AE-31B5C9646E98}"/>
                    </a:ext>
                  </a:extLst>
                </p14:cNvPr>
                <p14:cNvContentPartPr/>
                <p14:nvPr/>
              </p14:nvContentPartPr>
              <p14:xfrm>
                <a:off x="2068675" y="2273060"/>
                <a:ext cx="75240" cy="622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0C02B52-351A-6AC6-90AE-31B5C9646E9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059675" y="2264060"/>
                  <a:ext cx="928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6136744-8091-51D2-011F-07FB1BF2D93A}"/>
                    </a:ext>
                  </a:extLst>
                </p14:cNvPr>
                <p14:cNvContentPartPr/>
                <p14:nvPr/>
              </p14:nvContentPartPr>
              <p14:xfrm>
                <a:off x="1833595" y="2265500"/>
                <a:ext cx="283680" cy="3020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6136744-8091-51D2-011F-07FB1BF2D93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824595" y="2256500"/>
                  <a:ext cx="30132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B80DC2B-3E73-8D74-3CE6-3D94A7F5E5AF}"/>
                    </a:ext>
                  </a:extLst>
                </p14:cNvPr>
                <p14:cNvContentPartPr/>
                <p14:nvPr/>
              </p14:nvContentPartPr>
              <p14:xfrm>
                <a:off x="2201155" y="2124380"/>
                <a:ext cx="271800" cy="6548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B80DC2B-3E73-8D74-3CE6-3D94A7F5E5A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192515" y="2115380"/>
                  <a:ext cx="289440" cy="67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9380D69-CA26-2CB4-6D4E-D33616745718}"/>
                    </a:ext>
                  </a:extLst>
                </p14:cNvPr>
                <p14:cNvContentPartPr/>
                <p14:nvPr/>
              </p14:nvContentPartPr>
              <p14:xfrm>
                <a:off x="461995" y="1704620"/>
                <a:ext cx="2372040" cy="29343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9380D69-CA26-2CB4-6D4E-D3361674571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52995" y="1695620"/>
                  <a:ext cx="2389680" cy="29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220B5B8-C95F-30D8-9AEA-5C874F0C5A69}"/>
                    </a:ext>
                  </a:extLst>
                </p14:cNvPr>
                <p14:cNvContentPartPr/>
                <p14:nvPr/>
              </p14:nvContentPartPr>
              <p14:xfrm>
                <a:off x="2083075" y="2662580"/>
                <a:ext cx="691200" cy="5194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220B5B8-C95F-30D8-9AEA-5C874F0C5A6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074075" y="2653940"/>
                  <a:ext cx="70884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FEE112B-B984-3446-6EDA-36DFB85620CF}"/>
                    </a:ext>
                  </a:extLst>
                </p14:cNvPr>
                <p14:cNvContentPartPr/>
                <p14:nvPr/>
              </p14:nvContentPartPr>
              <p14:xfrm>
                <a:off x="2610475" y="2097380"/>
                <a:ext cx="875160" cy="8650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FEE112B-B984-3446-6EDA-36DFB85620C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601835" y="2088380"/>
                  <a:ext cx="892800" cy="88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3E32D33-680E-218F-09D1-ACE79D671E60}"/>
                    </a:ext>
                  </a:extLst>
                </p14:cNvPr>
                <p14:cNvContentPartPr/>
                <p14:nvPr/>
              </p14:nvContentPartPr>
              <p14:xfrm>
                <a:off x="2517235" y="1989020"/>
                <a:ext cx="327960" cy="4021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3E32D33-680E-218F-09D1-ACE79D671E6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508595" y="1980380"/>
                  <a:ext cx="34560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752E79B-DD71-26DC-3B9B-A599D95534AE}"/>
                    </a:ext>
                  </a:extLst>
                </p14:cNvPr>
                <p14:cNvContentPartPr/>
                <p14:nvPr/>
              </p14:nvContentPartPr>
              <p14:xfrm>
                <a:off x="2771395" y="1963820"/>
                <a:ext cx="275400" cy="2642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752E79B-DD71-26DC-3B9B-A599D95534A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762755" y="1954820"/>
                  <a:ext cx="29304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8F9A967-AAC8-6568-1618-AEF916834898}"/>
                    </a:ext>
                  </a:extLst>
                </p14:cNvPr>
                <p14:cNvContentPartPr/>
                <p14:nvPr/>
              </p14:nvContentPartPr>
              <p14:xfrm>
                <a:off x="3148675" y="4530980"/>
                <a:ext cx="386280" cy="8157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8F9A967-AAC8-6568-1618-AEF91683489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140035" y="4521980"/>
                  <a:ext cx="403920" cy="83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4940243-DF91-40B4-A582-BDB14220687E}"/>
                    </a:ext>
                  </a:extLst>
                </p14:cNvPr>
                <p14:cNvContentPartPr/>
                <p14:nvPr/>
              </p14:nvContentPartPr>
              <p14:xfrm>
                <a:off x="2987395" y="4284020"/>
                <a:ext cx="874080" cy="13348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4940243-DF91-40B4-A582-BDB14220687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978755" y="4275020"/>
                  <a:ext cx="891720" cy="13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EC8747D-DF8B-9DAA-66C3-8D667B51EC69}"/>
                    </a:ext>
                  </a:extLst>
                </p14:cNvPr>
                <p14:cNvContentPartPr/>
                <p14:nvPr/>
              </p14:nvContentPartPr>
              <p14:xfrm>
                <a:off x="3824395" y="4338380"/>
                <a:ext cx="565920" cy="8118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EC8747D-DF8B-9DAA-66C3-8D667B51EC6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815395" y="4329380"/>
                  <a:ext cx="583560" cy="82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E0D38A2-65A2-6011-3DC2-505007726A96}"/>
                    </a:ext>
                  </a:extLst>
                </p14:cNvPr>
                <p14:cNvContentPartPr/>
                <p14:nvPr/>
              </p14:nvContentPartPr>
              <p14:xfrm>
                <a:off x="4475275" y="4329380"/>
                <a:ext cx="403920" cy="4690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E0D38A2-65A2-6011-3DC2-505007726A9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466635" y="4320740"/>
                  <a:ext cx="42156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E68EA3E-FA84-AD7E-534E-0827EACC75DD}"/>
                    </a:ext>
                  </a:extLst>
                </p14:cNvPr>
                <p14:cNvContentPartPr/>
                <p14:nvPr/>
              </p14:nvContentPartPr>
              <p14:xfrm>
                <a:off x="4832395" y="4274300"/>
                <a:ext cx="639360" cy="2912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E68EA3E-FA84-AD7E-534E-0827EACC75D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823395" y="4265660"/>
                  <a:ext cx="65700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9BB725D-DCF3-3511-45DE-571B82445957}"/>
                    </a:ext>
                  </a:extLst>
                </p14:cNvPr>
                <p14:cNvContentPartPr/>
                <p14:nvPr/>
              </p14:nvContentPartPr>
              <p14:xfrm>
                <a:off x="5608915" y="3957860"/>
                <a:ext cx="700200" cy="3762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9BB725D-DCF3-3511-45DE-571B8244595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599915" y="3948860"/>
                  <a:ext cx="71784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1596134-F471-E0A1-7185-69E1CED655B3}"/>
                    </a:ext>
                  </a:extLst>
                </p14:cNvPr>
                <p14:cNvContentPartPr/>
                <p14:nvPr/>
              </p14:nvContentPartPr>
              <p14:xfrm>
                <a:off x="7099315" y="3130220"/>
                <a:ext cx="118440" cy="9273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1596134-F471-E0A1-7185-69E1CED655B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090315" y="3121580"/>
                  <a:ext cx="136080" cy="9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D2561D3-C8F0-9252-540C-8C87B951EC99}"/>
                    </a:ext>
                  </a:extLst>
                </p14:cNvPr>
                <p14:cNvContentPartPr/>
                <p14:nvPr/>
              </p14:nvContentPartPr>
              <p14:xfrm>
                <a:off x="7017235" y="2942660"/>
                <a:ext cx="467640" cy="9792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D2561D3-C8F0-9252-540C-8C87B951EC9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008235" y="2933660"/>
                  <a:ext cx="485280" cy="9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8735523-5C80-09AB-6469-3873FB245242}"/>
                    </a:ext>
                  </a:extLst>
                </p14:cNvPr>
                <p14:cNvContentPartPr/>
                <p14:nvPr/>
              </p14:nvContentPartPr>
              <p14:xfrm>
                <a:off x="7841995" y="2701820"/>
                <a:ext cx="814320" cy="10112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8735523-5C80-09AB-6469-3873FB24524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832995" y="2692820"/>
                  <a:ext cx="831960" cy="10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3072C1A-AF92-786B-AEA1-887FDF34E1F1}"/>
                    </a:ext>
                  </a:extLst>
                </p14:cNvPr>
                <p14:cNvContentPartPr/>
                <p14:nvPr/>
              </p14:nvContentPartPr>
              <p14:xfrm>
                <a:off x="8716075" y="2817020"/>
                <a:ext cx="451440" cy="3506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3072C1A-AF92-786B-AEA1-887FDF34E1F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707075" y="2808380"/>
                  <a:ext cx="46908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C8B5509-AB06-B818-0A5A-FAA0B985F7A8}"/>
                    </a:ext>
                  </a:extLst>
                </p14:cNvPr>
                <p14:cNvContentPartPr/>
                <p14:nvPr/>
              </p14:nvContentPartPr>
              <p14:xfrm>
                <a:off x="9243115" y="2721260"/>
                <a:ext cx="270360" cy="1764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C8B5509-AB06-B818-0A5A-FAA0B985F7A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234115" y="2712260"/>
                  <a:ext cx="2880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DF69359-0C23-CF1B-09E9-236D1E57DCCB}"/>
                    </a:ext>
                  </a:extLst>
                </p14:cNvPr>
                <p14:cNvContentPartPr/>
                <p14:nvPr/>
              </p14:nvContentPartPr>
              <p14:xfrm>
                <a:off x="9788155" y="2450900"/>
                <a:ext cx="36360" cy="241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DF69359-0C23-CF1B-09E9-236D1E57DCC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779155" y="2442260"/>
                  <a:ext cx="54000" cy="41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09485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1942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testBI Power</dc:creator>
  <cp:lastModifiedBy>testBI Power</cp:lastModifiedBy>
  <cp:revision>3</cp:revision>
  <dcterms:created xsi:type="dcterms:W3CDTF">2026-03-19T17:19:06Z</dcterms:created>
  <dcterms:modified xsi:type="dcterms:W3CDTF">2026-03-23T17:55:31Z</dcterms:modified>
</cp:coreProperties>
</file>