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46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583 0 9749,'0'0'6923,"-3"1"-5839,-4 2-707,0 1 0,1 0 0,-1 0-1,1 1 1,0-1 0,0 1 0,0 1-1,1-1 1,0 1 0,0 0 0,0 0 0,1 0-1,0 1 1,0 0 0,0-1 0,1 1-1,0 1 1,-3 11 0,-2 7 298,2 1 1,0 0-1,2 0 1,-1 28-1,2-3-16,-31 319 2218,-170 555-1938,184-856-939,-102 389 0,98-345 0,5 2 0,-5 122 0,22-206 0,2 1 0,1-1 0,2 1 0,1-1 0,15 55 0,-16-74 0,2 1 0,0-1 0,1 0 0,0-1 0,1 0 0,0 0 0,1 0 0,0 0 0,1-1 0,0-1 0,1 0 0,0 0 0,1-1 0,0 0 0,20 12 0,-10-10-80,0-2-1,0-1 1,1 0 0,0-2 0,1 0-1,-1-1 1,1-2 0,0 0 0,0-2-1,0 0 1,0-1 0,35-6-1,0-3-1022,-1-2 0,0-3 0,97-38 0,-90 26-930,-1-2 0,94-59 0,-106 54-2828,69-61 1,-62 40-3647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46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79 418 6053,'-20'-17'590,"12"11"88,1 0 0,0 0 0,1-1 1,-12-14-1,16 18-484,0 0 0,1 0 1,-1 0-1,1 0 0,0 0 1,0 0-1,0 0 0,0-1 1,1 1-1,-1 0 0,1-1 1,0 1-1,0 0 0,0-1 1,1 1-1,-1 0 0,1-1 1,0-3-1,2-1 57,-1 1 0,1-1 0,1 1 0,-1 0 0,1 0 0,0 0 1,1 0-1,0 1 0,10-12 0,-4 8 27,0 1 0,0 0 0,1 0 0,25-13 0,4 4 123,0 1-1,68-18 0,-105 33-371,91-21 274,1 4-1,157-10 0,-169 23-711,158 13 0,-207-5-120,1 2 0,-1 1 0,0 2 0,0 2 0,-1 1 1,0 2-1,-1 1 0,59 32 0,-84-41 84,-1 0 1,1 1-1,-1 0 0,1 1 0,-1-1 1,-1 1-1,1 1 0,-1-1 1,0 1-1,-1 0 0,0 1 0,8 13 1,6 35-4977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46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30 230 6949,'-3'1'202,"1"-1"1,-1 1-1,1 0 1,-1 0-1,1 0 1,0 0-1,-1 0 0,1 0 1,0 1-1,-4 2 1,7-3 18,0-1 0,0 1 0,0-1 0,1 1 0,-1-1 1,0 0-1,0 0 0,0 1 0,0-1 0,0 0 0,1 0 0,-1 0 0,0 0 0,0-1 0,0 1 0,2 0 1,81-11 3831,154-42-1271,0 1-1677,812-69-555,-697 112-3718,-1 17-3959,-193 2-1019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47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845 202 9669,'38'-122'4920,"-20"46"843,-17 72-3610,-4 11-1185,-83 195 2047,-247 551 656,263-610-3400,-162 358 439,191-398-488,4 1 0,-43 213 0,72-268-163,-4 95 1,12-125-59,1 1 1,1-1 0,0 1 0,1-1 0,2 0 0,0 0 0,13 33 0,-7-30-63,0-1 1,1 0 0,1-1-1,1 0 1,18 19-1,-22-28-77,1 0 0,1-1-1,-1 0 1,2-1-1,-1 0 1,1-1-1,1-1 1,-1 0-1,19 6 1,-13-7-392,1 0 1,0-1 0,1-1-1,-1-1 1,1-1-1,-1-1 1,1-1 0,0-1-1,-1 0 1,33-7-1,-36 4-964,1-1-1,-1-1 0,-1 0 1,1-1-1,-1-1 0,0 0 1,23-18-1,3-7-7933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47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0 191 9457,'67'-37'1332,"-43"16"-264,6-3 4,7 0-196,3 3-152,20 3-136,14 3-128,10 3-88,13 6 16,0 3-584,17 0-352,6 0-400,1 6-328,-4-9-724,7 9-1352,3 6-1681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48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36 206 9041,'-16'-1'1921,"32"-6"753,44-8 535,138 12-1374,-71 4-1271,-39-1-258,102-6 89,-167 4-333,0-2-1,0 0 0,0-1 1,-1-1-1,42-18 0,-62 23-58,0 0-1,1 0 1,-1 0 0,0 0-1,0-1 1,0 1 0,0-1-1,0 1 1,-1-1 0,1 1-1,0-1 1,-1 0-1,1 0 1,-1 0 0,0 0-1,1 0 1,-1 0 0,0 0-1,0 0 1,0-1 0,-1 1-1,1 0 1,-1-1-1,1 1 1,-1 0 0,0-1-1,1 1 1,-1-1 0,-1 1-1,1 0 1,-1-4 0,0 3-5,0-1 1,0 1-1,-1 0 1,1 0 0,-1 0-1,0 1 1,0-1 0,0 0-1,0 1 1,0-1-1,-1 1 1,1 0 0,-1 0-1,1 0 1,-1 0-1,0 0 1,0 0 0,0 1-1,0 0 1,0-1 0,-6 0-1,-13-3 58,0 2 1,0 0-1,0 1 0,-1 2 1,1 0-1,0 2 0,-1 0 1,1 1-1,-34 10 0,-6 5 247,2 3-1,-62 29 0,82-32-156,1 2 0,1 1 0,1 2 0,1 2 0,-53 46 0,81-64-121,1 0 0,0 1-1,1 0 1,-1 1-1,2-1 1,-1 1-1,1 0 1,1 0-1,-1 1 1,2-1-1,-1 1 1,1 0 0,1 0-1,0 0 1,0 0-1,1 1 1,0 11-1,2-10-17,0-1 0,0 0-1,2 0 1,-1 1 0,1-1-1,1-1 1,0 1 0,0 0-1,1-1 1,1 0 0,0 0-1,0-1 1,1 1 0,0-1-1,12 11 1,4 3-137,2-2 0,1-1 0,0 0-1,39 20 1,123 53-1557,-99-57-365,99 27 1,74 3-5465,-140-40 1195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48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18 272 9377,'-6'-21'676,"2"0"1,-3-32-1,8-20 3587,-2 71-4157,1 1 1,0-1 0,0 1-1,0-1 1,1 1-1,-1-1 1,0 1 0,0-1-1,1 1 1,-1-1 0,1 1-1,-1 0 1,1-1-1,0 1 1,0-1 0,-1 1-1,1 0 1,0 0 0,0 0-1,0-1 1,0 1-1,0 0 1,1 0 0,-1 0-1,0 1 1,0-1-1,1 0 1,-1 0 0,1 1-1,-1-1 1,0 1 0,1-1-1,-1 1 1,1-1-1,-1 1 1,1 0 0,-1 0-1,1 0 1,-1 0-1,3 0 1,1 1-39,1 0 0,-1 1 0,0 0 0,1-1 0,-1 2 0,0-1 0,0 1 0,0-1 0,7 7 0,1 2 31,-1 0 0,-1 0 0,0 1 0,0 0 0,-2 1 0,13 19 0,41 89 271,-31-51-292,-3 1 0,-3 1 0,-4 2 0,17 95 0,-30-115-185,-2 0 1,-3 1-1,-3 0 1,-1-1-1,-3 1 1,-19 96-1,17-129 66,-2-1 0,0 0 0,-1-1-1,-2 0 1,0 0 0,-14 21 0,23-39 38,0 0 0,-1-1 0,1 1 0,-1 0 0,1 0 0,-1-1 0,1 1 0,-1-1 0,0 1 0,0-1 0,1 0 0,-1 0 0,0 0 0,0 0 0,-3 1 0,4-2 10,0 0-1,-1 0 1,1 0 0,0 0 0,0 0 0,0 0 0,0 0-1,-1 0 1,1-1 0,0 1 0,0 0 0,0-1 0,0 1-1,0-1 1,0 1 0,0-1 0,0 0 0,0 1 0,0-1-1,-1-1 1,-1-2 30,0 1 1,0-1-1,0 0 0,0 0 0,1-1 0,0 1 0,-1-1 0,2 1 0,-4-9 0,3 1 15,0 0-1,1 0 0,1 0 1,-1 0-1,2 0 0,0 0 1,0 0-1,4-14 1,30-95 143,-7 51-210,3 1-1,2 1 0,4 1 0,3 3 0,2 1 1,67-75-1,-51 75-787,2 1 1,4 4-1,2 2 1,2 4-1,3 2 1,1 3-1,3 4 1,107-46-1,-147 75-428,0 1 0,1 2 0,0 1 0,49-6 0,20 5-4560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48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962 141 9033,'-25'-62'2229,"24"60"-2065,0-1 0,0 1 0,0 0 0,-1 0-1,1 0 1,-1 0 0,1 0 0,-1 1 0,0-1-1,0 0 1,0 1 0,0-1 0,0 1 0,0-1-1,0 1 1,0 0 0,0 0 0,-1 0 0,-4-1-1,-5-2 448,-6-4-70,0 1-1,-1 1 1,0 1-1,0 0 0,0 1 1,-1 2-1,1 0 0,-1 1 1,-23 1-1,18 3-295,0 0 0,1 2-1,-1 0 1,1 2 0,0 1-1,-44 21 1,16-3 18,1 3 1,-79 59-1,99-64-191,1 2-1,2 1 1,0 1 0,-45 62 0,69-84-60,0 1 0,0 0 1,0 0-1,1 0 0,1 0 1,-1 0-1,1 1 0,0-1 1,0 1-1,1 0 0,0-1 1,1 14-1,0-18-9,0 1-1,1-1 1,-1 0 0,1 1-1,0-1 1,0 0 0,0 1 0,0-1-1,1 0 1,-1 0 0,1 0 0,0 0-1,0 0 1,0-1 0,0 1 0,1 0-1,-1-1 1,1 0 0,-1 1-1,1-1 1,0 0 0,0-1 0,0 1-1,0 0 1,0-1 0,0 1 0,0-1-1,1 0 1,-1 0 0,6 0-1,7 1 39,1 0-1,-1-2 0,0 0 0,0-1 1,0 0-1,0-1 0,26-8 0,111-39 552,-145 46-543,159-66 968,16-5 253,-180 73-1255,0 1 0,-1-1-1,1 0 1,0 1 0,0-1-1,-1 1 1,1 0 0,0 0-1,0 0 1,0 0 0,-1 0 0,1 1-1,0-1 1,0 1 0,-1 0-1,1 0 1,-1 0 0,1 0-1,-1 0 1,1 0 0,-1 1 0,1-1-1,-1 1 1,0 0 0,0 0-1,2 2 1,-1 0-87,0 0 0,0 0 0,0 0-1,0 0 1,-1 1 0,0-1 0,0 1 0,0 0-1,-1-1 1,1 1 0,-1 0 0,1 10 0,-1 31-1974,-2 1 1,-10 73-1,-2 27-7032,15-75 909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49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756 130 9321,'0'-3'78,"1"-30"1508,-2-33 0,1 64-1374,0 0 0,0 1 0,0-1 0,0 1 0,-1-1 0,1 0 0,-1 1 0,1-1 0,-1 1 0,1-1 0,-1 1 0,0-1 0,0 1 0,-1-2 0,1 3-151,1-1 0,0 1-1,-1 0 1,1 0 0,-1-1 0,0 1-1,1 0 1,-1 0 0,1 0 0,-1 0-1,1 0 1,-1-1 0,1 1 0,-1 0-1,0 0 1,1 0 0,-1 0-1,1 1 1,-1-1 0,1 0 0,-1 0-1,1 0 1,-1 0 0,1 1 0,-1-1-1,0 0 1,-4 3 129,1 1-1,0-1 1,-1 1 0,1-1-1,-6 9 1,4-5 107,-25 30 234,2 1 0,1 2-1,2 1 1,-24 50-1,28-49-255,-277 575 1711,254-500-1759,4 2 0,6 2 0,-30 185 0,52-177-43,2 195 1,13-280-120,1 0 0,2-1 0,22 85 0,-19-100 33,2 0 0,0 0 1,2-1-1,1-1 0,1 0 1,31 42-1,-40-61-45,1-1 1,-1 0-1,1 0 1,0 0-1,0-1 1,0 0-1,1 0 0,0 0 1,0-1-1,0 0 1,0-1-1,1 1 1,0-2-1,11 4 0,-11-5-8,-1 0 0,0-1 0,0 1 0,1-2-1,-1 1 1,0-1 0,0 0 0,0-1 0,0 0-1,0 0 1,0 0 0,0-1 0,0 0-1,-1 0 1,0-1 0,10-6 0,-3 0-13,0-1 0,-1-1 1,0 0-1,0-1 0,-2 0 1,1 0-1,-2-1 0,0 0 0,0-1 1,-2 0-1,0-1 0,0 1 1,-1-1-1,-1 0 0,-1-1 1,-1 1-1,0-1 0,-1 0 0,0 0 1,-2 0-1,0 0 0,-3-24 1,0 25-81,-1 1 0,-1 0 0,0 0 0,-1 0 1,0 1-1,-1 0 0,-1 0 0,0 0 1,-1 1-1,0 1 0,-1-1 0,-1 1 1,0 1-1,0 0 0,-24-16 0,25 20-369,-1 0 0,-1 0 0,1 2 0,-1-1 0,0 2 0,0-1 0,-1 2 0,-19-4 0,20 5-518,1 1 0,-1 1 0,1 0 1,-1 0-1,1 2 0,-1-1 0,1 1 1,-1 1-1,1 0 0,-14 6 1,-26 14-9553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49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761 1 10937,'8'0'560,"-6"0"-409,-1 0 0,1 0 0,0 0 0,-1 0 1,1 0-1,0 0 0,-1 1 0,1-1 0,-1 0 0,1 1 0,-1-1 1,1 1-1,-1 0 0,1-1 0,-1 1 0,1 0 0,-1 0 0,0 0 1,0 0-1,1 0 0,0 2 0,-1-2 0,-1 0-1,0 0 1,0 0-1,1-1 1,-1 1-1,0 0 1,0 0 0,0 0-1,0 0 1,0 0-1,-1 0 1,1 0-1,0 0 1,0-1-1,0 1 1,-1 0 0,0 1-1,0 4 336,-12 63 2206,-39 121 0,-271 609 1475,161-444-5712,7 1-3655,134-306 2235,2 0 0,-22 93-1,27-36-5978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49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0 544 10049,'2'-4'694,"0"1"0,0-1 0,0 1 0,1-1 0,-1 1 0,1 0 1,0 0-1,4-4 0,31-15 2214,-19 15-2445,1 0 1,28-4 0,-20 4 241,12-3-303,24-4 61,-2-4-1,63-26 0,-108 36-418,0 1 1,-1-2-1,0 0 0,0-1 0,-1-1 0,-1 0 0,0-1 0,0-1 0,-1 0 1,-1-1-1,22-29 0,-30 34-25,1 1 1,-1-1 0,0 1-1,-1-1 1,0 0-1,0-1 1,-1 1 0,0 0-1,-1-1 1,0 1-1,-1-18 1,0 23 15,0 0 1,-1 1-1,1-1 1,-1 0-1,0 1 1,0-1-1,-1 1 0,1-1 1,-1 1-1,1 0 1,-1 0-1,0-1 1,0 1-1,-1 0 1,1 1-1,0-1 0,-1 0 1,0 1-1,0-1 1,0 1-1,0 0 1,0 0-1,0 0 1,0 0-1,-1 1 1,1-1-1,-1 1 0,1 0 1,-1 0-1,0 0 1,1 1-1,-8-1 1,-3 0 166,-1 1 1,0 1-1,1 0 0,-1 1 1,1 1-1,0 0 1,-22 8-1,-1 3 389,-56 29 0,69-30-327,0 1-1,1 1 1,0 2-1,1 0 0,1 1 1,-29 32-1,39-37-151,1 0-1,0 0 0,1 1 0,1 0 0,0 0 0,1 1 0,1 0 1,0 1-1,1-1 0,0 1 0,2 0 0,0 0 0,-2 20 1,4-12-38,0 0 1,1-1 0,1 1 0,1 0 0,1-1 0,2 1-1,9 31 1,-4-31-319,0 0-1,2-1 0,0 0 0,2-1 1,0 0-1,2-2 0,0 1 0,1-2 1,37 32-1,-25-27-540,2-2-1,0-1 1,2-1-1,0-2 1,1-2-1,40 15 1,-46-22 23,1-1 0,0-1-1,0-1 1,0-2 0,1 0 0,32-2 0,-19-3-1377,0-2-1,-1-2 1,72-18-1,-3-8-4862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0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148 233 6161,'-116'-33'2169,"114"33"-1870,0-1 1,0 1-1,0-1 0,1 1 1,-1-1-1,0 0 0,0 1 1,1-1-1,-1 0 0,0 0 1,1 0-1,-1-1 0,1 1 0,0 0 1,-1 0-1,1-1 0,0 1 1,-2-3-1,3 3-49,0 0 1,1 0-1,-1 0 0,0 0 0,0 0 1,1 0-1,-1 1 0,0-1 0,1 0 1,-1 0-1,1 0 0,-1 0 0,1 1 1,0-1-1,-1 0 0,1 0 1,0 1-1,-1-1 0,2 0 0,3-4-1133,-1 1 1045,1 0-1,0 0 1,-1 0 0,1 1 0,1 0-1,-1 0 1,0 0 0,1 1 0,0-1-1,-1 1 1,10-2 0,9 0 377,42-3 1,-46 5-334,564-16 2104,-290 14-2093,577-55-2410,-864 58 2126,73-10-2496,135-1 0,-215 12 2545,14 0-1904,0 1 0,-1 0 0,18 4 0,-18 6-3894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0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1304 447 4684,'-29'-29'398,"-3"-7"416,-3 2 0,-1 1 0,-44-30-1,-164-129 8826,197 153-7192,11 18 424,25 21-1725,18 14 166,28 25-230,43 38-1,31 32-249,-61-53-560,-3 2 1,-2 2 0,-3 2 0,64 132 0,-89-159-194,-3 0 0,0 1 0,-3 0-1,9 68 1,-15-76-49,-2 0 0,-1 0 0,-1 0-1,-1-1 1,-2 1 0,-1 0 0,-10 33 0,2-25-27,-2 0 1,-1-1-1,-2-1 1,-1 0 0,-2-1-1,-1-2 1,-1 0 0,-38 38-1,-31 22-671,-118 89-1,158-137 175,-203 155-2198,1-2-2457,97-56-3105,80-58-1612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1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555 241 11597,'93'-108'3697,"-34"27"3644,-52 70-6181,1 1 0,0 1 1,11-10-1,-16 16 891,-4 26 118,-1-7-1954,-2 0 0,1-1 0,-2 1 1,0-1-1,-10 20 0,-45 77-295,34-66 140,-132 219-60,-42 80 0,55-22 0,114-238 0,-39 174 0,59-203 0,4 1 0,1-1 0,3 1 0,6 68 0,1-82 0,2 0 0,2 0 0,1-1 0,3 0 0,1-1 0,24 51 0,-22-61 0,2-1 0,1 0 0,1-1 0,2-1 0,1-1 0,1-1 0,1-1 0,29 24 0,-17-21 0,1-1 0,2-1 0,0-3 0,2-1 0,68 26 0,-40-25 0,0-2 0,2-4 0,0-3 0,1-3 0,0-3 0,0-3 0,125-8 0,-99-6 0,0-5 0,-1-4 0,-1-5 0,109-40 0,-27-6 0,201-108 0,-353 163 0,30-15 0,-52 27 0,1 0 0,-1 1 0,0 0 0,0 0 0,1 0 0,-1 0 0,1 1 0,-1-1 0,0 1 0,1 0 0,4 1 0,-8-1 0,0 1 0,0-1 0,0 0 0,0 1 0,0-1 0,0 1 0,0-1 0,0 1 0,0-1 0,-1 1 0,1 0 0,0-1 0,0 1 0,-1 0 0,1-1 0,0 1 0,-1 0 0,1 0 0,-1 0 0,1 0 0,-1 0 0,1 0 0,-1 0 0,1 1 0,-1 2 0,1-1 0,-1 1 0,1-1 0,-1 1 0,0-1 0,-1 1 0,0 5 0,-2 8 0,-2 0 0,-7 21 0,12-38 0,-55 134 75,31-79-2032,-33 111 1,39-97-3127,6-23-2015,-2 8-6666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1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 13869,'77'-54'1924,"-67"45"-371,10-9-317,0 3-324,3 9-192,4 0-348,0 15-608,20 9-800,-14 9-588,-6 6-573,-10 18-2307,3 16-3501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1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251 282 12341,'14'-8'399,"-7"5"-137,0-1 0,-1 0 0,0 0 1,0 0-1,0-1 0,0 1 0,-1-1 1,1-1-1,-2 1 0,1-1 0,0 0 1,-1 0-1,0 0 0,3-8 1,-1 1 444,1 1 0,0 0 1,0 0-1,1 0 1,1 1-1,0 0 1,1 1-1,0 0 1,0 0-1,19-13 1,-16 16-435,0-1 0,0 1 0,0 1 0,1 1 0,0 0 0,0 0 0,0 2 1,1-1-1,-1 2 0,1 0 0,0 1 0,-1 0 0,1 1 0,0 1 0,28 5 0,-27-3-181,0 1-1,-1 1 0,1 0 1,-1 1-1,0 1 0,0 0 0,-1 1 1,0 1-1,-1 0 0,1 1 1,-2 0-1,0 1 0,0 1 1,-1-1-1,15 22 0,-18-22-54,0 0 0,-2 1 1,1 0-1,-1 1 0,-1-1 0,-1 1 0,1 0 0,-2 0 0,0 0 1,-1 1-1,0-1 0,-1 1 0,0 0 0,-1-1 0,-1 1 0,0-1 0,-1 1 1,0-1-1,-6 18 0,-1-5-11,-2-1 0,-1 0 0,0-1 0,-2 0-1,-1-1 1,-1-1 0,-1 0 0,0-2 0,-2 0 0,0 0 0,-27 19 0,-15 8-485,-2-3 0,-118 62 0,-94 17-3145,181-90-586,2-3-4328,67-22-2149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1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532 0 12801,'-7'28'2402,"0"0"0,-15 32 0,-9 30-20,-92 407 3727,-5 21-3973,109-451-2037,-106 425-2795,100-391 1019,-13 83-3015,34-157 1991,2 1 0,2 40 0,8 17-7880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2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44 374 13581,'-43'-121'2324,"46"82"93,-6 0-257,3-3-224,13 6-380,20 2-312,28 7-276,23 9-372,29 6-868,31 6-504,17 9-936,23 6-1020,7 9-3569,10 6-5704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2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711 96 14761,'10'-6'749,"19"-19"1945,-14 0 2038,-14 22-4201,1-1 1,-1 1-1,1 0 0,0 1 1,0-1-1,0 0 0,1 1 1,-1-1-1,1 1 0,-1-1 1,1 1-1,0 0 0,3-1 1,-4 1 913,-2 24-762,1-8-639,-1 0 0,-1-1 0,0 1 0,-1-1 0,-6 20 0,-6 14-30,-2-1-1,-3-1 1,-1 0-1,-32 51 1,11-32-344,-2-2 0,-56 61 1,-99 72-6187,56-74-1639,132-112 7357,-125 100-12595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4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657 120 9137,'5'-6'226,"12"-9"881,0 0 0,1 2 0,27-17 0,-29 20-206,-8 5 272,1-1-1,0 2 0,16-7 1,-22 10-966,0 0 1,0 0 0,0 0-1,0 1 1,0 0-1,0-1 1,1 1 0,-1 0-1,0 1 1,0-1 0,0 0-1,0 1 1,0 0-1,0 0 1,0 0 0,0 0-1,2 2 1,4 2 117,0 0 1,-1 1 0,0 0 0,0 1-1,0 0 1,-1 0 0,0 0-1,0 1 1,-1 0 0,7 11-1,-4-3 82,-1-1 1,-1 1-1,-1 0 0,0 0 0,5 26 0,-2 7 315,-3 0 1,-2 0-1,-3 66 1,-2-58-540,-2-1 0,-3 0 1,-24 99-1,-8-2-183,-71 181 0,-284 557 475,208-492-1937,12 4-4771,119-255 1378,26-49-1447,8 3-5104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5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0 404 10013,'1'-5'165,"-1"0"1,1 0-1,0 1 0,1-1 1,-1 0-1,1 0 1,0 1-1,0-1 0,0 1 1,0-1-1,1 1 0,0 0 1,0 0-1,0 0 1,0 1-1,1-1 0,-1 1 1,1-1-1,0 1 0,0 0 1,0 1-1,1-1 1,5-2-1,13-6 145,2 0 0,-1 2 0,2 1 0,-1 0 0,1 2 0,41-4 0,169-2 470,-194 11-698,819 13 319,2 30-660,-743-36 234,253 26 566,-372-32-539,-1 0 1,0 0 0,0 0 0,0 0 0,0 0-1,0 0 1,0 0 0,1 0 0,-1 0-1,0 0 1,0 0 0,0 1 0,0-1 0,0 0-1,0 0 1,0 0 0,1 0 0,-1 0 0,0 0-1,0 0 1,0 0 0,0 0 0,0 0 0,0 0-1,0 0 1,0 1 0,0-1 0,0 0-1,1 0 1,-1 0 0,0 0 0,0 0 0,0 0-1,0 0 1,0 1 0,0-1 0,0 0 0,0 0-1,0 0 1,0 0 0,0 0 0,0 0-1,0 1 1,0-1 0,0 0 0,0 0 0,0 0-1,0 0 1,0 0 0,0 0 0,0 0 0,-1 1-1,1-1 1,0 0 0,0 0 0,0 0-1,0 0 1,0 0 0,0 0 0,0 0 0,-2 7 41,0-1 0,-1 0 0,1 0 0,-1-1-1,0 1 1,-1-1 0,1 1 0,-9 8 0,-41 37 211,37-37-235,1 0 0,-16 20 0,24-26-2,1 0-1,1 0 1,0 0 0,0 1 0,0 0 0,1 0 0,1 1 0,-1-1 0,2 1 0,-1-1-1,1 1 1,1 0 0,-1 12 0,2-13-12,1 0 1,0-1-1,0 1 0,1-1 0,0 1 1,1-1-1,0 0 0,0 0 1,0 0-1,1 0 0,1 0 0,-1-1 1,1 0-1,0 0 0,11 10 0,-3-4-5,0-1 0,1-1 0,1 0-1,0-1 1,0-1 0,1 0 0,0-1-1,1-1 1,0 0 0,0-1 0,0-1-1,1-1 1,-1-1 0,24 3-1,13-2-1,1-3 0,-1-1-1,80-12 1,48-18-71,54-5 33,-197 32 37,1 2 0,-1 1 0,68 10-1,-72-4 36,321 43-300,-315-47 233,0-2 0,0-2 0,-1-1 0,1-2 0,-1-2 0,72-23 0,-80 19 197,-1-2-1,0-1 0,-1-1 0,-1-2 0,-1-1 0,0-1 1,-1-2-1,-1 0 0,-1-2 0,-1-1 0,-1-1 1,-1 0-1,-2-2 0,0-1 0,-2 0 0,-1-1 0,-1-1 1,-2-1-1,12-35 0,1-19 1477,-4-2 0,12-95 0,-34 178-992,-2 8 10,-17 87 117,-5-1 1,-48 125-1,31-100-504,-97 243-432,41-115-1311,15-40-510,-26 71-2372,52-88-4395,34-93-1917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5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99 11369,'41'-59'1918,"-40"57"-1793,0 1 1,1-1-1,-1 0 0,0 1 0,1-1 1,-1 1-1,1-1 0,-1 1 1,1 0-1,-1 0 0,1 0 0,0 0 1,0 0-1,0 0 0,0 0 0,-1 0 1,1 1-1,0-1 0,0 1 0,0-1 1,4 1-1,7-2 431,12-3 53,1 1 0,-1 1 0,1 2 0,0 0 0,-1 2 0,1 0-1,-1 2 1,46 11 0,-29-3-119,-1 2-1,51 24 1,-76-29-392,0 0-1,-1 1 1,0 1 0,0 0-1,-1 1 1,-1 0 0,0 1-1,16 19 1,-25-26-84,-1 1-1,1-1 1,-1 0-1,0 1 1,0 0 0,-1-1-1,0 1 1,0 0 0,0 0-1,-1 0 1,0 1-1,0-1 1,-1 0 0,1 0-1,-1 1 1,0-1 0,-1 0-1,0 0 1,0 1-1,0-1 1,-1 0 0,0 0-1,0 0 1,0 0 0,-1-1-1,0 1 1,-4 6-1,-6 7-79,-1 0-1,0-1 0,-2 0 1,0-1-1,0-1 0,-21 15 1,2-3-256,-2-3 1,-1-1 0,-44 21 0,-128 49-3892,152-70 2011,53-22 1330,1 0 1,-1 0 0,0-1-1,0 0 1,1 0 0,-1 0-1,-5 0 1,-8 2-5816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5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22 8669,'4'-21'4460,"13"33"-3024,-1 27-84,-19 15-135,-4 22-201,-3 17-224,-13 13-260,-1 11-8,1 7-104,-4 9-204,0 5-460,-3 10-508,3 0-532,-3-7-709,0 1-2807,10-9-3777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5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0 375 8409,'40'-11'1369,"-1"-2"1,53-25-1,-35 15 443,2 2-1,84-18 1,-31 9-593,74-35 418,-161 54-1369,-1-1 0,-1-1 0,0-1 0,-1-1 0,26-22-1,-48 35-241,-1 1 0,1 0 0,-1-1 0,0 1 0,1 0 0,-1 0 0,0 0 0,0 0 0,0-1 0,0 1 0,1 0 0,-2 0 0,1 1 0,0-1 0,0 0 0,-2-1 0,0 0 9,0 1 0,0-1 0,0 1 1,0 0-1,0-1 0,-1 1 0,1 1 1,0-1-1,-1 0 0,1 1 0,-1 0 0,1 0 1,-1 0-1,1 0 0,0 0 0,-1 1 1,1 0-1,-5 1 0,-8 3 208,0 0 0,-25 14 1,29-13-100,-24 12 202,2 2 1,0 2-1,1 0 0,1 3 0,2 0 0,-34 37 0,17-11 106,2 3-1,-66 103 0,86-116-271,1 2 0,3 0 1,-26 71-1,40-92-168,1 0 0,0 0 0,2 0 0,0 1 0,2-1 0,1 1 0,0 0 0,2-1 0,5 41 0,-2-48-177,0-1-1,1 0 1,1 0-1,0 0 1,1 0-1,0-1 1,1 0-1,1-1 1,0 1-1,1-2 1,0 1-1,0-2 1,2 1-1,-1-1 1,15 9-1,6 2-671,0-1 0,1-2 0,1-2 0,71 25 0,-59-27-161,0-2 0,0-2 0,1-3-1,47 3 1,-2-7-2702,102-10-1,-41-4-3108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5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962 1 13833,'-94'0'1944,"54"9"73,-14 3 319,-9 15-284,2 3-88,4 9-264,-3 7-388,-3 8-259,-8 6-205,4 10-260,4-1-768,2 6-1076,1-5-1277,0 2-803,9 12-3261,15-2-6164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7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19 458 9305,'-2'-1'108,"0"-1"1,1 1 0,-1-1-1,1 0 1,0 0-1,0 0 1,-1 0-1,1 0 1,0 0 0,0 0-1,1 0 1,-1 0-1,0 0 1,1-1 0,-1 1-1,1 0 1,0 0-1,0-1 1,0 1-1,0 0 1,0 0 0,1-4-1,1 0 167,0 1 0,0-1 0,0 1-1,1 0 1,0 0 0,5-7 0,-1 2-79,1 1 0,1 1 0,0-1 0,0 1-1,0 1 1,1-1 0,0 2 0,1-1 0,-1 2 0,1-1 0,22-6 0,-4-1 51,343-162 1176,-363 171-1346,-1 0 1,1 0-1,-1-1 1,0 0-1,0-1 1,0 0-1,-1 0 1,0 0-1,0-1 1,7-10-1,-17 14-37,-4 1-139,0 0 1,-1 1-1,1 0 0,-1 0 1,0 1-1,1-1 0,-1 2 0,1-1 1,-1 1-1,1 1 0,-1-1 1,1 1-1,0 0 0,-1 1 1,-6 3-1,-15 8-2679,2 0 0,-36 25-1,31-15-2962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7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1987 8689,'4'-4'141,"17"-22"2426,40-36 1,-23 30-893,1 2 0,2 2 0,73-38 1,147-54-616,-206 96-756,-9 4-180,400-186 513,-361 160-608,-1-4 1,-3-3 0,79-68 0,-84 55-10,70-82 1,-118 119-16,30-33 14,92-128-1,-109 130 33,54-107 0,-84 143-4,-1 0 0,-1 0 0,-1-1 0,-1 0 0,-1 0 1,-2 0-1,0-1 0,0-27 0,-4 45-4,0 1 1,-1 0-1,0 0 1,0 0-1,-1 0 1,1 0-1,-2 0 1,1 0-1,-1 1 1,0-1-1,-6-10 1,7 15-12,0-1 0,0 1 0,0-1 0,-1 1 0,1 0 0,-1 0 0,1 0 0,-1 0 0,1 1 0,-1-1 0,0 1-1,0 0 1,0-1 0,0 1 0,0 1 0,0-1 0,0 0 0,0 1 0,0-1 0,0 1 0,-1 0 0,1 0 0,0 0 0,0 1 0,0-1 0,0 1 0,0-1 0,0 1 0,-5 2 0,-4 2 41,0 0 0,0 1 0,1 1 0,0 0 0,0 0 0,0 1 0,-14 14 0,-68 76 191,64-66-168,-36 44 54,3 2 1,-93 153 0,116-160-90,2 2 0,3 1 0,-43 148 0,62-163-26,4 1-1,2 1 1,2 0 0,4 0 0,2 0 0,2 0 0,4 1-1,2-2 1,2 1 0,3-1 0,3-1 0,45 114-1,13-9 8,156 250 0,-221-400-42,5 6 5,-1 0-1,-1 0 1,-1 1 0,0 1-1,-2 0 1,9 36-1,-16-55-3,0 0-1,-1 1 0,0-1 0,1 0 0,-1 1 0,-1-1 0,1 0 0,0 0 0,-1 1 0,1-1 0,-1 0 0,0 0 0,0 0 0,0 0 0,-1 0 0,1 0 0,-1 0 0,0 0 0,0 0 0,1-1 0,-2 1 0,1-1 0,0 1 0,0-1 0,-1 0 0,0 0 0,1 0 0,-1 0 1,-5 2-1,-5 2-5,-1-1 0,0-1 0,0 0 0,0-1 0,-24 3 0,-114 8-1060,-194-8-1,235-7-568,-5 1-2043,69 0-3534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8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562 1450 11905,'6'-2'356,"0"0"-1,0 0 1,-1 0-1,1-1 1,0 0-1,-1 0 1,0 0-1,8-7 1,32-18 1337,234-74 2162,-58 26-2817,-35-8-522,-154 66-420,-1-1 0,0-1 1,41-36-1,-68 52-85,1 0 7,-1 0-1,1-1 0,-1 0 1,7-9-1,-10 13-14,0 0-1,-1 0 0,1 0 1,-1 0-1,1-1 0,-1 1 1,1 0-1,-1 0 1,0 0-1,1 0 0,-1-1 1,0 1-1,0 0 0,0 0 1,0 0-1,0-1 0,0 1 1,-1 0-1,1 0 0,0 0 1,-1-1-1,1 1 1,0 0-1,-1 0 0,1 0 1,-1 0-1,0 0 0,1 0 1,-1 0-1,0 0 0,0 0 1,-1-1-1,-1 0 1,0-1 0,0 1 0,0 0 0,-1 0 0,1 0 0,-1 1 0,1-1 0,-1 1 1,0 0-1,1 0 0,-1 0 0,0 0 0,0 1 0,0-1 0,0 1 0,-7 1 0,-8 1 10,1 0 0,-26 8 0,32-7-7,-78 22 35,-152 64 0,-78 65-9,209-93-20,-121 89-1,175-109-2,3 3-1,2 2 1,-81 92 0,122-122-7,0 0 1,1 0 0,0 1-1,2 0 1,0 1-1,1 0 1,0 0-1,2 0 1,0 1 0,1 0-1,1 0 1,1 0-1,0 0 1,2 1 0,2 34-1,-1-48-2,-1 1 1,1-1-1,0 0 0,1 1 1,-1-1-1,1 0 0,1 0 0,-1 0 1,1 0-1,0-1 0,0 1 0,1-1 1,-1 1-1,1-1 0,5 4 1,0-1-2,0 0 0,1-1 1,0-1-1,0 0 0,17 8 1,-16-9 0,26 12-1,0-3 1,2 0 0,-1-3-1,2-1 1,-1-2 0,1-2-1,1-1 1,-1-2-1,41-3 1,0-4 0,-1-4-1,-1-3 1,127-34-1,-57 0-23,-2-8-1,-2-5 1,-4-7-1,-2-6 1,-3-5-1,152-116 0,-185 112 2,-4-4 0,147-162 0,-213 211 15,57-64 12,-5-3 0,-5-4 0,81-138 0,-79 101 1022,121-298-1,-198 414-311,-4 26-676,-2 0-1,1 1 1,0-1 0,0 0 0,0 1 0,0-1-1,0 1 1,0-1 0,-1 0 0,1 1 0,0-1 0,0 1-1,-1-1 1,1 1 0,-1-1 0,1 1 0,0-1-1,-1 1 1,1-1 0,-1 1 0,1-1 0,-1 1 0,0-1-1,-1 1 33,0 0 0,0 0 0,0 0 0,0 0 0,0 1 0,1-1 0,-1 0 0,0 1 0,0-1 0,0 1-1,1 0 1,-1 0 0,0-1 0,1 1 0,-1 0 0,0 1 0,1-1 0,-1 0 0,1 0 0,0 1 0,-1-1 0,-1 3 0,-15 18 392,1 0 0,1 1 0,-17 34 0,13-23-134,-32 54 422,-235 404 964,27 16-1708,82-104-297,29 9-4596,136-368 2972,-11 67 1,22-93 573,0 1 0,1-1 0,1 0-1,1 0 1,0 1 0,6 21 0,17 40-10047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8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382 379 13013,'-175'-96'2068,"68"31"585,89 52-1528,2-1 0,-24-24 1,38 36-958,-1 0 1,1-1 0,0 1-1,0-1 1,0 1-1,0-1 1,0 0-1,1 0 1,-1 0 0,1 0-1,0 0 1,0 0-1,0 0 1,0-1-1,0-5 1,1 6-71,1 1-1,-1-1 1,1 0 0,0 1-1,0-1 1,0 1 0,0-1-1,0 1 1,0 0 0,1-1-1,-1 1 1,1 0 0,0 0-1,-1 0 1,1 0 0,0 0-1,0 0 1,0 1 0,5-4-1,3-1 75,0 0-1,0 1 0,1 0 1,0 0-1,0 1 0,0 1 0,0-1 1,19-1-1,11 0 117,45 0-1,-62 5-203,359 14-1054,2 32-1417,216 50-2922,-203-16-2425,-171-28-843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8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955 0 11617,'-83'54'2148,"22"-11"-216,11 2-211,-4-3-73,8 9-408,-5 10-240,-9 14-164,-7 15-188,3 13-220,-6-1-524,-7 7-648,0-1-900,7-2-692,3-4-3157,10 1-4428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9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2072 1507 8973,'3'-42'1021,"-2"28"-413,0 0 0,-1 0 0,0 0 0,-1 0 1,-4-17-1,3 20-154,0 1 1,-1-1 0,0 1 0,-1 0 0,0 0 0,-1 0 0,0 0 0,0 1-1,-1 0 1,0 0 0,-1 0 0,-10-10 0,7 9-60,-1 2 1,1-1 0,-2 1-1,1 1 1,-1 0-1,0 1 1,-1 0 0,-24-8-1,9 7-1,-1 0 0,0 2 0,-1 2-1,1 0 1,-1 2 0,0 2 0,1 0 0,-47 9-1,-5 7 49,1 3-1,1 3 0,1 4 0,-74 38 1,49-14-123,2 4 0,-121 90 1,140-84-149,3 3 0,-81 86 0,112-98-99,2 1 0,2 3 1,-69 118-1,98-147-112,1 1 1,1 0 0,1 1-1,2 0 1,1 1 0,1 0-1,-6 52 1,14-70-21,-1 1-1,2-1 1,-1 0-1,2 1 1,0-1 0,0 0-1,1 0 1,0 0-1,8 16 1,-7-19-16,1 0-1,1 0 1,-1 0 0,2-1 0,-1 0 0,1 0-1,0-1 1,1 0 0,0 0 0,0 0 0,0-1-1,15 8 1,-3-4-8,0-1 0,0-1 0,1-1 1,0-1-1,0-1 0,1 0 0,0-2 0,-1 0 0,1-2 0,0 0 0,43-5 0,-19-2-41,-1-2 1,1-2-1,-2-2 1,72-29-1,-39 7-126,-2-3-1,108-72 1,125-119-346,-167 108 361,-5-6 0,-6-5-1,207-273 1,-197 205 106,-8-7 1,149-314 0,-59 54 397,-180 389 907,-49 119 211,-46 166 58,-92 232 1,-130 187-793,244-566-745,-139 300-1600,135-277 54,4 1 0,-27 120 0,50-165-158,-5 66 1,12-87 379,1-1 0,1 1 1,1-1-1,0 1 0,9 32 0,-5-34-1580,1 1 0,10 15-1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9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 13193,'0'0'1880,"4"18"-239,-11 18-241,-3-6-236,-7 1-152,-3 14-152,3 12-24,-3 9-324,0 10-96,4 8-372,-8-2-408,-3-1-720,-3 0-652,-3-8-696,-1-4-2705,7-6-4084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1:59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85 8217,'33'-42'1148,"-16"27"-244,-10 3-272,0-3 52,13 39-1236,-4 18-484,-16 3-1936,-3 13-1069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0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855 97 9137,'-10'-6'726,"0"-1"-1,0 2 1,-1-1 0,0 2 0,0-1 0,0 2-1,0-1 1,-1 1 0,1 1 0,-1 0 0,-20 0-1,19 2-201,0 0-1,0 1 0,0 1 1,0 0-1,0 1 0,0 0 0,0 1 1,-16 7-1,10-3 122,-5 1-106,0 2 0,1 0 0,1 2 0,0 0-1,0 2 1,-30 27 0,11-4 250,-65 79 0,79-83-613,2 0 0,1 2 1,2 1-1,2 1 1,1 1-1,2 0 1,-16 53-1,26-68-212,1-1-1,1 1 1,1 1-1,2-1 1,0 1-1,1-1 1,1 1-1,2-1 1,0 1-1,2-1 1,0 0-1,2 0 1,1 0-1,10 24 1,-9-31-169,1-1 1,0 0 0,2-1 0,-1 1-1,2-2 1,0 0 0,1 0-1,0-1 1,1-1 0,1 0 0,-1-1-1,2-1 1,0 0 0,29 13-1,-23-14-2,0-1 1,0-1-1,1 0 0,0-2 0,0-1 0,1-1 0,-1-1 0,1-1 0,-1-1 0,1-1 0,28-4 0,-7-5-93,0-1 0,0-2 1,-1-3-1,-1-1 0,-1-2 0,0-2 1,-1-1-1,54-41 0,-10-2-91,-3-4 0,114-122 0,-63 42 825,186-269 0,-268 343-17,65-94 1118,-106 157-404,-14 20-221,-16 21-77,-35 57 164,27-41-674,-139 251 1206,88-131-2350,-92 275-1,159-402 140,-42 147-3326,47-150-431,-6 54-1,12-27-5903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0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11441,'42'-8'452,"146"-20"2210,-20 22 642,-145 6-2897,18 0 291,0 2 1,1 2 0,63 14-1,-89-14-552,0 0 0,0 2-1,-1-1 1,1 2 0,-2 0-1,1 1 1,-1 1 0,0 0 0,0 1-1,-1 0 1,12 13 0,-16-12-75,0 1 1,-1 0-1,0 0 0,-1 0 1,-1 1-1,0 0 1,0 1-1,-1-1 0,-1 1 1,0 0-1,3 27 1,-4-8-88,-1 0 1,-1 0 0,-2-1 0,-5 39 0,-3-20-666,-1-1 0,-3-1 0,-21 54 0,-15 19-2789,-4-2-3322,25-54-828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0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152 156 6165,'26'-35'2072,"37"-62"1,-62 95-1925,0 0 1,0 0-1,0 0 1,1 1-1,-1-1 1,1 0-1,-1 1 1,1-1-1,0 1 1,-1-1-1,4-1 1,-2 1 63,-2 3-179,-1-1 0,1 0 0,0 0 0,-1 0 0,1 1 0,0-1 0,-1 0 0,1 1 0,-1-1 0,1 0 0,-1 1 0,1-1 0,-1 1 0,1-1 0,-1 1 0,1-1 0,-1 1 0,1-1 0,-1 1 0,0 0 0,1-1 0,-1 1 0,0 0 0,10 16 90,6 25-528,-1 0-1,-3 1 1,-1 0-1,-2 1 1,5 72-1,-14-103 402,-1-1 0,0 1 0,-1-1 0,0 0 0,-1 1 0,0-1 0,-1 0 0,0-1 0,-1 1 0,-11 20-1,-7 3 485,-52 63 0,4-5 29,49-58-372,2 0-1,1 2 0,1 0 0,3 1 0,1 0 1,-9 43-1,16-55-40,2 1 0,1 0 0,1 0 0,1 0 0,2 0 0,0 0 0,2 0 0,1 0 0,2 0 0,7 27 0,-9-43 84,1-1-1,0 0 1,0-1-1,1 1 1,0-1-1,1 0 1,0 0 0,1 0-1,0-1 1,0 0-1,0 0 1,1-1-1,1 0 1,12 8 0,-19-13-87,1-1 1,-1 0-1,1 0 1,0 0 0,-1 0-1,1 0 1,0-1-1,0 1 1,0-1 0,0 1-1,0-1 1,0 0 0,0 0-1,-1-1 1,1 1-1,0-1 1,0 1 0,0-1-1,4-2 1,-2 1-7,-1 0 1,0 0 0,1 0-1,-1-1 1,0 0-1,0 0 1,-1 0-1,1 0 1,-1 0-1,0-1 1,4-4-1,0-5 72,0 0-1,-1 0 1,0 0-1,-1-1 1,-1 0-1,0 0 1,-1 0-1,0-1 0,0-26 1,0-15 184,-6-57-1,1 87-245,-11-150 448,8 147-1029,0 0 0,-2 1 1,-16-44-1,2 35-4166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1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 9597,'4'1'251,"0"0"1,0 0-1,0 0 1,0 1-1,0 0 0,0 0 1,0 0-1,0 0 1,-1 0-1,1 1 1,-1 0-1,0-1 0,0 1 1,0 1-1,0-1 1,0 0-1,-1 1 0,0-1 1,1 1-1,-1 0 1,-1 0-1,1 0 1,0 0-1,-1 0 0,0 0 1,0 0-1,0 0 1,0 0-1,-1 6 1,2 11 70,-2 0 0,0 0 0,-1 0 0,-2 0 0,0 0 0,-1-1 0,-1 1 0,-1-1 0,-11 27 0,-13 21 77,-48 80 0,64-122-284,13-23-72,20 5 31,-15-7-66,0-1 0,0 1 0,0-1 0,1 0 1,-1 0-1,0 0 0,1-1 0,-1 1 0,0-1 0,0 0 0,0-1 0,8-2 0,55-30 146,-40 20-40,103-66 645,-6 2 1190,-100 64-1399,33-16 789,-54 29-1280,-1 0 0,1 0-1,-1 0 1,1 0 0,-1 1 0,1-1 0,-1 1 0,1 0 0,0-1 0,-1 1 0,1 0 0,0 0 0,-1 1 0,1-1 0,0 1 0,-1-1 0,1 1 0,3 1 0,-5-1-34,0 0 0,1 0 1,-1 1-1,0-1 0,0 0 0,0 0 1,0 1-1,0-1 0,0 0 0,0 1 1,-1-1-1,1 1 0,0-1 0,-1 1 1,1 0-1,-1-1 0,0 1 0,1 0 0,-1-1 1,0 3-1,-3 37 196,3-37-211,-12 88-514,-24 143-7297,24-178 1404,5-2-4158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1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66 11313,'-134'-18'1913,"73"13"42,50 4-734,1 1 1,0-2-1,-22-5 3325,39 5-3218,25-6-749,0 1-1,1 2 1,39-2 0,111 4 148,-138 3-521,733 21-919,-388 1-2008,0 2-3512,-231-14 2378,125 9-7606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2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813 88 12369,'-2'0'185,"0"0"0,-1-1 0,1 1-1,0-1 1,0 1 0,0-1 0,0 0 0,0 0-1,0 0 1,0 0 0,0 0 0,0 0 0,0 0-1,1-1 1,-1 1 0,0-1 0,1 1-1,0-1 1,-1 0 0,1 0 0,0 1 0,-1-1-1,1 0 1,0 0 0,1 0 0,-1 0 0,0 0-1,0-5 1,-1 5-19,1-1-1,0 0 0,-1 0 0,1 1 1,-1-1-1,0 1 0,1 0 1,-1-1-1,-1 1 0,1 0 1,0 0-1,0 0 0,-1 0 0,1 1 1,-1-1-1,0 1 0,1-1 1,-1 1-1,0 0 0,-5-1 1,3 1-35,-1 0 1,0 1-1,0 0 1,0 0-1,0 0 1,1 1 0,-1 0-1,0 0 1,0 0-1,-5 3 1,-10 4 57,0 1-1,1 1 1,1 1 0,-28 20 0,18-9-36,2 2 1,1 0-1,-25 30 1,-58 80 72,85-103-206,-13 14-127,3 2-1,1 2 1,3 1 0,2 1-1,-39 99 1,62-136 57,1 0 1,0 0-1,0 1 0,-1 23 1,4-34 40,1-1 1,0 0 0,0 1 0,0-1-1,1 0 1,-1 1 0,1-1 0,0 0-1,-1 0 1,2 1 0,-1-1 0,0 0-1,1 0 1,-1 0 0,1 0 0,0 0-1,0-1 1,0 1 0,0-1 0,0 1-1,1-1 1,-1 0 0,1 0 0,0 0-1,5 4 1,1-3 4,0 1 0,0-2-1,0 1 1,1-1 0,-1 0 0,1-1 0,-1 0-1,1-1 1,-1 0 0,18-2 0,8-3 239,53-14 0,127-51 1890,-134 41-959,107-24-1,-176 50-1238,1 1 1,0 1-1,-1 0 0,1 1 1,0 0-1,0 1 1,-1 0-1,1 1 0,-1 0 1,1 1-1,-1 1 0,0 0 1,0 0-1,20 12 1,-17-7-825,-1 0 0,0 1 0,0 1 0,12 13 0,-6-3-4123,33 43-1,-24-23-4604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2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 13753,'9'-12'556,"-7"9"-358,1-1-1,-1 1 1,1 0 0,-1 0-1,1 0 1,0 0 0,0 1-1,0-1 1,1 1 0,-1 0 0,0 0-1,1 0 1,0 0 0,-1 1-1,1-1 1,6 0 0,2-1 710,1 1 1,0 0 0,-1 1 0,24 1 0,-32 0-741,1 1 0,-1 0 0,0 0 0,1 0 0,-1 0 0,0 1 0,0 0 0,0 0-1,0 0 1,0 0 0,0 0 0,-1 1 0,1 0 0,-1 0 0,0 0 0,0 0 0,4 5 0,7 11 210,-1 1 0,-1 0 1,-1 1-1,-1 1 0,13 38 0,-7-6 56,12 68-1,-22-84-318,-2 0 0,-1 0-1,-2 1 1,-5 43 0,-32 150-107,-16 93-1900,50-317 1778,1 0 0,1 0 0,0 0-1,1 12 1,-1-5-64,1-16 172,-1 1-1,0 0 0,0 0 0,0 0 1,0 0-1,0 0 0,0 0 0,0 0 1,0 0-1,0 0 0,0 0 0,0 0 1,1 0-1,-1 0 0,0 0 0,0-1 0,0 1 1,0 0-1,0 0 0,0 0 0,0 0 1,1 0-1,-1 0 0,0 0 0,0 0 1,0 0-1,0 0 0,0 0 0,0 1 1,0-1-1,0 0 0,1 0 0,-1 0 1,0 0-1,0 0 0,0 0 0,0 0 0,0 0 1,0 0-1,0 0 0,0 0 0,0 0 1,0 0-1,1 0 0,-1 1 0,0-1 1,0 0-1,0 0 0,0 0 0,0 0 1,0 0-1,0 0 0,0 0 0,0 0 1,0 1-1,0-1 0,0 0 0,0 0 0,0 0 1,0 0-1,0 0 0,0 0 0,0 1 1,7-5-227,0-1 0,0 1-1,-1-1 1,0 0 0,1 0 0,-2-1 0,1 0 0,-1 0 0,7-9 0,41-70-2845,-44 70 2458,7-13-474,72-112-6491,-12 46-605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2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1513 0 10969,'-4'11'204,"-3"10"366,-2-1 1,-1 0-1,0-1 1,-1 0-1,-15 19 1,6-13 282,6-9-199,1 1-1,0 1 1,1 0 0,-12 27 0,12-18-272,2 0-1,1 0 0,1 1 0,1 0 0,2 1 1,-3 38-1,7-53-314,1 1-1,1-1 1,0 1 0,0-1 0,2 0 0,0 1-1,0-1 1,2 0 0,0-1 0,0 1 0,1-1-1,1 0 1,0-1 0,13 18 0,-12-19-49,2-1 0,-1 0 1,2 0-1,-1-1 0,1-1 1,1 1-1,-1-2 0,1 0 0,1 0 1,-1-1-1,1-1 0,0 0 1,0 0-1,1-2 0,19 4 1,-24-6-13,0 0 1,0 0 0,0-1 0,0 0-1,1-1 1,-1 0 0,0-1 0,-1 0 0,1 0-1,0-1 1,0 0 0,-1 0 0,0-1-1,0 0 1,0-1 0,0 1 0,0-1-1,-1-1 1,0 0 0,0 0 0,-1 0-1,0-1 1,0 0 0,7-10 0,-1-4 241,-1 0 1,-1 0-1,-1-1 0,-2-1 1,11-45-1,-11 43 310,-6 18-363,1 0 0,-1 1 0,-1-1 0,1 0-1,-1-8 1,-1 6 77,-10 25 642,-10 30-579,3 0 0,-19 73-1,3-8-173,-31 77-1528,-162 324 0,-332 419-770,332-623 1846,151-217 412,-103 97 1,145-157 474,-66 47-1,86-68-345,-1-1 0,0-1 0,0 0 0,-1-1 0,1-1 0,-2 0 0,-27 5-1,41-10-187,0 0 0,0-1 0,0 0-1,0 1 1,-1-1 0,1 0-1,0 0 1,0-1 0,0 1-1,-1-1 1,1 1 0,0-1-1,0 0 1,0 0 0,0-1 0,0 1-1,0 0 1,0-1 0,1 0-1,-1 0 1,1 0 0,-1 0-1,1 0 1,-1 0 0,1-1-1,0 1 1,0-1 0,-2-3 0,1 0 35,1-1 0,0 1 1,0-1-1,0 0 1,1 0-1,0 1 0,0-1 1,0 0-1,1 0 1,0 0-1,1 0 1,1-9-1,5-22 115,2 0-1,1 0 1,2 1-1,2 1 0,1 0 1,21-34-1,12-13-33,75-98 0,-37 70-1080,5 3 1,171-155 0,-144 162-1842,4 5 1,163-97-1,-82 83-3973,-82 56 609,-35 19 1264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3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64 284 15321,'-47'-27'2881,"34"15"-509,10-12-268,3 0-180,6-6-240,8-13-375,6 19-273,0 3-368,3 0-532,14 6-900,3 0-781,1-3-1235,-5 9-360,8 12-3137,-4 6-5668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4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308 372 9897,'-35'-6'1999,"1"-2"1,-47-17-1,67 20-1200,0-1-1,0 0 1,1-1 0,0-1 0,1 0-1,0-1 1,0 0 0,-15-16-1,24 23-697,1 0-1,0-1 1,0 1-1,-1-1 1,1 0-1,1 0 0,-1 0 1,0 0-1,1 0 1,0 0-1,-1 0 0,1 0 1,0 0-1,1-1 1,-1 1-1,1 0 1,-1-1-1,1 1 0,0 0 1,0-1-1,0 1 1,1-1-1,-1 1 1,1 0-1,0 0 0,0-1 1,0 1-1,0 0 1,1 0-1,-1 0 0,1 0 1,0 0-1,0 0 1,0 1-1,0-1 1,5-4-1,2-2 16,1 1-1,0 0 1,1 0-1,0 1 1,0 1 0,0 0-1,1 0 1,0 1 0,13-4-1,38-8 116,0 3 0,1 2 0,112-5 0,204 15-839,323 43-4880,-234 4-3418,-131-9-1987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4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455 42 11225,'-322'-11'6522,"212"1"-1856,87 8-2574,50-5 223,22 1-1806,0 2 1,0 3 0,81 7-1,-78-3-312,856 79 903,4 71-3490,-302-38-2648,-138-26-3324,-157-29-3019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5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1 263 10313,'10'-52'2340,"7"34"-328,-7 3-155,13-9-389,-3 0-264,10 0-160,7-3-132,20 0-168,20 3-160,37 9-56,27 2-196,23 13-288,27 9-312,23 13-732,24 5-1012,20 0-976,27 12-2069,33-3-4016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5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32 603 8997,'-11'-39'769,"6"25"-263,1-1-1,1 0 1,0 0-1,1 0 1,0-24-1,1 18 306,1 1 0,1-1-1,1 0 1,5-22 0,-5 32-593,1 1 0,0 0 0,1 1 0,0-1 0,1 0 0,0 1 0,0 0 0,1 0 0,0 1-1,10-11 1,1 3-40,0 1-1,1 1 1,1 1 0,0 0-1,0 1 1,1 1-1,1 1 1,41-13-1,-4 5 41,0 4 0,80-11 0,-8 11 12,144 1-1,137 24-214,-408-11-16,1046 89-1856,-3 61-1730,-117 4-3224,-472-73 75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6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4772,'30'-21'6342,"-25"21"-5322,342 29 2939,825 89-2105,-742-78-1648,1481 129 28,-499-47-1443,-631-58-273,-169-16-2354,-596-46 3417,38 6-3777,-35-2-65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7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3239 289 7289,'2'-16'495,"-1"10"-217,0-1 0,-1 1-1,1 0 1,-1 0 0,-1-1 0,1 1-1,-1 0 1,0 0 0,-1 0 0,-3-10 0,-3-8 1385,-17-34 0,21 50-1465,-1 1-1,1-1 1,-1 1-1,0 0 1,-1 0-1,0 1 1,0 0 0,-13-11-1,10 11-73,0 1-1,0 1 1,0-1-1,0 1 1,-1 1-1,1 0 1,-1 0-1,0 1 1,0 0-1,0 1 1,0 0 0,0 0-1,-1 1 1,1 1-1,0-1 1,-18 5-1,-6 4 95,0 2 0,1 1 0,-49 25-1,74-33-182,-65 33 161,3 4-1,1 3 0,3 2 0,-87 78 0,-216 249 395,-183 299-198,430-497-302,7 4 0,-97 208 0,156-267-56,6 2 0,-42 160 0,-37 163 49,93-332-33,-60 127 0,-68 100 108,-2 7 31,121-241-97,-42 147 1,75-209-20,1 0 1,2 1 0,-2 45 0,10-77-49,0-1 1,1 1-1,1-1 1,0 0-1,0 0 1,2 1-1,-1-1 1,1 0-1,1-1 1,0 1-1,1-1 0,0 1 1,1-1-1,0-1 1,1 1-1,8 9 1,1-4-13,1-1 1,0-1 0,1 0-1,0-2 1,1 0 0,0-1-1,1 0 1,0-2 0,1-1-1,0 0 1,1-1 0,22 3-1,37 5 28,153 10 0,-220-25-34,380 2 27,-237-5-40,209-8-1490,-190 5-1715,0 2-3637,-63 3-1630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08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1348 5020,'-21'-140'1409,"20"130"-1201,1-1-1,0 0 1,0 1 0,1-1-1,0 0 1,1 1-1,1-1 1,-1 1-1,2 0 1,-1 0-1,1 0 1,1 0 0,0 1-1,0-1 1,12-15-1,-4 10-29,1 1-1,0 0 0,1 1 0,0 1 1,1 0-1,31-18 0,-20 15 8,54-21-1,495-132 670,261-45 271,175-128 2010,-939 313-2745,212-90 1332,-287 140-1428,-5 2-232,-2-1-1,0 0 0,-2-1 1,-16 28-1,-18 36 6,5 15 223,4 2-1,5 1 1,5 2 0,-17 136 0,-14 441 879,52-597-1110,-90 1062 681,-12-486-518,81-538-162,-6-1 1,-5-2 0,-6-2-1,-76 153 1,117-269-57,-8 20 40,-2-1 1,-1 0-1,-1-1 0,0-1 1,-2 0-1,-25 25 1,34-38-27,-4 6 11,-1-2 0,-1 0 0,0 0 0,0-1 0,-1 0 0,0-2 0,-1 1 0,1-2 0,-2 0 0,-22 7 0,19-10-6,0-1-1,0 0 1,0-2-1,-1 0 0,1-1 1,0-1-1,-1-1 1,-26-6-1,-20-8-3,-67-26-1,67 21-24,-276-80-1960,-10 31-3427,64 39-1697,134 21 442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10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1596 215 6477,'52'-100'2552,"-27"57"471,-15 27-1459,-7 11-899,1 1-1,-1-1 1,0-1 0,0 1-1,-1 0 1,1-1-1,-1 1 1,2-9 0,-27 22 758,8-1-1222,0 1 1,1 0-1,0 2 1,1-1 0,-16 16-1,-63 66 425,44-41-337,-342 385 673,379-422-945,-272 346 310,237-293-312,3 2-1,3 3 0,-51 122 1,84-173-22,0 0 1,1 0-1,2 0 1,0 1-1,0 0 1,2 0-1,1 27 1,1-34-17,2 0-1,0 0 1,1 0 0,0 0-1,1 0 1,0-1 0,1 0 0,1 1-1,0-2 1,1 1 0,14 19 0,7 2-42,2-1 0,1-1 0,68 52 0,43 42-74,-121-104 113,-1 2 0,-1 0 0,-1 1 0,-1 1 0,-1 1 0,-2 0 0,0 1 0,11 36 0,-19-46 16,-2 0 0,0 1-1,0-1 1,-2 1-1,-1 0 1,0 0 0,-1 0-1,-1 0 1,-1 0-1,0-1 1,-2 1 0,0-1-1,-1 1 1,-11 27-1,-3-8 7,-2 0-1,-1-1 1,-2-1-1,-1-1 0,-1-1 1,-3-2-1,-46 43 1,-1-9-11,-2-3 0,-91 54 0,129-91 36,0-2 1,-2-1-1,0-2 0,-2-2 0,-76 22 0,110-39-22,0 0-1,0 0 0,-1-1 0,1-1 0,0 0 0,-1 0 0,-19-4 1,27 4 2,0-1 0,0 0 0,1 1 0,-1-1-1,0 0 1,0-1 0,1 1 0,-1 0 0,1-1 0,-1 1 0,1-1 0,0 0 0,-1 0 0,1 0 0,0 0 0,0 0 0,0 0 0,1-1 0,-1 1 0,1-1 0,-1 1 0,1-1 0,0 1 0,-1-1 0,2 0 0,-1 0 0,0 1 0,0-1 0,1 0 0,0 0 0,-1-5 0,2 0 4,0 0 1,1 0-1,0 0 0,0 0 0,1 0 0,0 1 1,0-1-1,0 1 0,1 0 0,1 0 0,-1 0 1,1 0-1,0 1 0,6-6 0,-5 5 5,0 1 0,0 0 0,1 0 0,0 0-1,0 1 1,0 0 0,1 1 0,-1 0 0,1 0 0,0 0 0,0 1-1,1 0 1,10-2 0,-14 5-7,0 0-1,0 0 1,0 1 0,0-1-1,0 1 1,0 0 0,0 1-1,-1-1 1,1 1 0,0 0-1,-1 0 1,1 0-1,-1 1 1,0 0 0,0 0-1,0 0 1,0 0 0,0 0-1,4 6 1,7 8 32,0 0-1,23 37 1,-35-48-23,40 65-218,48 109 0,-74-145-547,1-1-1,2-1 1,25 33-1,-30-47-731,1 0 0,0-2 0,2 0 0,0 0 0,1-2 0,23 15 0,19 3-5547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11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84 7941,'14'-10'443,"-1"0"1,2 1 0,-1 1 0,1 0-1,0 1 1,0 1 0,1 0-1,0 1 1,0 1 0,1 0 0,-1 1-1,1 1 1,19 0 0,13 4-41,0 1 0,0 3 0,-1 2-1,0 2 1,-1 2 0,0 2 0,-1 2 0,0 2 0,-2 2 0,0 2 0,-2 2 0,70 52 0,-90-59-362,-2 1-1,0 1 0,-1 0 1,-1 2-1,-1 0 1,0 1-1,-2 1 1,-1 0-1,-1 1 0,-1 1 1,0 0-1,-2 0 1,-2 1-1,0 0 0,-1 1 1,-2-1-1,-1 1 1,2 36-1,-7-20-8,-1-1-1,-2 0 0,-2 0 1,-2 0-1,-2-1 1,-1 0-1,-2-1 1,-20 42-1,-25 36 34,-89 139 1,125-222-36,-166 271 131,165-269-157,2 1 1,2 1-1,1 1 1,3 0-1,-17 64 1,28-84-27,0 0 0,2 0 1,0 1-1,1-1 0,1 1 0,1-1 1,1 1-1,1-1 0,0 0 1,2 0-1,0 0 0,13 30 1,-11-36-29,0 0 0,0-1 0,1-1 0,1 1 0,0-1 0,1-1 0,0 1 1,0-2-1,2 1 0,15 10 0,-10-9-13,2-1 0,-1 0 0,2-2 0,-1 0 0,1-1 0,35 8 0,-18-8 0,0-2 0,0-1 0,1-2 1,-1-2-1,1-1 0,-1-2 1,73-14-1,-68 6 271,-1-3 1,-1-1-1,0-1 0,-1-3 0,68-41 1,-100 54-45,0-1 1,0 0-1,0 0 0,-1 0 1,0-1-1,-1 0 1,7-10-1,-3 5 79,-10 11-210,1 0 0,-1 1 0,1-1 0,-1 0 1,1 0-1,-1 1 0,1-1 0,-1 0 0,0 1 1,0-1-1,1 0 0,-1 1 0,0-1 0,0 1 1,0-1-1,1 1 0,-1 0 0,-1-1 0,1 1-19,-1-1-1,1 1 0,0 0 1,-1-1-1,1 1 0,0 0 1,-1 0-1,1 0 0,0 0 0,-1 1 1,1-1-1,0 0 0,-1 0 1,1 1-1,0-1 0,0 1 1,-1-1-1,1 1 0,0 0 1,0-1-1,0 1 0,0 0 0,0 0 1,0 0-1,0-1 0,0 1 1,0 0-1,0 0 0,0 1 1,0 0-1,-27 38 153,27-38-155,-19 37 104,2 1-1,2 1 0,-18 65 0,8-21-33,-58 148 90,-122 240-1,171-407-138,-3-1 0,-3-3 1,-3-1-1,-2-1 1,-3-3-1,-2-3 1,-60 50-1,39-44-916,-129 82 0,113-89-2510,-122 52 0,133-70-1588,22-9-2679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13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1 11913,'7'36'1904,"-10"-3"-204,-1-3-183,4-6-237,4 0-276,-8 9-16,-2 22-356,2-4-148,-19 79 224,6-52-596,0 6-508,-3 10-420,-3 5-848,10 4-448,6-1-2993,7-2-4060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14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677 0 12785,'-20'0'2132,"0"0"-287,-4 3-197,1 6-272,-1 3-256,-19 13-220,3 2-168,-11 3-276,-139 100-3072,109-76 8,-3 6-2673,7-12-4224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17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1477 4709 3176,'3'13'551,"-3"-11"982,3 0-1319,25 15 365,1-1-1,1-1 1,1-1 0,0-2 0,1-1 0,34 7-1,205 29 1233,-185-36-1325,-6 1-194,170 28 339,1219 161 1319,-985-144-1036,827 115 589,-1069-136-1391,373 61-4,184 14-128,1-44 506,830 94 358,-1519-148-847,326 35 7,378 45 369,107 16 61,-860-102-411,111 14 57,420 27 51,-551-48-98,0-1-1,-1-3 0,1-1 1,-1-2-1,0-2 0,-1-1 1,0-3-1,0-1 0,72-37 1,-80 31-18,-1-1 1,0-1-1,-2-2 1,-1-1-1,50-56 1,-16 3-3,56-89 0,-63 77-24,-4-2 1,-4-3 0,-5-1 0,34-112 0,-47 111 2,-5-1 1,-4-1-1,11-146 0,-11 13 3,50-209 76,-65 409-77,-1-1 0,-2 0 0,-1 1 0,-1-1 0,-2 0-1,-1 0 1,-2 0 0,-1 1 0,-2 0 0,-19-53 0,10 30-26,-13-72 0,10 39 42,17 75-8,-12-54-20,-4 0-1,-2 2 1,-46-100 0,-90-146-55,141 273 74,-21-77 0,20 55-52,-12-58 129,13 43-16,10 51-64,-1 1-1,-1-1 0,0 1 1,-2 0-1,-1 1 1,-1 1-1,-29-40 0,20 30-9,0 0 0,2-2 0,1 0-1,-14-38 1,-27-57-49,49 111 59,-1-1 0,-1 2 0,0-1 0,-1 2 0,-15-15 0,-12-6-10,-2 3 0,-1 1 1,-76-42-1,-154-61-149,168 86 156,-53-20-103,-167-50 0,-174-27 5,-15 33-44,-6 33-131,266 44 179,91 13-15,-324-62-236,312 51 40,17 4 68,-1431-232-1289,1197 223 1013,0 36-56,-271 78 128,297-26 367,277-39 83,-731 77 7,20-81-125,747-7 86,-176-5-18,-289 29 1,353-6 42,-166 21 51,-524 61 10,392-50-91,-17 24 54,349-43-59,-204 72 0,236-63 39,2 4 1,-109 66-1,179-92-102,0 0 1,-46 40-1,64-47 86,-1 0-1,1 0 0,0 1 0,1 0 0,0 0 0,1 1 0,1 0 0,0 1 0,-6 16 1,-7 28 29,3 2 1,-16 114 0,-7 90 23,26-183 6,-61 772 175,67-710-176,-4 362 96,8-254-59,8 20-23,0-53-16,-5-177-30,14 448-97,-12-469 88,0 0 0,1 0-1,1 0 1,1 0 0,11 25 0,-12-35-1,0 0 0,1-1 0,0 1 0,0-1-1,1-1 1,0 1 0,1-1 0,-1 0 0,1 0 0,1-1 0,-1 0-1,15 9 1,4-2 4,0 0 0,1-2-1,0-1 1,42 10 0,117 14 27,-131-26-20,234 37 3,723 139 145,73 32-110,-837-184-33,1-11-1,355-13 0,-564-10-275,0 0-1,0-3 1,-1-1 0,61-18-1,-90 20 195,0 1 0,-1-1 1,1-1-1,-1 1 0,0-2 0,0 1 1,0-1-1,-1-1 0,0 0 0,0 0 0,-1 0 1,1-1-1,-2 0 0,1 0 0,-1-1 0,-1 0 1,1 0-1,-1 0 0,-1-1 0,0 0 0,0 1 1,3-16-1,39-246-1956,-44 215 195,-10-23-3453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2:18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2908,'0'0'2228,"14"-6"-1267,22 0-49,8 0-84,16-4 64,17-2-120,7 0-68,10 0-164,0 3-116,13 6-64,3 3-32,11 0-456,3 9-500,-10 0-2656,6 6-1549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4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21 368 13289,'-2'0'362,"1"0"1,0-1-1,0 1 0,0 0 0,0-1 0,-1 1 0,1 0 1,0-1-1,0 0 0,0 1 0,0-1 0,0 0 0,0 1 1,0-1-1,0 0 0,1 0 0,-3-2 0,16 1 3367,6 1-3991,-19 1 205,393-34 5595,-16 2-4379,-122 17-895,521-39-2261,-3-50-5364,-505 49 629,-3-4-4373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18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87 3680,'-28'-5'13488,"50"8"-11917,75 14-378,124 39-1,-180-45-1144,27 4 235,-41-10 58,37 13 0,-58-17-304,0 1 0,0-1-1,1 0 1,10 1-1,9 1 14,46 16 29,74 15-48,37-15-6,-111-18 36,-55 2-60,1 0-1,35 1 1,-10-2-6,144 6 21,-6-1-60,-161-5 50,200 28 76,-188-25-89,37 0 0,0 0-1,130 14-85,-156-15 133,0-2-1,73-6 1,-91 2-50,69 2-4,-77 0 14,-1 0-28,70-7 9,73-1 72,-135 5-65,-13 2 4,17 7 23,-24-5-7,16-4-14,43-3-55,-20 3 61,0 2 1,56 5-1,-66-1 3,0-2 0,0-1 1,49-7-1,-8-2-24,-71 9 24,1-1-13,32-7-16,-32 8 31,20-1-8,-4 0 8,0 0-1,0-2 1,0 0-1,34-11 0,-41 10 6,1 0 0,24-1-1,-5-1 4,19-3-37,-9 3 4,0 0 14,-39 5 6,20 1 18,-5-2-18,-15 1 3,0 1 2,11-1 63,1 0-1,26-8 0,-39 8-43,17-5 4,7-1 43,48-6 0,-3 1-22,-68 11-38,30-11-29,-34 12 18,6-2-9,14-14 2,5 2 13,-23 13-7,9-8 1,-1 1-2,-7 7-11,21-13 13,-22 13 24,1 0-28,25-9 0,-25 9 28,0 0 56,8-2-92,1 0 0,-1 1-1,1 0 1,19 1 0,-27 1 19,-1-1-3,31-1-41,-31 2 61,0-3-21,0 1-1,0-1 1,0 1-1,0 0 1,1 0 0,-1 0-1,4-1 1,4 1-10,29-7-21,-38 8 47,0 1 0,-1-1-1,1 0 1,-1 0 0,1 0 0,-1 0-1,1 0 1,-1 0 0,0-1 0,0 1-1,1 0 1,-1-1 0,0 1 0,0-1-1,0 1 1,-1-1 0,1 1 0,0-1-1,0 0 1,-1 1 0,1-1 0,-1-2-1,1 2 94,1 1-157,-1 1-129,0-1 0,0 1-1,-1 0 1,1-1 0,0 1 0,-1-1-1,1 1 1,0-1 0,-1 1-1,1-1 1,0 1 0,-1-1 0,1 0-1,-1 1 1,1-1 0,-1 0 0,0 0-1,1 1 1,-1-1 0,1 0-1,-1 0 1,0 1 0,0-1 0,0 0-1,1 0 1,-1-1 0,-17-13-8667,5 7 7790,-5-4-4868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20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3432,'3'-16'12981,"3"15"-12532,-2 0-2240,21-2 2123,-1 1-1,1 1 0,-1 1 1,1 1-1,-1 2 0,35 6 1,-19-3-60,-11-2-156,85 15 306,168 41 173,-14 9-497,-157-46-96,0-5 0,135 6 0,21 2-5,-194-12 21,-49-9 43,0-1 0,48 3 0,-5-5 294,-37 0-132,-1-1 1,42-5-1,-60 3-211,-1 1 0,1 0 1,0 0-1,14 3 0,4 1-32,17 1 116,0 3 0,50 14 1,47 9 165,-118-29-162,1-2 0,44-3 0,-47 1-95,0 1 1,0 1 0,39 5-1,97 9 129,-92-11-118,-36-3-17,59-4-107,-59 2 103,1 1 0,40 4 0,12-3 59,-77 1-27,1-1-1,-1 1 1,0-1 0,12-2-1,10 0 150,-13 0-72,1 1-1,-1-2 1,0 0 0,0-1-1,20-8 1,11-2 38,-34 10-118,0-1 0,-1 0 0,1-1 0,-1 0 0,17-12 0,-27 16-22,-3-1-369,-4-24 230,4 24-84,-22-6-18406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21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4292,'0'0'9511,"4"1"-9319,580 59 4733,-355-37-4472,9 1-395,-132-24 545,182-23-1,-252 19-464,67-10 179,-36 4-182,80-1 1,-136 11-122,-9 0-9,31-6-3,-5 2 122,-23 4-4115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21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5160,'39'-6'2650,"-1"2"0,77 2-1,433 34-205,-459-31-4267,-26-4-4644,-37 3 2188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22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60 4916,'-17'28'10696,"20"-30"-10295,25-11-156,0 1 0,0 1 1,1 2-1,0 1 0,1 1 0,45-5 1,192-1-290,-210 13-146,199 1-2247,-85 3-2694,-138-3 3372,22 1-3426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22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15 4484,'21'-9'985,"-38"12"151,0 6 1184,41-18-1868,-1 6-20,7 0-156,27 0-152,47 12-860,-44-6-280,7-3-1432,7-3-577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23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4916,'0'0'1349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18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89 4796,'-7'0'226,"-13"6"13814,-4-9-13839,-270-18 2256,292 21-2374,0 0 1,1 0-1,-1 0 0,0 0 0,0 0 1,0 0-1,0-1 0,0 1 1,1-1-1,-1 1 0,0-1 0,1 0 1,-1 0-1,-2-1 0,6-5 174,13-1-3,9 0-39,0 1 0,1 1 0,39-4 0,83-2 249,-104 10-352,679-1 628,4 45-435,-537-29-234,336 26 26,177 11 86,-445-46 349,-208-14-371,-49 9-158,1 1 0,-1 0-1,1 0 1,0-1 0,-1 1-1,1-1 1,-1 1 0,1 0 0,-1-1-1,1 1 1,-1-1 0,0 1-1,1-1 1,-1 1 0,0-1 0,1 1-1,-1-1 1,0 0 0,1 1-1,-1-1 1,0 1 0,0-1-1,0 0 1,0 1 0,0-1 0,0 0-1,0 1 1,0-1 0,0 0-1,0 1 1,0-1 0,0 1 0,0-2-1,0 2 4,-1-1 1,1 1-1,0-1 0,0 1 0,0-1 0,0 0 0,0 1 1,0-1-1,0 1 0,0-1 0,1 1 0,-1-1 0,0 1 1,0-1-1,0 0 0,0 1 0,1-1 0,-1 1 0,0-1 1,1 1-1,-1 0 0,0-1 0,1 1 0,-1-1 0,0 1 1,2-1-1,1 0-17,0 0 1,0 0 0,0 0-1,0 0 1,0 1 0,0 0-1,0-1 1,1 1 0,-1 0-1,0 0 1,0 1 0,0-1-1,0 1 1,4 1 0,42 19-1182,-27-10 317,-18-9 291,-1 0 1,1 0-1,-1 0 1,0 1 0,0 0-1,0-1 1,4 7 0,-25 18-8838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19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1116 5777,'25'-9'705,"0"0"1,0 2 0,1 0 0,0 2 0,0 1 0,27-1-1,34-6 768,320-56 2642,452-78-485,-6-35-2334,-17-44-564,-18-52-3220,-778 261 1879,70-30-1026,-99 40 1128,-1-1 0,0 0 1,0 0-1,0-1 0,-1-1 1,0 0-1,11-12 0,-19 19 371,-1 1-1,1-1 1,0 1 0,-1-1-1,1 1 1,-1-1-1,1 0 1,-1 1 0,0-1-1,1 0 1,-1 1 0,0-1-1,1 0 1,-1 1-1,0-1 1,0 0 0,1 0-1,-1 1 1,0-1-1,0 0 1,0 0 0,0 0-1,0 1 1,0-1-1,0 0 1,-1 0 0,1 1-1,0-1 1,-1-1-1,-23-16-5964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19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6621,'54'3'871,"-29"-3"175,1 2 0,43 9 0,-65-10-826,1-1 1,0 1-1,-1 1 1,1-1 0,-1 1-1,1-1 1,-1 1 0,0 0-1,1 1 1,-1-1-1,0 1 1,-1 0 0,1 0-1,0 0 1,-1 0-1,0 1 1,0 0 0,0-1-1,0 1 1,0 0 0,-1 0-1,0 1 1,0-1-1,0 0 1,0 1 0,-1-1-1,1 1 1,-1-1-1,0 1 1,-1 0 0,1 0-1,-1-1 1,0 1-1,0 0 1,-1 7 0,-44 268 2304,-3 30-1778,42-238-1283,3 0 0,3 0 0,16 114 0,-10-149-420,2-1 1,2 1-1,19 46 0,-18-58-228,0-1 0,2-1 0,1 0 0,0-1-1,27 30 1,2-5-4604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0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8 364 7473,'0'0'56,"-1"0"0,1 1 1,0-1-1,-1 0 1,1 0-1,0 0 0,-1 0 1,1 0-1,0 0 0,-1 0 1,1 1-1,0-1 1,0 0-1,-1 0 0,1 0 1,0 1-1,0-1 1,-1 0-1,1 0 0,0 1 1,0-1-1,0 0 0,-1 0 1,1 1-1,0-1 1,0 0-1,0 1 0,0-1 1,0 0-1,0 1 0,0-1 1,0 0-1,-1 1 1,1-1-1,0 0 0,0 1 1,1-1-1,-1 0 1,0 1-1,0-1 0,6 23 1719,13 14-240,-9-26-1250,1-2 0,0 1 0,1-1 0,0-1-1,0 0 1,1-1 0,23 10 0,-9-3-81,27 12-55,0-3 0,2-2 0,0-3 1,1-2-1,1-3 0,0-2 0,1-3 1,0-2-1,0-3 0,64-5 0,-92-1-112,0-1 0,0-1 0,44-15 0,84-39 7,-128 46-60,-27 12 22,0 0 1,1 1-1,-1-1 1,1 1-1,-1 0 1,0 0-1,1 0 1,-1 1-1,0-1 1,1 1-1,-1 0 1,7 3 0,16 2-39,-10-3 3,24 5 19,0-3 1,66 2-1,-95-7 15,-1-1-1,1 0 1,0 0-1,0-1 1,0-1-1,-1 0 1,1-1-1,-1 0 1,0-1-1,0 0 1,-1 0-1,0-1 1,19-14-1,-13 5 11,0 1-1,-1-2 1,-1 0-1,0-1 1,-2-1-1,1 0 1,-2 0-1,17-40 1,-27 55 29,-4 67 50,-14 82 0,-3 28-243,18-75-1631,4 1 0,23 144 0,-21-225 1566,-3-15 67,2-6 94,7-9 65,0-1-1,-1 0 0,-1-1 0,0 0 0,-1 0 0,0-1 0,9-26 1,11-20 80,-14 33 23,1 1-1,1 1 1,1 0 0,1 1 0,2 0-1,0 2 1,2 0 0,26-21 0,-42 39-78,0 0 0,1 1 0,0 0 1,0 0-1,9-3 0,-2 1 56,-10 3 22,-3 5-99,0 1 0,-1-1 1,1 0-1,-1 0 0,0 0 0,0 1 0,0-1 1,-1 0-1,1-1 0,-1 1 0,1 0 0,-1 0 1,0-1-1,0 1 0,0-1 0,-3 3 1,-5 4-5,0 0 1,-18 11 0,13-10 18,-24 17 23,12-9-38,-27 23 0,53-40-36,0 0 0,0 1 0,0-1 1,1 0-1,-1 0 0,1 0 0,-1 1 1,1-1-1,-1 0 0,1 1 0,0-1 1,-1 1-1,1-1 0,0 0 0,0 1 1,0-1-1,0 1 0,1-1 0,-1 0 1,0 1-1,0-1 0,1 0 0,-1 1 1,1-1-1,-1 0 0,1 1 0,0-1 1,-1 0-1,1 0 0,0 0 0,0 0 1,0 0-1,0 0 0,0 0 0,0 0 1,0 0-1,0 0 0,0 0 0,2 0 1,4 1-39,0 0 1,0 0 0,0-1 0,0 0 0,0-1-1,0 0 1,0 0 0,0 0 0,10-2-1,-8 1 3,18-2-68,0-2-1,0 0 1,0-2-1,31-13 1,100-48-72,-116 46 134,-1-1-1,-1-2 0,52-43 1,99-103 427,-96 68 35,-66 70-223,-9 3 54,-19 27-177,-1 8-35,1 0 1,-1 1-1,1-1 0,0 0 0,0 1 0,1-1 0,3 9 1,2 4 17,-3-4-36,2 0 1,0-1-1,1 0 1,0 0-1,0 0 1,2-1-1,-1 0 1,2-1-1,0 0 0,0 0 1,15 11-1,3 1-110,2-2 0,1-1 0,42 21 0,-54-32 88,0-1 0,0 0 0,1-2 0,0 0 0,0-2 0,0 0 0,1-1 0,0-1-1,-1-1 1,1-1 0,0 0 0,-1-2 0,1 0 0,-1-2 0,1 0 0,-1-1 0,0-1 0,25-12 0,34-23 665,-2-4 0,120-91 0,-138 93-473,-37 27-137,34-24 99,69-63 0,-111 89-99,-1 1-1,0-1 0,-1-1 1,0-1-1,-1 1 0,-1-2 0,-1 1 1,0-1-1,11-33 0,-19 47-26,1-1 1,-1 0-1,-1 0 1,1 1-1,0-1 1,-1 0-1,0 0 0,0 0 1,0 0-1,0 0 1,0 0-1,-1 1 1,0-1-1,0 0 1,0 0-1,0 1 0,-1-1 1,1 0-1,-1 1 1,0 0-1,0-1 1,0 1-1,-1 0 0,1 0 1,-1 0-1,1 0 1,-1 1-1,-6-5 1,4 4 12,0 0 0,0 1 1,0 0-1,0 0 0,0 1 1,0-1-1,-1 1 1,1 0-1,0 1 0,-1-1 1,1 1-1,-1 0 0,1 1 1,0-1-1,-1 1 1,1 0-1,0 0 0,-1 0 1,1 1-1,-7 3 0,-1 2 34,0 0-1,1 1 0,0 0 0,1 1 1,0 0-1,0 1 0,1 0 0,0 1 0,0 0 1,1 1-1,1 0 0,0 0 0,1 0 1,-8 19-1,5-8 4,1 1-1,1 0 1,0 0 0,2 1 0,1-1-1,1 1 1,0 40 0,4-28-110,3 1 1,1-1 0,1 1-1,2-1 1,2-1-1,2 0 1,22 54-1,-9-39-1365,2 0 0,2-2-1,2-1 1,51 62 0,10-5-4984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6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 3692,'0'0'2749,"-20"6"-2381,3 0-68,-6 6-220,-21 15-108,1-6-408,-4 6-1537,-13 7 205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2425 224 7873,'4'-14'629,"0"3"1,-1-1 0,0 0 0,-1 0 0,0 0 0,-1-1 1,0-12-1,-1 22-549,-1-1 0,0 0 1,0 1-1,0-1 1,0 1-1,0-1 1,-1 1-1,1-1 1,-1 1-1,0 0 0,0 0 1,0 0-1,-1 0 1,1 0-1,-1 1 1,1-1-1,-1 1 1,0-1-1,0 1 0,0 0 1,0 0-1,0 0 1,-1 1-1,-6-3 1,-12-5 50,-1 2 1,0 0 0,-1 2-1,1 0 1,-43-1 0,-123 6 213,182 1-337,-46 2 45,1 2 0,-1 3 0,2 1-1,-102 34 1,119-30-31,1 1 1,1 1-1,0 2 0,1 1 0,0 1 1,2 2-1,0 1 0,-33 34 0,41-33-5,2 1 0,0 1 0,-24 42 1,-38 90 65,44-81-64,-337 562 143,148-267-21,22 12 9,7 100 199,168-394-157,5 0 1,3 2 0,-14 148 0,32-187-39,2 0 1,3 0-1,2 0 1,2 0-1,2 0 1,2-1-1,3 0 1,21 55-1,-20-71-58,1-2-1,2 1 1,1-2-1,1-1 1,2 0-1,1-1 1,1-1-1,2-2 0,1 0 1,0-2-1,2 0 1,37 24-1,-26-25-20,0-2 0,1-1 0,1-3 0,1 0 1,78 19-1,-64-25-234,1-2 0,-1-2 1,2-3-1,64-3 0,290-34-4079,-138-21-2056,-80 2-850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7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1542 265 8057,'19'-38'563,"-13"26"-277,0 0 0,1 1 0,0 0 0,0 0 0,1 1 0,17-17 0,-9 13-24,0 1 0,1 0 0,1 1 0,0 1 0,1 1-1,0 1 1,0 1 0,1 0 0,0 1 0,0 1 0,0 1-1,1 1 1,26-2 0,22 1 3,1 3 0,116 12 0,-88-1-166,-1 5 1,-1 4 0,-1 5 0,146 54-1,-220-69-98,0 1-1,0 1 1,-1 0-1,-1 2 1,0 0-1,34 30 1,-47-36 2,1 1 0,-1 0 1,0 0-1,-1 1 0,0 0 1,0 0-1,0 0 0,-1 0 1,0 1-1,-1-1 0,0 1 1,-1 0-1,1 0 0,-2 0 1,1 0-1,-1 0 0,-1 1 1,1-1-1,-3 15 0,-2 1 30,-1 1-1,-1-1 1,-1 0-1,-1 0 1,-2-1-1,-20 40 1,-92 129 533,-118 132 81,-45 67-45,94-99-328,12 7 0,-167 389 0,283-532-246,-12 30 60,57-148-79,-2-1 0,-42 60 0,52-85-4,-2 0 0,0-1 0,0 0-1,-1-1 1,-1 0 0,0-1 0,0 0 0,-1-2 0,0 1 0,0-2 0,-1 0-1,0-1 1,0-1 0,-20 5 0,-13-1-118,-1-1 0,0-2 0,-81-3 0,-36-9-2952,0-7 0,-209-45 0,158 14-3036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8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0 178 10413,'77'-126'1044,"-70"111"-468,-10 0-1708,-4-6-2100,-20 21-1453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9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1 416 2820,'42'-15'616,"-41"14"-565,0 1 0,0-1 0,1 0 0,-1 1 0,0-1 0,0 0 0,0 0 0,0 0 0,0 0 0,0 0 0,0 0 0,0 0-1,0-1 1,-1 1 0,1 0 0,0 0 0,-1-1 0,1 1 0,-1 0 0,1-1 0,-1 1 0,1-2 0,1-4 223,48-87 2363,-26 48-105,53-73 0,-30 70-962,-45 46-1480,-3 0-322,-2-10-111,3 11 196,-1 1 1,1-1-1,0 1 1,-1-1-1,1 1 1,-1-1-1,1 1 1,-1-1-1,0 1 1,0 0-1,0-1 1,1 1-1,-1 0 1,0 0-1,-1 0 1,1-1-1,0 1 1,0 0-1,0 0 1,-1 1-1,1-1 1,0 0-1,-1 0 1,1 1-1,-1-1 1,1 1-1,-1-1 0,1 1 1,-1-1-1,1 1 1,-1 0-1,1 0 1,-1 0-1,1 0 1,-3 0-1,-51-8-5262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26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1639 60 6141,'6'-4'656,"1"-1"0,-1 0 0,0 0 0,0 0 1,0-1-1,9-12 0,-10 12 6,-5 6-506,0-1-1,1 1 1,-1-1 0,0 1-1,1 0 1,-1-1-1,1 1 1,-1 0-1,1-1 1,-1 1-1,1 0 1,-1 0-1,1 0 1,0-1-1,-1 1 1,1 0-1,-1 0 1,1 0 0,-1 0-1,1 0 1,0 0-1,-1 0 1,1 0-1,-1 0 1,1 0-1,-1 0 1,2 1-1,15 11 1405,14 26-883,-28-34-312,21 34 471,-1 1 0,21 51 1,-11-21-172,85 176 1977,162 490-1,-233-569-2241,-7 1 1,-7 2-1,-8 2 0,5 201 0,-31-250-343,-5-1 1,-6 0-1,-4 0 0,-6-1 0,-5-1 0,-5-2 1,-6-1-1,-87 187 0,60-175-586,-5-2 1,-6-4-1,-5-3 1,-5-4-1,-5-4 1,-5-3-1,-117 100 1,71-87-1834,-305 198 1,16-81-4729,50-68-3211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25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12 10729,'0'0'2227,"-5"-2"332,-15-6 1206,15 6-1023,4 8-2349,0 0 0,0 0 0,0-1-1,-1 1 1,1 0 0,-6 10 0,-1 5 93,-96 321 2533,38-104-2412,44-151-450,12-50-71,2 1 0,2 0 0,-3 70 0,9-102-75,0 0 0,1-1 0,0 1 0,0 0 0,0-1 0,0 1 0,1-1 0,0 0 0,4 10 0,-4-13-9,-1 0-1,1 1 1,-1-1 0,1 0 0,0 0 0,0 0 0,0 0 0,0-1 0,0 1 0,0 0-1,1-1 1,-1 1 0,1-1 0,-1 0 0,0 0 0,1 0 0,0 0 0,-1-1 0,1 1-1,0-1 1,-1 1 0,1-1 0,3 0 0,6-1 3,0 0 1,0-1-1,0 0 1,0-1-1,0 0 1,0-1-1,-1 0 1,0-1-1,0 0 1,18-12-1,8-9-3,53-47 0,-54 42-20,72-60 31,94-76-25,-191 158 0,0 1-1,1 1 1,0 0-1,0 0 0,1 1 1,-1 0-1,22-5 0,-29 9 12,-1 1-1,0 1 0,1-1 0,-1 1 0,1-1 0,-1 1 0,0 1 0,1-1 0,-1 1 0,1-1 0,-1 1 0,0 0 0,1 1 1,-1-1-1,0 1 0,0 0 0,0 0 0,0 0 0,-1 0 0,1 1 0,0-1 0,-1 1 0,0 0 0,0 0 0,1 1 1,-2-1-1,4 5 0,1 3-19,0 0-1,-1 1 1,-1 0 0,0 0 0,0 0 0,2 15-1,14 83-101,-14-68 85,4 20-179,39 119 0,-49-177 214,0 0 0,1 0 1,0 0-1,0 0 0,0-1 1,0 1-1,0-1 0,1 1 1,-1-1-1,1 0 0,0 0 1,0 0-1,0 0 1,0-1-1,1 1 0,-1-1 1,1 0-1,-1 0 0,7 2 1,-6-3 5,0 0 0,0-1 0,0 1 0,0-1 0,0 0 0,0-1-1,0 1 1,0-1 0,0 1 0,0-1 0,-1 0 0,1-1 0,0 1 0,0-1 0,-1 1 0,1-1 0,-1 0 0,1-1 0,3-2 0,47-39 100,-3-1 0,-2-3 0,44-55-1,50-49 149,93-55 435,-207 186-607,1 0 1,0 3-1,1 0 1,1 2-1,1 1 0,61-18 1,-85 30-63,0 1 0,1 0 0,-1 1-1,1 0 1,0 1 0,-1 0 0,1 1 0,-1-1 0,1 2 0,-1-1 0,1 2 0,-1-1 0,0 1 0,0 0 0,14 8 0,-11-4-17,0 1 0,-1 1 0,1 0 0,-2 0 1,1 1-1,-2 0 0,1 1 0,-1 0 1,-1 1-1,8 13 0,9 21-335,32 79-1,-15-27-648,-13-37 193,72 142-1713,-83-170 1994,2-2 0,1-1 0,2 0 0,27 27-1,-39-46 379,0-1 0,0 0-1,1-1 1,0 0-1,0-1 1,1-1 0,0 0-1,1 0 1,-1-1-1,22 5 1,-24-8 94,1-1 1,-1-1-1,1 0 0,-1 0 1,1-1-1,-1-1 0,1 0 1,-1 0-1,0-1 0,1-1 1,-1 0-1,0 0 0,0-1 1,12-7-1,-1 0 40,-1-2 0,0-1-1,-1-1 1,-1 0 0,0-2 0,-2 0 0,1-1-1,-2 0 1,20-30 0,-3-2 122,-2-2-1,42-94 1,-57 109 4,15-48 0,-27 72-97,-1 0-1,-1 0 1,1-1-1,-2 1 1,0-1-1,-1 1 1,-2-21-1,2 31-23,0-1-1,-1 1 0,0 0 1,1 0-1,-1 0 0,-1 0 0,1 0 1,0 0-1,-1 0 0,1 0 1,-1 1-1,0-1 0,0 0 1,0 1-1,0 0 0,0-1 0,-1 1 1,1 0-1,-4-2 0,3 3-2,-1-1-1,1 1 0,-1 0 1,1 0-1,-1 0 0,0 0 0,1 1 1,-1 0-1,0-1 0,0 1 1,0 1-1,1-1 0,-1 0 1,0 1-1,1 0 0,-1 0 0,-3 1 1,-11 5 8,1 1 1,0 0-1,0 1 1,1 0-1,0 2 1,1 0-1,0 0 1,-24 26-1,-99 125-646,132-154 560,-15 20-370,1 0 0,-26 51 1,39-64 267,0 1 1,1-1-1,1 1 0,0 0 1,1 1-1,1-1 1,-2 26-1,5-37 151,0 0 0,0 0 0,0 0 0,1-1 0,0 1 0,0 0-1,0 0 1,0-1 0,1 1 0,0-1 0,0 1 0,0-1 0,0 0 0,1 0 0,0 0 0,0 0-1,0 0 1,0 0 0,1-1 0,-1 0 0,1 0 0,0 0 0,0 0 0,0 0 0,0-1 0,0 1 0,1-1-1,-1 0 1,1-1 0,6 2 0,8 2 115,1 0-1,0-2 1,0-1-1,1 0 1,23-2-1,-13-1 234,0-2 0,44-10-1,-57 9-306,-1 1 1,1 0-1,0 1 0,-1 1 0,1 0 1,0 1-1,0 2 0,28 4 0,-38-3-296,-1-1-1,0 1 1,0 0-1,-1 1 1,8 4-1,30 16-2063,-33-20 1936,0 1-1,0-2 1,0 0 0,0 0 0,1-1-1,-1 0 1,1-1 0,0-1 0,18 0-1,-5-4 334,0-1-1,-1 0 1,0-2-1,0-1 0,-1-1 1,0-1-1,0-1 0,38-25 1,-36 18 417,0-1 1,-2-1 0,0-1-1,-1-1 1,-1-1-1,-1-1 1,17-27 0,32-65 1320,55-126 0,-94 182-1118,82-203 1962,5-9 1589,-97 235-3249,-20 37-825,0-1 0,0 1 0,0 0 0,0 0 0,0-1 0,0 1 1,0 0-1,1 0 0,-1-1 0,0 1 0,0 0 0,0 0 0,0-1 0,0 1 0,0 0 0,0 0 0,1-1 0,-1 1 0,0 0 0,0 0 0,0 0 0,1 0 0,-1-1 0,0 1 0,0 0 0,0 0 0,1 0 0,-1 0 0,0 0 0,0 0 0,1 0 0,-1-1 0,0 1 0,0 0 0,1 0 0,-1 0 0,0 0 0,0 0 0,1 0 0,-1 0 0,0 0 1,0 0-1,1 0 0,-1 1 0,0-1 0,0 0 0,1 0 0,-1 0 0,0 0 0,4 18 559,-6 31-3,-16 69 190,-37 131 0,29-140-566,-73 298 42,-6 48-1238,20-52-943,74-349 1609,-55 328-3032,46-190-83,16-2-3716,9-84-2117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25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714 317 11585,'-11'-45'791,"6"29"-222,1-1 0,1 1 0,1-1 0,-1-28 0,5 24 562,0 1 1,2 0 0,0 0 0,11-30-1,-14 48-1034,0 0-1,1 1 0,-1-1 1,0 0-1,1 1 0,-1-1 1,1 1-1,0-1 0,-1 1 1,1 0-1,0-1 0,0 1 1,0 0-1,0 0 0,0 0 1,0 1-1,0-1 0,2 0 1,33-4 670,-32 6-712,-1-1 0,1 1 1,0 0-1,0 1 0,0-1 1,0 1-1,-1 0 0,1 0 0,-1 0 1,1 0-1,-1 1 0,0 0 1,0 0-1,0 0 0,-1 0 0,1 1 1,-1 0-1,1-1 0,-1 1 1,0 0-1,-1 0 0,1 1 0,-1-1 1,0 1-1,3 5 0,-2-1-47,-1-1-1,0 0 1,0 0-1,0 1 0,-1-1 1,-1 1-1,1-1 1,-1 1-1,-1-1 1,1 1-1,-1-1 0,-1 0 1,0 1-1,-4 10 1,-4 3-125,0 0 1,-2 0 0,-1-1 0,-1-1-1,0 0 1,-2-1 0,0-1 0,-1 0-1,-22 17 1,-27 18-923,-93 56-1,137-95 761,-180 114-2659,5-2-4731,117-72-245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26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820 121 8681,'2'-17'533,"0"0"842,-1-1 0,0 0 0,-3-26 0,1 40 156,-2 3-234,0 1-1177,-1-1 1,1 1 0,0 0-1,-1 0 1,1 0 0,0 0 0,-1 1-1,1-1 1,0 1 0,0 0 0,-1 0-1,1 0 1,0 0 0,0 0-1,0 1 1,0 0 0,1-1 0,-1 1-1,0 0 1,1 0 0,-1 1 0,1-1-1,-1 0 1,-2 5 0,-7 8 294,0 1 0,1 1 0,-9 17 0,17-30-312,-36 69 1157,-37 96 1,-19 89 27,70-187-1008,-264 839 1531,240-715-1596,9 2-1,-25 354 1,60-375-590,27 281 0,-9-349-206,5 0 0,5-1 0,64 182-1,-64-232 82,2-1 0,2-1 0,3-1 0,3-2 0,1-1 0,57 64 0,-56-77-47,2-2-1,1-2 1,1-1 0,2-2-1,1-2 1,1-2 0,2-2 0,47 20-1,-20-17-1303,0-4 0,2-3-1,130 21 1,28-10-5126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28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94 140 6709,'4'-4'895,"0"0"1,0 0 0,0 1 0,1 0 0,0-1 0,0 2-1,7-4 7995,-17 19-8406,-2 3-310,-2-10-43,0 0-1,0-1 1,-1 0-1,0 0 1,0-1-1,0-1 1,0 1-1,0-2 1,-18 3-1,24-4 1404,-1-15-435,5 11-1058,1 0 0,-1 0 1,1 0-1,0 0 0,0 0 0,0 1 0,0-1 1,1 0-1,-1 1 0,1-1 0,-1 1 0,1-1 0,0 1 1,0 0-1,0 0 0,0 0 0,0 0 0,5-3 0,52-39 229,-49 37-242,19-11-986,10-10-1715,-19 6-4748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0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58 5597,'0'0'3563,"-2"-2"-2261,-1-1-456,0 1 0,1-1 0,0 0 1,-1 0-1,1 0 0,0 0 0,1 0 1,-1 0-1,-1-4 0,-2-13 2431,8 20-2864,14-2-269,0 1 0,1 1 0,-1 1-1,0 0 1,0 1 0,25 7 0,10 0-23,299 57 272,-100-17-370,122 17-1,90 5-2,-401-62-24,452 54-251,-491-62-29,-19-1-204,-7-1-1336,-2-3 1397,-1 1 0,0 1 0,0-1 0,0 1 0,0 0 1,0 1-1,-1-1 0,1 1 0,-7 0 0,-61 0-5942,27 3-1354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0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64 7101,'-28'-5'393,"-107"-25"2278,81 23 194,50 6 145,4 0-2862,1 0-1,0 1 1,-1-1 0,1 0-1,0 0 1,0 0-1,0 0 1,-1 1 0,1-1-1,0 0 1,0 1-1,0-1 1,0 1-1,0-1 1,2 0 0,4-1-18,1 0 0,-1 1 1,1-1-1,0 1 0,-1 1 0,1-1 1,0 2-1,0-1 0,0 1 1,13 3-1,-12-3-49,922 128 2144,-141-18-1791,-105-9-237,89 13-23,-722-109-154,60 1 0,-129-16-128,9 5 45,-14-7-625,-1 2 0,0 0 0,0 2 0,-46-9 0,-43 3-7641,68 12 267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0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9369,'103'19'2272,"117"7"1,678 78 3714,-341-33-4867,579 28 250,-898-81-1156,-144-9-143,89 3-1173,-265-19-3732,11-1-838,14 5-2412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3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14 4068,'0'0'155,"-1"0"-1,1 1 1,-1-1-1,0 0 1,1 1-1,-1-1 1,0 0-1,1 0 1,-1 1-1,0-1 1,1 0-1,-1 0 1,0 0-1,1 0 1,-1 0-1,0 0 1,1 0-1,-1 0 1,0 0-1,0 0 1,1-1-1,-1 1 1,0 0-1,0-1 1,18-13 11014,-37 14-12441,19 0 1049,0 0 0,0-1 0,-1 1 0,1 0 0,0 0 0,-1 0 0,1 1 0,0-1 0,0 0 0,-1 0 0,1 1 0,0-1 0,0 1 0,0-1 0,-1 1 0,1-1 0,0 1 0,-1 1 1,1-1-212,0 0 1,1 0 0,-1 0 0,1 0-1,-1 0 1,1 0 0,-1 0 0,1 0 0,0 0-1,-1 0 1,1 1 0,0-1 0,0 0-1,0 0 1,0 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4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2288 6217,'37'6'3136,"-43"-26"-769,5 15-2199,0 0-1,1 1 0,0-1 0,0 0 0,0 1 0,0-1 1,1 0-1,0 1 0,0-1 0,0 0 0,0 1 1,3-5-1,28-53 475,-24 48-457,134-225 1714,97-179 166,-88 70-1234,-78 143-358,-8-3 0,36-220 0,-50 146 791,-50 277-776,-6 6 259,-23 1 221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6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867 2142 4308,'-2'0'132,"0"0"-1,1 0 0,-1 0 0,1 1 1,-1-1-1,0 1 0,1-1 0,-1 1 0,1 0 1,-1-1-1,1 1 0,0 0 0,-1 0 1,1 0-1,0 0 0,-1 0 0,1 0 1,0 0-1,0 1 0,0-1 0,-1 3 0,0-2 41,1 0-1,-1-1 0,1 1 1,-1 0-1,0-1 0,0 1 1,0-1-1,0 1 0,0-1 1,0 0-1,-3 2 1,-9 3 1097,1 2 1,0-1 0,1 1-1,-1 1 1,-18 18 0,30-26-696,-33 26 1474,23-19-1986,9-7-10,-2-2-58,-78-12 54,74 13-15,0 1 0,1-1 1,-1 2-1,1-1 0,-1 1 1,1 0-1,-11 5 0,3 0 186,13-5 71,-1-1 20,-14 7 331,23-8 70,34-16-67,39-28-378,-3-4 0,133-108 0,115-147-188,307-418-429,-513 566 245,-7-6 1,118-226-1,-200 331 89,-3-2 0,30-93 0,-55 149 22,0 0 0,-1 0 0,0 0 0,1 0 0,-1 1-1,0-1 1,0 0 0,0 0 0,0 0 0,0 0 0,0 0 0,-1 0 0,1 0 0,-1 0 0,1 1-1,-1-1 1,0 0 0,1 0 0,-1 1 0,-1-3 0,1 4 0,0-1 0,0 0 0,0 1 0,0-1 1,0 1-1,1 0 0,-1-1 0,0 1 0,0 0 0,0 0 0,0-1 1,0 1-1,0 0 0,0 0 0,0 0 0,0 0 0,0 0 0,0 1 0,0-1 1,0 0-1,0 0 0,0 1 0,0-1 0,0 0 0,0 1 0,0-1 0,0 1 1,1-1-1,-1 1 0,0-1 0,0 1 0,0 0 0,1 0 0,-1-1 1,0 1-1,0 2 0,-11 9 89,1 0 0,1 1 0,0 1 1,1 0-1,-9 17 0,-36 85 730,38-80-549,-358 975 3830,170-424-3201,202-583-899,-370 977 733,51-54-471,270-720-235,45-179-50,3 0-1,0 1 1,2-1 0,0 0-1,6 40 1,-4-62 3,0 1 0,1-1-1,-1 0 1,1 0 0,1 1-1,-1-1 1,1-1 0,0 1-1,0 0 1,1-1 0,0 1 0,0-1-1,7 7 1,-8-9-2,1 0 0,0 0 1,0-1-1,0 1 0,1-1 0,-1 0 0,0 0 1,1 0-1,0-1 0,-1 1 0,1-1 0,0 0 1,-1-1-1,1 1 0,0-1 0,0 0 0,0 0 1,8-2-1,3-1-92,1-1 0,-1-1 0,-1 0 1,1-1-1,-1 0 0,0-2 0,0 0 0,19-14 1,2-4-563,62-61 1,-73 63 387,-2-2 1,-1 0 0,0-1 0,-2-2-1,-2 0 1,0-1 0,-2 0 0,16-43-1,-27 57 181,-1 1 0,0-1 0,-1 0-1,0 0 1,-1 0 0,-1 0 0,-1-1-1,-2-25 1,0 30 58,-1-1 0,0 1 1,-1 1-1,0-1 0,0 1 0,-1-1 1,-1 1-1,0 0 0,0 1 0,-1 0 0,-1 0 1,-12-14-1,0 5-2,-1 0 0,-1 2 0,-1 0 0,0 2-1,-1 0 1,-37-16 0,-163-55-87,-594-128-141,720 192 263,75 17 4,0-2 1,0 0-1,-22-11 0,44 18 7,0 0 0,1-1-1,-1 1 1,0 0 0,1 0-1,-1-1 1,0 1 0,1 0-1,-1-1 1,1 1 0,-1-1-1,0 1 1,1 0 0,-1-1-1,1 0 1,0 1 0,-1-1-1,1 1 1,-1-1 0,1 1-1,0-1 1,-1 0 0,1 1-1,0-1 1,0 0 0,-1 1-1,1-1 1,0 0 0,0 0-1,0 1 1,0-2 0,17-18-2,-16 18 2,10-7-1,-1 1 0,2 0 0,-1 1 1,1 0-1,0 0 0,18-6 0,87-25 4,-79 26 1,913-322-697,-406 133-1900,3 25-4272,-447 152 2833,-17 10-1923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6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64 196 7673,'-40'18'9811,"39"-18"-9636,1-1-1,0 1 1,-1-1-1,1 1 1,0 0-1,-1-1 1,1 1-1,-1-1 1,1 1-1,0 0 1,-1-1-1,1 1 1,-1 0-1,1 0 1,-1-1 0,1 1-1,-1 0 1,0 0-1,1 0 1,-1 0-1,1 0 1,-1 0-1,0 0 1,0 0-135,1 0 0,-1 0 0,1 0 1,0 0-1,-1 0 0,1 0 0,-1 0 1,1 0-1,0 0 0,-1-1 0,1 1 1,-1 0-1,1 0 0,0 0 1,-1 0-1,1-1 0,-1 1 0,1 0 1,0 0-1,-1-1 0,1 1 0,0 0 1,0 0-1,-1-1 0,1 1 0,0 0 1,0-1-1,-1 1 0,1-1 0,0 1 1,0 0-1,0-1 0,-1 1 0,1 0 1,0-1-1,0 0 0,5-2 233,-1 0 0,1 1 0,0-1 0,-1 1-1,1 0 1,1 0 0,-1 1 0,6-2 0,-3 1-4,285-69 2693,-268 66-2906,193-31-1710,51-12-6714,-209 37 2268,-5 6-3699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7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 10841,'2'-2'428,"1"-1"-1,-1 1 1,-1 0 0,1-1-1,0 0 1,-1 1 0,1-1-1,-1 0 1,0 0 0,0 0-1,1-4 1,8-17 4624,-6 25-4352,0-1-617,-1 1 0,1 0 0,-1 0 0,0 1-1,0-1 1,1 1 0,-1 0 0,0-1 0,0 1 0,-1 0 0,1 1 0,0-1 0,-1 1 0,1-1 0,-1 1 0,0 0 0,0-1 0,0 1 0,0 0 0,0 1 0,-1-1 0,1 0 0,-1 0 0,0 1 0,0-1 0,0 0 0,0 1 0,-1-1 0,1 6 0,6 47 298,-3 2 1,-3 72 0,3 69 45,-1-178-383,32 234-240,-33-248 193,0 0 1,0 0 0,1-1 0,0 1 0,0 0-1,0-1 1,1 0 0,0 1 0,7 7 0,-9-13-2,-1 1 0,0 0 0,1-1 0,-1 1 0,1-1 0,0 0 0,0 1 0,-1-1 0,1 0 0,0 0 0,0 0 1,0 0-1,0-1 0,0 1 0,0 0 0,0-1 0,0 0 0,0 1 0,1-1 0,-1 0 0,0 0 0,0 0 0,0 0 0,0 0 1,0-1-1,1 1 0,-1-1 0,0 1 0,0-1 0,0 0 0,0 0 0,0 0 0,-1 0 0,1 0 0,2-2 0,25-21-15,-2-2 1,-1-1-1,45-59 0,21-22-47,-53 68 77,3 2 0,1 3 0,88-58 0,-99 75-26,0 1 0,0 1 0,2 2 0,-1 1 0,2 2 0,0 1 1,37-5-1,-66 14 14,5-1-4,1 1 1,-1 0-1,1 0 0,0 1 0,12 2 0,-18-1 8,1 1-1,-1-1 0,1 2 1,-1-1-1,0 1 0,0 0 1,0 0-1,0 1 1,0-1-1,-1 1 0,0 0 1,9 9-1,8 11 54,34 46-1,-50-61-42,0 0 0,0 1 0,-1 0 0,-1 0 0,1 0 0,-2 1-1,1-1 1,2 19 0,-1-9 1,14 89 50,4 11 39,-18-104-79,0 1 1,1-2-1,0 1 0,2-1 1,11 20-1,-13-26-13,0 0 0,0 0 0,0-1 1,1 1-1,1-2 0,-1 1 0,1-1 0,1 0 0,-1 0 1,1-1-1,0 0 0,1-1 0,-1 0 0,1-1 0,0 0 0,0 0 1,1-1-1,-1 0 0,1-1 0,-1 0 0,18 1 0,-9-3-23,-1 0-1,1-1 0,-1-1 0,1-1 1,-1 0-1,0-1 0,0-2 0,0 1 1,-1-2-1,29-15 0,-20 7-118,-1-2 0,0 0 0,-1-2 1,-1-1-1,36-40 0,-29 27-40,-2-1-1,-1-2 1,-1-1 0,-3 0 0,34-73 0,-56 109 163,-1 0 0,1 0 1,-1 0-1,1 0 1,-1 0-1,1 0 0,-1-1 1,0 1-1,0 0 0,1 0 1,-1 0-1,0-1 1,0 1-1,0 0 0,0 0 1,-1 0-1,1-1 1,0 1-1,0 0 0,-1 0 1,1 0-1,-1-2 1,0 2 2,0 1 1,0-1-1,0 1 1,0-1 0,1 1-1,-1-1 1,0 1 0,0 0-1,0-1 1,0 1-1,0 0 1,0 0 0,0 0-1,0 0 1,0 0 0,0 0-1,-1 0 1,1 0-1,0 0 1,-1 0 0,-5 2 5,0 0 0,1 0 0,-1 0 1,0 1-1,-9 5 0,1 2-26,2 0-1,-1 2 1,1-1 0,1 2-1,0-1 1,-14 21-1,-2 1-43,4-2-103,-40 67 0,10-13-297,53-86 463,0 1-1,1 0 1,-1-1-1,0 1 1,1-1-1,-1 1 1,1 0-1,-1 0 1,1-1-1,-1 1 1,1 0-1,0 0 1,-1-1-1,1 1 1,0 0 0,0 0-1,0 0 1,0 0-1,-1-1 1,1 1-1,0 0 1,0 0-1,1 0 1,-1 0-1,0 0 1,0-1-1,0 1 1,0 0-1,1 0 1,-1 0-1,0-1 1,1 1-1,-1 0 1,1 0 0,-1-1-1,1 1 1,-1 0-1,1-1 1,-1 1-1,1 0 1,0-1-1,-1 1 1,1-1-1,0 1 1,0-1-1,-1 0 1,2 1-1,2 0 17,0 1-1,0-2 1,0 1-1,0 0 0,0-1 1,0 0-1,-1 0 1,1 0-1,7-1 0,28-9 210,-1-1-1,63-29 1,-95 38-220,0 0 0,0 0 0,0 1 0,0 0 0,0 0 0,0 0 1,0 1-1,0 0 0,0 0 0,0 0 0,0 1 0,0 0 0,0 0 0,0 1 1,0-1-1,0 1 0,0 0 0,-1 1 0,11 5 0,4 5-1551,-1 1 1,0 1-1,30 31 0,-16-14-4428,-6-10-2052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7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 6585,'0'0'5218,"-3"1"-4303,-1 2-729,1 0 0,-1 0 0,1 1-1,0-1 1,0 1 0,0-1 0,1 1 0,-1 0 0,1 0 0,0 0 0,0 0 0,0 1 0,1-1 0,-1 0 0,1 1-1,0-1 1,0 9 0,-3 14 420,0 48 0,4-54-418,0 234 1066,6-215-964,-2-41-228,2-2-45,0-1 0,0 1 0,0-1 1,0 0-1,-1 0 0,1-1 0,-1 1 0,0-1 1,-1 0-1,1-1 0,3-6 0,9-13 266,17-37-1,0 1 467,-23 44-542,-8 13-43,-1 5-28,0-1-126,0 0 0,0 0 0,0 1 0,0-1 1,0 1-1,-1 0 0,1-1 0,0 1 0,0 0 0,-1 0 1,1 0-1,-1 0 0,1 1 0,-1-1 0,1 0 1,-1 1-1,0-1 0,1 0 0,0 3 0,0 1 7,0 0 0,0 1 0,0 0 0,-1-1 0,2 10 0,0 0 5,32 112-315,-35-126 292,1-1 0,-1 1 0,1-1 0,-1 1 0,1-1 0,0 0 0,-1 1 0,1-1 0,-1 0 0,1 1 0,0-1-1,0 0 1,-1 0 0,1 1 0,0-1 0,-1 0 0,1 0 0,0 0 0,0 0 0,-1 0 0,1 0 0,0 0 0,0 0 0,-1-1 0,2 1 0,0 0-3,2-1 1,0 0 1,-1 0 0,1 0-1,0 0 1,-1 0-1,1-1 1,-1 1-1,0-1 1,1 0 0,5-5-1,31-29-13,-23 20 14,4-3 14,-1 2 0,2 0 0,27-15 0,-40 27-11,0 0 0,-1 1 0,1 1 0,0 0 0,1 0 0,-1 0 0,1 1 0,-1 1 0,1 0 0,-1 0-1,1 1 1,14 1 0,-1 3-94,0 2 0,-1 0 0,0 2 0,0 0 0,-1 2 0,26 14 0,41 18-1486,-86-40 1509,1-1-1,0 0 1,0 0 0,0 0-1,0 0 1,0-1-1,0 1 1,0-1 0,0 0-1,0 0 1,0 0 0,1 0-1,-1 0 1,0-1-1,0 1 1,0-1 0,0 0-1,0 0 1,0 0 0,-1 0-1,1-1 1,0 1-1,0-1 1,-1 0 0,1 1-1,-1-1 1,4-4 0,2-3-11,-1-1 1,0-1 0,0 1 0,-1-1 0,8-19 0,11-18 193,6-4 326,-30 51-432,0 0 0,0 0 1,0 0-1,0 0 1,0 1-1,0-1 1,0 0-1,0 0 1,0 1-1,0-1 1,0 1-1,0-1 0,1 1 1,-1-1-1,0 1 1,0 0-1,1-1 1,-1 1-1,0 0 1,0 0-1,1 0 1,-1 0-1,0 0 0,1 0 1,-1 0-1,0 1 1,0-1-1,1 0 1,-1 1-1,0-1 1,0 1-1,0-1 1,1 1-1,-1 0 0,0 0 1,0-1-1,1 2 1,2 1-46,-1-1-1,1 1 1,-1 0 0,1 0-1,-1 1 1,0-1 0,0 1 0,4 6-1,-5-5-222,0 0 0,1 0 0,0-1 0,0 1 0,0-1 0,0 0-1,1 0 1,-1 0 0,1 0 0,0 0 0,0-1 0,0 0 0,8 5 0,-11-8 211,1 0 1,-1 0-1,0 0 0,0 0 1,0 0-1,1 0 1,-1 0-1,0 0 1,0 0-1,0-1 1,0 1-1,1 0 1,-1-1-1,0 1 1,0-1-1,0 1 1,0-1-1,1-1 1,1 1-75,6-3 59,0 1-1,-1-1 0,0-1 1,1 0-1,-2 0 0,1 0 0,-1-1 1,0 0-1,0 0 0,0-1 0,-1 0 1,0 0-1,-1-1 0,1 0 1,-1 0-1,-1 0 0,0 0 0,4-10 1,-7 16-69,11-21-4102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8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6957,'0'0'4240,"26"-3"-3824,-2 0-516,-1 0-1712,4 3-1060,-14 9-973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8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21 8805,'-53'6'4504,"43"-18"-3268,-4 3 2665,35 3-3409,25 6-408,18 6-696,6 0-1016,31-6-1253,26 9-1131,27-6-2893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9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21 10293,'-7'-21'15940,"11"23"-16775,20 5-1072,0 0 0,47 5 0,19 5-5006,-2 8-2867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39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46 7117,'-23'-12'532,"16"-3"-1032,0-3-1585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41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0 154 4568,'0'0'3058,"19"-23"-170,-17 23-2808,-1-1 0,0 1-1,0-1 1,1 0-1,-1 1 1,0-1 0,0 0-1,0 0 1,0 0 0,0 0-1,0 0 1,0 0-1,0 0 1,0 0 0,-1 0-1,1-1 1,0 1 0,-1 0-1,1 0 1,-1-1-1,1 1 1,-1 0 0,0-1-1,1 1 1,-1-1 0,0 1-1,0 0 1,0-1 0,0 1-1,0 0 1,-1-1-1,1 1 1,0-1 0,0 1-1,-1 0 1,0-3 0,0 2 400,-16-43 606,14 23-892,-2 4 928,-3 39 3726,8-18-4678,0-1-209,1 1 1,-1-1-1,1 0 1,0 0-1,-1 0 1,1 0-1,0 0 1,0 0-1,0 0 1,1-1-1,-1 1 1,0 0-1,1 0 1,-1-1-1,1 1 1,-1-1 0,1 0-1,0 1 1,0-1-1,-1 0 1,1 0-1,0 0 1,4 1-1,-4-1-38,24-6-298,-16 6-2613,25 43-4738,-22-29 1439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42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853 85 6089,'25'-27'1268,"-8"11"3020,33-24 0,-48 39-3448,-15 21 754,-117 151 1004,-9 11-1348,-213 305 932,301-406-1779,3 2 1,4 3-1,4 1 0,-35 114 1,61-154-162,2 1 0,2 1 0,2 0-1,-2 79 1,10-104-163,1 0 0,0 0 0,2 0 0,1 0 0,1 0 0,1-1 0,1 0 0,1 0 0,0 0 0,2-1 0,17 27 0,-12-26-17,2-1 0,0-1 1,2 0-1,0-1 0,1-1 1,1-1-1,0-1 1,2-1-1,39 22 0,-31-23-115,1-1-1,1-1 0,0-2 0,1-1 0,0-2 0,0-1 1,35 2-1,-16-5-265,1-4 1,-1-1 0,0-3-1,0-2 1,0-2 0,-1-3-1,0-2 1,-1-2-1,-1-3 1,49-23 0,-41 12-160,-1-2 1,-1-3 0,65-51 0,-92 62 337,-1-2 1,-1-1-1,-1-1 0,-2-1 0,-1-1 1,-1-1-1,22-39 0,-40 62 156,1-1 0,-1 0 0,-1 0-1,0 0 1,0 0 0,0 0 0,-1 0 0,-1-1-1,1 1 1,-1-1 0,0-14 0,-1 22 10,0 0-1,0 0 1,0 0 0,0 1 0,0-1 0,-1 0-1,1 0 1,0 0 0,0 0 0,-1 1 0,1-1-1,0 0 1,-1 0 0,1 0 0,0 1 0,-1-1 0,0 0-1,1 1 1,-1-2 0,-18 2 432,15 1-416,0-1 0,1 2 0,-1-1 0,0 0 0,1 1 1,0-1-1,-1 1 0,1 0 0,0 0 0,0 1 0,0-1 0,0 1 0,1-1 1,-1 1-1,0 0 0,1 0 0,-3 5 0,-5 8 109,0 0 0,-9 25 0,7-14-23,-98 219-1047,78-161-3331,4 0-5159,21-55 2233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42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510 88 7405,'5'-11'820,"16"-36"551,-20 45-840,-1 0 0,1 0-1,-1 0 1,1-1-1,-1 1 1,0 0 0,0-1-1,0 1 1,0 0 0,-1 0-1,1-3 1,2 15-536,-1 0-1,1 0 0,-2 0 1,1 0-1,-1 0 1,-1 0-1,0 1 1,0-1-1,-1 0 1,-5 16-1,-41 105-1945,39-111 1596,-68 145-2673,-2 3 494,47-94 2501,-59 100 1,30-69 10046,63-108-9073,19-25 744,47-44 0,-65 70-1627,0-1-1,0 1 0,0 0 1,0 0-1,1 0 0,-1 1 1,1-1-1,0 1 0,-1 0 0,1 0 1,0 0-1,0 0 0,-1 1 1,1 0-1,0-1 0,0 2 1,0-1-1,0 0 0,-1 1 0,1-1 1,0 1-1,0 0 0,4 2 1,-2 0-15,0-1 0,0 1 1,0 0-1,-1 0 0,0 1 1,1-1-1,-1 1 0,0 1 1,-1-1-1,1 1 1,-1-1-1,0 1 0,4 7 1,0 2 9,-1 1 1,-1 0-1,0 0 1,-1 1 0,0 0-1,3 27 1,-4-12 49,-1 0 1,-3 51-1,-3-60-90,0 0 0,-1-1 0,-2 1 0,0-1 1,-1 0-1,-1-1 0,-18 34 0,-90 129-157,78-134-678,-2-1 1,-76 68 0,48-54-4402,66-60 3738,3-3 1251,1 0 0,0 0 0,-1 0-1,1-1 1,-1 1 0,0-1 0,1 1 0,-1-1 0,0 1-1,2-4 1,1-1-229,95-125-5793,-45 72 2783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43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468 411 4600,'104'-211'1151,"-96"193"-645,1 1 1,1 0-1,1 0 0,0 1 0,1 1 1,1 0-1,0 0 0,25-20 0,-19 18 621,-18 15-980,1 1 1,-1-1 0,1 1-1,0 0 1,-1-1-1,1 1 1,0 0 0,0 0-1,-1 0 1,1 0 0,0 1-1,0-1 1,0 0-1,0 1 1,0-1 0,1 1-1,-1 0 1,0 0 0,2 0-1,-2 0-59,-1 1 0,0-1-1,1 1 1,-1 0-1,0-1 1,0 1 0,1 0-1,-1 0 1,0 0 0,0 0-1,0 0 1,0 0 0,-1 0-1,1 1 1,0-1 0,0 0-1,-1 0 1,1 1 0,0-1-1,0 3 1,1 5 135,0 0 1,0 0-1,-1 1 0,0-1 1,0 0-1,-1 1 0,-1 9 1,-5 15 225,-2 0 1,-1-1 0,-2 0-1,-1-1 1,-21 42-1,20-46-219,-206 398 2039,126-253-1640,47-88-496,-46 86-1445,-90 235-1,166-361-289,-19 91 0,31-112-600,1 2 1,1 48-1,10 8-6352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43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88 11165,'0'0'2200,"17"-15"-300,13-9-287,11 9-109,5 0-376,15 6-208,9 0-176,205 9 540,-178 9-1392,3 3-660,1 0-656,6 6-672,0 3-3285,0 0-4316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43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12 8849,'-16'-12'6420,"19"27"-4803,4 3-293,13-24-312,0 3-212,20 0-156,27 3 40,-13 6-388,6 0-368,7-6-496,-3 9-688,3-6-528,-1-3-469,-2 0-2327,0 0-3569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43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952 0 10801,'0'0'2038,"-5"2"-116,-11 3-976,0 1 1,1 1 0,0 0 0,0 1-1,0 1 1,1 1 0,0 0 0,1 0-1,-20 21 1,-19 33 1295,-84 136 0,95-136-1807,-212 346-2175,89-140-4546,94-153-544,6 1-4477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44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33 9529,'-3'-33'3136,"-4"45"-3956,4 3-2656,13 0-1909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47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0 402 11277,'23'-46'3660,"-12"31"-2171,9-12-313,3 9-232,4 0-244,6 0-140,14-3-96,10 3-96,14-9-100,9-1-184,17 4-416,10 3-368,0 3-496,17-6-488,7-6-501,13 3-2119,10 6-3301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47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265 787 5248,'-171'24'1408,"94"-10"1283,64-11-2154,9-2 871,10-2-734,103-20 689,106-36-1,107-50-368,-274 90-785,447-147 327,168-61-2375,-251 65-3821,-213 83-287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47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7 531 10989,'-3'-24'2144,"-1"3"1237,21 9-2125,0-3-264,13-9-288,34-12-104,16 3-132,27-7-300,31-2-516,26-3-604,30-3-1016,10-6-1053,21-10-1123,36-8-3141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1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345 79 6037,'36'-14'1822,"66"-31"6842,-99 44-6429,-2 0-2162,0 0 1,0 1 0,0-1-1,1 0 1,-1 0 0,0 0-1,0 0 1,0 0 0,0 0-1,0 0 1,0 0 0,-1 0-1,2-2 1,0-1 754,-9 13-525,0 2 407,-72 94 797,59-81-1213,1 2 1,2 0-1,-17 33 0,-37 93 736,54-112-836,-32 73 314,6 2-1,-36 153 0,59-177-695,4 0 0,4 1 0,-1 153 0,27 64-2466,11-156-972,-16-114-418,28 69-1,-8-46-4910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2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546 66 8377,'38'-19'775,"-22"11"-230,0 1 1,0 0-1,1 1 0,0 0 1,22-3-1,-32 7-257,0 2-1,0-1 1,0 1 0,-1-1 0,1 2 0,0-1 0,0 1 0,0 0-1,-1 1 1,1-1 0,0 1 0,-1 1 0,0-1 0,1 1-1,-1 0 1,0 1 0,0-1 0,-1 1 0,1 0 0,-1 1-1,0-1 1,0 1 0,0 0 0,7 10 0,2 7-44,-1 0 0,0 0 0,-2 1-1,0 1 1,8 27 0,-3 0-43,-2 1-1,-3 1 1,-1 0-1,-3 0 0,-2 1 1,-5 106-1,-9-50-15,-4-1 0,-39 151 0,20-149-106,-5-1 0,-4-2 0,-5-2 0,-99 165 0,75-162-505,-5-4-1,-5-3 1,-162 162-1,218-242-299,0 0 1,-34 21-1,57-42 642,0 0-1,-1 0 1,1 0 0,-1-1-1,1 1 1,-1 0 0,0-1-1,1 1 1,-1-1 0,0 0-1,1 1 1,-1-1 0,0 0-1,1 0 1,-1 0 0,0 0-1,1-1 1,-1 1 0,0 0-1,1-1 1,-1 1-1,0-1 1,1 1 0,-1-1-1,1 0 1,-1 0 0,1 1-1,0-1 1,-1 0 0,1 0-1,0-1 1,-1 1 0,1 0-1,0 0 1,0-1 0,0 1-1,0 0 1,0-1 0,1 1-1,-1-1 1,0 1 0,1-1-1,-1 0 1,1 1 0,-1-1-1,1 1 1,0-1-1,-1-2 1,1-16-235,0 0 0,1 0 0,0 0 0,2-1-1,1 2 1,7-25 0,-1 10 244,2 2 0,32-62 0,-32 73 232,0 1-1,2 1 0,0 0 0,1 1 1,1 0-1,1 1 0,1 1 1,30-22-1,-20 20 259,0 1 0,2 1 0,0 2 0,0 0 0,52-14 0,-26 14 211,1 3 0,1 2 0,0 3 0,0 2 0,0 2 0,104 12 1,-109-3-361,-1 3-1,0 3 1,-1 1 0,99 43 0,-133-49-368,1 1 0,-1 1 0,0 1 0,-1 0 0,-1 2-1,0-1 1,0 2 0,-1 0 0,-1 0 0,0 2 0,-2-1 0,12 20 0,-20-29-250,0 0 1,-1 0-1,0 1 1,0-1-1,0 1 1,-1 0-1,2 12 1,1 9-1983,5-1-3309,8-39-1827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2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0 239 3688,'64'-121'848,"-47"91"109,-11 15-189,8 0-104,16-15 404,-13 18-908,-4 3 196,0 3 188,1 24-356,6 0-104,-20 6-448,0 3-348,-7 3-1668,-3 19-505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2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0 4992,'-47'9'2521,"23"-6"-1409,1 3 1868,36 0-2292,4 0-152,16 6-100,24 7-104,-13 2-180,3 3-332,0 6-336,0 6-204,-11 6-380,-9 7-2220,-10 2-1609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3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1551 477 5549,'70'-136'1698,"-65"125"-1363,-1-1 1,0 0-1,-1 1 0,-1-1 0,2-18 0,1-5 739,1 9 645,2-39 0,-8 57-1392,1 1 0,-1-1 0,-1 1 0,1-1-1,-1 0 1,-1 1 0,1-1 0,-1 1-1,-5-10 1,6 14-235,-1 0 0,0 1-1,1 0 1,-1-1 0,0 1 0,-1 0-1,1 0 1,0 0 0,0 0-1,-1 1 1,1-1 0,-1 0 0,0 1-1,0 0 1,1 0 0,-1 0-1,-6-2 1,-2 1 162,-1 0 0,0 1 0,-14 0 0,23 1-192,-27 1 246,0 1 0,0 1 0,1 2 0,-1 1 0,1 1 0,0 2 0,1 0 0,-53 27 0,5 5 445,-133 95 1,84-38-160,-180 181 0,256-230-479,2 2 0,3 2 1,-62 95-1,90-122-77,1 1 0,2 1 0,0 0 0,2 0 0,1 2 0,1-1 0,2 1 0,1 0 1,1 1-1,-1 48 0,10-5 4,3 1 0,25 107 0,-15-100 13,9 122-1,-25-176-183,-1 1 0,-1-1 0,-2 1 0,-1-1 0,-1 0 0,-1 0 0,-1 0 0,-14 32 0,10-34-488,-2-1-1,-1 0 1,-1 0-1,-26 32 1,1-11-2916,-3-4-3328,30-31-1862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3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401 420 10217,'12'-5'985,"0"0"0,0 1-1,1 0 1,-1 1 0,1 1 0,17-2 0,-26 3-786,1-1 1,-1 1 0,0-1-1,1 0 1,-1 0-1,0 0 1,0 0-1,0-1 1,-1 0-1,1 0 1,-1 0-1,6-5 1,-7 6-142,0 0 0,0 0-1,0 0 1,-1-1 0,1 1 0,-1 0 0,1-1-1,-1 1 1,0-1 0,0 1 0,0-1 0,0 0-1,0 1 1,-1-1 0,1 0 0,-1 0 0,0 1-1,1-1 1,-1 0 0,-1 0 0,0-5 0,1 7-48,0 0 0,-1 0 0,1 0 0,-1 0 0,0 1-1,1-1 1,-1 0 0,0 0 0,1 0 0,-1 0 0,0 1 0,0-1 0,0 0 0,0 1 0,0-1 0,0 1 0,0-1 0,0 1 0,0-1 0,0 1 0,0 0 0,-1-1 0,-32 1 75,19 2-49,1 2-1,-26 9 1,6 0-3,1 2 0,0 2 0,2 1 0,0 1 0,1 2 0,0 0 0,-32 33 0,44-36-27,1 1 1,0 0-1,1 1 0,1 1 1,1 0-1,1 1 1,1 1-1,1 0 0,1 0 1,1 1-1,-8 31 1,15-44-49,0 0 1,1 0 0,0 1-1,0-1 1,1 1 0,1-1-1,0 0 1,0 1 0,1-1-1,1 0 1,0 0 0,0 0-1,1 0 1,0-1 0,1 0-1,0 0 1,1 0 0,0 0-1,1-1 1,0 0 0,0 0-1,1-1 1,0 0 0,0 0-1,1-1 1,0 0 0,1 0-1,-1-1 1,1 0 0,0-1-1,1 0 1,-1-1 0,1 0-1,0-1 1,0 0 0,0 0-1,0-1 1,0-1 0,14 1-1,2-3-26,-1-1 1,0-2-1,0 0 0,0-1 0,0-2 0,-1-1 0,0-1 1,0-1-1,-1-1 0,44-27 0,-8-2 32,-1-3 1,94-88-1,126-168 782,-24-24 1500,-208 261-1633,29-31 786,-76 126-359,-7 3-791,-1 1 0,-2-1-1,-18 43 1,-1 1-153,0 10-496,-140 377-7739,126-375 2449,0-1-3464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3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1 130 9713,'43'-66'2348,"-13"45"-356,10 6-336,11 3-291,9 3-277,7 3-232,17 6-272,16 0-300,11 6-584,9 0-636,-2 3-696,2 3-417,-9 3-2279,-11 0-3329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3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7753,'24'-6'1924,"-1"0"876,-9-12-1684,-1 2 376,7 7-1084,4 0-484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4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8753,'215'-30'1640,"-85"30"-308,14-3-72,7 3-176,6 0-152,4 6-184,13 3-39,21-3-169,9 6-156,7-3-368,10 3-680,0 0-789,-13-18-2979,-7-12-3433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4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1 226 6637,'77'-72'1664,"0"45"-216,20-3-224,17 6-168,0 3-100,16-1-120,31 4-204,44 6-136,39 12-76,27 9-216,4 9-776,13 0-832,14 19-2528,12 11-2749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5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93 6509,'2'-28'2111,"-1"27"-1864,0-1 0,-1 0 1,1 0-1,0 1 0,0-1 0,0 1 0,0-1 0,1 0 0,-1 1 1,0 0-1,1-1 0,-1 1 0,1 0 0,-1 0 0,1 0 0,-1 0 1,4-1-1,-2-1 376,5-1-183,0-1 1,0 1-1,0 1 0,0 0 1,0 0-1,1 0 1,-1 1-1,18-2 0,7 1 82,34 2 0,-63 1-466,347 21 1231,5 26-890,-113-13-582,45 3-496,255 31-2267,-177-27-2503,-19-7-2739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8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117 344 7397,'-33'-8'678,"23"4"-266,0 2-1,-1 0 0,1 0 0,-1 0 0,-16 1 0,22 1 3476,7 4-3019,3 2-664,-1-1 0,1 1 0,0-1 0,0 0 0,1 0 0,-1 0 0,1-1 0,0 0 0,0 0 0,1-1 0,-1 1 0,1-1 0,0-1 0,0 1 0,0-1 0,8 1 0,17 3 225,-1-2 0,51 0-1,-81-4-416,232-7 1049,43-24-409,-273 31-647,608-82 845,157-44-1159,-67 10-5160,-496 88 103,-23 9-3137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9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1170 11569,'-21'-15'830,"-28"-15"2162,48 29-2886,0 1-1,-1-1 0,1 0 0,0 0 0,0 0 0,0 0 0,0 0 1,0 0-1,0 0 0,0 0 0,0 0 0,0 0 0,0-1 1,1 1-1,-1 0 0,0-1 0,1 1 0,-1 0 0,1-1 0,0 1 1,-1-1-1,1 1 0,0 0 0,0-1 0,0 1 0,0-1 1,0 1-1,0-1 0,0 1 0,1-1 0,-1 1 0,0 0 0,1-1 1,-1 1-1,1-1 0,0 1 0,-1 0 0,1 0 0,0-1 1,0 1-1,1-2 0,5-7 90,1 0 0,0 0 0,16-14 0,-19 19-79,26-24 176,2 1-1,1 2 1,72-41 0,123-50 39,-157 83-299,627-287-3704,7 24-4136,-572 245 4538,-16 11-1230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9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767 818 5312,'-308'41'2263,"-19"-20"2685,319-20-4703,-1 0 0,0-1 0,1 0-1,-1-1 1,0 0 0,1 0 0,-1-1-1,1 0 1,-1 0 0,1-1 0,0 0 0,-8-5-1,15 8-219,0-1-1,0 1 0,0-1 0,0 1 0,1-1 0,-1 1 0,0-1 0,1 0 0,-1 1 1,0-1-1,1 0 0,-1 0 0,1 1 0,-1-1 0,1 0 0,-1 0 0,1 0 0,0 0 1,-1 0-1,1 0 0,0 0 0,0 1 0,0-1 0,0 0 0,0 0 0,0 0 0,0-2 0,17-29 338,-1 10-247,1 0 0,1 2 1,0 0-1,2 1 1,23-18-1,125-82-136,-122 88-117,125-85-786,197-136-5323,-162 107-873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9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76 4620,'-44'-3'1385,"54"-6"-2042,17-15-919,27-15 788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30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2536,'47'-42'504,"-13"30"-156,-14 9-132,13 3-692,18 9-456,-38 18 252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0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587 1737 9117,'0'0'11092,"3"-2"-9832,101-91 2220,271-258-613,-299 264-2385,112-167 1,-136 172-305,70-148 1,16-96 21,-12 25 351,-119 291-487,-5 10 21,-2 22 86,-1-10-115,-15 203 1140,-45 215 0,49-357-1137,-230 1016-8,-79-17-48,72-253-10,35 7 11,140-439-2,64-308-9,3 0 1,7 150 0,2-203-185,1 0 1,1 0-1,2 0 1,1-1 0,0 0-1,17 35 1,-21-51-9,2-1 1,-1 1-1,1-1 1,0 0-1,1 0 1,0-1-1,0 0 0,1 0 1,0 0-1,0-1 1,0 0-1,1 0 1,0-1-1,0 0 1,0 0-1,1-1 0,-1 0 1,1-1-1,0 0 1,18 4-1,-18-6-10,0 0 1,-1-1-1,1-1 0,-1 1 1,1-1-1,0-1 0,-1 1 1,0-2-1,1 1 0,-1-1 1,0 0-1,0-1 0,0 0 1,-1 0-1,1 0 0,-1-1 0,0 0 1,-1-1-1,1 0 0,10-12 1,-6 6-42,-1-1-1,-1 0 1,0-1 0,-1 0 0,0 0 0,-1-1 0,0 0 0,-2 0-1,0-1 1,4-20 0,-5 8 107,-2 1 0,0 0 1,-2-1-1,-2 1 0,0 0 0,-2 0 0,0 0 0,-2 0 0,-1 0 0,-2 1 1,0 1-1,-22-43 0,-4 4 135,-2 2 0,-3 2 0,-75-88 0,-85-77 560,-68-84 677,224 251-990,2-2 1,2-2 0,-47-103-1,72 131-167,2 0 0,1-2-1,2 1 1,1-1 0,2-1-1,1 1 1,3-1-1,0-52 1,5 57-36,1 0 0,1 0 0,2 0 0,2 1 0,0 0 0,2 0 0,2 1-1,0 0 1,34-55 0,-18 42-18,2 2 0,2 1 0,2 2 0,2 1 0,0 1-1,58-41 1,-2 11-24,183-97-1,-76 65-241,3 9 1,261-77-1,444-61-3034,-666 189 1094,-134 33-5078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1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 7673,'0'0'4708,"-1"3"-3343,-8 28 790,-6 35 1,4-17-1379,8-34-608,1 0-1,1 0 0,0 0 0,1 0 0,0 0 0,2 0 0,0 0 0,0 0 0,8 23 0,-2-10 13,2 0-1,1-1 0,22 38 1,-24-50-142,0-1 1,1 0 0,1 0-1,0-1 1,1-1 0,1 0-1,0-1 1,0 0 0,1-1 0,0 0-1,1-1 1,23 10 0,-27-14-30,1 0 1,0-1 0,-1 0 0,1-1 0,1-1 0,-1 0 0,0 0 0,1-2 0,-1 1 0,0-1 0,1-1 0,-1 0 0,0-1 0,1-1 0,-1 1-1,0-2 1,14-5 0,-16 4-5,0-1 0,0 0 0,-1 0 1,0-1-1,0 0 0,0-1 0,-1 1 0,0-2 0,-1 1 0,0-1 0,11-18 0,-1-4 266,0-2 0,14-45 1,-13 34 475,-14 32-249,-1 1 0,0-1 0,-1 1-1,2-18 1,0-1 413,-3 27-520,0 4-346,0 1 0,0-1 1,0 1-1,-1 0 0,1 0 0,0-1 0,-1 1 0,1 0 0,-1 0 1,1 0-1,-1 2 0,2 3 41,29 137 426,2 5-1279,26 93-3508,-35-79-5685,-17-89-597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1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7 10137,'0'-1'114,"1"1"-1,0-1 1,0 1 0,0-1-1,-1 0 1,1 1-1,0 0 1,0-1 0,0 1-1,0 0 1,0-1 0,0 1-1,0 0 1,0 0 0,0 0-1,0 0 1,0 0 0,0 0-1,0 0 1,0 0 0,0 0-1,0 0 1,0 0-1,0 1 1,-1-1 0,1 0-1,0 1 1,0-1 0,0 1-1,0-1 1,0 1 0,-1-1-1,1 1 1,0 0 0,0-1-1,-1 1 1,1 0 0,0 0-1,-1-1 1,1 1-1,-1 0 1,1 0 0,0 1-1,0 0 125,-1-1-114,0 0 0,0 0 0,0 0 0,0 0-1,0 0 1,-1 0 0,1 0 0,0 0 0,-1 0 0,1 0 0,-1-1 0,1 1 0,-1 0 0,1 0 0,-1 0 0,-1 0 0,1 1 145,-30 88 2205,5-33-2034,-71 173 516,87-192-864,11-37-86,0 1-1,-1-1 0,1 0 1,0 1-1,0-1 0,-1 0 1,1 0-1,0 0 0,1 1 1,-1-1-1,0 0 0,0 0 1,0 0-1,1-1 0,-1 1 1,0 0-1,1 0 0,-1-1 1,0 1-1,1-1 0,-1 1 1,1-1-1,1 1 0,5-3 3,-1-1 0,0 1 0,0-1 0,0-1 0,-1 1 0,1-1 0,9-8 0,-7 7 1,134-98 418,-92 64 191,2 2 0,1 2 0,87-41 1,-132 71-504,1 1 1,1 1 0,-1 0-1,0 0 1,1 1-1,0 1 1,-1 0 0,1 0-1,0 1 1,-1 0 0,22 3-1,-25-1-60,1 0 0,-1 1 0,1 0 0,-1 0 1,0 1-1,0 0 0,0 0 0,-1 0 0,1 1 0,-1 0 0,0 0 0,-1 1 0,1-1 0,-1 1 0,0 1 0,6 10 0,3 9-249,-1 1 0,-1 1 0,-2 0-1,0 0 1,-2 1 0,6 49 0,-6-39-1693,1 0 0,25 68 1,-25-84 680,-4-11-239,0 0 0,0-1 1,1 1-1,0-1 0,9 11 1,7 0-5816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1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154 264 9037,'4'-18'4997,"-5"22"-3807,-12 58 514,-4 0-1,-24 61 1,18-57-1152,-22 102 0,38-129-319,-4 77-1,11-103-197,0 1-1,1 0 0,0 0 1,1 0-1,1 0 0,0-1 1,1 1-1,11 24 0,-13-33-32,1 0 0,0-1 0,1 1 0,-1-1 0,1 1 0,0-1 0,0-1 0,0 1 0,1 0 0,-1-1 0,1 0 0,0 0 0,0 0 0,0-1 0,0 0 0,0 0 0,0 0 0,1 0 0,-1-1 0,1 0 0,-1 0 0,1 0 0,0-1 0,-1 0 0,11-1 0,5-1-48,-1-1-1,0-1 0,0-1 0,-1-1 0,35-14 1,2-5-69,-2-2 1,61-42-1,-97 58 78,64-43-169,-3-4-1,-2-3 1,105-108 0,-44 18 482,121-174 1,-234 292-153,-7 7-29,-12 17 13,1-1 1,0 1 0,14-14-1,-16 22 43,-6 11-69,-10 24-23,5-19-30,-21 92-890,-23 167 0,43-225-232,-4 35-997,-1 0-1358,3-28-2155,7-35 237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1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14 288 8361,'-1'-1'77,"0"1"-1,1-1 1,-1 0 0,0 1 0,0-1-1,0 0 1,0 1 0,1-1-1,-1 0 1,0 0 0,1 0 0,-1 0-1,1 1 1,-1-1 0,1 0 0,-1 0-1,1 0 1,0 0 0,-1 0 0,1 0-1,0 0 1,0 0 0,0-1 0,0 1-1,-1 0 1,2 0 0,-1 0 0,0 0-1,0 0 1,0 0 0,0 0 0,1 0-1,-1 0 1,0 0 0,1 0 0,-1 0-1,1 0 1,-1 0 0,1 0 0,0 1-1,-1-1 1,1 0 0,1-1 0,3-3 180,1-1 1,0 1 0,0 0 0,11-7 0,-14 11-190,16-11 398,1 1 1,1 1 0,0 0 0,24-6 0,93-21 853,-73 21-833,62-16 239,2 5 1,167-12-1,-284 37-700,0 1-1,0 1 1,0 0-1,0 1 1,0 0 0,-1 1-1,1 0 1,0 1-1,-1 0 1,14 6-1,-23-8-26,0 1 0,-1-1 0,1 1-1,-1-1 1,1 1 0,-1-1-1,0 1 1,1 0 0,-1 0 0,0 0-1,0-1 1,0 1 0,-1 0-1,1 0 1,0 0 0,-1 1 0,1-1-1,-1 0 1,0 0 0,1 0-1,-1 0 1,0 0 0,0 0 0,-1 1-1,1-1 1,0 0 0,-1 0-1,0 3 1,-2 7-259,-1 0 1,0 0-1,-7 15 0,11-27 231,-37 90-3683,22-32-1971,13-36-529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2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0 250 3432,'74'-120'404,"-51"66"-760,7 8-676,11 16 308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2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13 5204,'-32'24'1121,"1"1"-1,1 1 0,-29 34 0,53-54-850,1 1 0,1 0 0,-1 0 0,1 1 0,0-1 0,1 1 0,0 0 0,0 0 0,1 0 0,0 0 0,0 0 0,1 1 0,0-1 0,0 10 0,1-12-245,0 0-1,1 1 1,0-1-1,0 0 1,0 0-1,1 0 0,0 0 1,0 0-1,1 0 1,-1 0-1,1-1 1,1 1-1,-1-1 1,1 0-1,0 0 1,0 0-1,0 0 1,0-1-1,8 6 1,6 1-132,1-1 1,0 0-1,0-2 0,1 0 1,28 7-1,-39-12 77,-5-1 31,1-1 0,-1 1 0,1-1 0,0 0 0,0 0 0,0-1 0,0 1 0,-1-1-1,1 0 1,0 0 0,0-1 0,0 0 0,0 0 0,0 0 0,-1 0 0,1-1 0,0 1 0,-1-1 0,0 0 0,1-1 0,-1 1 0,0-1 0,0 0 0,0 0 0,0 0 0,-1 0 0,1-1 0,-1 1 0,0-1 0,0 0 0,0 0 0,-1 0 0,1-1 0,-1 1 0,0 0 0,0-1 0,-1 0 0,3-8 0,11-95 280,-14 88-493,1 0 0,1 1 1,0-1-1,2 1 0,0 0 0,1 0 1,12-25-1,-9 25-511,-6 14 194,-1-1 1,1 0-1,1 1 0,-1-1 0,1 1 0,0 0 0,4-5 1,20-7-3715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2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0 317 10301,'37'-13'708,"-14"4"154,1 2 0,0 0-1,41-5 1,417-8 6038,-272 18-5912,838-51 657,-352-14-3931,-624 59 1543,167-22-1991,-181 20 9,-1-3 1,57-20 0,-34 0-4345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4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1400 107 5973,'-3'-3'-46,"-3"-1"856,0-1 1,1 0 0,0 0 0,-1 0 0,-6-11 0,9 11-552,0 1 1,0 0-1,0 0 1,-1 0 0,1 0-1,-1 0 1,0 1-1,0-1 1,-1 1 0,1 0-1,0 1 1,-1-1-1,0 1 1,-6-3 0,3 3-53,0 0 1,-1 0-1,1 1 1,0 0-1,-1 0 0,1 1 1,-1 0-1,-9 2 1,-13 3 233,0 2 0,1 1-1,-52 21 1,70-25-218,-47 21 108,0 2 0,3 3 0,0 3 0,2 1 0,2 3 0,-82 75 0,109-88-253,1 0 1,2 1-1,1 1 1,0 2-1,2 0 1,-20 40-1,33-56-56,0 0-1,1 1 1,0 0-1,1 0 1,1 0-1,0 1 1,1-1-1,0 1 1,1 0-1,1-1 1,0 1-1,1 0 1,0-1-1,1 1 1,0-1-1,1 1 1,1-1-1,6 16 1,1-8-3,1-1 1,0 0-1,1 0 1,1-1-1,1-1 1,1 0-1,0-1 1,1-1-1,28 20 1,23 11 39,99 54-1,-72-47-8,-49-26-36,-1 2 1,-1 1-1,48 46 0,-74-59-5,0 1 0,-1 0 0,-2 2-1,0 0 1,-1 0 0,-1 1 0,-1 1 0,-1 0 0,9 26-1,-11-19 0,-1 1 0,-1 0 0,-1 1-1,-2-1 1,-2 1 0,-2 60-1,-4-47-8,-1-1 0,-3 0 0,-2 0 0,-20 57-1,-2-22-32,-2-2 0,-4-1-1,-4-2 1,-89 122-1,-182 179-296,-25-24 80,229-240 239,51-55 3,27-26 50,1 0 0,-38 51 0,68-81-40,0 0 0,0 0 1,0 0-1,0 0 0,0 0 1,0 0-1,0 1 0,-1-1 1,1 0-1,0 0 1,0 0-1,0 0 0,0 0 1,0 0-1,0 0 0,0 0 1,0 1-1,0-1 0,0 0 1,0 0-1,0 0 0,0 0 1,0 0-1,-1 0 0,1 0 1,0 1-1,0-1 1,0 0-1,0 0 0,0 0 1,0 0-1,0 0 0,0 0 1,1 1-1,-1-1 0,0 0 1,0 0-1,0 0 0,0 0 1,0 0-1,0 0 0,0 1 1,0-1-1,0 0 1,0 0-1,0 0 0,0 0 1,0 0-1,1 0 0,-1 0 1,0 0-1,0 0 0,0 0 1,0 0-1,0 1 0,0-1 1,0 0-1,1 0 1,-1 0-1,0 0 0,0 0 1,0 0-1,0 0 0,0 0 1,0 0-1,1 0 0,-1 0 1,0 0-1,0 0 0,10 2 46,0 1 0,-1-1-1,1-1 1,0 0-1,0 0 1,19-2 0,64-12 232,-56 7-147,84-7 356,97 3 492,-197 9-893,-1 1 0,1 1 0,-1 1-1,1 1 1,-1 1 0,0 1 0,0 0 0,38 17 0,-26-7-62,0 1 1,-1 2-1,-1 1 0,-1 1 1,48 44-1,116 137-1701,-42-11-2251,-62-56-2632,-18-13-3246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4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183 421 9609,'2'-145'1905,"-1"128"-1334,0 1 0,1-1 0,1 0 1,0 1-1,2 0 0,0 0 0,0 0 1,13-23-1,-15 31-315,2 0 1,-1 0-1,1 1 1,0 0-1,0 0 1,1 0-1,0 1 1,0 0 0,1 0-1,0 0 1,8-5-1,-9 8-169,-1 1-1,0-1 0,1 1 1,-1 0-1,1 0 1,0 1-1,0 0 0,-1 0 1,1 0-1,0 1 1,0 0-1,0 0 1,0 0-1,0 1 0,0-1 1,0 2-1,6 1 1,0 1-21,0 0 0,-1 1 0,1 0 0,-1 1 0,0 1 0,-1-1 1,1 2-1,-2-1 0,1 2 0,-1-1 0,0 1 0,0 1 0,-1-1 0,-1 1 1,0 1-1,0-1 0,-1 1 0,0 1 0,-1-1 0,0 1 0,3 13 0,1 7-16,-1 0 0,-2 1-1,-1-1 1,-2 1 0,-1 0-1,-2 0 1,-4 35 0,-5 11 43,-4-1 0,-3 0 0,-41 118 0,-106 220-36,148-381-56,-109 242 80,-54 136-370,164-378 165,3 2 1,0 0 0,3 0-1,-6 52 1,13-72 45,0-1-1,1 1 1,1 0 0,0 0 0,1-1 0,1 1-1,1-1 1,0 0 0,1 0 0,1 0 0,0-1 0,13 22-1,-6-17 6,1-1-1,2 0 0,-1-1 1,2-1-1,0 0 0,2-2 1,-1 0-1,39 23 0,14 2 133,96 38-1,-89-42 260,-39-20-156,-11-4 35,35 19 0,-57-27-125,0 0 1,-1-1 0,1 2 0,-1-1-1,1 1 1,-1 0 0,-1 0-1,1 0 1,-1 1 0,0-1 0,4 9-1,-6-11-15,-1 1 0,0 0 0,0-1 0,0 1-1,-1 0 1,1 0 0,-1-1 0,0 1 0,0 0-1,-1 0 1,1 0 0,-1-1 0,0 1 0,1 0-1,-2 0 1,1-1 0,0 1 0,-1-1 0,0 1-1,1-1 1,-5 5 0,-4 6 121,0-1 0,-1 0-1,-18 16 1,-44 35-241,-132 87 0,189-140-112,-28 19-646,-61 44-1946,92-63 1151,1 0-1,-1 1 1,2 0 0,0 1 0,-14 20 0,9 3-6704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7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768 202 3860,'43'-27'450,"-19"12"-29,0 2 0,0 0 0,31-11-1,1 7 495,0 2-1,97-12 1,-114 22-623,89-15 788,162-3-1,11 20 237,-266 4-1175,0 1 0,0 1 0,0 2 0,0 1 0,-1 2 0,41 15 1,-63-18-89,0 0 1,-1 1 0,0 0 0,0 1 0,-1 0 0,0 1 0,0 0 0,17 19 0,-21-20-16,-1 1 0,1 0 0,-1 0 0,-1 0 0,0 0 0,0 1 0,-1 0 0,0 0 0,0 0 0,-1 0 0,0 0 0,0 1 0,-1 13 0,-1-5 11,-1 0-1,-1 0 0,-1 0 1,-1 0-1,0-1 1,-1 1-1,-1-1 0,-1 0 1,0-1-1,-1 1 0,-1-1 1,-16 21-1,-4 3 49,-1-2 0,-3-1 0,-52 47-1,-56 33 111,-170 109 0,-133 108 67,398-293-252,2 3 1,1 1 0,3 2-1,2 2 1,1 2 0,-54 103 0,77-127-13,2 1 0,1 1 1,1 0-1,1 1 1,2 0-1,1 0 1,1 1-1,2-1 1,1 1-1,1 0 1,2 0-1,1-1 1,2 1-1,0 0 1,2-1-1,11 32 1,0-19 5,1-1 1,2 0-1,2-2 1,2-1-1,1 0 1,2-2-1,1-1 1,51 48-1,-20-28-3,3-2 0,2-3 0,137 81 0,-135-95-10,1-3 1,2-3 0,0-3 0,3-3 0,0-3 0,1-3-1,0-3 1,2-4 0,-1-3 0,2-3 0,99-5 0,-137-4-5,0-1 1,0-2 0,-1-2-1,0-1 1,0-2 0,-1-2-1,-1-1 1,0-1 0,-1-2-1,42-29 1,-55 32 5,-2 0 0,0-2 0,-1 0 0,0-2 1,-2 0-1,0 0 0,-1-2 0,0 0 0,-2 0 0,-1-1 1,0-1-1,-2 0 0,0-1 0,-2 0 0,0 0 0,8-47 1,-14 54 31,0 1 0,-2-1 0,0 0 1,0 0-1,-2 1 0,0-1 1,0 0-1,-2 1 0,-10-30 0,12 40-10,0 0-1,0 0 1,0 0 0,-1 0-1,0 0 1,0 1-1,0 0 1,0-1-1,-1 1 1,0 0 0,0 0-1,0 1 1,0-1-1,-1 1 1,1 0-1,-1 0 1,0 1-1,1-1 1,-1 1 0,-1 0-1,1 0 1,0 1-1,0 0 1,-1-1-1,1 2 1,-1-1 0,1 1-1,0 0 1,-1 0-1,1 0 1,-11 2-1,5 2 45,-1-1 0,0 1 0,1 1 0,0 0 0,0 1 0,1 0 0,-1 1 0,1 0 0,1 0 0,-1 1 0,1 0 0,-9 12 0,-14 17 199,-46 67 0,76-101-256,-47 73 210,3 3-1,4 1 1,-61 166-1,-48 276 491,37 92-265,47-42-103,61-520-316,-57 791 210,20-220-125,30-488-76,-6-2 0,-6 1 0,-73 227 1,74-294-33,-3-1 1,-3 0-1,-3-3 1,-3 0-1,-2-3 1,-3-1-1,-2-2 1,-94 94-1,83-102-6,-3-2-1,-2-3 0,-1-2 1,-3-3-1,-1-3 0,-96 39 0,98-50 4,-2-4 0,0-2 0,-1-2 0,-1-4 0,0-3-1,-1-2 1,-80-2 0,101-7-18,1-2-1,-1-3 1,-87-21 0,126 26-8,1-1 1,0 0-1,-1 0 1,1 0-1,0-1 1,0 0-1,1 0 1,-1 0-1,0-1 1,1 0-1,0 0 1,0 0-1,-7-9 1,10 10-74,-1 0 1,2-1 0,-1 1 0,0-1-1,1 1 1,0-1 0,-1 0 0,1 0-1,1 0 1,-1 1 0,1-1 0,-1 0-1,1 0 1,0 0 0,1 0 0,0-7-1,3-3-558,1 0-1,0 1 1,1 0-1,0 0 1,1 0-1,0 1 0,1 0 1,18-21-1,-17 23-875,-1 1-1,20-16 1,30-13-5680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8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490 0 3228,'-64'3'872,"21"6"-176,9 3-124,-3 3-127,4 3-189,-8 6 24,-5 7-92,-8 5-336,-10 3-793,-9 12-671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8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0 383 9905,'27'-139'1600,"-13"91"-308,2 3-208,1 0-172,-7 26-136,-3-11-156,3 3-315,3 12-21,1 0-288,13 33-509,16 21-459,1 13-392,-8 8-888,1 18-1180,14 13-1825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9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9169,'160'-66'1032,"-106"72"-212,-17-3-196,-14 18-400,-6 12-268,0 15-252,6 31-396,4 26-312,7 19-1912,9 24-1017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9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7241,'164'290'532,"-107"-115"-792,-16 24-1921,-1 30-167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0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1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1 215 6013,'130'-76'1292,"-43"46"-160,14 6-144,9 0-68,4 3-184,13 3-124,17 3-124,24 8-104,19 10-92,28 4-324,19 8-368,14 12-404,3-3-556,-6 9-1700,3 6-1157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1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1 404 7281,'70'-48'1820,"-23"24"-228,16 0-292,24-9-132,14 6-100,16-6-96,31-1-144,22 1-375,18 0 87,13 6-60,20 0-236,13 3-868,24 9-797,4 3-3155,-8 2-3565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9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1 550 12005,'0'0'1452,"3"-19"-236,4 1-232,-1-3-195,4-21-121,-3 3-128,3-9-152,4-4-316,-8-2-340,1-6-968,-4-3-1021,7-1-1875,10-5-3105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9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1004 9573,'-60'-133'1220,"36"79"-304,-6-3-156,7-10-220,-4-5-364,7-18-460,6-19-480,-9-21-868,-1-11-1500,18-10-1257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3:59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352 820 11253,'-100'-190'1392,"60"127"-260,6 6-156,4 2-268,0 4-556,0-6-448,10-7-408,-4-5-360,1-3-544,9 2-1892,8-2-1957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1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10169,'251'6'1760,"-100"-3"-380,16 0-240,14 0-388,-7-3-108,27-6-252,31-3-736,36 0-816,23 0-3088,10-3-3253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6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1340 1234 7465,'45'-58'495,"62"-71"1199,-54 75-66,117-93 0,-61 57-481,51-54 1615,213-248-1,-212 199-842,-159 192-1885,-1 0 0,0-1 1,0 1-1,0 0 0,0 0 0,0-1 0,-1 1 0,1-1 0,0 1 0,-1 0 0,1-1 0,-1 1 0,1-4 0,-1 5-16,0 0-1,0-1 1,-1 1-1,1 0 0,0-1 1,0 1-1,-1 0 0,1 0 1,0-1-1,-1 1 1,1 0-1,0 0 0,0 0 1,-1-1-1,1 1 1,-1 0-1,1 0 0,0 0 1,-1 0-1,1 0 1,0 0-1,-1 0 0,1 0 1,0 0-1,-1 0 0,1 0 1,-1 0-1,1 0 1,0 0-1,-1 0 0,1 0 1,0 0-1,-1 0 1,0 1-1,-5 1 150,-1 0-1,0 1 1,1 0 0,-1 0-1,-8 6 1,-25 22 544,1 1 1,-47 51 0,76-72-601,-239 272 1877,22 24-773,126-168-775,-213 280 538,-259 366 82,69 41-532,293-360-628,184-389-29,4 1-1,2 1 1,4 0-1,-8 101 1,23-137-50,1-1 0,3 1 0,1 0 0,2-1 0,2 0 0,2 0 0,2-1 0,19 48 0,-19-61-96,1 0-1,1-1 1,2-1 0,1 0 0,1-1-1,1 0 1,1-2 0,1 0 0,1-1-1,1-2 1,1 0 0,32 22 0,-39-32 13,0-2 1,0 1 0,1-2-1,0 0 1,0-1-1,1-1 1,-1-1-1,1 0 1,31 2 0,-42-6 158,0 1 0,1-1 1,-1-1-1,0 1 0,0-1 1,0 0-1,0-1 0,1 0 1,-2 0-1,1 0 0,0-1 1,0 0-1,-1-1 0,0 1 1,1-1-1,-2 0 0,1-1 1,0 1-1,-1-1 0,0 0 1,0-1-1,0 1 1,-1-1-1,1 0 0,-1 0 1,-1 0-1,4-8 0,-3 3-32,0-1-1,0 0 0,-1 0 0,-1 0 1,0 0-1,0-25 0,-9-78-331,5 85 387,-30-688-1165,35 626 1171,5 0 1,3 1-1,4 0 0,5 1 0,56-159 0,-42 169 41,3 0 0,4 3 0,4 1 0,2 3 0,4 1 0,3 3 0,3 2 0,2 3 0,4 2 0,2 3 0,3 4 0,111-72 0,-145 105 55,0 2 1,1 1-1,1 2 1,1 2-1,0 1 1,1 2-1,47-9 1,-75 19 1,0 1-1,0 0 1,1 1 0,-1 0 0,0 1-1,0 0 1,0 1 0,10 2 0,-16-2-6,1-1 1,-1 1-1,0 0 1,1 0 0,-1 0-1,0 0 1,0 1-1,-1-1 1,1 1-1,-1 0 1,1 1 0,-1-1-1,0 0 1,0 1-1,0 0 1,-1-1 0,1 1-1,-1 0 1,3 6-1,-2-1 14,-1 0 0,0 0 0,0 0-1,-1 0 1,0 1 0,-1-1 0,0 0 0,0 0-1,-4 18 1,-2 4 39,-16 48 0,-43 106 101,-42 153 1,90-261-131,4 1 1,3 0-1,3 0 0,4 85 0,4-147-10,1 0 0,0 1-1,1-1 1,5 16-1,-8-31-26,0 1-1,1-1 1,-1 0-1,0 0 1,1 0 0,-1 0-1,0 0 1,1 0-1,-1 0 1,1 0-1,0 0 1,-1 0-1,1 0 1,0 0-1,0 0 1,-1 0-1,1-1 1,0 1-1,0 0 1,0-1-1,0 1 1,0 0-1,0-1 1,0 1-1,0-1 1,0 0-1,1 1 1,-1-1 0,0 0-1,0 1 1,0-1-1,0 0 1,0 0-1,1 0 1,-1 0-1,0 0 1,0-1-1,0 1 1,0 0-1,1 0 1,-1-1-1,1 0 1,2-1 0,-1 0 1,0 0 0,0 0-1,0-1 1,0 1-1,0-1 1,0 0-1,-1 0 1,1 0 0,-1 0-1,2-4 1,14-29-15,-1-1 1,13-46-1,-5 15 38,5-11-190,37-91-1657,-51 135-745,1 2-1,39-57 0,-11 36-3987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7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67 685 12081,'33'-1'615,"-7"-1"72,-1 2-1,1 1 1,-1 1-1,28 6 1,81 27 2368,-113-28-2570,0 1 0,37 19 0,122 79 1512,-166-97-1888,0 0-1,-1 1 1,0 1 0,-1 0-1,0 0 1,0 1 0,-1 1-1,-1 0 1,0 0 0,-1 1 0,9 19-1,-11-19-50,0 0-1,-1 0 1,-1 1-1,-1 0 1,0-1-1,0 2 0,-2-1 1,0 0-1,0 16 1,-2-10-26,-1 1 1,-1-2-1,-1 1 0,-1 0 1,-13 39-1,0-18-56,-1 0 1,-3-1-1,-1-2 0,-1 0 1,-44 53-1,-10 2-54,-3-3 1,-4-4-1,-4-3 1,-99 71 0,154-131 93,-42 23 1,74-46-19,1 0 1,-1-1 0,0 1-1,0 0 1,0-1 0,0 0-1,1 1 1,-1-1-1,0 1 1,0-1 0,0 0-1,0 0 1,0 1-1,0-1 1,0 0 0,0 0-1,0 0 1,0 0 0,0 0-1,0 0 1,0 0-1,0-1 1,0 1 0,0 0-1,0-1 1,0 1-1,0 0 1,0-1 0,1 1-1,-1-1 1,0 1 0,0-1-1,0 0 1,1 1-1,-1-1 1,0 0 0,1 1-1,-1-1 1,0 0-1,1 0 1,-1 0 0,0-1-1,0-1-1,0 0-1,1-1 1,-1 1-1,1-1 1,-1 1-1,1-1 1,0 1-1,0-1 1,1 1 0,-1-1-1,1-3 1,6-14 1,1 1 0,1 0 0,1 0 0,0 1 0,1 0 0,17-20 0,172-214 58,23 13-139,-182 197 82,339-345-143,-289 293 31,350-330-898,-87 145-893,-273 225 703,3 4 0,141-64 1,-186 98 27,1 2 0,1 2 0,0 2 0,1 1 0,52-4 0,30 10-6101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7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912 61 13957,'-71'-46'2433,"58"31"-253,-14 21-468,-17 6-268,1-3-276,-4 12-244,-10 16-216,-10 14-152,-3 15-560,-11 19-552,-2 8-1032,-11 13-1132,-7 26-3281,-13 28-5228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13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3232,'9'24'622,"-2"0"1,0 1-1,-2 0 0,-1 0 0,2 44 0,4 20 277,-6-60-608,2-1 1,0 0-1,2 0 1,1-1-1,25 50 1,-26-63-142,0 0 0,1-1-1,1 0 1,0-1 0,0 0 0,2-1 0,-1 0 0,1 0 0,1-1 0,0-1 0,0 0 0,21 10 0,-1-5 72,0-2 0,0-1 1,1-1-1,0-2 0,55 6 0,183 0 499,356-28 50,3-28-378,-268 16-352,141-11-961,7-1-3881,-172 17-1315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3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0 9345,'-1'15'12057,"-3"5"-7995,0 10-3686,3 137 3354,0 19-1975,-42 232-669,-1-141-3618,-26 37-3516,10-108-3536,20-84-1679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4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1 365 12081,'211'-120'2020,"-104"74"-216,7-2-307,-7 6-305,0 3-280,0 9-184,14 6-140,16 8-112,10 16-108,4 19-88,-3 14-260,-8 18-528,-16 15-604,-20 16-300,-17 20-340,-23 22-325,-41 23-2299,-30 13-3369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4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0 360 10677,'111'-49'1520,"-27"25"-80,6-3-240,4-3-232,10 0-191,13 3-177,17-3-140,13 2-208,17 10-256,4 0-596,9-3-545,1 6-319,-1-3-652,-12 6-1548,2 0-2253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4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1233 1604 10501,'17'-20'1889,"-17"19"-1774,1 0-1,-1 0 0,0 0 0,1 0 0,-1 0 0,0 0 0,0 0 1,0 0-1,0 0 0,0 0 0,0 0 0,0-1 0,0 1 0,0 0 0,0 0 1,-1 0-1,1 0 0,0 0 0,-1 0 0,1 1 0,-1-1 0,1 0 1,-1 0-1,0-1 0,0 0 247,0 0-263,0 0 0,0 1 0,0-1 0,0 0 0,0 1 0,0-1 1,-1 1-1,1-1 0,-1 1 0,1-1 0,-1 1 0,1 0 0,-1 0 0,0 0 0,0 0 1,1 0-1,-1 0 0,0 0 0,0 1 0,0-1 0,0 1 0,0-1 0,0 1 0,0 0 1,-4 0-1,-6 0 184,1 0 1,0 1-1,-18 4 1,21-4-166,-34 9 231,0 1 1,0 3-1,-43 19 0,-118 65 158,203-98-505,-316 175 412,245-130-620,3 3 0,-82 75 0,135-110 132,1 2 0,1-1-1,0 2 1,1 0-1,-15 26 1,24-38 53,1 1-1,-1 1 1,1-1-1,1 0 1,-1 0 0,1 1-1,0-1 1,0 1 0,0-1-1,1 11 1,1-13 4,-1 1 0,1-1 0,0 0 0,0 1 0,0-1-1,0 0 1,1 0 0,0 0 0,-1 0 0,1 0 0,0 0 0,0 0 0,0-1 0,1 1 0,-1-1 0,1 1 0,-1-1 0,7 4 0,3 1-25,1-1 1,0 0-1,0 0 1,0-1-1,0-1 1,1 0-1,0-1 1,0-1-1,0 0 1,0-1 0,25-1-1,-9-1 4,0-2 0,0 0 0,0-3 1,45-13-1,-40 6 10,-1-1 0,0-2 0,-1-1 0,-1-1 0,0-2 0,-2-1 0,38-35 0,-16 8-7,-2-3 1,82-108 0,-78 80-8,-3-1 0,-4-3 0,44-105 0,86-274-11,-168 436 57,102-298 11,77-208 995,-180 511-921,1 0-1,1 1 0,1 0 0,15-20 1,-26 39-79,1-1 1,0 1 0,0 0 0,0 0 0,0 0 0,0-1-1,0 1 1,0 0 0,0 0 0,0 0 0,1 1-1,-1-1 1,0 0 0,1 0 0,-1 1 0,0-1 0,1 1-1,-1-1 1,1 1 0,-1-1 0,1 1 0,-1 0 0,1 0-1,-1 0 1,1 0 0,-1 0 0,1 0 0,-1 0 0,1 0-1,-1 1 1,2 0 0,0 0 7,0 1 0,-1-1 0,0 1 0,1 0 0,-1 0 0,0 0 0,0 1 0,0-1 0,0 0 0,-1 1 0,1-1 0,-1 1 0,1-1 0,0 5 0,3 9 42,0 0 1,-2 0-1,0 1 0,-1-1 0,-1 1 1,-1 27-1,0-26-17,-1 84 275,-27 180 0,-43 98 42,46-258-294,2 1 0,6 1-1,-4 181 1,21-286-105,1-1 0,0 0 1,1 0-1,1 0 0,1 0 1,1 0-1,0 0 0,1-1 1,8 17-1,-9-26-16,-1 0 0,2 0 0,-1-1-1,1 0 1,0 0 0,0 0 0,1 0 0,0-1 0,0 0-1,1-1 1,-1 0 0,1 0 0,0 0 0,1-1-1,-1 0 1,1-1 0,0 0 0,0 0 0,11 1 0,0-1-147,0 0 0,1-2 0,-1-1 1,1 0-1,-1-2 0,0 0 0,0-1 1,39-12-1,9-8-854,80-38 0,-12 3 30,-107 47 866,-17 6 67,0 0 0,0 1 0,1 1 0,15-3 0,-23 5 102,0 1 0,-1 0 0,1 0-1,-1 1 1,1 0 0,0-1 0,-1 1 0,1 1 0,-1-1 0,0 1 0,1 0 0,-1 0 0,0 0 0,0 0 0,6 5 0,6 4 152,1 0 1,0-1-1,1 0 1,0-2-1,1 0 0,0-1 1,0-1-1,0-1 1,1 0-1,0-1 1,-1-2-1,2 0 1,-1-1-1,0-1 0,0-1 1,37-5-1,13-9-21,1-3 0,110-42-1,-145 46-156,-23 11 13,1 0 0,0 0-1,0 2 1,0-1 0,-1 2 0,1 0 0,0 0 0,0 2 0,0-1 0,17 6 0,2-2-154,115 16-954,0-6 0,287-10-1,-398-7 926,218-21 104,-197 15-658,1-3 0,72-24-1,-103 20-4299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5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6 16410,'0'-1'183,"0"1"0,0 0 1,0 0-1,0-1 0,0 1 1,0 0-1,0 0 1,-2-2 1283,2 2-1284,0 0 0,0-1 1,-1 1-1,1 0 1,0 0-1,0 0 0,-1 0 1,1 0-1,0 0 1,0 0-1,-1 0 0,1 0 1,0-1-1,-1 1 0,1 0 1,0 0-1,0 0 1,-1 0-1,1 1 0,0-1 1,0 0-1,-1 0 1,1 0-1,-1 0 0,-7 13 2189,-4 25-1545,11-35-345,-32 142 2087,-15 169 1,9 151-9187,25-270 610,6-90-570,9-7-3986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5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1 166 12781,'20'-85'1976,"-13"58"-384,-1-3-379,4 21-173,4-3-296,9 9-224,11 6-464,2 15-588,5 15-744,9 7-741,0 14-2691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5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1533 660 10017,'136'-134'3799,"-98"92"-1784,-3-1-1,-2-2 1,30-52 0,4-25 1399,32-52 1208,-97 171-4107,-6 8-106,-118 191 452,78-121-713,-156 277 252,-85 141-128,-4-27-121,-91 185-62,93-172-651,58-101-745,208-342 1134,-13 19-197,2 3 1,-42 106-1,73-161 330,0 1 0,0-1-1,1 1 1,-1 0-1,1-1 1,-1 1-1,1 0 1,0-1 0,1 7-1,-1-10 39,0 0-1,0 0 1,0 1 0,0-1-1,1 0 1,-1 0-1,0 0 1,0 1 0,0-1-1,0 0 1,0 0 0,0 0-1,0 0 1,0 0-1,0 1 1,0-1 0,0 0-1,1 0 1,-1 0-1,0 0 1,0 0 0,0 0-1,0 1 1,0-1 0,1 0-1,-1 0 1,0 0-1,0 0 1,0 0 0,0 0-1,1 0 1,-1 0-1,0 0 1,0 0 0,0 0-1,0 0 1,1 0 0,-1 0-1,0 0 1,0 0-1,0 0 1,0 0 0,1 0-1,-1 0 1,0 0-1,0 0 1,0 0 0,0 0-1,1 0 1,-1 0 0,0-1-1,0 1 1,12-20 62,17-60 82,-3 0-1,-4-2 0,-3 0 0,8-101 0,-12 82-12,4 0-1,36-108 1,-33 143-74,4 0 1,2 1 0,72-119 0,-53 114-75,4 2 1,2 3-1,2 2 1,4 2-1,81-64 0,-59 62-415,2 4 0,4 3 0,178-85-1,-149 92-1264,2 5-1,230-55 1,-211 73-1700,0 5 0,191-3 0,-72 22-6923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09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20 9877,'-8'-20'11555,"3"29"-4916,0 6-8926,-5 24 2934,2 1 1,-6 62-1,5 88-623,8-139-358,-6 289-4445,11-115-4437,2-101-1221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10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72 6177,'1'-1'100,"-1"-1"0,1 1 0,0 0 0,0 0 0,-1 0 0,1 0 0,0 0 0,0 0 0,0 0 0,0 0 0,0 1 0,0-1 0,1 0 0,-1 1 0,0-1 0,0 1 0,0-1 0,1 1 0,-1-1 0,0 1 0,1 0 0,-1-1 0,0 1 0,1 0 1,-1 0-1,0 0 0,1 0 0,-1 0 0,0 1 0,1-1 0,-1 0 0,0 1 0,2 0 0,20 0 580,4-3 274,48-11 0,2 0-83,148-8 481,332 12 1,227 57-1012,-744-45-323,631 55-815,488 31-943,-970-78 1555,366 12 723,-466-18-358,-88-5-167,1 0-1,0 1 0,-1-1 1,1 0-1,0 1 1,-1-1-1,1 1 0,-1-1 1,1 1-1,-1 0 1,1 0-1,-1-1 0,1 1 1,-1 0-1,0 1 0,0-1 1,1 0-1,-1 0 1,0 0-1,0 1 0,0-1 1,0 0-1,0 1 0,-1-1 1,1 1-1,0-1 1,-1 1-1,1 0 0,-1-1 1,1 1-1,-1 0 1,0-1-1,0 1 0,0 0 1,0 2-1,-1 4 63,0-1 0,0 0-1,-1 0 1,0 1 0,0-1-1,-6 10 1,-161 356 1180,-73 171-778,25 6-214,39 11-142,107-276 13,69-278-111,0 1 0,0 0 0,-1-1 0,0 0 0,-6 10 0,7-14 242,-26-15-188,-122-64 99,79 48-209,-146-35 0,-82 4-112,244 49 114,-1056-118-1045,-11 86-2566,571 38-1651,293 13 558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11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747 1 8057,'-4'2'308,"0"0"1,0 1-1,0 0 1,1 0-1,-1 0 1,1 0 0,-1 1-1,1-1 1,0 1-1,1 0 1,-1 0-1,0 0 1,1 0-1,0 0 1,0 1-1,-2 7 1,-13 22 876,-56 97 1361,-94 240 1,150-331-2388,-132 343-45,28-69-2614,16-37-2832,78-199 1637,10-7-1647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12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5332,'53'-17'357,"-17"5"38,0 1 0,0 3 0,1 0 0,54-3 0,50 5 786,0 6 0,265 34-1,-288-14-1016,-1 5 0,-2 5 0,199 79 0,-274-92-141,-1 2-1,-1 2 1,-1 1 0,-1 2 0,35 30 0,-51-37-18,-2 1 1,0 0-1,-1 2 1,-1 0-1,-1 0 1,0 2-1,-2 0 1,-1 0-1,18 46 1,-9 2 304,-4 1-1,16 132 1,-9-43 266,159 580 1180,8 38-1172,-185-742-557,-2-1 0,-2 1 0,-2 52 0,-1-75-23,-1 0 0,0 0-1,-1 0 1,-1 0-1,0 0 1,0-1 0,-9 16-1,-16 30-29,-55 81 0,72-121 1,0-2 1,-2 0-1,0 0 0,0-1 0,-2-1 1,0-1-1,0 0 0,-1-1 0,-37 20 0,33-21-28,-42 23-294,-1-3 0,-2-2 0,-1-4 0,-2-2 0,-100 19 0,50-22-1579,0-5-1,-175 1 1,74-18-2912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14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92 664 4940,'0'44'1469,"0"-34"-985,1-1 0,-2 0 1,1 1-1,-1-1 1,0 1-1,-1-1 1,-4 14-1,-17 36 1074,4 1-1,-15 77 1,31-118-1514,1 1 1,1-1 0,1 1 0,1-1-1,0 1 1,2-1 0,0 0 0,1 0-1,1 0 1,1 0 0,1-1-1,0 0 1,1 0 0,1-1 0,1 0-1,0-1 1,1 0 0,1 0-1,0-1 1,1-1 0,1 0 0,0-1-1,1 0 1,1-1 0,0-1 0,0 0-1,1-1 1,0-1 0,1-1-1,0 0 1,0-2 0,0 0 0,1-1-1,0 0 1,0-2 0,37 3 0,-13-6-227,0-2 1,0-1 0,0-3 0,0-1-1,-1-2 1,58-21 0,238-112-1023,-198 71 333,232-160 0,94-138-500,-121 52 454,-237 207-1441,96-125 0,-175 197-51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14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1 965 8625,'100'-150'2112,"-50"95"-660,11 7-40,9 0-164,4-3-248,16 0-155,17-10-205,17-5-64,17 0-272,16-1-316,8 4-832,15 6-653,-9-1-823,0-2-1600,-3-3-2717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36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1226 1579 9501,'0'-7'909,"0"0"1,1 1-1,0-1 1,0 0-1,0 0 0,1 1 1,5-13 2724,-7 16-3044,0 0-517,0 1 2,1-1 0,-1 1 0,0-1 0,-1 1 0,1-1 1,0 1-1,-1-1 0,0 1 0,1-1 0,-3-3 0,2 4-40,-1 1 0,1-1 0,-1 1 0,1 0 0,-1 0 1,0-1-1,0 1 0,1 0 0,-1 0 0,0 1 0,0-1 0,0 0 0,0 1 0,0-1 1,0 1-1,0-1 0,-4 1 0,-31-4 120,1 2 0,-1 2 0,0 1 1,0 2-1,-36 7 0,-183 52 197,186-40-269,1 4 0,-111 56 0,138-58-56,0 2 1,2 1-1,1 2 0,1 2 0,-37 38 0,65-58-10,0 0-1,1 1 0,0 0 1,1 0-1,0 1 0,1 0 0,1 0 1,-8 24-1,12-32-13,0 1 0,1 0 1,0 0-1,0 0 0,0 0 0,1 0 1,0 1-1,0-1 0,0 0 0,1 0 1,0 0-1,0 0 0,1 0 0,0 0 0,0-1 1,0 1-1,1 0 0,-1-1 0,1 0 1,0 1-1,1-1 0,0-1 0,5 7 0,-2-4-1,1-1 0,0 1 0,0-2 0,1 1 0,0-1 0,0 0-1,0-1 1,0 0 0,1-1 0,0 1 0,-1-2 0,1 0 0,0 0-1,1 0 1,-1-1 0,0-1 0,0 0 0,20-3 0,1-1-5,1-2 0,-1-1 0,0-1 1,55-24-1,-45 13 4,0-3 0,-1-1 1,-1-2-1,-1-2 0,-1-2 0,-2 0 1,-1-3-1,-1-1 0,29-40 1,17-28 0,-5-5 1,61-117 0,163-372-84,-42-19 875,-228 545-573,22-47 579,-44 105-301,-3 12-137,-7 21 161,3-13-378,-137 597 2580,-33-2-2492,-48 95-4704,184-591 3124,-22 79-2630,27-63-2002,8 5-5068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36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1751 10757,'42'-10'606,"-3"1"905,71-26 0,189-91 4110,-203 80-4712,94-59-1,-167 90-808,-1-1 1,0 0 0,-1-2 0,0 0-1,-2-2 1,0 0 0,15-23 0,-33 42-95,0 0-1,0-1 1,0 1 0,0 0 0,-1-1-1,1 1 1,0 0 0,-1-1 0,1 1 0,-1-1-1,0 1 1,1-1 0,-1 1 0,0-1 0,0 1-1,0-1 1,0 1 0,0-1 0,0 0 0,0 1-1,-1-1 1,1 1 0,0-1 0,-1 1-1,0 0 1,1-1 0,-1 1 0,0-1 0,1 1-1,-1 0 1,0 0 0,0-1 0,0 1 0,0 0-1,0 0 1,-1 0 0,1 0 0,0 0 0,0 0-1,-1 1 1,1-1 0,0 0 0,-1 1-1,-1-1 1,-2-2 3,-1 1-1,0 0 0,1 0 1,-1 1-1,0 0 0,0 0 1,0 0-1,0 1 0,-12 0 1,-13 6 33,0 1 1,1 2-1,0 0 1,0 3-1,1 0 1,1 2-1,0 1 1,1 1-1,0 1 1,-35 31-1,3 3 32,2 3 0,2 3 1,-49 66-1,64-72 24,2 2 0,-45 86 0,68-110-56,2 1 1,0 1 0,2 0-1,1 1 1,2 0 0,-8 57 0,15-73-30,0-1 1,1 1-1,1-1 0,0 1 1,1-1-1,1 0 1,1 1-1,7 19 1,-7-24 4,1 0 1,0-1 0,1 0-1,0 0 1,1 0-1,0-1 1,0 0-1,1 0 1,0-1-1,0 0 1,19 13 0,-8-9-17,0-1 0,1-1-1,1-1 1,-1-1 0,1-1 0,1 0 0,-1-2 0,1 0 0,0-2 0,1 0 0,-1-1 0,37-3 0,-13-2 28,0-2 0,0-2-1,-1-2 1,0-2 0,49-19 0,-31 4-61,-2-2 0,0-2 0,-2-4-1,-2-2 1,72-58 0,-3-13-74,115-126 1,-105 88 41,-7-6 1,-7-5 0,-6-5-1,152-284 1,56-268 966,-300 647-472,-24 65-404,1 0 0,-1 0 0,1 0 0,-1 0 0,1 0 0,-1-1 0,0 1 0,0 0 0,1 0 0,-1 0 0,0-1 0,0 1 0,0 0 0,-1 0 0,1-1 0,0 1 0,0 0 0,-1 0-1,1 0 1,0-1 0,-1 0 0,-1 2 9,1 0-1,-1 0 0,1 1 0,0-1 0,-1 0 1,1 1-1,-1-1 0,1 1 0,0-1 1,0 1-1,-1 0 0,1-1 0,0 1 1,0 0-1,0 0 0,0 0 0,0 0 1,-2 2-1,-7 6 111,0 1 0,1 0 0,0 0 0,1 1 0,0 1 0,0-1 0,-10 24 0,-35 101 625,34-79-449,-103 294 1229,-211 528 517,-119-38-1998,-64-32-83,356-565 18,-38 56-6,-285 464 0,473-746-16,-58 115 8,62-120-80,1 1 0,0 0 0,1 1 0,1-1 0,1 1 0,-1-1 0,1 25 0,2-36 55,0-1-1,0 0 1,0 0 0,0 0-1,0 0 1,1 1 0,-1-1-1,0 0 1,1 0 0,0 0-1,0 0 1,-1 0 0,1 0-1,0 0 1,1 0 0,-1 0-1,0-1 1,0 1 0,1 0-1,-1-1 1,1 1 0,-1-1-1,1 1 1,0-1 0,0 0-1,0 0 1,-1 0 0,1 0-1,0 0 1,0 0 0,1 0-1,-1-1 1,0 1 0,0-1-1,0 1 1,0-1 0,0 0 0,1 0-1,-1 0 1,0 0 0,0 0-1,0-1 1,0 1 0,4-2-1,6-1-126,1 0 1,0-1-1,-1-1 0,0 0 1,0-1-1,13-8 0,3-5-81,0-1 1,-2-1-1,0-2 0,-1 0 0,41-52 0,-23 18-72,64-112-1,-84 126 295,-1 0 0,-3-2 0,-2 0 0,-2-1 0,-1 0 0,-3-1 0,-2-1 1,-2 0-1,-2 0 0,-2 0 0,-2 0 0,-2-1 0,-9-52 0,10 99 24,-26-281 950,26 248-840,2 1-1,0-1 1,3 0-1,1 1 0,1 0 1,14-38-1,-6 33-39,2 0 0,2 0 0,1 2 0,2 1 0,2 0 0,37-43 0,-23 37-118,2 2 1,1 1 0,2 2-1,60-38 1,-18 22-555,3 4 0,3 4 0,0 4 0,3 4 0,103-26 0,-72 30-1701,143-18 1,-3 22-5119,-59 18-3165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3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2855 12 9865,'-12'-12'2283,"13"13"-2048,0 0 0,0 0 0,0 0 1,0 0-1,0 0 0,-1 0 0,1 0 0,0 0 1,0 0-1,-1 0 0,1 1 0,-1-1 1,1 0-1,0 2 0,-3 37 2699,0-2-1291,9 11 286,2-1 1,19 58 0,8 40 547,18 216 982,-26 194-2670,-30-474-789,-5 1 0,-2 0 0,-4-1 0,-43 141 0,35-161 0,-3-1 0,-2-1 0,-3-1 0,-3-2 0,-2-1 0,-66 82 0,42-70 45,-4-2 0,-2-3 0,-77 57 0,42-47-561,-185 105 0,80-76-1663,-4-8 0,-225 67 0,-290 39-8761,340-114-514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4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31 11873,'0'0'4116,"-13"-9"-2347,3 0 5627,-7 3-6604,0 0 224,0 24-1224,4-3-592,-1 12-664,-2 15-912,-4 4-1004,0 14-2205,3 21-4580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4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7 254 12777,'-7'-24'11877,"21"15"-9449,3 3-463,6-9-385,11-12-316,-11 6-388,0 0-876,1-7 0,-4 4 0,0 0-1368,-6 12-1224,-14-9-1541,0 0-3115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6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1 242 9365,'8'-12'793,"2"1"-1,0 0 1,0 1 0,1 0 0,0 1 0,0 0-1,1 0 1,1 1 0,-1 1 0,1 0 0,1 1-1,-1 0 1,20-4 0,-10 5-4,0 1 0,0 2 0,1 0 0,0 2 0,-1 0 0,36 6 0,5 5 564,66 21 0,-85-20-1039,-1 2-1,0 3 0,-2 1 1,0 2-1,0 1 0,-2 3 1,-1 1-1,-1 2 1,-2 2-1,0 1 0,-2 2 1,36 43-1,-54-55-313,-1 0 0,-2 1 0,0 0 0,-1 1 0,-1 1 0,0 0 0,-2 0 0,-1 1 0,8 41 0,-11-33 0,-2 0 0,-1 0 0,-1-1 0,-2 1 0,-1 0 0,-12 58 0,1-37 0,-2-1 0,-2 0 0,-32 68 0,9-42 0,-62 94 0,-100 97 0,92-130 0,101-127 0,10-11 0,19-19 0,-13 12 0,122-127-199,148-198-1,-145 166-277,404-460-3479,-168 220-2418,-261 283 1615,40-60-9059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6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1437 14549,'27'2'968,"0"-2"0,1 0-1,46-8 1,82-28 3569,30-11-1334,110-31-1036,-202 48-1655,97-44 0,-172 65-450,0 0 1,26-19-1,-43 26-53,0 1 0,-1 0 0,1 0 0,-1-1 0,1 1 0,-1 0 0,0-1 0,0 1 0,0-1 0,0 0 0,2-3 0,-3 5-5,0-1-1,1 0 1,-1 1-1,0-1 1,0 0-1,0 0 1,0 1-1,0-1 1,0 0-1,0 0 1,0 1-1,0-1 0,-1 0 1,1 1-1,0-1 1,0 0-1,-1 0 1,1 1-1,0-1 1,-1 1-1,0-2 1,-1 0 0,0 0 0,0 1 0,0 0 0,0-1 1,0 1-1,0 0 0,-1 0 0,1 0 0,0 0 1,-1 0-1,1 1 0,-1-1 0,1 1 0,-1-1 0,1 1 1,-1 0-1,-2 0 0,-23 2 7,1 0 0,-1 2 0,1 1-1,0 2 1,0 0 0,-32 14 0,-152 79 47,147-64-47,1 2-1,2 3 1,2 3-1,2 2 1,2 3 0,-85 96-1,121-122-3,2 1-1,1 1 1,0 0-1,2 1 1,-21 54 0,31-69-4,0 1 0,0 0 1,1 0-1,1 0 1,0 1-1,1-1 1,0 1-1,1-1 1,1 1-1,-1-1 0,2 0 1,0 1-1,0-1 1,2 0-1,-1 0 1,9 18-1,-4-16-4,0 1 0,1-2 0,1 1 0,1-1-1,0-1 1,0 0 0,22 17 0,-13-13-29,1-2 0,0 0-1,1-2 1,35 15 0,-7-9-93,0-2 0,2-2 0,0-2 0,62 6 0,-54-12-89,1-3 1,-1-2 0,1-3 0,-1-3-1,0-2 1,104-26 0,-96 13 27,-2-2 0,0-4 0,-2-2 0,-1-3 0,93-61 0,-64 25 59,-3-3 1,-3-4-1,-4-4 0,-2-3 1,-5-3-1,68-100 1,-13-7 2,202-401 1,-16-55 2897,-316 647-2756,0 0 1,0 0-1,0 0 1,0 0-1,1 0 1,-1 0-1,0 0 1,0 0 0,0 0-1,0 1 1,0-1-1,0 0 1,0 0-1,0 0 1,0 0-1,0 0 1,0 0-1,1 0 1,-1 0 0,0 0-1,0 0 1,0 0-1,0 0 1,0 0-1,0 0 1,0 0-1,0 0 1,1 0-1,-1 0 1,0 0 0,0 0-1,0 0 1,0 0-1,0 0 1,0 0-1,0 0 1,1 0-1,1 16 212,-1 0 0,0 1 0,-1 0 0,0-1 0,-1 1 0,-2-1 0,-3 18 0,-38 121 493,30-113-507,-164 480 247,-16 52-5936,171-501 3966,-31 112-3412,29-61-2155,15-25-3430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7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0 289 13725,'7'-8'311,"1"-1"0,0 2-1,1-1 1,0 1 0,0 0-1,0 1 1,1 0 0,0 0 0,0 1-1,13-5 1,54-15 2514,153-28 1,86 10-328,-203 29-1974,503-55 1215,-592 66-1666,0 1 0,0 2-1,33 1 1,-56-1-68,1 1 1,-1-1 0,1 0-1,-1 0 1,1 1 0,-1-1-1,1 1 1,-1-1-1,1 1 1,-1 0 0,1-1-1,-1 1 1,0 0 0,0 0-1,1 0 1,-1 0-1,0 0 1,0 0 0,0 0-1,0 1 1,0-1-1,1 3 1,-1-2 1,0 1 0,-1-1 0,1 1 0,-1-1 0,0 1 0,1-1 1,-1 1-1,0-1 0,-1 1 0,1-1 0,0 1 0,-2 4 0,-1 4 13,-1-1-1,-1 1 1,1-1 0,-2 0 0,-8 14-1,-111 128 77,81-103-157,-45 66 0,77-98-14,2 0 1,0 1-1,1 1 1,0 0-1,2 0 1,0 0-1,2 1 1,-5 23 0,9-33-15,-1 1 0,2 0 0,0 0 0,0 0 1,1 0-1,0-1 0,1 1 0,0 0 0,0-1 1,1 1-1,1-1 0,0 0 0,0 0 0,12 19 1,-8-18 5,1 0 0,1 0 0,-1-1 0,2 0 0,-1 0 0,1-1 0,1-1 0,0 0 0,0 0 0,0-1 0,1-1 0,16 6 0,-20-9 52,16 8-56,1-1 1,0-1-1,1-2 1,0-1-1,0-1 0,38 3 1,-28-8 345,-1-2-1,0-2 1,0-1 0,59-15 0,135-55 3332,-207 66-3139,-21 9-418,-1 0 1,1 0-1,0 1 0,-1-1 1,1 0-1,0 1 0,-1-1 0,1 1 1,-1-1-1,1 1 0,-1 0 1,1 0-1,-1 0 0,0 0 0,1 0 1,-1 0-1,0 0 0,0 0 1,0 0-1,1 0 0,-1 1 1,1 1-1,-2-1-57,1 0-1,0 1 1,-1-1 0,0 0 0,1 0-1,-1 1 1,0-1 0,0 1 0,0-1 0,-1 3-1,0 14-452,3-5-145,1 0 1,0-1-1,1 1 1,1-1-1,0 0 1,0 0-1,2 0 1,-1-1-1,15 20 1,-9-16-2018,2 0 1,-1-1-1,23 19 1,7 2-7459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7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298 112 8485,'73'-72'2307,"-67"67"-1888,1 1-1,-1 0 0,1 0 0,-1 0 1,1 1-1,0 0 0,0 1 0,1-1 1,-1 1-1,0 1 0,1-1 0,13 0 1,-9 2 49,0 0 1,0 1 0,0 0 0,0 1 0,20 6-1,-24-5-323,-1 0-1,1 0 1,-1 1-1,0 0 1,0 0-1,0 1 1,-1 0-1,0 0 1,1 1-1,-2 0 1,1 0-1,-1 0 1,0 0-1,0 1 1,-1 0-1,1 0 1,3 9-1,0 2 140,-1 1 0,-1-1-1,0 1 1,-1 0 0,4 40-1,-8-42-124,0 0-1,-1 1 1,-1-1-1,-1 1 1,0-1-1,-2 0 1,-9 33-1,4-26 11,-1 0-1,-1-1 0,-1-1 0,-28 39 0,4-16 12,-2-2 0,-2-1-1,-2-2 1,-51 38-1,-273 165 2326,362-241-2135,4-4-331,1 0-1,-1 1 0,0-1 0,1 0 0,-1 0 0,1 0 1,0 1-1,0-1 0,0 0 0,-1 1 0,1-1 1,3-2-1,0-2 34,10-13-10,1 0 1,0 1-1,2 1 0,0 1 0,1 0 0,32-21 1,-14 9-24,615-415-3720,-246 231-1696,-127 96-4106,-181 81 737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7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1 6637,'-13'12'15253,"13"-11"-14896,2 6 442,-1-3-2632,1 7 2218,0-1 0,-1 0 0,-1 1 0,0 0 0,0-1 0,-1 1 0,0-1 0,-5 20 0,-1 8 369,-5 53 321,-40 250 651,50-329-1696,-8 57 143,9-63-149,1 0 1,0 0 0,0 0 0,1 0 0,0 0 0,0 0 0,0 0 0,4 11 0,-5-17-24,0 0 0,0 0-1,0 0 1,0 0 0,1 1 0,-1-1 0,0 0 0,0 0-1,0 0 1,0 0 0,0 0 0,0 0 0,0 0 0,1 1-1,-1-1 1,0 0 0,0 0 0,0 0 0,0 0-1,0 0 1,1 0 0,-1 0 0,0 0 0,0 0 0,0 0-1,0 0 1,0 0 0,1 0 0,-1 0 0,0 0 0,0 0-1,0 0 1,0 0 0,1 0 0,-1 0 0,0 0 0,0 0-1,0 0 1,0 0 0,0 0 0,1 0 0,-1 0-1,0 0 1,0-1 0,0 1 0,15-4 4,0 0 0,0-1-1,-1-1 1,0 0 0,0-1 0,0-1 0,-1 0-1,0-1 1,14-13 0,-15 14-17,257-184 351,-238 173-130,1 2-1,0 1 0,1 2 1,0 1-1,1 2 0,0 1 1,43-6-1,-65 14-134,0 0 1,0 2-1,0-1 0,0 1 0,0 1 1,0 0-1,0 1 0,-1 0 0,1 1 0,-1 0 1,1 1-1,-1 0 0,0 1 0,0 0 1,-1 1-1,1 0 0,-1 0 0,0 1 1,-1 1-1,0 0 0,0 0 0,-1 0 0,0 1 1,0 1-1,-1-1 0,9 17 0,-6-5-61,-1-1 0,-1 1 0,-1 0 0,0 1 0,-2 0 0,-1 0 0,0 0 0,0 43 0,-6 7-1024,-15 103 0,8-97-1135,0-10-369,-3 27-2712,12-32-1049,10 7-5415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8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1347 110 12181,'38'-43'2237,"-36"42"-2063,-1-1 0,0 1-1,0 0 1,0-1 0,0 1 0,0-1-1,0 1 1,0-1 0,0 0 0,0 1-1,-1-1 1,1 0 0,-1 0 0,1 1-1,-1-1 1,0 0 0,0 0 0,0 0-1,0-2 1,0 3-22,-1 0-1,1-1 1,-1 1-1,0 0 1,1 0 0,-1 0-1,0 0 1,0-1-1,0 1 1,0 0-1,0 0 1,0 1 0,0-1-1,0 0 1,0 0-1,0 0 1,-1 1-1,1-1 1,-2 0-1,-5-2 271,0 1 0,0 0 0,0 0 0,0 1 0,-1 0 0,-8 0 0,-2 1 61,0 2 1,0 0-1,1 0 0,-1 2 1,-31 10-1,-89 42 794,45-11-893,1 5-1,3 4 0,2 3 0,3 5 1,-108 100-1,12 21-271,148-145-163,2 2 1,2 1 0,-27 49-1,47-72 15,0 1 0,2 0 0,0 0 0,1 0 0,1 1 0,0 0-1,2 0 1,0 1 0,1 20 0,2-35 24,0 0 0,0 0 0,1 0 0,0 0 1,0-1-1,1 1 0,0 0 0,0-1 0,0 1 0,0-1 0,1 0 0,0 1 0,0-1 0,1 0 0,-1-1 0,1 1 1,0-1-1,0 0 0,1 0 0,-1 0 0,1 0 0,0-1 0,0 1 0,0-1 0,8 3 0,0-1 6,1 0 0,0-1 0,0-1-1,1 0 1,-1 0 0,1-2 0,-1 0-1,23-1 1,-3-3 84,0-2 0,1 0 0,-2-3 1,1-1-1,34-14 0,160-76 1315,-209 90-1208,147-77 937,20-9-1062,-182 93-60,1 0 0,-1 0 0,0 0 0,1 1 0,0 0 0,-1 0 0,1 0 0,0 1 0,9-1 0,-13 2 0,0-1 0,0 0 0,1 1 0,-1-1 0,0 0 0,0 1 0,1 0 0,-1-1 0,0 1 0,0 0 0,0-1 0,0 1 0,0 0 0,0 0 0,0 0 0,0 0 0,0 0 0,-1 0 0,1 0 0,0 0 0,-1 0 0,1 0 0,0 1 0,-1-1 0,0 0 0,1 0 0,-1 1 0,0-1 0,1 0 0,-1 1 0,0-1 0,0 0 0,0 1 0,0-1 0,-1 2 0,0 15 0,-1 1 0,-1-1 0,0 0 0,-7 20 0,-4 16 0,-24 181-3980,28-67-9055,12-93 267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8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527 172 9949,'14'-13'638,"-1"1"582,0-1 0,0 0 0,-1-1 0,13-21 1,-20 27 61,1 1 0,0-1 0,0 1 1,0 0-1,12-9 0,2-3 3488,-30 47-1574,-8 2-3093,-2-1 1,-1 0-1,-33 34 1,-5 7-98,-17 30-6,5 2 0,5 4 0,4 2 0,4 3 0,-51 144 0,95-213-632,2-1-1,1 2 1,-8 80-1,16-38-4192,11-1-4084,4-22-4610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9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1 548 13921,'16'-20'2017,"-7"16"-350,255-9 2706,142 20-5199,-277-4 111,-7-2-845,141-16 0,-196 7 1013,-1-4 0,1-2-1,106-38 1,-147 42 585,-1-2 0,0 0 0,0-2-1,-2-1 1,1 0 0,-2-2 0,0-1 0,-2-1 0,0 0 0,0-1 0,-2-2-1,-1 0 1,26-42 0,-42 63-18,9-15 525,0-1 0,-2 1 0,1-1 0,-2-1 0,0 0 0,4-21 0,-13 39-397,0 1 1,-1-1-1,1 1 0,0-1 1,0 1-1,0 0 0,-1 0 0,1 0 1,-3 2-1,-7 5 86,0 1 1,1 0-1,0 1 1,0 0-1,1 1 0,1 0 1,-17 25-1,-48 97 820,60-107-895,-39 78 327,-27 48 168,-92 247 0,166-384-613,1 1 0,1 0-1,0 0 1,2 0 0,-1 0 0,2 1 0,0 28 0,2-41-32,0 0 0,-1 1 0,1-1 0,1 0 0,-1 0 0,1-1 0,-1 1 0,1 0 0,0 0 0,0-1 0,1 1 0,-1-1 0,1 0 0,0 1 1,-1-1-1,5 3 0,-1-3 4,-1 0 1,1 0-1,-1 0 1,1-1 0,0 0-1,0 0 1,0 0-1,0-1 1,0 0-1,1 0 1,-1-1 0,0 0-1,0 0 1,9-1-1,60-5 409,94-21 1,-82 10 109,-9 1 321,157-13-1,-226 29-789,0 0 1,0 0-1,1 0 0,-1 1 1,0 1-1,0-1 0,0 2 1,-1-1-1,1 1 0,0 0 1,-1 1-1,0 0 0,0 1 1,10 6-1,-16-9-37,-1 0 1,1 0-1,-1 0 0,0 0 1,0 0-1,0 0 0,0 0 1,0 0-1,0 1 0,-1-1 1,1 0-1,-1 0 0,1 1 1,-1-1-1,0 1 1,0-1-1,0 0 0,0 1 1,0-1-1,-1 0 0,1 1 1,-1-1-1,1 0 0,-2 3 1,-1 4 20,0 0 1,-1 0 0,0-1 0,-5 10 0,2-9-1,0 1 1,-1-1-1,0 0 1,0-1 0,-1 0-1,-19 14 1,-64 33 122,73-44-143,-87 46-1047,-217 82 1,229-108-1206,-1-4 0,-175 26 0,62-27-1875,66-15-1430,-38-5-5144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50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1 121 9641,'335'-79'1332,"-161"58"-280,47 6-220,37 9-152,17 9-180,29 9-196,58 9-828,43 3-892,34 19-2204,33 11-2177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50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64 133 13081,'-43'-15'1948,"22"21"2929,68-12-4101,47-3-280,27 3-112,36 0-224,47-3-528,51 6-716,46-12-756,44-3-1225,44-9-1399,46 3-3453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50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7457,'67'24'2416,"-14"-21"-656,78 9 1548,-51-3-1847,24 0-173,37 3-316,33 0-188,27 0-144,20 1-144,30 2-108,31-6-152,29-6-764,17-6-872,11 0-1352,9 3-2105,24-6-3828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3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377 82 7653,'9'-4'1756,"0"-2"0,0 1 0,15-13 2770,-24 17-4422,0 0-1,1 0 1,-1 0 0,0 0-1,1 0 1,-1 0 0,1 0-1,-1 0 1,1 0 0,0 0-1,-1 0 1,1 1 0,0-1-1,0 0 1,1-1 0,6-6 1838,-6 2 3231,-2 5-5119,0 1 0,0-1 0,0 0-1,0 1 1,0-1 0,0 0 0,0 1 0,0-1 0,-1 0-1,1 1 1,0-1 0,0 0 0,0 1 0,-1-1 0,1 1-1,0-1 1,-1 0 0,1 1 0,-1-1 0,1 1 0,-1-1-1,1 1 1,-1-1 0,1 1 0,-1 0 0,1-1 0,-1 1-1,1 0 1,-1-1 0,0 1 0,1 0 0,-1 0 0,1-1-1,-1 1 1,0 0 0,1 0 0,-1 0 0,0 0 0,1 0-1,-1 0 1,0 0 0,1 0 0,-1 0 0,0 0 0,1 0-1,-1 1 1,0-1 0,1 0 0,-1 0 0,0 1 0,1-1-1,-1 0 1,1 1 0,-1-1 0,1 0 0,-1 1 0,1-1-1,-2 2 1,-1 3 93,-1 1 0,1-1 0,0 1-1,0 0 1,0 0 0,1 0 0,0 1-1,0-1 1,1 0 0,-2 13 0,-5 20 383,-150 459 804,-4 11-1443,141-433 109,-11 80 0,28-126 0,1-1 0,1 1 0,2 0 0,1 0 0,9 57 0,-7-75 0,0 0 0,1-1 0,1 1 0,0-1 0,0 0 0,1-1 0,1 1 0,-1-1 0,2-1 0,-1 1 0,2-1 0,-1 0 0,1-1 0,0 0 0,1 0 0,0-1 0,0-1 0,0 1 0,18 6 0,5 1 0,0-1 0,2-2 0,0-1 0,0-2 0,48 5 0,18-4 0,195-10 0,-216-8-19,-75 9-329,-1-20-7392,5-14-2648,-5 18-900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4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1222 6733,'0'0'13249,"2"-3"-12449,38-60 1775,47-66-1861,-37 57-497,-12 14-191,-18 29 2,19-38 1,-25 43 44,20-46 472,-26 52-245,-7 16-129,-2 7 17,-5 12-195,-1 0 0,-18 30 0,-8 21 96,18-28-90,2 1 0,-10 56 1,21-82 10,0 0 1,0-1 0,1 1-1,1 0 1,1 0 0,0-1-1,1 1 1,0 0 0,2-1-1,4 15 1,-7-25-5,0-1-1,1 1 1,-1-1-1,1 1 1,0-1-1,0 0 1,0 1-1,1-1 1,-1 0-1,1 0 1,-1-1-1,1 1 1,0-1-1,0 1 1,0-1-1,0 0 1,1 0-1,-1 0 1,1-1-1,-1 1 1,1-1-1,-1 0 1,1 0-1,0 0 1,0 0-1,-1-1 1,1 1-1,0-1 1,0 0-1,0 0 1,-1 0-1,1-1 1,0 1-1,0-1 1,0 0-1,5-3 1,3 0-1,0-1 0,0-1 1,0 0-1,-1 0 1,0-1-1,0-1 0,-1 0 1,1 0-1,11-13 0,36-49-96,60-91 0,-72 95 127,-20 27-58,-13 20 46,0 0-1,25-26 0,-30 36 126,0-1-1,0 1 0,10-20 1,-6 11-31,-10 15 394,23 28 281,-22-20-696,-1-1 0,0 0 0,-1 1 0,1-1 0,2 10 0,5 16 199,11 23 172,23 93 1,-37-116-378,-1 0 0,-1 0-1,-1 1 1,-3 58-1,-1-76-66,-1-1-1,-1 1 0,0-1 1,-1 1-1,0-1 0,-10 19 1,-2-2 39,-26 36 0,128-139-521,179-137-2735,-64 57 1573,168-196-56,-31-31 1149,-308 346 670,-12 16 146,-1-1-1,-1 0 1,0-2-1,-2 0 1,21-42-1,-34 61 616,-3 7 3,-105 204 3517,-64 103-2766,38-72-1749,121-217-39,-65 126 430,63-117-1105,1 0 0,-16 62-1,28-86 376,0 0-1,0-1 0,0 1 1,1 0-1,0 0 1,0 0-1,1 0 0,0 0 1,1 7-1,-1-12-6,0 1 0,0 0 0,0 0 0,1-1 0,-1 1 0,1 0 1,-1-1-1,1 0 0,4 5 0,-4-5-290,0-1 1,0 1-1,0-1 1,1 1-1,-1-1 0,0 0 1,1 0-1,-1 0 1,0 0-1,1 0 1,-1 0-1,6 0 0,15 2-8689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4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0 239 10701,'0'0'2620,"10"-18"-288,10-10-299,17 13-69,7 0-348,2 0-320,15-3-256,16 3-256,10-3-384,13 0-584,1 0-248,3 0-620,-7 3-680,-7 0-528,-13 6-3437,-20 6-4748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4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48 12949,'-7'-15'2108,"-13"6"-415,7 0 2739,-4 0-4104,0 3-308,34 18-9313,13 9 40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5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76 15089,'-37'-12'3261,"47"0"-669,3 2 2304,-6-2-2991,3 0 2527,0 3-4128,0 0-528,7 27-2220,-1-6 268,-9 16-673,0 17-651,-14 3-2801,4 24-5700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5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85 11065,'-13'12'2236,"20"7"5681,9-25-6605,-2 2-356,19-2-624,18-6-532,-8 3-600,4-9-752,3 3-596,7-6-3545,0-3-4748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5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0 115 14597,'10'-12'3017,"-3"3"1895,30-15-1048,-7 15-2547,24 0-245,-4 3-240,3 3-364,11-3-532,10-3-944,6 0-516,4-3-981,0 5-1011,9 7-2829,11 0-5788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6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1215 194 9701,'-10'-14'459,"0"0"0,-1 1 0,0 0 0,-1 0 1,-1 1-1,0 1 0,0 0 0,-1 1 0,-1 0 0,0 1 0,0 1 1,0 0-1,-1 1 0,0 1 0,-1 1 0,-25-6 0,12 5-252,-1 1 1,0 1-1,0 2 0,0 1 0,0 1 0,0 2 1,0 1-1,-43 10 0,64-10-141,1-1 0,0 1 0,0 1 0,0-1 0,0 2 0,0-1 0,1 1 0,-13 10 0,16-11 13,0 1 0,1 0 1,-1-1-1,1 1 0,0 1 0,1-1 1,-1 1-1,1-1 0,0 1 0,1 0 0,-1 0 1,1 0-1,-2 12 0,-25 161 1685,-11 51 634,-189 530 2075,203-687-4220,-84 259 539,93-270-535,4 0-1,1 1 0,-3 91 0,14-124-129,2 0 1,0-1 0,2 1-1,2 0 1,15 56-1,-15-70-110,1-1 1,1 0-1,0 0 0,1-1 0,0 0 0,1 0 0,0-1 0,2 0 0,-1-1 1,1 0-1,1 0 0,19 13 0,-6-8-16,0-1 1,2-2-1,-1 0 0,53 17 1,119 23-85,-165-48-915,1-1 0,0-1 0,1-2 0,-1-1 0,45-6 0,-35 0-4869,76-20 0,-40 0-6118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6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296 19 13873,'-3'-19'9670,"-3"23"-9153,1 0 0,0 1 0,0-1 0,1 1 0,-1 0 0,1 1 0,0-1-1,0 1 1,1 0 0,-1 0 0,-2 7 0,-6 16 704,-9 34 0,12-35-807,-98 371-258,74-260-147,0 49-2104,18-91-2401,7-34-416,11-22-1498,9 8-5460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7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567 0 15709,'-27'6'9421,"14"10"-7585,-1 2-379,-13 0-285,-13 12-180,-3-6-200,3 3-212,-11 9-516,-2 6-660,2-2-1056,-2 2-684,-1-3-953,1 3-3811,6-6-6966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7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42 13633,'11'-6'938,"1"0"0,0 0 0,0 2 0,0-1 0,0 1 0,1 1 0,-1 0 0,1 1 0,0 1 0,19-1 0,-28 3-799,1 0 0,-1 1 1,0-1-1,1 1 0,-1-1 0,0 1 1,0 1-1,0-1 0,0 0 0,-1 1 1,1 0-1,-1 0 0,0 0 0,1 0 1,3 7-1,-1-3-25,-1 0-1,0 0 1,0 1 0,-1 0 0,0 0 0,0 0-1,2 10 1,-3-6-48,-1 0 1,0 0-1,-1 0 0,-1 0 0,0 0 1,-1 0-1,0 0 0,0 0 0,-2 0 1,-5 18-1,-1-1 13,-2 0 1,-1-1-1,-15 27 0,-6 1 28,-76 99 0,-56 37 49,137-161-5,2 0 0,1 2 0,-29 50 0,53-81-131,0 0 1,1-1 0,-1 1 0,0 0-1,1 0 1,-1 0 0,1 0-1,-1 0 1,1 0 0,0 0 0,0 0-1,0 0 1,0 0 0,0 0-1,0 0 1,1 0 0,-1 0 0,1 0-1,-1 0 1,1 0 0,0 0 0,0 0-1,0 0 1,0-1 0,0 1-1,0 0 1,3 2 0,-1-1-2,0 0 0,0 0 0,1-1 0,-1 1 0,1-1 0,-1 0 0,1 0 0,0 0 0,0 0 0,0-1 0,6 2 0,12 1-100,0-1 1,0 0-1,1-2 1,32-2-1,91-15-1864,-104 10 1246,276-36-6314,-102 16-1758,-95 14 669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7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721 1 11285,'-68'26'5528,"0"3"0,-101 62 0,136-68-4586,0 2 0,-31 32-1,-37 29-1294,0-14-3748,67-49-82,0 0-3713,19-11-3281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7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421 162 13401,'34'-19'2455,"1"1"-1,0 1 1,60-19 0,-25 15 10,76-12 0,-134 31-2328,83-12 715,-84 13-758,-1 0 0,1 1 0,0 1 0,-1 0 1,1 0-1,17 5 0,-25-5-74,0 0 0,-1 0-1,1 0 1,0 0 0,-1 0 0,1 1 0,-1-1-1,1 1 1,-1 0 0,0 0 0,1 0 0,-1 0-1,0 0 1,0 0 0,-1 1 0,1-1 0,0 0-1,-1 1 1,2 3 0,-2-2-2,1 0-1,-2 1 1,1-1 0,0 0 0,-1 0-1,0 1 1,0-1 0,0 0-1,-1 1 1,1-1 0,-3 8 0,-3 7 3,-1 0 0,-1-1 0,0 0 1,-16 25-1,-23 34-91,-47 86-71,78-130 85,1 0 1,2 2-1,-11 42 0,-12 111-1,28-142 44,5-30 8,-1 0 0,-1 0 0,0 0 0,-1-1 0,-1 0 0,0 0 0,-1-1-1,-11 17 1,4-11 5,-1-2 1,0 0-1,-1 0 0,-37 28 0,4-12-14,-2-1 1,-1-3-1,-89 36 0,52-29-261,-104 49-4558,181-77 2101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8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436 0 14193,'-61'12'3085,"51"-3"-341,-3 6-208,0-3-140,-1 10-272,-9 8-395,6-6-333,0 0-268,-6 6-216,-1 3-388,-6 3-524,3 4 0,-73 107-6173,77-120 2749,-1 4-3401,7-4-6536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8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1 13173,'0'0'2110,"-2"3"-177,-5 10-1009,1 0 0,1 0 0,0 1 0,-4 20 1,-11 31 910,-160 463 2817,170-492-4525,-3 8 50,2-1 0,-8 57 0,18-88-167,0-1 1,0 0-1,1 1 0,1-1 0,0 0 0,0 1 0,1-1 0,1 0 0,0 0 0,0 0 0,1 0 0,0-1 0,1 0 0,7 12 0,-8-17-12,0 0-1,1 0 1,-1-1 0,1 0-1,-1 0 1,1 0-1,1 0 1,-1-1-1,0 0 1,1 0-1,0-1 1,-1 1 0,1-1-1,0 0 1,0-1-1,1 1 1,-1-1-1,0-1 1,0 1-1,0-1 1,1 0-1,-1 0 1,0-1 0,7-1-1,6-1-3,0-1-1,-1-1 0,1-1 1,-1 0-1,0-2 1,28-15-1,-1-6 93,-2-3 0,-1-1 0,-2-2-1,40-44 1,-44 42 528,1 2 0,2 1 0,1 2 0,60-37 0,-99 68-607,1 0 1,-1 0-1,1 0 0,-1 1 0,1-1 1,-1 0-1,1 1 0,0-1 0,-1 1 1,1-1-1,0 1 0,0 0 0,-1 0 1,1 0-1,0 0 0,0 0 0,-1 0 1,1 0-1,0 0 0,0 1 0,-1-1 1,1 1-1,0-1 0,-1 1 1,1 0-1,0 0 0,-1 0 0,1-1 1,-1 1-1,0 1 0,1-1 0,-1 0 1,0 0-1,0 0 0,2 3 0,-1 0-8,0-1 0,0 1-1,0 0 1,-1 0-1,0 0 1,0 0 0,0 0-1,0 0 1,0 0 0,-1 0-1,0 0 1,0 0-1,-1 8 1,-2 8 1,-1-1 0,-2 0 0,1-1 0,-2 1 0,-11 21 0,-53 87 0,52-95 0,-216 295-5326,67-104-7268,103-131 731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9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0 13077,'-36'15'2436,"19"-5"173,-3-4 1927,13 9-2596,0 0 861,4 6-1745,-4 6-200,1-9-172,-14 15-252,-1-6-520,1-3-956,4 7-588,-8-10-997,-6 6-939,0 0-2781,6 6-5784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9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985 37 13777,'3'-1'309,"-1"0"-1,1-1 1,-1 1 0,1 0-1,-1-1 1,0 1 0,0-1-1,0 0 1,0 0-1,0 0 1,0 0 0,0 0-1,-1 0 1,1 0-1,3-9 3769,-23 18-1210,10-1-2542,1 0-1,-1 0 1,2 0-1,-1 1 1,1 0-1,0 1 1,0-1-1,1 1 1,0 0-1,-7 16 1,-1-2 109,-54 102 249,5 3-1,6 2 1,5 3-1,-42 174 1,92-303-685,-74 237 21,65-215-45,-1 0 0,-2 0-1,0-1 1,-1-1 0,-2 0-1,0-1 1,-24 23 0,15-19-653,-2-2 1,-50 36-1,65-52 35,-1 0 1,0-1-1,-1-1 0,0 0 0,0 0 1,-1-1-1,1-1 0,-1-1 1,-16 3-1,19-5-215,-19 1-2471,8-3-2695,-3-4-4878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9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 11581,'184'-45'2480,"-110"30"-256,-7 0-179,3 6-433,1 9-316,9 0-300,4 9-184,10 3-488,-11 9-456,-2 0-724,-4 3-928,-10 0-884,-7 6-2665,-3 9-4280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09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1749 90 12077,'23'-17'764,"-14"10"-325,0 1 0,0-1 0,1 2 0,0 0 1,0 0-1,0 0 0,16-3 0,-1 1 269,0 1 0,0 1-1,1 2 1,-1 1 0,1 0-1,26 3 1,36 12 75,-2 3 1,144 46-1,-127-31-431,49 13 155,234 104 1,-375-143-499,1 0-1,-1 1 1,0 1 0,0 0 0,-1 1-1,0-1 1,17 19 0,-22-19 0,0-1 1,-1 1 0,1 1-1,-1-1 1,-1 0-1,0 1 1,0 0-1,0-1 1,-1 1 0,0 0-1,0 1 1,-1-1-1,0 16 1,3 112 710,-6 1 0,-6-1 0,-31 168 0,13-173-363,-5-3 0,-6 0-1,-6-3 1,-66 137 0,12-82-110,-7-4 0,-241 306 0,-316 273 33,532-614-245,91-100-31,-337 342 78,357-368-81,-1 0 0,0-1 0,-1-1 0,-1-1 0,0 0 0,0-2 0,-1 0 0,0-2 0,-1 0 1,0-2-1,0 0 0,-1-2 0,1 0 0,-38 0 0,-2-4-303,0-2-1,-96-17 1,-121-38-5080,274 55 5203,-112-20-4200,38 11-1632,-11 1-5198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38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4032,'0'0'884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0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2011 83 7829,'-19'-12'687,"-1"1"1,-1 1-1,0 0 1,0 2 0,-1 0-1,0 2 1,-32-6-1,17 8 38,-1 3 0,0 0 0,0 3 0,0 1 0,0 1 0,1 3 0,-40 11-1,-26 14 389,-121 53-1,93-23-537,2 6 0,3 5-1,-132 103 1,181-119-358,-97 93 0,139-115-145,2 1 0,1 1 0,2 2 0,-40 67 0,63-93-46,0 1 1,1 0-1,0 1 0,1-1 0,0 1 0,1 0 0,-2 19 1,6-27-19,-1-1 0,1 0 1,0 0-1,0 0 0,1 1 1,0-1-1,0 0 1,0 0-1,1 0 0,0 0 1,0-1-1,1 1 1,-1 0-1,1-1 0,0 0 1,1 1-1,-1-1 0,1 0 1,0-1-1,8 8 1,0-3 41,0-1 1,0 0 0,1-1 0,0-1 0,0 0-1,1-1 1,0 0 0,0-1 0,0 0 0,0-1-1,1-1 1,-1 0 0,16-1 0,10 0 219,0-2 1,1-2-1,59-13 0,-18-2 232,-2-4 0,100-42-1,147-82 986,-69 29-34,-232 106-1239,45-11 1,-69 21-204,0 1 1,0-1 0,0 1 0,0-1 0,-1 1 0,1 0 0,0 0 0,0 0 0,0 0 0,0 0 0,0 0 0,0 1-1,0-1 1,0 1 0,-1-1 0,1 1 0,0-1 0,0 1 0,-1 0 0,1 0 0,0 0 0,-1 0 0,1 0-1,-1 1 1,1-1 0,-1 0 0,0 1 0,1-1 0,-1 1 0,0-1 0,0 1 0,0 0 0,0-1 0,0 1 0,-1 0-1,1 0 1,0-1 0,0 4 0,1 5-29,-1-1-1,0 1 1,0 0-1,-1 0 0,-2 17 1,-1 4-148,0-10-318,1 0-1,0 0 1,2 0 0,0 0 0,2 0 0,0 0 0,2 0-1,6 22 1,-1-17-697,2-1 0,0 0 0,2-1 0,1 0-1,22 29 1,-16-28-1450,1 0 0,28 25 0,32 17-6758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1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1603 1644 9485,'11'-43'792,"-7"31"-395,-1-1-1,0 1 1,-1-1 0,0 0-1,-1 0 1,0 0 0,-2-19 0,0 25-77,1 0 1,-1 1 0,-1-1 0,1 0-1,-1 1 1,0-1 0,-1 1 0,0 0 0,0 0-1,0 0 1,0 0 0,-1 0 0,0 1 0,0 0-1,-1-1 1,0 2 0,1-1 0,-2 0-1,-8-5 1,5 4-28,-2 1 0,1 0 0,-1 1 0,1 0 0,-1 0 0,0 1 0,-1 1 0,1 0 0,0 1 0,-21-1 0,-21 3 285,0 1 0,0 4 0,0 1 0,-62 18 0,-199 80 507,230-71-928,2 4 0,2 3 0,2 4 0,1 3 0,3 4 0,-78 70 0,129-101-108,0 1 1,-26 35-1,42-48-51,0 1 0,1 0 1,0 0-1,0 1 0,1 0 0,1 0 1,0 0-1,0 1 0,-2 13 0,5-22-6,1 0-1,0 0 1,0 1-1,-1-1 1,2 0-1,-1 0 1,0 0-1,1 0 1,-1 0 0,1 0-1,0 0 1,0 0-1,0 0 1,1 0-1,-1 0 1,1-1-1,2 5 1,-1-3-19,1-1-1,-1 0 1,0 0 0,1 0 0,0 0 0,0-1 0,0 1-1,0-1 1,0 0 0,8 2 0,2 0-53,1 0 1,-1-1-1,0-1 1,1-1-1,-1 0 1,23-2-1,3-3-1,0-2 0,0-2 0,-1-1 1,-1-2-1,0-2 0,0-1 0,-1-2 0,-1-2 0,54-35 0,-22 6 21,-2-3-1,-3-2 0,96-104 1,-84 72 22,-5-2 0,72-117 0,-88 118 26,72-152 0,-83 139 328,-5-2 1,-4-1 0,-5-2 0,23-140-1,-50 228-253,0 0 0,-1 1 1,0-1-1,-2-22 0,1 34-45,0 0 1,-1 0 0,1 0-1,-1 0 1,0 0-1,0 0 1,0 0-1,0 0 1,0 1-1,0-1 1,-1 0-1,0 0 1,1 1-1,-1-1 1,0 1 0,0 0-1,-1 0 1,1-1-1,0 1 1,-1 1-1,1-1 1,-1 0-1,1 0 1,-1 1-1,0 0 1,0 0-1,-5-2 1,2 2 9,0 1 0,0-1-1,0 1 1,0 1 0,1-1 0,-1 1-1,0 0 1,0 0 0,1 1 0,-1 0 0,1 0-1,-1 0 1,1 0 0,0 1 0,0 0 0,-6 4-1,-7 6 35,1 0 0,1 1 0,-17 18-1,3 1 10,2 1 0,0 1 1,3 2-1,1 0 0,1 2 0,-24 60 0,26-47-127,3 2 0,2 0 1,3 0-1,-12 99 0,19-82-432,4 1 0,3 0 0,3-1 0,3 1 0,3-1-1,3-1 1,3 0 0,40 107 0,-30-111-607,4-1 1,2-1-1,3-2 1,56 76-1,-58-94 313,3-2-1,1-2 0,1-2 1,3-1-1,1-2 1,55 35-1,-49-39 376,1-2-1,2-3 1,1-2 0,1-2-1,91 24 1,-106-37 603,-1-2 1,1-2-1,1-1 1,-1-2 0,0-2-1,1-1 1,-1-2-1,0-2 1,52-13-1,-45 5 227,-2-2-1,1-1 0,-2-3 0,-1-2 1,0-1-1,-2-2 0,0-2 1,-2-1-1,44-42 0,-44 33-3,-2-1 0,-1-3 1,-1 0-1,-3-2 0,-1-1 0,-3-2 0,-1 0 0,20-52 0,-31 61-44,-1 0 1,-1 0-1,-2-1 1,-2-1-1,6-58 1,-13 83-275,-1 0 0,0 0 0,-1 0 0,0 0 0,-1 0 0,-1 0 0,0 1 0,0-1 0,-1 1 0,-1 0 0,0 0 0,-1 0 0,0 0 0,-1 1 1,0 0-1,-1 1 0,0 0 0,0 0 0,-18-16 0,13 17-46,-1-1 0,0 1 0,-1 1 0,0 1 0,0 0 1,0 1-1,-1 0 0,0 1 0,0 1 0,0 1 0,-1 0 0,1 1 1,-1 1-1,1 0 0,-1 2 0,-17 1 0,0 2 18,-1 2 0,1 1 0,0 1 0,1 2 0,0 1 0,-53 27 0,47-18-76,0 3 1,1 1-1,2 1 1,0 3-1,2 1 1,-31 33-1,45-41-154,1 2-1,0 0 1,2 1-1,1 1 1,1 0-1,1 1 0,1 1 1,2 0-1,0 1 1,-6 31-1,15-51 94,0 1 1,0 0-1,1 0 1,1 0-1,0 0 1,0 0-1,0 0 1,1 1-1,1-2 0,-1 1 1,2 0-1,-1 0 1,1 0-1,0-1 1,9 16-1,-6-15 10,0-1-1,1 0 1,-1 0-1,2-1 1,-1 1-1,1-2 0,0 1 1,0-1-1,1 0 1,0-1-1,0 0 1,0 0-1,17 5 1,-4-3 2,1 0 1,0-2-1,0 0 1,0-2-1,1 0 0,-1-2 1,32-1-1,-22-3 15,-1-1 0,0-2-1,0 0 1,56-22 0,-40 9 58,-1-3 0,-1-2 0,-1-2 0,-2-1 0,0-3 0,63-57 0,-31 14 133,-3-4 1,-3-2-1,69-104 1,-54 53 265,103-213 0,-134 225 297,50-163-1,6-132 1109,-104 393-1729,-1 0 0,0-1 0,-1 1 0,-1-1 0,-2 0 0,0 1 0,-2-22 0,1 39-76,1 0-1,-1 0 1,0 0 0,0 0-1,0 0 1,0 0-1,0 1 1,-1-1 0,1 0-1,-1 1 1,0-1-1,-2-2 1,2 4-8,1 0 0,0 0 1,0 0-1,0 0 0,-1 0 1,1 1-1,-1-1 0,1 0 1,0 1-1,-1 0 0,1-1 1,-1 1-1,1 0 0,-1-1 1,1 1-1,-1 0 0,0 0 1,-1 1-1,-3 0 14,0 1 0,1 0-1,-1 0 1,1 1 0,-1-1 0,1 1-1,0 0 1,0 1 0,1-1 0,-1 1 0,-6 7-1,-19 19 65,2 2 1,2 1-1,1 1 0,-36 65 0,-65 165 147,46-60-922,-80 320 1,16 232-8739,127-561 3012,25-9-3735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42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805 45 14085,'-47'-45'2733,"10"48"39,-23 9-392,20 3-344,-1 0-396,-2 7-392,-11 8-247,-3 3-197,-3 12-248,-4 3-532,7 4-1080,0-1-545,-3 3-939,3 0-960,10 1-2605,24-7-5388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24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4672,'0'0'2917,"-13"6"-2316,4 0 574,16-2 1952,12-2-619,-4-2-3762,188 8-424,-66 0-335,-5-2-1008,24 5-1029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24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2632,'138'15'620,"-71"-24"-444,0 0-1196,3 9 304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30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1449 80 4976,'-21'-12'327,"5"4"95,-1 0 1,0 0-1,-23-5 1,10 4 308,-1 2 0,-1 2 0,1 0 0,-1 2 0,-46 2 0,32 4-302,1 1 0,0 3 0,-54 15 0,3 4 357,-132 55 1,183-61-574,2 1 0,1 3 0,0 1 0,2 2 1,-38 33-1,51-36-90,0 2 1,1 0 0,2 2-1,1 0 1,1 2-1,1 0 1,-20 41 0,34-57-79,0 1 1,1 0 0,1 0 0,0 0 0,1 1-1,1-1 1,0 1 0,1 0 0,1 0-1,0 0 1,1 0 0,1 0 0,1-1 0,0 1-1,1 0 1,0 0 0,2-1 0,11 29 0,-9-30-18,1 0 1,1 0 0,0-1 0,0 0-1,2-1 1,-1 0 0,2-1 0,-1 0-1,1-1 1,1 0 0,0-1 0,0 0-1,1-1 1,0 0 0,1-1 0,0-1-1,-1-1 1,2 0 0,30 6 0,-24-7 0,-1-2 1,1 0 0,0-1-1,0-2 1,0 0-1,-1-1 1,1-1-1,-1-1 1,1-1 0,-1-1-1,0-1 1,-1 0-1,0-2 1,23-13-1,-9 0 107,-1-2-1,-1-1 1,0-1-1,45-52 1,98-135 772,-139 167-648,33-45 272,84-103 737,-152 194-1266,-1 0 1,0 0-1,0 0 0,0 0 1,0 0-1,0-1 1,0 1-1,0 0 0,0 0 1,1 0-1,-1 0 1,0 0-1,0 0 1,0 0-1,0 0 0,0 0 1,0 0-1,1 0 1,-1-1-1,0 1 0,0 0 1,0 0-1,0 0 1,0 0-1,1 0 0,-1 0 1,0 0-1,0 0 1,0 0-1,0 0 1,0 0-1,1 1 0,-1-1 1,0 0-1,0 0 1,0 0-1,0 0 0,0 0 1,1 0-1,-1 0 1,0 0-1,0 0 1,0 0-1,0 0 0,0 1 1,0-1-1,0 0 1,0 0-1,1 0 0,2 3 15,0-1-1,0 1 1,0 0-1,-1 0 1,1 0-1,-1 0 1,1 0-1,-1 0 1,0 1-1,0-1 1,-1 1-1,1-1 0,-1 1 1,0 0-1,1 0 1,-2-1-1,1 1 1,0 0-1,-1 0 1,0 6-1,0 10 45,-1 0 1,-8 40-1,9-59-59,-18 85 51,-47 139-1,-52 78-1899,104-271 1418,-44 105-1641,-36 94-5531,46-105-778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31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1316 81 7681,'22'-22'1022,"-10"8"909,1 1 0,24-17 0,-34 28-561,2 20 1050,-4-16-2368,-1-1 0,1 1-1,0 0 1,-1-1 0,1 1 0,-1 0-1,0-1 1,1 1 0,-1 0 0,0 0-1,0 2 1,-3 8 136,-1 0 0,0 0 0,0-1 1,-1 0-1,-1 1 0,0-1 0,0-1 0,-1 1 0,-13 13 0,2 2 55,-70 95 586,-165 175 0,-244 257-13,426-463-747,5 3 0,4 2 0,3 3 1,-69 164-1,105-202-62,3 1 0,3 0 0,3 1 0,2 1 0,3 0 0,2 0 0,3 89 0,8-75-165,4-1 1,2 0 0,4-1 0,3 0-1,46 124 1,-25-108-528,3-2-1,4-2 1,4-2-1,3-3 1,5-1 0,2-3-1,4-3 1,3-3-1,3-3 1,95 74-1,97 42-4177,28-11-2713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32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751 25 7145,'10'-24'9286,"-12"28"-8087,-150 296 3061,-52 168-3173,107-228-733,-89 334 0,180-555-332,2 1 0,0-1 0,1 1 0,1 0 0,1 0 0,2 26 0,0-39-19,0-1 0,0 0 0,1 1 1,0-1-1,0 0 0,1 0 1,-1 0-1,1 0 0,1 0 0,-1-1 1,1 0-1,0 1 0,0-1 1,0 0-1,1-1 0,0 1 0,0-1 1,0 0-1,0 0 0,0-1 1,1 0-1,0 1 0,6 1 1,8 3 2,0-1 1,0-1 0,1-1-1,0-1 1,28 2 0,113 0 66,-121-5-84,-3-1-10,461 15 16,-359-5-11,213 44 1,-219-17-21,-133-37 40,0 0 0,0 0-1,0 0 1,0 1 0,0-1 0,0 0 0,0 1 0,0-1 0,0 1-1,-1-1 1,1 1 0,0-1 0,0 1 0,0-1 0,-1 1 0,1 0-1,0 0 1,-1-1 0,2 2 0,-3-1-4,1-1 0,0 1 0,-1-1 0,1 1 1,0-1-1,-1 0 0,1 1 0,-1-1 0,1 1 0,-1-1 0,1 0 0,-1 1 0,1-1 1,-1 0-1,1 0 0,-1 1 0,1-1 0,-1 0 0,0 0 0,1 0 0,-1 0 0,0 0 1,-49 7-33,-21-5-46,-95-9-1,-77-20-551,221 24 531,-239-33-1573,-203-24-2861,158 37-2409,171 19-16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58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654 236 10677,'29'-130'2153,"-12"63"1235,-13 31-696,-4 33-1060,-1 9-913,-10 44 447,-2-1 1,-33 78 0,-55 95 755,54-125-1193,-23 51 179,-32 65 342,-79 244-1,171-425-1176,-21 61 213,3 0 0,-23 155 0,46-206-222,1 0 1,2 0 0,2 1 0,1-1 0,3 0-1,1 0 1,15 54 0,-13-72-43,0 0 0,2-1 0,1 1 0,1-2 0,1 1 0,1-1 0,1-1 0,0-1 0,2 0 0,1-1 0,0 0 0,1-2 0,30 24 0,-18-22-22,1 0 0,0-2 0,1-1 1,1-2-1,1-1 0,0-1 0,0-3 0,1 0 1,0-2-1,1-2 0,0-1 0,39-1 0,-9-4-34,-1-3-1,0-2 1,0-4-1,-1-2 1,110-36-1,-82 14 1,-3-4 1,0-4-1,108-70 1,232-185-8,-234 156 91,-186 134-39,1 1 1,0 0-1,0 0 0,1 1 0,-1 0 0,1 1 0,19-5 1,-28 8-5,0 1 0,0 0 0,0 0 0,0 0 1,0 0-1,0 0 0,0 1 0,0-1 1,0 1-1,0-1 0,0 1 0,0 0 0,0 0 1,0 0-1,-1 0 0,1 0 0,0 0 0,-1 0 1,1 0-1,-1 1 0,1-1 0,-1 1 1,1-1-1,-1 1 0,0-1 0,1 3 0,2 3 23,0-1 0,-1 1 0,0 0 0,4 13 0,-3-4-31,-1-1 1,-1 0-1,0 1 0,0-1 0,-2 1 0,-2 28 0,-22 93-1179,13-80-26,-26 96-3982,7-53-4925,13-48-1890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59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9917,'47'-24'1680,"-4"21"-364,-19 3-248,2 15-352,18 6-804,-14 6-752,4 6-724,6 9-2008,3 19-2077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59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 9097,'10'-11'650,"0"0"0,1 1 0,0 0 0,1 1 0,0 0 0,0 1 1,1 0-1,0 1 0,0 1 0,0 0 0,1 1 0,0 0 0,23-4 0,-10 5-81,0 1 0,0 1 0,0 1 0,0 2 0,33 4 0,-46-2-397,0-1-1,0 2 0,0 0 1,0 0-1,0 1 1,-1 1-1,0 1 1,0 0-1,0 0 1,-1 1-1,14 12 1,-22-16-112,1 0 0,-1 0 1,0 1-1,-1-1 0,1 1 1,-1 0-1,1 0 0,-2 0 1,1 1-1,0-1 1,-1 1-1,0 0 0,-1-1 1,1 1-1,0 8 0,-1-6-1,-1 0 0,-1 0 0,1-1 0,-1 1 0,-1 0-1,1 0 1,-1-1 0,-1 1 0,1-1 0,-6 10 0,-5 6 42,-1-1 1,-1 0-1,-1-2 1,0 0 0,-38 35-1,-118 90-228,8-7-3287,153-128 2424,0 1 0,-12 18 0,8-5-2866,27-7-8685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59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785 78 10173,'30'-61'2491,"-17"46"-541,-13 15-1870,0-1 0,0 1 0,0 0 0,0 0 0,1 0 0,-1 0 0,0 0 0,0 0 0,0 0 0,1 0 0,-1-1 0,0 1 0,0 0-1,0 0 1,1 0 0,-1 0 0,0 0 0,0 0 0,0 0 0,1 0 0,-1 0 0,0 1 0,0-1 0,1 0 0,-1 0 0,0 0 0,0 0 0,0 0 0,1 0 0,-1 0 0,0 0 0,0 0 0,0 1 0,0-1-1,1 0 1,-1 0 0,6 25 2365,-3 10-1558,-2 1 1,-2 0-1,0-1 0,-9 45 0,-37 143 989,44-214-1802,-48 175 771,-67 163 234,-12-42-1046,102-247-257,-298 523-7666,279-504 5466,-2 14-3326,16-5-3338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59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1 239 12673,'27'-43'2080,"16"10"-235,11 12-261,9 0-384,11 0-260,13 6-196,24 0-308,19 0-784,21-3-968,17 3-928,12 0-2973,11 9-4176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32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3405 7745,'0'43'3518,"21"-27"63,-13-13 2743,-2-6-6006,-1-1-1,-1 0 1,1 0 0,0 0-1,-1 0 1,0-1 0,0 0-1,5-7 1,28-52 1182,-18 31-964,215-425 1389,-142 267-1754,390-923 76,-364 772 172,101-485 1,-193 711-132,9-42 96,-33 147-341,-1-1 0,0 1 0,-1-1 0,0 1 0,0-1 1,-5-19-1,5 30-34,0 0 0,-1 0 0,1 0 1,0 0-1,-1 0 0,1 0 0,-1 0 0,1 0 1,-1 0-1,1 1 0,-1-1 0,0 0 0,1 0 1,-1 1-1,0-1 0,0 1 0,0-1 0,1 0 1,-1 1-1,0-1 0,0 1 0,0 0 0,0-1 1,0 1-1,0 0 0,0 0 0,0-1 1,0 1-1,0 0 0,0 0 0,0 0 0,0 0 1,0 0-1,0 0 0,0 1 0,0-1 0,0 0 1,0 0-1,0 1 0,0-1 0,0 1 0,1-1 1,-2 1-1,-4 2 41,1-1 0,0 1 1,0 0-1,0 0 0,0 1 1,-5 4-1,-4 8 106,0 1 1,1 0-1,1 1 0,1 0 0,-10 21 0,7-12-3,-211 443 533,149-300-671,-267 629-15,63 25 0,170-344 0,100-412 0,3 1 0,3-1 0,3 1 0,3 0 0,11 73 0,-8-115 0,1 0 0,1 0 0,1-1 0,1 0 0,1-1 0,1 0 0,2-1 0,0 0 0,21 27 0,-19-32 0,1-1 0,1 0 0,1-1 0,0-1 0,1-1 0,0-1 0,2 0 0,-1-1 0,2-2 0,34 15 0,-28-15-30,1-2-1,0-1 1,0-1 0,1-1-1,0-2 1,0-1-1,0-1 1,0-1 0,35-5-1,-25-1-34,0-3-1,0-1 0,0-1 1,-2-3-1,1-1 0,37-20 1,-12 1-72,-2-3 1,99-76-1,89-106-16,183-246 708,-35-27 216,-388 480-771,-8 14 0,-8 15 0,5-16 0,-211 569 0,81-177-3312,92-269-1795,24-63 933,13-20-2073,8 1-4696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32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104 326 13033,'-53'-100'2076,"43"61"-287,3-3 91,4 24-280,-4-12-52,0-1-252,0 10-268,-3 0 244,20 9-1848,-3 0-248,7 27-888,49 121-17714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33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292 774 11237,'19'-25'564,"-6"9"117,-1-1-1,0 0 0,-2-1 0,16-32 1,90-211 8096,11 18-3773,-105 204-4162,23-29 581,-44 67-1379,-1 0 0,1-1-1,0 1 1,0 0 0,0 0 0,0 0 0,0 0 0,0-1 0,0 1-1,0 1 1,0-1 0,0 0 0,0 0 0,1 0 0,-1 1 0,0-1-1,1 0 1,-1 1 0,1-1 0,-1 1 0,0 0 0,1-1 0,1 1-1,-2 1-22,1-1-1,-1 1 1,0-1-1,0 1 1,0 0-1,0 0 0,0 0 1,0 0-1,0-1 1,0 1-1,0 0 0,0 1 1,0-1-1,0 0 1,-1 0-1,1 0 1,0 0-1,-1 1 0,1 1 1,3 8-7,0 1 0,-1 0 1,3 23-1,-1 47-14,-3 0 0,-13 134 0,9-189 0,-25 209 0,-103 418 0,108-563 8,-5-1 0,-56 131 0,68-190-38,-2 1 1,0-2 0,-2-1-1,-1 0 1,-2-1-1,-1-1 1,0-1 0,-2-2-1,-55 43 1,44-43-704,-44 21 1,77-43 577,1-1 1,-1 0 0,0 0 0,0 0-1,1 0 1,-1 0 0,0 0 0,0-1 0,0 1-1,0-1 1,0 0 0,0 0 0,0 0 0,0 0-1,0-1 1,1 1 0,-1-1 0,0 0 0,0 1-1,-4-3 1,6 2 6,-1 0-1,0-1 0,1 1 1,-1-1-1,1 1 1,-1-1-1,1 1 1,0-1-1,-1 0 0,1 0 1,0 1-1,0-1 1,1 0-1,-1 0 0,0 0 1,1 0-1,-1 0 1,1 0-1,-1 0 1,1-1-1,0 1 0,0 0 1,0 0-1,0 0 1,0 0-1,1-4 0,2-8-1287,1 0-1,0 1 0,0-1 0,2 1 0,-1 0 0,14-21 0,28-34-9302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33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754 1 12621,'-1'0'257,"0"0"1,0 1-1,0-1 0,0 1 0,-1-1 0,1 1 0,0 0 1,0 0-1,0-1 0,0 1 0,0 0 0,1 0 1,-1 0-1,0 0 0,0 0 0,0 0 0,1 0 0,-1 0 1,1 0-1,-1 0 0,1 1 0,-1-1 0,1 0 1,0 0-1,-1 2 0,-9 40 2019,8-32-1485,-12 61 2232,-45 222 3639,27-169-6309,-86 219 1,51-200-396,-100 161 0,75-144-1163,73-127 382,-72 141-3595,79-148 2114,2 1 0,0 0 0,2 1 1,-7 47-1,9 17-9430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33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335 335 16081,'-171'-51'2925,"118"21"-517,6-3-12,16 6 52,8 0-195,16 15-293,4-16-404,20-11-816,26 15-740,31 9 0,30 0 0,26 3 0,25 9-688,29 0-1568,20-3-677,14 0-699,20 3-3216,13 3-6578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34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867 360 11009,'90'-237'4322,"-82"213"-1690,0-1-1,7-44 0,-15 65-1204,-8 54 1540,-106 375 1976,-311 701-4747,254-696-187,13 4-9,126-325 0,4 0 0,-15 119 0,39-188-164,1 1 0,2 0 0,1 0-1,3 0 1,1 0 0,2-1 0,18 67 0,-15-81-301,0 0 0,1-1 0,2 0 0,0-1 0,2-1 0,0 0 0,2-1 0,0 0 0,2-1 0,0-1 0,1-1 0,31 24 0,-23-24-305,1-1 0,0-1 1,2-2-1,0 0 0,41 12 0,-16-9-1830,1-4 0,71 10 1,64-3-7408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36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2239 341 5156,'-4'-9'680,"0"1"-1,-1 0 0,0 0 1,0 1-1,-1 0 0,0 0 1,-11-10-1,5 7-143,-1 0 0,0 1-1,-25-14 1,-2 4 20,-1 2 0,-49-14 1,-16 3 343,-119-16 1,120 25-531,-43-14 1796,140 31-1862,0 0 0,0 0-1,0-1 1,0 0 0,1-1-1,-12-5 1,17 7 297,-11 17-308,9-7-258,1-1 1,0 1-1,0 0 1,1 0-1,0 0 0,0 0 1,1 0-1,0 11 1,-7 31 130,-7 8 65,-4-1 0,-36 80 0,-68 107 138,-55 82 72,-72 134-187,23 13-115,135-244-52,9 5 0,-84 397 0,154-560-17,2 0 1,-2 129-1,14-158-65,1-1 0,2 0 1,2 0-1,2 0 1,1-1-1,19 49 0,-22-74 7,1 0-1,1 0 0,0 0 0,1-1 1,1-1-1,0 1 0,1-2 0,23 22 1,-15-18-18,1 0 0,0-2 0,1 0 0,1-2 0,31 14 0,-4-8 14,1-1 1,1-2-1,0-3 0,104 11 1,425-10-234,-539-14 232,279-14-891,-309 14 496,1-1 1,0-1-1,12-3 1,-19 4 136,-2 1-649,-16-5-10009,-1-3 3847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37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386 272 8165,'2'-10'307,"0"0"1,1 1 0,0-1-1,1 1 1,0-1 0,1 1-1,-1 1 1,2-1 0,-1 1-1,1-1 1,1 2 0,7-8-1,-3 4 9,2 1 0,-1 0-1,1 1 1,1 0 0,-1 1-1,31-12 1,-3 5-31,2 3-1,-1 1 1,2 2 0,72-5-1,-5 6-134,1 5 0,-1 5 0,1 5 1,-1 5-1,-1 4 0,180 52 0,-270-62-146,-1 1 0,1 1 1,-2 1-1,1 0 0,-1 1 1,-1 1-1,0 1 1,0 0-1,-1 1 0,-1 1 1,0 1-1,-1 0 1,-1 1-1,20 29 0,-20-22 42,-2 1-1,0 0 0,-1 1 1,-2 0-1,-1 1 0,0 0 0,-2 0 1,-1 0-1,-1 0 0,-1 35 1,-3-1 189,-3-1 0,-2 0 0,-16 63 1,-55 173 446,57-224-500,-203 793 1436,163-580-1202,-23 312-1,16 524 89,64-1060-481,-3 24 19,-3 0 0,-23 87 0,29-157-37,0 0-1,-1 0 1,-1-1-1,0 1 1,-1-1-1,0 0 1,-1-1-1,-1 1 1,0-1-1,0-1 0,-1 0 1,-1 0-1,0 0 1,0-1-1,-16 11 1,10-11-12,0-2 0,0 0 0,0 0 0,-1-2 0,0 0 0,-1-1-1,0 0 1,1-2 0,-1 0 0,-27 0 0,-28 0-501,-108-11 0,-75-22-1348,144 15 901,-281-30-6448,197 29-696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41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152 471 11193,'-12'6'6758,"27"-21"3280,-29 62-7509,13-34-2241,0 0 0,2 0-1,1 16 1,0 34 421,-13 24-576,-3 0 0,-31 100 0,-7 34-143,49-204 10,-14 91 0,16-97 0,0 0 0,1-1 0,0 1 0,1-1 0,0 1 0,0-1 0,6 17 0,-7-25 0,1 0 0,0 0 0,-1 0 0,1-1 0,0 1 0,0 0 0,1-1 0,-1 1 0,0-1 0,0 1 0,1-1 0,-1 1 0,1-1 0,-1 0 0,1 0 0,0 0 0,-1 0 0,1 0 0,0 0 0,2 1 0,0-1 0,-1-1 0,0 0 0,1 1 0,-1-1 0,0 0 0,1-1 0,-1 1 0,0-1 0,1 1 0,-1-1 0,4-1 0,10-5 0,-2-1 0,1 0 0,26-19 0,-34 23 0,105-79 0,120-112 0,-30 22 0,-141 125 0,95-56 0,-133 89 0,2 2 0,0 0 0,0 2 0,44-12 0,-63 20 0,0 1 0,1 1 0,0 0 0,-1 0 0,1 0 0,-1 1 0,1 0 0,0 0 0,-1 1 0,1 0 0,0 1 0,-1 0 0,0 0 0,1 0 0,-1 1 0,0 0 0,0 0 0,0 1 0,-1 0 0,1 0 0,-1 0 0,7 7 0,-5-2 0,0 1 0,-1 0 0,1 1 0,-2 0 0,0 0 0,0 0 0,-1 1 0,0-1 0,-1 1 0,5 24 0,-1 12 0,5 72 0,-12-97 0,6 59 0,6 124 0,-13-198 0,0 0 0,0 0 0,1-1 0,0 1 0,1 0 0,0-1 0,0 1 0,0-1 0,6 11 0,-7-16 0,1 1 0,-1-1 0,1 0 0,0 0 0,0 0 0,0 0 0,0 0 0,0 0 0,0 0 0,1-1 0,-1 1 0,1-1 0,-1 0 0,1 1 0,-1-1 0,1 0 0,0-1 0,-1 1 0,1 0 0,0-1 0,0 0 0,0 1 0,-1-1 0,1 0 0,0 0 0,0-1 0,0 1 0,3-2 0,11-1 0,-1-2 0,0 0 0,0-1 0,0 0 0,-1-2 0,0 0 0,0 0 0,17-14 0,109-97 0,-79 63 0,53-47 0,74-62 0,-151 136 0,1 1 0,1 2 0,51-24 0,-85 47 0,0 0 0,1 0 0,-1 1 0,1 0 0,-1 0 0,1 1 0,0 0 0,0 0 0,0 1 0,0-1 0,0 2 0,9 0 0,-11 0 0,0 0 0,-1 1 0,1 0 0,0 0 0,-1 0 0,1 0 0,-1 1 0,1-1 0,-1 1 0,0 0 0,0 1 0,-1-1 0,1 1 0,-1-1 0,1 1 0,-1 0 0,4 7 0,2 6 0,0-1 0,-1 2 0,-1-1 0,-1 1 0,0 0 0,-1 1 0,3 21 0,7 137 0,-10-90 0,-4-74 0,3 54 0,3 0 0,3-1 0,23 83 0,-27-130 0,0-1 0,1 0 0,1 0 0,1-1 0,1 1 0,0-2 0,1 0 0,1 0 0,0-1 0,1 0 0,1-1 0,0-1 0,1 0 0,0-1 0,1 0 0,18 9 0,-12-10 11,-1-1 1,2-1-1,-1-1 1,1-1-1,0-1 0,1-1 1,25 2-1,-16-4-81,0-2-1,0-2 1,0-1 0,51-9 0,-21-3-294,-2-3 1,0-3-1,-1-3 1,107-56-1,-83 33 111,-3-4-1,-2-3 1,-3-4-1,-1-3 1,-4-3-1,74-85 1,-112 109 171,40-60 0,-59 77 58,-1-1-1,-1 0 0,-1-1 1,13-41-1,-22 58 25,0-1 0,0-1 0,-1 1 0,0 0 0,0 0 0,-1 0 0,0-1 0,0 1 0,-1 0 0,0 0 0,-1 0 0,0-1 0,0 1 0,-1 1 0,1-1 0,-7-11 0,5 14 5,0-1 0,0 1 0,0 0 0,-1 0 0,1 0 0,-1 1 0,0 0 0,-1-1 0,1 2 0,-1-1 0,0 1 0,0 0 0,0 0 0,0 0 0,0 1 0,-1 0 0,1 1 0,-1-1 0,1 1 0,-13-1 0,-6 2-5,0 1 1,1 0-1,-1 2 0,1 1 1,-1 1-1,-23 8 1,-12 7-7,-67 31-1,47-12-701,-99 65 0,-62 62-2577,227-156 3027,-83 65-1689,87-67 1676,0 1 0,1 0 0,1 0 0,-1 1 0,2 0 0,-13 22 1,19-31 242,1 0 0,0 1 1,0-1-1,-1 0 0,1 1 1,0-1-1,0 0 0,0 1 1,0-1-1,0 0 0,1 1 1,-1-1-1,0 0 0,1 0 1,-1 1-1,0-1 1,1 0-1,0 0 0,-1 1 1,1-1-1,0 0 0,-1 0 1,1 0-1,0 0 0,0 0 1,0 0-1,0 0 0,0 0 1,0-1-1,0 1 0,1 0 1,0 0-1,39 19-28,-39-19 49,26 8 256,1-1 0,0-2 1,37 4-1,12 2 410,87 21 873,293 99 0,-418-117-1753,0-1-1,1-3 0,1-1 1,0-2-1,0-1 0,49 0 0,-45-7-154,0-3 1,-1-1-1,0-2 0,0-3 0,-1-1 0,0-2 0,0-2 0,-2-2 1,45-23-1,-28 8 210,-3-3 1,0-3-1,-2-2 1,-3-2-1,80-80 1,319-415 837,-415 492-473,243-339 2281,-44-16 2737,-222 378-2487,-25 53-794,-155 313 405,-29-6-2668,94-168 484,-452 824-157,456-813-255,-80 164 771,156-294-1360,2 2 0,3 0 0,2 2-1,-14 93 1,29-148 755,-1 18-847,0 0 0,1 0-1,1 20 1,1-33 356,0 0-1,0-1 1,0 1-1,1 0 1,4 10-1,-4-13-50,-1 0-1,1 0 1,0 1 0,1-1-1,-1 0 1,0-1 0,1 1-1,0 0 1,-1-1 0,5 3-1,3 1-2258,-1-1 0,1-1 0,13 5-1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41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536 243 13229,'-6'-20'488,"3"13"-226,1-1 0,0 0 0,0 1 0,0-1 0,1 0 0,0 0 0,1 0 0,0 0 0,0 0 0,1 0 0,1-11 1,0 11 48,2-5 675,-1 1 1,1 0 0,8-17 0,-10 26-824,-1 0-1,1 1 0,0-1 1,0 0-1,0 1 0,0-1 1,0 1-1,1 0 0,-1-1 1,1 1-1,-1 0 0,1 0 1,0 1-1,0-1 0,0 1 1,0-1-1,0 1 1,5-1-1,2 0 13,1 2 0,-1 0 0,0 0 1,0 0-1,0 2 0,0-1 0,0 1 0,0 0 0,0 1 0,-1 1 1,1-1-1,-1 1 0,17 10 0,-1 1 126,-1 1 0,-1 1-1,38 35 1,-37-29-142,-1 0-1,-2 2 1,-1 1 0,0 0-1,-2 1 1,-1 1 0,21 48 0,-31-59-116,-1 0 0,-1 0 0,0 0 0,-1 1 0,-1 0 0,-1 0 0,0 0 0,-1 0 0,-1 0 0,-1 0 0,-1 0 0,0 0 0,-1 0 0,-1 0 0,-8 20 0,3-15-44,-2-1 0,0 0 0,-2-1-1,0 0 1,-1-1 0,-1-1 0,-1 0 0,-1-1 0,-1-1 0,0-1-1,-33 24 1,0-7-517,0-2 0,-2-2 0,-89 34 0,-108 18-2662,82-39-2292,71-19-963,39-9-3226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41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1094 876 13241,'52'-65'811,"85"-114"2393,-93 107-6,-3-1 1,62-156-1,-102 227-3166,65-182 3802,-53 130-2683,-13 40-594,-6 11-300,-19 15-179,21-9-71,-17 12-7,0 0 0,1 1 0,1 2 0,-23 26 0,-67 92 0,90-110 0,-123 179 0,-122 235 0,100-136 0,-162 418 0,236-476 0,10 4 0,-63 347 0,91-179 0,48-324 0,5-1 0,18 139 0,-3-137-20,3-1 0,5-1 0,3 0 0,5-2 0,4-2 0,3-1 0,4-2 0,71 104 1,-61-115-802,2-3 0,4-2 0,3-2 1,3-4-1,91 71 0,114 51-4295,-80-79-1460,53 11-6265,-240-117 12695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43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1393 1150 5388,'9'-17'1542,"1"1"0,1 0 0,13-14 0,77-75 3357,-61 68-3515,29-35 1190,83-111 1,39-95 1476,-66 102-1923,-23 37 61,-70 95-1501,-6 11-53,-21 30-528,-5 5-89,-9 17-55,-131 286 37,-14-6 0,-196 282 0,296-500 0,-668 960 0,394-620 0,77-101 0,191-243 0,4 2 0,-63 118 0,111-181 0,1 1 0,0 0 0,1 1 0,1-1 0,0 1 0,-3 33 0,8-44 0,-1-1 0,2 0 0,-1 1 0,1-1 0,0 1 0,0-1 0,0 0 0,1 0 0,5 12 0,-5-14 0,0 0 0,1 0 0,0-1 0,-1 1 0,1-1 0,1 1 0,-1-1 0,0 0 0,1 0 0,-1-1 0,1 1 0,0-1 0,0 1 0,0-1 0,6 2 0,2 0-37,1-1 0,-1-1-1,0 1 1,1-2 0,-1 0 0,1 0-1,-1-1 1,1-1 0,15-3 0,10-2-675,65-21 0,-50 10 328,0-2 0,-1-3 1,-1-1-1,63-41 0,-92 50 300,0-2 0,0 0 1,-1-2-1,-1 0 0,-1-1 0,-1-1 0,-1 0 0,0-2 0,-2 0 0,0-1 0,12-28 0,-20 36 55,-2-1 0,0-1 0,-1 1-1,0-1 1,-1 1 0,-1-1 0,-1 0-1,0 0 1,-2 0 0,0 0 0,0 0 0,-2 0-1,-4-18 1,-7-12-18,-1 0 1,-3 1-1,-29-56 0,-64-93-153,64 118 192,-41-91 0,73 133-26,1-2 0,1 1-1,2-2 1,-11-65 0,20 84 17,1 0 0,1 0 0,0 0 0,1 0 0,1 0 0,1 0 0,1 1 0,0-1 0,2 1 0,0 0 0,14-30 0,-10 29-17,1 1 0,1 0 0,0 1-1,1 0 1,1 0 0,1 2 0,0 0-1,19-14 1,-11 12-56,1 1 0,1 1 0,0 1 0,1 1 0,38-14 0,-12 11-248,1 3 0,0 1 0,0 3 0,1 3 0,0 1 0,55 4 0,-50 3-683,0 2 1,0 3-1,85 22 0,-103-17-1761,1 1 0,74 36-1,-46-8-5447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43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 11053,'40'-24'1984,"-23"12"1429,-1 3-2029,4 0-260,11-3-264,19 0-164,-7 6-28,11 3-264,6 3-236,4 0-452,3 0-476,3 0-744,-3 3-488,0 0-3097,-10 3-4052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44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316 131 8813,'18'-25'924,"-12"16"-57,1 1 0,0-1 0,16-14 0,23-33 8049,-45 84-6631,0-22-2118,-1 1 1,0 0-1,0-1 1,-1 1-1,1 0 0,-2-1 1,-1 9-1,-34 87 601,-3-1 0,-77 134 0,-46 109-595,148-307-232,3-8-30,-15 52 0,25-75 67,0 1 1,1-1-1,0 0 0,0 1 0,1 0 0,0-1 0,0 1 0,0-1 0,1 1 0,0-1 0,0 1 0,1-1 0,0 0 0,3 8 1,-3-11 2,0 0 0,1 0 0,-1 0 0,1 0 0,-1-1 0,1 1 0,0-1 1,0 0-1,0 0 0,1 0 0,-1 0 0,0 0 0,1-1 0,-1 1 1,1-1-1,-1 0 0,8 1 0,-1 0-10,1 0-1,-1-1 1,1-1 0,-1 0-1,15-1 1,7-4-31,0-2 1,0 0-1,50-20 0,91-48-154,-21 8 153,-130 58 76,110-39-18,-109 41-2,0 0 0,1 2 0,41-3-1,-58 8 5,0 0-1,0 0 1,0 1-1,0 0 1,0 0-1,0 1 1,0 0-1,0 0 0,-1 0 1,1 1-1,-1 0 1,1 0-1,-1 1 1,0 0-1,9 8 0,1 3-1,-1 1 1,0 1-1,21 30 0,-23-28-15,2 0 0,27 27 0,-29-35-8,0-2 0,1 1 0,0-2 0,1 0 0,-1-1 0,1 0 0,1-1 0,-1-1 0,1 0 0,0-1 0,0-1 0,1 0-1,-1-2 1,0 0 0,1 0 0,19-3 0,-7 0 8,-1-2 0,0-1 0,0-1 0,0-2 0,-1 0 1,0-2-1,0-1 0,37-22 0,-9 1-37,0-3 1,89-75 0,-133 101 29,-8 7 10,0 0 1,0 0-1,0-1 1,0 1-1,-1-1 1,1 0-1,-1 1 1,1-1-1,-1 0 1,0-1-1,0 1 0,-1 0 1,1 0-1,-1-1 1,1 1-1,-1-1 1,1-5-1,-4 7-95,0-1 1,0 1-1,0 0 0,0 0 0,0 0 0,-1 0 0,1 1 1,-1-1-1,1 1 0,-1-1 0,-3 0 0,-9 4-418,-1 0-1,1 2 1,-1 0-1,1 1 0,0 0 1,-23 13-1,33-16 447,0 1 0,0 0 0,1 0 0,-1 1 0,1-1 0,0 1 0,0 0 0,0 0 0,0 0 0,1 1 0,0-1 0,0 1 0,0 0 0,0 0 0,1 0 0,0 0 0,0 0 0,0 0 0,1 1 0,-1-1 0,1 1 0,1-1 0,-1 8 0,1-8 111,0 0 1,0 0 0,1 0 0,-1 0-1,1 0 1,1 0 0,-1 0-1,1 0 1,-1 0 0,1-1 0,1 1-1,-1-1 1,1 1 0,0-1 0,6 7-1,-4-6 0,-1-1 0,2 0 0,-1 0 0,0-1 1,1 1-1,0-1 0,0 0 0,-1-1 0,2 1 0,-1-1 0,6 1 0,8 0-8,0 0 0,1-1-1,-1-1 1,0-1 0,0-1 0,39-7 0,-16-2 101,-1-1 1,-1-2-1,0-2 1,-1-1-1,56-33 1,-88 45-49,-1-1-18,1 1 0,-1 0 0,1 0 0,0 1 0,1 0 0,15-3 0,-17 7-45,0 0 1,0 1-1,-1 0 1,1 1-1,-1-1 1,1 1-1,6 4 1,20 8-87,-16-13 31,-1-1 0,0 0 0,1-1 0,-1-1-1,1 0 1,-1-1 0,0-1 0,17-5 0,4 0 4,1 0 38,-4 1 115,42-4 0,-66 11-66,0-1-1,0 2 1,1-1-1,-1 1 1,0 1-1,0-1 1,0 2-1,16 5 1,-4 1-48,1 0 0,0-2 0,1-1 0,-1 0 0,1-2 0,0-1 0,1-1 0,-1-1 0,0-1 0,0-1 0,0-1 0,0-1 0,0-1 0,0-2 0,-1 0 0,1-1 0,-2-2 0,1 0 0,-1-1 0,20-13 0,28-24 164,-45 29 316,1 1 0,35-18 0,-58 34 407,2 79-2,-3-57-1088,0 0-1,2 0 1,0-1 0,2 0 0,0 0 0,1 0 0,1-1-1,0 0 1,2 0 0,0-1 0,23 30 0,-22-34-260,0 0 0,2 0 0,-1-2 0,2 1 0,0-2 0,0 1 0,1-2 0,0 0 0,1-1 0,0-1 0,0 0 0,1-1 0,34 9 0,-44-14 43,1-1 1,0 0-1,-1-1 1,1 0-1,0 0 1,-1 0 0,14-3-1,23-11-4727,-26 7 1359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45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677 136 6009,'3'-9'597,"0"-1"205,-2 2 3088,-3 4-2889,-1 1 0,0 0 0,0 1 1,0-1-1,0 0 0,-6-2 0,-7-6-512,0 0 0,0 1 0,-1 1 1,0 1-1,-1 1 0,1 0 0,-2 1 1,1 1-1,0 1 0,-35-4 1,47 9-534,0-1 0,-1 1 1,1 1-1,0-1 0,-1 1 1,1 0-1,0 1 1,0-1-1,1 1 0,-1 1 1,1-1-1,-1 1 0,-6 5 1,-25 15-683,28-18 591,0 0 0,1 0 1,0 1-1,0 0 1,0 1-1,-10 13 0,-22 20-120,19-23 240,2 0 0,0 1 0,1 1 0,1 1 0,0 1 0,2 0 0,1 1 0,-18 38 0,27-51 1,1 1 0,0-1 0,1 1 0,0 0 0,1-1 0,0 1 0,1 1 0,0-1 0,0 0 0,1 0 0,1 0 0,0 0 0,0 0 0,1 0 0,1 0 0,0 0 0,0-1 0,1 1 0,0-1 0,1 0 0,0 0 0,1 0 1,9 11-1,3 1-481,1-1 0,1-1 0,1-1 0,0-1 0,1-1 0,41 23 1,-3-7-3495,102 39 1,-54-32-2270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5:45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979 56 9809,'30'-31'9411,"-29"28"-7144,7-18 2625,-15 28 787,-4 8-3613,-5 3-3423,-80 68 1395,-4-3 1,-118 73-1,-7 6-2551,84-49-3255,50-36-1407,-21 17-7267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6:03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1059 0 12077,'0'0'3570,"-2"2"-2146,-30 29 1049,1 1 1,-28 36-1,20-13-436,-66 118 0,-176 334 1553,-19-10-3745,233-382-1704,8-12-1396,41-75-414,-30 37 0,38-51-2651,3 6-3924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6:03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12273,'14'-7'844,"0"0"0,1 2 0,0-1 1,0 2-1,1 0 0,-1 1 0,1 0 0,0 1 0,24 1 0,17 3 1354,74 11 0,-124-12-2120,633 119 3315,-228-12-3954,-342-85-593,-1 3-1,-1 4 0,110 64 0,-152-77 75,0 1 1,-1 1 0,32 33 0,-44-38-303,-1 0 0,-1 0 0,0 1 0,9 18 0,14 44-7808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6:03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13325,'47'0'2264,"0"0"-75,30 3-169,-7-3-172,10 0-240,24 0-260,20-3-256,13-3-252,4 3-168,0 0-199,6 0-165,1-3-608,6 6-589,-10 0-539,-14 6-776,-6-3-584,81 21-14606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6:04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678 12 13625,'-7'-11'9891,"18"49"357,-5-22-12276,4 24 2168,-1 1 1,-2 0-1,-2 1 0,-2 0 0,-1-1 0,-2 1 0,-12 81 0,-3-36-170,-4 0 0,-52 143 0,44-162 52,-3-1 0,-48 79-1,-93 115-857,132-211-3395,-89 88 0,45-52-4700,33-28-2688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6:04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11 123 11561,'-10'1'1552,"9"-3"-110,18-7 1166,36-7 1872,-32 15-3652,0 0-1,0 2 0,39 5 0,66 19 498,-59-10-831,78 15 279,235 37 308,-336-63-1034,1-1 1,-1-3-1,1-2 1,-1-1 0,0-3-1,68-17 1,-75 10-105,-1-1-1,-1-3 1,0 0 0,-1-3 0,-2-1 0,49-39-1,-78 58 42,-1 0 0,1 0-1,-1-1 1,1 1 0,-1-1-1,0 1 1,0-1 0,0 0 0,2-4-1,-4 6 15,0 1 0,0-1 0,1 1 0,-1-1 0,0 0 0,0 1 0,0-1 0,0 1 0,0-1 0,0 0 1,0 1-1,0-1 0,0 1 0,0-1 0,0 0 0,0 1 0,0-1 0,-1 1 0,1-1 0,0 1 0,0-1 0,-1 0 0,1 1 0,0-1 0,0 1 0,-1-1 0,1 1 0,-1-1 0,1 1 0,-1 0 0,1-1 0,-1 1 0,1 0 0,-1-1 0,1 1 0,-1 0 0,1-1 0,-1 1 0,1 0 0,-1 0 0,1 0 0,-1-1 0,0 1 0,1 0 0,-1 0 0,0 0 0,1 0 0,-1 0 0,0 0 0,-9 0-5,1 1 0,0-1 0,-1 1-1,1 1 1,0 0 0,0 0 0,0 1 0,0 0-1,0 0 1,1 1 0,-12 7 0,-14 9-30,-41 31 0,22-11 44,1 2 0,-51 55 0,86-80 5,1 1 0,1 1 0,0 0 0,2 1 0,0 1 0,2 0 0,0 1 0,1 0-1,-9 32 1,17-45-36,0 0-1,0 0 1,1 0-1,0 0 1,1 0 0,0 0-1,1 1 1,-1-1-1,2 0 1,-1 0-1,1 0 1,1 0-1,3 9 1,-1-7-228,1 0 0,0 0 1,1 0-1,0-1 0,1 0 0,0 0 1,0-1-1,16 14 0,4-2-1220,1-1-1,1-1 0,0-1 0,1-2 1,62 23-1,-24-16-3882,4-2-3137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6:04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66 11641,'-1'-4'336,"0"1"33,0 0-1,0 0 1,-1 0-1,1 0 0,-1 0 1,1 0-1,-1 1 1,0-1-1,-2-2 0,3 3-5,0 1 0,0-1 0,0 1 0,1-1 0,-1 0 0,0 0 0,1 1 0,-1-1 0,1 0 0,0 0 0,-1-3 0,5-1 1162,7 17-318,11 25-676,-1 1 0,-2 1 0,-2 0-1,-1 1 1,-2 1 0,9 43-1,-15-46-439,-1 1-1,-2 0 0,-1-1 1,-3 1-1,-1 0 0,-1 0 1,-8 40-1,4-52-86,-1-1 1,-1-1-1,-2 1 1,0-1-1,-1-1 0,-2 0 1,0 0-1,-2-1 0,-21 27 1,14-24-19,-2 0 1,0-1-1,-2-1 1,0-2-1,-1 0 1,-48 27-1,67-44 29,-1 0 0,0-1 0,1 0 0,-15 3 0,7-2-5,15-4-9,0 0-1,0 0 0,-1 0 1,1 0-1,0 0 0,0 0 1,-1 0-1,1 0 0,0 0 1,0 0-1,-1 0 1,1 0-1,0 0 0,0-1 1,0 1-1,-1 0 0,1 0 1,0 0-1,0 0 0,0 0 1,-1-1-1,1 1 1,0 0-1,0 0 0,0 0 1,0-1-1,0 1 0,0 0 1,-1 0-1,1-1 0,0 1 1,0 0-1,0 0 1,0-1-1,0 1 0,0 0 1,0 0-1,0-1 0,0 1 1,0 0-1,0 0 0,0-1 1,0 1-1,1-11 4,0 7-6,-1 1 0,2 0 0,-1 0 0,0 0 0,0 0 0,1 0 0,0 0 0,-1 0 0,1 1 0,0-1 0,1 1 0,-1-1 0,0 1 0,1 0 0,3-3 0,49-29-256,-40 26 130,129-72-1431,172-98-3827,-12-20-5156,-234 148 4190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6:05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769 0 7121,'-54'25'6206,"9"-6"-1496,19-4-5134,18-10 564,-58 39 1008,-72 62 1,-4 11-510,108-89-530,-113 101 304,132-114-381,1 1 1,0 1 0,1 0-1,1 1 1,-18 37 0,28-52-28,1 0 0,-1 0 1,1 0-1,0 0 1,0 0-1,0 0 0,0 0 1,1 1-1,-1-1 1,1 0-1,0 1 0,0-1 1,0 0-1,1 0 0,-1 1 1,2 5-1,-1-7 9,0 0 0,1 0 0,-1 0-1,0 0 1,1 0 0,-1 0 0,1-1 0,0 1-1,-1 0 1,1-1 0,0 0 0,0 1 0,0-1-1,0 0 1,0 0 0,1 0 0,3 1 0,3 0 37,-1 0 1,1 0-1,0-1 1,0-1-1,0 0 1,0 0-1,0 0 1,0-1-1,14-4 1,9-5 161,0-1 0,-1-2-1,0-2 1,39-24 0,39-19 789,-69 38-586,-33 20-251,-3 1-129,-1-1-37,0 1 1,0-1-1,0 1 1,1-1-1,-1 1 1,0 0-1,0 1 1,0-1-1,-1 0 1,1 1-1,0 0 1,0-1-1,-1 1 1,1 0-1,-1 0 1,0 1-1,0-1 1,1 0-1,-1 1 1,-1-1-1,1 1 1,1 3-1,5 14-839,-1 0-1,0 1 1,-2 0-1,5 40 1,5 26-8978,0-36 1889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6:05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1114 137 6433,'9'-10'348,"69"-64"1867,-24 24 3367,-51 48-4249,-3 6-104,-1 6-1001,0-1 0,-1 0 1,0-1-1,0 1 0,-1 0 1,0 0-1,0-1 1,-1 0-1,0 0 0,-8 12 1,-10 13 303,-31 34 0,33-43-199,-314 369 3278,16-20-1397,25 18-819,173-194-912,110-178-423,1 1 0,1 1 0,0-1 0,2 1 0,0 0 0,1 1 1,2-1-1,-3 32 0,6-46-44,1 1 1,-1-1-1,1 1 1,0-1-1,1 1 1,0-1-1,0 0 1,0 0-1,1 0 1,0 0-1,0 0 1,1 0-1,0-1 1,0 0-1,6 7 1,-3-7-1,-1 1 0,1-1 0,1-1 0,-1 1 1,1-1-1,0 0 0,1-1 0,-1 0 0,1 0 0,16 4 0,-4-3-28,-1-1 0,1-1-1,0-1 1,-1-1-1,1-1 1,0-1 0,0 0-1,0-2 1,-1 0-1,25-8 1,-33 8-67,0-1 0,0 0 0,0-1 0,0 0 0,-1-1 0,0 0 0,0-1 0,-1 0 0,0 0 0,0-2 0,0 1 0,13-16 0,-22 21 3,1 1-1,-1-1 0,0 1 0,0-1 1,0 1-1,0-1 0,-1 0 0,1 1 0,-1-1 1,1 0-1,-1 0 0,0 1 0,0-1 1,-1 0-1,1 0 0,0 1 0,-1-1 1,1 0-1,-1 1 0,0-1 0,0 1 1,0-1-1,0 1 0,-2-3 0,-1-2-150,0 1-1,0 0 1,0 0 0,-1 0-1,0 1 1,0 0-1,-10-9 1,-2 3-586,1 1 0,-1 0-1,-1 1 1,0 1 0,-22-6 0,-49-11-6722,37 12-1900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6:06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0 8297,'4'41'1452,"-2"-1"0,-2 0 0,-2 1 0,-1-1 0,-15 66 1,-115 571 3410,131-669-5010,1 1 0,0-1 0,1 0 0,0 0 0,0 1 0,0-1 0,1 0 0,0 1 0,1-1-1,0 0 1,5 14 0,-5-18 62,1 1 0,-1-1 0,1 0 0,0 0 0,0 0 0,0 0 0,1 0 0,-1-1 0,1 1 0,0-1 0,0 0 0,0 0 0,0 0 0,0-1 0,1 0 0,-1 0 0,1 0 0,0 0 0,8 1 0,-6-1 97,1 0 1,-1-1-1,1 0 0,-1-1 0,1 0 0,0 0 0,-1-1 0,1 0 0,0 0 0,-1 0 0,1-1 0,-1 0 0,0-1 0,0 0 1,0 0-1,7-4 0,-2 0 96,-1 0 1,0-1-1,-1 0 0,0-1 1,0 0-1,0-1 0,-1 0 1,-1 0-1,0-1 1,0 0-1,11-22 0,-8 14 22,-1 1-8,0 0 1,-1-1-1,0 0 1,7-29 0,-6 19 96,-9 25-199,1 0 0,0 1 0,-1-1 0,0 0 0,0 0 0,0 0 0,0 0 0,-1 0 0,0 0-1,1 0 1,-1 0 0,-1 0 0,1 0 0,-1 0 0,1 0 0,-1 0 0,0 1 0,-2-5 0,2 6-12,0 1 0,-1 0 0,1-1 0,0 1 0,-1 0 0,1 0 1,0 0-1,-1 0 0,1 1 0,-1-1 0,0 0 0,1 0 0,-1 1 1,0-1-1,1 1 0,-1 0 0,0-1 0,1 1 0,-1 0 0,0 0 0,0 0 1,1 0-1,-1 1 0,0-1 0,0 0 0,1 1 0,-1-1 0,-2 2 1,-5 0 5,1 1 1,0 0 0,0 0-1,0 1 1,-8 5 0,3 0 10,1 1 0,1 0 0,0 1 0,0 0 1,1 0-1,0 1 0,1 1 0,-12 20 0,7-6 11,0 0 0,1 2 0,-10 35 0,20-53-23,1 0 0,1 0-1,0 0 1,0 0-1,1 0 1,0 0 0,1 0-1,0-1 1,1 1-1,5 20 1,-5-27-11,0 0 1,1 0-1,-1 0 0,1-1 1,0 1-1,0-1 0,0 0 1,0 0-1,0 0 0,1 0 1,-1 0-1,1-1 0,0 1 1,0-1-1,0 0 0,0 0 1,0-1-1,0 1 0,1-1 1,-1 0-1,0 0 0,10 0 1,2 1 3,1-1 1,0-1-1,0-1 1,26-4-1,-6-2-8,0-2 0,0-2 0,-1-1-1,46-22 1,131-80 35,-196 104-26,57-34 31,-1-3 0,113-99 0,-177 139-19,0-1 0,0 0 0,-1-1 0,0 1 0,-1-2 0,0 1 0,0-1-1,-1 0 1,-1 0 0,9-21 0,-14 30-12,1 0-1,-1-1 1,0 1-1,1 0 1,-1 0-1,0 0 1,0 0-1,0 0 1,0 0-1,0 0 1,0-1-1,0 1 1,0 0-1,-1 0 1,1 0-1,0 0 1,-1 0-1,1 0 1,-1 0-1,1 0 1,-1 0-1,1 0 1,-1 0-1,-1-1 1,1 1 4,-1 0 1,1 0-1,-1 0 0,0 0 1,1 1-1,-1-1 0,0 0 1,0 1-1,1-1 1,-1 1-1,0 0 0,0 0 1,-3 0-1,-4 0 59,0 1 0,1 0-1,-1 1 1,1-1 0,-16 7-1,17-5-5,1 0 0,-1 1 0,1-1 0,0 1-1,0 1 1,1-1 0,-1 1 0,1 0 0,0 0 0,0 1-1,1-1 1,0 1 0,0 0 0,0 0 0,0 0-1,1 1 1,0 0 0,1-1 0,-4 12 0,-32 139 1051,21-85-679,-39 111 0,47-160-403,-1 0 0,-2 0 0,0-2 0,-1 1 0,-1-2 0,-2 0-1,1 0 1,-32 28 0,29-32-334,0 0 0,0-2 0,-2 0 0,0-1 0,0-1 0,-1-1 0,0-1 0,-1 0 0,-37 9 0,8-7-1379,-27 6-1215,23-12-5189,32-5-88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6:06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2486 64 8945,'-10'-63'13460,"10"68"-11669,32 238 4408,11 165-3827,-41-323-2372,-5 0 0,-3-1 0,-3 0 0,-25 98 0,17-118 0,-2-1 0,-3 0 0,-3-2 0,-3-1 0,-68 111 0,37-87 3,-4-4 0,-2-2 0,-137 123 0,81-98-76,-232 151 1,-128 11-3371,-24-50-4255,273-125 657,20-4-4427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6:07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76 8217,'-15'-9'1191,"0"1"1,0 1 0,-1 0 0,0 1-1,0 0 1,-28-5 0,33 10-283,1-1 1,-1 0-1,-16-6 1,-2 0 2370,47 28-1285,-1-8-1784,0-1 0,1 0 1,0-1-1,0-1 0,1-1 1,32 10-1,-16-5-109,616 178-4635,-384-122-566,-75-18-578,18-4-3083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19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16049,'5627'82'0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20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82 4152,'-7'-7'676,"0"0"1,-1 0-1,1 1 0,-1 0 0,0 0 0,-1 0 0,1 1 0,-1 1 0,0 0 0,-18-6 0,23 9 459,-24-11 1294,91 16-1988,-1 3 1,81 18-1,-27-3-225,292 53 54,-98-16-2229,-164-37-3814,-90-13-474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21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55 9877,'12'-10'990,"34"-24"1230,-43 33-1310,-1-1 0,1 1-1,0 0 1,0 0 0,0 0-1,0 0 1,0 0 0,0 0-1,4 1 1,-5 0-715,0 0 1,-1 0-1,1 0 1,0 1-1,0-1 0,0 1 1,-1 0-1,1-1 0,0 1 1,-1 0-1,1 0 1,-1 0-1,1 0 0,-1 0 1,1 1-1,-1-1 0,0 0 1,1 1-1,-1-1 1,0 0-1,0 1 0,0 0 1,0-1-1,0 1 0,-1 0 1,1-1-1,0 1 1,0 2-1,1 6 144,0-1-1,0 1 1,1 18 0,-3-23-116,1 30 343,-2-1-1,-1 1 1,-1-1-1,-12 47 1,-44 133-71,35-136-549,-65 253-3642,46-167-1005,-2-3-4339,15-55-3236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21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58 143 12673,'3'-49'2052,"-6"28"-307,13-3-173,0-3 1492,0 15-2420,-3 3-8,-7 30-332,-7 18-300,-6 3-524,-1 13-932,-6 8-656,-3 6-3449,6 1-4516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21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3 12477,'0'-1'79,"0"1"-1,1 0 0,-1 0 1,0 0-1,1-1 0,-1 1 1,0 0-1,1 0 1,-1 0-1,0 0 0,1 0 1,-1 0-1,0 0 1,1 0-1,-1 0 0,0 0 1,1 0-1,-1 0 1,0 0-1,1 0 0,-1 0 1,1 0-1,-1 0 1,0 0-1,1 0 0,-1 1 1,0-1-1,0 0 0,1 0 1,-1 0-1,0 0 1,1 1-1,-1-1 0,0 0 1,0 0-1,1 1 1,-1-1-1,0 0 0,0 1 1,0-1-1,1 1 1,2 22 2136,-10 42 823,4-49-2016,-19 207 5780,-40 196-2882,10-156-4100,-57 300 371,50-184-3077,41-255 581,-10 90-3652,25-167 1872,3 48-1,8 3-6389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21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0 331 12405,'11'-8'613,"1"0"0,-1 0-1,2 1 1,-1 1 0,1 0-1,0 1 1,0 0 0,0 1 0,21-4-1,149-23 1333,328-10-1,-281 28-1643,241-46 1,-344 32-373,-110 22 36,0-1 0,0-1 0,-1 0 0,1-1 0,15-10 0,-32 18 34,0-1 0,0 1 0,0 0 0,1 0 0,-1 0 0,0 0 0,0 0 0,0 0 0,0 0 0,0 0 0,0 0 0,0 0-1,0 0 1,0 0 0,0-1 0,0 1 0,1 0 0,-1 0 0,0 0 0,0 0 0,0 0 0,0 0 0,0 0 0,0-1 0,0 1-1,0 0 1,0 0 0,0 0 0,0 0 0,0 0 0,0 0 0,0 0 0,0-1 0,0 1 0,0 0 0,0 0 0,0 0 0,-1 0 0,1 0-1,0 0 1,0 0 0,0 0 0,0-1 0,0 1 0,0 0 0,0 0 0,0 0 0,0 0 0,0 0 0,0 0 0,-1 0 0,1 0-1,0 0 1,0 0 0,0 0 0,0 0 0,0 0 0,0 0 0,-4-4-6,0 0-1,0 1 1,0 0 0,0 0 0,0 0-1,-1 0 1,1 1 0,-1 0-1,0 0 1,1 0 0,-1 0-1,0 1 1,0 0 0,0 0 0,-1 0-1,1 0 1,0 1 0,0 0-1,0 0 1,-8 1 0,-10 2 5,-1 1 0,0 1 0,-26 9 0,17-3 17,1 1-1,0 2 1,0 1-1,2 1 0,0 2 1,1 1-1,0 1 1,2 2-1,-29 28 0,37-31 5,1 1 0,1 0 0,1 1-1,1 1 1,1 0 0,1 1 0,1 1 0,0 0-1,2 0 1,1 1 0,2 1 0,-9 43-1,14-51-14,0 0-1,1-1 1,2 1-1,-1 0 0,2 0 1,1 0-1,0-1 0,1 0 1,0 1-1,2-1 1,0-1-1,1 1 0,1-1 1,0 0-1,1-1 0,1 0 1,18 23-1,-7-11-161,1-1-1,1-1 1,1-1-1,1-2 1,52 38-1,-20-24-1202,2-3-1,101 41 0,-113-56-1142,1-3 1,57 11-1,-9-10-4933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22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0 11173,'63'55'7211,"-35"-21"-6689,-1 2 0,-1 1 1,-2 1-1,-2 0 0,29 72 1,-29-54-325,-3 1 1,-2 1 0,16 108 0,-28-119-124,-3 1 1,-1 0 0,-3-1-1,-14 91 1,4-73-34,-4-2-1,-2 1 0,-28 61 1,7-36-42,-5-2 0,-4-1 0,-82 112 0,119-184-10,9-12 22,4-6 56,171-268-135,-45 75-111,-28 38-1138,8 5 0,166-186 1,-185 245-813,4 4-1,4 4 1,4 4 0,138-87 0,-99 89-2982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22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882 1 4112,'-42'15'2185,"-44"24"0,54-22-1320,1 1-1,1 1 0,1 2 1,1 0-1,-31 31 1,-303 369 1811,358-416-2631,0 0 205,-1 0-1,2 0 1,-1 0 0,0 0-1,1 1 1,0-1-1,1 1 1,-1 0 0,1 0-1,-2 8 1,30-16 951,-18 0-1069,0-1 1,0 0-1,0 0 0,0-1 0,-1 1 0,0-2 0,0 1 0,0-1 1,0 0-1,-1-1 0,1 0 0,6-8 0,10-13 1036,31-48 0,-41 55-455,7-4 66,-1 2-88,-19 22-686,0 0 1,0 0-1,0 0 1,0 0 0,0 0-1,-1 0 1,1 0 0,0 0-1,0 0 1,0 0-1,0 0 1,0 0 0,0 0-1,0 0 1,0 0 0,0 0-1,0 0 1,0 0-1,0 0 1,0 0 0,0 0-1,0 0 1,0 0-1,0 0 1,0 0 0,-1 0-1,1 0 1,0 0 0,0 0-1,0 0 1,0 0-1,0 0 1,0 0 0,0 0-1,0 0 1,0 0 0,0-1-1,0 1 1,0 0-1,0 0 1,0 0 0,0 0-1,0 0 1,0 0 0,-15 11 159,-4 8-95,0 1 0,1 1 0,1 1 0,1 0 0,-22 41 0,6-12-162,15-25-33,-94 153-1040,92-145 788,2 1 1,2 1-1,-16 50 1,28-74 158,0 0 1,1 0 0,0 0 0,1 1 0,0-1 0,1 1 0,0-1-1,1 0 1,1 1 0,0-1 0,0 0 0,9 23 0,-7-26-130,1 1 0,0-1 1,0 0-1,1-1 0,0 1 1,0-1-1,1 0 0,0-1 1,1 1-1,-1-1 0,2-1 1,-1 0-1,1 0 0,-1 0 1,17 7-1,-8-6-968,0-1 1,0-1-1,0 0 1,33 5-1,18-3-5282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22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98 7797,'44'-65'2266,"-42"62"-2006,0 0 1,0 0-1,0 1 1,0-1-1,1 1 1,-1-1-1,1 1 1,-1 0-1,1 0 1,0 0-1,3-1 1,-1 0 264,-5 3-434,1 0 1,0 0 0,-1 0-1,1 0 1,-1 1-1,1-1 1,0 0-1,-1 0 1,1 0-1,-1 1 1,1-1 0,-1 0-1,1 1 1,-1-1-1,1 1 1,-1-1-1,1 0 1,-1 1 0,1-1-1,-1 1 1,0-1-1,1 1 1,-1-1-1,0 1 1,1 0-1,-1-1 1,0 1 0,2 2 296,7 10-12,0 1 1,-1 0 0,-1 1 0,-1 0 0,0 0 0,-1 0 0,0 0 0,-1 1 0,-1 0-1,3 30 1,-3 5 61,-3-1-1,-6 61 1,-15 105 288,-58 253 1,-22-89-2779,22-130-3012,50-152-146,10-6-3057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23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 12485,'68'-15'844,"39"-9"689,0 4 0,119-7 0,-164 25-958,123 11-1,-164-7-499,0 2 0,0 0 0,0 1 0,-1 2 0,0 0 0,0 1 0,-1 0 0,0 2 0,30 20 0,-40-23-55,0 1 0,0 0 1,-1 1-1,0 0 0,0 0 0,-1 0 0,0 1 0,-1 0 0,0 1 1,-1-1-1,5 14 0,-4-6 4,-1-1-1,-1 1 1,0 0 0,-2 1 0,0-1 0,-1 28-1,-5 9-10,-2-2-1,-3 1 1,-29 96-1,1-38-217,18-57-82,-16 74 0,31-113 189,2 1 0,0-1 1,1 1-1,0 0 1,2-1-1,0 1 0,0 0 1,2-1-1,4 17 1,-5-25 48,1 0 0,0-1 0,0 0 0,0 1 0,1-1 0,0-1-1,1 1 1,-1-1 0,1 1 0,1-1 0,-1-1 0,1 1 0,0-1 0,8 6 0,-5-5 39,0-1-1,0-1 1,0 0-1,1 0 0,-1-1 1,1 0-1,0-1 1,0 0-1,0 0 1,12 0-1,-2-2 72,-1-1 0,1 0 0,0-1 0,0-1 0,-1-2 0,1 1 0,-1-2 1,-1-1-1,1 0 0,32-19 0,-36 18-10,-2-2-1,1 0 1,-1 0 0,-1-2 0,0 1 0,0-1 0,-1-1 0,-1 0 0,17-29-1,-17 23 34,0-1-1,-2 0 1,0-1-1,-2 0 0,0 0 1,6-43-1,-9 28-381,-1 0-1,-3 0 0,0-1 1,-2 2-1,-2-1 1,-2 0-1,0 1 0,-3 0 1,-15-38-1,-29-45-6465,42 95 56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23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1 377 9749,'125'-45'1921,"-116"42"-1637,0 1 0,0 1 0,1-1 0,-1 1 0,0 1 0,1 0 0,-1 0 0,0 1 0,1 0 0,-1 1 0,0 0 1,0 0-1,0 1 0,0 0 0,10 5 0,-7-2 0,-1 0 0,0 1 0,0 0 1,0 1-1,-1 0 0,0 0 0,-1 1 0,0 0 1,0 1-1,-1 0 0,10 15 0,0 5 120,-2 0 0,26 63 0,-23-41-214,-3 1 0,-2 1 0,-2 0 1,-3 1-1,-2-1 0,-3 2 1,-4 87-1,-5-68-96,-3-1 0,-4 0-1,-3 0 1,-4-1 0,-29 76 0,30-105-64,-2 0 0,-1-1 0,-3-1 0,-2-1 0,-1-1 0,-2-2 0,-53 55-1,70-81-13,-1-1-1,0 0 0,-1-1 0,-28 16 0,49-55 29,3 10-45,1 1 1,1 0-1,1 0 1,1 2-1,22-23 1,1-2-3,-14 16 21,314-344-968,-218 256-875,182-136 1,279-155-3463,184-53 1283,-373 223 236,-306 177 1117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2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2460 728 7489,'-6'-6'228,"-1"-1"273,0 0 0,0 0 0,1 0 0,0-1 0,0 0-1,1 0 1,0-1 0,1 1 0,-4-11 0,-2-12 736,-1 1 0,-1 0 1,-2 0-1,-1 2 0,-30-45 0,11 28-552,16 19-356,-2 1-1,-33-33 1,19 28-230,0 2 0,-2 1 0,-1 2 0,-1 1 0,-2 3 0,0 1 0,0 1 0,-2 3 0,0 1 0,-62-12 0,93 25-95,1 1 1,0 0-1,0 0 0,-1 1 1,1 0-1,0 1 1,-1 0-1,1 1 0,0 0 1,0 1-1,0 0 0,-16 7 1,14-4-3,1 1 1,0 0-1,1 1 0,0 0 1,0 0-1,0 1 0,1 1 1,1-1-1,-15 21 0,2 3 10,2 1-1,1 0 1,-19 49-1,-30 118 14,55-163-18,-145 476 140,-74 236-32,-271 770 83,316-912-45,54 13-172,107-392 96,22-178-79,2 0 0,10 80 0,-6-105-6,2 0 0,1 0 0,1 0 0,2 0 0,0-1 0,18 33 0,-17-40 1,1-1-1,0-1 1,2 1-1,0-2 1,0 0 0,2-1-1,0 0 1,0-1 0,26 17-1,-10-12 1,1-2 0,0-1 0,1-1 0,0-2 0,1-1-1,0-2 1,1-1 0,0-2 0,1-1 0,-1-2 0,53-2 0,-16-4-98,1-4 1,-1-3 0,-1-2 0,117-38-1,193-94-2059,-9-27-2548,-156 69-853,-48 27-2005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3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721 169 10225,'0'-14'841,"0"-1"1,1 1 0,1 0-1,0 0 1,6-23-1,-5 27 383,0 0 1,-2 1-1,3-20 0,-4 26 372,-13 20 633,-101 151 861,32-44-2056,-49 55 64,-105 159 1,208-292-998,3 1-1,2 2 0,2 0 0,2 1 0,-20 82 0,34-109-65,2 0 0,0 0 0,2 0 1,0 1-1,1-1 0,2 0 0,0 0 0,2 0 0,1 0 0,7 22 0,-6-26-23,1-1-1,2 0 1,-1 0-1,2-1 1,1 0-1,0 0 1,1-1-1,0-1 1,1 0-1,1-1 1,1 0-1,16 12 1,-5-8-43,2 0 0,0-2 1,1-1-1,0-1 1,1-2-1,1 0 0,0-3 1,52 11-1,-43-14-138,1-1 0,0-2 1,0-2-1,0-1 0,0-3 0,60-10 0,-22-5-219,-1-4 1,-1-3-1,-1-3 1,-1-4-1,-2-2 0,-1-4 1,-2-4-1,-2-2 0,80-67 1,-128 95 697,-1-1-1,-1 0 1,0-2 0,-2 0 0,26-37 0,-41 53 294,-3 5-314,-10 13-134,0 1 0,2 0 0,0 1 0,-13 27-1,-26 78 158,45-110-291,-15 44-412,3 1 0,-15 90 0,14 29-4235,12-115 1617,2-40-1423,0 37 0,8-16-4907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3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0 149 11549,'34'-64'1632,"-28"43"-268,1 3 581,-7-3-1289,3-3-528,-3 51-3609,-3 15-503,-4-3-2841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3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5 334 6289,'-1'-4'294,"0"1"0,0 0 1,0-1-1,1 1 1,0 0-1,0-1 0,0 1 1,0 0-1,0-1 0,0 1 1,1-1-1,0 1 1,0 0-1,0 0 0,0-1 1,0 1-1,1 0 1,-1 0-1,1 0 0,0 0 1,3-3-1,15-35 3137,-12 16-2405,-2 5 138,2 1 1,-1 0 0,2 0 0,14-23-1,-19 37-939,1-1 1,-1 0-1,1 1 0,0 0 0,0 0 0,1 1 0,-1-1 0,1 1 0,0 0 0,0 1 0,1-1 0,-1 1 0,1 1 1,-1-1-1,1 1 0,14-2 0,-12 2-134,1 1 0,0 0 1,-1 1-1,1 0 0,0 1 0,0 0 1,-1 0-1,1 1 0,-1 0 0,1 1 1,-1 0-1,0 1 0,0 0 0,0 0 1,-1 1-1,1 0 0,-1 0 0,0 1 1,-1 0-1,0 0 0,1 1 0,-2 0 1,1 0-1,-1 1 0,6 9 0,0 1-26,-1 1-1,-1 0 0,0 1 0,-2 0 0,0 1 1,-1 0-1,-1 0 0,-1 0 0,-1 1 1,1 28-1,-4-27-35,-1 0 0,-1 1 0,-2-1 0,0 0 0,-1 0 1,-1 0-1,-2-1 0,0 0 0,-1 0 0,-1 0 0,-22 36 0,-9 4-335,-3-3 1,-70 77-1,74-91-264,-36 33-1106,-3 2-3778,107-92-6640,21-10 5489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3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95 160 9429,'35'-49'838,"-14"19"877,31-34 0,-50 62 142,-1 1-1671,-1 0-1,0 0 1,1 0-1,-1 0 1,1 1-1,0-1 1,-1 0-1,1 0 1,-1 1-1,1-1 1,0 0-1,0 1 1,-1-1 0,1 0-1,0 1 1,0-1-1,0 1 1,0 0-1,0-1 1,0 1-1,1-1 1,0 7 73,0 0 0,0 1 0,0-1 0,-1 0 0,0 1 0,0-1 0,0 0 0,-1 10 0,0-14-185,1 53 934,-3-1-1,-12 76 0,3-43-487,-51 468 898,18-185-3513,33-280-1563,-38 148 0,26-152-2008,5-2-3274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3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1 124 14993,'56'-42'1985,"-35"18"-213,22-6-132,7 15-384,11 6-220,6 6-240,16 6-728,28 3-484,23 6-1128,17 3-828,6 3-3349,4 0-4788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4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677 0 12521,'-50'66'2060,"30"-41"-255,6 8-65,-3 3 136,-6 9-232,-10 9-212,-4 7-292,0 2-232,-3 12-176,-4 1-188,1-4-444,-1 0-584,-3 7-260,-6-7-600,6 0-604,0-11-624,3-1-3205,7 0-4872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4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100 116 11365,'4'-10'673,"1"-1"0,0 1 0,1-1 0,0 1 1,10-12-1,24-20 6502,-39 43-7003,0-1-1,1 0 0,-1 1 0,1-1 0,-1 1 1,0-1-1,1 1 0,-1-1 0,0 1 0,0 0 1,1 0-1,-1 0 0,0 0 0,0 0 0,0 0 1,1 1-1,0-1 155,3 5-78,0 0 0,0 0 0,0 0 0,-1 1 0,0-1 0,0 1 0,-1 0 0,0 0 0,0 0 0,0 1 0,-1-1 0,0 1 0,-1-1 0,0 1 0,0 0 0,0 10 0,-1 20 528,-1 0-1,-7 41 1,5-48-532,-78 408-89,48-291-146,-11 47-9,-29 160 0,66-301-557,0 56 0,7 145-4506,0-219 2848,9 52-1,-5-70-242,1 0 1,10 24-1,14 28-9344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5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0 362 10101,'26'-12'846,"-1"2"0,2 1 0,-1 1 0,1 2 0,0 0 0,1 2 0,44-2 0,200 17 842,-149-2-887,696-5 3757,-811-5-4490,2 1 25,-1-1 0,0 1 1,0 1-1,11 1 1,-18-2-83,-1 0 0,0 0 0,0 0 0,0 1 0,0-1 1,0 0-1,0 1 0,1-1 0,-1 1 0,0-1 0,0 1 1,0-1-1,-1 1 0,1 0 0,0 0 0,0-1 0,0 1 1,0 0-1,-1 0 0,1 0 0,0 0 0,-1 0 0,1 0 1,0 0-1,-1 0 0,0 0 0,1 0 0,-1 0 0,1 0 1,-1 0-1,0 0 0,0 1 0,0-1 0,0 0 0,0 0 1,0 0-1,0 0 0,0 0 0,0 1 0,0-1 0,-1 2 1,-38 104 323,24-69-210,-17 65 0,29-90-118,1 0 1,0 1 0,1-1-1,0 1 1,1-1 0,1 0-1,0 1 1,1-1-1,4 16 1,-3-17-12,-2-5 0,1 0-1,0 0 1,0 0-1,1 0 1,0 0-1,0 0 1,1-1 0,0 0-1,0 0 1,7 9-1,-7-11-1,0 0 1,0 0-1,0-1 0,1 1 0,0-1 0,-1 0 0,1-1 0,0 1 0,0-1 1,0 0-1,1 0 0,-1 0 0,0-1 0,1 0 0,-1 0 0,7 0 0,8 1 3,0 0 0,0-2 0,0-1 0,0 0 0,0-1 0,0-1 0,0-1 0,-1-1 0,1-1 0,-1 0 0,-1-2 0,1 0 0,-1-1 0,17-12 0,46-32-31,97-55-52,-175 106 73,0 1-1,1 0 1,0 0-1,-1 0 1,1 1-1,-1 0 1,1-1 0,0 1-1,-1 0 1,1 1-1,0-1 1,-1 0-1,1 1 1,0 0 0,-1 0-1,1 0 1,-1 1-1,0-1 1,1 1 0,-1-1-1,0 1 1,0 0-1,0 1 1,0-1-1,2 3 1,10 8-160,0 1 0,-1 1 0,15 22 0,-23-30 97,14 15-216,1 0-1,29 23 1,-44-40 262,0 0 0,0 0 1,0-1-1,1 0 0,0 0 0,0-1 1,0 0-1,0 0 0,1 0 1,-1-1-1,1 0 0,-1-1 0,1 0 1,0 0-1,0 0 0,-1-1 0,1 0 1,0-1-1,0 0 0,-1 0 1,1 0-1,0-1 0,-1 0 0,0-1 1,1 0-1,-1 0 0,0 0 1,0-1-1,-1 0 0,8-5 0,7-11 37,0-1 0,-2 0 0,19-26 0,7-9 43,108-137 54,-44 52-32,-25 38 351,142-136 0,-223 236-396,24-17 282,-26 19-297,-1 1 1,1 0-1,-1 0 0,1-1 1,-1 1-1,1 0 1,0 0-1,-1 0 1,1 0-1,-1 0 0,1 0 1,-1 0-1,1 0 1,0 0-1,-1 0 1,1 0-1,-1 0 0,1 0 1,-1 0-1,1 0 1,0 1-1,-1-1 0,1 0 1,-1 0-1,1 1 1,-1-1-1,1 0 1,-1 1-1,0-1 0,1 0 1,-1 1-1,1-1 1,-1 1-1,0-1 1,1 1-1,-1-1 0,0 1 1,1-1-1,-1 1 1,0-1-1,0 1 1,0-1-1,1 1 0,-1 0 1,0-1-1,0 1 1,0-1-1,0 2 1,1 5 66,-1-1 1,0 1 0,0 0 0,0 0 0,-1-1 0,0 1 0,0 0 0,0-1 0,-1 1 0,0-1 0,-6 12 0,-5 10 229,-24 35 1,18-31-120,-214 357 896,187-306-1287,-53 134 1,-14 97-2703,56-85-4749,54-214 6587,-1 7-3147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5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26 9501,'32'-4'479,"-14"2"172,0-1-1,31-9 0,-41 11-345,0-1 1,0 1-1,0 1 0,0-1 1,1 1-1,-1 1 0,0 0 0,0 0 1,0 0-1,0 1 0,0 0 1,-1 1-1,1-1 0,9 6 0,-12-6-191,0 1-1,-1 0 0,1-1 0,-1 1 1,1 1-1,-1-1 0,0 1 0,0-1 1,-1 1-1,1 0 0,-1 1 0,0-1 1,0 1-1,0-1 0,-1 1 0,1 0 1,-1 0-1,0 0 0,-1 0 0,1 0 1,-1 0-1,1 9 0,-2-4-37,-1 0 0,1 0 0,-2 0 1,1-1-1,-1 1 0,-1 0 0,0-1 0,0 1 0,-1-1 0,0 0 0,-1 0 0,0-1 1,0 1-1,-1-1 0,0 0 0,0 0 0,-1-1 0,0 0 0,0 0 0,-14 9 0,-12 7 19,-1-1-1,0-2 1,-66 26-1,82-38-87,-138 54-744,51-28-6567,105-51-2769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6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1341 8465,'0'0'5417,"1"-2"-3849,20-49 3268,-11 25-3971,23-43 1,165-293 557,175-302-832,-358 639-514,1 1 0,1 0 0,1 1 0,42-41 0,-60 64-68,1-1 1,-1 1-1,1-1 0,-1 1 0,1-1 1,-1 1-1,1-1 0,0 1 0,-1-1 0,1 1 1,0 0-1,-1-1 0,1 1 0,0 0 1,0 0-1,-1 0 0,1-1 0,0 1 0,0 0 1,-1 0-1,1 0 0,0 0 0,0 0 0,-1 0 1,1 0-1,0 1 0,0-1 0,1 1 1,-2-1 3,1 1 1,0 0 0,0 0 0,-1 1-1,1-1 1,0 0 0,-1 0-1,1 0 1,-1 0 0,0 0 0,1 1-1,-1-1 1,0 0 0,0 0 0,0 3-1,1 5 62,-2 1-1,1 0 1,-4 18-1,-6 12 135,-2 0-1,-25 57 1,-46 77 214,39-85-243,-175 403 555,179-386-625,5 2 0,-38 194 0,68-274-90,2-1-1,1 1 0,1 0 1,4 49-1,-2-69-16,0 0 1,0 0-1,1 0 1,0 0-1,1 0 1,-1 0-1,1-1 0,1 1 1,0-1-1,0 0 1,0 0-1,1 0 1,0-1-1,0 1 0,0-1 1,1-1-1,0 1 1,1-1-1,-1 0 0,14 8 1,-13-10-3,0 0 0,0-1-1,0 0 1,0-1 0,0 1 0,0-1 0,1-1 0,-1 1 0,10-2 0,-8 1-4,32 1-18,-1-2 0,0-1 1,0-3-1,-1-1 0,58-16 0,-18-5-51,-1-3-1,-2-4 1,-1-3-1,-2-3 1,-1-4-1,-3-2 1,99-86-1,-42 13 2,-106 97 45,0-2-1,-1 0 0,23-40 1,-41 62 29,0 0-1,0 1 1,-1-1 0,1 0 0,-1 1 0,1-1 0,-1 0-1,0 0 1,0 1 0,0-1 0,0 0 0,0 0 0,0 0 0,0 1-1,0-1 1,-1 0 0,1 1 0,-1-1 0,1 0 0,-1 0-1,0 1 1,0-1 0,0 1 0,0-1 0,0 1 0,0-1-1,-2-1 1,1 0 8,-1 1-1,1 0 1,-1-1-1,0 1 1,1 1-1,-1-1 1,0 0-1,0 1 1,0-1-1,-1 1 1,1 0-1,0 0 1,-6-1-1,-3 1 24,0 1 0,1 1 0,-1 0 0,0 1 0,1 0 0,-1 1 0,1 0-1,0 0 1,0 1 0,0 1 0,0 0 0,1 1 0,0 0 0,-13 9 0,6-2 20,-1 1 0,2 0 0,0 2 1,1-1-1,0 2 0,-22 34 1,29-40-80,1 1 1,0 1 0,1-1-1,0 1 1,1 0 0,1 0-1,0 1 1,1-1 0,0 1-1,1 0 1,1 0 0,0 0-1,1-1 1,0 1 0,1 0-1,0 0 1,2 0 0,-1 0-1,2-1 1,9 25 0,-1-13-470,1 0-1,1-1 1,2 0 0,0-1 0,1-1 0,2 0-1,0-2 1,1 0 0,35 27 0,-9-14-1376,2-2 0,1-1 0,90 38-1,-103-53-212,0-1-1,41 9 0,-1-7-3650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6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539 259 9341,'-2'-18'1658,"0"-1"0,2 1 1,1-20-1,-2 0 1124,1 31-2357,-1 1-1,1 0 1,0-1-1,1 1 1,-1 0-1,1-1 1,1 1-1,2-8 1,-3 11-38,-1 0-42,0-2-373,-1 2 108,1 0 0,0 1-1,1-1 1,-1 0-1,0 1 1,1-1 0,-1 1-1,1-1 1,0 1 0,0-1-1,0 1 1,0-1-1,0 1 1,1 0 0,-1-1-1,1 1 1,0 0 0,2-3-1,-2 3-51,0 4 8,-1 0 1,1 0-1,0 0 1,1 0-1,-1-1 1,0 1-1,0-1 1,1 1-1,4 1 1,45 21 508,-49-23-497,-1 0 0,0 1-1,0-1 1,0 1 0,0-1 0,0 1-1,-1 0 1,1-1 0,0 1 0,-1 0-1,1 0 1,-1 0 0,0 1 0,1-1-1,-1 0 1,0 0 0,0 1 0,-1-1 0,1 0-1,0 5 1,-2 14 109,-1 0 0,-1 0 1,-1-1-1,-1 0 0,-1 1 0,0-2 0,-17 34 0,-76 125 76,97-175-233,-38 59-1414,-3-2 0,-2-2 0,-98 95 0,12-11-5011,97-103 3382,-52 53-7074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7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1089 13113,'0'-2'194,"1"0"-1,-1 1 1,0-1-1,1 0 1,-1 0-1,0 1 0,0-1 1,0 0-1,-1 0 1,1 0-1,0 1 1,-1-1-1,1 0 1,-1 1-1,1-1 1,-1 0-1,0 1 1,0-1-1,0 1 0,0-1 1,0 1-1,0-1 1,-2-1-1,1-1 232,0 0-1,0 0 1,0 1-1,1-1 0,-1 0 1,1 0-1,0-1 1,1 1-1,-1 0 1,1 0-1,-1-6 0,5-46 1991,-1 43-2119,0 2 1,1-1-1,1 0 0,0 1 0,0 0 0,1 0 0,1 0 0,0 1 0,0 0 1,1 0-1,0 1 0,17-15 0,10-6 44,1 2 0,42-25-1,-60 42-216,162-101 477,108-74-224,-236 148-333,-2-3 0,-1-1-1,54-63 1,-93 94-46,-1-1 1,0-1-1,13-23 0,-21 34 2,-1 1 0,1-1 0,0 0 0,-1 0 0,1 1 0,-1-1 0,1 0 0,-1 0 0,0 0 0,0 0 0,0 1 0,0-1 0,0 0 0,0 0 0,0 0 0,-1 0 0,1 1 0,-1-1 0,1 0 0,-1 0 0,0 1 1,0-1-1,0 0 0,0 1 0,0-1 0,0 1 0,0-1 0,0 1 0,0 0 0,-1-1 0,1 1 0,-1 0 0,1 0 0,-1 0 0,1 0 0,-1 0 0,0 0 0,1 0 0,-1 1 0,0-1 0,0 1 0,1-1 0,-1 1 0,0 0 0,0-1 0,0 1 0,0 0 0,1 0 0,-5 1 0,-4 0 6,-1 1 1,1 0-1,-1 0 1,1 1-1,0 0 1,0 1-1,1 0 0,-1 1 1,1 0-1,0 0 1,0 1-1,0 0 1,1 1-1,-9 8 1,-2 4 9,2 1 1,-1 0 0,2 1 0,-14 23 0,21-28-14,1 0 0,0 0 0,1 0 0,0 1-1,-6 29 1,5-6 7,-2 43 0,9-75-8,-2 34 3,3-1 1,1 1 0,2-1 0,1 1 0,3-1 0,12 45 0,8 4-150,61 137 0,-39-123-1388,4-3 0,111 158-1,-111-193-1227,-35-47-996,1-1-3949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7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1050 6269,'91'-2'2317,"0"-3"0,0-5 0,-1-3 0,99-29 0,30-24 449,-180 51-1988,-1-1 0,-1-2 0,51-31 0,-84 46-653,0 0 0,-1 0 0,1 0 0,-1-1 0,0 1 0,6-8 0,-9 10-111,1 1 0,-1 0-1,0-1 1,1 1 0,-1-1 0,0 1 0,1-1-1,-1 1 1,0-1 0,0 1 0,1-1-1,-1 0 1,0 1 0,0-1 0,0 1 0,0-1-1,0 1 1,0-1 0,0 0 0,0 1 0,0-1-1,0 1 1,0-1 0,0 0 0,0 1 0,-1-1-1,1 1 1,0-1 0,0 1 0,-1-1 0,1 1-1,0-1 1,-1 1 0,1-1 0,0 1 0,-1-1-1,1 1 1,-1 0 0,1-1 0,-1 1-1,1 0 1,-1-1 0,1 1 0,-1 0 0,1-1-1,-1 1 1,1 0 0,-1 0 0,1 0 0,-1 0-1,0 0 1,1 0 0,-1-1 0,1 1 0,-1 0-1,1 1 1,-2-1 0,-12-1 107,1 1 0,0 1 0,-1 0 0,1 1 1,0 0-1,-25 9 0,-82 34 294,77-27-301,-13 5 18,-93 54 0,121-60-101,1 2 0,1 0 0,1 2 1,-44 46-1,65-63-35,0 1 0,0 0 1,0 0-1,1 0 0,-1 0 0,1 1 1,1-1-1,-1 1 0,1-1 1,0 1-1,0 0 0,1 0 0,0 0 1,0 0-1,0 1 0,0 8 1,2-10-42,1 1 0,-1-1 0,1 0 0,0 0 1,0 0-1,0 0 0,1 0 0,0 0 0,0 0 1,0-1-1,0 0 0,1 1 0,0-1 0,0-1 1,0 1-1,0 0 0,1-1 0,-1 0 0,1 0 1,0 0-1,7 2 0,14 8-182,1-2-1,1-1 0,-1-1 1,2-1-1,-1-2 1,1-1-1,32 2 1,-17-6 73,1-2 0,-1-2 0,0-1 0,0-3 0,0-2 0,-1-1 0,0-3 0,-1-1 0,48-24 1,-24 5 24,-1-3 1,-2-3 0,-2-2-1,97-86 1,-110 81 107,-2-2 1,-2-2-1,57-84 0,-72 92 108,-1 0 0,-3-2 0,36-84 0,-49 93 100,-1-1 1,-1 0 0,-2 0-1,-2-1 1,2-42 0,-7 66-13,0-1 0,-1 1 0,-1-1 0,0 1 0,-1 0 0,-1-1 1,-6-20-1,8 30-115,0 1-1,-1 0 1,1 0 0,-1 0 0,0 0 0,0 0 0,0 0 0,0 0 0,-1 1 0,1-1 0,-1 1 0,1 0-1,-1 0 1,0-1 0,0 2 0,0-1 0,0 0 0,0 1 0,0-1 0,0 1 0,-1 0 0,1 0 0,-1 0-1,1 1 1,0-1 0,-1 1 0,1-1 0,-1 1 0,1 1 0,-1-1 0,1 0 0,-1 1 0,1 0 0,-5 1-1,-3 1 49,0 1 0,0 0 0,0 1 0,0 0 0,1 0 0,0 1-1,0 1 1,1 0 0,-1 0 0,-9 10 0,-3 6 106,0 1 0,-28 41 0,26-29-121,1 1 0,2 0-1,2 2 1,1 1-1,3 0 1,-18 66 0,21-53-645,3 1 1,2 1-1,2 0 0,4 96 1,5-79-1734,15 83 0,-12-121-699,2 0 1,16 44 0,8-4-7275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7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21 130 15009,'-20'-24'2297,"40"-6"-545,7 12-412,10 3-24,3-3-128,94-3 524,-37 18-1288,27 12-624,10 3-396,10 3-632,0 3-636,0 9-304,-10 3-428,-13 4-2213,-14 2-3784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8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637 1 13581,'-67'30'2152,"40"-9"-131,-10 9-189,7-6-208,0-3-304,-11 6-284,5 6-216,-8 7-104,0 5-252,4 9-724,-7 0-412,0 4-976,-3 5-888,0 0-3533,3 4-5328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8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1342 1314 13545,'24'-34'1184,"-9"13"506,19-34-1,-30 48-1404,-1-1 0,0 1 0,0-1 0,-1 0-1,1 0 1,-2 0 0,1 0 0,0-16 0,-2 11-13,0 0 1,-1 0 0,-1 0-1,0 0 1,-1 1-1,0-1 1,-1 1-1,0 0 1,-6-13-1,5 17-165,-1-1-1,1 1 1,-1 0-1,-1 0 1,1 1 0,-1 0-1,-1 0 1,1 0-1,-1 1 1,0 0-1,-1 1 1,-12-7-1,-3 2-32,1 1 0,-1 1 0,0 1-1,-1 1 1,0 1 0,0 2 0,-29-2 0,-152 8 169,156 1-240,0 1 1,1 4 0,0 1-1,0 2 1,1 3 0,1 1-1,1 3 1,0 1 0,2 3-1,0 2 1,-67 49 0,83-52-185,0 1-1,2 1 1,-38 47 0,51-56 26,1 1-1,1 1 1,1 0 0,0 0-1,2 1 1,-1 0 0,-10 37-1,18-48 67,-1 0-1,1-1 1,1 1-1,-1 0 1,1 0-1,0 0 1,1 0 0,-1 0-1,1 0 1,1 0-1,0 0 1,-1-1-1,2 1 1,-1 0-1,1-1 1,0 0-1,1 0 1,-1 0 0,1 0-1,0 0 1,1-1-1,-1 0 1,1 0-1,0 0 1,0 0-1,1-1 1,-1 0-1,1 0 1,8 4-1,-2-1-3,1-1 0,-1-1 0,1 0-1,0-1 1,0 0 0,1-1-1,-1 0 1,1-1 0,0-1 0,-1 0-1,1-1 1,0-1 0,-1 0-1,15-3 1,-1-3 40,0-1 0,0-2 0,-1 0 0,0-2 0,-1-1 0,0-1-1,-1-1 1,35-29 0,13-18 218,76-85 0,-139 137-134,99-109 558,177-257 0,37-168 955,-250 401-1025,-70 139-491,-1 0 1,0 1-1,0-1 1,0 0-1,0 1 1,-1-1-1,0 0 1,1-6 0,-1 9-24,0 0 1,0 1 0,0-1 0,0 0 0,0 0 0,0 1 0,0-1 0,0 0 0,-1 1 0,1-1 0,0 0 0,0 0 0,0 1 0,-1-1 0,1 1 0,0-1 0,-1 0 0,1 1 0,-1-1 0,1 1 0,-1-1 0,1 0 0,-1 1 0,1 0 0,-1-1 0,1 1 0,-1-1 0,1 1 0,-1 0-1,0-1 1,1 1 0,-1 0 0,0-1 0,1 1 0,-1 0 0,0 0 0,0 0 0,1 0 0,-2 0 0,-2 1 11,1 1-1,-1-1 1,1 1 0,0 0 0,0 0-1,0 0 1,0 1 0,1-1-1,-1 1 1,-3 3 0,-26 33 90,10-4-28,2 0 0,2 2 0,1 0 0,-13 42 1,29-77-77,-16 50 88,1 1-1,4 0 1,1 1 0,-4 69 0,10-42-34,4-1-1,11 103 0,-4-133 8,2-1 1,25 85-1,-23-104-52,1-1-1,2-1 0,0 0 1,2 0-1,29 40 1,-36-58-2,1 1 0,0-1 0,0-1 0,1 0 0,0 0 0,1-1 0,0 0 0,0-1 1,1 0-1,0-1 0,0 0 0,18 5 0,-13-6 8,0-1 1,1-1-1,0 0 1,0-1 0,-1-2-1,1 1 1,0-2-1,24-4 1,1-3 298,-1-3 0,0-1 0,-1-2 0,0-2 0,-2-2 0,68-40 1,-22 10 805,-83 48-1122,-1 0 1,1 1-1,-1-1 1,1 0-1,-1 1 0,1-1 1,-1 1-1,0 0 1,1 0-1,-1-1 0,0 1 1,0 0-1,1 0 1,-1 0-1,0 0 0,0 0 1,0 1-1,0-1 1,1 2-1,-2 2-189,1 1 1,-2 0-1,1-1 1,-1 1-1,1 0 1,-2-1-1,1 1 1,-3 7-1,1-3-149,-7 21-1762,-2 0 0,-16 32 0,-7 17-5529,17-22-1910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8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0 215 12129,'64'-91'1936,"-41"49"-388,1 12-291,-4 3-261,-7 21-364,4-3-88,7 0-392,2 18-476,18 12-888,-14-3-697,-10 18-2683,0 6-3581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9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461 0 12309,'-12'1'531,"0"1"0,0 0 0,1 1-1,-1 0 1,0 1 0,1 0 0,0 1 0,0 0 0,-17 11 0,12-5-31,0 1 1,1 0 0,1 2 0,0-1 0,-17 23-1,4 0-70,3 0-1,1 2 0,2 1 0,-26 66 1,30-62-427,2 1 0,2 1 0,2 0 1,2 1-1,2 0 0,-1 47 0,7-65-535,2 0 0,0 0 0,2 0 0,1 0 0,1 0 0,2-1 0,0 0 0,2 0-1,1-1 1,1 0 0,17 28 0,-23-44-223,1-1 1,0 0-1,0-1 0,1 0 0,0 0 0,0 0 1,1 0-1,13 9 0,30 11-5874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9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633 320 9217,'140'-156'2301,"-113"124"-386,28-41 0,-12 15 3079,-106 147 124,-10 10-3978,34-44-745,-174 270 1343,124-171-1701,7 4 0,-82 224 1,54-39-3381,57-111-3224,43-147 442,8-6-3701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9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14209,'74'-9'1852,"-10"3"-367,-17 3-341,6 0-284,18 3-200,9 3-136,14 6-352,10-3-628,6 0-752,4 6-792,-7-3-3101,4 0-4056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49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1216 277 9889,'57'-27'481,"-4"2"537,96-31 0,-50 26 323,2 5 1,1 5 0,111-9-1,107 0 1141,-211 12-1342,1 0 374,-109 17-1473,0 0 1,0-1-1,-1 1 1,1 0-1,0 0 0,0 0 1,-1 0-1,1 0 0,0 0 1,-1 0-1,1 0 1,0 0-1,0 0 0,-1 1 1,1-1-1,0 0 0,-1 0 1,1 1-1,0-1 0,-1 0 1,1 1-1,0 0 1,-5 19 801,3-18-841,-41 92 1661,-4 10-618,24-35-514,4 2-1,2-1 1,-12 144 0,17 223 527,11-277-761,-71 815 784,51-841-980,-7-1 0,-70 211 0,66-260-62,-4-1 0,-4-2-1,-3-2 1,-104 147 0,88-153-59,-3-4 1,-3-2-1,-3-3 0,-3-3 0,-129 87 1,66-65-547,-3-5 0,-223 90 0,292-140-34,-392 150-7493,440-172 7331,-8 3-2158,1 1 1,-32 15 0,12 5-6537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0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67 706 9905,'-20'-7'874,"14"5"-336,-1-1 0,1 1 1,0-1-1,0 0 0,-10-7 3230,36 3-1750,-7 0-1695,48-16 1058,124-30-1,82 4 337,419-27 490,18 42-1124,1145 11 280,-893 19-1008,-580 1-274,932-17 294,-8-52-657,-981 38-404,-188 19-355,178-46 0,-203 27-116,-95 29 846,0 0 0,-1 0 1,1-1-1,-1-1 1,0 1-1,10-10 0,-19 15 230,0 0-1,0 0 1,0 0-1,0 0 0,0 0 1,0 0-1,0 0 0,0 0 1,0 0-1,0 0 0,-1-1 1,1 1-1,-1 0 1,1-1-1,-1 1 0,1 0 1,-1-1-1,0 1 0,1 0 1,-1-1-1,0 1 0,0-1 1,0 1-1,0 0 1,0-1-1,-1 1 0,1 0 1,0-1-1,-1 1 0,1 0 1,-1-1-1,0 0 0,-1-2-183,-1 1-1,1 0 0,-1 0 0,0 1 1,0-1-1,0 1 0,-1-1 0,1 1 0,-7-3 1,0 0-687,-1 0 0,0 1 0,0 0 0,0 1 0,-14-2 0,-83-7-8140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2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1179 4760,'-2'-2'487,"1"0"1,-1 0-1,0 1 0,-1-1 0,1 1 0,0-1 0,0 1 0,-1 0 0,1 0 0,0 0 0,-1 0 0,1 0 0,-4 0 0,-4-3-66,7 3 492,3 0-833,0 0 0,0 1 0,-1-1 0,1 0 1,0 0-1,-1 1 0,1-1 0,-1 0 0,1 1 0,0-1 1,-1 1-1,0-1 0,1 1 0,-1-1 0,1 1 1,-1-1-1,0 1 0,1-1 0,-2 0 0,-12-13 1634,10 7-1190,-1 0 0,0 0-1,0 0 1,0 1 0,-1-1-1,0 2 1,0-1 0,-8-5 0,-26-26 1625,36 32-1852,0-1 0,0 0 0,0-1 0,0 1-1,1 0 1,0-1 0,1 0 0,-4-13-1,2 10-164,3 8-52,0 0-1,1 1 1,-1-1 0,1 0 0,-1 1-1,1-1 1,-1 0 0,1 1 0,0-1-1,0 0 1,0 0 0,0 1 0,0-1-1,0 0 1,1 0 0,-1 1 0,0-1-1,2-1 1,-2 1-64,1 1-1,0-1 1,0 1 0,0 0-1,0 0 1,1 0-1,-1 0 1,0-1-1,0 1 1,1 1 0,-1-1-1,1 0 1,-1 0-1,0 0 1,1 1-1,0-1 1,-1 1 0,1-1-1,-1 1 1,4-1-1,36 0-9,-29 2 14,214 12 152,-101-3-154,118-2 103,0-10 0,0-11 1,0-11-1,-2-10 0,323-89 0,146-92 433,41-12 96,-474 159-194,532-59 0,-679 119-253,82-2 203,78 10 406,-144 3-300,-106-3-487,198-8-13,-218 5-12,-5-3 0,-13 0 0,-9 0 0,-5-4 0,-23 3-247,33 6-295,0 1 1,0-1 0,0 0-1,0 0 1,0 0 0,0 0-1,0 0 1,0-1-1,0 1 1,-1-2 0,-14-15-10771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3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438 354 11149,'-2'-12'226,"-4"-43"2756,0-94-1,5 133-1609,0 0 0,-1 0 0,-1 0 0,-1 1 0,-9-28 0,12 38-1060,0 4-247,1 1 0,-1-1 0,1 0 0,-1 0 1,1 1-1,-1-1 0,0 1 0,1-1 0,-1 1 0,0-1 0,1 1 0,-1-1 0,0 1 0,1-1 0,-1 1 0,0 0 0,0-1 0,0 1 0,1 0 0,-1 0 0,0 0 0,0-1 0,0 1 0,0 0 0,1 0 0,-1 0 0,0 1 0,0-1 0,0 0 0,0 0 0,0 0 0,1 1 0,-1-1 0,0 0 0,0 1 0,1-1 0,-1 0 0,0 1 0,0-1 0,1 1 0,-1-1 1,1 1-1,-1 0 0,0-1 0,1 1 0,-2 1 0,-4 8 262,1-1 0,0 2 0,0-1 0,-6 20 0,2-7 1,-65 182 109,8 3 0,10 2 0,-37 268 0,75-329-2773,3 198-1,33-19-5508,-2-228 1328,8-11-4114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3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4 450 13581,'0'-5'100,"-2"-10"274,1 1-1,0-1 1,1 0 0,1 1-1,1-1 1,0 0-1,1 1 1,0 0-1,7-17 1,-2 11 479,0 2 0,2-1 0,0 1 0,25-31 0,-26 38-584,0 1 0,1 0 0,1 1 0,0 0 0,0 0 0,0 2 0,1-1 0,16-6 1,5 0-164,1 1 1,0 2 0,1 2 0,0 1 0,0 2 0,1 1 0,0 2-1,0 1 1,0 2 0,57 7 0,-38 1-690,1 2 0,-1 2 0,-1 3 0,-1 3 0,0 1 1,56 30-1,-69-28-427,-1 2 1,-1 1 0,34 30 0,-49-35-522,-1 1 0,-1 1 0,19 26 0,24 47-6523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3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0 208 9045,'121'-33'1392,"-41"9"-612,7-6-632,7 0-660,3 3-768,17-6-1548,30 2-933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3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 11505,'0'0'8367,"-2"2"-6520,0-1-1635,1 0 0,0 1 0,-1-1 0,1 1 0,0-1 0,0 1 0,-1 0 0,1-1 0,1 1 0,-1 0 0,0 0 0,0-1 0,1 1 0,-1 0 0,0 3 0,4 36 1186,8 32-147,18 167 1268,-39 319-2663,6-505-388,-22 233-3583,-10-64-1671,2-77-2561,16-73-24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1 239 9025,'4'-17'1112,"0"-1"1,1 1 0,1 0-1,16-31 1,-19 43-850,1 0 0,0 0 0,1 0-1,-1 1 1,1 0 0,0 0 0,0 0 0,0 0 0,0 1 0,1 0 0,0 0-1,-1 0 1,1 1 0,0-1 0,0 2 0,8-3 0,14-1 137,-1 1 1,40-2 0,-32 4-29,73-1 250,112 12 0,-145-5-448,210-2 318,-269-2-455,0-1-1,0-1 1,0 0-1,0-1 0,-1 0 1,30-12-1,-43 14-24,-12-8 4,10 8-16,-1-1 1,1 1 0,-1 0 0,0 0 0,1 0 0,-1 1 0,0-1 0,0 0 0,0 0 0,0 0 0,0 1-1,0-1 1,0 0 0,0 1 0,0-1 0,0 1 0,0-1 0,-2 0 0,-9 0 1,1 0 1,-1 0 0,1 1-1,-1 1 1,1 0-1,0 0 1,-1 1 0,-13 5-1,-92 33 36,108-37-36,-31 13 15,1 2-1,1 1 1,1 2-1,-46 34 1,64-40-17,0 0 0,1 1 1,0 2-1,2-1 0,0 2 0,1 0 1,1 1-1,1 1 0,-11 22 0,20-35-51,0 1 0,1-1-1,0 1 1,1-1 0,0 1-1,0 0 1,1 0 0,0 0-1,0 0 1,1 1 0,1-1-1,-1 0 1,1 0-1,4 15 1,-1-12-188,1-1-1,0 1 0,0-1 1,1 0-1,0 0 1,1-1-1,0 0 0,1 0 1,15 15-1,-3-7-449,0-1-1,2-1 0,-1-1 1,2-1-1,0 0 1,1-2-1,0-1 0,0-1 1,35 9-1,-40-14-415,0-1 0,1-1-1,-1-1 1,28 0 0,25-4-3312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4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0 275 3852,'54'-149'2445,"-20"64"1738,-33 83-4078,-1 0 0,1 0 1,-1 0-1,1 0 0,0 0 0,0 0 1,0 0-1,0 0 0,0 1 1,0-1-1,1 0 0,-1 1 0,1-1 1,-1 1-1,1-1 0,-1 1 1,1-1-1,0 1 0,0 0 0,0 0 1,0 0-1,-1 0 0,1 0 1,1 1-1,-1-1 0,0 1 1,0-1-1,0 1 0,0-1 0,0 1 1,0 0-1,0 0 0,1 0 1,-1 1-1,0-1 0,0 0 0,0 1 1,0-1-1,0 1 0,0 0 1,3 1-1,2 1 62,0 1 0,0 0-1,-1 0 1,0 0 0,1 1 0,-2 0 0,1 0 0,0 0-1,9 13 1,5 12 104,-2 2 0,-1 1 0,-1 0-1,-2 1 1,17 59 0,29 184 148,-59-274-414,11 71 83,-2 1 0,-1 136 1,-10-174 16,-2-1 0,-2 1 0,-1 0 1,-1-1-1,-2 0 0,-2-1 1,-26 60-1,33-89 35,0 0 1,0 1 0,-1-2-1,1 1 1,-2 0 0,1-1-1,0 0 1,-1 0 0,-12 8-1,7-5 97,11-8-232,0 0 0,0 0 0,0-1 0,0 1 0,0 0-1,0 0 1,0 0 0,0 0 0,0 0 0,0 0 0,0-1 0,0 1 0,0 0-1,0 0 1,0 0 0,0 0 0,0 0 0,-1 0 0,1 0 0,0-1-1,0 1 1,0 0 0,0 0 0,0 0 0,0 0 0,0 0 0,0 0 0,0 0-1,0 0 1,0 0 0,-1 0 0,1 0 0,0-1 0,0 1 0,0 0 0,0 0-1,0 0 1,0 0 0,0 0 0,-1 0 0,1 0 0,0 0 0,0 0-1,0 0 1,0 0 0,0 0 0,0 0 0,0 0 0,-1 0 0,1 0 0,0 0-1,0 0 1,0 0 0,0 0 0,0 0 0,0 1 0,0-1 0,-1 0-1,1 0 1,0 0 0,0 0 0,0 0 0,0 0 0,0 0 0,0 0 0,0 0-1,0 0 1,0 1 0,0-1 0,-2-7 37,1 1 0,0 0 0,0-1 0,1 0 0,-1 1-1,2-1 1,-1 1 0,1-1 0,0 1 0,0-1 0,1 1 0,-1 0 0,2-1 0,-1 1 0,1 0 0,3-6 0,10-18 84,39-53 0,-41 64-87,62-85-454,4 4-1,4 4 1,180-159 0,-188 193-532,2 3 1,3 4-1,2 3 1,2 4-1,155-62 0,-210 98 635,0 2 0,0 1 1,1 2-1,0 1 0,0 1 0,42-1 0,-56 6 211,-1 1 0,1 1 0,-1 0 1,1 1-1,-1 1 0,0 0 0,-1 1 1,1 1-1,-1 0 0,0 1 0,-1 1 1,1 0-1,23 20 0,-31-23 110,0 1 1,0 0-1,-1 0 1,0 1-1,0 0 0,0 0 1,-1 1-1,8 13 1,-12-18 34,0 1 1,0-1-1,0 0 0,0 0 1,0 0-1,-1 1 1,0-1-1,1 0 1,-1 1-1,0-1 1,-1 0-1,1 0 1,-1 1-1,1-1 0,-1 0 1,0 0-1,0 1 1,0-1-1,-1 0 1,1 0-1,-1-1 1,0 1-1,1 0 1,-1 0-1,-1-1 0,-3 5 1,-1 0 100,-2-1 1,1 0 0,-1 0-1,0 0 1,0-1-1,0 0 1,-14 4-1,-10 6 183,-126 57 450,95-46-436,-110 64 0,131-64-304,2 3-1,1 1 1,1 2 0,-51 54-1,84-78-55,1 0 0,-1 0 0,1 1 0,-6 14 0,10-20 22,1-1 0,-1 1 0,0-1 0,1 0-1,-1 1 1,1-1 0,-1 1 0,1-1 0,0 1 0,1 2-1,-1-4 6,0 0 0,0-1 0,0 1 0,1 0 0,-1-1 0,0 1 1,1 0-1,-1-1 0,1 1 0,-1-1 0,0 1 0,1-1 0,0 1 0,-1-1 0,1 1 0,-1-1 0,1 1 0,-1-1 0,1 1 0,0-1 0,-1 0 0,1 0 0,0 1 0,-1-1 0,1 0 0,0 0 0,0 0 0,-1 0 0,1 0 0,0 0 0,-1 0 0,3 0 0,10-1 222,1 0 1,-1-1-1,0-1 0,0 0 0,0-1 0,0-1 0,0 0 1,-1 0-1,20-13 0,13-10 1022,47-39 0,-60 42-837,-18 14-113,-12 9-27,0 4-331,0 3-112,1-1-1,-1 0 1,0 1 0,0-1 0,0 1-1,-1-1 1,0 1 0,0 0-1,0 0 1,0 0 0,-1-1-1,0 1 1,0 0 0,0 5 0,1 19-606,2-7-792,1 1 0,12 34 0,-9-37 171,8 18-2585,9 1-1901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4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220 513 4548,'164'-150'1558,"11"-29"2481,-70 69-416,-78 82-2394,-18 18-377,0 0 0,19-14-1,-26 22 93,-2 10-684,-1 0 0,0 0 0,0 0 0,-1 0 0,0-1 0,-1 1 0,0-1 0,-6 13 0,-38 55 54,24-40 15,-287 539 899,242-421-1039,-52 172 0,93-232-140,3 2 0,5 0 0,-10 127 0,28-212-51,0 18 68,4-25-22,5-13-16,-5 3-23,-1-1-1,0 0 0,0 0 0,-1 0 0,0 1 0,0-1 1,-1 0-1,0 0 0,0 0 0,-1 0 0,-2-13 0,1 8 0,-18-136-156,-6-77-2632,23 194 471,-9-43-1,9 45-2703,8-2-2890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5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0 8953,'-2'2'1354,"-5"2"-739,6-4-499,0 1-1,0 0 1,0-1-1,0 1 1,0 0-1,0 0 1,0 0 0,0 0-1,0 0 1,1 0-1,-1 0 1,0 0-1,0 0 1,1 0-1,-1 0 1,1 0-1,-1 0 1,1 1-1,-1-1 1,1 0-1,0 0 1,0 1-1,0-1 1,-1 0-1,1 0 1,0 1-1,1-1 1,-1 0-1,0 3 1,-2 25 722,-1 0 0,-2 0-1,-1 0 1,-12 35 0,-7 29 45,-75 546 1287,96-591-2090,2 1 0,6 56 0,-2-79-51,2 0 0,0 0 0,2-1 0,1 0 0,17 41-1,-22-60-25,1-1-1,0 1 1,0-1 0,0 0-1,1 0 1,0 0-1,0-1 1,0 1-1,0-1 1,1 0 0,0 0-1,0 0 1,0-1-1,0 0 1,0 0-1,1 0 1,-1-1-1,1 1 1,0-1 0,0-1-1,-1 1 1,1-1-1,0 0 1,1 0-1,-1-1 1,0 0-1,0 0 1,0 0 0,9-2-1,6-2-3,-1-1-1,1 0 1,-1-2-1,0 0 1,0-2-1,-1 0 1,21-13-1,-8 1 28,0 0-1,-2-3 1,30-28 0,75-88 247,-112 114-131,-2 0-1,29-49 1,-49 74-136,0-1 0,0 0 0,0 1 0,0-1 0,0 0 1,0 0-1,0 0 0,-1 0 0,1 0 0,-1 0 0,1 0 0,-1 0 0,0 0 0,0 0 1,1-1-1,-2 1 0,1-3 0,-1 4-1,1 1 0,-1-1 0,1 0-1,-1 0 1,0 1 0,1-1 0,-1 1 0,0-1 0,0 0 0,1 1 0,-1-1-1,0 1 1,0 0 0,0-1 0,0 1 0,0 0 0,1-1 0,-1 1 0,0 0-1,0 0 1,0 0 0,0 0 0,0 0 0,0 0 0,-2 0 0,-5 1 9,0 1 1,-1-1 0,1 2-1,0-1 1,0 1-1,-10 4 1,6 0-15,0 0-1,0 1 0,1 0 1,0 1-1,1 0 0,0 1 1,0 0-1,1 1 1,-9 13-1,-2 5 45,2 1 0,-21 45-1,30-54-87,0 0 0,2 0 0,0 1-1,1 0 1,2 0 0,0 0 0,1 1-1,1 33 1,2-38-76,2-1 0,0 1 1,1-1-1,1 1 0,0-1 0,2 0 0,0-1 1,0 1-1,2-1 0,0-1 0,14 22 0,-3-12-76,1-1-1,1-1 1,0-1-1,2 0 1,1-2-1,0-1 1,2 0-1,0-2 1,0-1-1,2-2 1,0 0-1,1-2 1,0-1-1,1-1 1,0-1 0,37 5-1,-51-12 95,-1-1 0,0 0 0,0-1 0,0 0 0,1-1 0,-1-1 0,0 0 0,18-6 0,-12 1-639,-1-1 0,0-1 0,0 0 0,-1-2 0,21-14 0,8-8-3178,5 0-2011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5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1558 33 10901,'2'-3'376,"-1"1"-1,1-1 1,0 1-1,0 0 1,-1 0 0,2 0-1,-1 0 1,0 0 0,0 0-1,1 1 1,-1-1-1,1 1 1,-1 0 0,1-1-1,0 1 1,-1 0-1,1 1 1,4-2 0,-6 3-225,0 0 0,0 0 0,0 0 0,0 0 0,-1 0 0,1 0 0,0 0 0,-1 0 0,1 1 0,-1-1 0,1 0 0,-1 0 0,0 1 0,0-1 0,1 0 0,-1 3 0,1-1 217,45 219 4376,3 119-2566,-36-223-1940,-6 1 0,-5 0 0,-5 0 0,-5 0-1,-5-1 1,-6 0 0,-5-1 0,-4-2 0,-6-1 0,-78 178-1,69-202-619,-3-2 0,-5-3 0,-3-1 0,-76 89 0,69-103-678,-3-2 0,-3-4 0,-3-2 0,-121 82 0,63-63-3747,-209 97-1,88-69-5894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6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82 7201,'-12'-3'863,"0"0"1,1-1 0,0 0 0,-1-1 0,2 0-1,-1-1 1,0 0 0,1-1 0,1 0 0,-1-1-1,-15-15 3460,51 23-3605,754 54 405,-274-9-1024,-374-37-112,304 11-1513,-405-20 879,-23 0 239,0 1 0,1-1 1,-1 2-1,1-1 0,-1 1 1,1 0-1,-1 1 0,12 3 1,-18-4-85,0 0 1,-1 0 0,1 0 0,-1 0-1,1 0 1,-1 0 0,1 0 0,-1 0-1,0 1 1,0-1 0,1 0 0,-1 1 0,1 1-1,-8 11-6756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7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98 164 8145,'-12'-13'800,"1"-1"762,-1 1 0,0 1 0,-1 0 0,-21-15 0,31 25-317,3-1-271,0 1-915,1 0 0,-1 0-1,0 0 1,1 0-1,-1 0 1,1 0-1,0 0 1,0 0-1,0 1 1,0-1 0,0 0-1,0 1 1,0-1-1,0 0 1,0 1-1,1 0 1,-1-1 0,1 1-1,-1 0 1,1 0-1,0-1 1,-1 1-1,1 1 1,0-1 0,0 0-1,0 0 1,-1 1-1,1-1 1,0 1-1,3-1 1,21-6 168,0 1 0,0 1 0,53-2 0,85 9 100,-84 1-409,4 1-1387,140 26-1,-21 11-4942,-160-28 2506,-11 4-1796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8:57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78 142 7061,'-57'-15'1956,"37"3"-8,26-6-228,-2 0 1224,9 0-1871,17-9-209,14 14-196,19 4-156,21 0-120,10 6-244,10 15-512,20 3-768,13 4-737,17-1-2783,10 3-3633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07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1732 715 5340,'-8'-48'885,"-7"-63"3440,15 100-3917,0 1-1,1 0 1,0-1 0,0 1 0,1 0 0,1 0 0,0 0 0,0 0 0,1 1-1,0-1 1,1 1 0,10-17 0,-2 9-13,0 0-1,1 1 1,0 0-1,1 1 1,1 1 0,33-23-1,-21 19-26,1 1 0,1 2 0,56-21 0,2 9 123,2 5 1,109-15-1,766-68 3537,-961 105-3997,-2 0-18,-1 0-1,1-1 1,0 1-1,0 0 1,-1 0-1,1 0 1,0 1-1,0-1 1,-1 0-1,1 1 1,0-1-1,-1 1 1,1-1-1,0 1 1,-1 0 0,1 0-1,-1-1 1,1 1-1,-1 0 1,1 1-1,-1-1 1,0 0-1,0 0 1,1 0-1,-1 1 1,0-1-1,0 1 1,0-1-1,0 1 1,-1-1 0,1 1-1,0 0 1,-1-1-1,1 3 1,5 10 87,0 1 1,-1 0-1,-1 0 1,0 0-1,-1 1 1,-1-1-1,0 1 1,-1 0-1,-1-1 1,-3 24-1,-87 505 1476,45-305-1270,-65 461 192,85-469-390,6 243 0,56 93 17,37-5-60,-72-552-64,7 51-1,-3-1 1,-3 1-1,-2 0 0,-9 71 0,4-102 2,-1-1-1,-1 0 0,-2 0 1,-1-1-1,-1 0 1,-1 0-1,-2-1 1,-1-1-1,-1 0 0,-28 38 1,16-33-1,-1-2 1,-1-1 0,-1-1 0,-2-2-1,0 0 1,-2-3 0,-43 23 0,-4-5 5,-1-3 0,-103 30 0,10-16-232,-3-8 0,-1-7 0,-311 21-1,161-46-3906,-385-35-1,470 9-2592,11 5-4402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06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1837 385 9401,'-1'-2'59,"-9"-22"3019,-13-43 0,5 24-177,14 35-2418,0 0-1,1 0 1,-5-15-1,-15-69 1526,20 80-1815,-1 1-1,-1 0 1,0 0-1,0 0 1,-12-16-1,15 24-171,0 1 0,0 0 0,0 0 0,0 0 0,0 0 0,0 1 0,-1-1 0,1 0 0,0 1 0,-1 0 0,0 0-1,1-1 1,-1 1 0,0 1 0,1-1 0,-1 0 0,-5 0 0,3 1-9,0 0 0,0 1 0,0-1 0,0 1 0,0 0 0,0 0 0,0 1-1,1-1 1,-8 4 0,-2 3 0,0 0 0,0 1-1,1 0 1,0 1 0,-18 18-1,-116 142 55,87-96-44,-518 708 156,204-148-77,304-489-84,6 2 0,-69 245 0,111-308-13,4 2 0,4 0 0,-7 167 0,22-198-2,1 1 0,3 0 1,3-1-1,2 0 0,2-1 0,3 0 0,26 63 1,-10-49-6,2-1 0,4-2 1,2-2-1,64 78 0,-31-55-16,5-3 0,103 88 0,-116-118-8,2-3-1,2-2 1,3-4 0,1-3 0,2-3 0,1-3-1,2-3 1,2-4 0,0-4 0,1-2-1,2-5 1,154 14 0,-194-30-215,1-1 1,-1-3-1,0-1 1,0-2 0,54-15-1,-50 7-1322,0-1 1,55-29-1,-18 3-4217,-2-3-3517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09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2643 537 5220,'4'-3'238,"0"0"-1,-1 0 0,1-1 1,-1 0-1,0 0 0,0 0 1,0 0-1,-1 0 0,1 0 1,-1-1-1,0 1 0,0-1 1,-1 0-1,1 0 0,-1 1 0,0-1 1,0 0-1,-1 0 0,1 0 1,-1 0-1,0 0 0,-1 0 1,1 0-1,-1 0 0,0 0 1,0 0-1,-1 1 0,1-1 0,-3-5 1,-5-12 202,-1 0 0,-1 0 0,-1 1 0,-1 0 0,0 1 1,-30-32-1,11 18-29,-2 2 0,-1 1 0,-55-37-1,79 61-367,0 0 0,-1 1 0,0 0 0,0 1 0,0 1 0,-1 0 0,0 0 0,1 1 0,-1 1 0,0 0 0,0 1 0,-1 0 0,1 1 0,0 0 0,0 1 0,-26 6 0,17 0 107,-1 1 0,1 1 0,1 1 0,-1 1 0,2 1 0,0 0 0,0 2 0,-31 28 0,-5 11 376,-66 81-1,-176 261 619,27 24-553,228-351-518,-124 204 94,12 7-1,13 7 1,-108 310-1,161-321-124,11 4 0,12 2 0,-54 558-1,81-274-64,28-376 47,6-123-22,3 1 0,12 115 0,-9-172 16,0 1-1,2-1 1,-1 0 0,1 0-1,1 0 1,0 0-1,6 11 1,-8-17-12,1 0 0,0-1 0,0 0 0,-1 1-1,2-1 1,-1 0 0,0-1 0,1 1 0,-1-1 0,1 1 0,0-1 0,0 0 0,0 0-1,0-1 1,0 1 0,0-1 0,0 0 0,0 0 0,1 0 0,5 0 0,21 0-6,-1-1 1,0-1 0,46-8-1,93-26-4,-113 22 2,372-99-89,-145 35-158,923-185-4452,-499 155-3899,-490 87 2120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1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1122 585 6189,'18'-57'689,"-6"20"617,11-63 0,-15 59 551,3-67 0,-10 89-1348,-2 1-1,0-1 1,0 1-1,-2-1 1,-1 1-1,-5-18 1,3 8 363,5 19-568,-1 0 0,-1 1 0,1-1 0,-5-9 1,7 17-278,0 1 1,-1-1-1,1 0 1,-1 0-1,1 0 1,-1 1 0,1-1-1,-1 0 1,1 1-1,-1-1 1,0 0-1,1 1 1,-1-1 0,0 1-1,1-1 1,-1 1-1,0-1 1,0 1-1,0 0 1,1-1-1,-1 1 1,0 0 0,0-1-1,0 1 1,0 0-1,0 0 1,1 0-1,-1 0 1,0 0 0,0 0-1,0 0 1,0 0-1,0 1 1,0-1-1,1 0 1,-1 0 0,0 1-1,0-1 1,0 0-1,1 1 1,-1-1-1,0 1 1,0-1-1,1 1 1,-2 0 0,-16 13 223,1 1 0,1 1 0,0 0 0,1 0 0,1 2 1,-13 20-1,-69 127 1129,66-110-991,-96 168 941,-151 282 335,152-246-1063,-124 362 0,224-539-535,3 1 1,-14 106-1,30-139-23,2-1-1,3 1 1,1 0-1,3 0 1,11 61 0,-10-89-37,2 0 1,0 0 0,1-1 0,1 0 0,1 0 0,1-1-1,1 0 1,1-1 0,19 26 0,-18-30-5,0-1 0,1 0 0,1-2 0,0 1 0,0-2 0,1 0 0,1 0 0,0-2 0,0 0 0,1-1 0,24 8 0,-8-7-20,1-1 0,0-2-1,0-1 1,0-2 0,0-1-1,1-2 1,-1-1 0,1-2-1,-1-1 1,0-2-1,57-18 1,-43 9-17,-1-3-1,-1-2 1,0-2 0,-2-2-1,-1-2 1,-1-2-1,60-50 1,-39 20-68,-3-2 0,-3-3 1,73-102-1,-70 77-10,-4-3 1,62-135-1,-82 143 53,-3-3 0,-4 0-1,-4-2 1,-3-1 0,-5-1 0,-3-1 0,4-137-1,-20 161 28,-3 1 0,-3 0-1,-23-99 1,26 147 24,-1 1-1,0 0 1,-1 0-1,-1 0 1,0 1-1,-2 0 1,0 0 0,0 1-1,-1 0 1,-1 1-1,-1 0 1,0 1-1,-1 0 1,-15-13-1,17 19-45,-1 0-1,1 0 0,-1 1 0,0 1 1,0 0-1,-1 0 0,1 2 0,-1-1 0,0 1 1,0 1-1,0 1 0,0-1 0,-1 2 1,1 0-1,0 1 0,0 0 0,0 1 0,-15 4 1,-19 6-394,0 2 1,1 3 0,1 1 0,1 3 0,-50 30-1,39-16-1177,2 2-1,2 2 0,-69 67 0,99-84-1007,-33 43 1,-4 27-5666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1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926 427 6105,'-3'-30'1384,"3"29"-1288,0 0 0,0 0-1,0 0 1,0 0 0,0 0-1,-1 1 1,1-1-1,0 0 1,-1 0 0,1 0-1,-1 0 1,1 0 0,-1 1-1,1-1 1,-1 0-1,0 0 1,1 1 0,-1-1-1,0 0 1,1 1 0,-1-1-1,-2 0 1,-1-2 421,-4-5 233,-1 1 1,0 0-1,0 1 1,0 0 0,-1 1-1,0-1 1,-16-4 0,20 8-515,-1 0 1,1 0-1,-1 1 1,0 0-1,1 1 1,-1 0-1,0 0 1,0 0-1,0 1 1,1 0-1,-1 0 1,0 0-1,1 1 1,-9 3-1,-22 12 107,1 1 0,0 2-1,2 1 1,0 2-1,1 1 1,2 1 0,0 2-1,2 2 1,1 0-1,-26 36 1,17-14-143,2 1 1,2 2-1,3 0 1,2 3-1,-39 112 1,44-98-100,3 0-1,3 1 1,4 0 0,-8 129 0,20-168-92,1 1-1,2-1 0,2 0 1,1 0-1,1 0 0,2-1 1,1 0-1,2 0 1,1-1-1,1-1 0,1 0 1,36 53-1,-25-51-60,1-1 0,2-1 0,1-2 0,1 0 0,1-3 1,1 0-1,1-2 0,2-2 0,0-1 0,51 21 0,-21-15-33,0-3 1,2-3-1,1-3 1,0-3-1,85 7 0,-100-17 39,0-2-1,1-2 1,-1-3-1,1-2 1,-1-2-1,91-25 1,-98 18 26,-1-3 0,-1-1 1,-1-2-1,-1-2 1,0-2-1,-2-2 1,68-57-1,-66 45 19,-2-2 0,-1-2 0,-3-1-1,-2-2 1,-1-2 0,-3 0 0,-1-2 0,-3-2 0,-2 0-1,-2-1 1,29-109 0,-39 108 17,-2 0-1,-2 0 1,-3-1 0,-2 0-1,-2 0 1,-3 0 0,-2 0-1,-3 0 1,-1 1 0,-3 0-1,-3 1 1,-32-85 0,23 87 9,-1 1 1,-3 1-1,-2 2 0,-1 0 1,-3 2-1,-2 2 1,-1 1-1,-2 1 1,-2 2-1,-2 3 1,-1 0-1,-75-44 1,80 57-208,-1 3 1,-1 1-1,0 2 0,-2 1 1,1 3-1,-1 1 0,-46-5 1,51 12-373,-1 1 0,0 2 0,0 2 0,0 1 0,0 2 0,1 2 0,0 1 0,-61 21 0,64-15-2282,-54 27 0,-22 27-6372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2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1400 566 7921,'-12'-21'1072,"4"5"793,-2 1 0,-13-18 0,19 29-1486,0-1 0,0 1 0,0 0 0,-1 0 0,0 0 0,1 1 0,-1-1-1,-1 1 1,1 1 0,0-1 0,-8-2 0,-5 1-17,-1 0 0,0 1 0,0 1 0,0 1 0,0 1 1,0 0-1,0 2 0,0 0 0,0 1 0,-34 10 0,3 2 456,2 3 1,-88 45-1,76-31-475,2 3-1,1 2 1,2 3-1,2 2 1,1 2 0,3 2-1,-68 83 1,89-94-273,2 1-1,2 2 1,2 0 0,1 2 0,1 0 0,3 1-1,1 1 1,3 0 0,1 2 0,2-1 0,2 1 0,-4 66-1,11-82-54,1 0 0,1 1 0,2-1 0,1 0-1,1 0 1,1-1 0,1 0 0,2 0 0,1 0 0,1-1-1,1-1 1,1 1 0,1-2 0,1 0 0,2-1-1,0-1 1,1 0 0,1-1 0,1-2 0,1 0 0,35 25-1,-24-22-5,1-2-1,1 0 0,0-3 1,2 0-1,0-3 0,1-1 1,0-1-1,1-2 1,0-2-1,47 4 0,-51-10-5,0-1 0,0-1 0,0-2 0,-1-1-1,1-2 1,-1-1 0,1-2 0,-2-1 0,1-2 0,-2-1-1,1-2 1,30-17 0,-23 6-8,-1-1-1,-1-2 1,-1-1 0,-2-2 0,-1-1-1,39-49 1,-31 27 0,-2-1 0,-3-1 0,51-108 0,-68 120 0,-3-1 0,-1-1 1,-2 0-1,-2 0 1,-2-2-1,-3 1 0,-1-1 1,-2 1-1,-3-1 0,-2 0 1,-1 0-1,-3 1 0,-2 0 1,-2 0-1,-2 1 1,-2 0-1,-2 1 0,-2 0 1,-32-58-1,23 56-62,-2 1 1,-1 2-1,-3 1 0,-1 1 0,-2 2 0,-2 1 1,-74-58-1,76 71-262,-1 1 1,-1 3-1,-1 0 1,-1 3-1,0 1 1,-2 2-1,0 2 0,0 2 1,-84-13-1,74 20-545,-1 2 0,1 2 1,0 2-1,-102 17 0,87-4-1399,0 2 0,1 4 1,-81 35-1,-26 24-6989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3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3533 146 6161,'-2'-2'1761,"0"-4"-1430,1 6-171,1-1 0,-1 0-1,1 0 1,-1 0 0,1 0-1,-1 0 1,1 0 0,0 0-1,0 0 1,-1 0 0,1 0 0,0 0-1,0 0 1,0 0 0,0 0-1,0 0 1,0 0 0,0 0-1,0 0 1,1 0 0,-1 0 0,0 0-1,1 0 1,-1 1 0,0-1-1,1 0 1,-1 0 0,1 0-1,0 0 1,-1 0 0,1 1 0,1-2-1,1-2 410,-1-1-1,1 1 0,-1 0 1,0-1-1,0 1 0,-1-1 1,1 0-1,-1 1 0,0-1 1,0-9-1,2-3 566,-2 15-472,2-16 682,-2 17-1305,-1 1 0,0 0-1,0 0 1,0 0-1,0-1 1,0 1-1,0 0 1,1 0-1,-1-1 1,0 1-1,0 0 1,0 0-1,0-1 1,0 1-1,0 0 1,0-1 0,0 1-1,0 0 1,0 0-1,0-1 1,0 1-1,0 0 1,0 0-1,0-1 1,-1 1-1,1 0 1,0 0-1,0-1 1,0 1-1,0 0 1,0 0 0,-1-1-1,1 1 1,0 0-1,0 0 1,0 0-1,-1-1 1,1 1-1,0 0 1,0 0-1,0 0 1,-1 0-1,1 0 1,0 0-1,0-1 1,-1 1 0,1 0-1,0 0 1,-1 0-1,-16 10 873,-18 26 30,-6 17 575,-66 113-1,46-67-749,-636 859 1510,-457 398-2276,406-484 0,657-764-16,-406 471-849,401-465-39,86-95 321,10-19 544,0 0-1,0 1 1,0-1-1,0 1 1,0-1-1,0 0 1,0 1-1,0-1 0,0 1 1,0-1-1,0 0 1,0 1-1,1-1 1,-1 0-1,0 1 1,0-1-1,0 0 1,1 1-1,-1-1 1,0 0-1,0 1 0,1-1 1,-1 0-1,0 0 1,0 1-1,1-1 1,0 0-1,0 1-39,1-1 0,0 1-1,0-1 1,0 0-1,0 1 1,0-1 0,0 0-1,0-1 1,0 1 0,0 0-1,0 0 1,0-1 0,0 1-1,2-2 1,12-5-181,0-2 0,0 0 0,-1-1 0,0 0 1,21-20-1,2 0-4,19-15-1254,-2-2-1,57-63 1,-107 104 840,0-1 0,1 0 0,-2 0 0,8-15 1,9-13-6317,-6 17-1363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5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423 206 10261,'18'-27'734,"-7"12"236,-1 0 0,-1-1 0,0-1 0,7-19 0,-12 27-381,1 1-1,-1 0 0,1 0 1,1 1-1,-1 0 0,1-1 0,1 2 1,10-10-1,-15 14-214,0 3-75,1 1-261,0 1 0,0-1 0,0 0 0,0 1-1,0 0 1,-1-1 0,1 1 0,-1 0 0,0 0-1,0 1 1,0-1 0,-1 0 0,1 1 0,-1-1-1,1 1 1,-1-1 0,0 1 0,0 0 0,-1-1-1,1 1 1,-1 0 0,0 4 0,-4 38 244,2-38-181,8 17 1162,-4-19 1397,-10-16-1418,7 7-1086,-1 0 0,1 0 1,0 0-1,1 0 0,-1 0 0,1-1 0,-1 1 0,1 0 0,0 0 0,0 0 0,0-1 0,1 1 0,-1 0 1,1 0-1,0 0 0,0-1 0,1-3 0,-1 3-115,1-6 261,-6 9-27,-11 17 191,-21 36 103,8-3-556,2 1 0,2 1 1,2 1-1,3 2 0,-23 101 0,35-121-13,2 1-1,2 0 1,1-1-1,2 1 1,1 0-1,1 0 0,2 0 1,2-1-1,1 1 1,20 56-1,-19-71 1,1 1 0,1-2 0,0 1 0,1-1 0,2-1 0,-1 0 0,2-1 0,1 0 0,0-1 0,1 0 0,0-2 0,1 0 0,1-1 0,0 0 0,1-2 0,1 0 0,-1-1 0,1-1 0,27 8 0,-9-8 0,0-1 0,0-2 0,1-1 0,0-2 0,0-2 0,0-2 0,0-1 0,-1-2 0,53-12 0,-1-6 0,-1-4 0,155-67 0,183-140 0,-329 175 0,-72 43 0,36-15 0,-62 30 0,0 0 0,1-1 0,-1 1 0,1 0 0,-1 0 0,1-1 0,-1 1 0,1 0 0,-1 0 0,1 0 0,-1-1 0,1 1 0,-1 0 0,1 0 0,-1 0 0,1 0 0,0 0 0,-1 0 0,1 0 0,-1 0 0,1 0 0,-1 1 0,1-1 0,-1 0 0,1 0 0,-1 0 0,1 1 0,-1-1 0,1 0 0,-1 0 0,1 1 0,-1-1 0,0 0 0,1 1 0,-1-1 0,1 1 0,-1-1 0,0 1 0,1-1 0,-1 0 0,0 1 0,0-1 0,1 1 0,-1-1 0,0 1 0,0-1 0,0 1 0,0 0 0,0-1 0,1 1 0,-1-1 0,0 1 0,0-1 0,0 1 0,-1-1 0,1 1 0,0 0 0,-9 36 0,-5-7 0,-1-1 0,-1 0 0,-29 39 0,6-9 0,-239 399 0,-36 55 0,-512 619 0,561-819-57,212-252 17,33-38 3,-116 126-206,118-132 201,-1 0 1,-1-1-1,-1-1 1,-35 19-1,55-33 37,-1 0 0,1 0 0,0 0-1,-1 0 1,1-1 0,-1 1 0,1 0-1,-1-1 1,1 1 0,-1-1 0,1 0-1,-1 1 1,0-1 0,1 0 0,-1 0-1,0 0 1,1 0 0,-1 0-1,1 0 1,-1-1 0,0 1 0,1 0-1,-1-1 1,1 1 0,-1-1 0,1 0-1,-1 1 1,1-1 0,0 0 0,-1 0-1,1 0 1,0 0 0,0 0 0,-1 0-1,1-1 1,0 1 0,0 0 0,0 0-1,0-1 1,1 1 0,-1-1 0,0 1-1,1-1 1,-1 1 0,1-1 0,-1 1-1,0-4 1,0-3-3,-1 0 0,1-1-1,0 1 1,1-1 0,0 0-1,0 1 1,3-14 0,9-31-19,3-1 1,30-73 0,59-99-26,204-339-52,-226 436 80,7 4 0,123-136 0,-121 165 41,3 3-1,4 5 1,5 5 0,2 3 0,165-92 0,-220 145-42,104-41 0,-137 62 27,0 1 0,1 0 0,-1 1 0,1 1 0,0 1 0,0 0 0,1 1 0,-1 1 0,0 1 0,19 4 0,-32-5 2,1 2-1,-1-1 1,0 1 0,-1-1-1,1 1 1,0 1 0,0-1-1,-1 1 1,0 0-1,1 0 1,-1 0 0,0 0-1,0 1 1,-1-1 0,1 1-1,-1 0 1,0 0-1,0 1 1,0-1 0,0 1-1,-1-1 1,0 1 0,0 0-1,0 0 1,-1 0-1,1 0 1,-1 0 0,0 0-1,0 8 1,0 6 4,-1 0 0,-1 0-1,-1 0 1,-1 0 0,0 0 0,-11 32 0,-61 160-4,42-125 4,-29 114 0,53-163 7,1 1 0,2-1 0,2 1 0,1 42 0,3-69-14,0 0-1,2 0 0,-1 0 0,1 0 1,1 0-1,0-1 0,0 1 1,1-1-1,1 0 0,0 0 1,0 0-1,1 0 0,0-1 0,0 0 1,1 0-1,1-1 0,-1 0 1,15 11-1,-11-10-18,2-1 0,-1 0 0,1-1 0,0-1 0,1 0 0,-1-1 0,1 0 1,0-1-1,0-1 0,1 0 0,21 1 0,-16-3 12,0-1 1,1-1-1,-1-1 0,1 0 1,-1-2-1,0 0 1,-1-2-1,36-13 1,-20 4-22,0-1 1,-1-2-1,0-2 1,-2 0-1,56-47 1,-50 30 15,-1-1-1,-2-2 1,-1-1 0,-3-2 0,-1-1-1,-3-1 1,-1-2 0,29-75 0,-41 86 9,-1 0 0,-2-1 0,-2-1 0,-2 1-1,-1-2 1,-1 1 0,-3 0 0,-1-1 0,-2 1 0,-1-1 0,-2 1 0,-13-55 0,10 71 9,0-1 1,-2 1 0,0 1-1,-2-1 1,0 2-1,-1-1 1,-1 2 0,-1-1-1,-1 2 1,-20-20-1,21 24-48,-1 2 1,0 0-1,-1 0 0,0 1 0,0 2 0,-1-1 0,0 2 0,-1 0 0,0 1 0,0 1 0,-1 1 0,-33-6 0,44 10-196,1 0 0,-1 1-1,0 0 1,1 1 0,-1-1-1,1 1 1,-1 1 0,1-1-1,0 1 1,0 0 0,-1 1-1,1 0 1,1 0 0,-1 1-1,0-1 1,1 1 0,0 1-1,0-1 1,0 1 0,-7 8-1,12-11 52,-1 0 1,1 0-1,0 0 0,0 0 0,0 0 0,1 0 0,-1 1 0,0-1 0,1 0 0,-1 1 0,1-1 0,0 0 1,0 1-1,0-1 0,0 0 0,0 1 0,0-1 0,1 0 0,-1 1 0,1-1 0,1 4 0,20 40-1957,-16-38 1760,1 0 0,0 0 0,0 0 0,1-1-1,0 0 1,0-1 0,0 0 0,1 0 0,0 0 0,0-1 0,1-1-1,-1 0 1,11 4 0,7 0-194,0 0 0,1-2 1,46 5-1,-44-9 732,0-1 1,0-2 0,0-1-1,0-1 1,0-2-1,-1-1 1,51-17 0,-43 10 831,-1-2 1,-1-2 0,0-1 0,-1-1 0,49-39 0,-42 22 1761,-2-1 0,42-52 1,-79 86-2524,1 0 0,0 1 0,-1-1 0,1 1 0,1 0 0,-1 0 0,0 0 0,0 0 1,5-1-1,1-1 307,-7 3-169,-3 6-39,-7 33 48,2 0 0,1 1 0,2 0 1,3 76-1,1-101-377,1 0 1,1-1-1,0 1 1,0-1-1,2 0 1,-1 0 0,2 0-1,0-1 1,0 0-1,1 0 1,1 0-1,0-1 1,0 0-1,1 0 1,0-1-1,1 0 1,21 16-1,-14-16-62,0 0-1,0-1 1,0-1-1,1 0 1,0-2-1,1 0 1,-1-1-1,1 0 1,0-2-1,1 0 1,-1-2-1,0 0 1,39-3 0,-22-2 19,0-1 1,-1-2 0,0-1 0,0-2 0,-1-2-1,53-25 1,-45 15 118,0-2 0,68-54 0,-85 59-12,94-79 711,-7 7-509,-94 82-262,-18 9 0,0 0 0,0 0 0,1 0 0,-1 0 0,0 0 0,0 0 0,0 0 0,0 0 0,0 0 0,1 0 0,-1 0 0,0 0 0,0 0 0,0 0 0,0 0 0,0 0 0,1 0 0,-1 1 0,0-1 0,0 0 0,0 0 0,0 0 0,0 0 0,0 0 0,0 0 0,0 1 0,0-1 0,1 0 0,-1 0 0,0 0 0,0 0 0,0 0 0,0 1 0,0-1 0,0 0 0,0 0 0,0 0 0,0 0 0,0 0 0,0 1 0,0-1 0,0 0 0,0 0 0,0 0 0,0 0 0,0 0 0,0 1 0,-1-1 0,1 0 0,0 0 0,0 0 0,0 0 0,-18 36 0,6-14 0,-7 19-22,-64 157 71,72-166-110,2-1-1,1 1 0,2 1 0,-5 49 1,10-36-1730,1 0 0,13 88 0,-7-99-1822,2 0 0,16 42-1,9 11-9675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6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567 653 12757,'7'-12'484,"0"1"0,0 0 0,1 1 0,1 0 0,-1 0 0,1 1 0,1 0-1,0 0 1,20-12 0,334-220 5453,-153 85-3117,-19 12 664,-259 195-2534,3 2 1,-88 94-1,91-86-871,-406 453-79,341-351 0,-144 245 0,215-312 0,-76 186 0,119-249-42,-13 55 0,22-74-35,1 1-1,0 0 1,1-1 0,1 1 0,0 0 0,3 19-1,-2-31 59,-1 1 0,1-1 0,0 0 0,0 0 0,0 0 0,0 0 0,0 0 0,1 0 0,-1-1 0,1 1 0,0 0 0,0-1 0,0 1 0,0-1 0,0 0 0,1 0 0,-1 0-1,1 0 1,-1 0 0,1 0 0,0 0 0,-1-1 0,1 0 0,0 1 0,0-1 0,0 0 0,0 0 0,1-1 0,-1 1 0,0-1 0,6 1 0,6-1-30,-1-1 0,1 0 0,0-1 0,-1-1 0,27-8 0,10-6 1,-2-3 1,62-33-1,67-44 14,158-88 86,-20 20 349,-296 155-370,192-85 512,-193 88-469,1 1-1,0 0 1,0 1-1,1 2 0,-1 0 1,1 1-1,0 1 1,39 3-1,-53-1-72,0 1 0,0-1 0,0 1-1,0 0 1,0 1 0,-1 0 0,1 0-1,-1 0 1,0 1 0,0 0 0,0 0-1,0 0 1,-1 1 0,0 0 0,0 0-1,0 0 1,0 1 0,-1-1 0,0 1 0,0 0-1,-1 1 1,1-1 0,1 8 0,4 12-2,-1 0 0,-2 1 1,-1 1-1,4 45 1,0 3 1,-5-52-1,2 15 0,14 47 0,-18-78 0,1 1 0,0-1 0,0 1 0,1-1 0,0 0 0,1-1 0,0 1 0,0-1 0,1 1 0,-1-2 0,9 8 0,-11-12 0,1 0 0,-1 0-1,1 0 1,0 0 0,-1-1 0,1 0 0,0 1 0,0-1-1,0-1 1,0 1 0,0-1 0,0 0 0,0 1 0,0-2-1,7 0 1,-1 0-32,0-1 0,0 0 0,0-1 0,17-6 0,-16 4-3,0-1 1,0 0 0,-1 0-1,0-1 1,0 0-1,0-1 1,-1 0 0,0 0-1,-1-1 1,8-11 0,-14 18 18,-1-1 0,1 1 0,-1 0 1,0-1-1,0 1 0,0-1 1,0 1-1,0-1 0,-1 1 1,1-1-1,-1 1 0,0-1 0,0-2 1,0 3 11,0 1 1,0 0 0,0 0-1,0 0 1,0 0 0,0 0-1,-1 0 1,1 0 0,0 0-1,-1 0 1,1 1 0,-1-1-1,1 0 1,-1 0 0,1 0-1,-1 0 1,0 0 0,1 1-1,-1-1 1,0 0 0,0 1-1,1-1 1,-1 0 0,0 1-1,0-1 1,0 1 0,0-1-1,0 1 1,0 0 0,-2-1-1,-6 0 0,-1 1-1,1-1 0,-1 2 1,0 0-1,1 0 0,0 0 1,-1 1-1,1 1 0,-11 3 1,-83 39-365,96-42 342,-43 20-985,1 3 1,-56 40-1,61-22-1389,61-46 1459,106-54 221,-95 41 909,1 1 0,1 1 0,0 2 0,0 1 1,44-8-1,-60 16-136,1 0 1,-1 2 0,1-1-1,-1 2 1,0 0-1,1 1 1,-1 0 0,0 1-1,0 1 1,0 0-1,0 1 1,18 9 0,4 3-150,6 3-566,77 26 1,-92-39 437,0-1 0,0-1 0,0-2 1,1-1-1,40-1 0,108-13-367,-131 8 583,-1-3 1,0-2-1,0-2 0,-1-1 0,0-2 0,41-21 0,-36 10 696,0-3 0,-2-1 0,-2-2 0,46-41 0,-83 65-374,1 1 0,-1 0 0,2 0 0,-1 1-1,0 0 1,17-7 0,-25 12-307,0 0 1,0 0-1,0 0 1,0 0-1,0 0 0,0 0 1,0 0-1,0 1 1,0-1-1,0 0 0,0 0 1,0 0-1,0 0 1,0 0-1,0 0 0,0 0 1,0 0-1,0 0 1,0 1-1,0-1 1,0 0-1,0 0 0,0 0 1,0 0-1,0 0 1,0 0-1,0 0 0,0 0 1,0 1-1,0-1 1,0 0-1,0 0 0,0 0 1,0 0-1,0 0 1,0 0-1,0 0 0,0 0 1,0 0-1,0 0 1,0 0-1,1 1 0,-1-1 1,0 0-1,0 0 1,0 0-1,0 0 1,0 0-1,0 0 0,0 0 1,0 0-1,0 0 1,1 0-1,-1 0 0,0 0 1,0 0-1,0 0 1,0 0-1,-9 37 275,2 0-1,2 0 1,-2 73 0,7-98-258,1-1 1,1 1-1,0-1 1,1 1-1,0-1 0,0 0 1,8 16-1,-8-20-15,1-1-1,0 1 0,1-1 1,-1 0-1,1 0 0,0-1 1,1 1-1,-1-1 0,1 0 0,0 0 1,0-1-1,12 6 0,-12-7-3,1 0-1,-1-1 1,0 0-1,1 0 0,0-1 1,-1 1-1,1-2 1,0 1-1,-1-1 1,1 0-1,0 0 0,-1 0 1,1-1-1,0-1 1,-1 1-1,1-1 0,-1 0 1,1 0-1,-1-1 1,11-6-1,7-5-112,-1-1 0,0-2-1,34-32 1,-36 30-134,15-12-955,61-71 0,-62 60 282,131-142-3957,-135 153 2592,1 1 1,1 2-1,40-26 1,23 3-6978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6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172 489 12737,'-30'18'2023,"24"-15"-159,3-4 6,2 0-1679,0 1 1,0-1 0,0 0 0,0 1 0,0-1-1,0 0 1,0 0 0,0 0 0,0 0 0,0 0-1,1 0 1,-1 0 0,0 0 0,1 0 0,-1 0-1,1 0 1,-1 0 0,1 0 0,-1-1 0,1 1-1,0 0 1,-1 0 0,1 0 0,0-1 0,0 1-1,0 0 1,0-2 0,1 0-16,1 0 0,-1 0 1,1 0-1,-1 0 0,1 1 0,0-1 0,0 0 1,0 1-1,1-1 0,4-3 0,6-6 179,2 1 0,-1 0 0,25-12-1,7-6 56,127-75 448,-13 9-400,-128 73-178,-1-1 0,48-45-1,-73 62-179,15-17 340,-21 23-422,1-1 0,-1 1 1,0 0-1,1-1 1,-1 1-1,0 0 1,0-1-1,0 1 1,0-1-1,1 1 1,-1 0-1,0-1 1,0 1-1,0-1 1,0 1-1,0-1 0,0 1 1,0 0-1,0-1 1,0 1-1,0-1 1,0 1-1,0-1 1,-1 1-1,1 0 1,0-1-1,0 1 1,0-1-1,0 1 0,-1 0 1,1-1-1,0 1 1,-1 0-1,1-1 1,0 1-1,0 0 1,-1-1-1,1 1 1,0 0-1,-1 0 1,1-1-1,-1 1 1,1 0-1,0 0 0,-1 0 1,1 0-1,-1 0 1,1-1-1,-1 1 1,1 0-1,0 0 1,-1 0-1,1 0 1,-1 0-1,0 0 1,-4 0 83,-1-1 1,0 1 0,0 0 0,0 1 0,0-1 0,1 1 0,-1 0 0,0 1 0,1-1 0,-7 4 0,-57 28 180,45-20-291,7-4 8,-14 7 0,1 1 0,1 1 0,1 2 0,-38 33 0,-138 131 0,176-156 0,-45 56 0,60-66 0,1 2 0,-17 35 0,22-40 0,1-1 0,1 1 0,0 0 0,1 1 0,0-1 0,1 1 0,1 0 0,1 0 0,0 0 0,1 0 0,2 19 0,0-24 0,0 0 0,1-1 0,0 1 0,1-1 0,0 1 0,0-1 0,1 0 0,0-1 0,1 1 0,0-1 0,1 0 0,0-1 0,0 1 0,1-1 0,0-1 0,0 0 0,10 7 0,9 3-144,0-1-1,2-2 1,-1 0-1,2-2 1,0-1-1,0-2 1,1-1-1,35 5 1,30 0-2446,136 2-1,-21-18-2310,-67-6-1271,43-11-6057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6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1098 164 16618,'12'-99'2875,"-11"93"-2346,-1 0 0,1 1 0,0-1 0,0 1 0,0-1 0,1 1 0,0-1 0,0 1 0,5-9 4486,-12 67-1471,-14 24-3807,8-37 480,-131 389-217,-33-9 0,62-154 0,-180 376 0,82-190 0,113-210-1275,83-199-613,2 2 1,2 0 0,-9 71-1,19-99-60,0 0-1,1 0 1,3 17-1,14 37-11215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7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75 389 14793,'-56'-106'1769,"53"99"-1484,0 1-1,0-1 1,1 0-1,0 0 0,0 0 1,1 0-1,0 0 1,0 0-1,1 0 1,-1 0-1,2 0 0,-1-1 1,1 1-1,0 0 1,4-14-1,-4 16-93,1 0 0,0 1-1,0-1 1,0 0-1,0 0 1,1 1 0,0 0-1,0-1 1,0 1 0,0 0-1,0 0 1,1 1-1,0-1 1,0 1 0,0-1-1,0 1 1,1 1 0,-1-1-1,1 1 1,-1-1-1,1 1 1,0 1 0,0-1-1,0 1 1,0-1 0,0 2-1,0-1 1,8 0-1,3 1 26,0 0 0,0 1 0,0 1-1,-1 0 1,1 1 0,0 1 0,26 10-1,-28-9-122,-1 1 0,0 0 0,0 1-1,0 0 1,-1 2 0,0-1 0,-1 1-1,0 1 1,0 0 0,-1 0 0,-1 1-1,1 1 1,-2-1 0,0 1 0,0 1 0,-1-1-1,0 2 1,-1-1 0,-1 0 0,0 1-1,5 27 1,-5-9 17,-1 0 1,-2 0-1,-4 64 0,-22 97 100,13-119-110,-4 107 0,15-163-84,1-1 1,1 0 0,0 0-1,1 0 1,1 0-1,1 0 1,0-1-1,1 0 1,15 29 0,-17-37-11,1 0 0,1 0 1,-1-1-1,1 0 1,1 0-1,-1-1 0,1 1 1,0-1-1,0-1 1,1 0-1,0 0 0,0 0 1,0-1-1,0 0 1,1 0-1,-1-1 0,1 0 1,0-1-1,0 0 1,11 1-1,-2-2-2,0 0 0,1-1 0,-1-1 0,0 0-1,1-2 1,-1 0 0,0-1 0,0-1 0,32-13 0,-26 7 32,0-2-1,-1 0 1,-1-1-1,0-2 1,-1 0 0,26-25-1,-18 11 10,-1-2 0,-2 0 0,-1-2 1,-1-1-1,-2 0 0,-2-2 0,-1-1 0,22-64 0,-29 66-19,-2 0 0,-2-1 0,-1 0 0,-2-1 0,-2 0-1,-1 0 1,-5-65 0,0 78-240,-2 0 0,0 0 1,-1 1-1,-2-1 0,-12-27 0,11 34-378,0 0 1,-1 0-1,-1 1 1,-1 1-1,-1 0 1,0 0-1,-17-15 0,21 23-84,1 1 0,-2 0-1,1 0 1,-1 1 0,0 0-1,-16-7 1,17 10-669,0 0 1,0 1 0,0-1-1,0 2 1,-13-2-1,-24 2-9314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7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1094 798 12725,'30'-27'810,"-17"16"-171,0-1-1,-1 0 0,-1-1 1,14-18-1,-23 27-291,0 0 0,-1 0 1,0 0-1,1-1 0,-1 1 1,-1 0-1,1-1 0,-1 1 0,1-1 1,-1 1-1,0 0 0,-1-1 1,1 1-1,-1-1 0,0 1 0,-3-7 1,4 7-164,-1 0 1,-1 1 0,1-1 0,0 1-1,-1 0 1,0-1 0,0 1 0,0 0-1,0 0 1,0 0 0,-1 0 0,1 1-1,-1-1 1,0 1 0,1-1 0,-1 1-1,-7-3 1,4 2 6,0 0-1,0 1 1,-1 0 0,1 0-1,-1 1 1,0 0-1,1 0 1,-1 0 0,-8 1-1,-8 1 156,-1 2 0,1 0 0,0 2 0,-35 11 0,-11 9-7,1 2 1,1 4-1,1 2 0,-89 62 1,-224 195-917,359-273 424,-46 41-304,61-52 406,0-1 1,0 1-1,1 0 0,0 1 0,0-1 1,0 1-1,1-1 0,0 1 0,-3 9 1,6-14 35,-1 0 1,1 0 0,-1 1 0,1-1 0,0 0-1,0 0 1,0 1 0,0-1 0,1 0-1,-1 0 1,0 0 0,1 0 0,0 1 0,-1-1-1,1 0 1,0 0 0,0 0 0,0 0-1,0-1 1,1 1 0,-1 0 0,0 0 0,1-1-1,-1 1 1,1-1 0,0 1 0,-1-1-1,1 1 1,0-1 0,0 0 0,0 0 0,0 0-1,3 1 1,2 1 4,1-1 0,0 1-1,0-1 1,0-1 0,0 1-1,0-1 1,0-1 0,8 0 0,27-3 214,-2-3 0,1-2 1,74-23-1,-62 15 278,74-12-1,-115 27-427,0 0 0,0 0 0,1 1 0,-1 1 0,0 0 0,1 0 0,-1 2 0,0 0 0,0 0 0,-1 1 0,20 9 0,-16-4-10,1 0 1,-2 1-1,1 1 0,-1 1 0,-1 0 0,0 1 1,19 23-1,-17-18-13,191 206 4,-177-197-132,2-1 1,0-1-1,1-2 1,2-1 0,56 27-1,-54-34 42,1-1 0,0-2 0,1-1 0,0-2-1,1-2 1,0-2 0,0-1 0,0-3 0,1 0 0,-1-3-1,0-1 1,66-15 0,-57 6 72,0-3 0,-1-1 1,-1-2-1,0-3 0,-2-2 0,0-1 0,-2-3 0,-1-1 1,65-57-1,-17 1 155,105-126 1,75-132 137,-218 274-268,279-362 952,-75 116-661,-254 311-333,5-6 0,1-1 0,0 1 0,0 1 0,1-1 0,0 2 0,1-1 0,-1 1 0,20-10 0,-28 16 0,0 1 0,0 0 0,-1-1 0,1 1 0,0 0 0,0-1 0,-1 1 0,1 0 0,0 0 0,0 0 0,-1 0 0,1 0 0,0 0 0,0 0 0,0 0 0,-1 0 0,1 0 0,0 0 0,0 0 0,0 1 0,-1-1 0,1 0 0,0 1 0,-1-1 0,1 0 0,0 1 0,-1-1 0,1 1 0,0-1 0,-1 1 0,1-1 0,-1 1 0,1 0 0,-1-1 0,1 1 0,-1 0 0,1 1 0,0 1 0,0 0 0,0 1 0,-1-1 0,0 0 0,1 0 0,-1 1 0,0-1 0,-1 6 0,-3 13 0,0-2 0,-1 1 0,-1 0 0,-16 34 0,-46 79 0,45-91 0,-337 539 0,-46-29 0,218-303 0,178-236 18,-229 318-1280,95-106-3624,85-110 189,31-38-1933,10 2-5696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8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400 662 14053,'31'-82'1962,"-29"78"-1676,1-1-1,-1 1 1,0 0-1,1 0 1,0 0-1,0 0 1,0 0-1,0 1 1,1 0-1,0-1 1,-1 1-1,1 0 1,0 1-1,1-1 1,6-3-1,-6 5-38,0 0-1,1 0 0,-1 0 0,0 0 0,1 1 1,-1 0-1,1 0 0,-1 0 0,1 1 0,-1-1 0,0 1 1,1 1-1,-1-1 0,0 1 0,5 2 0,-4-1-115,14 4 243,-1 1 1,1 0 0,-2 2 0,0 0 0,0 1 0,-1 1-1,30 27 1,-35-27-311,0 1-1,-1 0 1,-1 0 0,0 1-1,-1 1 1,0 0-1,-1 0 1,-1 0 0,0 1-1,-1 0 1,-1 1-1,0-1 1,-2 1 0,0 0-1,0 0 1,-2 0-1,0 0 1,-1 0 0,-1 0-1,0 0 1,-1 0 0,-1 0-1,-1 0 1,-11 31-1,-1-15-152,-1-2 0,-1 0 0,-2-1-1,0-1 1,-3-1 0,0-1 0,-32 28-1,-199 155-1796,247-205 1827,-142 94-1454,107-75 457,1 3 0,2 1 0,0 2 0,-49 50-1,87-80 1023,1 1-1,-1-1 1,0 1-1,1-1 1,-1 1-1,1-1 1,0 1-1,-1-1 1,1 1-1,-1-1 1,1 1-1,0 0 1,-1-1-1,1 1 1,0 0-1,0-1 0,0 1 1,-1 0-1,1-1 1,0 1-1,0 0 1,0-1-1,0 1 1,0 0-1,0-1 1,0 1-1,0 0 1,1-1-1,-1 1 1,0 0-1,0-1 1,0 1-1,1 0 1,-1-1-1,0 1 0,1-1 1,-1 1-1,1 0 1,-1-1-1,1 1 1,-1-1-1,1 1 1,-1-1-1,1 0 1,-1 1-1,1-1 1,-1 1-1,1-1 1,0 0-1,-1 0 1,1 1-1,0-1 0,-1 0 1,1 0-1,1 0 1,3 2-88,0-1 0,0 0 0,0 0 0,0-1-1,0 0 1,8 0 0,21-6-167,-1-1-1,1-2 1,-1-1-1,-1-2 0,38-18 1,-52 22 219,130-62 153,-4-5 0,-3-7-1,-3-6 1,-5-6-1,212-194 1,502-563 4965,-660 639-2739,-172 194-1382,-30 28 195,-7 12-703,1 1 0,1 0 0,0 2 1,-26 45-1,16-24-117,-426 657 1521,353-539-2727,-157 346 0,83-33-4481,150-397 3556,-5 20-1601,17-32-1962,9-9-3096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8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133 241 10405,'29'-40'724,"-12"15"336,0-1 0,21-43 0,-35 62-566,1 1 1,-1 0 0,1 0 0,1 0 0,-1 0 0,1 1-1,0 0 1,0 0 0,0 0 0,12-7 0,-15 10-336,1 1 0,0 0 0,0-1 0,0 1 1,0 0-1,0 0 0,0 1 0,0-1 0,0 0 0,0 1 1,0 0-1,0 0 0,0 0 0,0 0 0,0 0 1,0 1-1,0-1 0,0 1 0,0 0 0,0 0 0,0 0 1,0 0-1,0 1 0,0-1 0,4 4 0,-1 0-10,-1-1-1,0 1 0,0 0 1,-1 1-1,0-1 1,1 1-1,-2 0 1,1 0-1,-1 0 1,0 0-1,0 0 0,0 1 1,2 12-1,-1-4 10,-2 0-1,1 0 0,-2 0 1,0 0-1,-2 21 0,0-20-89,-2 0 0,0-1 0,0 1 0,-2-1 0,0 0 0,0 0 0,-2 0 0,0 0-1,0-1 1,-1-1 0,-13 17 0,-6 3-57,0-2-1,-2-1 1,-37 29 0,36-34-643,-1-1-1,-1-2 1,-52 27 0,79-46 173,0 0 0,0 0 0,0 0 0,0 1 0,-7 6 0,12-10 368,-1 1 1,1-1-1,0 0 0,-1 1 0,1-1 0,0 0 0,0 1 1,-1-1-1,1 1 0,0-1 0,0 1 0,-1-1 0,1 0 1,0 1-1,0-1 0,0 1 0,0-1 0,0 1 0,0-1 1,0 1-1,0-1 0,0 1 0,0-1 0,0 1 0,0 0 1,1 0-58,0-1 0,-1 1 1,1 0-1,0-1 0,0 1 1,0-1-1,-1 0 1,1 1-1,0-1 0,0 0 1,0 1-1,0-1 1,0 0-1,0 0 0,0 0 1,0 0-1,0 0 1,2 0-1,40 1-5362,17-8-3317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8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1063 14 12049,'-10'-3'518,"0"0"0,-1 0 0,1 1 0,0 1 0,0 0 0,-1 0 0,1 1 0,-1 0 0,1 1 0,0 0 0,-1 1 0,1 0 0,0 1 0,0 0 0,0 0 0,-9 5 0,-7 7 92,1 0-1,1 1 1,1 2-1,0 0 1,1 2-1,-27 30 0,-102 140 1032,80-87-1633,5 2 0,-60 134 0,-76 240-7668,160-358 1513,13-3-3848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8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2147 0 12365,'-22'5'1606,"21"-4"-1506,0-1 0,0 1 0,1 0 0,-1-1-1,0 1 1,1-1 0,-1 1 0,0 0 0,1 0-1,-1-1 1,1 1 0,-1 0 0,1 0 0,0 0 0,-1 0-1,1-1 1,0 1 0,0 0 0,-1 0 0,1 0-1,0 0 1,0 0 0,0 0 0,0 1 0,0 0 217,-2 12-56,1 0 0,0 0 0,1 0 0,0 0 0,2 0 0,-1 0 0,2 0 0,0-1 0,0 1 0,1-1 0,1 0 0,0 0 0,1 0 0,0 0 0,1-1-1,1 0 1,0-1 0,0 0 0,18 19 0,-17-21-214,0-1 0,0 0 0,1 0 0,0-1 0,0 0 0,1-1 0,0 0 0,0-1 0,0 0 0,14 4 0,-16-7 8,0 0 1,0-1-1,0 1 1,0-2-1,0 1 1,0-1-1,0-1 1,0 0 0,0 0-1,0-1 1,0 0-1,-1 0 1,1-1-1,13-6 1,8-8 824,-1-1 0,-1-1 0,-1-2 0,31-29 0,-23 19-76,-16 13-283,-14 13-308,1 0 0,0 0 0,0 0 0,0 1 1,12-7-1,-17 11-189,-1 0 1,1 0-1,-1 0 0,1 0 1,0 0-1,-1 0 0,1 0 1,0 0-1,-1 1 0,1-1 1,-1 0-1,1 0 1,0 0-1,-1 1 0,1-1 1,-1 0-1,1 1 0,-1-1 1,1 1-1,-1-1 0,1 0 1,-1 1-1,1-1 1,-1 1-1,0-1 0,1 2 1,0-1 38,1 1-41,-1 0 1,0 0-1,0 0 1,1 1 0,-1-1-1,-1 1 1,1-1 0,0 0-1,0 1 1,-1-1-1,0 1 1,1 0 0,-1-1-1,0 1 1,0-1 0,-1 1-1,1-1 1,0 1-1,-2 3 1,-18 56 189,12-41-140,-20 47 73,-2-1 1,-3-2-1,-47 68 1,-141 177 134,173-246-217,-509 604-97,-409 285-2110,687-705 1337,-15-21 148,271-210 663,0-2 0,-1-1 0,-1-1 0,0 0 0,-43 13 0,68-26 11,-1 1-1,0-1 1,0 0-1,0 0 0,1 1 1,-1-1-1,0 0 0,0 0 1,0 0-1,0 0 1,0 0-1,1 0 0,-1 0 1,0 0-1,0 0 1,0-1-1,0 1 0,1 0 1,-1-1-1,0 1 1,0 0-1,0-1 0,-1 0 1,2 0 1,0 0-1,-1 1 1,1-1 0,0 0 0,-1 0 0,1 0 0,0 0 0,0 0-1,0 1 1,0-1 0,0 0 0,0 0 0,0 0 0,0 0 0,0 0-1,1 0 1,-1 1 0,1-3 0,1-4 65,1 1 0,0-1 1,1 1-1,7-11 0,10-10 132,2 1 0,30-26 0,-18 19-77,748-666 469,-590 552-1506,6 9 0,326-171 1,-330 215-3046,280-97 1,-310 143-2828,-18 17-4429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19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599 1769 12937,'-8'2'174,"-19"6"947,1-2-1,-1-1 1,0-1 0,-29 0 0,18-3 910,1-1-1,0-2 1,-1-2 0,1-2-1,-46-12 1,81 18-1970,0-1-1,-1 0 1,1 0 0,0 0-1,0 0 1,0 0 0,0-1-1,0 1 1,0 0 0,1-1 0,-1 0-1,0 1 1,1-1 0,-1 0-1,1 0 1,-1 0 0,1 0-1,0 0 1,0 0 0,0 0-1,0 0 1,0 0 0,1-1 0,-1 1-1,1 0 1,-1-1 0,1 1-1,0 0 1,0-1 0,0 1-1,0-4 1,2-2-70,-1 0 0,1 0-1,0 1 1,1-1 0,0 0 0,0 1-1,8-14 1,17-19 9,1 1 0,60-63 0,-60 70 0,41-44 0,351-406 0,-335 372 0,-5-3 0,104-194 0,-57 74 0,-72 134 0,-185 352 0,-296 599 0,356-739 0,-131 167 0,-111 79 0,296-343 0,-31 33 0,3 3 0,-39 57 0,79-103 0,-1 1 0,0-1 0,1 1 0,0 0 0,1 0 0,0 0 0,-3 14 0,5-18 0,-1 0 0,1 1 0,0-1 0,0 0 0,1 0 0,-1 0 0,1 0 0,-1 0 0,1 0 0,0 0 0,0 0 0,0 0 0,1 0 0,-1-1 0,1 1 0,-1 0 0,1-1 0,0 1 0,0-1 0,4 4 0,0-1 0,1 0 0,0-1 0,0 0 0,0 0 0,0 0 0,0-1 0,1 0 0,-1-1 0,1 0 0,0 0 0,15 1 0,8 0 0,54-4 0,-82 1 0,76-6 0,1-3 0,78-21 0,155-52 0,414-157 0,-316 98 0,-320 109 0,-15 5 0,114-24 0,-177 48 0,0 1 0,1 1 0,-1 0 0,0 1 0,0 0 0,23 4 0,-32-3 0,0-1 0,0 1 0,-1 0 0,1 1 0,-1-1 0,1 1 0,-1-1 0,0 1 0,1 0 0,-1 0 0,0 1 0,0-1 0,0 0 0,-1 1 0,1 0 0,-1 0 0,1 0 0,-1 0 0,0 0 0,0 0 0,0 1 0,-1-1 0,1 0 0,-1 1 0,0 0 0,0-1 0,1 5 0,-1 3 0,0-1 0,-1 1 0,0 0 0,0 0 0,-1 0 0,-1-1 0,0 1 0,0-1 0,-5 12 0,-8 17 0,-19 38 0,26-59 0,-31 65 0,-53 119 0,74-157 0,3 0 0,-16 78 0,29-113 0,1 0 0,0-1 0,0 1 0,1 0 0,0 0 0,1 0 0,0 0 0,0 0 0,4 10 0,-4-15 0,1 0 0,0-1 0,0 1 0,1-1 0,-1 0 0,1 0 0,0 0 0,0 0 0,1 0 0,-1 0 0,1-1 0,-1 0 0,1 0 0,0 0 0,0 0 0,1 0 0,-1-1 0,0 0 0,1 0 0,5 2 0,-1-1 0,1 0 0,0-1 0,0 0 0,0 0 0,0-1 0,1 0 0,-1-1 0,0 0 0,0-1 0,1 0 0,-1-1 0,10-2 0,-7 0 0,0-1 0,-1 0 0,1-1 0,-1 0 0,0-1 0,-1 0 0,0-1 0,14-12 0,-7 3 0,-1-1 0,-1 0 0,-1-1 0,0-1 0,-1 0 0,-1-1 0,-2-1 0,0 0 0,14-41 0,-16 37 0,-1-2 0,-2 1 0,0-1 0,-2 0 0,-2 0 0,0 0 0,-2 0 0,0-1 0,-2 1 0,-2 0 0,0 0 0,-2 1 0,-1-1 0,-1 1 0,-1 0 0,-2 1 0,-1 0 0,0 1 0,-2 1 0,-18-25 0,24 38-27,-1 1 1,0 0-1,0 0 1,-1 1-1,0 1 0,0 0 1,-1 0-1,0 1 0,-1 0 1,0 1-1,-20-8 1,27 12-223,-1 1 0,0 0 0,0-1 0,0 2 0,0-1 0,0 1 0,0 0 0,0 0 0,0 0 0,1 1 0,-1 0 0,-6 2 1,6-1-303,1 0 0,0 1 1,0 0-1,0 0 0,0 0 1,0 0-1,0 1 0,1-1 1,-1 1-1,1 1 0,0-1 1,1 0-1,-1 1 1,-3 6-1,5-7-307,-1 0-1,1 0 1,1 0 0,-1 0-1,0 0 1,1 1 0,-2 8-1,3 36-10242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20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213 850 10721,'3'-3'2256,"22"-27"1397,-25 30-3558,1 0 0,0-1 0,0 1 0,-1 0 0,1 0 0,0 0 0,-1-1-1,1 1 1,0 0 0,0 0 0,-1 0 0,1 0 0,0 1 0,0-1 0,-1 0 0,1 0 0,0 0 0,0 1 0,-1-1-1,1 0 1,0 0 0,-1 1 0,2 0 0,-1 0 197,1-1-151,0 1 0,-1 0 0,1 0 0,0 0 0,-1 0 0,1 0-1,-1 0 1,0 0 0,1 0 0,-1 1 0,0-1 0,0 1 0,0-1-1,1 1 1,-2-1 0,1 1 0,0-1 0,0 1 0,0 0 0,-1-1 0,1 1-1,-1 0 1,1 0 0,-1 0 0,0-1 0,0 1 0,0 0 0,0 0-1,0 0 1,0 0 0,0-1 0,-1 4 0,-1 8 237,-1 0 1,0 0-1,-7 17 1,7-22-148,-14 33 326,-2 0 0,-1-1 1,-3-1-1,-39 52 1,-3 8-115,53-80-379,3-6 6,0 1 0,2 0-1,-8 18 1,13-29-61,1 1 1,0 0-1,0 0 0,0-1 1,0 1-1,1 0 1,-1 0-1,1 0 1,0 0-1,0 0 1,1 0-1,-1 0 0,1 0 1,0 0-1,0 0 1,0-1-1,0 1 1,3 4-1,-2-5-4,0-1-1,0 0 1,0 1 0,0-1-1,0 0 1,1 0-1,-1-1 1,1 1 0,-1 0-1,1-1 1,0 0 0,-1 1-1,1-1 1,0 0 0,0 0-1,0-1 1,0 1-1,0-1 1,0 1 0,4-1-1,9 0 9,-1 0 1,26-4-1,-1-3-4,-2-2 0,1-2 0,65-28 1,26-8 1,-123 45-11,44-13-18,0 2 0,60-7 1,-94 18 10,0 1 1,0 0-1,0 2 0,0 0 1,0 1-1,0 1 1,-1 0-1,1 1 1,-1 1-1,28 12 0,-18-3 12,40 28 0,-46-28-4,1-1 0,44 21 0,-61-32 0,0-1-1,0 0 1,0-1-1,0 1 1,0-1-1,1 0 1,-1 0-1,0 0 1,0 0 0,1-1-1,-1 0 1,0 0-1,0 0 1,6-2-1,9-5-11,33-19 0,1 1 54,-44 22-36,-4 1 4,1 1 0,1-1 0,-1 1 0,0 0-1,0 0 1,1 1 0,-1 0 0,1 0 0,-1 0 0,1 1 0,-1 0-1,1 0 1,-1 1 0,1 0 0,-1 0 0,1 0 0,8 4-1,-6 0 3,-1 0 0,0 0 0,0 1 0,0 0 0,0 1 0,-1-1 0,0 1 0,-1 1 0,1-1 0,-1 1 0,7 13 0,-4-3 10,2-1 1,0 0 0,1-1 0,23 25-1,-29-36-20,0 0 0,-1 0 0,2-1 0,-1 0 0,0 0 0,1-1 0,0 0-1,-1 0 1,1 0 0,1-1 0,-1 0 0,0-1 0,0 1 0,1-1 0,8 0-1,12-2-4,1 0 1,-1-2-1,0-1 0,0-1 0,-1-2 0,0-1 0,43-17 0,-7-4-6,114-69-1,-3-26-17,-45 30 12,-126 92 38,-23 0 63,19 1-83,0 1-1,-1 0 1,1-1-1,-1 1 1,1 0-1,-1 0 1,1 0-1,-1 0 1,1 0-1,-1 1 1,1-1-1,-1 0 1,1 1-1,0-1 0,-1 1 1,1-1-1,-1 1 1,1 0-1,0-1 1,0 1-1,-1 0 1,1 0-1,0 0 1,0 0-1,-2 2 1,-6 5 8,1 0 0,0 1 1,0 0-1,1 0 0,0 1 0,1 0 1,0 0-1,0 0 0,1 1 0,-6 17 1,10-23-34,-1 0 0,1 0 0,0 0 0,0 0 1,1 0-1,-1 0 0,1 0 0,0 0 0,1 0 1,-1 0-1,1-1 0,0 1 0,0 0 0,0 0 0,1 0 1,0-1-1,0 1 0,0 0 0,0-1 0,1 0 1,0 0-1,-1 0 0,2 0 0,-1 0 0,0 0 0,1-1 1,0 1-1,5 3 0,5 2-244,2-1 1,-1 0-1,1-1 1,0 0-1,0-2 0,1 0 1,0 0-1,0-2 0,0 0 1,19 0-1,25 0-893,92-7 0,-72-4 601,0-3 1,0-4-1,-2-3 0,126-46 1,-103 24 610,-3-5 0,-1-4 0,91-62 0,-95 46 453,-3-4 0,-3-4 0,101-108 0,-54 32 1817,117-167 1,-216 267-1499,-1-2-1,-2-1 1,-3-1 0,28-68 0,-58 120-823,1 0 0,-1 0-1,1 0 1,-1 0 0,0 0 0,1 0-1,-1 0 1,0 0 0,0 0-1,1 0 1,-1 0 0,0 0 0,0 0-1,0 0 1,0 0 0,-1 0-1,1 0 1,0 0 0,0 0 0,0 0-1,-1 0 1,1 0 0,-1 0-1,1 0 1,-1 0 0,1 0 0,-1 0-1,1 0 1,-1 0 0,0 1-1,0-1 1,1 0 0,-1 0 0,0 1-1,0-1 1,0 1 0,0-1-1,0 1 1,0-1 0,0 1 0,0-1-1,0 1 1,0 0 0,0 0-1,0-1 1,0 1 0,0 0 0,0 0-1,-2 0 1,-2 0-4,-1 0-1,0 0 1,0 1-1,1 0 1,-1 0 0,0 0-1,-10 4 1,8-1 1,-1 1 0,1 0 0,0 0 0,1 1 0,-1-1 0,-12 14 0,-39 50 0,0 9 0,3 3 0,-54 108 0,-73 187 0,153-312 0,-139 353 224,107-203-1243,20 7-3319,38-180 1709,-1 55 0,12-7-4048,13 9-6038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21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1 272 15025,'4'-16'1058,"-3"9"-195,0 1-1,1-1 1,0 1 0,6-11 0,-7 15-689,0 0 0,0 0 0,0 0 0,1 1 0,-1-1 0,1 1 0,0-1 0,-1 1 0,1-1 0,0 1 0,0 0 0,0 0 0,0 0 0,0 0 0,0 0 0,0 0 0,0 1 0,4-2 0,62-6 951,-1 2-1,1 4 1,93 7 0,-22 0-543,266-13 412,-316 0-848,0-4 1,133-34-1,126-53-11,-340 97-143,-1 0-1,0 1 0,0 0 1,1 0-1,-1 1 1,1 0-1,10 1 1,-16-1 4,0 1 1,-1-1 0,1 1 0,0-1-1,-1 1 1,1-1 0,0 1-1,-1 0 1,1 0 0,-1 0-1,0 0 1,1 0 0,-1 0-1,0 0 1,1 1 0,-1-1 0,0 0-1,0 1 1,0-1 0,0 1-1,0-1 1,-1 1 0,1 0-1,0-1 1,-1 1 0,1-1-1,-1 1 1,1 0 0,-1 0 0,0-1-1,0 1 1,0 0 0,0 0-1,0-1 1,0 1 0,0 0-1,-1 2 1,-4 18-105,-1-1 0,-1 0 0,-1 0 0,0 0 0,-17 27 0,-4 11-283,-14 36-468,-61 149-1259,98-228 1983,-14 44-256,20-58 370,-1 0 1,1 0 0,-1 1-1,1-1 1,0 0-1,0 1 1,0-1 0,0 0-1,0 0 1,0 1 0,1-1-1,-1 0 1,1 1 0,0-1-1,-1 0 1,1 0-1,0 0 1,0 0 0,1 0-1,-1 0 1,2 2 0,0-2 6,1 0 1,-1-1 0,1 1 0,-1-1-1,1 0 1,0 0 0,-1-1-1,1 1 1,0-1 0,-1 0 0,1 1-1,0-2 1,0 1 0,5-1 0,-4 0-2,14-1 0,1-2 0,-1 0 0,0-2 0,0 0 0,22-11 0,33-9-56,-19 8 19,62-15 97,-101 30-33,-1 0 1,1 1 0,0 1 0,-1 0-1,23 3 1,-30-1-7,-1 1 0,1 1 0,-1-1 0,0 1 0,0 1 1,0-1-1,0 1 0,0 0 0,-1 1 0,0-1 0,0 1 0,0 1 0,0-1 0,-1 1 0,0 0 0,0 0 0,5 10 0,15 35-14,-24-44 15,2-1-1,-1 1 1,1-1-1,0 0 0,0 0 1,1 0-1,-1-1 1,1 1-1,1-1 1,-1 0-1,1 0 1,5 4-1,-4-5 15,0-1 0,0 0 0,0 0 0,0-1 1,1 1-1,-1-2 0,1 1 0,-1-1 0,1 0 0,0 0 0,0 0 0,-1-1 0,1 0 0,0-1 1,-1 1-1,1-1 0,12-4 0,8-3 592,1-1 1,48-25-1,-42 18 101,-10 5-129,-3 1 31,-1 1 0,2 0 1,29-6-1,-50 16-600,-1 0 0,1 0 0,0 0 1,-1 1-1,1-1 0,-1 0 0,1 0 0,-1 1 0,0-1 1,1 0-1,-1 1 0,0-1 0,0 3 0,0-4-8,1 9-337,-1 0 0,0 0 0,0 0 0,-3 16 0,-2 23-1824,5-28 1471,1 54-4537,5-23-3310,4-3-1524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21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1 519 10013,'80'-123'2152,"-56"75"-192,-4-1-176,3-2-259,11 3-269,9-3-340,7 5-172,7 4-152,-6 12-128,6 9-128,-1 12-240,1 9-404,-6 6-452,-8 15-604,-19 9-392,-8 3-385,-6 10-2371,-6 2-3501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22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1830 136 5404,'247'17'8195,"-205"-15"-7241,-12 0 336,-1 1 1,0 1-1,0 2 1,33 10-1,-58-14-522,33 1 4391,-37-21-4377,0 13-736,0 1 0,-1 0 0,1 0 0,-1-1 0,0 1 0,-1 0 0,1 0 0,-1 0 0,1 0 0,-1 0 0,0 1-1,-1-1 1,1 1 0,-1-1 0,1 1 0,-1 0 0,0 0 0,0 0 0,-6-4 0,-3-3 6,-1 1-1,0 0 1,-1 1 0,-15-7-1,7 6-29,1 2-1,-1 0 1,0 1-1,-1 1 0,1 2 1,-1 0-1,0 1 1,0 1-1,0 1 0,1 2 1,-42 6-1,33-2-13,1 2 0,0 0 0,1 2 0,0 1 0,0 2 0,1 0 0,1 2 0,-30 21 0,41-24-19,0 1 0,0 1 0,2 0 1,-1 0-1,-19 29 0,27-33-10,0 0 0,1 1 1,1 0-1,0 0 0,0 0 1,1 1-1,0 0 0,1-1 1,1 1-1,-3 19 0,5-26 13,0 1 0,0-1 0,1 0 0,-1 1 0,1-1 0,1 0 0,-1 0 0,0 0 0,4 7 0,4 10-31,2-1 0,16 26 1,-24-41 33,1-1 0,0-1 0,0 1 1,1 0-1,-1-1 0,1 0 1,0 0-1,0 0 0,0-1 0,1 1 1,-1-1-1,1-1 0,0 1 1,0-1-1,6 2 0,2-1 43,0-1 0,0 0-1,0-1 1,25-2 0,-11-1 202,1-1 0,-1-1 0,0-2-1,55-18 1,102-54 1454,-49 18-664,-132 59-1030,0-1 0,1 1 0,-1-1 0,0 1 0,0 1 0,1-1 0,-1 1 0,1-1 0,5 2 0,-9-1 0,0 0 0,1 0 0,-1 1 0,0-1 0,1 1 0,-1-1 0,0 1 0,0-1 0,1 1 0,-1 0 0,0-1 0,0 1 0,0 0 0,0 0 0,0 0 0,0 0 0,0 0 0,0 0 0,-1 0 0,1 0 0,0 1 0,-1-1 0,1 0 0,0 0 0,-1 1 0,0-1 0,1 0 0,-1 0 0,0 1 0,1 1 0,-1 4 0,0 1 0,0-1 0,-1 0 0,1 0 0,-2 1 0,1-1 0,-1 0 0,0 0 0,0 0 0,-1 0 0,0-1 0,0 1 0,-1-1 0,-6 9 0,-9 13 0,-45 46 0,47-54 0,-330 331 0,-25-22 0,-374 257 0,129-159 0,579-401 0,34-23 2,0 0-1,0 1 1,0 0 0,1 0-1,-1 0 1,-2 4 0,3 4-22,4-12 15,-1 0-1,1 0 0,0 0 1,0 1-1,-1-1 0,1 0 1,0 0-1,-1 0 1,1 0-1,0 0 0,-1 0 1,1 0-1,0-1 1,-1 1-1,1 0 0,0 0 1,-1-1-1,1 1 1,0 0-1,-1 0 0,2-2 1,77-36-2030,92-61-1,-100 56 1140,495-255-5637,18 34 2110,-207 97 3072,241-75 2810,-466 187 104,-112 38-27,65-36-1,-22 9 2134,-81 43-3664,0 0 1,0 1-1,0-1 0,1 1 0,-1-1 0,0 1 0,0 0 0,1 0 0,-1 0 0,0 0 0,0 1 1,0-1-1,1 0 0,-1 1 0,0 0 0,0-1 0,0 1 0,0 0 0,0 0 0,0 0 0,0 1 1,0-1-1,-1 0 0,1 1 0,0-1 0,-1 1 0,1-1 0,2 4 0,-2-1-802,1 0 1,-1 0-1,0 0 0,-1 0 0,1 0 0,-1 0 0,1 1 0,-1-1 0,0 0 0,0 6 1,0-2-1798,5 20-8335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23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678 21 5989,'0'-1'90,"0"0"0,0 0 0,0 0 0,0 0 0,-1 0 0,1 0 0,0 0 0,-1 0 0,1 0 0,-1 0 0,1 0 0,-1 0 0,0 0 0,1 0 0,-1 0 0,0 0 0,1 0 0,-1 1 0,0-1 0,-2-1 0,2 2 81,-1 0 0,1 1 0,-1-1 0,1 0 0,-1 0 0,0 1 0,1-1 0,0 1 0,-1 0 0,1-1 0,-1 1 0,1 0 0,-2 1 0,0-1 993,0 0-871,0-1-1,0 1 1,0 0 0,1 0-1,-1 0 1,0 0 0,0 0-1,1 1 1,-1 0 0,0-1 0,1 1-1,0 0 1,-1 0 0,1 0-1,-3 4 1,-29 36 1199,31-37-1243,-97 142 3699,-119 238 1,166-275-2900,-48 140 0,80-183-615,2 1 0,3 1 0,-11 109 0,25-150-252,1-1-1,1 1 1,2-1 0,1 1-1,0-1 1,2 0 0,13 40-1,-13-53-92,0-1-1,1 0 1,0 0-1,1 0 1,1-1 0,0 0-1,1 0 1,0-1-1,0 0 1,1-1 0,1 0-1,0 0 1,0-1-1,1-1 1,0 0-1,14 7 1,1-3-56,0-2 0,0-1 0,1-1 0,0-1 0,0-2 0,55 4 0,-1-7-41,96-9 1,-30-9 12,-1-6-1,284-82 1,272-141-146,-613 211 79,901-356-3439,-28-62-3977,-949 445 7113,36-20-923,46-32 0,-84 51 318,0-1-1,-1 0 1,0-1 0,0-1-1,-1 0 1,-1 0-1,0 0 1,14-23-1,-12 14-5969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24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2453 1 12885,'-38'7'398,"0"-1"223,1 2 0,1 2 0,-40 16 0,-160 62 2459,-212 93-479,391-152-2400,0 2-1,2 3 1,2 2 0,1 2 0,-71 70 0,3 23 689,-143 204 0,98-118 34,35-58-174,-120 162 841,215-270-1205,3 1 1,2 2 0,2 1 0,-31 90-1,50-118-206,2 0-1,1 1 0,1-1 1,1 1-1,2 1 1,1-1-1,3 47 0,1-55-76,0-1 0,1 0 0,0 0 0,2-1 0,0 1 0,2-1 0,-1-1 0,2 1 0,1-1 0,0-1-1,1 0 1,14 16 0,0-6-59,2-1-1,0-1 1,1-2 0,2-1-1,0-1 1,1-1-1,1-2 1,44 17-1,23 4-57,160 37-1,-85-37-674,286 27 0,180-30-6417,-253-18-2057,-114 0-2973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24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1209 1085 14057,'-21'-155'2377,"19"140"-1940,-5-27 2168,-1-74 1,8 102-2121,2-1 1,0 1-1,0 0 1,2 0 0,-1 0-1,2 0 1,10-23-1,0 9 102,0 1 0,2 0-1,1 1 1,0 1-1,31-30 1,-4 10 350,84-65 0,-75 70-736,2 3 0,2 2 0,0 3 0,3 2 0,0 3 0,97-29 0,-139 50-201,0 2 0,0 0 0,1 1 0,-1 1 0,1 1 0,-1 1 0,34 3 0,-45-2 0,0 1 0,0 0 0,0 0 0,-1 1 0,1 0 0,-1 0 0,1 1 0,-1-1 0,0 2 0,-1-1 0,1 1 0,-1 0 0,0 1 0,0-1 0,0 1 0,-1 0 0,0 0 0,0 1 0,-1 0 0,0 0 0,5 11 0,0 3 0,-2 1 0,-1-1 0,-1 2 0,0-1 0,-2 0 0,-1 1 0,0 0 0,-4 42 0,-32 186 0,33-241 0,-130 530 0,-37-9 0,162-514 0,-19 61 0,-146 408 0,128-380 0,-6-2 0,-89 143 0,109-203 0,-3-2 0,-1-1 0,-2-2 0,-2-1 0,-1-2 0,-2-2 0,-55 37 0,31-31 0,-2-2 0,-2-3 0,-1-4 0,-101 33 0,-195 33-1524,118-45-3898,205-44 3922,-24 4-1598,-8 2-4337,24 0-3369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25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13277,'-10'12'7229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15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589 1 11537,'18'16'4657,"-19"-16"-4461,1 1-1,-1-1 1,1 1 0,-1-1 0,1 1-1,-1-1 1,0 1 0,1-1 0,-1 1-1,0-1 1,1 1 0,-1-1 0,0 0-1,1 0 1,-1 1 0,0-1 0,1 0-1,-1 0 1,-1 0 0,-7 4 105,-5 1 455,0 1 0,1 1 0,0 1 0,1 0 0,-1 0 0,-19 19 0,-57 68 1526,56-56-1741,-34 43-75,3 4 0,-76 135 0,127-199-885,2 1 1,0 0-1,2 1 0,1 0 1,-8 37-1,11-38-529,2-1 1,1 1-1,1 0 1,1 0-1,0 0 0,6 31 1,-4-45 353,0 0 0,1 0 0,0 0-1,1 0 1,0-1 0,0 0 0,1 1 0,0-2 0,11 15 0,-14-20 264,-1 0-1,1 0 1,0 0 0,0-1 0,0 1 0,0-1 0,0 1-1,0-1 1,0 0 0,0 1 0,1-1 0,-1 0 0,0-1-1,1 1 1,-1 0 0,3 0 0,-1 0-275,26 7-5030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15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86 7841,'71'-70'5727,"-70"69"-5610,1-1 0,-1 1-1,1-1 1,0 1 0,0 0 0,0 0-1,0 0 1,0 0 0,0 0 0,0 0 0,0 1-1,0-1 1,0 1 0,1-1 0,-1 1 0,0 0-1,0 0 1,1 0 0,-1 0 0,0 0 0,0 0-1,0 1 1,0-1 0,1 1 0,-1 0 0,0-1-1,0 1 1,0 0 0,0 0 0,0 0 0,0 1-1,-1-1 1,1 0 0,0 1 0,-1-1 0,1 1-1,2 2 1,2 3 18,0 0-1,-1 0 1,0 1-1,0 0 0,-1 0 1,0 0-1,6 17 1,-7-15-50,-1 0-1,0 0 1,0 1 0,-1-1 0,0 1 0,-1-1 0,0 1 0,-1-1-1,0 0 1,0 1 0,-6 19 0,4-24-67,1 1-1,0-1 1,-1 0 0,-1 0-1,1 0 1,-1 0 0,0 0 0,0-1-1,0 0 1,-1 1 0,0-2 0,0 1-1,0-1 1,0 1 0,-1-1-1,0-1 1,0 1 0,-12 4 0,-2 0-790,1-2 1,-1-1 0,0 0 0,0-1 0,-34 2-1,50-6-948,-9-12-4140,2 2 615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16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0 6725,'0'0'4265,"2"2"-3296,0-1-845,0 1 0,1-1 0,-1 1 1,0 0-1,0 0 0,0 0 0,0 0 0,0 0 0,-1 0 0,1 0 0,-1 1 0,1-1 0,-1 1 1,0-1-1,0 1 0,0-1 0,0 1 0,-1 0 0,1-1 0,-1 1 0,1 0 0,-1 0 0,0-1 1,0 1-1,0 0 0,-1 0 0,1-1 0,-2 6 0,0 1 115,-1 1 0,-1-1 0,0 0-1,-10 17 1,3-6-45,-5 10 8,-2-1 1,-1-1-1,-1 0 0,-2-2 0,0 0 0,-34 28 0,29-26 61,7-6 203,19-20-289,4-1-34,6 0-129,0-1 0,0 0 0,-1 0 0,1-1 0,0 0 1,0-1-1,15-4 0,64-27 73,-20 6 10,112-22-140,-176 48 38,1 0 1,-1 0 0,1 0 0,0 1-1,-1 0 1,1 0 0,0 0-1,-1 1 1,1-1 0,-1 1-1,1 0 1,8 3 0,-11-2 5,0-1 0,0 0 0,0 1 1,0 0-1,0-1 0,0 1 1,0 0-1,-1 0 0,1 0 0,-1 0 1,1 0-1,-1 1 0,0-1 1,0 0-1,0 1 0,0-1 0,0 0 1,-1 1-1,1-1 0,-1 1 1,0-1-1,1 1 0,-1-1 0,-1 6 1,0 16-493,-2-1-1,-6 26 1,6-31-199,3-15-108,0 17-1415,-1-19 2085,1-1 1,0 1-1,0-1 1,0 1-1,0 0 1,0-1-1,0 1 1,-1-1-1,1 1 1,1-1-1,-1 1 1,0-1-1,0 1 1,0 0-1,0-1 1,0 1-1,0-1 0,1 1 1,-1-1-1,0 1 1,0-1-1,1 1 1,-1-1-1,0 1 1,1-1-1,-1 0 1,1 1-1,-1-1 1,0 1-1,1-1 1,-1 0-1,1 1 1,-1-1-1,1 0 1,-1 0-1,1 1 1,-1-1-1,1 0 1,-1 0-1,1 0 1,0 0-1,-1 0 1,1 0-1,-1 0 1,1 0-1,-1 0 1,1 0-1,0 0 1,-1 0-1,1 0 1,-1 0-1,1 0 1,-1 0-1,1-1 1,-1 1-1,1-1 1,4 1 21,18-3-4001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16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88 5765,'10'-36'1540,"1"21"-296,-1 3 556,-7 0-1224,4 0 468,-4 33-1916,0 0-12,-3 3-636,4 18-1012,-1-6-645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16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5561,'2'-4'351,"1"0"1,0 0-1,0 1 1,0 0-1,0 0 1,1-1-1,-1 2 1,8-5-1,23-22 3122,-30 24-3474,-3 4 96,0 0 1,-1 0 0,1 0 0,0 0 0,0 0-1,0 0 1,0 0 0,0 0 0,0 1-1,0-1 1,0 0 0,0 1 0,0-1 0,2 0-1,-2 2-39,0-1-1,1 0 0,-1 1 0,1 0 0,-1-1 0,0 1 1,1 0-1,-1-1 0,0 1 0,0 0 0,0 0 0,0 0 1,0 0-1,2 2 0,-2-2-92,1 1-2,-1-1 31,1 1 1,-1-1 0,0 1-1,1 0 1,-1-1-1,0 1 1,0 0-1,0 0 1,-1 0 0,1 0-1,0 0 1,0 3-1,0-5 7,0 1 0,0 0 0,1-1 0,-1 0-1,0 1 1,0-1 0,1 0 0,-1 0 0,0 1-1,0-1 1,1 0 0,-1 0 0,0 0 0,0-1-1,1 1 1,1-1 0,-2 1-1,56-8-3134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31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2235 98 9685,'2'-1'171,"1"-1"1,-1 1-1,1 0 0,-1-1 1,0 0-1,0 1 1,0-1-1,0 0 0,0 0 1,0 0-1,0 0 0,-1-1 1,1 1-1,-1 0 1,2-4-1,-3 4 14,0 0 1,0 0 0,0 0-1,-1 0 1,1 0-1,-1 0 1,1 0-1,-1 0 1,0 0 0,0 0-1,0 0 1,0 0-1,0 0 1,0 1 0,-1-1-1,1 1 1,0-1-1,-1 1 1,1-1-1,-1 1 1,-3-3 0,2 2 36,-1-1 0,1 1 0,-1 0 0,1 0 1,-1 0-1,0 0 0,0 0 0,0 1 1,0 0-1,0 0 0,0 0 0,0 0 1,0 1-1,-1-1 0,1 1 0,-8 1 1,-3 1 17,1 0 0,-1 1 1,-18 7-1,18-6-35,-27 11 205,-1 1 0,2 2 0,-73 43 0,-103 89 445,-199 189 1462,364-290-1992,1 1 0,-54 72 0,96-111-286,-69 89 360,-122 209 0,-18 114 32,122-212-22,10 3 0,9 5 0,9 2 0,-73 436 0,129-562 11,3-1 1,5 106-1,7-130-182,4-1 0,2 0 0,28 104 0,-29-143-238,2-1 0,2 0 0,0-1 0,2-1 0,1 0 0,1-1 0,1 0 0,1-2 0,1 0 0,2-1 0,0-1 0,1-1 0,1 0 0,2-2 0,-1-1 0,2-1 0,0-1 0,42 18 0,5-4 0,2-3 0,1-3 0,0-4 0,2-2 0,133 11 0,-22 0 0,-53-6 0,-102-21-624,-21-7 98,-3 0-31,30-12-3534,37-20 1,-24 11-2480,22-10-6755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33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1654 192 10673,'3'-3'80,"9"-8"876,0-1-1,18-24 1,-26 31-429,-1 0-1,0 0 1,0 0 0,-1-1-1,1 1 1,-1-1 0,-1 0-1,1 0 1,-1 1 0,0-1-1,0 0 1,0-8 0,1-12 1350,-2 3 5625,-2 24-7307,1 0-1,-1 0 1,1 1 0,-1-1 0,1 0-1,0 1 1,0-1 0,0 1 0,-1 0-1,1-1 1,1 1 0,-1 0 0,0-1-1,-1 5 1,-386 649-195,323-549 0,-331 508 0,-92 151 0,395-607 0,-82 192 0,148-284 0,4 1 0,-16 73 0,29-93 0,3-1 0,1 1 0,3 0 0,2 48 0,3-65-20,0 0-1,2 0 1,1-1-1,2 0 1,0 0-1,2 0 1,2-1-1,0 0 1,2-1-1,0 0 1,2-1-1,2-1 1,0-1-1,1 0 1,1-1-1,1-1 1,25 21-1,-5-11-780,1-2 0,2-2-1,1-2 1,0-1 0,2-3-1,1-2 1,85 25 0,-27-18-2948,1-4 1,181 14 0,49-20-7979,-335-17 11695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35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2358 210 14993,'-12'-25'826,"6"12"-198,0 1 1,-1 0-1,0 1 1,-1-1-1,0 1 1,-14-13 0,-1-3 1433,20 22-1581,-1 0 0,0 0 1,0 0-1,-1 1 0,1-1 1,-1 1-1,0 1 0,0-1 1,-10-5-1,6 6-239,0 0 0,0 1 1,0 0-1,0 0 0,0 1 0,0 1 1,-1-1-1,1 2 0,0-1 0,0 1 1,0 1-1,0-1 0,0 1 0,0 1 1,-15 6-1,-4 3 176,1 1 0,0 2-1,-38 27 1,-5 10-372,2 3-1,-111 118 1,-91 158-57,227-270 11,2 2 0,2 2 0,4 2 0,-53 140 0,76-170 0,2 1 0,2 0 0,1 1 0,-2 66 0,9-77 0,1 1 0,2-1 0,0 0 0,2 0 0,1-1 0,1 0 0,14 35 0,-6-29 0,1-1 0,1-1 0,2 0 0,1-2 0,24 28 0,129 127 0,-146-158 0,1 2 2,-2 0 0,0 2 0,-2 1 0,-1 1 0,-2 1 0,29 59 0,-44-78-11,0 1 1,-1 0-1,0-1 0,-2 2 1,0-1-1,0 0 0,-1 1 1,-1-1-1,-1 1 0,0-1 1,-1 1-1,-1 0 0,0-1 1,-1 0-1,-1 0 0,0 0 1,-1 0-1,-1 0 0,-12 23 1,-2-7-231,0-1 0,-2-1 0,-2-1 0,0 0 0,-2-2 0,-47 37 0,9-14-561,-139 79 0,82-65 255,-3-5-1,-2-6 1,-185 52-1,131-63 257,158-37 264,0-1-1,-1-1 1,1-2 0,-1 0-1,-43-6 1,62 5 28,0 0 0,0 0 1,0 0-1,0-1 1,0 1-1,0-1 0,1 0 1,-1 0-1,1 0 0,-1-1 1,1 1-1,-4-4 0,5 4 6,1 0-1,-1 0 1,1 0 0,0 0-1,0 0 1,0 0-1,0 0 1,0-1-1,0 1 1,1 0-1,-1-1 1,1 1-1,-1 0 1,1-1-1,0 1 1,0-1 0,0 1-1,0 0 1,0-1-1,1 1 1,-1-1-1,2-2 1,1-4 15,1-1 1,1 2 0,-1-1 0,1 0-1,0 1 1,1 0 0,0 0-1,1 1 1,-1 0 0,1 0-1,1 0 1,11-8 0,6-3 120,1 1 0,50-23 1,-51 28-38,1 2 0,0 1 0,1 1 0,-1 1 0,1 1 0,1 2 0,-1 0 0,53 2 0,-47 4-13,0 1 1,0 2-1,-1 1 1,1 1-1,-2 2 1,1 2-1,34 15 1,-17-1-10,0 2 1,-1 2-1,-2 2 1,-1 3-1,62 59 1,183 218-296,-151-153-686,-78-93-1090,108 90-1,-125-121-3272,87 49-1,-50-39-6129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52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1135 5324,'27'-41'8958,"5"-29"-6902,-8 16-1341,-11 20-439,-1 0 0,-1 0 0,-2-1 0,-2 0 0,5-53 0,-5 40-143,36-393 389,-39 394-400,-3-1 30,-1 33-82,0 0 0,1 0 0,1 0 0,0 0 0,1 0 0,7-20 0,-10 35-66,0 0 0,0 0 1,0 0-1,0 0 0,0 0 1,0 0-1,0 0 0,0 0 0,0 1 1,0-1-1,0 0 0,0 0 0,0 0 1,0 0-1,0 0 0,0 0 1,0 0-1,0 0 0,1 0 0,-1 1 1,0-1-1,0 0 0,0 0 0,0 0 1,0 0-1,0 0 0,0 0 1,0 0-1,0 0 0,0 0 0,0 0 1,1 0-1,-1 0 0,0 0 1,0 0-1,0 0 0,0 0 0,0 0 1,0 0-1,0 0 0,0 0 0,1 0 1,-1 0-1,0 0 0,0 0 1,0 0-1,0 0 0,0 0 0,0 0 1,0 0-1,0 0 0,0 0 1,1 0-1,-1 0 0,0 0 0,0 0 1,0 0-1,7 13 132,0 0 0,-1 1 0,0 0 0,-2 1 0,7 28 0,7 85 305,-12-74-267,49 841 1035,1 14-796,62-250-308,-93-562-154,5-1-1,4-1 1,4-2 0,81 142-1,-103-207-105,2-2-1,1 0 0,1-1 0,1-1 0,2-1 0,41 34 0,-48-45-78,0-1 0,1 0 0,0-1 0,1-1 1,0-1-1,1-1 0,0 0 0,0-1 0,0-1 0,0-1 0,35 3 0,-52-7 208,15 2-228,0-2 0,1 1-1,-1-2 1,0 0 0,0-2-1,0 1 1,0-2 0,0 0-1,-1-1 1,0-1 0,26-13-1,169-91-2359,-192 99 2450,-2 0 0,0 0 0,0-2 0,-1 0 0,0-1 0,-2 0 0,26-31 0,-34 37 120,1-1 28,0 0 0,0-1-1,-1 0 1,0 0 0,-1 0-1,0-1 1,-1 0 0,6-21 0,-9 25 48,0 1 1,0-1 0,-1 1 0,0-1 0,0 1 0,0-1 0,-1 0 0,0 1 0,0 0-1,-1-1 1,0 1 0,0 0 0,0 0 0,-1 0 0,0 0 0,0 0 0,-5-6-1,-4-3 115,-1 0-1,0 1 0,-1 0 0,-1 1 0,0 1 0,0 0 0,-18-9 1,-126-62 851,-331-96 666,104 46-874,366 125-741,1 0 0,0-2 1,1 0-1,0-2 1,0 0-1,-23-21 1,33 26-39,1-1 0,0 0 1,0 0-1,1-1 1,0 1-1,0-2 1,1 1-1,0 0 0,1-1 1,0 0-1,1 0 1,0 0-1,0-1 1,-2-17-1,5 9-15,0-1 1,1 1-1,1-1 0,0 1 1,2 0-1,0 0 1,1 0-1,1 0 0,1 1 1,1 0-1,14-25 0,11-14-23,83-105-1,-14 41-18,5 5 0,5 4 0,132-100 0,-26 56 155,-147 110-243,-2-3-1,72-68 1,-5-11-823,-134 126 930,0 1 0,-1 0 1,1 0-1,0 0 0,0 0 1,0 0-1,0 0 0,1 1 1,-1-1-1,0 1 0,0-1 1,0 1-1,0 0 0,1 0 0,-1 0 1,4 0-1,43 10-448,6 1 76,-29-11 333,-1-1-1,0-1 1,0-1-1,0-2 1,0 0-1,-1-1 0,0-2 1,33-15-1,-26 8 290,-1-1-1,0-1 1,-2-2-1,0-1 1,47-45-1,17-20 827,-86 81-1046,1 0 0,0 0 0,0 0 0,0 1 0,0 0 0,0 1 0,1-1 0,13-1 0,6-3-46,9-6-143,0-1 0,-2-2 0,0-2 0,-1-1 0,0-1 0,-2-2 1,0-1-1,-2-1 0,-1-1 0,45-53 0,-68 72-129,0 0 1,0 0 0,1 1 0,0 0 0,0-1 0,0 2-1,1-1 1,-1 1 0,1 0 0,0 0 0,8-2-1,13-5-1285,13-4-1015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52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7 4480,'-40'-6'1089,"20"6"-277,0 6-192,3 0-104,-3 0-1016,-4 0-1549,11 3 65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52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1730 7025,'-12'8'2627,"20"-16"2681,9-9-1516,-9 8-4449,40-60 1215,-4-1 1,-3-3-1,-3-1 0,-3-1 0,30-97 1,-26 43-394,-6-3 0,31-251 1,-53 274-125,-2 27 107,-3 0 1,-5-86-1,-2 162-129,1-1 0,-1 1 0,-1 0 0,1 0 0,-1 0 0,0 0 0,0 0 0,0 1 0,-5-8 0,6 12-12,0-1 0,0 1 1,0-1-1,-1 1 0,1 0 1,0 0-1,0 0 0,-1 0 1,1 0-1,-1 0 0,1 0 0,-1 0 1,0 0-1,1 1 0,-1-1 1,0 0-1,1 1 0,-1 0 1,0-1-1,1 1 0,-1 0 1,0 0-1,0 0 0,0 0 1,1 0-1,-1 1 0,0-1 1,1 0-1,-1 1 0,0-1 1,1 1-1,-1 0 0,0-1 0,1 1 1,-1 0-1,-2 2 0,-8 5 50,1 0-1,-1 1 0,2 0 0,-1 1 1,1 1-1,1-1 0,-1 1 0,2 1 0,0 0 1,0 0-1,1 1 0,-9 22 0,4-4 108,1 0 0,2 0-1,1 1 1,-6 54-1,11-55-105,1 0-1,1 1 1,2-1-1,2 0 1,0 1 0,2-1-1,1-1 1,2 1-1,1-1 1,1 0-1,2-1 1,1 0 0,1-1-1,22 33 1,6 0-53,2-2 0,3-1 1,55 52-1,173 141-475,-14-15-193,-261-236 663,25 25-73,-1 0 1,30 41-1,-48-57 72,0-1-1,-1 2 1,0-1-1,-1 1 1,0-1-1,0 1 1,-1 0-1,0 1 1,-1-1-1,0 0 1,-1 1-1,0 16 1,-2-13 78,0 0 0,-2 0-1,1 0 1,-2-1 0,0 1 0,0-1 0,-2 0 0,1 0 0,-2 0-1,0-1 1,0 0 0,-1 0 0,0-1 0,-1 0 0,-1 0-1,-14 12 1,-11 7 71,-1-2-1,-2-1 1,-68 37-1,96-58-493,-1 0 0,0-1-1,0 0 1,-1-1 0,-17 4 0,28-7 272,0-1 0,0 0 1,0 1-1,0-1 0,1 0 1,-1 0-1,0 0 0,0 0 1,0 0-1,0 0 0,0 0 1,1 0-1,-1 0 0,0-1 1,0 1-1,0 0 0,0-1 1,1 1-1,-1 0 1,0-1-1,0 1 0,1-1 1,-1 1-1,0-1 0,1 1 1,-1-1-1,0 1 0,1-1 1,-1 0-1,1 1 0,-1-1 1,1 0-1,-1 0 0,1 1 1,0-1-1,-1 0 0,1 0 1,0 0-1,0 0 1,0 1-1,-1-1 0,1 0 1,0 0-1,0 0 0,0 0 1,0 0-1,0 1 0,1-3 1,0-5-511,0 0 1,1 0-1,1 0 1,3-10 0,-3 9 33,23-54-4778,9-10-3054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53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420 1 10557,'-14'4'616,"-3"0"78,0 1 0,0 1 0,0 0 0,1 1 0,0 1 0,0 0 0,1 1 0,-24 19 0,14-4-353,1 1 0,1 1 0,2 1 0,1 1 0,0 1 0,3 1 0,0 0 0,2 1 0,-20 59 0,30-74-285,1 0 0,1 1 1,0-1-1,1 1 0,1 0 0,0 0 0,3 22 0,-1-30-62,0 0 0,1 0-1,0-1 1,1 1 0,-1-1 0,2 0-1,-1 1 1,1-2 0,0 1-1,1 0 1,0-1 0,0 0 0,1 0-1,-1 0 1,12 9 0,-11-11 6,0-1 0,1 0 1,-1 0-1,1 0 0,0-1 0,0 0 0,0-1 1,0 1-1,0-2 0,1 1 0,-1-1 0,1 0 1,-1 0-1,1-1 0,14-1 0,-18 1 49,19 3 16,-21-2-61,-1-1-1,1 1 0,-1 0 0,0-1 0,1 1 1,-1 0-1,1 0 0,-1 0 0,0 0 1,0 0-1,0 0 0,0 0 0,1 0 0,-1 0 1,-1 1-1,1-1 0,0 0 0,0 1 1,0-1-1,-1 1 0,1-1 0,-1 1 0,1-1 1,-1 1-1,1-1 0,-1 1 0,0 1 1,4 55 9,-4-38-23,1-4-21,1 0 0,1-1 1,0 0-1,0 1 1,2-1-1,8 19 0,-9-25-23,0-1 0,0 0-1,1 0 1,0 0 0,1-1-1,-1 0 1,1 0 0,1 0 0,-1-1-1,1 0 1,15 10 0,-18-14 20,0 1 1,1-1 0,-1-1 0,0 1 0,1-1-1,-1 1 1,1-1 0,-1 0 0,1-1 0,-1 1-1,1-1 1,-1 0 0,1 0 0,0-1 0,-1 1 0,1-1-1,-1 0 1,1 0 0,-1 0 0,1-1 0,-1 0-1,0 0 1,6-3 0,-2 0 20,-1 0 1,1-1-1,-1 0 1,0 0-1,-1-1 1,0 1-1,0-1 0,0-1 1,-1 1-1,7-13 1,78-193 674,-90 212-661,1 0 1,0 1-1,0-1 0,-1 1 1,1-1-1,0 1 1,0-1-1,0 1 0,0-1 1,0 1-1,0 0 1,-1 0-1,1-1 0,0 1 1,0 0-1,0 0 1,0 0-1,0 0 0,1 0 1,0 0-1,4 0-28,-1-1 1,1 1-1,-1 0 0,1 1 0,0-1 0,-1 1 0,0 0 0,1 1 1,-1-1-1,0 1 0,1 0 0,-1 0 0,8 6 0,-6-4-164,1-1 0,0 0 0,0 0-1,1 0 1,-1-1 0,15 2-1,-4-3-147,0-2-1,0 0 0,0-2 1,0 0-1,0-1 0,-1 0 1,0-2-1,0 0 0,0-1 1,25-14-1,-30 13 237,0 1 0,-1-1 0,0-1 0,-1 0 0,1-1 0,-2 0 0,1-1 0,-2 0 0,1 0 1,-2-1-1,1-1 0,-2 1 0,0-1 0,7-16 0,1-27 74,-15 49-75,1 1 0,1-1-1,-1 0 1,1 1 0,1 0 0,-1-1 0,1 1-1,0 0 1,0 0 0,1 1 0,0-1-1,0 1 1,0-1 0,8-6 0,29-17-1735,-15 13-1561,-4 2-69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53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28 133 5841,'-1'-1'62,"0"1"-10,1-1-1,0 0 1,-1 1-1,1-1 0,0 0 1,-1 1-1,1-1 1,-1 1-1,1-1 1,-1 1-1,1-1 1,-1 1-1,0-1 1,1 1-1,-1-1 1,1 1-1,-1 0 1,0-1-1,1 1 1,-1 0-1,0-1 1,0 1-1,1 0 1,-1 0-1,0 0 1,1 0-1,-1 0 1,0 0-1,0 0 1,1 0-1,-1 0 0,0 0 1,0 0-1,1 1 1,-1-1-1,0 0 1,-2 2 2386,20-5-2542,-8 1-29,0 0 0,-1 0 0,1-1 1,-1-1-1,0 1 0,0-1 0,0-1 0,0 0 0,-1 0 0,0 0 0,0-1 0,0 0 0,-1 0 0,1-1 0,9-13 0,-15 18 175,0 0-96,0-1 1,0 1-1,-1 0 0,1-1 1,-1 1-1,1 0 1,-1-1-1,0 1 1,0 0-1,0-1 1,-1-2-1,-27 3-2528,26 2 734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54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2185 484 6117,'-87'51'648,"-170"110"2124,-63 93 1705,21 26-1717,-151 178-507,330-323-1515,-160 234-1,228-289-597,5 3 1,2 2 0,5 2-1,4 2 1,3 1 0,4 1-1,5 2 1,3 0-1,5 2 1,-6 127 0,16-79-59,6 0 0,7 0 1,5 0-1,7-1 0,7-1 0,55 177 1,-63-255-65,7 22 19,4 0-1,64 130 1,-68-166-30,2-2 1,3 0 0,1-2-1,3-2 1,62 64-1,-70-82-5,1-2-1,2-1 0,0-1 0,1-1 0,1-2 0,1-1 0,0-1 0,1-2 0,55 15 0,-37-17-14,2-3-1,-1-2 1,1-3-1,-1-1 1,1-3 0,0-3-1,0-1 1,90-21-1,-19-6-217,-2-5 0,176-77 0,-133 39-363,-4-6 1,163-111-1,-203 109 179,-3-6 0,-5-5-1,106-111 1,-24-10 108,-8-8 1,-11-7-1,-10-8 1,-10-7-1,242-520 1,-283 501 421,85-296 1,-165 438-8,-6-2 0,-5 0 0,-5-2 0,3-246 0,-23 311-42,-2 1-1,-4 0 1,-1 0 0,-4 0-1,-33-101 1,36 135-55,-2 0 0,0 1-1,-1 0 1,-2 1 0,0 1 0,-1 0 0,-2 1 0,0 0-1,-1 2 1,-1 0 0,0 1 0,-2 0 0,0 2 0,-1 1-1,-29-16 1,17 16-16,-1 1 0,-1 2 0,0 2 0,0 1-1,-1 1 1,0 2 0,0 2 0,0 1 0,-53 4 0,2 5 1,-1 3 0,-162 40 1,112-10-286,2 6 0,2 6-1,2 5 1,4 7 0,1 5 0,4 5 0,4 6 0,-174 147 0,212-153-838,4 3 1,3 4-1,-70 97 0,119-140-528,-29 54-1,-6 38-2930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56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139 281 12441,'0'0'11019,"3"-1"-10183,61-25 7552,-63 23-8319,4-9-55,-4 11-14,-1 0 0,0 1 0,1-1 0,-1 1 0,0-1 0,0 0 0,0 1 0,0-1 0,1 0 0,-1 0 0,0 1 0,0-1 0,0 0 0,0 1 0,0-1 0,-1 0 0,1 1 0,0-1 0,0 0 0,0 1 0,-1-1 0,1 0 0,0 1 0,-1-1 0,1 0 0,0 1 0,-2-2 0,-5 0 0,-12-8 0,15 8 0,-10-13 0,-10-5 0,-30-26 0,52 43-14,-1 1-1,1 0 1,-1-1 0,0 1 0,0 1-1,0-1 1,0 0 0,-6-1 0,1-4-2987,2-15 132,6 19 2308,-1 0 0,1 0 0,-1 0 0,0 0-1,0 0 1,0 0 0,0 0 0,-3-5 0,-28-34-10550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58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9 14961,'-27'-9'13503,"40"24"-12040,-7-10-1179,0-1 0,0 0 0,0 0 0,1 0-1,-1-1 1,15 6 0,11 6 451,6 4-617,-31-17-118,22 14 0,-4 0-239,-24-13-145,0 0 0,0-1 0,-1 1 0,1 0 0,-1 0 0,1-1-1,-1 1 1,0 0 0,0 3 0,0-5-267,-1 2 85,0-1 0,1 1 0,-1-1 0,-1 0 0,1 1 0,0-1 0,-1 0 0,1 0 0,-1 0 0,1 0 0,-1 0-1,0 0 1,0-1 0,-3 3 0,4-3-78,-4 3-1008,0-1 0,-1 1 0,1-1 0,-1 0 1,0-1-1,-11 4 0,12-4 2233,2-1-636,5-2 1138,54-26 4939,-55 26-6328,0 0-1,0-1 0,0 1 0,0 0 1,0 0-1,-1-1 0,1 1 1,0 0-1,0-1 0,-1 1 0,1 0 1,-1-1-1,0 1 0,1-1 0,-1 1 1,0-2-1,1 0-963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00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141 156 7205,'-4'-2'512,"1"0"1,-1-1-1,1 1 1,0-1 0,-1 0-1,1 0 1,1 0-1,-1 0 1,0-1 0,-2-4-1,4 5-351,0 1-1,1 0 1,0 0-1,-1 0 1,1-1-1,0 1 0,0 0 1,0 0-1,0-1 1,1 1-1,-1 0 1,1 0-1,-1-1 1,1 1-1,0 0 0,0 0 1,0 0-1,0 0 1,0 0-1,0 0 1,0 0-1,2-1 1,26-34 774,-27 35-311,4-11-625,-6 13-34,1-1 1,-1 1-1,0 0 1,0-1 0,0 1-1,0 0 1,0-1-1,0 1 1,0-1 0,0 1-1,0 0 1,0-1-1,0 1 1,0 0 0,0-1-1,0 1 1,0 0-1,0-1 1,0 1 0,0 0-1,-1-1 1,1 1-1,0 0 1,0-1-1,0 1 1,-1 0 0,1-1-1,0 1 1,0 0-1,-1 0 1,1-1 0,0 1-1,0 0 1,-1 0-1,1-1 1,0 1 0,-1 0-1,1 0 1,0 0-1,-1 0 1,1 0 0,-1 0-1,-26-5-1390,-36 8-4066,8 2-1221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35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2489 722 10937,'-18'-47'647,"1"2"776,-28-52 0,38 82-1101,2 1 1,0-1 0,0 0-1,1 0 1,1 0-1,1-1 1,0 1-1,1-1 1,1 1-1,0-1 1,1 1-1,1-1 1,0 1-1,1-1 1,1 1-1,0 0 1,1 0-1,1 1 1,0 0-1,13-21 1,-11 21-149,0 0 0,2 0 1,-1 1-1,2 1 0,0 0 1,0 0-1,1 1 0,1 0 1,0 1-1,0 1 0,1 0 1,0 1-1,0 0 1,1 1-1,0 1 0,0 0 1,1 1-1,-1 1 0,27-4 1,-30 7-38,0 0 1,0 1 0,1 0 0,-1 1 0,0 0 0,0 1 0,0 0-1,0 1 1,-1 0 0,1 1 0,-1 0 0,0 1 0,17 10-1,-20-9-62,0 0-1,0 0 0,-1 1 0,1 0 0,-1 1 0,-1 0 0,1 0 0,-2 0 0,1 1 0,-1 0 0,0 0 0,-1 0 0,0 0 0,0 1 0,-1 0 0,3 14 1,-3 0 14,0-1 1,-1 1-1,-1 0 1,-2 0 0,0 0-1,-2-1 1,0 1 0,-9 32-1,-5-1 46,-1 0-1,-35 70 0,5-29 19,-64 95-1,-76 84 39,32-48-86,-114 204 35,214-329-114,4 3 1,-52 147 0,90-210-30,2 0 0,2 1 0,-7 57 1,15-82-3,2-1 0,0 1 0,1 0 0,5 28 0,-4-36 1,0 0 0,1 0 0,1-1 0,-1 1 1,2-1-1,-1 0 0,1 0 0,1 0 0,6 8 0,-4-9-1,0 0 0,1 0 1,0-1-1,0 0 0,1-1 0,0 0 1,0 0-1,1-1 0,-1 0 0,1-1 0,0 0 1,0-1-1,1 0 0,-1-1 0,1 0 0,22 0 1,3-1-10,-1-2 0,1-1 0,-1-2 0,39-10 0,414-123 40,-211 51-31,-204 63 20,51-12 2,-109 31-12,1 1 0,0 1 0,-1 0 0,1 2 0,23 1-1,-35-1 1,-1 1-1,0-1 0,0 1 0,0 0 0,0 1 0,0-1 0,0 1 0,0-1 0,0 1 1,0 0-1,-1 0 0,1 1 0,-1-1 0,1 1 0,-1 0 0,3 4 1,-2-3 3,-2 1 1,1-1 0,0 1-1,-1 0 1,0 0 0,0 0-1,-1 0 1,1 0 0,-1 0 0,0 1-1,0-1 1,-1 10 0,0 10 17,-1 1 1,-2-1 0,0 0-1,-2 0 1,-1 0 0,-13 35-1,-67 143 96,31-96-88,-5-2-1,-4-3 0,-5-2 0,-4-4 1,-151 155-1,127-159-39,-3-5 1,-4-4-1,-4-4 1,-2-5-1,-132 64 0,123-81-503,-2-5-1,-3-6 0,-132 31 1,90-38-2381,-323 32 1,-36-35-6533,254-23-778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32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144 350 11233,'-21'-47'3114,"-30"-50"-1,-14-27 2712,64 123-5755,1-1 0,-1 0-1,0 1 1,0-1 0,1 0-1,-1 0 1,1 0 0,-1 1-1,1-1 1,0 0-1,0 0 1,0 0 0,0 0-1,0 0 1,0 0 0,0 1-1,1-1 1,-1 0-1,0 0 1,1 0 0,0 0-1,0 1 1,-1-1 0,1 0-1,0 1 1,0-1-1,0 1 1,1-1 0,-1 1-1,0-1 1,0 1 0,1 0-1,-1 0 1,1 0 0,-1-1-1,4 0 1,3-1 16,0 0 1,0 0 0,1 0-1,-1 1 1,1 1-1,16-2 1,42 1 144,1 3 0,112 17 0,-70-6-129,-34-5-50,716 57 281,4-66-104,-707-3-104,-2 0 332,137-24-1,-179 14-210,-43 14-200,-7 3 3,-9 4 10,-9 6 105,0 2 0,1 0 0,0 1 0,1 1 0,1 1 0,0 1 0,2 1 1,0 1-1,1 0 0,-21 33 0,8-5 173,1 1 0,3 2 0,-36 101 0,5 29-228,8 2 0,-37 275-1,0 385-158,49-404 73,-12-117-23,38-272 0,-3-1 0,-2 0 0,-3-1 0,-30 59 0,36-85 0,-2 0 0,0-1 0,0-1 0,-2 0 0,-38 34 0,39-41 0,0 0 0,-1-2 0,0 0 0,-1-1 0,0 0 0,0-2 0,-1 0 0,-38 10 0,6-7 0,-1-2 0,-52 3 0,-207-7 104,1-27-1397,227 16-18,-56-9-2395,-44-2-7156,84 15-1853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33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1786 16 12901,'22'-15'2057,"-21"15"-1941,-1 0 1,1 0-1,0 0 0,-1 0 0,1 0 0,0 0 1,-1 0-1,1 0 0,0 0 0,-1 0 1,1 0-1,0 1 0,-1-1 0,1 0 1,-1 0-1,1 1 0,0-1 0,-1 0 1,1 1-1,-1-1 0,1 1 0,-1-1 0,1 1 1,-1-1-1,1 1 0,-1-1 0,1 1 1,0 0-1,0 1 403,17 14 1163,0 0 0,22 29 1,55 89 879,-69-95-1930,30 48 146,-4 1-1,-4 3 1,-5 1 0,-3 3-1,-4 1 1,32 143-1,-49-151-747,-5 1-1,-3 0 0,-4 1 1,-4-1-1,-4 1 0,-4 0 1,-26 141-1,12-145-60,-4-2-1,-3-1 1,-4-1 0,-54 105-1,33-92 130,-5-3-1,-4-1 1,-76 88-1,40-70-313,-197 176-1,-148 48-2408,-40-26-3386,155-112-2473,64-47-3979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38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1280 0 9341,'-2'2'1486,"-46"20"2496,31-16-2990,1 2-1,-26 15 1,-47 40 1073,-131 118 1,203-166-1946,1 1 0,1 0 0,1 1 1,0 1-1,1 0 0,1 1 0,1 0 1,-14 33-1,24-47-95,0 0 0,-1 1 1,2-1-1,-1 1 0,1-1 1,0 1-1,0-1 0,0 1 0,1-1 1,0 1-1,0-1 0,0 0 1,1 1-1,-1-1 0,1 0 1,1 0-1,-1 0 0,1 0 0,0 0 1,0-1-1,0 1 0,0-1 1,1 0-1,0 0 0,4 4 1,13 9 17,-1-1 1,2 0-1,0-2 1,26 12-1,-17-8 37,-9-5-74,-1 0 1,0 2-1,0 1 1,-2 0-1,21 23 1,-31-29 1,0 1 1,-1-1-1,-1 2 1,0-1-1,0 1 0,-1 0 1,0 0-1,-2 1 1,1 0-1,-1 0 1,3 24-1,-5-18-6,-2 1-1,0-1 0,-1 1 1,-1-1-1,-1 1 0,-1-1 1,-1 0-1,0 0 0,-1-1 1,-1 1-1,-1-1 0,-1-1 1,-14 22-1,-5 5 49,-2-1 0,-2-1 0,-66 65 0,-4-11-57,-4-4 0,-4-6-1,-215 129 1,95-83 280,227-130-224,11-3-45,0 0 0,0 0 0,0-1 0,12-3-1,9-3 14,-5 5-10,0 0-1,0 2 0,1 1 1,-1 0-1,0 2 1,0 1-1,0 1 0,44 12 1,-50-10-6,-1 0 0,0 1 0,-1 1 1,0 1-1,0 0 0,-1 1 0,0 0 0,-1 1 1,0 1-1,-1 0 0,0 1 0,16 22 1,-11-7-11,-2 0 0,-1 1 1,-1 1-1,13 43 1,-12-33-437,0-2 1,25 42 0,-29-61-442,2 0-1,1-1 1,0-1 0,30 29-1,39 21-6312,-12-15-1524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38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1032 111 7785,'-6'-26'1573,"6"26"-1537,0 0 1,0 0-1,0 0 0,0 0 0,0-1 0,0 1 0,0 0 1,-1 0-1,1-1 0,0 1 0,0 0 0,0 0 1,0 0-1,0-1 0,0 1 0,0 0 0,0 0 1,0 0-1,1-1 0,-1 1 0,0 0 0,0 0 0,0-1 1,0 1-1,0 0 0,0 0 0,0 0 0,0 0 1,1-1-1,-1 1 0,0 0 0,0 0 0,0 0 1,0 0-1,1-1 0,-1 1 0,0 0 0,0 0 0,1 0 1,15-11 487,1 1 1,1 1-1,0 0 0,0 2 1,1 0-1,0 1 1,0 1-1,1 0 1,-1 2-1,1 0 1,0 1-1,20 1 1,20 2 352,1 3 0,99 18 0,-159-22-874,17 3 142,-1 1 0,1 0-1,-1 1 1,1 1 0,16 8 0,-31-12-123,0-1 0,-1 0 0,1 1 1,0-1-1,-1 1 0,0 0 0,1 0 0,-1 0 1,0 0-1,0 0 0,0 1 0,0-1 1,-1 1-1,1-1 0,0 1 0,-1-1 0,0 1 1,0 0-1,0 0 0,0 0 0,0-1 0,0 1 1,-1 0-1,0 0 0,1 0 0,-1 0 1,0 0-1,0 0 0,-1 0 0,1 0 0,-1 0 1,1 0-1,-1 0 0,0 0 0,0 0 0,0 0 1,0-1-1,-1 1 0,-2 3 0,-6 11 59,-1-1 0,0 0 0,-1 0 0,-1-1-1,-1-1 1,-23 20 0,-105 72 82,103-79-108,-203 141 123,-142 103 6,332-232-163,-47 48 0,-119 138 53,201-205-68,0 0-1,1 2 1,-21 37-1,30-44-3,1 1 0,0 0 0,-6 32 0,9-30 1,0 0 0,1 1-1,1-1 1,1 0 0,1 1 0,0-1 0,2 0 0,0 1 0,1-1-1,0-1 1,1 1 0,2-1 0,0 1 0,0-2 0,13 21 0,-13-25-3,0-1 0,1 0 0,1 0 1,0-1-1,0 0 0,1 0 0,0-1 1,0 0-1,1-1 0,0 0 0,1-1 1,0 0-1,0-1 0,0 0 0,1-1 1,0-1-1,0 0 0,0 0 0,0-1 1,1-1-1,16 1 0,-18-3 6,0-1-1,0 0 1,0-1 0,0 0-1,0 0 1,-1-2 0,1 1-1,-1-2 1,0 1 0,0-1-1,0-1 1,-1 0 0,0-1-1,0 1 1,-1-2 0,1 0 0,-2 0-1,1 0 1,-1-1 0,0-1-1,12-18 1,-12 12 28,3-4 101,0 1-1,27-36 0,-35 52 8,-3 8-32,-1 0 1,1 0 0,-1-1 0,0 1 0,-1 0-1,-2 7 1,-5 18 82,5 29 243,4 82 0,1-32-218,-2-38-128,-3-1 0,-4 0 0,-2-1 0,-28 96 1,29-133-259,-3 0 0,0-2 0,-2 1 0,-1-1 0,-2-1 0,0-1 0,-2-1 0,-1 0 0,-2-1 0,0-2 1,-38 33-1,12-19-1109,-2-3 0,-101 54 0,-120 37-8100,269-125 9273,-103 46-8156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39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1111 175 6405,'91'-104'5773,"-35"34"3033,-60 76-7987,-57 90 637,-5-3-1,-97 105 1,-177 157-180,328-344-1234,-252 270 560,203-208-502,3 3 0,-49 84 1,83-119-52,2 1 0,-18 50 0,32-71-41,2 0 1,0 0-1,1 1 1,1 0-1,1 0 1,0 38-1,3-53-47,0-1 0,1 0 0,0 0-1,0 0 1,0 0 0,1 0 0,0 0-1,0 0 1,0-1 0,1 1 0,0-1-1,0 0 1,0 1 0,1-1 0,0-1-1,0 1 1,0 0 0,0-1-1,1 0 1,5 4 0,-2-3-57,0 0 1,1-1-1,0 0 0,0-1 1,0 0-1,0 0 0,0-1 1,0 0-1,1 0 0,-1-1 0,1-1 1,14 0-1,0-2-34,1-1 0,0-1 0,-1-1 1,0-1-1,29-12 0,114-56-442,-118 45 540,-28 15-99,33-14 0,-49 25 120,1 1 0,-1 0-1,1 0 1,-1 0 0,1 1 0,0 0-1,0 0 1,0 1 0,-1 0-1,1 0 1,9 1 0,11 6-20,1 1 1,-1 1-1,-1 2 1,43 23-1,20 10 18,-42-25-242,83 21 0,-104-34 158,0-1-1,0-1 0,0-2 0,0 0 1,35-3-1,-52 0 60,0 0 1,1-1-1,-1 0 0,0 0 1,0-1-1,-1 0 0,1 0 1,0-1-1,-1 0 0,0 0 1,0-1-1,0 0 0,-1 0 1,11-11-1,-9 8-68,-1-1 1,0 0-1,-1-1 0,0 0 0,0 0 1,-1 0-1,0-1 0,-1 1 0,6-22 1,-9 24 20,0-1 1,0 1 0,0 0-1,-1-1 1,-1 1 0,0 0-1,0 0 1,-4-16-1,3 16 17,1 2-6,-1 0 0,0 1 0,0-1 0,0 1 0,-1 0-1,1-1 1,-2 1 0,1 0 0,0 1 0,-1-1 0,0 0 0,0 1 0,0 0-1,-1 0 1,1 1 0,-1-1 0,0 1 0,0 0 0,0 0 0,0 0 0,-12-3-1,15 5-129,4 3-742,3 5 653,-3-5 197,0 0-1,0 1 1,0-1 0,0 0 0,0 0 0,1 0 0,-1 0-1,0-1 1,1 1 0,0 0 0,-1-1 0,1 0 0,0 0-1,3 1 1,0-1-3,-1 0 0,0-1 0,1 1 0,-1-1 0,0-1 0,1 1 0,-1-1 1,0 0-1,0 0 0,0 0 0,0-1 0,0 0 0,0 0 0,8-4 0,-7 3-6,-4 1 78,0 0 0,0 0 0,-1 0 0,1-1-1,0 1 1,-1-1 0,0 1 0,1-1-1,0-3 1,0 2-157,1 8 105,0 1 1,0 0 0,1-1 0,-1 0 0,1 0-1,0 0 1,0 0 0,0-1 0,1 0 0,8 5 0,53 24-794,-44-22 696,-15-8 171,-1 1 0,0-1 1,1 0-1,-1 0 0,1-1 0,-1 0 0,1 0 0,-1-1 0,1 0 0,0 0 1,0 0-1,-1-1 0,1 0 0,-1 0 0,1-1 0,-1 1 0,1-2 0,-1 1 0,9-5 1,-4 0 252,0 0-1,-1 0 1,0-1 0,0 0 0,-1-1 0,0 0 0,0-1 0,14-20 0,-48 80 350,-21 63 0,5-14-456,1-13-48,-4-3-1,-3-1 1,-75 97 0,-197 208 76,273-333-140,30-37-30,1 2 0,1 0 1,1 0-1,-18 36 0,29-51 543,24-18-291,-15 8-216,0 0 0,0 0 0,-1-1 0,0 1 0,0-1 0,-1-1 0,7-10 0,32-66-290,-28 51-67,69-123-2998,-21 56-1810,-13 35-562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0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28 8201,'0'0'1872,"-10"-16"-664,3 4 3292,-13 18-5288,-7 10-80,-3 5-208,-10 6-408,-7 3-1920,-6 3-1773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0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5124,'2'13'838,"0"-1"-1,-1 0 0,0 1 0,-1 17 0,0-16 1953,17-23-2091,-12 6-723,-1-1 0,1 0 0,-1 0 1,0 0-1,0-1 0,0 1 0,-1-1 0,0 0 0,0 0 0,0 0 0,4-10 0,4-5-587,27-50-4189,-12 39 683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0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1 6685,'-9'19'365,"-49"95"2485,19-38-398,4 2 0,-46 151 1,56-152-1873,3-8-203,4 1-1,3 1 1,-11 134 0,24-189-310,2 0-1,0-1 1,1 1 0,1 0 0,7 31 0,-8-44-55,0 0 0,1 1 1,-1-1-1,0 0 1,1 0-1,0 0 1,0 0-1,0 0 1,0 0-1,0-1 1,1 1-1,-1-1 1,1 1-1,3 1 1,-4-3-7,1 0 1,0 1 0,0-2 0,-1 1 0,1 0 0,0 0-1,0-1 1,0 0 0,0 0 0,0 0 0,0 0-1,0 0 1,-1 0 0,1-1 0,0 1 0,0-1-1,0 0 1,0 0 0,4-2 0,7-3-23,0-1 1,-1-1-1,0 0 1,0-1-1,-1 0 1,0-1 0,0 0-1,-1-1 1,18-24-1,5-12-765,38-69 1,-29 45-566,-8 15-2052,49-105 1,-75 133 323,0-2-1079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0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55 335 4544,'-30'9'2956,"6"5"3334,55-32-5867,-1-1 0,-1-2 1,-1-1-1,-1-1 0,-1-1 0,-1-1 0,33-43 1,-51 57-853,0-1 1,0 0 0,-1-1 0,-1 1 0,6-23 0,4 8-2286,-10 21 1677,-5 6 987,0 0 1,0 0-1,0-1 0,0 1 0,0 0 0,0 0 0,0 0 1,1 0-1,-1 0 0,0 0 0,0 0 0,0 0 0,0 0 0,0 0 1,0 0-1,0 0 0,0 0 0,0-1 0,0 1 0,0 0 0,0 0 1,0 0-1,0 0 0,0 0 0,0 0 0,0 0 0,0 0 0,0 0 1,0-1-1,0 1 0,0 0 0,0 0 0,0 0 0,0 0 1,0 0-1,0 0 0,0 0 0,0 0 0,0 0 0,0 0 0,0-1 1,0 1-1,0 0 0,0 0 0,-1 0 0,1 0 0,0 0 0,0 0 1,0 0-1,0 0 0,0 0 0,0 0 0,0 0 0,0 0 1,0 0-1,0 0 0,-1 0 0,1 0 0,0 0 0,0 0 0,0 0 1,0 0-1,0 0 0,0 0 0,-14-5-4582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0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0 4692,'-25'13'1111,"24"-12"-986,0 0 0,-1 0 0,1 0 0,1 1 0,-1-1 0,0 0 0,0 0 1,0 1-1,1-1 0,-1 1 0,1-1 0,-1 1 0,1-1 0,0 1 1,-1-1-1,1 1 0,0-1 0,0 1 0,0 2 0,-1 2 323,-2 5-116,-1 0-1,0 0 0,-1-1 0,0 0 1,-1 1-1,-8 10 0,0-1 36,2 1 1,-15 34-1,-19 58 434,42-103-748,0 0 1,1 0-1,0 0 1,1 1-1,0-1 1,1 1-1,0 0 1,0-1-1,2 17 1,1-20-33,-1-1 0,1 1 0,0-1 0,0 1 0,1-1 1,0 0-1,0 0 0,0 0 0,1 0 0,0-1 0,9 10 0,-12-14-37,0 0 1,0-1-1,0 1 0,0-1 0,0 1 1,1-1-1,-1 0 0,0 0 0,0 1 1,1-1-1,-1 0 0,0 0 0,0 0 1,1 0-1,-1 0 0,0-1 0,1 1 1,1-1-1,1 1-63,0 0-103,-1 0-1,1 0 1,0 0 0,0 0 0,0-1 0,0 1 0,0-1 0,0 0 0,0-1 0,-1 1 0,1-1 0,0 1 0,-1-1 0,1 0 0,-1 0 0,0 0 0,0-1 0,0 1 0,0-1 0,4-5 0,5-9-2681,4 7-852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3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217 582 5140,'0'0'3988,"-2"-1"-2848,-29-10 3321,28 11-4093,-64-14 2425,63 13-2071,0 2-456,-9 0 28,1 1-1,-1 1 1,-23 7 0,34-9 324,-2 1-450,-5 3-851,-7 1 6286,22-16-5080,-1 6-476,-1 0 1,1 0-1,1 1 1,-1-1-1,0 1 1,1 1-1,0-1 1,0 1-1,0 0 0,0 0 1,0 0-1,0 1 1,7-1-1,3-1 27,196-38 475,254-16 0,-267 37-490,-106 10-9,561-73 149,-496 54-123,-2-6-1,169-62 1,-220 54 108,-94 37-160,0 0-1,0 0 1,-1-1-1,0 0 0,0-1 1,-1 0-1,9-9 1,-17 16-26,0 0 0,0 0 0,0 0 0,0-1 1,0 1-1,0 0 0,0 0 0,0-1 0,-1 1 0,1 0 1,-1-1-1,1 1 0,-1-1 0,1 1 0,-1-1 0,0 1 1,1-1-1,-1 1 0,0-1 0,0 1 0,0-1 1,-1 1-1,1-1 0,0 1 0,0-1 0,-1 1 0,1 0 1,-1-1-1,1 1 0,-1-1 0,0 1 0,1 0 0,-1-1 1,0 1-1,0 0 0,0 0 0,-2-2 0,1 1-212,0 3-240,-7 1-123,1 1 0,0 0-1,0 1 1,0-1 0,0 2-1,1-1 1,-1 1 0,1 0-1,0 0 1,1 1-1,-8 8 1,-32 24-4897,18-17 495,11-7-2943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4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778 197 4728,'-5'-1'268,"-1"-1"0,1-1-1,0 1 1,0-1 0,0 0-1,0 0 1,1-1-1,0 1 1,-1-1 0,1 0-1,0 0 1,1 0-1,-1-1 1,-5-8 0,6 8-10,-1-1 0,-1 1 0,1 0 0,-1 0 0,0 0 0,0 1 0,0-1 0,-1 1 0,1 1 0,-10-6 0,-4 2 379,0 0-1,0 1 1,-23-4 0,-2 7 6897,42 0-7399,0 0 0,1 0-1,0 0 1,-1-1 0,1 1 0,0 0 0,0 0 0,0-4-1,6 0-147,4-3 117,-8 10-100,-1 0 0,1 0-1,-1 0 1,0 0-1,1 0 1,-1 1 0,0-1-1,1 0 1,-1 0 0,0 0-1,1 0 1,-1 1-1,0-1 1,1 0 0,-1 0-1,0 1 1,0-1 0,1 0-1,-1 1 1,0-1-1,0 0 1,0 1 0,1-1-1,-1 0 1,0 1-1,0-1 1,0 0 0,0 1-1,0-1 1,0 1 0,0-1-1,1 0 1,-2 2-1,6 14 102,1 0-1,0 0 0,0 0 0,2-1 0,0 1 0,1-2 1,0 1-1,23 24 0,21 15 37,3-4 1,2-1 0,116 73-1,211 93 50,-349-197-190,438 201 39,-249-121-130,-198-86 64,1 2 5,0-2 1,48 13 0,-74-24 14,0-1 1,0 0-1,0 0 1,0 0-1,0 0 1,0 0-1,0 0 1,0 0-1,0 0 1,0-1-1,0 1 1,0-1-1,2 0 1,-4 0 5,1 1 0,0 0 0,-1 0 1,1-1-1,-1 1 0,1 0 0,-1-1 1,1 1-1,-1-1 0,1 1 0,-1-1 1,0 1-1,1-1 0,-1 1 1,0-1-1,1 1 0,-1-1 0,0 1 1,1-1-1,-1 0 0,0 1 0,0-1 1,0 1-1,0-1 0,0 0 0,0 1 1,0-1-1,0 0 0,0 1 1,0-1-1,0 1 0,0-1 0,0-1 1,-16-41 38,8 21-47,0 0 0,2 0 1,0 0-1,2 0 0,0-1 1,-1-26-1,-8-51 26,12 96-16,0 0 0,-1 0-1,1-1 1,-1 1 0,0 0 0,-2-4 0,0 9-6,0 0 0,0 0-1,0 1 1,1-1 0,-1 1 0,0 0 0,1 0 0,0 0 0,-1 1 0,1-1 0,0 1 0,-5 6 0,-3 0-1,-169 164 380,61-54 106,-361 292 543,-9 8-452,252-192-329,-215 267-1,299-309 670,151-182-744,19 3-14,-16-5-153,1-1 1,0 1-1,0-1 0,0 1 0,0-1 0,0 0 1,0 0-1,0 0 0,0 0 0,0 0 0,0-1 1,-1 1-1,1-1 0,0 1 0,4-2 0,28-16-145,-17 8-2,61-24-1148,47-24-2076,-89 37 1768,37-20-2584,-25 16-2093,-8 7-2444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6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968 395 4172,'17'-53'2258,"-13"45"-1791,-1-1 1,0 1 0,0-1 0,-1 1-1,0-1 1,-1 0 0,1-9 0,1-115 3053,-1 113-2778,0 0 0,2 0 0,0 0 0,8-23 0,-9 35 1417,-4 13-1647,-10 37 335,-2 0 0,-33 71 1,-52 80 1025,42-89-1062,-374 770 2213,347-688-2730,9 5 1,-54 217-1,98-286-187,-26 240 1,50-271-72,3 0 0,5 1 1,17 122-1,-16-191-37,2 0 0,1-1 0,0 0 0,2 0 0,19 40 0,-23-55-12,-1 0 1,1 0-1,1-1 0,-1 1 0,1-1 1,0 0-1,0-1 0,1 1 1,0-1-1,0 0 0,0 0 0,0-1 1,1 0-1,0 0 0,0 0 1,0-1-1,0 0 0,0-1 0,1 0 1,-1 0-1,10 1 0,-10-3-29,1 0 1,-1-1-1,1 0 0,-1 0 0,0-1 0,0 0 0,0 0 0,0-1 0,0 0 1,0 0-1,-1 0 0,1-1 0,-1 0 0,0 0 0,7-7 0,8-8-205,0-1-1,27-34 1,-27 27-35,-2-1 0,0 0 0,-1-2 1,21-50-1,-29 56 117,-2 1 0,0-1 0,-1-1 0,-2 1 1,0-1-1,1-49 0,-6 48 69,-2 1-1,-1-1 1,-2 1 0,0 0 0,-1 0 0,-2 0-1,0 1 1,-1 0 0,-2 1 0,-1 0-1,0 0 1,-2 2 0,-16-21 0,-115-134-271,38 48 185,93 108 154,0 0-1,1-1 1,1-1 0,-15-36 0,25 49 22,-1 0-1,2 0 0,-1 0 0,1-1 0,1 1 0,0 0 0,0 0 1,0-1-1,2 1 0,-1 0 0,1 0 0,0 0 0,1 0 0,0 0 1,0 1-1,1-1 0,0 1 0,7-10 0,3-4-3,1 0 0,1 2 0,1 0 0,1 1 0,26-23 0,53-34-8,3 4-1,135-72 1,11 10-27,-77 43-1880,-156 85 1123,0 1 1,0 0-1,1 0 0,0 1 1,0 1-1,0 0 1,0 1-1,23 0 0,-6-1-556,9 1-2498,3 7-1929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6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54 5469,'0'0'37,"-19"-31"2580,18 29-2234,0 0 0,0 1 0,-1-1 0,1 0 0,0 1 0,-1-1 0,1 1 1,-1 0-1,1-1 0,-1 1 0,0 0 0,0 0 0,1 0 0,-1 0 1,-3-1-1,-10 21 771,12-15-951,-21 37 1046,-32 70-1,37-68-961,-2 1 0,2 1 1,-24 87 0,38-111-250,1 0-1,1 1 1,1 0 0,0-1 0,2 1-1,1 0 1,0 0 0,9 37-1,-7-45-45,1-1-1,0 1 1,1-1-1,1 1 1,0-2-1,1 1 1,0-1-1,17 21 0,-19-27-26,1 0-1,0 0 1,1 0-1,-1-1 1,1 1-1,0-2 0,0 1 1,1-1-1,-1 0 1,1-1-1,0 0 1,0 0-1,0 0 1,1-1-1,14 2 0,-12-3-15,0-1 1,0 0-1,0 0 0,0-1 0,0-1 0,0 0 0,-1 0 0,1-1 0,18-7 0,-14 3-8,0-1-1,-1-1 1,0 0-1,0 0 1,21-20 0,-2-5 15,-1-2 1,-2-1-1,36-57 1,51-79 82,-115 171-12,0-1 0,0 0 0,1 0 0,-1 1 0,1-1 0,0 1 0,0-1 0,6-2 0,-2 0 36,-5 5-14,-2 4-1,-16 104 138,6-40-483,-4 93 1,14-146-112,0 0 0,1 0 0,1 0 0,0-1 0,5 19 0,-5-28-54,0 1-1,0-1 1,1 0 0,-1-1 0,1 1-1,0 0 1,0-1 0,1 1-1,-1-1 1,1 0 0,0 0-1,0-1 1,1 1 0,-1-1 0,1 0-1,-1 0 1,11 4 0,25 10-3731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7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4864,'3'-17'534,"-3"14"-386,1 0 0,-1 0-1,1 0 1,0 0 0,-1 0 0,2 0 0,-1 0-1,0 0 1,0 0 0,1 0 0,0 1-1,0-1 1,-1 0 0,7-5 3378,-5 7-2622,0 1-815,-1-1-1,0 1 1,1 0-1,-1-1 1,0 1-1,1 0 1,-1 0 0,1 1-1,-1-1 1,0 0-1,1 1 1,-1 0-1,0-1 1,0 1 0,1 0-1,-1 0 1,0 0-1,0 0 1,0 1-1,0-1 1,0 1-1,0-1 1,-1 1 0,1-1-1,0 1 1,-1 0-1,1 0 1,-1 0-1,0 0 1,0 0-1,1 0 1,-1 0 0,-1 1-1,1-1 1,0 0-1,0 0 1,-1 1-1,0-1 1,1 1 0,-1 2-1,1 15 70,-1 0-1,-1 0 1,0 0 0,-2 0-1,-7 31 1,-2 20-94,4-18 93,2-16-106,-1 57 0,7-84-44,0 1 1,1-1-1,0 0 1,1 1-1,0-1 1,1 0-1,0 0 1,0 0 0,1-1-1,6 12 1,-8-18-11,0 1 0,0-1 1,0 0-1,0-1 0,1 1 1,-1 0-1,1-1 0,0 1 1,0-1-1,0 0 0,0 0 1,0 0-1,0 0 0,1-1 1,-1 1-1,1-1 0,-1 0 1,1 0-1,-1 0 0,1 0 1,-1 0-1,1-1 0,7 0 1,-2-1 7,0-1 0,0 0 0,0 0 1,0-1-1,-1 0 0,1 0 0,-1-1 0,0 0 1,0-1-1,-1 1 0,11-10 0,1 1 5,31-25 45,58-55 0,-80 67-25,80-70 131,-95 86-120,0 1 0,0 0 0,1 1 0,0 0 0,1 1 0,23-7 0,-35 13-40,0 0 0,1 1 0,-1 0 0,0 0 0,0 0 0,0 0 0,1 0 0,-1 1 0,0 0 0,0-1 0,0 1 0,0 0 0,0 1 0,0-1 0,0 0 0,0 1 0,0-1 0,-1 1 1,1 0-1,3 3 0,-1-1-25,-1 1-1,1 0 1,-1 0 0,0 0 0,0 0 0,0 1 0,0-1 0,3 11 0,12 37-1234,18 84 1,-1-2-979,-23-94 1533,-2-2-599,3 0 0,30 63 0,-39-94 1310,-1 0 0,1 0-1,0 0 1,1 0 0,0-1 0,0 0 0,0 0 0,1-1-1,0 1 1,1-2 0,-1 1 0,1-1 0,0 0 0,0-1 0,1 1-1,-1-2 1,13 5 0,-11-7 200,0 0 0,0-1 0,1 0-1,-1 0 1,0-1 0,0 0 0,0-1 0,0 0 0,0-1-1,0 0 1,-1 0 0,1-1 0,15-9 0,-3 0 351,0 0 0,-1-2 1,26-23-1,55-58 1183,-54 49-1111,22-17 26,73-73-4061,-141 135 3043,-1 0 0,1-1 0,0 1 0,-1-1 0,1 1 1,-1-1-1,0 1 0,0-1 0,0 0 0,1-4 0,1-1-884,6-17-3391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7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6169 413 5220,'-30'-26'400,"7"5"144,0 2-1,-1 0 1,-35-19-1,-23-8 777,-3 4 1,-1 3-1,-113-34 0,113 49-857,-2 3 1,-1 4-1,0 4 0,-1 4 1,-1 4-1,-106 7 0,26 13 455,-287 62-1,-162 91 420,330-74-904,4 13 1,5 13-1,5 11 0,7 13 0,-311 219 0,343-191-30,-301 281 0,441-359-317,4 5 1,5 3-1,4 5 0,5 2 1,-86 159-1,134-211-41,2 2 0,3 1 0,2 1 0,3 1 0,3 1 0,-15 95 0,17-36 6,-1 130 0,17-213-46,1-1 0,1 1 1,3 0-1,1-1 0,2 0 0,1 0 0,2-1 0,2-1 0,25 52 1,-17-43-5,3 0 0,2-2 1,1-1-1,2-1 0,2-1 1,50 49-1,-34-45-4,2-2 0,2-1-1,2-3 1,82 44 0,-51-38-7,2-5 1,135 44 0,-93-46-3,153 24 0,-110-37 5,0-8-1,1-7 1,285-21 0,-181-18 30,413-98 0,-305 30-54,-5-18 0,-5-16 0,-7-16 0,662-372 1,-841 404-12,218-176 1,-292 197 24,-4-5 0,176-206 0,-246 254 1,-1-1-1,-3-1 1,-2-2-1,-3-2 1,-2-1-1,40-120 1,-57 139 8,-2 0 1,-2-1-1,-2 1 0,-1-2 1,-3 1-1,-1 0 0,-2 0 1,-1-1-1,-3 1 0,-1 0 1,-2 1-1,-14-43 0,4 36-1,-2 0 0,-2 1-1,-2 1 1,-1 1-1,-3 1 1,-1 2 0,-3 1-1,-69-70 1,46 59 16,-3 2 1,-3 2-1,-1 4 0,-1 2 0,-94-44 1,69 45-62,-2 4 0,-2 3-1,-132-27 1,98 35-285,-1 7-1,-140-4 1,183 21-215,0 4-1,0 4 1,1 3 0,-106 27-1,148-28-21,0 2 0,1 2 0,1 2 0,0 1 0,0 2 0,-63 42 0,62-33-1787,-49 41-1,-27 38-5183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8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1 117 6449,'0'0'3637,"0"-3"-2027,9-25 1281,-8 25-1537,1 1-150,8-14-389,1 1 0,21-22 0,-28 35-1798,0 0 0,0 0-1,0 1 1,0 0 0,0 0 0,1 0 0,7-1 0,-10 2 142,24 1-7059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8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49 9797,'7'3'1168,"-34"-3"988,24-15-1996,-4 0-468,41 8-444,19-2-600,-6 3-1868,10 9-1445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8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94 5997,'-37'-40'1172,"21"28"456,6-3-1260,0 3-192,3-3-6533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8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76 5060,'-6'-12'2761,"-4"0"-2181,0 3-188,16-6-852,1 0-904,3 3-2621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9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3308,'0'0'1756,"6"-15"-4076,-2 0 1516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49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5456,'40'-6'3405,"-44"-9"-2969,1-3-52,17 6-4140,-1 0 815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50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27 103 5136,'-26'-12'9225,"26"11"-9168,0 1 0,1-1 0,-1 0 0,1 1 0,-1-1 0,1 1 0,0-1 0,-1 1 0,1-1 0,-1 1 0,1-1 0,0 1 0,-1 0 0,1-1 0,0 1 0,0 0 0,-1-1 0,1 1 0,0 0 0,0 0 0,0 0 0,17-9 1630,4-11-706,-19 19 949,-2-2-1869,5-10-335,9-21 4671,-14 32-4194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58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5200,'64'36'901,"-44"-6"-321,-10-18-248,3 15-152,4-3-136,-4-2-16,8-7-284,-8-3-372,4-3-1257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39:59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53 127 3960,'0'0'4169,"4"-1"-3456,5-1 60,1-1-1,-1-1 1,0 0-1,0 0 1,9-6-1,-15 8-280,-3-3-400,0-1 0,0 1 0,-1-1-1,0 1 1,0-1 0,0 1 0,0 0 0,-1 0 0,0 0 0,0-1 0,0 2 0,-1-1 0,0 0 0,0 0 0,0 1 0,-4-5 0,5 7 13,-38 2-192,38 1 43,-21 14 75,21-13 31,-1-1-84,-16 9 26,19-9-1,0-1 0,0 0-1,0 1 1,0-1 0,0 0-1,0 0 1,0 1-1,0-1 1,0 0 0,0 0-1,0 1 1,0-1 0,1 0-1,-1 0 1,0 0 0,0 1-1,0-1 1,0 0 0,1 0-1,-1 0 1,0 1-1,0-1 1,0 0 0,1 0-1,-1 0 1,0 0 0,0 0-1,1 0 1,-1 0 0,0 1-1,0-1 1,1 0 0,-1 0-1,0 0 1,1 0-1,-1 0 1,0 0 0,0 0-1,1 0 1,52 3 81,14 2 16,-57-5-85,13-1-497,-20-2 169,-13-4 98,8 6 170,-7-4-159,1 0 1,-1 0-1,0 1 1,0 1-1,-1-1 0,1 2 1,-1-1-1,-16-1 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02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144 399 7961,'-16'-4'364,"8"3"116,0-1 0,0 0 0,1 0 0,-1 0 0,1-1 0,0 0 0,0 0 0,0-1 0,0 0 0,0-1 0,-10-8 0,-11-22 4507,28 35-4977,0 0 1,-1 0 0,1 0 0,0 0-1,0 0 1,0 0 0,0 0 0,0 0-1,0-1 1,0 1 0,0 0 0,0 0-1,0 0 1,0 0 0,0 0 0,0 0-1,0 0 1,0 0 0,0-1 0,0 1-1,0 0 1,0 0 0,0 0-1,0 0 1,0 0 0,0 0 0,0 0-1,0 0 1,0-1 0,0 1 0,0 0-1,0 0 1,0 0 0,0 0 0,0 0-1,0 0 1,0 0 0,0 0 0,0 0-1,0 0 1,1 0 0,-1-1-1,0 1 1,0 0 0,0 0 0,0 0-1,0 0 1,0 0 0,0 0 0,0 0-1,0 0 1,1 0 0,-1 0 0,0 0-1,0 0 1,0 0 0,0 0 0,0 0-1,0 0 1,0 0 0,0 0 0,1 0-1,-1 0 1,0 0 0,0 0-1,10-4 176,1 0 0,-1 0-1,1 1 1,0 0-1,0 1 1,0 0 0,21 0-1,87 7 59,-75-2-60,438 39 441,-34-2-454,81-16-46,560-49 0,-914 15-116,412-45-44,-576 54 9,-9 1 13,0 0 1,0 0-1,0 0 0,-1 0 1,1-1-1,0 1 0,0 0 0,-1-1 1,1 1-1,0-1 0,-1 0 1,1 1-1,0-1 0,-1 0 0,1 0 1,-1 0-1,1 0 0,-1 0 0,0-1 1,2-1-1,-3 3 2,0-1 0,0 1-1,0-1 1,0 1 0,0-1 0,-1 1-1,1 0 1,0-1 0,0 1-1,-1 0 1,1-1 0,0 1 0,0 0-1,-1-1 1,1 1 0,0 0 0,-1-1-1,1 1 1,-1 0 0,1 0 0,0-1-1,-1 1 1,1 0 0,-1 0 0,1 0-1,0 0 1,-1 0 0,1 0 0,-1-1-1,1 1 1,-1 0 0,1 0 0,-1 1-1,-26-6-271,0 2 0,-1 1 1,1 2-1,-45 4 0,19-1-97,-1257 21-4763,111-4 3693,1152-19 1401,25-1-4,0 0 0,0 2-1,0 1 1,-30 7 0,43-6 27,13-1 18,24 2 14,-28-5-6,455 26 571,-331-23-414,449 1 1388,580-71 1,-1118 64-1448,0-1 0,0-2 0,-1-1 0,54-20 0,-88 27-93,1 0-1,0 0 1,0 0 0,0 0 0,-1 0 0,1-1 0,0 1 0,0 0 0,0-1 0,-1 1 0,1-1 0,0 1 0,-1-1 0,1 1-1,0-1 1,-1 1 0,1-1 0,-1 1 0,1-1 0,-1 0 0,1 0 0,-1 1 0,1-1 0,-1 0 0,0 0 0,1 1 0,-1-1-1,0 0 1,0 0 0,1 0 0,-1 1 0,0-1 0,0 0 0,0 0 0,0 0 0,0 0 0,0 1 0,0-1 0,-1 0-1,1 0 1,0 0 0,0 0 0,-1 1 0,1-1 0,-1-1 0,-2-2-3,1 1 1,-1 0-1,0 0 1,0 1-1,-1-1 0,1 0 1,0 1-1,-6-3 1,-8-2-46,0 0 1,0 1 0,-1 0 0,0 2 0,-23-3-1,22 3-8,-1014-130-1609,609 103 1394,0 32-32,264 15 164,140-13 119,1 0 0,0 2 0,0 0 1,1 2-1,-34 15 0,51-22 13,1 1 0,-1-1-1,0 0 1,1 1 0,-1-1-1,1 0 1,-1 1 0,1-1 0,-1 1-1,0-1 1,1 1 0,0 0 0,-1-1-1,1 1 1,-1-1 0,1 1-1,0 0 1,-1-1 0,1 1 0,0 0-1,0-1 1,0 1 0,-1 0 0,1 0-1,0-1 1,0 1 0,0 1 0,1-1-1,-1 1 0,1-1 1,-1 1-1,1-1 1,0 1-1,-1-1 1,1 0-1,0 0 1,0 1-1,0-1 1,0 0-1,2 2 1,4 2-4,0 0 0,-1 0-1,16 7 1,6-1 37,0-1 1,0-2-1,1 0 0,0-2 0,0-1 0,33 1 0,-14-1-13,808 49 706,3-75-262,-783 17-991,103-18 0,-174 21 385,0 0-1,0 0 0,1-1 0,-1 1 0,-1-1 1,1 0-1,0-1 0,7-4 0,-12 7 125,0 0-1,1 0 0,-1-1 1,0 1-1,0 0 1,1-1-1,-1 1 1,0 0-1,0-1 1,1 1-1,-1 0 1,0-1-1,0 1 1,0-1-1,0 1 0,0 0 1,0-1-1,1 1 1,-1-1-1,0 1 1,0 0-1,0-1 1,0 1-1,0-1 1,-1 1-1,1-1 1,0 1-1,0 0 0,0-1 1,0 1-1,0-1 1,0 1-1,-1-1 1,-1 0-26,1-1 1,-1 0 0,1 1-1,-1 0 1,0-1 0,0 1-1,0 0 1,0 0 0,0 0-1,-3-1 1,-42-13-451,0 2 0,-1 2 0,-76-8 0,55 9 211,-236-32-546,-334-3 0,593 44 1109,-73 9 0,117-8-240,0 0 1,0 0-1,0 0 1,0 1-1,0-1 1,0 1-1,0-1 1,0 1-1,1 0 1,-1 0-1,0 0 1,-3 2-1,5-3-27,0 0-1,0 1 1,0-1-1,0 0 0,0 1 1,0-1-1,0 1 1,0-1-1,0 0 0,0 1 1,0-1-1,0 1 1,0-1-1,0 0 0,0 1 1,0-1-1,0 0 1,0 1-1,0-1 0,1 1 1,-1-1-1,0 0 1,0 1-1,1-1 0,-1 0 1,0 0-1,0 1 1,1-1-1,-1 0 0,0 0 1,0 1-1,1-1 1,-1 0-1,0 0 0,1 0 1,0 1-1,6 3 65,1 0 0,0 0 0,0 0 0,9 2 0,74 19 549,118 18-1,-119-26-461,-23-5-870,0-2-1,95 1 1,-175-16-3223,-4 1 822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05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2027 351 5825,'42'-90'1582,"-38"80"-1107,0 0 0,-1-1 0,0 1 0,-1-1-1,2-14 1,-3 19-172,-1 0 0,2 0 0,-1 0 0,1 0 0,2-7 0,50-127 8285,-68 150-7235,0 5-872,2 2-1,0 0 1,0 0 0,-10 24-1,-35 84 979,49-106-1272,-51 120 830,-151 335 949,-205 305-604,225-435-1025,70-123-170,-295 557 258,50 18-213,229-403-107,107-285-122,-24 187 1,48-253-43,2 0 0,1 0 0,3 0 0,1 1 0,15 74 0,-14-101-10,1 0 0,1-1 1,0 1-1,1-1 0,1-1 1,0 1-1,1-1 0,0 0 0,2-1 1,-1 0-1,1 0 0,1-1 1,1-1-1,-1 0 0,2 0 1,-1-1-1,1-1 0,17 10 1,1-4-347,0-2 1,0-1 0,1-1-1,0-2 1,43 7-1,-26-9-173,1-3-1,-1-1 0,51-5 1,2-7-2595,0-5 1,181-50 0,-197 43-1751,4 5-2725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07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2256 388 8401,'18'-28'899,"-8"13"282,0-1-1,14-31 0,-22 40-860,0 1 1,-1-1-1,1 0 0,-1 0 1,-1 1-1,0-1 0,0 0 1,0 0-1,0 0 0,-1 0 1,-1 1-1,1-1 0,-1 0 1,0 1-1,0 0 0,-1-1 0,0 1 1,-6-11-1,3 8-84,1 0 0,-1 1 0,-1-1 0,0 1 0,0 1 0,-1-1 0,1 1 0,-2 0 0,1 1 0,-16-9 0,10 7 42,-1 1 0,-1 1-1,0 0 1,1 1 0,-1 1 0,-17-3 0,-11 2 277,1 2 0,-1 2 1,-77 8-1,15 6 223,-183 46 1,218-41-587,-480 147 760,444-122-818,3 4 0,2 4-1,-98 67 1,160-92-82,2 2-1,1 2 1,-35 37-1,61-56-41,0 1 0,0 1 1,1 0-1,0 0 0,1 1 0,1 0 1,0 1-1,1 0 0,1 0 0,0 0 1,1 1-1,-4 21 0,8-29-3,0 0-1,1 0 1,0 0-1,0 1 1,1-1-1,0 0 1,1 0-1,0 0 1,0-1-1,0 1 1,1 0 0,0-1-1,1 1 1,-1-1-1,2 0 1,-1 0-1,1-1 1,0 1-1,0-1 1,0 0 0,1 0-1,0-1 1,0 0-1,1 0 1,13 8-1,2-1 0,0-2 0,1 0 0,0-1 0,1-1 1,0-2-1,0 0 0,32 3 0,14-1 24,1-4 1,74-4-1,142-22 720,77-1 1139,-361 23-1869,8 0 64,1 0-1,-1 1 1,1 0-1,14 4 1,-24-5-80,0 1 0,0 0-1,0-1 1,0 1 0,0 0 0,0 0-1,0 0 1,0 0 0,0 0-1,0 0 1,0 1 0,-1-1 0,1 1-1,-1-1 1,1 1 0,-1 0 0,1-1-1,-1 1 1,0 0 0,0 0 0,0 0-1,0 0 1,0 0 0,0 0 0,-1 0-1,1 0 1,-1 0 0,1 0-1,-1 1 1,0 1 0,-1 9-4,0-1 0,-1 0 0,0 0 0,-1 0 0,-1 0 0,0-1 0,-7 15 0,-45 80 0,51-98 0,-47 80 141,-75 142-1110,112-198 218,2 0-1,2 1 1,1 0 0,2 1-1,-8 56 1,14-63-244,1 0 0,1 0 0,1 0 0,9 52 0,-6-64-79,0 1 1,0-1 0,2 0-1,0 0 1,0 0 0,1-1-1,1 0 1,1-1 0,17 22-1,22 12-7664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07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1 161 10253,'50'-76'2196,"-43"64"-340,-1-3-216,4 3-263,4-6-181,-4 9-196,0 0-244,7 3-152,-1 3-128,4 18-100,17 18-116,-13 3-420,-1 13-396,4 5-616,-10 12-528,-4 0-565,-6 10-2463,-11 11-3697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07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14 136 9745,'-14'-12'4532,"21"-3"-2740,0 3-351,16-6-225,21-6-308,9 12-164,18-3-152,9 3 52,10 9-332,14-6-180,3 6-500,7 3-372,4 6-584,-1 0-508,0-3-433,0-3-2251,0 0-3513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07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1431 96 7381,'-9'-11'1645,"-1"1"0,0 0 1,-17-12-1,21 17-1213,-2 0 1,1 0 0,0 1-1,-1 0 1,0 1-1,0 0 1,0 0 0,0 0-1,-1 1 1,1 0-1,-12 0 1,-11 0-56,-1 2 0,1 2 0,0 0 1,-1 2-1,2 2 0,-1 1 0,1 1 0,0 1 0,0 2 0,1 1 0,1 1 0,0 2 1,0 1-1,2 0 0,-29 25 0,33-24-191,2 0 0,0 2 0,1 0 0,1 1 0,1 0 0,1 2 0,-22 37 0,14-18 60,2 1 1,2 1-1,-24 73 1,29-58-118,3 0 0,2 1 0,3 1 0,0 87 0,29 239 211,-11-255-270,-5-64-36,-3-1 1,-3 1-1,-14 107 0,12-160-23,-1-1 0,-1 1-1,0-1 1,-1 0-1,0 0 1,-1 0 0,-14 21-1,15-26-24,-1-1 0,0 0 1,0-1-1,0 1 0,-1-1 0,0 0 0,0-1 0,0 0 0,-1 0 0,0-1 1,0 0-1,0 0 0,-10 3 0,9-4-213,0-1-1,0 0 1,0-1 0,-1 0 0,1 0-1,0-1 1,0 0 0,-1-1-1,1 0 1,0 0 0,0-1-1,0 0 1,0-1 0,0 0 0,1 0-1,-1-1 1,-9-5 0,7 2-612,0 0-1,1 0 1,0-1 0,-18-18 0,19 16-796,0-1 0,1 0 0,0 0 0,-9-18 0,2-8-7663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07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 11717,'57'-15'2064,"-27"3"-344,24 3-359,-11 6-77,-3-3-300,1 6-180,9 6-164,4 0-132,6 12 8,0 6-208,4 6-348,-7-3-596,0 9-788,-4 0-752,4 10-3057,0-1-4180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10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1481 721 8793,'58'-60'2283,"-53"54"-1626,0-1-1,0 0 1,0 0-1,-1-1 1,4-8-1,6-11 791,6-8 25,-3-1-1,0-1 1,15-52-1,-21 51 180,9-55 0,-18 80-1409,0 0-1,-1 0 1,-1 0-1,0 0 1,-1 0-1,0 0 1,-1 0-1,-4-16 1,4 23-184,-1 1 1,0-1 0,0 1-1,0 0 1,-1 0 0,1 0-1,-1 0 1,-1 1-1,1-1 1,0 1 0,-1 0-1,0 1 1,0-1 0,0 1-1,0 0 1,-1 0-1,1 0 1,-11-3 0,-7-1 48,0 0 0,0 2 0,-33-4 0,1 3 18,-1 3 0,0 2-1,-95 11 1,-165 45 59,-27 30-26,273-62-122,1 2 0,-116 61 0,168-76-51,0 0 1,1 0 0,0 2-1,1 0 1,0 1-1,1 0 1,-22 27 0,32-34-15,0-1 0,0 1 0,1 0 0,0 0 0,0 1 0,0-1 0,1 0 1,0 1-1,0 0 0,1-1 0,-1 1 0,2 0 0,-1 0 0,1 0 0,0 0 0,0-1 1,1 1-1,0 0 0,0 0 0,0 0 0,1-1 0,0 1 0,1-1 0,-1 1 1,4 5-1,2 1-46,1 0 0,-1-1 1,2-1-1,0 1 1,0-2-1,1 1 0,0-1 1,1-1-1,0 0 0,18 10 1,3-1-59,1-1-1,70 24 1,-58-27 91,0-2-1,0-1 1,1-3 0,0-2-1,0-2 1,1-2 0,53-4-1,-1-11 1472,0-3 0,133-41 0,-150 35-838,-62 21-591,-21 1 0,1 0 0,0 1 0,-1-1 0,1 1 0,-1-1 0,1 1 0,0-1 0,-1 1 0,1 0 0,-1-1 0,1 1 0,-1 0 0,0-1 0,1 1 0,-1 0 0,0 0 0,1-1 0,-1 1 0,0 0 0,0 0 0,0 0 0,0-1 0,0 1 0,0 0 0,0 0 0,0 0 0,0-1 0,0 1 0,0 0 0,-1 1 0,-6 29 0,5-26 0,-26 84-1,-13 44-626,20-42-2557,6 19-3135,11-36-1693,6-8-3628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11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2019 87 10517,'2'-3'370,"0"0"1,0 1-1,0-1 1,0 1-1,1-1 0,-1 1 1,1 0-1,0 0 1,-1 0-1,1 0 0,0 0 1,0 0-1,0 1 1,0 0-1,7-3 1,-10 3-196,1 0 0,-1 0 1,1 0-1,-1 0 1,1 0-1,-1 0 1,0-1-1,0 1 1,0 0-1,0 0 1,0 0-1,0-1 1,0 1-1,0 0 1,0-2-1,0 2-8,0 0 64,0 0 0,0 0 0,-1 0 0,1 0 0,0-1-1,0 1 1,0 0 0,-1 0 0,1 0 0,-1 0 0,1 0 0,-1 0 0,1 0 0,-1 0 0,1 0 0,-1 0 0,0 0 0,0 0 0,-1-1 0,0 1-131,1 0 1,-1 0-1,1 0 1,-1 1-1,1-1 0,-1 1 1,0-1-1,1 1 1,-1-1-1,0 1 1,0 0-1,-2 0 1,-1 0 4,-1 1 1,0-1 0,0 1-1,0 0 1,1 1 0,-1 0 0,-9 4-1,-297 160 2501,44-20-1875,-91 27-203,-286 148-98,625-310-426,-39 20 85,-107 77 1,153-97-36,0-1 0,0 1 0,1 1 0,0 0-1,1 1 1,1 0 0,0 1 0,0 0 0,2 0 0,0 1 0,0 0 0,1 1 0,-5 20 0,10-26-23,1 0 0,0 1 0,1-1 1,0 0-1,1 0 0,0 0 0,0 0 0,1 0 1,0 0-1,1 0 0,0-1 0,1 1 0,0-1 0,0 0 1,1 0-1,0 0 0,12 13 0,3 4 27,1-2 1,1 0-1,1-2 0,35 27 0,7 0 15,3-3-1,2-3 1,140 63-1,-68-48-614,171 44-1,-187-69-1935,256 32 1,-38-49-8905,-195-21-775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12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179 274 5372,'1'0'65,"-1"0"0,0 1-1,1-1 1,-1 0 0,0 1-1,1-1 1,-1 0 0,1 0-1,-1 1 1,0-1 0,1 0-1,-1 0 1,1 0-1,-1 1 1,1-1 0,-1 0-1,0 0 1,1 0 0,-1 0-1,1 0 1,-1 0 0,1 0-1,-1 0 1,1 0 0,-1 0-1,1 0 1,-1-1-1,0 1 1,1 0 0,-1 0-1,1 0 1,-1 0 0,1-1-1,1-15 2113,-15-25 2891,13 38-4450,2-30 3997,-2 26-4185,1 1 0,1-1 0,0 0-1,4-10 1,-4 11-349,1 1-1,0 0 1,0 0-1,0 1 0,1-1 1,0 1-1,-1-1 1,2 1-1,-1 1 1,0-1-1,1 0 0,6-3 1,-3 1 243,0-1 0,0 0 1,11-12-1,-1 0 108,-16 16 76,6-3-282,-8 5-211,0 0-1,1 1 0,-1-1 0,0 1 0,1-1 0,-1 1 1,1-1-1,-1 1 0,0-1 0,1 1 0,-1-1 0,1 1 0,-1-1 1,1 1-1,0 0 0,-1-1 0,1 1 0,-1 0 0,1 0 1,0-1-1,-1 1 0,1 0 0,0 0 0,-1 0 0,1 0 1,-1 0-1,1 0 0,0 0 0,-1 0 0,1 0 0,0 0 1,1 0-1,106 37 310,148 45 42,-233-76-327,0 2-1,-1 0 1,0 2-1,0 0 1,23 16-1,-44-25-24,1 1 1,0-1-1,-1 1 0,1-1 1,-1 1-1,1 0 0,-1 0 1,0 0-1,0 0 0,0 0 1,0 0-1,0 0 0,0 0 1,0 0-1,-1 0 0,1 1 1,-1-1-1,0 0 0,0 0 1,1 0-1,-1 1 0,-1-1 1,1 0-1,0 0 0,-1 1 0,0 2 1,-1 2 13,0 0 0,0 0 0,-1 0-1,0 0 1,-1-1 0,1 1 0,-6 6 0,-27 30 94,-2-1 1,-1-2-1,-55 43 0,-45 44-31,106-92-50,1 1-1,2 1 1,-33 52 0,54-74-17,1 1 0,0-1 1,1 2-1,0-1 0,2 1 1,0 0-1,1 0 0,0 0 1,1 1-1,1 0 0,1-1 1,1 20-1,2-22 27,0 0 0,0 0 0,2 0 0,0 0 0,0 0 0,11 22-1,-2-12 178,2 0-1,27 37 0,-38-56-208,0 1 0,-1-1 0,0 1 0,0 0 0,-1 0 0,0 0 0,0 0 0,0 1 0,-1-1 0,0 0 1,-1 1-1,1-1 0,-2 9 0,-1 15 9,-12 54 0,13-78-22,-9 44 13,-3-1 0,-21 58 0,28-91-12,-2-1 1,0 1 0,0-1-1,-2-1 1,0 0 0,-1 0-1,0-1 1,-1-1-1,-25 23 1,31-32-2,1 0-1,0 0 1,-1-1-1,0 1 1,0-1-1,0-1 1,0 1-1,0-1 1,0 0 0,-1 0-1,1-1 1,-1 0-1,1 0 1,-1-1-1,1 1 1,-1-1-1,1-1 1,-1 0 0,-9-1-1,12 0 3,-1 1 1,0-1-1,1 0 0,-1 0 0,1-1 0,-1 1 1,1-1-1,0 0 0,0 0 0,1 0 1,-1-1-1,0 1 0,1-1 0,0 0 0,0 0 1,0 0-1,1-1 0,-1 1 0,1 0 0,0-1 1,0 0-1,0 1 0,1-1 0,0 0 1,-1-6-1,1 4-8,1 1 0,0-1 0,0 1 0,1-1-1,-1 0 1,1 1 0,1-1 0,-1 1 0,1 0 0,0 0 0,1-1 0,0 1 0,0 1 0,0-1 0,0 0 0,5-5 0,3-2-151,-1 0-1,1 1 1,1 0 0,0 1 0,16-11 0,-19 16-415,0 1-1,0 0 0,1 1 0,-1 0 1,19-5-1,21-9-7093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13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2372 128 7921,'5'-23'1059,"0"-21"3468,-8 6-276,3 34-3239,-3 2-204,1 0-709,-1 0 1,1 1 0,-1-1-1,1 0 1,-1 1-1,0 0 1,0 0 0,0 0-1,0 0 1,0 0-1,0 0 1,0 1 0,0 0-1,0-1 1,0 1 0,0 0-1,0 0 1,0 1-1,-4 0 1,-16 4 364,0 0 0,0 2 0,1 0-1,0 2 1,-35 19 0,-101 72 1573,101-57-1499,1 2 1,2 3-1,3 3 0,2 1 1,-51 71-1,49-51-198,3 3-1,4 1 1,-64 153-1,-84 329 168,189-549-491,-13 57 31,-4-2 0,-40 93 0,51-138-50,-1-1 0,-1 0 0,-1 0 0,0-1 0,-1-1 0,-1 0 0,0 0 0,-1-2 0,-1 0 0,0 0 0,-1-2 0,-25 15 1,16-14 2,0-2 1,-1 0 0,0-2 0,-1 0 0,0-2 0,-1-2-1,1 0 1,-1-2 0,-56-1 0,-9-7-46,-159-31 1,125 14-167,63 11-1101,62 11 155,5-3-187,15-16-905,-6 12 956,-1 0-1,1 1 1,14-7-1,-16 10-360,0-1 0,1 1 0,17-2 0,40 0-8822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13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5 5477,'0'0'44,"0"0"0,0-1 1,0 1-1,0 0 1,0 0-1,0 0 1,0-1-1,0 1 0,-1 0 1,1 0-1,0 0 1,0-1-1,0 1 1,0 0-1,-1 0 0,1 0 1,0 0-1,0 0 1,0-1-1,0 1 1,-1 0-1,1 0 0,0 0 1,0 0-1,-1 0 1,1 0-1,0 0 1,0 0-1,-1 0 1,1 0-1,0 0 0,0 0 1,0 0-1,-1 0 1,1 0-1,0 0 1,0 0-1,-1 0 0,1 0 1,0 0-1,0 0 1,0 0-1,-1 0 1,1 1-1,0-1 0,0 0 1,0 0-1,-1 0 1,1 0-1,0 1 1,0-1-1,0 0 1,0 0-1,-1 0 0,1 0 1,0 1-1,0-1 1,0 0-1,0 0 1,0 1-1,0-1 0,0 0 1,0 0-1,0 0 1,0 1-1,0-1 1,0 0-1,0 0 0,0 1 1,-1 1 249,-1 0 1271,4 1-125,3 6-800,1-1-1,0-1 0,1 1 0,-1-1 0,2 0 0,-1 0 0,1-1 0,14 9 1,4 1 403,47 21-1,387 130 2272,-167-93-2407,-256-66-794,71 8 57,-104-16-371,-11 12-3541,5-10 3288,-1 0 0,0 0 1,0 0-1,0 0 0,0-1 1,0 1-1,-1-1 1,1 0-1,0 0 0,-1 0 1,1-1-1,-1 1 0,1-1 1,-5 0-1,-13 4-2584,-9 10-4420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18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1605 479 5593,'2'-1'1049,"14"-8"-615,-14 8-133,-1 1 0,1 0-1,0-1 1,-1 1 0,1 0 0,-1 0-1,1 0 1,-1 0 0,1 1 0,-1-1-1,1 0 1,0 1 0,-1-1 0,0 1-1,1-1 1,-1 1 0,1-1 0,-1 1-1,0 0 1,1 0 0,-1 0 0,2 2-1,0-2 1591,7-10 155,-6 6-1695,0-1 0,0 0 0,0 0-1,-1 0 1,0-1 0,0 1 0,0-1-1,0 1 1,-1-1 0,1 0 0,-1 0-1,1-6 1,2-7 616,-1 0 1,2-25-1,-6 42-960,3-29 728,0-1-1,-2-1 0,-4-40 1,3 65-652,-1-1-1,0 1 1,-1 0 0,1-1 0,-1 1 0,-1 0 0,0 0 0,0 0-1,0 1 1,-1-1 0,1 1 0,-2-1 0,1 1 0,-1 0 0,0 1-1,0-1 1,0 1 0,-1 0 0,0 1 0,-6-5 0,6 6-42,-1 0 0,1 0 1,0 1-1,-1-1 0,1 2 1,-1-1-1,-9 0 0,-7-1 60,0 1 0,-1 1-1,0 1 1,1 2-1,-1 0 1,1 1 0,-27 8-1,-10 7 72,2 3-1,1 2 1,-68 39-1,-156 108 223,166-93-270,-134 118 1,191-143-98,2 3-1,2 2 1,-81 113 0,113-137-18,2 2 0,-32 68 0,45-84-5,1-1 0,0 1 1,1 0-1,1 0 0,1 1 0,0-1 0,1 36 0,3-47-4,-1 0-1,1-1 1,1 1 0,0 0-1,0 0 1,0-1-1,1 0 1,0 1-1,0-1 1,1 0 0,0 0-1,0-1 1,7 9-1,-4-7 5,0-1-1,1 0 0,0 0 1,0-1-1,0 0 1,1-1-1,0 0 0,0 0 1,11 4-1,6 0 2,1-2-1,0 0 0,0-2 1,0-1-1,0-1 1,51-1-1,5-6-4,150-26 0,80-39 0,136-21 0,-426 87 0,1 0 0,0 2 0,0 1 0,-1 1 0,35 6 0,-52-6 0,0 0 0,0 1 0,0 0 0,0 1 0,0-1 0,-1 1 0,1 0 0,-1 0 0,0 1 0,0 0 0,5 4 0,-6-4 0,-1 0 0,0 0 0,-1 0 0,1 0 0,-1 0 0,0 0 0,0 1 0,0-1 0,0 1 0,-1-1 0,0 1 0,0 0 0,0-1 0,-1 1 0,1 0 0,-1 6 0,-1 5 6,0-1 1,-1 0-1,-1 1 0,-1-1 1,0 0-1,-8 20 0,-46 87-443,32-70-555,4-7-452,-70 154-8435,71-142 4261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20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812 123 8489,'52'-89'6991,"-39"56"-3176,-15 35-3760,-83 73 2115,-131 152 0,111-99-1526,-15 19 117,-109 172 0,207-285-687,-45 83 255,62-106-279,0 0-1,1 0 1,0 0 0,1 1-1,0-1 1,1 1 0,0 0 0,0 21-1,2-27-35,1-1-1,0 0 1,0 1-1,0-1 1,1 0 0,0 1-1,0-1 1,0 0-1,1-1 1,0 1-1,0 0 1,0-1-1,0 1 1,1-1-1,-1 0 1,1 0-1,0 0 1,0-1-1,1 0 1,-1 1-1,6 2 1,11 5 9,0-1 1,1 0 0,36 10-1,-47-16-23,174 49-52,82 30 119,-214-62-63,-1 3 0,61 38-1,-92-49-6,0 2 0,0 0-1,-2 2 1,0 0-1,-1 1 1,-1 1 0,22 30-1,-33-41 1,-1 1-1,0 0 1,0 1 0,-1-1 0,0 1-1,-1-1 1,0 1 0,-1 0-1,0 0 1,0 1 0,0 17-1,-2-21-4,-1 1 1,0-1-1,0 0 0,0 1 1,-1-1-1,0 0 0,-1 0 0,1 0 1,-1-1-1,-1 1 0,1-1 0,-1 1 1,0-1-1,0 0 0,-1-1 1,-9 10-1,-1-2-68,0-1 1,0-1 0,-1 0-1,-1-1 1,0-1-1,-21 9 1,-111 31-871,113-38 498,32-10 113,23-14-202,-14 10 441,24-13-309,0 1 1,1 1-1,33-10 1,102-24-931,-36 11 431,-116 33 794,525-171-2255,-432 134 2299,-103 39 24,-6 1-127,-3 0 180,-1 0 1,1 0-1,0 0 0,0 1 1,-1 0-1,1 0 0,0 0 1,0 1-1,-1 0 0,1 0 1,0 1-1,0 0 1,-8 3-1,6-1 21,-1 0 1,1 0-1,-1 1 1,1 1-1,1-1 1,-1 1-1,1 0 1,-10 11-1,16-16-19,0 0 0,0 0-1,0 1 1,0-1 0,0 0-1,0 1 1,0-1 0,0 1-1,1-1 1,-1 1 0,0-1-1,1 1 1,-1 0 0,1-1-1,0 1 1,-1 0 0,1-1-1,0 4 1,1-4-8,-1 0 1,1 1-1,-1-1 1,1 0-1,-1 0 0,1 0 1,0 0-1,-1 1 1,1-1-1,0 0 0,0 0 1,0-1-1,0 1 1,0 0-1,0 0 0,0 0 1,0-1-1,2 2 1,3 1 2,1-1 1,-1 0 0,0 0 0,1 0-1,0-1 1,-1 0 0,1 0 0,8-1-1,17-2-5,1-2 0,-1 0 0,0-3-1,0 0 1,52-21 0,-47 14 73,-16 6-156,36-10-1,-54 18 41,17 1-116,-12 0 67,8 2-170,0-1 0,0 0 0,0-1 0,0-1 0,0 0 0,31-6-1,13-9 28,-1-3-1,0-2 1,-2-3-1,83-45 1,-45 13-506,147-115 0,-154 103 465,111-113 0,-191 171 287,12-11 53,-17 16-47,-11 10-32,5-4 1,1 0-1,0 0 1,1 1 0,-1-1 0,0 1 0,1-1 0,-1 1-1,1 0 1,0 0 0,0-1 0,0 1 0,0 0-1,0 0 1,1 0 0,-1 0 0,1 0 0,0 0 0,0 0-1,0 0 1,0 0 0,1 1 0,-1-1 0,1-1-1,2 7 1,-2-5-24,0 0-1,0 0 1,1 0-1,0 0 1,0 0 0,0 0-1,0 0 1,1-1-1,-1 1 1,1-1-1,0 0 1,0 0 0,0 0-1,1 0 1,-1 0-1,7 4 1,2-2 21,0-1 0,0 0 1,1-1-1,-1 0 0,1-1 0,-1 0 1,1-1-1,0-1 0,0 0 1,-1 0-1,1-1 0,0-1 0,16-4 1,93-9 792,-100 16-510,-18-1-232,0 1 0,-1-1 1,1 0-1,0 0 0,-1-1 0,1 1 1,5-2-1,1 23 2,-5-9-116,-2-5-17,0-1 0,0 1 0,0-1-1,1 0 1,0 0 0,0-1 0,0 1 0,1-1 0,0 0 0,6 6-1,7 1-107,0-1-1,1-1 0,0-1 0,0 0 0,1-2 0,37 10 0,134 24 2363,-190-41-2131,1 1 0,-1-1 1,0 0-1,1 1 0,-1-1 1,0 0-1,1 1 0,-1 0 0,0-1 1,0 1-1,0 0 0,0 0 1,1-1-1,-1 1 0,0 0 0,0 0 1,0 0-1,-1 0 0,1 1 1,0-1-1,0 0 0,-1 0 0,1 0 1,0 1-1,-1-1 0,1 0 1,-1 1-1,0-1 0,1 0 0,-1 1 1,0-1-1,0 0 0,0 1 1,0-1-1,0 1 0,0-1 0,0 0 1,-1 3-1,0 4-209,1-5-157,14 30-1194,-10-30 1385,0 1 0,1-1 0,-1 0-1,1 0 1,0 0 0,0-1 0,0 0 0,0 0 0,0 0 0,10 1 0,57 9-803,-39-8 613,104 13-141,-122-14 549,-1-1 1,1-1 0,0 0-1,0-1 1,0-1 0,0 0 0,0-1-1,0 0 1,26-9 0,-40 10-100,0 0 1,0 1 0,0-1-1,0 0 1,0 0 0,0 0 0,0 0-1,0 0 1,-1 0 0,1 0-1,0 0 1,-1-1 0,1 1 0,-1 0-1,1 0 1,-1 0 0,1-1 0,-1 1-1,0 0 1,0-2 0,2-24-630,-2 26 628,0-3-226,0 0 0,-1 0 0,1 0-1,-1 0 1,0 0 0,0 0 0,-1 1 0,1-1-1,-1 0 1,-2-3 0,3 5 119,-15-35-2142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2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5691 0 5116,'-554'49'1609,"457"-37"-833,-96 25-1,-33 23 1262,4 10 0,-394 180 0,311-95-437,-373 253-1,412-221-752,-357 326-1,-163 304 0,274-136-504,396-499-435,-174 381 0,242-449-135,5 3 0,-30 131 0,59-187-14,3 1 0,2 1-1,3-1 1,3 1 0,10 124 0,-1-150 49,1 0 1,1 0-1,2-1 1,2-1-1,1 0 1,2 0-1,1-2 1,2 0-1,32 45 0,-21-39-11,2-1-1,2-2 0,1-2 1,2 0-1,1-3 0,75 49 0,-30-32-10,1-3 1,3-4-1,1-4 0,129 36 0,383 58-313,242-38 238,6-59 457,1561-100 1825,-1129-61-606,-922 71-715,539-157 0,-725 159-419,-4-8-1,-2-7 1,181-104-1,-249 114-107,-2-4 0,91-78 1,-121 84-59,-3-3 0,-2-2-1,66-89 1,-89 99-61,-2-2-1,-2-1 0,-2-1 0,-4-2 1,-1 0-1,-3-2 0,20-86 0,-31 93-26,-4 1 0,-1-1-1,-3 0 1,-2 0-1,-2-1 1,-3 1 0,-2 0-1,-2 0 1,-18-64-1,5 45-14,-4 1 0,-4 1 0,-2 1-1,-47-78 1,26 64-43,-3 4 0,-119-134-1,63 101-151,-6 4 0,-4 5-1,-258-168 1,191 156-563,-4 8 1,-5 9 0,-4 8-1,-4 9 1,-4 9 0,-2 9-1,-3 10 1,-252-31-1,125 57-2792,33 27-1285,292 0 4609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34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1072 41 2852,'-216'20'1176,"185"-21"-1613,0-1 0,1-1 0,-1-2-1,-52-15 1,24 6 149,20 4 217,34 8 52,-1 1 0,1 0 0,0 0 0,-1 1 0,1 0 0,-1 0 0,1 0 0,0 0 0,-1 1 0,1 0 0,0 0 0,-1 0 0,-7 4 0,0 0 24,1 1 1,1 0 0,-1 0 0,-16 13-1,12-7 243,0 1-1,1 0 0,0 1 1,1 0-1,0 1 0,1 1 0,1 0 1,1 1-1,-17 30 0,21-29-129,-1-1-1,0 1 0,-2-2 0,0 1 0,-1-1 0,-1-1 0,0 0 1,-1 0-1,0-1 0,-24 18 0,-29 14-1844,34-26 1431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34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477 316 3904,'-14'-28'1075,"13"28"-996,1-1 0,-1 0 1,1 0-1,-1 0 0,0 0 0,0 0 0,1 1 1,-1-1-1,0 0 0,0 1 0,0-1 0,0 0 0,0 1 1,0-1-1,0 1 0,0 0 0,0-1 0,0 1 0,0 0 1,0-1-1,0 1 0,0 0 0,-2 0 0,0-1 233,-8-4 263,0-1 0,0 0 0,1 0 0,0-1 0,1-1 0,-1 0 0,-15-17 0,-3-2 1031,-11-5 1384,-85-51-1,60 43-50,60 37-2594,-1 0-1,0 1 1,0-1-1,0 1 1,0 1-1,0-1 1,0 1-1,-1 0 1,-5-1-1,10 2-238,-1 0 0,1 0 0,0 0 0,0 0 0,0 0 0,0 0 0,0 0 0,-1 1 1,1-1-1,0 0 0,0 1 0,0-1 0,0 1 0,0-1 0,0 1 0,0 0 0,0-1 0,0 1 0,-1 2 0,1-2-17,0 1 1,1-1-1,-1 1 0,1-1 1,-1 1-1,1 0 1,-1-1-1,1 1 0,0 0 1,0 0-1,0-1 1,0 1-1,0 0 0,0-1 1,1 1-1,-1 0 1,0 0-1,1 1 0,3 7 141,0 1-1,0-1 0,1 0 0,0 0 0,1 0 0,0-1 0,0 0 1,1 0-1,0 0 0,1-1 0,0 0 0,13 9 0,9 7-159,1-2-1,53 27 1,19 3-70,170 61 0,129 15 0,850 188 0,16-57 0,-1117-229 0,2647 426 0,-2321-396-122,-8-38-3725,-436-22 2497,-1-1 0,1-1 0,-1-2 0,62-16 0,-92 20 952,1-1-1,-1 0 1,0 0-1,0 0 1,1 0-1,-1 0 1,0 0-1,0 0 1,0-1-1,0 1 1,0-1-1,-1 1 1,1-1-1,0 0 1,-1 0-1,1 0 1,1-3-1,-2 2-515,-1 0-1,0 1 0,0-1 1,0 1-1,0-1 0,0 0 0,-1 1 1,1-1-1,-1 1 0,1-1 1,-1 1-1,-2-5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35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0 151 13041,'11'-9'1432,"1"1"1,-1-1-1,1 2 0,0-1 0,23-8 1,10 1-132,56-9 1633,132-15-1,-113 29-1924,0 4 0,145 13 0,-260-7-990,286 24 791,-196-12-756,96 26 0,-157-30-54,63 26 0,-88-31 0,-1 1 0,0 0 0,-1 0 0,1 1 0,-1 0 0,0 0 0,0 1 0,0-1 0,-1 2 0,0-1 0,0 1 0,-1 0 0,6 9 0,-9-13 0,-1 1 0,0 0 0,0 0 0,0 0 0,0 0 0,-1 0 0,1 0 0,-1 0 0,0 0 0,-1 0 0,1-1 0,0 1 0,-1 0 0,0 0 0,0 0 0,0 0 0,-1 0 0,1-1 0,-1 1 0,0-1 0,0 1 0,0-1 0,-1 0 0,1 0 0,-4 4 0,-5 6 0,-2 0 0,0 0 0,-1-1 0,-19 14 0,-10 2 0,-90 45 0,-56 10 0,147-65 0,-278 108 0,-231 106 0,394-146 0,140-75 0,0 1 0,1 0 0,0 2 0,1 0 0,1 0 0,-20 26 0,30-35 0,1 1 0,-1-1 0,1 1 0,1 0 0,-1 0 0,1 0 0,0 0 0,0 0 0,0 0 0,1 1 0,0-1 0,1 0 0,-1 1 0,1-1 0,1 8 0,1-5 0,0 1 0,0-1 0,1 0 0,0 0 0,0-1 0,1 1 0,0-1 0,1 0 0,8 11 0,6 5 0,1-2 0,0 0 0,2-1 0,1-1 0,37 24 0,31 19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37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0 5032,'0'0'1249,"-2"3"-98,-16 15 1300,-2 0 1,-24 16-1,41-32-1716,-3 6 561,-6 7 3858,20-12-5083,-1 1-1,1-2 1,0 1-1,0-1 1,0-1-1,0 1 1,0-1-1,0 0 1,0-1-1,1 0 1,8-1-1,16 1 44,319 34 406,3 28-282,-224-38-136,1270 224-3246,-636-114-5836,-435-77 297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37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10 7629,'-48'2'2146,"39"-1"1714,37-12 952,-21 10-4509,-1 0-1,0 1 1,0 0-1,1 0 1,7 2-1,34 2 590,-32-4-613,410 16 2971,477 63-1857,-1 31-2093,-259-30-682,190 28-2205,-191-23-2989,-474-63 2279,-20-6-2253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38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41 241 6033,'-12'-18'666,"8"11"467,-1 0 1,1-1 0,0 1 0,-5-16-1,8 20-892,0 0-1,1 0 1,0 1 0,-1-1-1,1 0 1,0 0-1,0 0 1,0 1 0,1-1-1,-1 0 1,1 0-1,0 1 1,-1-1 0,1 0-1,0 1 1,1-1-1,-1 1 1,0-1-1,1 1 1,2-3 0,3-4-51,1 1 1,1 1 0,-1-1 0,1 2 0,0-1 0,1 1-1,0 0 1,0 1 0,0 0 0,1 1 0,-1 0 0,1 1 0,18-4-1,19-1 99,89-6 0,-121 13-203,621-3 247,-215 37-3703,-256-9-203,-58-4-1615,-39-7-785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38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9381,'17'-31'1764,"10"37"-328,26 4-128,18-7-68,16-3-200,17 6-163,26-6-141,24 6-172,7 3-192,7 0-416,6 9-624,10-6-688,-3 9-425,3-3-2511,-6-3-3301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39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1246 2304 10297,'-23'-30'11847,"6"40"-11604,6-1-179,5-8-16,0 1 0,0-2-1,0 1 1,0-1-1,0 1 1,0-2-1,0 1 1,0-1-1,0 0 1,0 0 0,0 0-1,0-1 1,1 0-1,-10-4 1,4 1 97,-1-1 1,2 0 0,-1-1 0,0 0-1,1 0 1,-10-11 0,-4-8 224,1-1 0,2 0 0,0-2 0,2 0 0,-25-53 1,9 5 111,-29-98 1,-55-285 221,53 45-456,54 321-209,-17-112 8,-14-144-1057,43 344 939,-2-21-390,-1-1 1,-10-44-1,12 67 336,0-1-1,-1 1 1,0 0-1,0 0 1,0 0 0,0 0-1,-1 0 1,0 1 0,0-1-1,0 1 1,0-1 0,-1 1-1,1 0 1,-1 1 0,0-1-1,-1 1 1,1-1 0,-1 1-1,1 0 1,-7-2-1,7 4-21,0 0-1,-1 0 1,1 0-1,0 1 1,-1-1-1,1 1 0,0 1 1,-1-1-1,1 0 1,0 1-1,-1 0 1,1 0-1,0 0 0,0 1 1,0-1-1,-5 4 1,-7 3-608,1 1 0,-25 21 0,24-18 231,-33 25-3309,-60 59 1,28-8-3535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0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1643 9381,'-74'-90'1977,"70"84"-1734,0 0 0,1 0 0,0-1 0,0 1 0,0-1-1,1 0 1,0 0 0,0 1 0,1-1 0,0 0 0,0 0 0,1-1-1,0 1 1,0 0 0,1-9 0,2 3 95,0 0-1,1 0 1,0 0 0,1 0-1,0 1 1,8-12 0,1 0-55,0 2 1,2 0-1,1 1 1,0 0 0,2 2-1,24-22 1,8-1 135,78-49 0,-20 25-165,2 6 0,3 4 0,179-60 0,377-76-11,35 46-918,6 33-860,-109 20-407,-455 68 156,184-55 1,-281 61 751,-50 18 986,1 1-1,0 0 0,0 0 1,0 0-1,-1 0 1,1-1-1,0 1 0,-1 0 1,1-1-1,0 1 1,-1-1-1,1 1 1,0-1-1,-1 1 0,1-1 1,-1 1-1,1-1 1,-1 1-1,1-1 0,-1 0 1,1 1-1,-1-1 1,0 0-1,1 0 1,-1 1-1,0-1 0,1 0 1,-1 0-1,0 1 1,0-1-1,0 0 0,0 0 1,0 0-1,0 1 1,0-1-1,0 0 0,0 0 1,0 1-1,0-1 1,-1 0-1,1 0 1,0 1-1,-1-1 0,1 0 1,-1-1-1,-1 0-124,0 0 0,0 0 0,0-1-1,-1 1 1,1 0 0,-1 1 0,1-1 0,-1 0-1,-4-1 1,1 1-351,-1 0 0,0 0 0,0 1 0,-11-2 1,-34-3-2840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0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0 5809,'-46'35'2125,"44"-34"-1957,0 0 0,1 1 0,-1-1 0,0 1 0,1-1 0,0 1 0,-1-1 0,1 1 0,0 0 0,0 0 0,0 0 0,0 0 0,0 0 0,0 0 0,0 0 0,1 0 0,-1 0 0,1 0 0,-1 0 0,1 3 1,-2 8 541,-51 173 4995,2-6-3564,40-136-1823,-37 188 802,-2 313-1757,34-319-2853,-6-1-3938,13-154 510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0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0 134 7561,'7'-10'361,"0"1"0,0 0 0,1 0 0,0 0 0,0 1 1,1 0-1,0 1 0,14-9 0,-8 8 182,0 0 0,1 1 1,0 1-1,0 0 0,23-4 0,-32 9-381,0 0-1,0 0 0,0 0 0,0 1 1,1 1-1,13 1 0,-18-1-102,0 0 0,1 0 0,-1 0 0,0 0 0,1 0 0,-1 1 0,0 0 0,0 0 0,0 0 0,-1 0 0,1 0 0,0 0 0,-1 1 0,1-1 0,1 4 0,2 2 33,-1 1 0,-1 0-1,1 0 1,-2 0 0,1 1 0,-1-1 0,0 1 0,-1 0 0,0 0-1,-1 0 1,0 0 0,-1 0 0,0 13 0,-3 15 50,-2 0 0,-10 42 0,14-77-141,-6 28 81,-2 0 0,-2 0 0,0-1 0,-2-1 0,-19 32 0,0-8-495,-66 81 0,92-128 123,0 0-1,0 0 0,-1 0 1,1-1-1,-1 0 0,-1 0 0,-12 6 1,18-10 162,4-27-1723,7 4 1281,1 0 0,0 1 1,2 0-1,0 0 0,29-34 1,-32 43 401,49-60-175,95-92 0,-148 159 374,21-22 206,1 1 0,0 2 0,2 0 0,1 2 0,0 2 0,42-22 0,-66 40-200,0 0 1,0 0-1,0 0 1,0 1 0,1 0-1,-1 0 1,0 1-1,1 0 1,-1 0-1,1 0 1,-1 1 0,0 0-1,0 0 1,1 0-1,9 5 1,7 3 68,0 2 0,39 23 1,-39-20-54,42 19 1,-50-28-169,1 0-1,0-1 1,0 0-1,0-1 1,1-1-1,-1-1 1,1 0-1,19-3 1,1-1-792,0-3 1,0 0-1,65-23 1,31-20 1369,-80 20 1260,-51 28-1340,21 1 154,-16 2-483,0 0 1,0 0-1,0 1 0,0 0 0,0 0 0,-1 0 0,1 1 1,-1 0-1,0 0 0,9 9 0,11 5 38,-5-6-231,0-2 0,1 0 0,0-2 0,1 0 0,0-1 1,36 5-1,-47-9 22,1-2 1,-1 1 0,0-2 0,1 0 0,-1 0 0,0-1-1,1-1 1,-1 0 0,0 0 0,0-1 0,21-9-1,-29 10 89,0-1 0,0 0-1,0 1 1,0-2 0,0 1-1,-1 0 1,1-1 0,-1 0-1,0 0 1,3-4 0,23-47-27,-13 23 31,-3 0 44,-12 29-45,-1 0 1,1 0-1,1 1 0,-1-1 1,0 0-1,1 0 0,-1 0 1,1 1-1,0-1 0,0 1 0,3-4 1,-3 5-350,-2-20-2613,0 0 1573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1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7145,'52'57'1780,"-22"-25"-341,-2 0 1,-1 2-1,39 64 1,-44-52-605,-1 1 0,-3 1 0,-2 1 0,17 85 1,8 204 692,-36-254-1495,-4-1 0,-4 0 0,-3 0 1,-26 121-1,13-121-1016,-5 0 0,-39 94 0,43-134-658,-1 0-1,-3-2 0,-1 0 0,-37 43 1,11-18-4771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1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0 148 5416,'124'-76'1433,"-60"55"-213,-4 3-328,1 3-100,2 3-180,1 6-200,6 6-56,7 6-64,0 0-164,4 9-228,-4 0-352,0 9-380,30 25-3188,-70-19 855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1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0 3900,'-46'28'853,"33"-20"-586,0-1 0,0 1 1,0 1-1,1 0 0,0 1 0,1 1 0,-14 15 1,21-20-230,1 0 0,0 0 0,0 0 0,1 0 0,0 1 0,0-1 0,0 0 1,1 1-1,0 0 0,0-1 0,1 1 0,0 0 0,0-1 0,0 1 0,1 0 0,0-1 1,0 1-1,1-1 0,0 1 0,0-1 0,4 8 0,-2-6-51,0 1-1,0-1 1,1 0-1,1 0 1,-1 0-1,1-1 1,0 0-1,1 0 1,0 0-1,0-1 1,0 0-1,1 0 1,0-1-1,10 6 1,-3-6-57,1 1 1,-1-2-1,1 0 1,0-1 0,1 0-1,-1-1 1,0-1-1,0-1 1,1 0 0,-1-1-1,0-1 1,30-7-1,11-6-488,-2-2-1,66-30 0,-37 11-654,6-3 462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2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0 3368,'2'7'113,"0"0"74,0-1 0,0 0 1,-1 0-1,0 0 0,0 1 1,0-1-1,-1 1 0,0-1 1,0 1-1,0-1 0,-2 8 1,-20 57 797,14-47-951,0 2-1,2-1 1,-4 34 0,8-44-157,-2 63-615,4-70 632,0 0 0,1-1 0,0 1 0,1 0-1,0-1 1,0 1 0,0-1 0,5 8 0,-6-13 5,1 0 1,-1 0-1,1 0 0,0 0 1,0 0-1,0 0 0,0-1 0,1 1 1,-1-1-1,0 1 0,1-1 1,-1 0-1,0 0 0,1 0 1,0 0-1,-1-1 0,1 1 0,-1-1 1,1 1-1,0-1 0,-1 0 1,1 0-1,4 0 0,13 0-691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2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3512,'54'-12'2021,"-44"3"-1605,3 3 632,-3 24-940,-3 0-8,-7 6-24,0-2-12,3 11-60,7 21-124,-3-12-212,-4-21-308,1 18-1213,3 22 433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2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67 4688,'-27'-48'2817,"10"39"-3865,4 0-853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3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1 368 9729,'2'-16'1443,"-1"4"-470,1-1 0,0 1-1,1-1 1,7-17 0,-8 25-823,1-1 0,0 1-1,1 0 1,0 0 0,-1 1 0,1-1 0,1 1 0,-1 0 0,1 0 0,-1 0 0,1 0-1,7-3 1,24-13 272,1 1 0,1 2 0,0 2-1,76-20 1,174-17 345,38 19-169,518 15 0,327 90-485,-41 55-2356,-8 41-4628,-807-118 2795,-131-22-1919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3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0 232 10749,'137'-84'1908,"-53"48"-304,40 9-380,20 2-147,17 4-229,23 6-136,24 3-188,26 3-144,34 6-232,10 3-368,7 0-580,6 0-644,-6 0-473,-4 3-2351,-3 3-3273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3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1 208 9913,'53'-93'1848,"-6"75"-236,24-3-316,22-1-272,25 4-203,29 6-277,31 0-32,22 3-112,22 6-56,19 6-160,17 9-392,13 9-436,7 0-468,-3 1-393,-11-7-715,-13 3-1508,1 6-2369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3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9193,'295'-33'1300,"-131"36"-344,13-3-184,4 6-200,0 0-56,20 0-120,30 0-320,24 0-648,9 0-668,1 3-2268,9 6-1969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5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6617,'67'-9'972,"-40"6"-72,0 0 104,-4 0-200,4 3-208,-7-3-120,0-6-96,-3 6-60,3-3 4,0 0-748,-3 0-244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6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1397 1910 11041,'-46'-75'3702,"44"68"-3456,-1 1-1,2 0 0,-1 0 1,0-1-1,1 1 0,0-1 0,1 1 1,0-1-1,0 1 0,0-1 1,1 1-1,-1-1 0,2 1 1,-1-1-1,1 1 0,0 0 1,0 0-1,3-6 0,5-10 77,0 1-1,2 0 1,24-34 0,270-323 1352,-56 76-1188,-160 180-317,-6-3 0,84-165-1,-123 204 351,63-178 0,-107 263-510,-1 1 0,0-1 0,1 0 0,-1 0 0,0 1-1,1-1 1,-1 0 0,0 0 0,0 1 0,0-1 0,0 0 0,0 0 0,0 1 0,0-1 0,0 0 0,0 0 0,0 0-1,0 1 1,0-1 0,0 0 0,-1 0 0,1 1 0,0-1 0,-1 0 0,1 1 0,-1-2 0,0 2 14,-1 0 0,1 0-1,-1 0 1,1 0 0,0 0 0,-1 0 0,1 0 0,-1 1 0,1-1 0,0 1-1,-1-1 1,1 1 0,0-1 0,-2 2 0,-9 4 112,0 1 0,1 1 0,0 0 0,0 1 0,1 0 0,0 0 0,0 1 0,1 0 0,-11 16 0,-64 89 844,-83 148 0,120-186-671,-273 489 1243,20 17-639,-87 218-177,-312 937 0,511-1148-1389,149-441-595,-39 305-1,69-274-206,10-155 1133,1-1 0,0 0 1,2 0-1,1 0 0,10 29 0,-13-46 204,0 0 0,1 0 0,0 0 0,0-1 0,1 0-1,0 1 1,0-1 0,0 0 0,1-1 0,0 1 0,0-1-1,0 0 1,1 0 0,-1-1 0,1 1 0,0-1 0,1-1-1,-1 1 1,1-1 0,-1 0 0,1 0 0,0-1 0,0 0-1,0 0 1,0-1 0,1 0 0,-1 0 0,0-1 0,1 0-1,-1 0 1,0 0 0,0-1 0,11-2 0,0-1-91,0-1 1,0-1 0,0 0-1,-1-1 1,0-1 0,0-1-1,25-17 1,-9 3-26,-2-2 1,44-45-1,-62 56 249,0-1 1,-1 0 0,0 0 0,-2-2-1,0 1 1,12-26 0,-18 31 30,1 0 0,-1-1 1,-1 1-1,0-1 0,-1 0 1,0 1-1,-1-1 0,0 0 1,-1 0-1,0 0 0,-4-20 1,-1 9 70,-2 1 0,0 0 0,-1 0 0,-1 1 0,-1 0 1,-2 1-1,-16-26 0,-111-124 444,27 35-283,55 58-166,3-3 0,-68-136 0,105 180-96,2-1 1,1 0 0,2-1 0,2-1 0,1 0 0,2 0 0,2-1 0,0-79 0,7 80-23,2 0 0,2 1 0,1-1 1,2 1-1,2 1 0,1 0 0,2 0 1,1 1-1,2 1 0,31-48 0,-24 48 8,2 1 0,2 1 0,1 1 0,1 2-1,1 0 1,2 3 0,1 0 0,1 2 0,51-27 0,4 8-6,1 3 1,2 4 0,154-39-1,302-37-71,-472 100 45,250-70-8,-326 83 37,0 0 0,0 0 0,0 0 0,0 0 0,0 0 0,0 1 0,0-1 0,0 0 0,-1 1 0,1-1 0,0 0 0,0 1 0,0-1 0,-1 1 0,1-1 0,0 1 0,0 0 0,-1-1 0,1 1 0,1 1 0,0 0-4,0 0 8,0 0-1,-1 0 1,1 0 0,0 0-1,-1 1 1,1-1-1,-1 1 1,1-1-1,-1 1 1,0-1-1,0 1 1,0 0 0,-1-1-1,1 1 1,-1 0-1,1 5 1,-1 54 26,-1-35-27,0-5-7,2 1 0,1 0 0,1-1 0,11 43 0,-12-58 4,0-1 1,1 0-1,-1 0 1,2 0 0,-1 0-1,1 0 1,0 0-1,0-1 1,6 6-1,-7-8 1,0 0-1,0-1 1,1 1-1,-1-1 0,1 0 1,0 0-1,0 0 1,0-1-1,0 1 1,0-1-1,0 0 0,0 0 1,0 0-1,0-1 1,1 1-1,3-1 0,7-1-2,0-1 0,0 0-1,0-1 1,0 0 0,-1-2-1,1 1 1,-1-2 0,-1 0-1,1 0 1,23-16 0,9-10 3,66-60 1,-73 58 15,31-27-18,85-68 155,-153 127-148,1 0 0,-1 0 0,1 0 1,-1 1-1,1-1 0,0 1 0,0-1 0,0 1 1,0 0-1,0 0 0,0 0 0,0 1 0,0-1 1,1 1-1,-1-1 0,0 1 0,0 0 1,0 1-1,0-1 0,1 0 0,-1 1 0,0 0 1,0-1-1,0 1 0,0 0 0,0 1 0,0-1 1,3 2-1,-3 0 1,1 0 0,-1 1 1,0-1-1,0 1 0,0-1 0,0 1 1,-1 0-1,1 0 0,-1 0 0,0 1 1,0-1-1,-1 0 0,1 1 0,-1-1 1,0 1-1,0 0 0,0 7 0,1 234-3370,-2-244 3321,-1 15-948,-2 1 0,1-1 0,-2 0 0,-6 20 0,-2 6-3106,3 5-2930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7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92 10693,'-5'-14'995,"3"5"-99,-1 0 1,0 1 0,-1-1 0,-5-9-1,8 16 1036,-12-16-151,7 14-1001,12 14-293,10 15-343,-1 1 1,-1 0 0,-1 1-1,-2 1 1,0 0 0,-2 1 0,-2 0-1,0 0 1,-2 1 0,-1-1-1,-1 1 1,-2 38 0,-3-27-102,-1 1-1,-3-1 1,-1 0 0,-2-1 0,-1 0-1,-3 0 1,-1-1 0,-25 48 0,20-49-61,-77 139-74,94-173 73,6-6-5,15-8 17,-1 0 0,0-1-1,-1-1 1,0-1 0,27-27 0,72-87-5,-60 62 5,148-138 43,-198 197-34,31-28 62,64-46 0,-86 70 3,0 1 0,1 0 0,0 1 1,0 1-1,1 1 0,32-8 0,-40 12-4,1 0 0,0 1 0,0 0 0,-1 1 0,1 0 0,0 1 0,0 0 0,0 0 0,-1 1 0,1 0 0,18 8 0,-15-4 2,0 0-1,-1 1 1,1 1-1,-2 0 1,1 1-1,-1 0 1,14 15-1,3 8 30,-2 1 1,-1 2-1,-1 1 0,29 60 1,19 64-706,12 23-1149,-71-161 954,0 0 0,2-1-1,0-1 1,1 0 0,38 34 0,-36-38-1730,2-1 0,37 24 0,-5-14-5246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49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52 4440,'-39'-49'6815,"38"47"-6116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0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513 22 8785,'-20'-21'5709,"16"24"-5453,1 0-1,1 1 1,-1 0 0,0-1 0,1 1-1,0 0 1,0 0 0,0 1 0,0-1-1,1 0 1,-1 1 0,1-1 0,-1 9-1,2-5-96,0 0 0,0 0 0,0 0 0,1 0-1,1 0 1,-1 0 0,4 10 0,3 3 4,0-1 1,1 0 0,2 0-1,0-1 1,14 19 0,16 15 186,2-1 0,89 83 0,118 75 65,-61-54-272,-50-42-136,75 70-233,-185-155 178,-1 1 0,-1 1 0,-2 1-1,38 65 1,-55-82 38,0 0 0,-1 0 0,-1 1 0,0 0-1,-1 0 1,-1 0 0,0 1 0,-2-1 0,0 1 0,0 0-1,-2 0 1,0 0 0,-1 0 0,0 0 0,-8 28 0,1-18 1,-2 1 0,-2-2 0,0 0 1,-2 0-1,0-1 0,-2-1 1,-32 39-1,-150 142 28,-128 74 0,-17-18 35,-108 87-1174,303-220-101,118-98 157,2 0 1,-41 55-1,42-46-1214,16-20-1872,17 6-2241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0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81 422 12373,'-62'-17'2118,"61"17"-2014,0 0 1,1-1-1,-1 1 0,0 0 1,0 0-1,0-1 1,0 1-1,1 0 1,-1-1-1,0 1 0,0-1 1,1 1-1,-1-1 1,0 1-1,1-1 1,-1 1-1,0-1 1,1 0-1,-1 1 0,1-1 1,-1 0-1,1 0 1,0 1-1,-1-1 1,1 0-1,0 0 1,-1 0-1,1 0 0,0 1 1,0-1-1,0 0 1,0 0-1,0 0 1,0 0-1,0 0 0,0 1 1,0-3-1,11-17 747,-3 14-608,0 0-1,1 0 1,0 1-1,0 0 1,0 0-1,0 1 0,19-5 1,-27 9-231,41-14 402,0 3 0,69-10-1,95-1 60,-125 15-398,1002-74-2147,2 32-4510,-1016 47 6095,18 0-612,-1-3 1,158-30 0,-243 35 1063,-1 0 1,1 0-1,0 0 1,-1 0-1,1 0 1,-1 0-1,1 0 1,0 0-1,-1-1 1,1 1-1,0 0 1,-1 0-1,1-1 1,-1 1-1,1 0 1,-1-1-1,1 1 1,-1 0-1,1-1 1,-1 1-1,1-1 1,-1 1-1,0-1 1,1 1-1,-1-1 1,1 1-1,-1-1 1,0 0-1,0 1 1,1-1-1,-1 1 1,0-1-1,0 0 1,0 1-1,0-1 1,0 1-1,0-1 1,0 0-1,0 1 1,0-1-1,0 0 1,0 1-1,0-1 1,0 0-1,0 1 1,-1-1-1,1 1 1,0-1-1,0 0 1,-1 0-1,-2-2-333,1-1 1,-1 1-1,0 0 0,0 0 0,0 1 0,-5-5 1,-23-10-2930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1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126 344 9285,'-105'-107'7316,"102"104"-7137,1 0 1,0 0-1,0 0 1,0-1-1,0 1 1,1 0 0,-1-1-1,1 1 1,0-1-1,0 0 1,0 1-1,1-1 1,-1 0-1,1 1 1,0-1-1,0 0 1,0 1-1,1-1 1,-1 0-1,2-3 1,-1 1-63,1 0 0,0 0 1,0 0-1,0 1 0,1-1 0,0 1 1,0 0-1,0 0 0,1 0 0,8-9 1,-4 8-34,1-1 0,1 2-1,-1-1 1,1 1 0,0 1 0,0 0 0,0 0 0,1 1 0,-1 1 0,15-3 0,58-10 174,1 3 0,97-1 0,171 14-250,-271 1-85,364 16-1372,-5 36-3476,-414-49 4022,0 1 0,40 16 1,-64-22 775,0 1 0,0-1 0,-1 1 0,1 0 0,-1 0 1,1 0-1,-1 0 0,1 0 0,-1 0 0,0 0 0,1 1 1,-1-1-1,0 0 0,0 1 0,0-1 0,0 1 1,0-1-1,0 1 0,0-1 0,-1 1 0,1 0 0,0-1 1,-1 1-1,1 3 0,-1-3-50,0-1 0,-1 1 1,1 0-1,-1-1 0,1 1 1,-1 0-1,1-1 0,-1 1 1,0-1-1,0 1 0,0-1 1,0 1-1,0-1 0,0 0 1,0 0-1,0 1 0,-1-1 0,1 0 1,0 0-1,-1 0 0,1 0 1,-1 0-1,1-1 0,-3 2 1,-41 18-3459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1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616 7 6269,'-15'-6'1102,"15"6"-1056,-1 0 0,1 0 0,0 0 0,-1 1 1,1-1-1,0 0 0,0 0 0,-1 0 0,1 1 1,0-1-1,0 0 0,-1 0 0,1 1 0,0-1 0,0 0 1,0 1-1,0-1 0,-1 0 0,1 1 0,0-1 0,0 0 1,0 1-1,0-1 0,0 0 0,0 1 0,0-1 0,0 0 1,0 1-1,0-1 0,7 38 3178,-2-17-1233,-4 1-1077,0 1 0,-2-1 0,0 1 0,-7 36 0,-28 93 1833,30-128-2324,-84 258 2745,27-91-1923,20-53-647,-84 290-228,53-154-1699,2-8-1492,7 2-3856,50-190 1510,6-7-2947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1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711 10 11909,'-5'-3'-521,"4"2"723,1 1 1,0-1 0,-1 1 0,1-1 0,-1 1 0,1-1-1,-1 1 1,0 0 0,1-1 0,-1 1 0,1 0 0,-1 0-1,0-1 1,1 1 0,-1 0 0,0 0 0,1 0 0,-1 0-1,1 0 1,-1 0 0,0 0 0,0 0 0,0 25 4153,4 42-3672,-2 0 0,-4 0-1,-20 121 1,11-132-659,-3-1 0,-2-1 0,-2 0 1,-3-2-1,-2 0 0,-2-1 0,-2-2 0,-3-1 0,-2-1 0,-1-2 0,-44 43 0,51-60-51,-1-2 0,-1-2 0,-1 0-1,-2-2 1,0-1 0,-51 24-1,76-42-10,0 0 0,0 0 0,0-1 0,-14 3-1,21-5 35,-1 1 0,0-1 0,1 0 1,-1 0-1,0 0 0,1 0 0,-1 0 0,1 0 0,-1 0 0,0 0 0,1 0 0,-1 0 0,0 0 0,1-1 0,-1 1 0,0 0 0,1 0 0,-1-1 0,1 1 0,-1 0 0,1-1 0,-1 1 0,1 0 0,-1-1 0,1 1 0,-1-1 0,1 1 0,-1-1 0,1 1 0,0-1 0,-1 1 0,1-1 0,0 0 0,-1 1 0,1-1 0,0 1 0,0-1 0,-1 0 0,1 1 0,0-1 1,0 0-1,0 1 0,0-1 0,0 1 0,0-1 0,0 0 0,0 1 0,0-1 0,1 0 0,-1 1 0,0-1 0,0 0 0,0 1 0,1-1 0,-1 1 0,0-1 0,1 1 0,-1-1 0,1 1 0,-1-1 0,10-18-124,0 1-1,1 0 1,1 1 0,0 1-1,24-25 1,-11 12-168,455-484-7882,-391 428 6637,67-60-1761,-85 88 837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2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1 7305,'0'0'2344,"-3"3"-1250,-2 7-396,-1 0-1,1 0 1,1 0-1,0 1 1,-3 11 0,-7 18 333,-123 328 3372,117-299-4155,3 0 0,3 2 0,-8 100 0,22-164-242,0-1 0,0 0 0,0 1 0,1-1 0,0 0 0,0 1 0,0-1 0,1 0 0,0 0 0,3 6-1,-4-10-3,0 1 0,1-1 0,-1 0 0,0-1 0,1 1-1,0 0 1,0 0 0,-1-1 0,1 1 0,0 0-1,0-1 1,0 0 0,0 0 0,1 0 0,-1 0 0,0 0-1,0 0 1,1 0 0,-1 0 0,1-1 0,-1 0-1,0 1 1,1-1 0,-1 0 0,1 0 0,-1 0-1,5-1 1,8-2-3,0 0 0,0-1 0,0 0 0,-1-1-1,26-13 1,71-46 44,-62 34-33,-23 15 0,129-70 211,-134 75-168,0 2 0,1 0 0,0 1 0,0 1 0,36-4 0,-48 9-33,0 1-1,1 0 1,-1 1-1,0 0 1,0 1-1,0 0 1,0 1-1,0 0 1,0 0-1,-1 1 1,0 0-1,1 1 1,-1 0-1,-1 0 1,1 1-1,-1 0 1,8 7-1,4 7-683,0 1-1,-1 0 1,-1 1 0,26 43-1,3 0-3432,-8-27-1855,-8-19-110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2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1 464 7985,'11'8'3192,"-7"-6"-2858,0-1 1,1 0-1,-1 0 0,1 0 1,-1 0-1,1-1 0,0 0 0,-1 0 1,1 0-1,-1 0 0,1-1 1,7-1-1,19-1 608,29 0-115,67-11 0,-53 4-514,-10 3-167,0-3-1,0-3 0,63-21 1,-107 28-97,-1-2-1,0 0 1,0-1 0,-1 0-1,0-2 1,-1 0 0,0-1 0,-1-1-1,0 0 1,-1-2 0,0 1-1,-1-2 1,17-25 0,-27 36 0,-1-1 0,1 0 1,-1 0-1,-1 0 0,1 0 1,-1 0-1,0 0 0,-1-1 1,1 1-1,-1-1 0,-1 1 1,1-1-1,-2-11 0,1 14-7,-1 1-1,0-1 0,0 0 0,-1 0 0,1 0 0,-1 0 0,0 1 0,0-1 0,0 1 1,0-1-1,0 1 0,-1 0 0,0 0 0,0 0 0,0 0 0,0 1 0,0-1 0,0 1 0,-1 0 1,1 0-1,-1 0 0,-5-3 0,-4 1 94,0-1 0,0 1-1,-1 1 1,1 0 0,-1 1 0,0 1 0,1 0 0,-1 1-1,0 0 1,0 1 0,1 1 0,-1 0 0,1 1 0,-1 0-1,1 1 1,0 0 0,0 1 0,-20 11 0,15-6 64,1 0 0,0 2 1,0 0-1,1 0 0,0 2 1,1 0-1,1 0 0,0 1 1,2 1-1,-1 1 0,-19 34 1,26-39-109,1-1 0,0 1 0,0 1 0,1-1 0,-3 16 0,6-20-96,0 0 0,1 0 0,0 0-1,0 0 1,1 0 0,0 0 0,0 0 0,1 0 0,0 0 0,0 0 0,6 11-1,1 0-207,0-1-1,1 0 0,1 0 0,1-1 0,0-1 0,1 0 0,1 0 0,0-2 0,18 14 1,6 0-697,2-2 0,1-2 0,2-1 0,0-3 1,76 26-1,238 48-7915,-351-92 8589,127 26-6892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3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1309 8341,'-3'13'522,"-10"31"4238,24-47-3358,146-53 1826,-91 29-2857,-2-3 0,0-2 1,106-75-1,-112 61-195,-3-2 0,-2-2-1,-1-3 1,-4-2 0,74-108 0,-53 55 198,-6-2-1,73-175 1,-120 247-22,-1 0 0,14-59-1,-29 97-323,0-1-1,1 1 1,-1-1 0,0 0-1,1 1 1,-1-1-1,0 0 1,0 1-1,0-1 1,0 0-1,0 1 1,0-1-1,0 0 1,0 0-1,0 1 1,0-1-1,0 0 1,0 1-1,-1-1 1,1 0-1,0 1 1,0-1 0,-1 1-1,1-1 1,0 0-1,-1 1 1,1-1-1,-1 0 1,-21 5 774,18-3-717,-12 6 208,1 0 0,-1 0 1,1 2-1,1 0 0,0 1 1,0 0-1,0 1 0,-21 23 0,-93 121 1406,114-136-1500,-94 126 1044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5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526 1087 10253,'44'-5'1858,"-35"4"1592,-9 0-3257,1-1 1,-1 0-1,0 1 1,1-1 0,-1 0-1,1 1 1,0-1-1,0 1 1,-1-1-1,1 1 1,0-1 0,0 1-1,1-1 1,-1 1-1,0 0 1,0 0-1,1 0 1,-1-1 0,2 0-1,35-20 735,-18 12-440,91-58 347,331-224 17,-251 138-747,138-103-88,-254 204 72,3 4 1,129-61 0,-193 104-69,0 0 0,0 0 0,1 2 0,0 0-1,0 0 1,20-1 0,-31 5 8,0-1-1,0 1 0,-1 0 1,1 1-1,0-1 1,0 1-1,-1-1 1,1 1-1,0 0 1,-1 1-1,1-1 1,-1 0-1,0 1 1,1 0-1,-1 0 0,0 0 1,0 0-1,0 1 1,0-1-1,0 1 1,-1-1-1,1 1 1,-1 0-1,0 0 1,0 0-1,0 1 1,0-1-1,0 0 0,-1 1 1,1-1-1,0 6 1,1 3 114,-1 0 0,0 0 0,-1 0 0,0 1 0,-1-1 0,-1 0 0,0 1 0,0-1 0,-1 0 0,-4 13 0,-8 23 450,-23 53-1,25-70-397,-323 722 2493,180-422-2197,122-260-416,-221 497 381,33 14-197,203-525-259,-64 212 30,71-223-104,2 0-1,2 0 0,-1 91 1,8-120-28,1 0 0,1 0 0,1 0 0,0 0 0,1-1 0,1 1 1,0-1-1,11 21 0,-11-27-12,1 0 0,0 0 0,1 0 0,0-1 0,1 0 0,0-1 0,0 0 0,1 0 0,0 0 0,0-1 0,0-1 0,1 0 0,12 6 0,0-3-54,0-1 1,1-1-1,0-1 0,0-1 1,0-1-1,1-1 0,-1-1 1,1-1-1,0-1 0,0-2 1,-1 0-1,1-1 0,-1-1 1,0-1-1,0-2 1,0 0-1,-1-1 0,0-1 1,29-18-1,-44 23 127,0-1-1,0 1 1,-1-1 0,0-1 0,0 0-1,-1 1 1,1-2 0,4-6 0,-9 11 29,0 0-1,0 0 1,-1 0 0,1-1 0,-1 1 0,1 0 0,-1 0 0,0 0 0,1-1 0,-1 1 0,0 0 0,-1-1 0,1 1 0,0 0 0,-1 0 0,1 0 0,-1-1 0,0 1 0,0 0 0,1 0 0,-1 0 0,-1 0 0,1 0-1,-2-3 1,-2-1-10,0-1 0,0 1 0,-1 0 0,-12-11 0,5 8 2,1 0-1,-2 1 1,1 1-1,-1 0 1,-16-6-1,-80-21-42,68 22 46,-353-81-86,-8 25 87,153 28 24,-37 0-87,130 19-65,124 16 75,33 5 68,1 0 0,-1 0 0,0 0 0,0-1 0,0 1 0,0 0 0,0 0 0,0 0-1,0 0 1,0 0 0,0 0 0,0 0 0,0 0 0,0-1 0,0 1 0,0 0 0,0 0 0,0 0 0,0 0 0,0 0 0,0 0 0,0 0-1,0-1 1,0 1 0,0 0 0,0 0 0,0 0 0,0 0 0,0 0 0,0 0 0,0 0 0,0 0 0,0-1 0,0 1 0,0 0-1,0 0 1,0 0 0,0 0 0,0 0 0,0 0 0,0 0 0,0 0 0,-1 0 0,1 0 0,0-1 0,0 1 0,0 0 0,0 0-1,12-8-10,0 0 0,1 0-1,1 1 1,-1 1 0,1 0-1,0 1 1,20-5-1,113-16-9,-61 12 3,1298-345-2895,-679 123-209,-20-41-1060,-288 61 1016,-26-33 592,-20 7 3516,-175 132 2337,-134 91-1978,-38 17-561,-4 2-662,1 0-1,-1 0 1,1 0-1,-1 0 1,1 0-1,-1 0 1,1 0-1,-1 0 1,1 1-1,-1-1 1,1 0-1,-1 0 0,1 0 1,-1 1-1,1-1 1,-1 0-1,0 1 1,1-1-1,-1 0 1,1 1-1,-1-1 1,0 0-1,1 2 1,0-2-35,-1 1 0,0 0 0,1 0 0,-1-1 0,0 1 0,0 0 0,1 0 0,-1 0 0,0 0 0,0-1 0,0 1 0,0 0 0,0 0 0,0 0 0,0 0 0,0-1 0,-1 1 0,1 0 0,0 0 0,0 0 0,-1-1 0,1 1 0,0 0 0,-1 0 0,1-1 0,-1 1 0,1 0 0,-2 0 0,-18 21 493,16-19-404,-153 133 2178,-182 119 0,-112 95-1621,444-344-683,-6 6 1,0 0-1,1 0 1,-17 23 0,29-34-8,0 0 1,1-1 0,-1 1-1,0 0 1,1 0-1,-1 0 1,0 0-1,1-1 1,-1 1 0,1 0-1,0 0 1,-1-1-1,1 1 1,0 0 0,-1-1-1,1 1 1,1 0-1,0 0-1,0 1 4,0-1-1,0 1 1,0-1 0,0 0-1,0 0 1,0 0 0,1 0-1,-1 0 1,0 0 0,1-1-1,-1 1 1,1-1 0,-1 0-1,1 0 1,-1 0 0,1 0-1,-1 0 1,0 0 0,1 0-1,2-2 1,53-13 4,-46 11-5,64-21-3,-33 9-32,47-9 1,-68 21 46,-2-2 2,1 2-1,1 0 1,-1 2 0,0 0 0,1 1 0,37 4-1,76 25 8,-94-17-143,0-2 0,0-2 0,1-2 1,64 0-1,-61-8-106,-1-3-1,0-1 1,0-3 0,-1-1 0,0-2 0,-1-2 0,0-2 0,-2-2-1,0-1 1,-1-2 0,48-37 0,0-11-392,-4-4 0,-3-4 0,127-158 0,168-294-1069,-308 431 1650,22-33 263,75-117 746,-161 245-990,7-10 639,-11 31 170,-4 1-606,0-1 0,-1 1 0,-1-1 0,0 0 0,-10 15 0,-6 13 98,-20 47 190,-107 246 500,124-269-835,3 0 0,3 2 0,-11 74 1,29-132-120,0 0 1,1 0 0,0 1 0,1-1 0,1 0-1,4 26 1,-4-36-12,0 1-1,0 0 1,0-1-1,1 1 1,-1-1-1,1 1 1,0-1-1,0 1 1,0-1-1,1 0 1,-1 0-1,1 0 1,0-1-1,-1 1 1,1 0 0,0-1-1,1 0 1,-1 0-1,0 0 1,1 0-1,-1 0 1,1-1-1,-1 0 1,1 1-1,0-1 1,0 0-1,-1-1 1,6 1-1,21 0 1,1-1-1,-1-1 0,0-1 1,34-8-1,-24 3-2,65-2-1,-83 10-9,0 0 1,0 2-1,0 0 0,0 1 0,-1 1 0,1 1 0,-1 1 0,-1 1 0,33 18 1,-42-20 2,1 1 1,-2 0 0,1 1-1,-1 0 1,0 1-1,-1 0 1,0 1 0,0-1-1,-1 2 1,0-1 0,-1 1-1,0 1 1,-1-1-1,0 1 1,-1 0 0,0 0-1,5 22 1,-9-25 8,1 0-1,-1 0 1,-1 1 0,1-1-1,-2 0 1,1 1 0,-1-1 0,-1 0-1,0 0 1,0 0 0,-1 0-1,-6 16 1,1-9-3,0-2-1,-1 1 1,-1-1-1,0 0 1,-1-1-1,-13 12 1,4-6-30,-28 21 1,45-38-53,11 0-139,0-1 131,0-1 0,1 1 1,-1-1-1,0-1 0,0 1 1,1-1-1,-1-1 1,0 0-1,13-4 0,11-6-250,39-21 0,-28 12 82,88-45-264,-4-5 1,189-140-1,164-169 2373,-447 353-992,-28 24-207,-19 17-309,-38 34 152,22-22-335,2 1-1,1 1 1,-24 34-1,42-50-274,0 0-1,1 1 1,1 0-1,1 1 1,0 0-1,-7 23 1,11-31-99,1 1 1,0-1-1,0 1 1,1 0-1,0-1 1,0 1-1,0 0 1,1-1 0,0 1-1,0 0 1,1-1-1,0 0 1,0 1-1,1-1 1,-1 0 0,1 0-1,5 7 1,3 1-728,0-1 0,0-1 0,1 0 0,1 0 0,0-1 0,1-1 0,0 0 0,28 14 1,32 15-5400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5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10 205 10969,'10'-33'1444,"-10"15"1268,-3-3-1504,-1 3 757,-2 0-1353,-1 0 324,14-3-688,-1-1-252,1 10-308,7 3-592,-1 3-856,0-3-489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8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457 174 6565,'-1'2'2572,"1"-2"-2461,-28-3 2016,-43-12 735,-93-17 1599,74 16-2192,67 11-1001,1-1 1,-24-10-1,46 16-1232,-1 0-1,1 0 1,-1 0-1,1 0 1,-1 0-1,1 0 0,-1 0 1,1-1-1,-1 1 1,1 0-1,-1 0 1,1-1-1,0 1 1,-1 0-1,1 0 0,-1-1 1,1 1-1,0-1 1,-1 1-1,1 0 1,0-1-1,0 1 1,-1-1-1,1 1 0,0-1 1,0 1-1,-1 0 1,1-1-1,0 1 1,0-1-1,0 1 1,0-2-1,14-8 475,32-3-138,45-3 50,107-5-1,105 9-84,-300 12-334,540 4 144,280 50-1515,-677-41 1028,680 67-2737,-600-56 1747,313 36-2869,-181-18-1456,5 6-3546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8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37 145 10813,'-37'-3'7463,"41"0"-6231,22-15-134,-13 10-777,0-1 0,0 1 0,0 1 0,26-10 0,19 0-7,1 2 0,0 2 0,1 3 0,69-2 0,247 8 40,-347 4-347,680 37-1460,11 37-3469,-401-39 1010,140 17-6959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0:59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289 138 6101,'-94'-32'3304,"-62"-26"5230,121 44-6808,32 13-504,8-2-784,8-3-350,0 1 0,0 1 0,0 0-1,1 1 1,0 0 0,-1 1 0,19-1-1,107 6 145,-100-1-160,245 14 52,-53 0-623,209 14-1268,46-5-1284,-351-20 1917,375 16-6230,-298-4 1708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00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20 459 10357,'-1'0'104,"0"0"0,0 0 0,0 0 0,0 0 0,1-1 0,-1 1 0,0 0 0,0-1 0,1 1 0,-1 0 0,0-1 0,0 1 0,1-1 0,-1 1 0,0-1 0,1 1 0,-1-1 0,1 0 0,-1 1 0,1-1-1,-1 0 1,1 1 0,-1-1 0,1 0 0,0 0 0,-1 1 0,1-1 0,0 0 0,-1 0 0,1 0 0,0 1 0,0-1 0,0 0 0,0 0 0,0 0 0,0 0 0,0-1 0,2-2 292,0 0 0,1 0 0,-1 1 0,1-1-1,-1 1 1,1-1 0,0 1 0,5-4 0,8-7 9,1 1-1,0 1 1,0 1 0,1 0 0,1 1-1,0 1 1,0 1 0,1 1-1,27-7 1,29-4 72,90-8-1,-158 25-428,862-67 620,-597 53-1054,1596-116-9768,-1562 111 6093,-5 9-1941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00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91 248 13289,'-90'-36'4025,"93"15"-2461,21-13-348,29 13-88,24-3-348,34 3-140,448-21 456,-294 36-1016,20 3-440,19 0-552,25-3-572,19 3-592,4-3-981,-4 0-1599,7-9-3633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06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1985 695 5513,'30'-31'474,"-21"23"-199,-1-1 1,0 0-1,0-1 0,-1 0 1,0 0-1,-1 0 0,7-17 0,67-124 5707,-38 76-3538,10-27 315,50-87 1612,-94 172-3957,-6 13-345,0 0 0,-1 0 1,1 0-1,0 0 0,1 1 0,-1-1 1,1 1-1,2-3 0,-21 17 41,-28 25 1,-1 2-74,-115 90 61,5 8 1,7 6 0,-222 274-1,-278 435 52,486-600-92,-185 386 0,337-615-58,-181 420-69,170-384-18,3 1 0,3 1-1,2 0 1,3 1 0,-4 107 0,15-145 43,1 0 1,0 0-1,2 0 0,1-1 1,0 0-1,2 0 1,0 0-1,2 0 1,0-2-1,2 1 1,0-1-1,1 0 0,1-1 1,1-1-1,0 0 1,1-1-1,1-1 1,1 0-1,1-1 1,0 0-1,0-2 1,1 0-1,1-2 0,32 15 1,4-2-55,1-3 1,70 16-1,124 16-890,-89-20-411,315 58-5908,-331-66 2663,-10-2-1760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09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803 1 9361,'0'0'1477,"-1"3"-231,-19 50 592,-3-1 0,-2-1 0,-32 48-1,-38 78 420,-65 226 966,20 13-1545,118-350-1473,-48 155 378,10 2 0,-56 408 0,104-491-427,10 270-1,12-300-175,3 0-1,6-1 0,33 107 0,-26-133-254,4 0 0,4-2 1,4-1-1,64 103 1,-44-95-373,4-3 0,4-2 1,99 96-1,-62-84-588,5-3 0,3-6 1,4-5-1,3-4 0,4-6 1,132 56-1,93 15-3947,24-16-2824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2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2104 45 8833,'-38'-13'481,"19"6"-173,1 1-1,-1 1 0,0 1 0,-1 0 0,1 1 0,0 1 1,-21 1-1,-19 4 571,0 3 1,1 3-1,-59 16 1,-166 62 1087,214-60-1335,-82 44-1,98-45-376,-174 93 681,152-75-641,3 4-1,2 2 1,-98 92 0,157-132-245,0 2 1,1-1 0,0 1 0,1 1 0,0 0 0,1 0 0,0 0 0,2 1 0,-1 0 0,-5 20-1,10-24-28,0-1 0,0 1 0,1-1 0,0 1 0,1 0 0,0 0 0,0-1 0,1 1 0,0-1 0,1 1 0,0-1 0,1 1 0,0-1 0,0 0 0,1 0 0,0 0 0,8 12 0,9 9 28,1-1 0,1-1 1,1-2-1,52 45 0,126 82 57,-151-116-80,201 155 22,-200-148-30,-3 3-1,72 86 1,-108-117-21,-1 1 0,0 0 0,-2 1 0,0 1 0,-1-1 0,-1 1-1,0 1 1,8 39 0,-13-46 4,-2 0-1,1 0 1,-2 0-1,0 0 1,0 0-1,-1 0 1,-1 0 0,0 0-1,-1 0 1,0-1-1,-1 1 1,-1-1-1,0 0 1,0 0-1,-10 15 1,1-6-3,-1-1 1,-1-1 0,-1 0 0,-1-1 0,-26 22-1,2-8 2,-71 43 0,39-36 39,-1-3 0,-2-4 0,-1-3 0,-128 30 0,121-40-23,-2-5 1,1-2-1,-125-1 0,208-11-17,0 0 0,0-1 0,0 1 0,-1-1 0,1 1 0,0-1 0,0 0 0,0 0 0,0-1 0,0 1 0,1 0 0,-1-1 0,-3-2 0,5 3 1,1 1 0,-1 0 0,1-1 0,-1 1 0,1-1 0,-1 1 0,1-1 1,0 0-1,-1 1 0,1-1 0,0 1 0,-1-1 0,1 0 0,0 1 0,0-1 0,0 0 0,-1 1 1,1-1-1,0 0 0,0 1 0,0-1 0,0 0 0,0 1 0,0-1 0,1 0 0,-1 1 0,0-1 1,0 0-1,0 1 0,1-1 0,-1 0 0,0 1 0,0-1 0,1 0 0,-1 1 0,1-1 0,-1 1 1,1-1-1,-1 1 0,1-1 0,-1 1 0,1-1 0,-1 1 0,1 0 0,-1-1 0,1 1 0,0 0 1,-1-1-1,1 1 0,-1 0 0,1 0 0,1-1 0,10-4-3,1 1 1,-1 0-1,1 0 0,0 1 1,1 1-1,-1 0 0,0 1 1,1 1-1,-1-1 0,0 2 1,16 2-1,-16-1 8,-1 1-1,0 0 1,0 0 0,0 1-1,13 6 1,153 74 69,-158-74-53,-1 1 0,0 0 1,-1 2-1,27 24 0,-18-15 1,153 145 87,-122-109-275,3-2 0,103 73 0,-68-70-1550,3-4 0,2-4 0,2-5-1,167 51 1,-131-54-2550,13 1-2218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07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2214 306 5969,'0'-18'355,"-1"13"-234,0 0-1,1 0 1,0 0-1,0 0 1,1 0-1,-1 0 1,1 0-1,0 1 1,0-1 0,0 0-1,1 0 1,0 1-1,0-1 1,0 1-1,0-1 1,1 1-1,0 0 1,3-4-1,4-1 207,1 0-1,0 1 1,0 0-1,1 1 1,0 0-1,1 1 0,-1 0 1,20-5-1,12-2 321,53-9 1,144-16 1213,475-12 1,246 74 409,-840-9-1943,-105-12-268,-16-3-42,1 1 0,0-1 0,0 0 0,-1 1-1,1 0 1,0-1 0,-1 1 0,1 0 0,-1 0 0,1 0 0,-1 0-1,1 0 1,-1 0 0,0 0 0,1 1 0,-1-1 0,0 0 0,0 1-1,0-1 1,0 1 0,0-1 0,0 1 0,0 0 0,-1-1 0,1 1-1,-1 0 1,1-1 0,-1 1 0,0 0 0,1 0 0,-1 3 0,0 2 26,0-1 1,-1 1 0,0 0-1,0-1 1,0 1 0,-1-1-1,-2 8 1,-17 33 189,-2-1 1,-3-1-1,-1-1 1,-34 42-1,44-62-157,-49 68 142,-158 231 321,23 19-176,131-195-166,-86 264-1,-1 172 17,-26 389-16,126-637-157,25-149-13,-76 379 38,81-458-55,-5-2-1,-4 0 1,-59 116 0,72-176 0,-2-1 1,-2-2 0,-2 0-1,-65 71 1,69-87-8,-2-1-1,-1-1 1,-1-2-1,-1-1 1,-1-1-1,0-2 1,-51 22 0,24-19 7,0-2 1,-1-3-1,-1-2 1,0-4-1,-1-2 1,0-2-1,-101-4 1,-12-14-242,-239-46-1,222 24-245,-292-48-2283,163 41-1966,149 29-142,14 13-2555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09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3176 57 8085,'11'-35'1471,"-11"34"-1412,0 1 0,0-1 0,0 0 0,0 1-1,0-1 1,0 1 0,0-1 0,0 1 0,0-1 0,0 1 0,0-1-1,0 0 1,0 1 0,0-1 0,-1 1 0,1-1 0,0 1 0,0-1 0,-1 1-1,1 0 1,0-1 0,-1 1 0,1-1 0,-1 1 0,1-1 0,0 1-1,-1 0 1,1-1 0,-1 1 0,1 0 0,-1 0 0,1-1 0,-1 1-1,1 0 1,-1 0 0,0 0 0,0-1 218,0 0-114,0 1 1,0-1-1,-1 1 1,1-1-1,0 1 0,0 0 1,0-1-1,0 1 0,-1 0 1,1 0-1,0 0 1,0 0-1,-1 0 0,1 0 1,0 0-1,0 0 0,0 0 1,-1 1-1,1-1 1,0 0-1,0 1 0,0-1 1,0 1-1,0-1 0,-1 1 1,1 0-1,0-1 0,1 1 1,-1 0-1,0 0 1,0 0-1,-1 1 0,-29 36 324,28-33-126,-18 27 217,2 1-1,1 1 0,2 1 0,1 1 0,-17 63 1,-29 191 1461,59-280-1970,-14 84 410,-157 766 2179,133-714-2416,-5-2-1,-8-2 0,-128 249 0,72-212-486,-8-4 1,-251 287-1,223-305-926,-8-7 0,-241 185 0,170-171-4106,-344 189 0,234-178-4862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3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1073 6265,'0'-17'277,"-2"-8"382,3 1 0,0-1 0,1 0 1,1 0-1,1 1 0,2 0 0,9-28 0,7 3 95,2 1-1,1 1 1,3 2-1,2 0 1,2 2-1,1 1 1,3 2 0,1 1-1,2 2 1,53-39-1,-31 31-442,3 4 0,0 2 0,3 3 0,1 3 0,1 4 0,123-37 0,-161 58-248,0 0 1,0 2-1,0 2 1,1 1-1,-1 1 1,38 3-1,-56 0-37,0 1 0,0 0 0,0 1 0,0 1-1,0 0 1,-1 1 0,17 8 0,-20-8-6,-1 0-1,0 1 1,0 0-1,-1 0 1,0 0-1,0 1 1,-1 0-1,1 1 1,-1 0-1,-1 0 1,6 10-1,-5-6 2,-1 0 0,0 0 0,0 0 0,-2 0 0,1 1 0,-2-1 0,0 1 0,0 0 0,-1 0 0,-1 15 0,-1-7 6,-1-1 0,-1 0-1,-1 1 1,-1-1 0,-14 35 0,-1-11 12,-2 0 0,-2-2 0,-1 0 0,-52 62 0,19-34 10,-91 83 1,-81 50 26,18-17-2,173-150-65,-20 18-1,-59 70 0,103-107 0,2 0 1,0 1 0,1 0 0,1 1-1,1 0 1,0 1 0,2 0 0,0 1-1,-6 25 1,12-34-18,0 0 1,1 0-1,0 0 0,1 0 1,1-1-1,-1 1 0,2 0 0,0 0 1,0 0-1,1-1 0,7 20 0,-3-16-15,1-1 0,0 1 0,1-1 0,0 0 0,1-1 0,1 0-1,19 18 1,1-4-43,2-2 1,1-1-1,1-1 0,1-2 0,74 32 0,0-11-125,2-4 0,2-5 0,138 21 0,357 25-582,-415-58 786,229-6-1,-404-18 481,-47 0-72,4 3-176,1 0 0,-1 2-1,-39 7 1,-74 24 203,99-23-334,-52 16 203,-130 54 0,161-54-230,2 3 1,1 3 0,-63 45-1,87-52-73,0 1 1,2 1-1,2 1 0,0 2 0,2 1 0,-24 35 1,34-39-29,0 0 1,1 1 0,2 1-1,1 0 1,1 1-1,2 0 1,1 0 0,-7 50-1,11-22-191,4 100-1,2-94-110,-6 65 0,3-121 294,0 0 1,0 0 0,-1 0-1,0 0 1,-1 0-1,0-1 1,0 1 0,-1-1-1,1 0 1,-1 0-1,-1 0 1,0-1 0,0 1-1,-8 7 1,5-7 5,0 0 0,0-1 1,0 0-1,-1-1 0,0 0 0,0 0 1,-1-1-1,0 0 0,1-1 1,-19 4-1,-4-1-46,-1-2 0,0-1 0,1-2 1,-1-1-1,-65-8 0,-162-46-1625,197 38 872,-122-26-2786,65 17-2358,36 7-2330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3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18 6381,'-23'-18'340,"13"30"-728,3 3-1481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4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198 203 5841,'0'0'6000,"-3"1"-5366,-12 4-251,1 2 0,-1 0 0,1 1 0,0 0-1,1 1 1,0 1 0,0 0 0,-12 13 0,24-21-11,-2 0 33,-49 34 2173,50-35-1256,9 0-1130,0-1 1,0 1-1,0 1 1,12 3-1,17 3-12,62-1 196,111-6 1,-99-2-249,2184-59 417,-4-73-1737,-2241 130 1138,925-72-2849,-912 70 2127,119-16-523,-153 17-157,-1-2-1,-1-1 1,1-1 0,31-14-1,-36 11-5219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4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1 269 8309,'27'-14'809,"0"2"0,0 0 0,2 2 1,35-8-1,120-16 1337,-127 25-1610,817-84 3613,5 58-2877,-785 32-1143,1056-12 358,-676 12-876,181 6-1488,-160 2-1192,-206-14-416,-145 4 323,38 1-2946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5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1 103 5076,'8'-3'63,"26"-12"335,0 2-1,0 1 1,1 2-1,63-9 1,137-3 1505,350 13 0,233 65-1115,468 106-1153,-1182-146-1601,132 39 0,-233-54-94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6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9067 225 3088,'2'-3'127,"0"0"-1,-1 0 0,1 1 1,-1-1-1,0 0 1,0 0-1,0 0 0,-1-1 1,1 1-1,-1 0 0,1 0 1,-1-6-1,0 5 73,1 1 0,0-1 1,0 1-1,0-1 0,1 1 0,-1 0 0,3-4 1,5-16 744,-4 8-348,0 1 0,0 0 1,11-18-1,-4 6 122,-10 24-102,-3 0-607,-1 0 0,1 0 0,0 1 0,0-1 0,-1 0 0,1 1 0,-1-1 0,1 1 0,-1 0 0,0-1 0,1 1 0,-5-2 0,1 3-2,0-1 0,0 1 0,0 0 0,0 1 0,0-1 0,0 1-1,-8 2 1,-4 0 9,-35 4 23,0 2-1,-70 22 1,70-13 110,0 2 0,1 2 1,1 3-1,-90 59 0,-168 153 813,-280 254 74,-472 460 26,74 87-589,33 123 15,76 59-99,-20 175-114,43 32-130,350-578-730,-240 307-2155,698-1087 2477,-483 670-4562,453-645 2419,13-11-659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7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900 202 5497,'61'-163'5421,"-43"127"-2408,-17 33-1760,-9 26 1177,-240 494 2233,153-329-4030,-113 210-31,-35 70-214,197-371-311,-64 191 0,104-269-88,2-1 1,0 1-1,1 0 1,0 0-1,2 1 1,1 21 0,0-37 8,0 0 1,0 0-1,1 0 1,0 0 0,0 0-1,0 0 1,0-1 0,0 1-1,1 0 1,0 0-1,0-1 1,0 0 0,0 1-1,0-1 1,1 0-1,-1 0 1,1 0 0,0 0-1,0 0 1,0-1 0,0 1-1,1-1 1,-1 0-1,1 0 1,-1 0 0,1-1-1,0 1 1,-1-1 0,1 0-1,0 0 1,0 0-1,0 0 1,0-1 0,0 0-1,6 0 1,2 0-31,0-1 1,0 0-1,-1-1 1,1-1-1,0 0 1,-1 0-1,0-1 1,0-1-1,18-9 0,7-7-134,48-37 0,15-23-196,-3-5-1,122-141 1,-205 214 338,14-16-145,40-58 0,-66 86 167,0 0 0,0 0 0,-1 0 0,1 0 0,0 0-1,-1 0 1,1 0 0,0 0 0,-1 0 0,0-1 0,1 1 0,-1 0 0,0 0 0,1 0 0,-1-1-1,0 1 1,0 0 0,0-1 0,0 1 0,0 0 0,0 0 0,-1-1 0,1 1 0,0 0 0,-1 0 0,1-1-1,-1 1 1,1 0 0,-1 0 0,1 0 0,-1 0 0,0 0 0,0 0 0,1 0 0,-1 0 0,0 0-1,0 0 1,0 0 0,0 1 0,0-1 0,0 0 0,0 0 0,-2 0 0,-1 0 0,1-1-1,-1 1 1,0 0 0,0 0 0,0 0 0,0 0-1,0 1 1,0 0 0,-1 0 0,1 0 0,-7 1-1,-2 2 2,1 1 0,0 0-1,0 1 1,0 1 0,1-1-1,0 2 1,0 0 0,0 0-1,1 1 1,0 0 0,0 1-1,1 0 1,-12 14 0,8-7 2,1 1 0,1 0 0,0 1 0,2 0 0,0 0 0,0 1 0,-9 34 0,15-39-116,1-1 1,0 0-1,0 1 1,2-1-1,-1 1 1,2-1-1,0 1 1,1-1-1,0 1 1,1-1-1,0 0 1,1 0-1,0 0 1,2-1-1,-1 1 1,1-1-1,1 0 1,0-1-1,1 0 1,0 0-1,1 0 1,12 11-1,-7-8-456,0-1 0,1-1 0,1 0-1,0-2 1,0 1 0,29 12 0,-28-16-481,0 0 1,1-2-1,-1 0 1,1-1 0,0 0-1,36 1 1,5-4-3678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8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1144 0 5617,'-36'8'1040,"0"1"0,1 2 1,0 1-1,-43 22 1,40-17-468,-40 20 254,2 3 0,1 3 0,3 4 0,1 2 0,3 4 0,-103 103 0,142-126-722,2 0 0,1 2 0,1 2-1,2 0 1,2 1 0,1 1 0,1 1 0,2 0 0,2 2 0,2 0 0,1 0-1,-12 79 1,22-105-87,1 1 0,0 0 0,1-1 0,1 1 0,0 0 0,1-1 0,1 1 0,0-1 0,0 1 0,1-1 0,1-1 0,9 19 0,-9-22-25,1-1-1,0 0 1,0 0 0,0-1-1,1 0 1,0 0 0,0 0 0,1-1-1,0 0 1,0-1 0,1 0 0,-1 0-1,1-1 1,0 0 0,0 0 0,0-1-1,1 0 1,12 2 0,2-2-100,0 0-1,0-2 1,0-1 0,0 0 0,0-2 0,0-1 0,-1-1 0,39-11 0,-1-5-298,-1-2 1,61-32-1,278-162-1201,-12-23 798,-372 230 791,37-24-76,262-176-306,-293 193 363,50-33-25,-69 48 17,-15-6-226,12 6 266,0 1 0,1-1 0,-1 0 0,0 1 0,1-1 0,-1 1-1,0 0 1,1-1 0,-1 1 0,0-1 0,0 1 0,0 0 0,0 0 0,1-1 0,-1 1 0,0 0-1,0 0 1,0 0 0,0 0 0,0 0 0,0 0 0,-6 3-16,1 1 0,0 0 0,0 0 0,0 0 0,0 0 0,1 1 0,-9 10 0,10-11 10,-21 23-125,2 1 0,1 2 0,1 0 0,1 1 0,2 1 0,1 0 0,-23 65 0,34-78 58,0 1 1,1-1-1,1 1 1,1 0 0,1 0-1,0 0 1,2 0-1,0 0 1,1 0-1,6 28 1,-6-44 65,0 1 0,1 0 0,0 0 1,0-1-1,0 1 0,1-1 0,-1 0 0,1 1 0,0-1 1,0-1-1,0 1 0,1 0 0,0-1 0,6 5 0,-3-3 0,0 0-1,1-1 1,0 0 0,0 0-1,1-1 1,-1 0-1,15 2 1,0-1 83,1-1 1,-1-1-1,0-2 1,1 0-1,29-5 1,16-5 518,56-5 593,-109 15-1087,-1 0 1,0 1-1,0 1 0,1 0 0,-1 1 0,19 6 0,-10 0-14,-1 1-1,40 25 1,-39-22-47,0-1-14,0-1 0,51 14-1,-47-16 13,37 16-1,-51-19-113,0-1-1,1-1 0,28 6 0,-33-8-89,0 0 1,0 0-1,0 1 0,0 0 0,-1 1 0,0 0 0,1 0 0,-1 1 1,15 11-1,103 103-5506,-88-84 2358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8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1 212 3880,'33'-64'788,"-23"31"-268,4-21-540,-11 12-1496,0 24 848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8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15633,'7'-2'438,"-1"0"-1,0 0 0,1 1 0,-1 0 0,0 0 0,1 0 0,0 1 1,-1 0-1,1 0 0,-1 1 0,1 0 0,-1 0 0,0 0 0,1 1 1,-1 0-1,0 0 0,0 1 0,0-1 0,8 6 0,8 4 373,0 2 0,-1 0 0,32 28 1,-15-7-550,-2 1 1,-1 2 0,-2 1 0,-2 2 0,-1 1 0,-3 1-1,-1 2 1,-2 0 0,-3 2 0,-1 0 0,-2 1 0,-3 1-1,12 60 1,14 69-173,-40-173-90,1 0 0,0-1 0,0 1 0,0 0 0,0-1 0,1 1 0,0-1-1,0 0 1,0 0 0,1 0 0,-1 0 0,1 0 0,0-1 0,0 0 0,0 0 0,6 4 0,-3-4-12,-1 0 0,1-1 1,0 1-1,1-1 0,-1-1 0,0 1 1,0-1-1,1-1 0,-1 1 0,10-2 1,6-1-61,-1-1 0,0-1 1,0-1-1,0-2 0,-1 0 1,32-14-1,275-157-2290,-12-24-1778,45-27-3943,-268 174 2981,-7 4-2926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9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0 181 8781,'60'-51'1768,"-23"33"-476,17-3-20,-17 6-284,-4-6-160,-3 8-168,-13 7-136,0-3-344,0 0-680,-4 0-2468,-3 0-764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19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7339 108 5332,'-79'-27'430,"-96"-28"569,137 46-599,0 3 0,0 1 0,-54-1 0,-22 10 593,1 4 0,1 5 0,-220 56 0,-322 142 1351,-521 303 20,51 112-750,730-381-815,-494 402 0,626-425-400,11 11 0,-343 408 0,464-476-257,7 5 0,-104 192 1,157-232-81,6 3 0,6 2 1,-70 242-1,109-302-119,3 1 0,3 1 0,4 0 0,0 107-1,11-128-65,3 0-1,1-1 0,4 1 0,1-2 0,3 0 1,39 98-1,-27-94-37,3-2 0,2-1 0,2-2 0,66 81 0,-45-72-75,3-2 0,3-2 0,70 51-1,-14-26-227,3-5 0,4-6 0,254 109 0,-188-108-43,2-9-1,373 74 1,418-24-358,-530-100 864,1-19-1,471-68 1,-620 31 427,449-119 0,-566 105-192,-3-7 0,-2-8 1,257-142-1,-297 130-75,-3-8 1,-4-4-1,196-183 1,-230 178-62,-5-3 0,-4-5-1,-5-3 1,112-188 0,-126 167-18,-6-3 1,80-230-1,-107 241-43,-7-1 1,-4-2-1,17-186 1,-39 217-30,-5-1 0,-3 0 0,-5 1 0,-3-1 0,-27-109 0,17 131-16,-2 2 0,-4 0 0,-3 1 0,-3 2 0,-4 1 0,-2 2 0,-50-68 0,46 80-192,-2 2 1,-3 1-1,-2 3 0,-2 2 0,-59-44 0,62 58-169,-1 1 0,-2 2 0,-1 3 0,-1 2 0,-1 2 1,-81-23-1,55 27-814,-1 3 1,0 4 0,-1 4 0,-139 3-1,-64 25-4408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20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265 190 13297,'-20'-102'1840,"16"86"-459,-2-8-285,-4 0-632,0 15-684,-1 3-796,-19 0-493,-30 3-947,3 12-1288,0-3-2405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28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1098 11869,'0'-6'201,"1"-1"0,-1 1 0,2-1 0,-1 1-1,1 0 1,0 0 0,0 0 0,0 0 0,1 0 0,0 0 0,0 0 0,1 1-1,-1 0 1,1 0 0,0 0 0,1 0 0,5-5 0,11-12 265,2 0 0,0 1 0,35-23 0,84-47 36,-54 37-359,53-42 554,-4-6-1,186-180 0,-236 201 139,89-93 1793,-176 174-2621,0 0 0,0 1 0,0-1 0,0 0 0,0 0 0,0 0 0,0 0-1,0 0 1,0 0 0,0 0 0,0 0 0,0 1 0,0-1 0,0 0 0,0 0 0,0 0 0,1 0 0,-1 0 0,0 0 0,0 0-1,0 0 1,0 0 0,0 0 0,0 1 0,0-1 0,0 0 0,0 0 0,0 0 0,0 0 0,0 0 0,1 0 0,-1 0-1,0 0 1,0 0 0,0 0 0,0 0 0,0 0 0,0 0 0,0 0 0,0 0 0,1 0 0,-1 0 0,0 0 0,0 0-1,0 0 1,0 0 0,0 0 0,0 0 0,0 0 0,0 0 0,1 0 0,-1 0 0,0 0 0,0 0 0,0 0 0,0 0-1,0 0 1,0 0 0,0 0 0,0 0 0,0-1 0,0 1 0,0 0 0,1 0 0,-1 0 0,0 0 0,0 0 0,0 0 0,2 4 70,0 1 1,-1 0 0,1 0-1,-1 0 1,0 0 0,0 0-1,-1 0 1,0 1 0,1-1-1,-2 0 1,1 0 0,-1 0-1,1 0 1,-3 7 0,-4 12 187,-16 40 0,21-59-228,-176 374 1334,63-143-882,-327 764 470,135-217-564,72 22-361,162-373-445,67-367 91,3 1 0,3-1-1,2 0 1,19 108-1,-17-152 138,1 0 1,0 0-1,2 0 0,17 36 0,-22-52 141,1-1 1,-1 1-1,1-1 0,0 0 0,0 0 1,1 0-1,-1 0 0,1-1 1,-1 0-1,1 1 0,0-1 0,1 0 1,-1-1-1,0 1 0,1-1 1,0 0-1,-1 0 0,1 0 0,0-1 1,0 0-1,0 0 0,0 0 0,0 0 1,0-1-1,7 0 0,-4-1-2,0-1-1,0 0 1,0 0-1,0 0 1,0-1 0,-1-1-1,1 1 1,-1-1-1,0 0 1,0-1-1,-1 0 1,1 0-1,-1 0 1,0-1-1,9-11 1,6-9-70,-1-1 0,25-43 0,-23 30 54,-1-1 1,-2-1 0,-3-1-1,-1-1 1,12-57-1,-13 30 31,-3-1 0,2-117-1,-18 40-3,2 104 8,1 0-1,2-1 0,12-83 1,-6 103-59,1 0 0,1 0 1,1 1-1,1 0 0,2 1 0,0 0 1,2 1-1,16-22 0,-8 16-101,2 0 0,1 2 0,1 2 0,1 0 0,41-28-1,-18 19-124,2 3-1,1 3 0,2 1 0,0 3 0,1 3 0,118-29 0,-123 40-226,1 3 0,104-1-1,-124 8 219,0-2 0,0-1 1,0-2-1,0-1 0,-1-1 0,0-2 0,0-1 0,49-24 0,15-11 157,168-72 257,-213 98 6,0 2-1,1 3 0,74-11 1,-34 18-100,1 3 0,-1 5 1,100 13-1,-77-7-618,118-10 0,-200 1 608,0-2-1,0-2 1,0-1-1,0-1 1,-1-2 0,49-22-1,167-104 126,-132 68-461,-37 21-207,-32 18-2243,88-40 0,-74 47-1726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2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1 504 12377,'93'-36'1952,"-56"15"-332,7-7-315,13 1-285,-7-6-256,10 3-292,11-9-576,12 0-456,14-1-524,14-2-433,3-3-103,3 3-520,7 0-1504,0 2-2213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29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0 6513,'-51'0'2856,"35"6"-2300,-5-3-308,35 9-956,-4-2 80,13-7-2144,1 0 971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30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345 267 10589,'-19'-15'1557,"15"12"1284,1-2-797,-8-12-1231,5 13 2598,4 5-3320,-1 1 0,1-1 0,0 1-1,0 0 1,0 0 0,0 0 0,0 0 0,0 0-1,0 0 1,1 0 0,-1 0 0,1 1 0,0-1-1,-1 1 1,1-1 0,0 1 0,0 0 0,1-1-1,-1 1 1,1 0 0,-1 4 0,0-4 643,0-3-764,0-1 36,0 1 0,-1 0 0,1-1 0,0 1 0,0-1 0,0 1 0,0-1 0,0 0 0,0 0-1,0 1 1,0-1 0,0 0 0,0 0 0,0 0 0,1 0 0,-1 0 0,0 0 0,1 0 0,-2-2 0,-12-26-68,10 18 55,-25-63-57,23 55 59,-1 1-1,-11-23 1,17 39 60,-1 0-93,-31-45 8,31 45 97,-12-5-284,13 6 120,0 0-1,0 0 1,0 1-1,0-1 1,0 0 0,0 1-1,0-1 1,0 1-1,-1-1 1,1 1 0,0 0-1,0-1 1,0 1-1,0 0 1,-1 0-1,0-1 1,-11 1-553,-23 0-2643,8 5-4878,8 0 1161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31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1462 9345,'-92'125'3664,"70"-101"-1993,17-20-1180,1 0-1,-1 1 0,1 0 0,0 0 0,-4 7 0,7-10-375,0 0 0,0 0 0,0 1 0,1-1 0,-1 0-1,1 1 1,-1-1 0,1 0 0,0 1 0,0-1 0,0 0 0,0 1 0,0-1-1,0 0 1,1 1 0,-1-1 0,1 0 0,1 4 0,1-1 33,-1 0 1,1 0-1,0-1 1,1 1-1,-1-1 0,0 0 1,1 0-1,0 0 1,0-1-1,1 1 1,-1-1-1,0 0 0,1 0 1,0 0-1,0-1 1,0 0-1,9 3 1,7 1 241,0 0 1,0-2-1,30 3 1,66 3 388,1-6 0,164-14 1,234-55-90,-195 6-400,363-116 0,284-184-224,268-227-2405,-1202 569 2186,58-31-961,130-89 1,-4-24-2607,-209 154 3375,1-1-1,-1 0 0,-1 0 1,0 0-1,0-1 1,9-14-1,-16 21 163,0-1-1,0 1 1,0-1-1,-1 1 1,1-1-1,0 1 1,-1-1-1,0 0 1,0 1-1,0-1 1,0 1-1,0-1 1,-1 0-1,1 1 1,-1-1-1,-1-4 1,1 4-176,0 0 0,0 0 1,0 0-1,0 0 1,-1 1-1,1-1 0,-1 0 1,0 1-1,1-1 1,-1 1-1,-3-4 1,-35-20-6090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31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1538 261 7629,'22'-38'735,"-13"21"-141,2-1-1,0 1 0,1 1 0,0 0 1,21-20-1,38-31 3198,-68 63-3539,1 0 0,0 1 0,0 0 0,1 0-1,-1 0 1,0 0 0,1 1 0,0 0 0,0 0 0,0 0-1,0 0 1,7 0 0,-8 1-159,-1 1 1,1 0-1,-1 0 1,1 1-1,-1-1 1,0 1-1,1-1 1,-1 1-1,0 0 0,1 1 1,-1-1-1,0 0 1,0 1-1,4 2 1,2 4 45,0 0 0,0 1-1,-1-1 1,0 2 0,0-1 0,-1 1 0,10 18 0,-2-1 95,-1 1 0,-2 1 0,0-1-1,9 39 1,21 125 462,-41-190-691,12 82 147,-3 0 0,-4 0 0,-3 1 0,-5-1-1,-3 1 1,-17 91 0,3-74-66,-5-1-1,-5-1 1,-4-1-1,-73 152 1,61-165-261,-4-2 0,-4-2-1,-4-3 1,-3-2 0,-107 106 0,43-66-1136,-5-5 1,-188 123-1,204-162-1115,-3-5 0,-3-5-1,-135 50 1,36-28-4765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32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4909 1580 4688,'2'4'1283,"-1"-1"-893,-1 0 1,1 0 0,0 0 0,-1 1 0,1-1 0,-1 0 0,0 0-1,0 1 1,-1-1 0,1 0 0,-1 0 0,1 0 0,-1 1 0,0-1-1,0 0 1,-3 6 4173,-15-20-3278,-466-213 1650,-17 36-2604,396 149-236,-1318-435-148,699 241-1054,330 99 399,-443-137-1600,658 224 1239,145 39 418,-1 2 1,-67-2 0,101 8 513,-1 0 1,0 0-1,0 0 0,1 0 1,-1 1-1,1-1 0,-1 1 1,0 0-1,1 0 0,-1 0 1,1 0-1,-1 0 0,1 0 1,0 1-1,0-1 0,-1 1 1,1 0-1,0-1 1,0 1-1,-3 4 0,3-3-75,2-2 36,-1 0 1,1 0-1,0 0 1,-1 0 0,1 0-1,0 1 1,0-1-1,0 0 1,0 0-1,0 0 1,0 0-1,1 0 1,-1 0 0,0 0-1,0 1 1,1-1-1,-1 0 1,1 0-1,-1 0 1,1 0 0,0 1-1,0 0-484,9 22-3050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32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1978 408 5260,'-25'-21'432,"9"7"94,0 0-1,0-1 0,-19-26 0,-1 2 1110,-72-62-1,66 63-1269,24 23-177,0 0 0,-1 1 0,0 1 0,-1 1 0,-39-18 0,46 25-75,0 1 1,1 0-1,-1 0 0,-1 1 1,1 1-1,0 0 1,-1 1-1,1 1 1,-1 0-1,1 0 1,-22 5-1,10 1 95,0 2-1,0 1 1,1 1-1,0 1 1,1 1-1,0 0 1,1 2-1,0 1 1,-38 35-1,-4 12 551,-88 110-1,-243 380 1351,311-417-1666,-84 188-1,120-215-239,6 3 0,-41 163 0,69-218-147,4 1 0,2-1 1,2 2-1,3-1 0,7 103 1,0-124-43,2-1 1,1 0 0,1 0 0,3-1 0,0-1 0,2 0 0,2 0 0,1-1 0,1-1-1,32 43 1,-15-32-59,3-1-1,1-2 1,2-2-1,2-1 1,1-2-1,2-2 1,1-2 0,82 39-1,-7-14-307,2-6-1,183 48 1,-5-22-2025,401 48-1,-21-65-4126,-326-46 633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32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121 172 9153,'-34'-9'1768,"38"-12"-264,-4 3 1136,0 0-1672,0-3 521,-10 6-977,0 3-72,-4 0-184,4 3-120,-3 0-204,3 0-392,0 0-1897,-4 0 681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37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910 1103 8005,'1'-10'435,"0"-1"1,0 1-1,1 0 1,0-1-1,0 1 1,1 0-1,1 1 1,0-1-1,0 0 1,1 1-1,6-9 1,216-292 5606,-91 147-3394,6 8-1,204-173 0,-344 326-2577,-1 0 0,1 1-1,0-1 1,0 1 0,0-1 0,1 1 0,-1 0-1,0 0 1,0 0 0,1 0 0,-1 0 0,1 0-1,-1 1 1,1-1 0,4 0 0,-6 1-44,-1 1 0,1-1 0,0 0 0,-1 0 0,1 1 0,0-1 0,-1 0 0,1 1 0,-1-1 0,1 0 0,-1 1 0,1-1 0,-1 1 0,1-1 0,-1 1 0,1-1 0,-1 1 0,1-1 0,-1 1 0,0-1 0,1 2 0,2 24 373,-7-7-217,0-1 0,-1 0 0,-1 0 0,-1 0 0,-1-1-1,-17 31 1,15-31-77,-356 589 1613,-47-27-1313,-207 324-442,536-761 52,-88 206 1,146-285-208,2 1 0,4 1 0,2 1 1,3 1-1,3 0 0,-3 73 1,14-106-46,1 0 0,2 0 1,2-1-1,1 1 1,2-1-1,1 0 0,1 0 1,2-1-1,1-1 1,1 1-1,2-2 0,2 0 1,0-1-1,2-1 1,1-1-1,1 0 0,1-1 1,2-2-1,0 0 1,1-2-1,2-1 0,0 0 1,1-3-1,1 0 1,1-1-1,0-2 0,1-2 1,1 0-1,43 10 1,-50-17-57,-1-1 1,1-2 0,1 0-1,-1-2 1,0-1 0,0-1-1,1-1 1,-1-1 0,43-11-1,-57 11 173,1 0 0,-1-1 1,-1-1-1,1 0 0,-1 0 0,0-1 0,0 0 0,0-1 0,-1 0 0,0-1 0,-1 0 0,1 0 0,-1-1 0,-1 0 0,0 0 0,0-1 0,-1 0 0,0 0 0,-1 0 0,0-1 1,0 0-1,-2 0 0,4-12 0,-3 5 2,0 0 1,-2 0 0,0-1 0,-1 1 0,-2-24-1,-2 12-11,-2 1 1,-1-1-1,-14-40 0,-176-418-46,138 350 283,-46-165 0,80 216 15,5-1 0,3-1 0,-5-108 0,19 158-74,1-1-1,3 0 0,1 1 0,2 0 1,2-1-1,1 2 0,17-47 0,-19 68-28,1 0-1,1 1 1,0-1-1,1 2 1,1-1-1,0 1 1,1 1-1,1 0 1,0 0-1,1 1 1,0 1-1,1 0 1,0 1-1,1 1 1,1 0-1,-1 1 1,34-14-1,-30 16-16,0 2 0,0 0 0,0 1 0,0 1 0,1 1 0,-1 0-1,22 2 1,-7 2 6,0 2-1,0 1 1,38 11-1,-36-7 34,0-2 0,1-2-1,0-1 1,0-1 0,61-5-1,245-32-184,-300 31 117,0 2 1,0 2-1,-1 1 1,1 3-1,80 19 1,-92-18-208,0-2 1,1 0-1,48-2 1,94-15-850,-49-4 529,213-56 1,-204 22 1379,-99 36-922,0 1 0,0 2-1,45-10 1,61-5-798,-56 9-555,118-9 0,-97 18-3771,-70 8 1264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37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198 148 10909,'7'-27'4880,"-14"9"-4279,-3 0-213,-3 6-424,-1 0-533,-6-3-463,-23-4-376,-1 1-2560,-9 9-2813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38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1337 413 6949,'-128'-42'1751,"-16"9"2134,109 26-1700,-63-19 0,71 20-896,1-1-267,23 1-625,13-5-14,6 2-276,0 1-1,1 0 0,0 1 0,0 1 0,1 0 0,-1 2 0,1 0 0,19-2 0,0-1-6,540-83 626,9 33-641,-317 33-192,119-11-119,-377 33 225,1 1-1,-1 1 0,0 0 0,0 1 1,1 0-1,16 4 0,-25-4 8,-1-1 0,1 1-1,-1 1 1,1-1 0,-1 0 0,1 1-1,-1-1 1,1 1 0,-1 0 0,0-1-1,0 1 1,0 0 0,0 0 0,0 1-1,-1-1 1,1 0 0,-1 1 0,1-1-1,-1 1 1,0-1 0,0 1 0,0-1 0,0 1-1,-1 0 1,1 0 0,0-1 0,-1 1-1,0 0 1,0 0 0,0 0 0,0 3-1,-4 24 63,-1 1 0,-1-1 0,-1-1 0,-2 1 0,-1-1 0,-14 28 0,5-11 6,-179 405 448,99-236-326,-62 149-62,-179 391 229,-28-16-311,-136 99-438,-49-36-545,480-696 117,-114 222 1,176-305 361,1 1 1,2 0-1,0 0 0,1 0 0,2 1 1,0 0-1,2 0 0,1 0 1,1 0-1,1 1 0,1-1 1,6 35-1,0-23-431,-3-18 458,-1 0 1,0 1 0,-2-1-1,0 22 1,-1-35 358,-1 0 0,0 0 0,-1 1 0,1-1 0,-1 0 0,0 0 0,0 0 0,-1-1 0,0 1 0,0 0 0,0-1 0,-1 0 0,0 0 0,0 0 0,0 0 0,-10 8 0,2-4-84,-1 0 0,0 0 0,-1-1 0,0-1 0,-1 0 0,1-1 0,-1-1 0,0 0 0,-19 3 0,-16 0-1757,-76 4 0,55-8-420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38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1017 12349,'-14'4'1053,"0"0"0,-1 0 0,1-2 0,-1 0 0,0 0 0,-28-2 0,65-4 768,1414-189 415,-746 107-3218,-210 25 75,945-138-1955,-1388 192 2783,333-61-557,-264 44 41,141-52 1,-229 70 369,-1-1 0,1 0 0,-2-1 0,1-1 0,-1 0 0,0-2 0,23-19-1,-37 29 169,-1-1-1,1 1 1,-1-1 0,1 0-1,-1 1 1,1-1-1,-1 0 1,0 0-1,0 0 1,0 0-1,0 1 1,0-2-1,-1 1 1,1 0 0,0 0-1,-1 0 1,0 0-1,1 0 1,-1 0-1,0-1 1,0 1-1,0 0 1,0 0-1,-1 0 1,1 0 0,-1 0-1,1-1 1,-1 1-1,0 0 1,0 0-1,0 0 1,-1-2-1,-3-2-93,0 1 0,0 0 0,0 0-1,0 0 1,-1 1 0,0 0-1,0 0 1,-12-5 0,-11-5-379,0 1 0,-2 1 0,-50-12 0,-102-9-2739,19 14-422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40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0 823 5448,'0'0'4107,"4"0"-3072,26-3-241,1 2-1,-1 0 0,41 6 0,-13-1-223,379 25 1679,85 5-1029,1059 8 430,-790-85-1570,-10-76-898,-617 81-219,-1-7 0,-3-6 1,-2-8-1,-2-6 0,-4-7 1,160-103-1,-110 41-2483,-12 3-1433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40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88 3680,'-20'-12'1488,"20"-6"-1055,4 3-73,-18 0-428,1 3-465,-14 6-1051,7-3 792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41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382 1426 5300,'-2'-1'213,"0"-1"0,0 1-1,-1 0 1,1 0-1,0 0 1,-1 0 0,1 0-1,0 0 1,-1 1 0,1-1-1,-1 1 1,1 0-1,-1 0 1,0-1 0,1 2-1,-1-1 1,1 0-1,-4 1 1,-46 11 4134,51-11-4205,0-1 0,0 0 0,-1 0 0,1 1 0,0-1 1,0 0-1,0 0 0,0 0 0,-1 0 0,1 0 0,0-1 0,0 1 0,0 0 0,0-1 0,-1 1 0,0-1 0,-18-3 1734,8 5-1201,-1 1-1,1 1 0,-18 5 1,-12 2 6786,21-10-7174,10 0 30,1 0-1,-1 0 1,0 1 0,0 1-1,0 0 1,-14 4 0,22-5-203,0 18 163,2-13-208,1-1-6,-1-1 1,1 1-1,-1-1 0,0 0 0,0 0 0,0 1 0,-1-1 0,1 0 0,-4 5 0,9 11 430,-3-18-474,0 0 1,0 0-1,0 0 1,0 0-1,0 0 1,1 0-1,-1-1 0,1 1 1,-1 0-1,1-1 1,0 0-1,-1 1 1,1-1-1,0 0 1,0 0-1,0 0 0,0 0 1,0 0-1,0 0 1,0 0-1,0-1 1,0 1-1,0-1 0,1 0 1,-1 1-1,0-1 1,0 0-1,1 0 1,3-1-1,10 0-46,1-1 0,31-7 0,-32 5 67,497-123-40,-4-29 0,-423 129 0,1124-388-596,128-40-4857,-645 256 508,-231 85-2832,-122 39-3235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43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1679 11413,'-57'3'14877,"59"-4"-14705,17-12 236,-17 12 929,-5 0-1215,-31-4 136,31 5 529,-18 0-618,19 0-129,-1 0 1,0 0-1,1 1 0,-1-1 0,1 1 0,-1-1 0,1 1 0,-1 0 0,1 0 0,-1 0 0,1 0 0,0 0 0,-1 0 1,1 1-1,0-1 0,-3 4 0,3-4 752,0 0-749,-8 4-3,1 1-1,0 0 1,-12 11-1,18-15-33,0 2-1,-1 0 1,0 0 0,0 0-1,0-1 1,0 1 0,-6 3 0,3-1 1401,19-12-1182,26-16-354,22-14 129,2 3 0,79-31 0,-91 43 0,1504-636-1521,-62 113-4628,-985 389 1819,5 16-3289,-210 64-2545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45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2434 405 4112,'6'-34'411,"-3"12"55,0 1-1,-1-1 0,-2-36 1,0 45-262,0-8 233,-1 1 1,-1-1 0,-1 1 0,-6-23-1,7 37-355,0 0-1,0 1 0,0 0 0,0 0 1,-1-1-1,0 1 0,0 1 0,-1-1 1,1 0-1,-1 1 0,0 0 0,0 0 1,0 0-1,-1 0 0,1 1 0,-1-1 1,0 1-1,0 0 0,0 1 0,-8-4 1,-3 2 68,0 0 0,0 1 1,0 1-1,-1 0 1,1 1-1,-1 1 0,1 0 1,-31 5-1,8 2 108,1 2 0,-60 22-1,25-2 65,1 3-1,-112 71 0,-124 106 291,277-188-566,-885 707 924,909-721-968,-230 229 136,216-213-133,2 2 0,1 0 0,0 2 1,2-1-1,1 2 0,1 0 0,2 1 1,-14 45-1,23-61 2,1 1 0,0 0 1,0 0-1,1-1 1,1 1-1,1 0 0,0 0 1,0 0-1,2-1 0,-1 1 1,2-1-1,0 1 0,0-1 1,2 0-1,-1-1 1,2 1-1,-1-1 0,2 0 1,-1-1-1,2 0 0,-1 0 1,2-1-1,-1 0 0,2 0 1,15 11-1,9 4-16,1-2 0,0-1-1,2-2 1,59 23 0,169 46-19,-216-74 39,130 40-14,462 156 25,-533-168-16,-2 6-1,-3 4 0,171 115 0,-235-139 8,-2 1 0,-2 2 0,0 2 0,-2 1 0,53 73 0,-69-82-6,-1 1 0,-2 1 1,-1 0-1,-1 2 0,-1-1 0,-2 1 1,-1 1-1,-1 0 0,-2 0 0,3 33 1,-7-11 0,-2 1 0,-3-1-1,-2 0 1,-16 71 0,1-39 11,-3 0-1,-4-1 1,-69 145 0,73-179-12,-49 101 22,-176 269 1,223-381-27,-189 278-65,-68 108 94,216-314 27,-98 228 0,159-327-51,1-1 0,0 1 0,1 1 0,0-1 0,1 1 0,0-1 0,0 22 0,2-31-7,1 1 0,-1-1 0,1 1 0,-1-1 0,1 1 0,0-1 0,0 1 0,1-1 0,-1 0 0,1 0 0,0 0 0,0 0 0,0 0 0,0 0 0,0 0 0,0-1-1,1 1 1,-1-1 0,1 1 0,0-1 0,0 0 0,0 0 0,0 0 0,0-1 0,0 1 0,0-1 0,1 0 0,-1 1 0,1-2 0,6 2 0,4 0 0,0 0-1,0-1 1,0-1 0,1 0-1,-1-1 1,0-1-1,16-3 1,104-32 49,-79 20-55,-52 16 4,302-79-40,-248 68 59,1 4 1,-1 1-1,85 3 0,-127 4-13,1 1 0,0 1 0,-1 0-1,0 1 1,1 1 0,-1 1 0,-1 0-1,28 13 1,-33-13 3,-1 1-1,1 0 1,-1 0-1,0 1 1,0 0-1,-1 0 1,0 1-1,0 0 1,-1 1-1,0-1 1,-1 1-1,1 0 1,-2 0-1,6 14 1,-3-1 21,-1 1 0,-1-1-1,-1 1 1,-1 0 0,-1 0 0,-1 0 0,-1 0 0,-5 46 0,-7 4 203,-32 109 1,-3-31 173,-100 219 0,-103 132 82,1-49-105,-179 359-49,170-154-130,211-502-130,8 1 0,-28 219-1,51-198-18,8 1 0,28 336 0,15-236-135,77 302 1,-62-373-23,100 510-29,-137-621 145,0 169 0,-15-218 119,-1 0-1,-3 0 1,-2 0 0,-2-1-1,-23 68 1,19-78-5,-2-1 0,-1 0 0,-2-1 0,-1-1 0,-31 39 0,33-50-92,4-6-165,1 0 1,1 0-1,0 1 1,-14 32 0,25-48 82,1-1 1,-1 1 0,1-1-1,-1 1 1,1-1 0,0 1 0,-1-1-1,1 1 1,0-1 0,0 1 0,0 0-1,0-1 1,0 1 0,0-1 0,1 1-1,-1-1 1,0 1 0,1-1-1,-1 1 1,1-1 0,0 1 0,-1-1-1,1 0 1,0 1 0,0-1 0,0 0-1,0 0 1,0 1 0,0-1 0,0 0-1,0 0 1,1 0 0,-1 0-1,0-1 1,1 1 0,-1 0 0,1 0-1,-1-1 1,0 1 0,3 0 0,7 2-258,0 0 0,0-1 0,0-1 0,18 2 0,-14-2 86,74 4-3969,145-10 0,-127-3-1113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46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4820 397 4908,'3'-1'23,"211"-76"1793,219-96 998,-323 132-2484,3 6 0,138-26 0,-242 59-299,39-4 84,-46 6-109,0 0-1,0 0 1,0 0 0,0 0 0,0 0 0,0 1 0,0-1-1,0 1 1,0-1 0,0 1 0,0 0 0,-1 0-1,1 0 1,0 0 0,0 0 0,-1 0 0,1 0-1,0 0 1,1 3 0,-2-3-3,-1-1 0,1 1-1,-1 0 1,1 0 0,-1 0 0,1 0 0,-1 0 0,0-1-1,0 1 1,1 0 0,-1 0 0,0 0 0,0 0-1,0 0 1,0 0 0,0 0 0,0 0 0,0 0-1,0 0 1,-1 0 0,1 0 0,0 0 0,-1 0 0,1 0-1,0-1 1,-1 1 0,1 0 0,-1 0 0,0 1-1,-25 23 70,20-20-53,-170 120 532,69-53-296,-724 598 1748,716-562-1691,-134 163 0,177-180-165,4 3 0,-85 156 0,101-148-18,5 1-1,4 3 1,-46 175-1,69-198-84,4 1 0,4 1 0,3-1 0,4 2 0,9 125-1,7-105 0,4-2-1,6 1 0,3-2 0,5-1 0,5-2 0,4-1 0,4-1 0,4-3 0,65 98 0,-62-118-30,3-2 0,4-3 0,2-2 0,3-3 0,3-3-1,3-2 1,2-4 0,3-2 0,2-4 0,2-3-1,92 42 1,-94-57-29,101 30-1,-126-48 11,1-2 0,0-3 1,65 4-1,-84-12-2,1-1 0,-1-1 0,0-2 0,0-1 0,0-1 0,40-13 0,-48 10-7,0-1 0,0-1-1,-1-1 1,0-1 0,-1-1 0,0-1 0,-1-1 0,33-32 0,-31 25-6,-1-1 0,-1-1 1,-2-1-1,0-1 0,-2-1 0,0 0 0,-2-1 1,-2 0-1,0-1 0,-2-1 0,-1 1 0,-1-2 0,6-50 1,-11 55 16,-2 1 0,-1 0 0,-1-1 0,-1 1 0,-1 0 0,-1 0 0,-1 0 0,-2 0 0,0 1 0,-2 0 1,0 0-1,-2 1 0,0 1 0,-2 0 0,0 0 0,-2 1 0,-20-23 0,14 21 42,-1 2 0,-2 0-1,0 1 1,-1 2 0,-1 0 0,0 2-1,-2 1 1,0 1 0,0 1 0,-1 1-1,0 2 1,-1 1 0,-1 2 0,1 0 0,-1 2-1,-37-1 1,29 5 89,-1 1 1,1 2-1,-1 2 0,1 1 1,0 3-1,1 1 1,0 1-1,0 2 0,1 2 1,1 2-1,0 1 0,-50 32 1,37-14 23,0 3 0,3 1 0,1 3 0,2 2 1,2 1-1,-47 68 0,27-23 75,4 3-1,-78 172 1,92-160-99,4 2 0,5 2 0,-37 209 0,49-157-18,7 0-1,7 181 1,58 330 100,45-11-47,-84-586-143,13 74 11,56 403-21,-36-2 13,-43-465-16,-3-1 0,-5 1-1,-25 121 1,20-151-4,-4 0 0,-1-1 0,-3-1-1,-2-1 1,-3-1 0,-35 55 0,14-39 21,-4-2 0,-2-2 0,-119 110 0,-210 137-31,287-238 11,-238 188 43,18 20 41,236-200-35,-118 156 0,149-169-27,3 2 0,4 2 0,-38 89 0,33-44-22,-52 208 0,3 129 41,8-35-9,53-287-39,-58 146 1,-147 241 69,-41-23 11,201-366-57,-6-4 1,-5-4 0,-6-4 0,-149 144-1,211-230 32,-2-2 0,-1-1-1,-2-2 1,0-2 0,-2-1 0,0-2-1,-1-1 1,-83 25 0,94-37-247,-1-1 0,0-2 1,0-1-1,-1-1 1,-52-3-1,57-3-555,0 0 0,0-2 1,0-1-1,1 0 0,0-3 1,1 0-1,-29-14 0,11-2-3897,11-5-2546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46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20 133 14133,'-10'-15'2084,"0"0"2033,27 9-3293,13-3-48,7 0-316,3-3-264,10 0-292,-3 0-596,0-3-876,3 0-884,-3 6-2833,-6 6-4228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54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654 475 9365,'-167'-22'1797,"-205"-16"7172,359 37-8605,1-1 0,-1 0 0,-12-5 0,17 5-32,-1-1 0,1 2 0,-1-1 0,-8 1 0,206 12 1160,-75-1-1208,630 25 391,-405-22-542,77 5-11,3660 60-785,-2313-97 350,-6-59 293,-1746 78 19,433-40-48,-347 26 42,-1-3 0,133-44 0,-210 56 14,0-2 0,-1 0 1,0-1-1,0-1 1,0 0-1,-2-2 1,27-20-1,-40 29-10,0 0 1,0-1-1,-1 1 1,1-1-1,-1 0 1,0 1-1,0-1 1,0 0-1,0 0 1,0-1-1,-1 1 1,1 0 0,-1-1-1,0 1 1,0-1-1,0 1 1,0-1-1,-1 1 1,0-1-1,1 0 1,-1 1-1,-1-1 1,1 1-1,0-1 1,-1 0-1,0 1 1,0-1-1,0 1 1,0 0-1,0-1 1,-1 1-1,1 0 1,-1 0-1,-2-4 1,-3-1-3,0 0 0,0 0 0,-1 0 0,0 1 0,0 0 0,0 1 0,-1 0 0,0 0 0,0 1 1,-12-5-1,-5 0-126,0 1 0,0 2 0,-1 0 0,0 2 0,0 1 0,-1 1 1,1 1-1,-36 2 0,-26 7-1321,-106 20 1,-69 25-2523,88-7-1623,19 0-2571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54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360 56 11249,'-192'-40'1970,"176"37"-1469,0 1 0,-26-1 1,1 2 1595,23-2-1977,-15-1 4273,31 5-3166,6 1-190,23 8-23,56 11 39,149 19 0,-113-23-684,139 24 184,540 86 273,877 131-42,8-71-523,-340-116-28,0-95 1505,-1204 11-1351,-1-5 1,251-67-1,-377 82-370,18-5 4,-1 0 1,0-2-1,0-1 1,28-16-1,-24 9-21,-1-2 0,-1-1 0,45-39 0,-62 46 0,0 0 0,0 0 0,-2-1 0,0-1 0,0 0 0,-2-1 0,0 0 0,11-25 0,-21 40-3,1 0 0,0 0 0,-1 0 0,1 0 0,-1-1 0,1 1 0,-1 0 0,0 0 0,0-1 0,0 1 0,0 0 0,-1-1 0,1 1-1,0 0 1,-1 0 0,0 0 0,-1-3 0,1 3-76,1 1-1,-1 0 1,0-1 0,0 1-1,0 0 1,0 0-1,0 0 1,-1 0-1,1 0 1,0 0-1,0 0 1,-1 0 0,1 1-1,0-1 1,-1 0-1,1 1 1,-1-1-1,1 1 1,-1 0-1,1-1 1,-1 1 0,1 0-1,-1 0 1,1 0-1,-3 0 1,-8 1-605,0 1-1,0 1 1,0-1 0,0 2-1,0 0 1,-13 6 0,-73 40-5917,62-30 2372,-44 21-7814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55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379 128 4764,'30'-24'472,"-16"13"-142,-1 1-1,1 0 0,1 1 0,0 0 1,29-11-1,-19 12 63,1 1 1,0 1-1,0 1 1,0 1-1,1 1 1,-1 2-1,1 1 0,28 3 1,12 4 598,130 32 1,-109-15-248,-1 4-1,116 53 1,-156-58-489,-1 1 0,-1 3 1,-1 1-1,-2 3 1,64 58-1,-95-78-211,0 0 0,-1 0 0,0 1-1,-1 1 1,0-1 0,-1 2 0,-1-1 0,0 1-1,0 0 1,-2 0 0,0 1 0,0-1 0,-1 1-1,-1 1 1,-1-1 0,0 0 0,-1 0 0,0 1-1,-2-1 1,1 1 0,-2-1 0,-5 23 0,1-14 19,-1 0 0,-1-1 0,-1 1 0,-1-2 0,-2 1 0,0-2 0,-24 33 0,-8 3 111,-73 71-1,-290 254 257,63-64-237,243-215-42,-110 143 0,143-153-85,4 2 0,4 4 0,4 1 0,5 4 0,-58 168-1,82-190-18,5 2 0,3 0 0,3 1 0,5 0 0,3 1 0,4 0-1,4 1 1,11 91 0,2-90-53,3 0 1,5-1-1,3-1 0,4-1 1,4-1-1,3-2 0,4-2 1,3-1-1,4-2 0,3-2 1,3-3-1,3-1 0,4-4 1,2-1-1,3-4 0,3-2 1,2-4-1,2-2 0,3-4 1,123 63-1,-143-88 5,2-1 0,1-4 1,0-1-1,2-4 0,0-2 0,0-2 0,1-3 1,0-3-1,67-2 0,-83-4 24,0-3-1,0-1 1,0-2-1,-1-2 1,0-2 0,-1-2-1,0-2 1,-1-1 0,-1-3-1,-1-1 1,0-1-1,-2-3 1,38-30 0,-64 46 11,-1-1 1,0-1 0,-1 0 0,0 0-1,-1-1 1,0 0 0,0 0 0,-2-1-1,1 0 1,9-25 0,-14 30-5,0 0 0,-1 0 0,1 0 0,-1 0-1,-1 0 1,0-1 0,0 1 0,0 0 0,0 0 0,-1 0 0,-1 0 0,1 0 0,-1 0 0,0 0-1,-1 0 1,1 1 0,-1-1 0,-1 1 0,1-1 0,-1 1 0,0 0 0,-8-8 0,2 4 20,0 1 0,-1 0 1,0 0-1,-1 1 0,0 0 1,0 1-1,-1 1 0,1-1 0,-1 2 1,-1 0-1,1 1 0,-1 0 1,0 1-1,0 1 0,-27-2 1,3 2 39,-1 3-1,1 1 1,-1 1 0,-64 16 0,27 0-4,2 4 1,0 3-1,1 4 1,2 2-1,2 4 1,-103 69-1,69-31-19,3 4 1,4 5-1,-114 126 0,127-115-35,5 2 0,3 4 0,6 3 1,4 3-1,4 3 0,-73 184 0,-19 192-107,38 11-107,64-255 81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58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75 983 10089,'-74'-40'5306,"74"39"-5195,0 0 0,-1-1-1,1 1 1,0 0-1,0 0 1,0 0-1,0 0 1,1 0-1,-1-1 1,0 1-1,0 0 1,1 0 0,-1 0-1,1 0 1,-1 0-1,1 0 1,-1 0-1,1 0 1,-1 0-1,2-1 1,-1 1 113,6-11 30,0 1 1,1 0-1,1 0 1,-1 1-1,2 0 1,0 1-1,0 0 1,11-8-1,15-8 242,51-26 0,21-4 205,209-74 0,131-2-179,316-22-149,11 46-761,-657 92 181,904-89-3673,-339 61-5399,-535 39 2497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58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1 5977,'-17'43'1566,"-29"56"0,28-63-438,2 1 0,2 0 1,-19 76-1,-10 124 580,35-186-1526,-112 901 24,116-663-2465,22-98-2807,1-85-343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59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9445,'-1'8'307,"1"1"0,0-1 0,0 1 0,1-1 0,0 1 0,0-1 0,1 0 0,0 0 1,5 10-1,6 35 404,48 371 1159,-39-220-1445,-8 391 0,-17-533-400,1-31-26,1 1-1,4 31 1,-3-63 0,0 0 0,0-1-1,0 1 1,0 0 0,0 0-1,0 0 1,0 0 0,0 0-1,0 0 1,1 0 0,-1 0-1,0 0 1,0 0 0,0 0 0,0-1-1,0 1 1,0 0 0,0 0-1,1 0 1,-1 0 0,0 0-1,0 0 1,0 0 0,0 0 0,0 0-1,0 0 1,0 0 0,1 0-1,-1 0 1,0 0 0,0 0-1,0 0 1,0 1 0,0-1 0,0 0-1,0 0 1,1 0 0,-1 0-1,0 0 1,0 0 0,0 0-1,0 0 1,0 0 0,0 0 0,0 0-1,0 0 1,0 1 0,0-1-1,1 0 1,-1 0 0,0 0-1,0 0 1,0 0 0,0 0-1,0 0 1,0 1 0,0-1 0,0 0-1,0 0 1,0 0 0,0 0-1,0 0 1,0 0 0,0 1-1,15-10 2,0 0 0,-1-1-1,0 0 1,22-22-1,75-96-105,-110 127 105,164-201-208,-85 105 110,94-88 0,-141 153 50,2 2 1,55-38-1,-72 56 46,0 1 0,1 1-1,0 1 1,0 0 0,1 2-1,0 0 1,33-6 0,-45 12 6,0 0 0,0 0 0,0 1 0,0 0 1,0 0-1,0 1 0,0 0 0,0 0 0,0 1 0,-1 0 1,1 1-1,-1-1 0,1 1 0,-1 1 0,0 0 0,0 0 1,0 0-1,0 1 0,-1 0 0,0 0 0,0 0 0,0 1 1,-1 0-1,0 0 0,0 0 0,0 1 0,4 9 0,17 33-7,-5-6-15,3-1 1,53 73-1,-69-107-36,0 0 0,1 0 0,0 0 0,1-1 0,0 0 0,0-1 0,0 0 0,0-1-1,1 0 1,0-1 0,0 0 0,0-1 0,1 0 0,-1 0 0,1-1 0,0-1 0,0 0 0,19-1 0,16-3-68,-1-2 1,0-1 0,60-18 0,-97 22 114,544-163-74,-485 143 56,315-128 96,-41 14 363,-308 125-385,51-11 0,-80 21-79,0 1-1,0-1 1,0 1-1,0 0 1,1 0-1,-1 0 1,0 1-1,0 0 1,0 0-1,0 0 1,0 1-1,-1-1 1,1 1-1,0 0 1,-1 1 0,1-1-1,-1 1 1,0 0-1,0 0 1,0 0-1,4 4 1,-6-5-33,-1 0 0,1 1 0,-1-1 0,1 0 0,-1 1 0,0-1 0,0 1 0,0 0 0,0-1 0,-1 1 0,1 0 0,-1-1 0,1 1 1,-1 0-1,0 0 0,0 3 0,-8 41-1485,7-42 1293,-19 52-2958,-8 10-1175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59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1 127 4848,'43'-12'556,"-9"-15"-495,2 0-662,1-3-815,10 0 952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1:59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1467 277 5637,'-67'-104'3235,"-26"-48"4137,92 151-7296,1 0 1,0 0-1,-1-1 0,1 1 0,-1 0 0,0 0 0,1 0 1,-1 0-1,0 0 0,0 0 0,0 0 0,0 0 1,0 0-1,0 0 0,0 0 0,0 0 0,0 1 0,0-1 1,-2 0-1,2 1-39,-1 1 0,1 0 0,-1 0-1,1-1 1,-1 1 0,1 0 0,0 0 0,0 1 0,-1-1 0,1 0 0,0 0 0,0 1 0,0-1 0,0 0 0,1 1 0,-1-1-1,-1 3 1,-5 10 30,1 1 0,0-1-1,1 1 1,1 0 0,0 1-1,-2 18 1,-12 44 345,-46 92 1036,-133 253 0,-125 143 396,132-242-771,15-5-226,22 19-222,127-266-466,3 2 1,-23 133-1,39-154-77,2 0 0,2 1-1,3-1 1,12 100 0,-4-109-132,2-1 0,2 0 0,2 0 0,1-1 0,2-1 1,2-1-1,2 0 0,2-2 0,1 0 0,44 51 0,-42-59-225,1-1 0,2-2 0,61 46 0,-25-25-493,1-3 1,2-3-1,3-3 1,0-3 0,133 47-1,-86-50-2171,1-5 0,125 14 0,13-15-6489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2:00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2720 0 8001,'-18'16'456,"9"-9"-214,1-1 1,1 1-1,-1 0 0,1 1 1,0 0-1,1 0 0,0 0 1,0 1-1,1 0 1,0 0-1,0 0 0,-3 11 1,1 15 717,1 1 0,2-1 0,2 1 0,2 52 0,0-49-442,12 341 2350,-2-172-2095,-20 243 0,-6-316-630,-5-1 0,-6-2 1,-58 167-1,31-148-446,-8-2 0,-114 202 0,67-172-548,-7-6 1,-7-5 0,-8-5 0,-280 268 0,-123 26-1533,400-359 186,-5-6 0,-177 89 0,163-108-2598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2:01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783 138 5905,'-60'-65'1641,"55"60"-1360,0 0 0,0 1 0,0-1 0,-1 1 0,1 0 0,-1 1 0,-10-5 0,3 1 216,4 3-246,0 0 1,0 0-1,0 0 1,-1 1-1,1 1 0,-1 0 1,1 0-1,-1 1 1,0 0-1,0 0 0,0 1 1,0 1-1,0-1 1,1 2-1,-1-1 0,0 2 1,-10 3-1,-7 3 84,0 1 0,1 2 0,1 0 0,-39 26 0,31-15-12,0 0 0,2 3 0,-46 46-1,61-55-217,2 0 0,0 1 0,0 1 0,2 0 0,0 0 0,2 1 0,-16 39 0,23-48-73,0-1-1,1 1 1,0 0 0,1-1 0,0 1 0,1 0 0,0 0 0,1 0 0,0 0 0,0 0 0,1-1-1,1 1 1,0-1 0,0 1 0,8 15 0,6 6-16,1-2 0,1 0-1,34 39 1,16 26-165,-48-63 99,-2 2 0,-2 0 0,-1 0 1,-1 2-1,-2 0 0,9 40 0,-17-49 39,0 1-1,-2-1 1,-1 1 0,-1 0 0,-2 0 0,-1-1 0,0 1 0,-3-1 0,-7 31 0,-7-1-54,-2-2 1,-38 73 0,13-32 251,48-95-200,-1 0 0,1 0 0,-1-1 0,1 1 0,-1-1 0,1 1 0,0-1 0,-1 0 0,1 0 0,-1 1 0,4-2 0,2 1 17,1 0 0,-1-1 0,0 0-1,0 0 1,1-1 0,-1 0 0,13-6-1,53-28 17,-19 8-102,77-35 305,-128 62-211,0 1 1,0-1-1,0 1 1,1 0-1,-1 0 0,0 0 1,0 1-1,0-1 1,0 1-1,0 0 0,1-1 1,-1 1-1,0 1 1,4 1-1,-2 3-28,-1-1 0,0 1 0,0 0 0,-1 0 1,0 1-1,0-1 0,0 1 0,-1-1 0,3 9 0,0 1-204,-2-9 41,0-1 0,1 0 0,-1 0 0,1 0 0,1 0 0,-1 0 0,1-1 0,0 0 0,0 0 0,0 0 0,1-1 0,-1 0 0,1 0 0,0 0 0,0 0 0,1-1 0,6 2 0,3 0-785,0-1 0,1-1 1,-1 0-1,0-1 0,1-1 1,18-1-1,33-2-4506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2:01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693 1 10693,'0'0'62,"-1"0"0,0 0 0,0 0 0,0 0 0,0 0 0,1 0 0,-1 0 1,0 0-1,0 0 0,0 1 0,0-1 0,1 0 0,-1 0 0,0 1 0,0-1 0,1 1 0,-1-1 0,0 1 0,1-1 0,-1 1 0,0-1 0,1 1 0,-1-1 1,1 1-1,-1 0 0,0 0 0,1 1 13,0-1 1,0 0 0,-1 1-1,1-1 1,0 0-1,0 1 1,1-1 0,-1 1-1,0-1 1,0 0 0,1 1-1,-1-1 1,0 0-1,2 3 1,5 9 385,0 0 0,17 21-1,-8-9 152,172 273 971,-165-261-1700,-2 1-1,-2 1 1,-2 0-1,22 72 1,-33-86 75,-1 0 0,-1 0 1,-1 1-1,-2-1 0,0 1 0,-2 0 0,-1-1 1,-9 46-1,3-37 47,-2 0 1,-2 0-1,-1-1 0,-31 57 1,-86 114 156,80-131 73,-52 99 0,97-162-214,0 1 0,1 0 1,0 0-1,0 1 0,2-1 1,-1 1-1,1-1 0,0 13 1,2-16-18,0 0 0,1-1 0,0 1 0,0 0 0,1-1 0,0 1 0,0-1 0,1 0 0,0 1 1,0-1-1,1 0 0,0-1 0,5 8 0,47 57 141,-39-52-131,-1 0-1,-1 2 0,-1-1 1,-1 2-1,14 32 1,-20-36 20,-1 1 0,-1-1 1,0 2-1,-2-1 0,0 0 0,-1 1 0,-1-1 0,-3 37 1,-2-28-23,-1 0 0,-1 1 1,-1-2-1,-1 1 0,-17 35 0,-7 1 19,-3-2-1,-2-1 0,-3-3 0,-48 56 1,14-22-997,-4-3 0,-4-4 0,-122 98 1,108-119-4124,90-60 4404,-33 18-4478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2:02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299 238 5444,'-17'-15'7134,"15"14"-6823,-23-13 3200,15 21-3185,-1 0-255,9-6 1688,4-3-1589,1-1-125,0-1 0,-1 1 1,1-1-1,-1 0 1,1 0-1,-1 0 0,0 0 1,-1 0-1,1 0 1,-1-1-1,0 1 0,0 0 1,0-1-1,0 1 0,-1-9 1,0-2 15,0 12 46,-1 0-116,-2-6 6,1 3 14,0-1 0,-1 1 0,0 0 0,0 0 0,0 0 1,-5-6-1,6 9-31,-8-60 16,10 60 11,14 29-744,-13-22 753,-1 1-1,-1-1 1,1 1-1,-1-1 1,1 0-1,-1 1 1,0-1-1,-1 0 1,1 1-1,-4 5 1,1 1 18,-83 178 397,55-127-209,-44 123 0,69-166-197,2 1 0,1 0 0,0 0 0,1 1-1,1-1 1,1 1 0,1-1 0,1 0 0,1 1 0,8 35 0,-7-42-83,2-1 0,-1 0 1,2 0-1,0 0 0,0-1 1,1 0-1,1 0 0,0 0 1,1-1-1,0-1 0,14 14 1,-7-11-121,0 0 0,0-1 0,2-1 0,-1-1 0,1 0 0,1-2 1,20 8-1,13-1-1343,0-2 0,1-2 0,0-2 0,1-3 0,54-1 0,-18-4-4540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2:03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623 43 5637,'12'-25'1346,"-13"24"-1279,1 0-1,0 0 1,-1 1-1,1-1 1,-1 1-1,1-1 1,-1 0 0,1 1-1,-1-1 1,1 1-1,-1-1 1,1 1-1,-1-1 1,0 1-1,1 0 1,-1-1-1,0 1 1,1 0-1,-1-1 1,0 1-1,0 0 1,1 0-1,-1 0 1,0 0 0,0 0-1,1-1 1,-2 2-1,2-2 62,-10-1 96,0 1 0,0 0-1,0 0 1,0 1 0,0 0 0,0 0-1,0 1 1,0 1 0,0 0 0,-16 5 0,-4 3 32,0 1 0,-29 16 0,31-11-119,1 2 0,1 0 0,-44 41 0,45-37-102,11-9 9,1 0 1,1 1 0,0 1 0,1 0 0,-17 31 0,12-15 89,-23 62 1,30-65-7,2 0 1,-8 56 0,10-46 9,-4 30 254,4 1 1,4 107-1,28 137 887,-7-106-887,-14-128-333,28 243 293,-27-276-323,3-1 0,2-1 0,2 1 0,37 80 0,-43-109-75,1 0 1,1 0-1,0-1 0,1-1 0,0 0 1,21 19-1,-26-27-99,1 0-1,1-1 1,-1 0 0,1 0 0,0-1-1,0 0 1,0 0 0,1 0 0,-1-1-1,1-1 1,0 0 0,0 0-1,0 0 1,0-1 0,10 0 0,-8-1-148,0-1 1,-1 0-1,1 0 0,0-1 1,0 0-1,-1-1 1,0-1-1,1 1 1,-1-1-1,0-1 1,-1 0-1,1-1 0,-1 1 1,17-15-1,9-16-2760,4-5-1130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2:03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13 7797,'-25'-10'1105,"20"8"565,-16 2-644,20 0-990,1 0-1,-1 0 1,1 0-1,-1-1 1,0 1-1,1 0 1,-1 0-1,1 0 1,-1 0-1,0 0 0,1 0 1,-1 0-1,1 0 1,-1 1-1,0-1 1,1 0-1,-1 0 1,1 0-1,-1 1 1,1-1-1,-1 0 1,1 1-1,-1-1 1,1 0-1,-1 1 0,1-1 1,-1 1-1,13 8 1000,-4-3-1255,-5-4 351,1 0-63,-1-1 1,1 1 0,-1 0 0,1-1 0,-1 2 0,0-1-1,0 0 1,0 1 0,3 2 0,2 2 26,45 28 178,16 12-129,-59-38-150,11 7 35,0 1 1,-2 1-1,0 1 1,-1 1-1,24 34 1,-31-38-22,0 0-12,-1-1-1,0 2 1,-1 0-1,12 30 1,-17-32 12,0 0 1,-1 0-1,0 1 0,-1-1 1,-1 0-1,0 1 0,-1 0 1,-1-1-1,0 0 0,-2 1 1,1-1-1,-2 0 0,0 0 1,-1 0-1,-7 16 0,-12 18 76,-1-2-1,-3-1 0,-35 45 1,-7 13 149,20-26-61,16-29-70,3 1 0,2 2 0,-41 102-1,40-55 16,3 2 0,-24 201 0,41-210-27,-1 20-125,-4-1 0,-39 138 0,34-170-1568,11-29-2381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2:04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0 10373,'0'0'1404,"-20"0"-436,-4 0 2204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42:05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58 884 6969,'-22'-56'2002,"21"55"-1822,1-1 0,-1 1 0,0-1-1,1 1 1,-1-1 0,0 1-1,0 0 1,0-1 0,0 1-1,0 0 1,0 0 0,-1 0-1,1 0 1,0 0 0,-1 0-1,1 0 1,0 0 0,-1 0-1,1 1 1,-1-1 0,-1 0-1,2 1-143,1 0 0,-1-1 0,1 1 0,-1 0 0,1 0 0,-1 0 0,1 0-1,0-1 1,-1 1 0,1 0 0,-1 0 0,1-1 0,0 1 0,-1 0 0,1-1-1,0 1 1,-1 0 0,1-1 0,0 1 0,0 0 0,-1-1 0,1 1 0,0-1-1,0 1 1,0-1 0,-1 1 0,1-1 0,0 1 0,0 0 0,0-1 0,0 1-1,0-1 1,0 1 0,0-1 0,0 1 0,0-1 0,0 1 0,0-1 0,0 1-1,1-1 1,-1 1 0,0 0 0,0-1 0,0 1 0,1-1 0,-1 1 0,0-1 0,0 1-1,1 0 1,-1-1 0,1 1 0,2-12 249,1 1 0,1 1 0,-1-1 1,2 1-1,-1-1 0,2 2 0,-1-1 0,1 1 0,1 0 1,-1 0-1,2 1 0,16-15 0,4 5-136,1 1 0,1 1-1,0 1 1,58-18 0,137-27-222,116-7-883,-116 25 132,-150 27 544,841-192-1776,-854 189 2069,24-5 997,129-54 0,-205 72-1077,-1 0-156,-1 0 1,1 1-1,1 1 0,-1-1 0,0 2 1,19-4-1,-32 8-15,0 0-1,0 0 1,0 0 0,0 1 0,0-1 0,0 1-1,0-1 1,1 1 0,-1 0 0,1 0 0,-3 5-1,2-3-180,0-2 176,-1 0-1,1 1 0,-1-1 1,1-1-1,-1 1 1,0 0-1,0-1 1,0 0-1,-5 3 1,-25 14-3332,12-2 388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500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125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783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04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035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164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57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72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16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07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134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7F39467-50A3-4FD7-8BDC-9392CAA9309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6DDC7B9-EBD0-4B0C-8947-2299E863A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112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8.xml"/><Relationship Id="rId117" Type="http://schemas.openxmlformats.org/officeDocument/2006/relationships/image" Target="../media/image113.png"/><Relationship Id="rId21" Type="http://schemas.openxmlformats.org/officeDocument/2006/relationships/image" Target="../media/image65.png"/><Relationship Id="rId42" Type="http://schemas.openxmlformats.org/officeDocument/2006/relationships/customXml" Target="../ink/ink76.xml"/><Relationship Id="rId47" Type="http://schemas.openxmlformats.org/officeDocument/2006/relationships/image" Target="../media/image78.png"/><Relationship Id="rId63" Type="http://schemas.openxmlformats.org/officeDocument/2006/relationships/image" Target="../media/image86.png"/><Relationship Id="rId68" Type="http://schemas.openxmlformats.org/officeDocument/2006/relationships/customXml" Target="../ink/ink89.xml"/><Relationship Id="rId84" Type="http://schemas.openxmlformats.org/officeDocument/2006/relationships/customXml" Target="../ink/ink97.xml"/><Relationship Id="rId89" Type="http://schemas.openxmlformats.org/officeDocument/2006/relationships/image" Target="../media/image99.png"/><Relationship Id="rId112" Type="http://schemas.openxmlformats.org/officeDocument/2006/relationships/customXml" Target="../ink/ink111.xml"/><Relationship Id="rId16" Type="http://schemas.openxmlformats.org/officeDocument/2006/relationships/customXml" Target="../ink/ink63.xml"/><Relationship Id="rId107" Type="http://schemas.openxmlformats.org/officeDocument/2006/relationships/image" Target="../media/image108.png"/><Relationship Id="rId11" Type="http://schemas.openxmlformats.org/officeDocument/2006/relationships/image" Target="../media/image60.png"/><Relationship Id="rId32" Type="http://schemas.openxmlformats.org/officeDocument/2006/relationships/customXml" Target="../ink/ink71.xml"/><Relationship Id="rId37" Type="http://schemas.openxmlformats.org/officeDocument/2006/relationships/image" Target="../media/image73.png"/><Relationship Id="rId53" Type="http://schemas.openxmlformats.org/officeDocument/2006/relationships/image" Target="../media/image81.png"/><Relationship Id="rId58" Type="http://schemas.openxmlformats.org/officeDocument/2006/relationships/customXml" Target="../ink/ink84.xml"/><Relationship Id="rId74" Type="http://schemas.openxmlformats.org/officeDocument/2006/relationships/customXml" Target="../ink/ink92.xml"/><Relationship Id="rId79" Type="http://schemas.openxmlformats.org/officeDocument/2006/relationships/image" Target="../media/image94.png"/><Relationship Id="rId102" Type="http://schemas.openxmlformats.org/officeDocument/2006/relationships/customXml" Target="../ink/ink106.xml"/><Relationship Id="rId123" Type="http://schemas.openxmlformats.org/officeDocument/2006/relationships/image" Target="../media/image116.png"/><Relationship Id="rId5" Type="http://schemas.openxmlformats.org/officeDocument/2006/relationships/image" Target="../media/image57.png"/><Relationship Id="rId90" Type="http://schemas.openxmlformats.org/officeDocument/2006/relationships/customXml" Target="../ink/ink100.xml"/><Relationship Id="rId95" Type="http://schemas.openxmlformats.org/officeDocument/2006/relationships/image" Target="../media/image102.png"/><Relationship Id="rId22" Type="http://schemas.openxmlformats.org/officeDocument/2006/relationships/customXml" Target="../ink/ink66.xml"/><Relationship Id="rId27" Type="http://schemas.openxmlformats.org/officeDocument/2006/relationships/image" Target="../media/image68.png"/><Relationship Id="rId43" Type="http://schemas.openxmlformats.org/officeDocument/2006/relationships/image" Target="../media/image76.png"/><Relationship Id="rId48" Type="http://schemas.openxmlformats.org/officeDocument/2006/relationships/customXml" Target="../ink/ink79.xml"/><Relationship Id="rId64" Type="http://schemas.openxmlformats.org/officeDocument/2006/relationships/customXml" Target="../ink/ink87.xml"/><Relationship Id="rId69" Type="http://schemas.openxmlformats.org/officeDocument/2006/relationships/image" Target="../media/image89.png"/><Relationship Id="rId113" Type="http://schemas.openxmlformats.org/officeDocument/2006/relationships/image" Target="../media/image111.png"/><Relationship Id="rId118" Type="http://schemas.openxmlformats.org/officeDocument/2006/relationships/customXml" Target="../ink/ink114.xml"/><Relationship Id="rId80" Type="http://schemas.openxmlformats.org/officeDocument/2006/relationships/customXml" Target="../ink/ink95.xml"/><Relationship Id="rId85" Type="http://schemas.openxmlformats.org/officeDocument/2006/relationships/image" Target="../media/image97.png"/><Relationship Id="rId12" Type="http://schemas.openxmlformats.org/officeDocument/2006/relationships/customXml" Target="../ink/ink61.xml"/><Relationship Id="rId17" Type="http://schemas.openxmlformats.org/officeDocument/2006/relationships/image" Target="../media/image63.png"/><Relationship Id="rId33" Type="http://schemas.openxmlformats.org/officeDocument/2006/relationships/image" Target="../media/image71.png"/><Relationship Id="rId38" Type="http://schemas.openxmlformats.org/officeDocument/2006/relationships/customXml" Target="../ink/ink74.xml"/><Relationship Id="rId59" Type="http://schemas.openxmlformats.org/officeDocument/2006/relationships/image" Target="../media/image84.png"/><Relationship Id="rId103" Type="http://schemas.openxmlformats.org/officeDocument/2006/relationships/image" Target="../media/image106.png"/><Relationship Id="rId108" Type="http://schemas.openxmlformats.org/officeDocument/2006/relationships/customXml" Target="../ink/ink109.xml"/><Relationship Id="rId124" Type="http://schemas.openxmlformats.org/officeDocument/2006/relationships/customXml" Target="../ink/ink117.xml"/><Relationship Id="rId54" Type="http://schemas.openxmlformats.org/officeDocument/2006/relationships/customXml" Target="../ink/ink82.xml"/><Relationship Id="rId70" Type="http://schemas.openxmlformats.org/officeDocument/2006/relationships/customXml" Target="../ink/ink90.xml"/><Relationship Id="rId75" Type="http://schemas.openxmlformats.org/officeDocument/2006/relationships/image" Target="../media/image92.png"/><Relationship Id="rId91" Type="http://schemas.openxmlformats.org/officeDocument/2006/relationships/image" Target="../media/image100.png"/><Relationship Id="rId96" Type="http://schemas.openxmlformats.org/officeDocument/2006/relationships/customXml" Target="../ink/ink10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8.xml"/><Relationship Id="rId23" Type="http://schemas.openxmlformats.org/officeDocument/2006/relationships/image" Target="../media/image66.png"/><Relationship Id="rId28" Type="http://schemas.openxmlformats.org/officeDocument/2006/relationships/customXml" Target="../ink/ink69.xml"/><Relationship Id="rId49" Type="http://schemas.openxmlformats.org/officeDocument/2006/relationships/image" Target="../media/image79.png"/><Relationship Id="rId114" Type="http://schemas.openxmlformats.org/officeDocument/2006/relationships/customXml" Target="../ink/ink112.xml"/><Relationship Id="rId119" Type="http://schemas.openxmlformats.org/officeDocument/2006/relationships/image" Target="../media/image114.png"/><Relationship Id="rId44" Type="http://schemas.openxmlformats.org/officeDocument/2006/relationships/customXml" Target="../ink/ink77.xml"/><Relationship Id="rId60" Type="http://schemas.openxmlformats.org/officeDocument/2006/relationships/customXml" Target="../ink/ink85.xml"/><Relationship Id="rId65" Type="http://schemas.openxmlformats.org/officeDocument/2006/relationships/image" Target="../media/image87.png"/><Relationship Id="rId81" Type="http://schemas.openxmlformats.org/officeDocument/2006/relationships/image" Target="../media/image95.png"/><Relationship Id="rId86" Type="http://schemas.openxmlformats.org/officeDocument/2006/relationships/customXml" Target="../ink/ink98.xml"/><Relationship Id="rId13" Type="http://schemas.openxmlformats.org/officeDocument/2006/relationships/image" Target="../media/image61.png"/><Relationship Id="rId18" Type="http://schemas.openxmlformats.org/officeDocument/2006/relationships/customXml" Target="../ink/ink64.xml"/><Relationship Id="rId39" Type="http://schemas.openxmlformats.org/officeDocument/2006/relationships/image" Target="../media/image74.png"/><Relationship Id="rId109" Type="http://schemas.openxmlformats.org/officeDocument/2006/relationships/image" Target="../media/image109.png"/><Relationship Id="rId34" Type="http://schemas.openxmlformats.org/officeDocument/2006/relationships/customXml" Target="../ink/ink72.xml"/><Relationship Id="rId50" Type="http://schemas.openxmlformats.org/officeDocument/2006/relationships/customXml" Target="../ink/ink80.xml"/><Relationship Id="rId55" Type="http://schemas.openxmlformats.org/officeDocument/2006/relationships/image" Target="../media/image82.png"/><Relationship Id="rId76" Type="http://schemas.openxmlformats.org/officeDocument/2006/relationships/customXml" Target="../ink/ink93.xml"/><Relationship Id="rId97" Type="http://schemas.openxmlformats.org/officeDocument/2006/relationships/image" Target="../media/image103.png"/><Relationship Id="rId104" Type="http://schemas.openxmlformats.org/officeDocument/2006/relationships/customXml" Target="../ink/ink107.xml"/><Relationship Id="rId120" Type="http://schemas.openxmlformats.org/officeDocument/2006/relationships/customXml" Target="../ink/ink115.xml"/><Relationship Id="rId125" Type="http://schemas.openxmlformats.org/officeDocument/2006/relationships/image" Target="../media/image117.png"/><Relationship Id="rId7" Type="http://schemas.openxmlformats.org/officeDocument/2006/relationships/image" Target="../media/image58.png"/><Relationship Id="rId71" Type="http://schemas.openxmlformats.org/officeDocument/2006/relationships/image" Target="../media/image90.png"/><Relationship Id="rId92" Type="http://schemas.openxmlformats.org/officeDocument/2006/relationships/customXml" Target="../ink/ink101.xml"/><Relationship Id="rId2" Type="http://schemas.openxmlformats.org/officeDocument/2006/relationships/customXml" Target="../ink/ink56.xml"/><Relationship Id="rId29" Type="http://schemas.openxmlformats.org/officeDocument/2006/relationships/image" Target="../media/image69.png"/><Relationship Id="rId24" Type="http://schemas.openxmlformats.org/officeDocument/2006/relationships/customXml" Target="../ink/ink67.xml"/><Relationship Id="rId40" Type="http://schemas.openxmlformats.org/officeDocument/2006/relationships/customXml" Target="../ink/ink75.xml"/><Relationship Id="rId45" Type="http://schemas.openxmlformats.org/officeDocument/2006/relationships/image" Target="../media/image77.png"/><Relationship Id="rId66" Type="http://schemas.openxmlformats.org/officeDocument/2006/relationships/customXml" Target="../ink/ink88.xml"/><Relationship Id="rId87" Type="http://schemas.openxmlformats.org/officeDocument/2006/relationships/image" Target="../media/image98.png"/><Relationship Id="rId110" Type="http://schemas.openxmlformats.org/officeDocument/2006/relationships/customXml" Target="../ink/ink110.xml"/><Relationship Id="rId115" Type="http://schemas.openxmlformats.org/officeDocument/2006/relationships/image" Target="../media/image112.png"/><Relationship Id="rId61" Type="http://schemas.openxmlformats.org/officeDocument/2006/relationships/image" Target="../media/image85.png"/><Relationship Id="rId82" Type="http://schemas.openxmlformats.org/officeDocument/2006/relationships/customXml" Target="../ink/ink96.xml"/><Relationship Id="rId19" Type="http://schemas.openxmlformats.org/officeDocument/2006/relationships/image" Target="../media/image64.png"/><Relationship Id="rId14" Type="http://schemas.openxmlformats.org/officeDocument/2006/relationships/customXml" Target="../ink/ink62.xml"/><Relationship Id="rId30" Type="http://schemas.openxmlformats.org/officeDocument/2006/relationships/customXml" Target="../ink/ink70.xml"/><Relationship Id="rId35" Type="http://schemas.openxmlformats.org/officeDocument/2006/relationships/image" Target="../media/image72.png"/><Relationship Id="rId56" Type="http://schemas.openxmlformats.org/officeDocument/2006/relationships/customXml" Target="../ink/ink83.xml"/><Relationship Id="rId77" Type="http://schemas.openxmlformats.org/officeDocument/2006/relationships/image" Target="../media/image93.png"/><Relationship Id="rId100" Type="http://schemas.openxmlformats.org/officeDocument/2006/relationships/customXml" Target="../ink/ink105.xml"/><Relationship Id="rId105" Type="http://schemas.openxmlformats.org/officeDocument/2006/relationships/image" Target="../media/image107.png"/><Relationship Id="rId8" Type="http://schemas.openxmlformats.org/officeDocument/2006/relationships/customXml" Target="../ink/ink59.xml"/><Relationship Id="rId51" Type="http://schemas.openxmlformats.org/officeDocument/2006/relationships/image" Target="../media/image80.png"/><Relationship Id="rId72" Type="http://schemas.openxmlformats.org/officeDocument/2006/relationships/customXml" Target="../ink/ink91.xml"/><Relationship Id="rId93" Type="http://schemas.openxmlformats.org/officeDocument/2006/relationships/image" Target="../media/image101.png"/><Relationship Id="rId98" Type="http://schemas.openxmlformats.org/officeDocument/2006/relationships/customXml" Target="../ink/ink104.xml"/><Relationship Id="rId121" Type="http://schemas.openxmlformats.org/officeDocument/2006/relationships/image" Target="../media/image115.png"/><Relationship Id="rId3" Type="http://schemas.openxmlformats.org/officeDocument/2006/relationships/image" Target="../media/image56.png"/><Relationship Id="rId25" Type="http://schemas.openxmlformats.org/officeDocument/2006/relationships/image" Target="../media/image67.png"/><Relationship Id="rId46" Type="http://schemas.openxmlformats.org/officeDocument/2006/relationships/customXml" Target="../ink/ink78.xml"/><Relationship Id="rId67" Type="http://schemas.openxmlformats.org/officeDocument/2006/relationships/image" Target="../media/image88.png"/><Relationship Id="rId116" Type="http://schemas.openxmlformats.org/officeDocument/2006/relationships/customXml" Target="../ink/ink113.xml"/><Relationship Id="rId20" Type="http://schemas.openxmlformats.org/officeDocument/2006/relationships/customXml" Target="../ink/ink65.xml"/><Relationship Id="rId41" Type="http://schemas.openxmlformats.org/officeDocument/2006/relationships/image" Target="../media/image75.png"/><Relationship Id="rId62" Type="http://schemas.openxmlformats.org/officeDocument/2006/relationships/customXml" Target="../ink/ink86.xml"/><Relationship Id="rId83" Type="http://schemas.openxmlformats.org/officeDocument/2006/relationships/image" Target="../media/image96.png"/><Relationship Id="rId88" Type="http://schemas.openxmlformats.org/officeDocument/2006/relationships/customXml" Target="../ink/ink99.xml"/><Relationship Id="rId111" Type="http://schemas.openxmlformats.org/officeDocument/2006/relationships/image" Target="../media/image110.png"/><Relationship Id="rId15" Type="http://schemas.openxmlformats.org/officeDocument/2006/relationships/image" Target="../media/image62.png"/><Relationship Id="rId36" Type="http://schemas.openxmlformats.org/officeDocument/2006/relationships/customXml" Target="../ink/ink73.xml"/><Relationship Id="rId57" Type="http://schemas.openxmlformats.org/officeDocument/2006/relationships/image" Target="../media/image83.png"/><Relationship Id="rId106" Type="http://schemas.openxmlformats.org/officeDocument/2006/relationships/customXml" Target="../ink/ink108.xml"/><Relationship Id="rId10" Type="http://schemas.openxmlformats.org/officeDocument/2006/relationships/customXml" Target="../ink/ink60.xml"/><Relationship Id="rId31" Type="http://schemas.openxmlformats.org/officeDocument/2006/relationships/image" Target="../media/image70.png"/><Relationship Id="rId52" Type="http://schemas.openxmlformats.org/officeDocument/2006/relationships/customXml" Target="../ink/ink81.xml"/><Relationship Id="rId73" Type="http://schemas.openxmlformats.org/officeDocument/2006/relationships/image" Target="../media/image91.png"/><Relationship Id="rId78" Type="http://schemas.openxmlformats.org/officeDocument/2006/relationships/customXml" Target="../ink/ink94.xml"/><Relationship Id="rId94" Type="http://schemas.openxmlformats.org/officeDocument/2006/relationships/customXml" Target="../ink/ink102.xml"/><Relationship Id="rId99" Type="http://schemas.openxmlformats.org/officeDocument/2006/relationships/image" Target="../media/image104.png"/><Relationship Id="rId101" Type="http://schemas.openxmlformats.org/officeDocument/2006/relationships/image" Target="../media/image105.png"/><Relationship Id="rId122" Type="http://schemas.openxmlformats.org/officeDocument/2006/relationships/customXml" Target="../ink/ink116.xml"/><Relationship Id="rId4" Type="http://schemas.openxmlformats.org/officeDocument/2006/relationships/customXml" Target="../ink/ink57.xml"/><Relationship Id="rId9" Type="http://schemas.openxmlformats.org/officeDocument/2006/relationships/image" Target="../media/image59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0.xml"/><Relationship Id="rId21" Type="http://schemas.openxmlformats.org/officeDocument/2006/relationships/image" Target="../media/image127.png"/><Relationship Id="rId42" Type="http://schemas.openxmlformats.org/officeDocument/2006/relationships/customXml" Target="../ink/ink138.xml"/><Relationship Id="rId47" Type="http://schemas.openxmlformats.org/officeDocument/2006/relationships/image" Target="../media/image139.png"/><Relationship Id="rId63" Type="http://schemas.openxmlformats.org/officeDocument/2006/relationships/image" Target="../media/image147.png"/><Relationship Id="rId68" Type="http://schemas.openxmlformats.org/officeDocument/2006/relationships/customXml" Target="../ink/ink151.xml"/><Relationship Id="rId16" Type="http://schemas.openxmlformats.org/officeDocument/2006/relationships/customXml" Target="../ink/ink125.xml"/><Relationship Id="rId11" Type="http://schemas.openxmlformats.org/officeDocument/2006/relationships/image" Target="../media/image122.png"/><Relationship Id="rId24" Type="http://schemas.openxmlformats.org/officeDocument/2006/relationships/customXml" Target="../ink/ink129.xml"/><Relationship Id="rId32" Type="http://schemas.openxmlformats.org/officeDocument/2006/relationships/customXml" Target="../ink/ink133.xml"/><Relationship Id="rId37" Type="http://schemas.openxmlformats.org/officeDocument/2006/relationships/image" Target="../media/image134.png"/><Relationship Id="rId40" Type="http://schemas.openxmlformats.org/officeDocument/2006/relationships/customXml" Target="../ink/ink137.xml"/><Relationship Id="rId45" Type="http://schemas.openxmlformats.org/officeDocument/2006/relationships/image" Target="../media/image138.png"/><Relationship Id="rId53" Type="http://schemas.openxmlformats.org/officeDocument/2006/relationships/image" Target="../media/image142.png"/><Relationship Id="rId58" Type="http://schemas.openxmlformats.org/officeDocument/2006/relationships/customXml" Target="../ink/ink146.xml"/><Relationship Id="rId66" Type="http://schemas.openxmlformats.org/officeDocument/2006/relationships/customXml" Target="../ink/ink150.xml"/><Relationship Id="rId74" Type="http://schemas.openxmlformats.org/officeDocument/2006/relationships/customXml" Target="../ink/ink154.xml"/><Relationship Id="rId79" Type="http://schemas.openxmlformats.org/officeDocument/2006/relationships/image" Target="../media/image155.png"/><Relationship Id="rId5" Type="http://schemas.openxmlformats.org/officeDocument/2006/relationships/image" Target="../media/image119.png"/><Relationship Id="rId61" Type="http://schemas.openxmlformats.org/officeDocument/2006/relationships/image" Target="../media/image146.png"/><Relationship Id="rId19" Type="http://schemas.openxmlformats.org/officeDocument/2006/relationships/image" Target="../media/image126.png"/><Relationship Id="rId14" Type="http://schemas.openxmlformats.org/officeDocument/2006/relationships/customXml" Target="../ink/ink124.xml"/><Relationship Id="rId22" Type="http://schemas.openxmlformats.org/officeDocument/2006/relationships/customXml" Target="../ink/ink128.xml"/><Relationship Id="rId27" Type="http://schemas.openxmlformats.org/officeDocument/2006/relationships/image" Target="../media/image130.png"/><Relationship Id="rId30" Type="http://schemas.openxmlformats.org/officeDocument/2006/relationships/customXml" Target="../ink/ink132.xml"/><Relationship Id="rId35" Type="http://schemas.openxmlformats.org/officeDocument/2006/relationships/image" Target="../media/image133.png"/><Relationship Id="rId43" Type="http://schemas.openxmlformats.org/officeDocument/2006/relationships/image" Target="../media/image137.png"/><Relationship Id="rId48" Type="http://schemas.openxmlformats.org/officeDocument/2006/relationships/customXml" Target="../ink/ink141.xml"/><Relationship Id="rId56" Type="http://schemas.openxmlformats.org/officeDocument/2006/relationships/customXml" Target="../ink/ink145.xml"/><Relationship Id="rId64" Type="http://schemas.openxmlformats.org/officeDocument/2006/relationships/customXml" Target="../ink/ink149.xml"/><Relationship Id="rId69" Type="http://schemas.openxmlformats.org/officeDocument/2006/relationships/image" Target="../media/image150.png"/><Relationship Id="rId77" Type="http://schemas.openxmlformats.org/officeDocument/2006/relationships/image" Target="../media/image154.png"/><Relationship Id="rId8" Type="http://schemas.openxmlformats.org/officeDocument/2006/relationships/customXml" Target="../ink/ink121.xml"/><Relationship Id="rId51" Type="http://schemas.openxmlformats.org/officeDocument/2006/relationships/image" Target="../media/image141.png"/><Relationship Id="rId72" Type="http://schemas.openxmlformats.org/officeDocument/2006/relationships/customXml" Target="../ink/ink153.xml"/><Relationship Id="rId3" Type="http://schemas.openxmlformats.org/officeDocument/2006/relationships/image" Target="../media/image118.png"/><Relationship Id="rId12" Type="http://schemas.openxmlformats.org/officeDocument/2006/relationships/customXml" Target="../ink/ink123.xml"/><Relationship Id="rId17" Type="http://schemas.openxmlformats.org/officeDocument/2006/relationships/image" Target="../media/image125.png"/><Relationship Id="rId25" Type="http://schemas.openxmlformats.org/officeDocument/2006/relationships/image" Target="../media/image129.png"/><Relationship Id="rId33" Type="http://schemas.openxmlformats.org/officeDocument/2006/relationships/image" Target="../media/image63.png"/><Relationship Id="rId38" Type="http://schemas.openxmlformats.org/officeDocument/2006/relationships/customXml" Target="../ink/ink136.xml"/><Relationship Id="rId46" Type="http://schemas.openxmlformats.org/officeDocument/2006/relationships/customXml" Target="../ink/ink140.xml"/><Relationship Id="rId59" Type="http://schemas.openxmlformats.org/officeDocument/2006/relationships/image" Target="../media/image145.png"/><Relationship Id="rId67" Type="http://schemas.openxmlformats.org/officeDocument/2006/relationships/image" Target="../media/image149.png"/><Relationship Id="rId20" Type="http://schemas.openxmlformats.org/officeDocument/2006/relationships/customXml" Target="../ink/ink127.xml"/><Relationship Id="rId41" Type="http://schemas.openxmlformats.org/officeDocument/2006/relationships/image" Target="../media/image136.png"/><Relationship Id="rId54" Type="http://schemas.openxmlformats.org/officeDocument/2006/relationships/customXml" Target="../ink/ink144.xml"/><Relationship Id="rId62" Type="http://schemas.openxmlformats.org/officeDocument/2006/relationships/customXml" Target="../ink/ink148.xml"/><Relationship Id="rId70" Type="http://schemas.openxmlformats.org/officeDocument/2006/relationships/customXml" Target="../ink/ink152.xml"/><Relationship Id="rId75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0.xml"/><Relationship Id="rId15" Type="http://schemas.openxmlformats.org/officeDocument/2006/relationships/image" Target="../media/image124.png"/><Relationship Id="rId23" Type="http://schemas.openxmlformats.org/officeDocument/2006/relationships/image" Target="../media/image128.png"/><Relationship Id="rId28" Type="http://schemas.openxmlformats.org/officeDocument/2006/relationships/customXml" Target="../ink/ink131.xml"/><Relationship Id="rId36" Type="http://schemas.openxmlformats.org/officeDocument/2006/relationships/customXml" Target="../ink/ink135.xml"/><Relationship Id="rId49" Type="http://schemas.openxmlformats.org/officeDocument/2006/relationships/image" Target="../media/image140.png"/><Relationship Id="rId57" Type="http://schemas.openxmlformats.org/officeDocument/2006/relationships/image" Target="../media/image144.png"/><Relationship Id="rId10" Type="http://schemas.openxmlformats.org/officeDocument/2006/relationships/customXml" Target="../ink/ink122.xml"/><Relationship Id="rId31" Type="http://schemas.openxmlformats.org/officeDocument/2006/relationships/image" Target="../media/image132.png"/><Relationship Id="rId44" Type="http://schemas.openxmlformats.org/officeDocument/2006/relationships/customXml" Target="../ink/ink139.xml"/><Relationship Id="rId52" Type="http://schemas.openxmlformats.org/officeDocument/2006/relationships/customXml" Target="../ink/ink143.xml"/><Relationship Id="rId60" Type="http://schemas.openxmlformats.org/officeDocument/2006/relationships/customXml" Target="../ink/ink147.xml"/><Relationship Id="rId65" Type="http://schemas.openxmlformats.org/officeDocument/2006/relationships/image" Target="../media/image148.png"/><Relationship Id="rId73" Type="http://schemas.openxmlformats.org/officeDocument/2006/relationships/image" Target="../media/image152.png"/><Relationship Id="rId78" Type="http://schemas.openxmlformats.org/officeDocument/2006/relationships/customXml" Target="../ink/ink156.xml"/><Relationship Id="rId4" Type="http://schemas.openxmlformats.org/officeDocument/2006/relationships/customXml" Target="../ink/ink119.xml"/><Relationship Id="rId9" Type="http://schemas.openxmlformats.org/officeDocument/2006/relationships/image" Target="../media/image121.png"/><Relationship Id="rId13" Type="http://schemas.openxmlformats.org/officeDocument/2006/relationships/image" Target="../media/image123.png"/><Relationship Id="rId18" Type="http://schemas.openxmlformats.org/officeDocument/2006/relationships/customXml" Target="../ink/ink126.xml"/><Relationship Id="rId39" Type="http://schemas.openxmlformats.org/officeDocument/2006/relationships/image" Target="../media/image135.png"/><Relationship Id="rId34" Type="http://schemas.openxmlformats.org/officeDocument/2006/relationships/customXml" Target="../ink/ink134.xml"/><Relationship Id="rId50" Type="http://schemas.openxmlformats.org/officeDocument/2006/relationships/customXml" Target="../ink/ink142.xml"/><Relationship Id="rId55" Type="http://schemas.openxmlformats.org/officeDocument/2006/relationships/image" Target="../media/image143.png"/><Relationship Id="rId76" Type="http://schemas.openxmlformats.org/officeDocument/2006/relationships/customXml" Target="../ink/ink155.xml"/><Relationship Id="rId7" Type="http://schemas.openxmlformats.org/officeDocument/2006/relationships/image" Target="../media/image120.png"/><Relationship Id="rId71" Type="http://schemas.openxmlformats.org/officeDocument/2006/relationships/image" Target="../media/image151.png"/><Relationship Id="rId2" Type="http://schemas.openxmlformats.org/officeDocument/2006/relationships/customXml" Target="../ink/ink118.xml"/><Relationship Id="rId29" Type="http://schemas.openxmlformats.org/officeDocument/2006/relationships/image" Target="../media/image131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9.xml"/><Relationship Id="rId21" Type="http://schemas.openxmlformats.org/officeDocument/2006/relationships/image" Target="../media/image165.png"/><Relationship Id="rId42" Type="http://schemas.openxmlformats.org/officeDocument/2006/relationships/customXml" Target="../ink/ink177.xml"/><Relationship Id="rId47" Type="http://schemas.openxmlformats.org/officeDocument/2006/relationships/image" Target="../media/image178.png"/><Relationship Id="rId63" Type="http://schemas.openxmlformats.org/officeDocument/2006/relationships/image" Target="../media/image186.png"/><Relationship Id="rId68" Type="http://schemas.openxmlformats.org/officeDocument/2006/relationships/customXml" Target="../ink/ink190.xml"/><Relationship Id="rId84" Type="http://schemas.openxmlformats.org/officeDocument/2006/relationships/customXml" Target="../ink/ink198.xml"/><Relationship Id="rId89" Type="http://schemas.openxmlformats.org/officeDocument/2006/relationships/image" Target="../media/image198.png"/><Relationship Id="rId16" Type="http://schemas.openxmlformats.org/officeDocument/2006/relationships/customXml" Target="../ink/ink164.xml"/><Relationship Id="rId11" Type="http://schemas.openxmlformats.org/officeDocument/2006/relationships/image" Target="../media/image160.png"/><Relationship Id="rId32" Type="http://schemas.openxmlformats.org/officeDocument/2006/relationships/customXml" Target="../ink/ink172.xml"/><Relationship Id="rId37" Type="http://schemas.openxmlformats.org/officeDocument/2006/relationships/image" Target="../media/image173.png"/><Relationship Id="rId53" Type="http://schemas.openxmlformats.org/officeDocument/2006/relationships/image" Target="../media/image181.png"/><Relationship Id="rId58" Type="http://schemas.openxmlformats.org/officeDocument/2006/relationships/customXml" Target="../ink/ink185.xml"/><Relationship Id="rId74" Type="http://schemas.openxmlformats.org/officeDocument/2006/relationships/customXml" Target="../ink/ink193.xml"/><Relationship Id="rId79" Type="http://schemas.openxmlformats.org/officeDocument/2006/relationships/image" Target="../media/image193.png"/><Relationship Id="rId5" Type="http://schemas.openxmlformats.org/officeDocument/2006/relationships/image" Target="../media/image157.png"/><Relationship Id="rId14" Type="http://schemas.openxmlformats.org/officeDocument/2006/relationships/customXml" Target="../ink/ink163.xml"/><Relationship Id="rId22" Type="http://schemas.openxmlformats.org/officeDocument/2006/relationships/customXml" Target="../ink/ink167.xml"/><Relationship Id="rId27" Type="http://schemas.openxmlformats.org/officeDocument/2006/relationships/image" Target="../media/image168.png"/><Relationship Id="rId30" Type="http://schemas.openxmlformats.org/officeDocument/2006/relationships/customXml" Target="../ink/ink171.xml"/><Relationship Id="rId35" Type="http://schemas.openxmlformats.org/officeDocument/2006/relationships/image" Target="../media/image172.png"/><Relationship Id="rId43" Type="http://schemas.openxmlformats.org/officeDocument/2006/relationships/image" Target="../media/image176.png"/><Relationship Id="rId48" Type="http://schemas.openxmlformats.org/officeDocument/2006/relationships/customXml" Target="../ink/ink180.xml"/><Relationship Id="rId56" Type="http://schemas.openxmlformats.org/officeDocument/2006/relationships/customXml" Target="../ink/ink184.xml"/><Relationship Id="rId64" Type="http://schemas.openxmlformats.org/officeDocument/2006/relationships/customXml" Target="../ink/ink188.xml"/><Relationship Id="rId69" Type="http://schemas.openxmlformats.org/officeDocument/2006/relationships/image" Target="../media/image189.png"/><Relationship Id="rId77" Type="http://schemas.openxmlformats.org/officeDocument/2006/relationships/image" Target="../media/image192.png"/><Relationship Id="rId8" Type="http://schemas.openxmlformats.org/officeDocument/2006/relationships/customXml" Target="../ink/ink160.xml"/><Relationship Id="rId51" Type="http://schemas.openxmlformats.org/officeDocument/2006/relationships/image" Target="../media/image180.png"/><Relationship Id="rId72" Type="http://schemas.openxmlformats.org/officeDocument/2006/relationships/customXml" Target="../ink/ink192.xml"/><Relationship Id="rId80" Type="http://schemas.openxmlformats.org/officeDocument/2006/relationships/customXml" Target="../ink/ink196.xml"/><Relationship Id="rId85" Type="http://schemas.openxmlformats.org/officeDocument/2006/relationships/image" Target="../media/image196.png"/><Relationship Id="rId3" Type="http://schemas.openxmlformats.org/officeDocument/2006/relationships/image" Target="../media/image156.png"/><Relationship Id="rId12" Type="http://schemas.openxmlformats.org/officeDocument/2006/relationships/customXml" Target="../ink/ink162.xml"/><Relationship Id="rId17" Type="http://schemas.openxmlformats.org/officeDocument/2006/relationships/image" Target="../media/image163.png"/><Relationship Id="rId25" Type="http://schemas.openxmlformats.org/officeDocument/2006/relationships/image" Target="../media/image167.png"/><Relationship Id="rId33" Type="http://schemas.openxmlformats.org/officeDocument/2006/relationships/image" Target="../media/image171.png"/><Relationship Id="rId38" Type="http://schemas.openxmlformats.org/officeDocument/2006/relationships/customXml" Target="../ink/ink175.xml"/><Relationship Id="rId46" Type="http://schemas.openxmlformats.org/officeDocument/2006/relationships/customXml" Target="../ink/ink179.xml"/><Relationship Id="rId59" Type="http://schemas.openxmlformats.org/officeDocument/2006/relationships/image" Target="../media/image184.png"/><Relationship Id="rId67" Type="http://schemas.openxmlformats.org/officeDocument/2006/relationships/image" Target="../media/image188.png"/><Relationship Id="rId20" Type="http://schemas.openxmlformats.org/officeDocument/2006/relationships/customXml" Target="../ink/ink166.xml"/><Relationship Id="rId41" Type="http://schemas.openxmlformats.org/officeDocument/2006/relationships/image" Target="../media/image175.png"/><Relationship Id="rId54" Type="http://schemas.openxmlformats.org/officeDocument/2006/relationships/customXml" Target="../ink/ink183.xml"/><Relationship Id="rId62" Type="http://schemas.openxmlformats.org/officeDocument/2006/relationships/customXml" Target="../ink/ink187.xml"/><Relationship Id="rId70" Type="http://schemas.openxmlformats.org/officeDocument/2006/relationships/customXml" Target="../ink/ink191.xml"/><Relationship Id="rId75" Type="http://schemas.openxmlformats.org/officeDocument/2006/relationships/image" Target="../media/image191.png"/><Relationship Id="rId83" Type="http://schemas.openxmlformats.org/officeDocument/2006/relationships/image" Target="../media/image195.png"/><Relationship Id="rId88" Type="http://schemas.openxmlformats.org/officeDocument/2006/relationships/customXml" Target="../ink/ink20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9.xml"/><Relationship Id="rId15" Type="http://schemas.openxmlformats.org/officeDocument/2006/relationships/image" Target="../media/image162.png"/><Relationship Id="rId23" Type="http://schemas.openxmlformats.org/officeDocument/2006/relationships/image" Target="../media/image166.png"/><Relationship Id="rId28" Type="http://schemas.openxmlformats.org/officeDocument/2006/relationships/customXml" Target="../ink/ink170.xml"/><Relationship Id="rId36" Type="http://schemas.openxmlformats.org/officeDocument/2006/relationships/customXml" Target="../ink/ink174.xml"/><Relationship Id="rId49" Type="http://schemas.openxmlformats.org/officeDocument/2006/relationships/image" Target="../media/image179.png"/><Relationship Id="rId57" Type="http://schemas.openxmlformats.org/officeDocument/2006/relationships/image" Target="../media/image183.png"/><Relationship Id="rId10" Type="http://schemas.openxmlformats.org/officeDocument/2006/relationships/customXml" Target="../ink/ink161.xml"/><Relationship Id="rId31" Type="http://schemas.openxmlformats.org/officeDocument/2006/relationships/image" Target="../media/image170.png"/><Relationship Id="rId44" Type="http://schemas.openxmlformats.org/officeDocument/2006/relationships/customXml" Target="../ink/ink178.xml"/><Relationship Id="rId52" Type="http://schemas.openxmlformats.org/officeDocument/2006/relationships/customXml" Target="../ink/ink182.xml"/><Relationship Id="rId60" Type="http://schemas.openxmlformats.org/officeDocument/2006/relationships/customXml" Target="../ink/ink186.xml"/><Relationship Id="rId65" Type="http://schemas.openxmlformats.org/officeDocument/2006/relationships/image" Target="../media/image187.png"/><Relationship Id="rId73" Type="http://schemas.openxmlformats.org/officeDocument/2006/relationships/image" Target="../media/image63.png"/><Relationship Id="rId78" Type="http://schemas.openxmlformats.org/officeDocument/2006/relationships/customXml" Target="../ink/ink195.xml"/><Relationship Id="rId81" Type="http://schemas.openxmlformats.org/officeDocument/2006/relationships/image" Target="../media/image194.png"/><Relationship Id="rId86" Type="http://schemas.openxmlformats.org/officeDocument/2006/relationships/customXml" Target="../ink/ink199.xml"/><Relationship Id="rId4" Type="http://schemas.openxmlformats.org/officeDocument/2006/relationships/customXml" Target="../ink/ink158.xml"/><Relationship Id="rId9" Type="http://schemas.openxmlformats.org/officeDocument/2006/relationships/image" Target="../media/image159.png"/><Relationship Id="rId13" Type="http://schemas.openxmlformats.org/officeDocument/2006/relationships/image" Target="../media/image161.png"/><Relationship Id="rId18" Type="http://schemas.openxmlformats.org/officeDocument/2006/relationships/customXml" Target="../ink/ink165.xml"/><Relationship Id="rId39" Type="http://schemas.openxmlformats.org/officeDocument/2006/relationships/image" Target="../media/image174.png"/><Relationship Id="rId34" Type="http://schemas.openxmlformats.org/officeDocument/2006/relationships/customXml" Target="../ink/ink173.xml"/><Relationship Id="rId50" Type="http://schemas.openxmlformats.org/officeDocument/2006/relationships/customXml" Target="../ink/ink181.xml"/><Relationship Id="rId55" Type="http://schemas.openxmlformats.org/officeDocument/2006/relationships/image" Target="../media/image182.png"/><Relationship Id="rId76" Type="http://schemas.openxmlformats.org/officeDocument/2006/relationships/customXml" Target="../ink/ink194.xml"/><Relationship Id="rId7" Type="http://schemas.openxmlformats.org/officeDocument/2006/relationships/image" Target="../media/image158.png"/><Relationship Id="rId71" Type="http://schemas.openxmlformats.org/officeDocument/2006/relationships/image" Target="../media/image190.png"/><Relationship Id="rId2" Type="http://schemas.openxmlformats.org/officeDocument/2006/relationships/customXml" Target="../ink/ink157.xml"/><Relationship Id="rId29" Type="http://schemas.openxmlformats.org/officeDocument/2006/relationships/image" Target="../media/image169.png"/><Relationship Id="rId24" Type="http://schemas.openxmlformats.org/officeDocument/2006/relationships/customXml" Target="../ink/ink168.xml"/><Relationship Id="rId40" Type="http://schemas.openxmlformats.org/officeDocument/2006/relationships/customXml" Target="../ink/ink176.xml"/><Relationship Id="rId45" Type="http://schemas.openxmlformats.org/officeDocument/2006/relationships/image" Target="../media/image177.png"/><Relationship Id="rId66" Type="http://schemas.openxmlformats.org/officeDocument/2006/relationships/customXml" Target="../ink/ink189.xml"/><Relationship Id="rId87" Type="http://schemas.openxmlformats.org/officeDocument/2006/relationships/image" Target="../media/image197.png"/><Relationship Id="rId61" Type="http://schemas.openxmlformats.org/officeDocument/2006/relationships/image" Target="../media/image185.png"/><Relationship Id="rId82" Type="http://schemas.openxmlformats.org/officeDocument/2006/relationships/customXml" Target="../ink/ink197.xml"/><Relationship Id="rId19" Type="http://schemas.openxmlformats.org/officeDocument/2006/relationships/image" Target="../media/image164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3.xml"/><Relationship Id="rId21" Type="http://schemas.openxmlformats.org/officeDocument/2006/relationships/image" Target="../media/image208.png"/><Relationship Id="rId34" Type="http://schemas.openxmlformats.org/officeDocument/2006/relationships/customXml" Target="../ink/ink217.xml"/><Relationship Id="rId42" Type="http://schemas.openxmlformats.org/officeDocument/2006/relationships/customXml" Target="../ink/ink221.xml"/><Relationship Id="rId47" Type="http://schemas.openxmlformats.org/officeDocument/2006/relationships/image" Target="../media/image221.png"/><Relationship Id="rId50" Type="http://schemas.openxmlformats.org/officeDocument/2006/relationships/customXml" Target="../ink/ink225.xml"/><Relationship Id="rId55" Type="http://schemas.openxmlformats.org/officeDocument/2006/relationships/image" Target="../media/image225.png"/><Relationship Id="rId63" Type="http://schemas.openxmlformats.org/officeDocument/2006/relationships/image" Target="../media/image229.png"/><Relationship Id="rId7" Type="http://schemas.openxmlformats.org/officeDocument/2006/relationships/image" Target="../media/image201.png"/><Relationship Id="rId2" Type="http://schemas.openxmlformats.org/officeDocument/2006/relationships/customXml" Target="../ink/ink201.xml"/><Relationship Id="rId16" Type="http://schemas.openxmlformats.org/officeDocument/2006/relationships/customXml" Target="../ink/ink208.xml"/><Relationship Id="rId29" Type="http://schemas.openxmlformats.org/officeDocument/2006/relationships/image" Target="../media/image212.png"/><Relationship Id="rId11" Type="http://schemas.openxmlformats.org/officeDocument/2006/relationships/image" Target="../media/image203.png"/><Relationship Id="rId24" Type="http://schemas.openxmlformats.org/officeDocument/2006/relationships/customXml" Target="../ink/ink212.xml"/><Relationship Id="rId32" Type="http://schemas.openxmlformats.org/officeDocument/2006/relationships/customXml" Target="../ink/ink216.xml"/><Relationship Id="rId37" Type="http://schemas.openxmlformats.org/officeDocument/2006/relationships/image" Target="../media/image216.png"/><Relationship Id="rId40" Type="http://schemas.openxmlformats.org/officeDocument/2006/relationships/customXml" Target="../ink/ink220.xml"/><Relationship Id="rId45" Type="http://schemas.openxmlformats.org/officeDocument/2006/relationships/image" Target="../media/image220.png"/><Relationship Id="rId53" Type="http://schemas.openxmlformats.org/officeDocument/2006/relationships/image" Target="../media/image224.png"/><Relationship Id="rId58" Type="http://schemas.openxmlformats.org/officeDocument/2006/relationships/customXml" Target="../ink/ink229.xml"/><Relationship Id="rId5" Type="http://schemas.openxmlformats.org/officeDocument/2006/relationships/image" Target="../media/image200.png"/><Relationship Id="rId61" Type="http://schemas.openxmlformats.org/officeDocument/2006/relationships/image" Target="../media/image228.png"/><Relationship Id="rId19" Type="http://schemas.openxmlformats.org/officeDocument/2006/relationships/image" Target="../media/image207.png"/><Relationship Id="rId14" Type="http://schemas.openxmlformats.org/officeDocument/2006/relationships/customXml" Target="../ink/ink207.xml"/><Relationship Id="rId22" Type="http://schemas.openxmlformats.org/officeDocument/2006/relationships/customXml" Target="../ink/ink211.xml"/><Relationship Id="rId27" Type="http://schemas.openxmlformats.org/officeDocument/2006/relationships/image" Target="../media/image211.png"/><Relationship Id="rId30" Type="http://schemas.openxmlformats.org/officeDocument/2006/relationships/customXml" Target="../ink/ink215.xml"/><Relationship Id="rId35" Type="http://schemas.openxmlformats.org/officeDocument/2006/relationships/image" Target="../media/image215.png"/><Relationship Id="rId43" Type="http://schemas.openxmlformats.org/officeDocument/2006/relationships/image" Target="../media/image219.png"/><Relationship Id="rId48" Type="http://schemas.openxmlformats.org/officeDocument/2006/relationships/customXml" Target="../ink/ink224.xml"/><Relationship Id="rId56" Type="http://schemas.openxmlformats.org/officeDocument/2006/relationships/customXml" Target="../ink/ink228.xml"/><Relationship Id="rId64" Type="http://schemas.openxmlformats.org/officeDocument/2006/relationships/customXml" Target="../ink/ink232.xml"/><Relationship Id="rId8" Type="http://schemas.openxmlformats.org/officeDocument/2006/relationships/customXml" Target="../ink/ink204.xml"/><Relationship Id="rId51" Type="http://schemas.openxmlformats.org/officeDocument/2006/relationships/image" Target="../media/image223.png"/><Relationship Id="rId3" Type="http://schemas.openxmlformats.org/officeDocument/2006/relationships/image" Target="../media/image199.png"/><Relationship Id="rId12" Type="http://schemas.openxmlformats.org/officeDocument/2006/relationships/customXml" Target="../ink/ink206.xml"/><Relationship Id="rId17" Type="http://schemas.openxmlformats.org/officeDocument/2006/relationships/image" Target="../media/image206.png"/><Relationship Id="rId25" Type="http://schemas.openxmlformats.org/officeDocument/2006/relationships/image" Target="../media/image210.png"/><Relationship Id="rId33" Type="http://schemas.openxmlformats.org/officeDocument/2006/relationships/image" Target="../media/image214.png"/><Relationship Id="rId38" Type="http://schemas.openxmlformats.org/officeDocument/2006/relationships/customXml" Target="../ink/ink219.xml"/><Relationship Id="rId46" Type="http://schemas.openxmlformats.org/officeDocument/2006/relationships/customXml" Target="../ink/ink223.xml"/><Relationship Id="rId59" Type="http://schemas.openxmlformats.org/officeDocument/2006/relationships/image" Target="../media/image227.png"/><Relationship Id="rId20" Type="http://schemas.openxmlformats.org/officeDocument/2006/relationships/customXml" Target="../ink/ink210.xml"/><Relationship Id="rId41" Type="http://schemas.openxmlformats.org/officeDocument/2006/relationships/image" Target="../media/image218.png"/><Relationship Id="rId54" Type="http://schemas.openxmlformats.org/officeDocument/2006/relationships/customXml" Target="../ink/ink227.xml"/><Relationship Id="rId62" Type="http://schemas.openxmlformats.org/officeDocument/2006/relationships/customXml" Target="../ink/ink2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3.xml"/><Relationship Id="rId15" Type="http://schemas.openxmlformats.org/officeDocument/2006/relationships/image" Target="../media/image205.png"/><Relationship Id="rId23" Type="http://schemas.openxmlformats.org/officeDocument/2006/relationships/image" Target="../media/image209.png"/><Relationship Id="rId28" Type="http://schemas.openxmlformats.org/officeDocument/2006/relationships/customXml" Target="../ink/ink214.xml"/><Relationship Id="rId36" Type="http://schemas.openxmlformats.org/officeDocument/2006/relationships/customXml" Target="../ink/ink218.xml"/><Relationship Id="rId49" Type="http://schemas.openxmlformats.org/officeDocument/2006/relationships/image" Target="../media/image222.png"/><Relationship Id="rId57" Type="http://schemas.openxmlformats.org/officeDocument/2006/relationships/image" Target="../media/image226.png"/><Relationship Id="rId10" Type="http://schemas.openxmlformats.org/officeDocument/2006/relationships/customXml" Target="../ink/ink205.xml"/><Relationship Id="rId31" Type="http://schemas.openxmlformats.org/officeDocument/2006/relationships/image" Target="../media/image213.png"/><Relationship Id="rId44" Type="http://schemas.openxmlformats.org/officeDocument/2006/relationships/customXml" Target="../ink/ink222.xml"/><Relationship Id="rId52" Type="http://schemas.openxmlformats.org/officeDocument/2006/relationships/customXml" Target="../ink/ink226.xml"/><Relationship Id="rId60" Type="http://schemas.openxmlformats.org/officeDocument/2006/relationships/customXml" Target="../ink/ink230.xml"/><Relationship Id="rId65" Type="http://schemas.openxmlformats.org/officeDocument/2006/relationships/image" Target="../media/image230.png"/><Relationship Id="rId4" Type="http://schemas.openxmlformats.org/officeDocument/2006/relationships/customXml" Target="../ink/ink202.xml"/><Relationship Id="rId9" Type="http://schemas.openxmlformats.org/officeDocument/2006/relationships/image" Target="../media/image202.png"/><Relationship Id="rId13" Type="http://schemas.openxmlformats.org/officeDocument/2006/relationships/image" Target="../media/image204.png"/><Relationship Id="rId18" Type="http://schemas.openxmlformats.org/officeDocument/2006/relationships/customXml" Target="../ink/ink209.xml"/><Relationship Id="rId39" Type="http://schemas.openxmlformats.org/officeDocument/2006/relationships/image" Target="../media/image217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5.xml"/><Relationship Id="rId21" Type="http://schemas.openxmlformats.org/officeDocument/2006/relationships/image" Target="../media/image240.png"/><Relationship Id="rId42" Type="http://schemas.openxmlformats.org/officeDocument/2006/relationships/customXml" Target="../ink/ink253.xml"/><Relationship Id="rId47" Type="http://schemas.openxmlformats.org/officeDocument/2006/relationships/image" Target="../media/image253.png"/><Relationship Id="rId63" Type="http://schemas.openxmlformats.org/officeDocument/2006/relationships/image" Target="../media/image261.png"/><Relationship Id="rId68" Type="http://schemas.openxmlformats.org/officeDocument/2006/relationships/customXml" Target="../ink/ink266.xml"/><Relationship Id="rId84" Type="http://schemas.openxmlformats.org/officeDocument/2006/relationships/customXml" Target="../ink/ink274.xml"/><Relationship Id="rId89" Type="http://schemas.openxmlformats.org/officeDocument/2006/relationships/image" Target="../media/image274.png"/><Relationship Id="rId16" Type="http://schemas.openxmlformats.org/officeDocument/2006/relationships/customXml" Target="../ink/ink240.xml"/><Relationship Id="rId11" Type="http://schemas.openxmlformats.org/officeDocument/2006/relationships/image" Target="../media/image235.png"/><Relationship Id="rId32" Type="http://schemas.openxmlformats.org/officeDocument/2006/relationships/customXml" Target="../ink/ink248.xml"/><Relationship Id="rId37" Type="http://schemas.openxmlformats.org/officeDocument/2006/relationships/image" Target="../media/image248.png"/><Relationship Id="rId53" Type="http://schemas.openxmlformats.org/officeDocument/2006/relationships/image" Target="../media/image256.png"/><Relationship Id="rId58" Type="http://schemas.openxmlformats.org/officeDocument/2006/relationships/customXml" Target="../ink/ink261.xml"/><Relationship Id="rId74" Type="http://schemas.openxmlformats.org/officeDocument/2006/relationships/customXml" Target="../ink/ink269.xml"/><Relationship Id="rId79" Type="http://schemas.openxmlformats.org/officeDocument/2006/relationships/image" Target="../media/image269.png"/><Relationship Id="rId5" Type="http://schemas.openxmlformats.org/officeDocument/2006/relationships/image" Target="../media/image232.png"/><Relationship Id="rId90" Type="http://schemas.openxmlformats.org/officeDocument/2006/relationships/customXml" Target="../ink/ink277.xml"/><Relationship Id="rId95" Type="http://schemas.openxmlformats.org/officeDocument/2006/relationships/image" Target="../media/image277.png"/><Relationship Id="rId22" Type="http://schemas.openxmlformats.org/officeDocument/2006/relationships/customXml" Target="../ink/ink243.xml"/><Relationship Id="rId27" Type="http://schemas.openxmlformats.org/officeDocument/2006/relationships/image" Target="../media/image243.png"/><Relationship Id="rId43" Type="http://schemas.openxmlformats.org/officeDocument/2006/relationships/image" Target="../media/image251.png"/><Relationship Id="rId48" Type="http://schemas.openxmlformats.org/officeDocument/2006/relationships/customXml" Target="../ink/ink256.xml"/><Relationship Id="rId64" Type="http://schemas.openxmlformats.org/officeDocument/2006/relationships/customXml" Target="../ink/ink264.xml"/><Relationship Id="rId69" Type="http://schemas.openxmlformats.org/officeDocument/2006/relationships/image" Target="../media/image264.png"/><Relationship Id="rId8" Type="http://schemas.openxmlformats.org/officeDocument/2006/relationships/customXml" Target="../ink/ink236.xml"/><Relationship Id="rId51" Type="http://schemas.openxmlformats.org/officeDocument/2006/relationships/image" Target="../media/image255.png"/><Relationship Id="rId72" Type="http://schemas.openxmlformats.org/officeDocument/2006/relationships/customXml" Target="../ink/ink268.xml"/><Relationship Id="rId80" Type="http://schemas.openxmlformats.org/officeDocument/2006/relationships/customXml" Target="../ink/ink272.xml"/><Relationship Id="rId85" Type="http://schemas.openxmlformats.org/officeDocument/2006/relationships/image" Target="../media/image272.png"/><Relationship Id="rId93" Type="http://schemas.openxmlformats.org/officeDocument/2006/relationships/image" Target="../media/image276.png"/><Relationship Id="rId3" Type="http://schemas.openxmlformats.org/officeDocument/2006/relationships/image" Target="../media/image231.png"/><Relationship Id="rId12" Type="http://schemas.openxmlformats.org/officeDocument/2006/relationships/customXml" Target="../ink/ink238.xml"/><Relationship Id="rId17" Type="http://schemas.openxmlformats.org/officeDocument/2006/relationships/image" Target="../media/image238.png"/><Relationship Id="rId25" Type="http://schemas.openxmlformats.org/officeDocument/2006/relationships/image" Target="../media/image242.png"/><Relationship Id="rId33" Type="http://schemas.openxmlformats.org/officeDocument/2006/relationships/image" Target="../media/image246.png"/><Relationship Id="rId38" Type="http://schemas.openxmlformats.org/officeDocument/2006/relationships/customXml" Target="../ink/ink251.xml"/><Relationship Id="rId46" Type="http://schemas.openxmlformats.org/officeDocument/2006/relationships/customXml" Target="../ink/ink255.xml"/><Relationship Id="rId59" Type="http://schemas.openxmlformats.org/officeDocument/2006/relationships/image" Target="../media/image259.png"/><Relationship Id="rId67" Type="http://schemas.openxmlformats.org/officeDocument/2006/relationships/image" Target="../media/image263.png"/><Relationship Id="rId20" Type="http://schemas.openxmlformats.org/officeDocument/2006/relationships/customXml" Target="../ink/ink242.xml"/><Relationship Id="rId41" Type="http://schemas.openxmlformats.org/officeDocument/2006/relationships/image" Target="../media/image250.png"/><Relationship Id="rId54" Type="http://schemas.openxmlformats.org/officeDocument/2006/relationships/customXml" Target="../ink/ink259.xml"/><Relationship Id="rId62" Type="http://schemas.openxmlformats.org/officeDocument/2006/relationships/customXml" Target="../ink/ink263.xml"/><Relationship Id="rId70" Type="http://schemas.openxmlformats.org/officeDocument/2006/relationships/customXml" Target="../ink/ink267.xml"/><Relationship Id="rId75" Type="http://schemas.openxmlformats.org/officeDocument/2006/relationships/image" Target="../media/image267.png"/><Relationship Id="rId83" Type="http://schemas.openxmlformats.org/officeDocument/2006/relationships/image" Target="../media/image271.png"/><Relationship Id="rId88" Type="http://schemas.openxmlformats.org/officeDocument/2006/relationships/customXml" Target="../ink/ink276.xml"/><Relationship Id="rId91" Type="http://schemas.openxmlformats.org/officeDocument/2006/relationships/image" Target="../media/image27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5.xml"/><Relationship Id="rId15" Type="http://schemas.openxmlformats.org/officeDocument/2006/relationships/image" Target="../media/image237.png"/><Relationship Id="rId23" Type="http://schemas.openxmlformats.org/officeDocument/2006/relationships/image" Target="../media/image241.png"/><Relationship Id="rId28" Type="http://schemas.openxmlformats.org/officeDocument/2006/relationships/customXml" Target="../ink/ink246.xml"/><Relationship Id="rId36" Type="http://schemas.openxmlformats.org/officeDocument/2006/relationships/customXml" Target="../ink/ink250.xml"/><Relationship Id="rId49" Type="http://schemas.openxmlformats.org/officeDocument/2006/relationships/image" Target="../media/image254.png"/><Relationship Id="rId57" Type="http://schemas.openxmlformats.org/officeDocument/2006/relationships/image" Target="../media/image258.png"/><Relationship Id="rId10" Type="http://schemas.openxmlformats.org/officeDocument/2006/relationships/customXml" Target="../ink/ink237.xml"/><Relationship Id="rId31" Type="http://schemas.openxmlformats.org/officeDocument/2006/relationships/image" Target="../media/image245.png"/><Relationship Id="rId44" Type="http://schemas.openxmlformats.org/officeDocument/2006/relationships/customXml" Target="../ink/ink254.xml"/><Relationship Id="rId52" Type="http://schemas.openxmlformats.org/officeDocument/2006/relationships/customXml" Target="../ink/ink258.xml"/><Relationship Id="rId60" Type="http://schemas.openxmlformats.org/officeDocument/2006/relationships/customXml" Target="../ink/ink262.xml"/><Relationship Id="rId65" Type="http://schemas.openxmlformats.org/officeDocument/2006/relationships/image" Target="../media/image262.png"/><Relationship Id="rId73" Type="http://schemas.openxmlformats.org/officeDocument/2006/relationships/image" Target="../media/image266.png"/><Relationship Id="rId78" Type="http://schemas.openxmlformats.org/officeDocument/2006/relationships/customXml" Target="../ink/ink271.xml"/><Relationship Id="rId81" Type="http://schemas.openxmlformats.org/officeDocument/2006/relationships/image" Target="../media/image270.png"/><Relationship Id="rId86" Type="http://schemas.openxmlformats.org/officeDocument/2006/relationships/customXml" Target="../ink/ink275.xml"/><Relationship Id="rId94" Type="http://schemas.openxmlformats.org/officeDocument/2006/relationships/customXml" Target="../ink/ink279.xml"/><Relationship Id="rId4" Type="http://schemas.openxmlformats.org/officeDocument/2006/relationships/customXml" Target="../ink/ink234.xml"/><Relationship Id="rId9" Type="http://schemas.openxmlformats.org/officeDocument/2006/relationships/image" Target="../media/image234.png"/><Relationship Id="rId13" Type="http://schemas.openxmlformats.org/officeDocument/2006/relationships/image" Target="../media/image236.png"/><Relationship Id="rId18" Type="http://schemas.openxmlformats.org/officeDocument/2006/relationships/customXml" Target="../ink/ink241.xml"/><Relationship Id="rId39" Type="http://schemas.openxmlformats.org/officeDocument/2006/relationships/image" Target="../media/image249.png"/><Relationship Id="rId34" Type="http://schemas.openxmlformats.org/officeDocument/2006/relationships/customXml" Target="../ink/ink249.xml"/><Relationship Id="rId50" Type="http://schemas.openxmlformats.org/officeDocument/2006/relationships/customXml" Target="../ink/ink257.xml"/><Relationship Id="rId55" Type="http://schemas.openxmlformats.org/officeDocument/2006/relationships/image" Target="../media/image257.png"/><Relationship Id="rId76" Type="http://schemas.openxmlformats.org/officeDocument/2006/relationships/customXml" Target="../ink/ink270.xml"/><Relationship Id="rId7" Type="http://schemas.openxmlformats.org/officeDocument/2006/relationships/image" Target="../media/image233.png"/><Relationship Id="rId71" Type="http://schemas.openxmlformats.org/officeDocument/2006/relationships/image" Target="../media/image265.png"/><Relationship Id="rId92" Type="http://schemas.openxmlformats.org/officeDocument/2006/relationships/customXml" Target="../ink/ink278.xml"/><Relationship Id="rId2" Type="http://schemas.openxmlformats.org/officeDocument/2006/relationships/customXml" Target="../ink/ink233.xml"/><Relationship Id="rId29" Type="http://schemas.openxmlformats.org/officeDocument/2006/relationships/image" Target="../media/image244.png"/><Relationship Id="rId24" Type="http://schemas.openxmlformats.org/officeDocument/2006/relationships/customXml" Target="../ink/ink244.xml"/><Relationship Id="rId40" Type="http://schemas.openxmlformats.org/officeDocument/2006/relationships/customXml" Target="../ink/ink252.xml"/><Relationship Id="rId45" Type="http://schemas.openxmlformats.org/officeDocument/2006/relationships/image" Target="../media/image252.png"/><Relationship Id="rId66" Type="http://schemas.openxmlformats.org/officeDocument/2006/relationships/customXml" Target="../ink/ink265.xml"/><Relationship Id="rId87" Type="http://schemas.openxmlformats.org/officeDocument/2006/relationships/image" Target="../media/image273.png"/><Relationship Id="rId61" Type="http://schemas.openxmlformats.org/officeDocument/2006/relationships/image" Target="../media/image260.png"/><Relationship Id="rId82" Type="http://schemas.openxmlformats.org/officeDocument/2006/relationships/customXml" Target="../ink/ink273.xml"/><Relationship Id="rId19" Type="http://schemas.openxmlformats.org/officeDocument/2006/relationships/image" Target="../media/image239.png"/><Relationship Id="rId14" Type="http://schemas.openxmlformats.org/officeDocument/2006/relationships/customXml" Target="../ink/ink239.xml"/><Relationship Id="rId30" Type="http://schemas.openxmlformats.org/officeDocument/2006/relationships/customXml" Target="../ink/ink247.xml"/><Relationship Id="rId35" Type="http://schemas.openxmlformats.org/officeDocument/2006/relationships/image" Target="../media/image247.png"/><Relationship Id="rId56" Type="http://schemas.openxmlformats.org/officeDocument/2006/relationships/customXml" Target="../ink/ink260.xml"/><Relationship Id="rId77" Type="http://schemas.openxmlformats.org/officeDocument/2006/relationships/image" Target="../media/image26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3.png"/><Relationship Id="rId18" Type="http://schemas.openxmlformats.org/officeDocument/2006/relationships/customXml" Target="../ink/ink288.xml"/><Relationship Id="rId26" Type="http://schemas.openxmlformats.org/officeDocument/2006/relationships/customXml" Target="../ink/ink292.xml"/><Relationship Id="rId39" Type="http://schemas.openxmlformats.org/officeDocument/2006/relationships/image" Target="../media/image296.png"/><Relationship Id="rId21" Type="http://schemas.openxmlformats.org/officeDocument/2006/relationships/image" Target="../media/image287.png"/><Relationship Id="rId34" Type="http://schemas.openxmlformats.org/officeDocument/2006/relationships/customXml" Target="../ink/ink296.xml"/><Relationship Id="rId42" Type="http://schemas.openxmlformats.org/officeDocument/2006/relationships/customXml" Target="../ink/ink300.xml"/><Relationship Id="rId47" Type="http://schemas.openxmlformats.org/officeDocument/2006/relationships/image" Target="../media/image300.png"/><Relationship Id="rId50" Type="http://schemas.openxmlformats.org/officeDocument/2006/relationships/customXml" Target="../ink/ink304.xml"/><Relationship Id="rId7" Type="http://schemas.openxmlformats.org/officeDocument/2006/relationships/image" Target="../media/image280.png"/><Relationship Id="rId2" Type="http://schemas.openxmlformats.org/officeDocument/2006/relationships/customXml" Target="../ink/ink280.xml"/><Relationship Id="rId16" Type="http://schemas.openxmlformats.org/officeDocument/2006/relationships/customXml" Target="../ink/ink287.xml"/><Relationship Id="rId29" Type="http://schemas.openxmlformats.org/officeDocument/2006/relationships/image" Target="../media/image291.png"/><Relationship Id="rId11" Type="http://schemas.openxmlformats.org/officeDocument/2006/relationships/image" Target="../media/image282.png"/><Relationship Id="rId24" Type="http://schemas.openxmlformats.org/officeDocument/2006/relationships/customXml" Target="../ink/ink291.xml"/><Relationship Id="rId32" Type="http://schemas.openxmlformats.org/officeDocument/2006/relationships/customXml" Target="../ink/ink295.xml"/><Relationship Id="rId37" Type="http://schemas.openxmlformats.org/officeDocument/2006/relationships/image" Target="../media/image295.png"/><Relationship Id="rId40" Type="http://schemas.openxmlformats.org/officeDocument/2006/relationships/customXml" Target="../ink/ink299.xml"/><Relationship Id="rId45" Type="http://schemas.openxmlformats.org/officeDocument/2006/relationships/image" Target="../media/image299.png"/><Relationship Id="rId53" Type="http://schemas.openxmlformats.org/officeDocument/2006/relationships/image" Target="../media/image303.png"/><Relationship Id="rId5" Type="http://schemas.openxmlformats.org/officeDocument/2006/relationships/image" Target="../media/image279.png"/><Relationship Id="rId10" Type="http://schemas.openxmlformats.org/officeDocument/2006/relationships/customXml" Target="../ink/ink284.xml"/><Relationship Id="rId19" Type="http://schemas.openxmlformats.org/officeDocument/2006/relationships/image" Target="../media/image286.png"/><Relationship Id="rId31" Type="http://schemas.openxmlformats.org/officeDocument/2006/relationships/image" Target="../media/image292.png"/><Relationship Id="rId44" Type="http://schemas.openxmlformats.org/officeDocument/2006/relationships/customXml" Target="../ink/ink301.xml"/><Relationship Id="rId52" Type="http://schemas.openxmlformats.org/officeDocument/2006/relationships/customXml" Target="../ink/ink305.xml"/><Relationship Id="rId4" Type="http://schemas.openxmlformats.org/officeDocument/2006/relationships/customXml" Target="../ink/ink281.xml"/><Relationship Id="rId9" Type="http://schemas.openxmlformats.org/officeDocument/2006/relationships/image" Target="../media/image281.png"/><Relationship Id="rId14" Type="http://schemas.openxmlformats.org/officeDocument/2006/relationships/customXml" Target="../ink/ink286.xml"/><Relationship Id="rId22" Type="http://schemas.openxmlformats.org/officeDocument/2006/relationships/customXml" Target="../ink/ink290.xml"/><Relationship Id="rId27" Type="http://schemas.openxmlformats.org/officeDocument/2006/relationships/image" Target="../media/image290.png"/><Relationship Id="rId30" Type="http://schemas.openxmlformats.org/officeDocument/2006/relationships/customXml" Target="../ink/ink294.xml"/><Relationship Id="rId35" Type="http://schemas.openxmlformats.org/officeDocument/2006/relationships/image" Target="../media/image294.png"/><Relationship Id="rId43" Type="http://schemas.openxmlformats.org/officeDocument/2006/relationships/image" Target="../media/image298.png"/><Relationship Id="rId48" Type="http://schemas.openxmlformats.org/officeDocument/2006/relationships/customXml" Target="../ink/ink303.xml"/><Relationship Id="rId8" Type="http://schemas.openxmlformats.org/officeDocument/2006/relationships/customXml" Target="../ink/ink283.xml"/><Relationship Id="rId51" Type="http://schemas.openxmlformats.org/officeDocument/2006/relationships/image" Target="../media/image302.png"/><Relationship Id="rId3" Type="http://schemas.openxmlformats.org/officeDocument/2006/relationships/image" Target="../media/image278.png"/><Relationship Id="rId12" Type="http://schemas.openxmlformats.org/officeDocument/2006/relationships/customXml" Target="../ink/ink285.xml"/><Relationship Id="rId17" Type="http://schemas.openxmlformats.org/officeDocument/2006/relationships/image" Target="../media/image285.png"/><Relationship Id="rId25" Type="http://schemas.openxmlformats.org/officeDocument/2006/relationships/image" Target="../media/image289.png"/><Relationship Id="rId33" Type="http://schemas.openxmlformats.org/officeDocument/2006/relationships/image" Target="../media/image293.png"/><Relationship Id="rId38" Type="http://schemas.openxmlformats.org/officeDocument/2006/relationships/customXml" Target="../ink/ink298.xml"/><Relationship Id="rId46" Type="http://schemas.openxmlformats.org/officeDocument/2006/relationships/customXml" Target="../ink/ink302.xml"/><Relationship Id="rId20" Type="http://schemas.openxmlformats.org/officeDocument/2006/relationships/customXml" Target="../ink/ink289.xml"/><Relationship Id="rId41" Type="http://schemas.openxmlformats.org/officeDocument/2006/relationships/image" Target="../media/image29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82.xml"/><Relationship Id="rId15" Type="http://schemas.openxmlformats.org/officeDocument/2006/relationships/image" Target="../media/image284.png"/><Relationship Id="rId23" Type="http://schemas.openxmlformats.org/officeDocument/2006/relationships/image" Target="../media/image288.png"/><Relationship Id="rId28" Type="http://schemas.openxmlformats.org/officeDocument/2006/relationships/customXml" Target="../ink/ink293.xml"/><Relationship Id="rId36" Type="http://schemas.openxmlformats.org/officeDocument/2006/relationships/customXml" Target="../ink/ink297.xml"/><Relationship Id="rId49" Type="http://schemas.openxmlformats.org/officeDocument/2006/relationships/image" Target="../media/image301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1.png"/><Relationship Id="rId21" Type="http://schemas.openxmlformats.org/officeDocument/2006/relationships/image" Target="../media/image313.png"/><Relationship Id="rId42" Type="http://schemas.openxmlformats.org/officeDocument/2006/relationships/customXml" Target="../ink/ink326.xml"/><Relationship Id="rId63" Type="http://schemas.openxmlformats.org/officeDocument/2006/relationships/image" Target="../media/image334.png"/><Relationship Id="rId84" Type="http://schemas.openxmlformats.org/officeDocument/2006/relationships/customXml" Target="../ink/ink347.xml"/><Relationship Id="rId138" Type="http://schemas.openxmlformats.org/officeDocument/2006/relationships/customXml" Target="../ink/ink374.xml"/><Relationship Id="rId159" Type="http://schemas.openxmlformats.org/officeDocument/2006/relationships/image" Target="../media/image382.png"/><Relationship Id="rId170" Type="http://schemas.openxmlformats.org/officeDocument/2006/relationships/customXml" Target="../ink/ink390.xml"/><Relationship Id="rId191" Type="http://schemas.openxmlformats.org/officeDocument/2006/relationships/image" Target="../media/image398.png"/><Relationship Id="rId107" Type="http://schemas.openxmlformats.org/officeDocument/2006/relationships/image" Target="../media/image356.png"/><Relationship Id="rId11" Type="http://schemas.openxmlformats.org/officeDocument/2006/relationships/image" Target="../media/image308.png"/><Relationship Id="rId32" Type="http://schemas.openxmlformats.org/officeDocument/2006/relationships/customXml" Target="../ink/ink321.xml"/><Relationship Id="rId53" Type="http://schemas.openxmlformats.org/officeDocument/2006/relationships/image" Target="../media/image329.png"/><Relationship Id="rId74" Type="http://schemas.openxmlformats.org/officeDocument/2006/relationships/customXml" Target="../ink/ink342.xml"/><Relationship Id="rId128" Type="http://schemas.openxmlformats.org/officeDocument/2006/relationships/customXml" Target="../ink/ink369.xml"/><Relationship Id="rId149" Type="http://schemas.openxmlformats.org/officeDocument/2006/relationships/image" Target="../media/image377.png"/><Relationship Id="rId5" Type="http://schemas.openxmlformats.org/officeDocument/2006/relationships/image" Target="../media/image305.png"/><Relationship Id="rId95" Type="http://schemas.openxmlformats.org/officeDocument/2006/relationships/image" Target="../media/image350.png"/><Relationship Id="rId160" Type="http://schemas.openxmlformats.org/officeDocument/2006/relationships/customXml" Target="../ink/ink385.xml"/><Relationship Id="rId181" Type="http://schemas.openxmlformats.org/officeDocument/2006/relationships/image" Target="../media/image393.png"/><Relationship Id="rId22" Type="http://schemas.openxmlformats.org/officeDocument/2006/relationships/customXml" Target="../ink/ink316.xml"/><Relationship Id="rId43" Type="http://schemas.openxmlformats.org/officeDocument/2006/relationships/image" Target="../media/image324.png"/><Relationship Id="rId64" Type="http://schemas.openxmlformats.org/officeDocument/2006/relationships/customXml" Target="../ink/ink337.xml"/><Relationship Id="rId118" Type="http://schemas.openxmlformats.org/officeDocument/2006/relationships/customXml" Target="../ink/ink364.xml"/><Relationship Id="rId139" Type="http://schemas.openxmlformats.org/officeDocument/2006/relationships/image" Target="../media/image372.png"/><Relationship Id="rId85" Type="http://schemas.openxmlformats.org/officeDocument/2006/relationships/image" Target="../media/image345.png"/><Relationship Id="rId150" Type="http://schemas.openxmlformats.org/officeDocument/2006/relationships/customXml" Target="../ink/ink380.xml"/><Relationship Id="rId171" Type="http://schemas.openxmlformats.org/officeDocument/2006/relationships/image" Target="../media/image388.png"/><Relationship Id="rId192" Type="http://schemas.openxmlformats.org/officeDocument/2006/relationships/customXml" Target="../ink/ink401.xml"/><Relationship Id="rId12" Type="http://schemas.openxmlformats.org/officeDocument/2006/relationships/customXml" Target="../ink/ink311.xml"/><Relationship Id="rId33" Type="http://schemas.openxmlformats.org/officeDocument/2006/relationships/image" Target="../media/image319.png"/><Relationship Id="rId108" Type="http://schemas.openxmlformats.org/officeDocument/2006/relationships/customXml" Target="../ink/ink359.xml"/><Relationship Id="rId129" Type="http://schemas.openxmlformats.org/officeDocument/2006/relationships/image" Target="../media/image367.png"/><Relationship Id="rId54" Type="http://schemas.openxmlformats.org/officeDocument/2006/relationships/customXml" Target="../ink/ink332.xml"/><Relationship Id="rId75" Type="http://schemas.openxmlformats.org/officeDocument/2006/relationships/image" Target="../media/image340.png"/><Relationship Id="rId96" Type="http://schemas.openxmlformats.org/officeDocument/2006/relationships/customXml" Target="../ink/ink353.xml"/><Relationship Id="rId140" Type="http://schemas.openxmlformats.org/officeDocument/2006/relationships/customXml" Target="../ink/ink375.xml"/><Relationship Id="rId161" Type="http://schemas.openxmlformats.org/officeDocument/2006/relationships/image" Target="../media/image383.png"/><Relationship Id="rId182" Type="http://schemas.openxmlformats.org/officeDocument/2006/relationships/customXml" Target="../ink/ink396.xml"/><Relationship Id="rId6" Type="http://schemas.openxmlformats.org/officeDocument/2006/relationships/customXml" Target="../ink/ink308.xml"/><Relationship Id="rId23" Type="http://schemas.openxmlformats.org/officeDocument/2006/relationships/image" Target="../media/image314.png"/><Relationship Id="rId119" Type="http://schemas.openxmlformats.org/officeDocument/2006/relationships/image" Target="../media/image362.png"/><Relationship Id="rId44" Type="http://schemas.openxmlformats.org/officeDocument/2006/relationships/customXml" Target="../ink/ink327.xml"/><Relationship Id="rId65" Type="http://schemas.openxmlformats.org/officeDocument/2006/relationships/image" Target="../media/image335.png"/><Relationship Id="rId86" Type="http://schemas.openxmlformats.org/officeDocument/2006/relationships/customXml" Target="../ink/ink348.xml"/><Relationship Id="rId130" Type="http://schemas.openxmlformats.org/officeDocument/2006/relationships/customXml" Target="../ink/ink370.xml"/><Relationship Id="rId151" Type="http://schemas.openxmlformats.org/officeDocument/2006/relationships/image" Target="../media/image378.png"/><Relationship Id="rId172" Type="http://schemas.openxmlformats.org/officeDocument/2006/relationships/customXml" Target="../ink/ink391.xml"/><Relationship Id="rId193" Type="http://schemas.openxmlformats.org/officeDocument/2006/relationships/image" Target="../media/image399.png"/><Relationship Id="rId13" Type="http://schemas.openxmlformats.org/officeDocument/2006/relationships/image" Target="../media/image309.png"/><Relationship Id="rId109" Type="http://schemas.openxmlformats.org/officeDocument/2006/relationships/image" Target="../media/image357.png"/><Relationship Id="rId34" Type="http://schemas.openxmlformats.org/officeDocument/2006/relationships/customXml" Target="../ink/ink322.xml"/><Relationship Id="rId55" Type="http://schemas.openxmlformats.org/officeDocument/2006/relationships/image" Target="../media/image330.png"/><Relationship Id="rId76" Type="http://schemas.openxmlformats.org/officeDocument/2006/relationships/customXml" Target="../ink/ink343.xml"/><Relationship Id="rId97" Type="http://schemas.openxmlformats.org/officeDocument/2006/relationships/image" Target="../media/image351.png"/><Relationship Id="rId120" Type="http://schemas.openxmlformats.org/officeDocument/2006/relationships/customXml" Target="../ink/ink365.xml"/><Relationship Id="rId141" Type="http://schemas.openxmlformats.org/officeDocument/2006/relationships/image" Target="../media/image373.png"/><Relationship Id="rId7" Type="http://schemas.openxmlformats.org/officeDocument/2006/relationships/image" Target="../media/image306.png"/><Relationship Id="rId71" Type="http://schemas.openxmlformats.org/officeDocument/2006/relationships/image" Target="../media/image338.png"/><Relationship Id="rId92" Type="http://schemas.openxmlformats.org/officeDocument/2006/relationships/customXml" Target="../ink/ink351.xml"/><Relationship Id="rId162" Type="http://schemas.openxmlformats.org/officeDocument/2006/relationships/customXml" Target="../ink/ink386.xml"/><Relationship Id="rId183" Type="http://schemas.openxmlformats.org/officeDocument/2006/relationships/image" Target="../media/image394.png"/><Relationship Id="rId2" Type="http://schemas.openxmlformats.org/officeDocument/2006/relationships/customXml" Target="../ink/ink306.xml"/><Relationship Id="rId29" Type="http://schemas.openxmlformats.org/officeDocument/2006/relationships/image" Target="../media/image317.png"/><Relationship Id="rId24" Type="http://schemas.openxmlformats.org/officeDocument/2006/relationships/customXml" Target="../ink/ink317.xml"/><Relationship Id="rId40" Type="http://schemas.openxmlformats.org/officeDocument/2006/relationships/customXml" Target="../ink/ink325.xml"/><Relationship Id="rId45" Type="http://schemas.openxmlformats.org/officeDocument/2006/relationships/image" Target="../media/image325.png"/><Relationship Id="rId66" Type="http://schemas.openxmlformats.org/officeDocument/2006/relationships/customXml" Target="../ink/ink338.xml"/><Relationship Id="rId87" Type="http://schemas.openxmlformats.org/officeDocument/2006/relationships/image" Target="../media/image346.png"/><Relationship Id="rId110" Type="http://schemas.openxmlformats.org/officeDocument/2006/relationships/customXml" Target="../ink/ink360.xml"/><Relationship Id="rId115" Type="http://schemas.openxmlformats.org/officeDocument/2006/relationships/image" Target="../media/image360.png"/><Relationship Id="rId131" Type="http://schemas.openxmlformats.org/officeDocument/2006/relationships/image" Target="../media/image368.png"/><Relationship Id="rId136" Type="http://schemas.openxmlformats.org/officeDocument/2006/relationships/customXml" Target="../ink/ink373.xml"/><Relationship Id="rId157" Type="http://schemas.openxmlformats.org/officeDocument/2006/relationships/image" Target="../media/image381.png"/><Relationship Id="rId178" Type="http://schemas.openxmlformats.org/officeDocument/2006/relationships/customXml" Target="../ink/ink394.xml"/><Relationship Id="rId61" Type="http://schemas.openxmlformats.org/officeDocument/2006/relationships/image" Target="../media/image333.png"/><Relationship Id="rId82" Type="http://schemas.openxmlformats.org/officeDocument/2006/relationships/customXml" Target="../ink/ink346.xml"/><Relationship Id="rId152" Type="http://schemas.openxmlformats.org/officeDocument/2006/relationships/customXml" Target="../ink/ink381.xml"/><Relationship Id="rId173" Type="http://schemas.openxmlformats.org/officeDocument/2006/relationships/image" Target="../media/image389.png"/><Relationship Id="rId194" Type="http://schemas.openxmlformats.org/officeDocument/2006/relationships/customXml" Target="../ink/ink402.xml"/><Relationship Id="rId19" Type="http://schemas.openxmlformats.org/officeDocument/2006/relationships/image" Target="../media/image312.png"/><Relationship Id="rId14" Type="http://schemas.openxmlformats.org/officeDocument/2006/relationships/customXml" Target="../ink/ink312.xml"/><Relationship Id="rId30" Type="http://schemas.openxmlformats.org/officeDocument/2006/relationships/customXml" Target="../ink/ink320.xml"/><Relationship Id="rId35" Type="http://schemas.openxmlformats.org/officeDocument/2006/relationships/image" Target="../media/image320.png"/><Relationship Id="rId56" Type="http://schemas.openxmlformats.org/officeDocument/2006/relationships/customXml" Target="../ink/ink333.xml"/><Relationship Id="rId77" Type="http://schemas.openxmlformats.org/officeDocument/2006/relationships/image" Target="../media/image341.png"/><Relationship Id="rId100" Type="http://schemas.openxmlformats.org/officeDocument/2006/relationships/customXml" Target="../ink/ink355.xml"/><Relationship Id="rId105" Type="http://schemas.openxmlformats.org/officeDocument/2006/relationships/image" Target="../media/image355.png"/><Relationship Id="rId126" Type="http://schemas.openxmlformats.org/officeDocument/2006/relationships/customXml" Target="../ink/ink368.xml"/><Relationship Id="rId147" Type="http://schemas.openxmlformats.org/officeDocument/2006/relationships/image" Target="../media/image376.png"/><Relationship Id="rId168" Type="http://schemas.openxmlformats.org/officeDocument/2006/relationships/customXml" Target="../ink/ink389.xml"/><Relationship Id="rId8" Type="http://schemas.openxmlformats.org/officeDocument/2006/relationships/customXml" Target="../ink/ink309.xml"/><Relationship Id="rId51" Type="http://schemas.openxmlformats.org/officeDocument/2006/relationships/image" Target="../media/image328.png"/><Relationship Id="rId72" Type="http://schemas.openxmlformats.org/officeDocument/2006/relationships/customXml" Target="../ink/ink341.xml"/><Relationship Id="rId93" Type="http://schemas.openxmlformats.org/officeDocument/2006/relationships/image" Target="../media/image349.png"/><Relationship Id="rId98" Type="http://schemas.openxmlformats.org/officeDocument/2006/relationships/customXml" Target="../ink/ink354.xml"/><Relationship Id="rId121" Type="http://schemas.openxmlformats.org/officeDocument/2006/relationships/image" Target="../media/image363.png"/><Relationship Id="rId142" Type="http://schemas.openxmlformats.org/officeDocument/2006/relationships/customXml" Target="../ink/ink376.xml"/><Relationship Id="rId163" Type="http://schemas.openxmlformats.org/officeDocument/2006/relationships/image" Target="../media/image384.png"/><Relationship Id="rId184" Type="http://schemas.openxmlformats.org/officeDocument/2006/relationships/customXml" Target="../ink/ink397.xml"/><Relationship Id="rId189" Type="http://schemas.openxmlformats.org/officeDocument/2006/relationships/image" Target="../media/image397.png"/><Relationship Id="rId3" Type="http://schemas.openxmlformats.org/officeDocument/2006/relationships/image" Target="../media/image304.png"/><Relationship Id="rId25" Type="http://schemas.openxmlformats.org/officeDocument/2006/relationships/image" Target="../media/image315.png"/><Relationship Id="rId46" Type="http://schemas.openxmlformats.org/officeDocument/2006/relationships/customXml" Target="../ink/ink328.xml"/><Relationship Id="rId67" Type="http://schemas.openxmlformats.org/officeDocument/2006/relationships/image" Target="../media/image336.png"/><Relationship Id="rId116" Type="http://schemas.openxmlformats.org/officeDocument/2006/relationships/customXml" Target="../ink/ink363.xml"/><Relationship Id="rId137" Type="http://schemas.openxmlformats.org/officeDocument/2006/relationships/image" Target="../media/image371.png"/><Relationship Id="rId158" Type="http://schemas.openxmlformats.org/officeDocument/2006/relationships/customXml" Target="../ink/ink384.xml"/><Relationship Id="rId20" Type="http://schemas.openxmlformats.org/officeDocument/2006/relationships/customXml" Target="../ink/ink315.xml"/><Relationship Id="rId41" Type="http://schemas.openxmlformats.org/officeDocument/2006/relationships/image" Target="../media/image323.png"/><Relationship Id="rId62" Type="http://schemas.openxmlformats.org/officeDocument/2006/relationships/customXml" Target="../ink/ink336.xml"/><Relationship Id="rId83" Type="http://schemas.openxmlformats.org/officeDocument/2006/relationships/image" Target="../media/image344.png"/><Relationship Id="rId88" Type="http://schemas.openxmlformats.org/officeDocument/2006/relationships/customXml" Target="../ink/ink349.xml"/><Relationship Id="rId111" Type="http://schemas.openxmlformats.org/officeDocument/2006/relationships/image" Target="../media/image358.png"/><Relationship Id="rId132" Type="http://schemas.openxmlformats.org/officeDocument/2006/relationships/customXml" Target="../ink/ink371.xml"/><Relationship Id="rId153" Type="http://schemas.openxmlformats.org/officeDocument/2006/relationships/image" Target="../media/image379.png"/><Relationship Id="rId174" Type="http://schemas.openxmlformats.org/officeDocument/2006/relationships/customXml" Target="../ink/ink392.xml"/><Relationship Id="rId179" Type="http://schemas.openxmlformats.org/officeDocument/2006/relationships/image" Target="../media/image392.png"/><Relationship Id="rId195" Type="http://schemas.openxmlformats.org/officeDocument/2006/relationships/image" Target="../media/image400.png"/><Relationship Id="rId190" Type="http://schemas.openxmlformats.org/officeDocument/2006/relationships/customXml" Target="../ink/ink400.xml"/><Relationship Id="rId15" Type="http://schemas.openxmlformats.org/officeDocument/2006/relationships/image" Target="../media/image310.png"/><Relationship Id="rId36" Type="http://schemas.openxmlformats.org/officeDocument/2006/relationships/customXml" Target="../ink/ink323.xml"/><Relationship Id="rId57" Type="http://schemas.openxmlformats.org/officeDocument/2006/relationships/image" Target="../media/image331.png"/><Relationship Id="rId106" Type="http://schemas.openxmlformats.org/officeDocument/2006/relationships/customXml" Target="../ink/ink358.xml"/><Relationship Id="rId127" Type="http://schemas.openxmlformats.org/officeDocument/2006/relationships/image" Target="../media/image366.png"/><Relationship Id="rId10" Type="http://schemas.openxmlformats.org/officeDocument/2006/relationships/customXml" Target="../ink/ink310.xml"/><Relationship Id="rId31" Type="http://schemas.openxmlformats.org/officeDocument/2006/relationships/image" Target="../media/image318.png"/><Relationship Id="rId52" Type="http://schemas.openxmlformats.org/officeDocument/2006/relationships/customXml" Target="../ink/ink331.xml"/><Relationship Id="rId73" Type="http://schemas.openxmlformats.org/officeDocument/2006/relationships/image" Target="../media/image339.png"/><Relationship Id="rId78" Type="http://schemas.openxmlformats.org/officeDocument/2006/relationships/customXml" Target="../ink/ink344.xml"/><Relationship Id="rId94" Type="http://schemas.openxmlformats.org/officeDocument/2006/relationships/customXml" Target="../ink/ink352.xml"/><Relationship Id="rId99" Type="http://schemas.openxmlformats.org/officeDocument/2006/relationships/image" Target="../media/image352.png"/><Relationship Id="rId101" Type="http://schemas.openxmlformats.org/officeDocument/2006/relationships/image" Target="../media/image353.png"/><Relationship Id="rId122" Type="http://schemas.openxmlformats.org/officeDocument/2006/relationships/customXml" Target="../ink/ink366.xml"/><Relationship Id="rId143" Type="http://schemas.openxmlformats.org/officeDocument/2006/relationships/image" Target="../media/image374.png"/><Relationship Id="rId148" Type="http://schemas.openxmlformats.org/officeDocument/2006/relationships/customXml" Target="../ink/ink379.xml"/><Relationship Id="rId164" Type="http://schemas.openxmlformats.org/officeDocument/2006/relationships/customXml" Target="../ink/ink387.xml"/><Relationship Id="rId169" Type="http://schemas.openxmlformats.org/officeDocument/2006/relationships/image" Target="../media/image387.png"/><Relationship Id="rId185" Type="http://schemas.openxmlformats.org/officeDocument/2006/relationships/image" Target="../media/image395.png"/><Relationship Id="rId4" Type="http://schemas.openxmlformats.org/officeDocument/2006/relationships/customXml" Target="../ink/ink307.xml"/><Relationship Id="rId9" Type="http://schemas.openxmlformats.org/officeDocument/2006/relationships/image" Target="../media/image307.png"/><Relationship Id="rId180" Type="http://schemas.openxmlformats.org/officeDocument/2006/relationships/customXml" Target="../ink/ink395.xml"/><Relationship Id="rId26" Type="http://schemas.openxmlformats.org/officeDocument/2006/relationships/customXml" Target="../ink/ink318.xml"/><Relationship Id="rId47" Type="http://schemas.openxmlformats.org/officeDocument/2006/relationships/image" Target="../media/image326.png"/><Relationship Id="rId68" Type="http://schemas.openxmlformats.org/officeDocument/2006/relationships/customXml" Target="../ink/ink339.xml"/><Relationship Id="rId89" Type="http://schemas.openxmlformats.org/officeDocument/2006/relationships/image" Target="../media/image347.png"/><Relationship Id="rId112" Type="http://schemas.openxmlformats.org/officeDocument/2006/relationships/customXml" Target="../ink/ink361.xml"/><Relationship Id="rId133" Type="http://schemas.openxmlformats.org/officeDocument/2006/relationships/image" Target="../media/image369.png"/><Relationship Id="rId154" Type="http://schemas.openxmlformats.org/officeDocument/2006/relationships/customXml" Target="../ink/ink382.xml"/><Relationship Id="rId175" Type="http://schemas.openxmlformats.org/officeDocument/2006/relationships/image" Target="../media/image390.png"/><Relationship Id="rId196" Type="http://schemas.openxmlformats.org/officeDocument/2006/relationships/customXml" Target="../ink/ink403.xml"/><Relationship Id="rId16" Type="http://schemas.openxmlformats.org/officeDocument/2006/relationships/customXml" Target="../ink/ink313.xml"/><Relationship Id="rId37" Type="http://schemas.openxmlformats.org/officeDocument/2006/relationships/image" Target="../media/image321.png"/><Relationship Id="rId58" Type="http://schemas.openxmlformats.org/officeDocument/2006/relationships/customXml" Target="../ink/ink334.xml"/><Relationship Id="rId79" Type="http://schemas.openxmlformats.org/officeDocument/2006/relationships/image" Target="../media/image342.png"/><Relationship Id="rId102" Type="http://schemas.openxmlformats.org/officeDocument/2006/relationships/customXml" Target="../ink/ink356.xml"/><Relationship Id="rId123" Type="http://schemas.openxmlformats.org/officeDocument/2006/relationships/image" Target="../media/image364.png"/><Relationship Id="rId144" Type="http://schemas.openxmlformats.org/officeDocument/2006/relationships/customXml" Target="../ink/ink377.xml"/><Relationship Id="rId90" Type="http://schemas.openxmlformats.org/officeDocument/2006/relationships/customXml" Target="../ink/ink350.xml"/><Relationship Id="rId165" Type="http://schemas.openxmlformats.org/officeDocument/2006/relationships/image" Target="../media/image385.png"/><Relationship Id="rId186" Type="http://schemas.openxmlformats.org/officeDocument/2006/relationships/customXml" Target="../ink/ink398.xml"/><Relationship Id="rId27" Type="http://schemas.openxmlformats.org/officeDocument/2006/relationships/image" Target="../media/image316.png"/><Relationship Id="rId48" Type="http://schemas.openxmlformats.org/officeDocument/2006/relationships/customXml" Target="../ink/ink329.xml"/><Relationship Id="rId69" Type="http://schemas.openxmlformats.org/officeDocument/2006/relationships/image" Target="../media/image337.png"/><Relationship Id="rId113" Type="http://schemas.openxmlformats.org/officeDocument/2006/relationships/image" Target="../media/image359.png"/><Relationship Id="rId134" Type="http://schemas.openxmlformats.org/officeDocument/2006/relationships/customXml" Target="../ink/ink372.xml"/><Relationship Id="rId80" Type="http://schemas.openxmlformats.org/officeDocument/2006/relationships/customXml" Target="../ink/ink345.xml"/><Relationship Id="rId155" Type="http://schemas.openxmlformats.org/officeDocument/2006/relationships/image" Target="../media/image380.png"/><Relationship Id="rId176" Type="http://schemas.openxmlformats.org/officeDocument/2006/relationships/customXml" Target="../ink/ink393.xml"/><Relationship Id="rId197" Type="http://schemas.openxmlformats.org/officeDocument/2006/relationships/image" Target="../media/image401.png"/><Relationship Id="rId17" Type="http://schemas.openxmlformats.org/officeDocument/2006/relationships/image" Target="../media/image311.png"/><Relationship Id="rId38" Type="http://schemas.openxmlformats.org/officeDocument/2006/relationships/customXml" Target="../ink/ink324.xml"/><Relationship Id="rId59" Type="http://schemas.openxmlformats.org/officeDocument/2006/relationships/image" Target="../media/image332.png"/><Relationship Id="rId103" Type="http://schemas.openxmlformats.org/officeDocument/2006/relationships/image" Target="../media/image354.png"/><Relationship Id="rId124" Type="http://schemas.openxmlformats.org/officeDocument/2006/relationships/customXml" Target="../ink/ink367.xml"/><Relationship Id="rId70" Type="http://schemas.openxmlformats.org/officeDocument/2006/relationships/customXml" Target="../ink/ink340.xml"/><Relationship Id="rId91" Type="http://schemas.openxmlformats.org/officeDocument/2006/relationships/image" Target="../media/image348.png"/><Relationship Id="rId145" Type="http://schemas.openxmlformats.org/officeDocument/2006/relationships/image" Target="../media/image375.png"/><Relationship Id="rId166" Type="http://schemas.openxmlformats.org/officeDocument/2006/relationships/customXml" Target="../ink/ink388.xml"/><Relationship Id="rId187" Type="http://schemas.openxmlformats.org/officeDocument/2006/relationships/image" Target="../media/image396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19.xml"/><Relationship Id="rId49" Type="http://schemas.openxmlformats.org/officeDocument/2006/relationships/image" Target="../media/image327.png"/><Relationship Id="rId114" Type="http://schemas.openxmlformats.org/officeDocument/2006/relationships/customXml" Target="../ink/ink362.xml"/><Relationship Id="rId60" Type="http://schemas.openxmlformats.org/officeDocument/2006/relationships/customXml" Target="../ink/ink335.xml"/><Relationship Id="rId81" Type="http://schemas.openxmlformats.org/officeDocument/2006/relationships/image" Target="../media/image343.png"/><Relationship Id="rId135" Type="http://schemas.openxmlformats.org/officeDocument/2006/relationships/image" Target="../media/image370.png"/><Relationship Id="rId156" Type="http://schemas.openxmlformats.org/officeDocument/2006/relationships/customXml" Target="../ink/ink383.xml"/><Relationship Id="rId177" Type="http://schemas.openxmlformats.org/officeDocument/2006/relationships/image" Target="../media/image391.png"/><Relationship Id="rId18" Type="http://schemas.openxmlformats.org/officeDocument/2006/relationships/customXml" Target="../ink/ink314.xml"/><Relationship Id="rId39" Type="http://schemas.openxmlformats.org/officeDocument/2006/relationships/image" Target="../media/image322.png"/><Relationship Id="rId50" Type="http://schemas.openxmlformats.org/officeDocument/2006/relationships/customXml" Target="../ink/ink330.xml"/><Relationship Id="rId104" Type="http://schemas.openxmlformats.org/officeDocument/2006/relationships/customXml" Target="../ink/ink357.xml"/><Relationship Id="rId125" Type="http://schemas.openxmlformats.org/officeDocument/2006/relationships/image" Target="../media/image365.png"/><Relationship Id="rId146" Type="http://schemas.openxmlformats.org/officeDocument/2006/relationships/customXml" Target="../ink/ink378.xml"/><Relationship Id="rId167" Type="http://schemas.openxmlformats.org/officeDocument/2006/relationships/image" Target="../media/image386.png"/><Relationship Id="rId188" Type="http://schemas.openxmlformats.org/officeDocument/2006/relationships/customXml" Target="../ink/ink399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16.xml"/><Relationship Id="rId21" Type="http://schemas.openxmlformats.org/officeDocument/2006/relationships/image" Target="../media/image411.png"/><Relationship Id="rId42" Type="http://schemas.openxmlformats.org/officeDocument/2006/relationships/customXml" Target="../ink/ink424.xml"/><Relationship Id="rId47" Type="http://schemas.openxmlformats.org/officeDocument/2006/relationships/image" Target="../media/image424.png"/><Relationship Id="rId63" Type="http://schemas.openxmlformats.org/officeDocument/2006/relationships/image" Target="../media/image432.png"/><Relationship Id="rId68" Type="http://schemas.openxmlformats.org/officeDocument/2006/relationships/customXml" Target="../ink/ink437.xml"/><Relationship Id="rId84" Type="http://schemas.openxmlformats.org/officeDocument/2006/relationships/customXml" Target="../ink/ink445.xml"/><Relationship Id="rId89" Type="http://schemas.openxmlformats.org/officeDocument/2006/relationships/image" Target="../media/image445.png"/><Relationship Id="rId16" Type="http://schemas.openxmlformats.org/officeDocument/2006/relationships/customXml" Target="../ink/ink411.xml"/><Relationship Id="rId107" Type="http://schemas.openxmlformats.org/officeDocument/2006/relationships/image" Target="../media/image454.png"/><Relationship Id="rId11" Type="http://schemas.openxmlformats.org/officeDocument/2006/relationships/image" Target="../media/image406.png"/><Relationship Id="rId32" Type="http://schemas.openxmlformats.org/officeDocument/2006/relationships/customXml" Target="../ink/ink419.xml"/><Relationship Id="rId37" Type="http://schemas.openxmlformats.org/officeDocument/2006/relationships/image" Target="../media/image419.png"/><Relationship Id="rId53" Type="http://schemas.openxmlformats.org/officeDocument/2006/relationships/image" Target="../media/image427.png"/><Relationship Id="rId58" Type="http://schemas.openxmlformats.org/officeDocument/2006/relationships/customXml" Target="../ink/ink432.xml"/><Relationship Id="rId74" Type="http://schemas.openxmlformats.org/officeDocument/2006/relationships/customXml" Target="../ink/ink440.xml"/><Relationship Id="rId79" Type="http://schemas.openxmlformats.org/officeDocument/2006/relationships/image" Target="../media/image440.png"/><Relationship Id="rId102" Type="http://schemas.openxmlformats.org/officeDocument/2006/relationships/customXml" Target="../ink/ink454.xml"/><Relationship Id="rId5" Type="http://schemas.openxmlformats.org/officeDocument/2006/relationships/image" Target="../media/image403.png"/><Relationship Id="rId90" Type="http://schemas.openxmlformats.org/officeDocument/2006/relationships/customXml" Target="../ink/ink448.xml"/><Relationship Id="rId95" Type="http://schemas.openxmlformats.org/officeDocument/2006/relationships/image" Target="../media/image448.png"/><Relationship Id="rId22" Type="http://schemas.openxmlformats.org/officeDocument/2006/relationships/customXml" Target="../ink/ink414.xml"/><Relationship Id="rId27" Type="http://schemas.openxmlformats.org/officeDocument/2006/relationships/image" Target="../media/image414.png"/><Relationship Id="rId43" Type="http://schemas.openxmlformats.org/officeDocument/2006/relationships/image" Target="../media/image422.png"/><Relationship Id="rId48" Type="http://schemas.openxmlformats.org/officeDocument/2006/relationships/customXml" Target="../ink/ink427.xml"/><Relationship Id="rId64" Type="http://schemas.openxmlformats.org/officeDocument/2006/relationships/customXml" Target="../ink/ink435.xml"/><Relationship Id="rId69" Type="http://schemas.openxmlformats.org/officeDocument/2006/relationships/image" Target="../media/image435.png"/><Relationship Id="rId80" Type="http://schemas.openxmlformats.org/officeDocument/2006/relationships/customXml" Target="../ink/ink443.xml"/><Relationship Id="rId85" Type="http://schemas.openxmlformats.org/officeDocument/2006/relationships/image" Target="../media/image443.png"/><Relationship Id="rId12" Type="http://schemas.openxmlformats.org/officeDocument/2006/relationships/customXml" Target="../ink/ink409.xml"/><Relationship Id="rId17" Type="http://schemas.openxmlformats.org/officeDocument/2006/relationships/image" Target="../media/image409.png"/><Relationship Id="rId33" Type="http://schemas.openxmlformats.org/officeDocument/2006/relationships/image" Target="../media/image417.png"/><Relationship Id="rId38" Type="http://schemas.openxmlformats.org/officeDocument/2006/relationships/customXml" Target="../ink/ink422.xml"/><Relationship Id="rId59" Type="http://schemas.openxmlformats.org/officeDocument/2006/relationships/image" Target="../media/image430.png"/><Relationship Id="rId103" Type="http://schemas.openxmlformats.org/officeDocument/2006/relationships/image" Target="../media/image452.png"/><Relationship Id="rId108" Type="http://schemas.openxmlformats.org/officeDocument/2006/relationships/customXml" Target="../ink/ink457.xml"/><Relationship Id="rId54" Type="http://schemas.openxmlformats.org/officeDocument/2006/relationships/customXml" Target="../ink/ink430.xml"/><Relationship Id="rId70" Type="http://schemas.openxmlformats.org/officeDocument/2006/relationships/customXml" Target="../ink/ink438.xml"/><Relationship Id="rId75" Type="http://schemas.openxmlformats.org/officeDocument/2006/relationships/image" Target="../media/image438.png"/><Relationship Id="rId91" Type="http://schemas.openxmlformats.org/officeDocument/2006/relationships/image" Target="../media/image446.png"/><Relationship Id="rId96" Type="http://schemas.openxmlformats.org/officeDocument/2006/relationships/customXml" Target="../ink/ink45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06.xml"/><Relationship Id="rId15" Type="http://schemas.openxmlformats.org/officeDocument/2006/relationships/image" Target="../media/image408.png"/><Relationship Id="rId23" Type="http://schemas.openxmlformats.org/officeDocument/2006/relationships/image" Target="../media/image412.png"/><Relationship Id="rId28" Type="http://schemas.openxmlformats.org/officeDocument/2006/relationships/customXml" Target="../ink/ink417.xml"/><Relationship Id="rId36" Type="http://schemas.openxmlformats.org/officeDocument/2006/relationships/customXml" Target="../ink/ink421.xml"/><Relationship Id="rId49" Type="http://schemas.openxmlformats.org/officeDocument/2006/relationships/image" Target="../media/image425.png"/><Relationship Id="rId57" Type="http://schemas.openxmlformats.org/officeDocument/2006/relationships/image" Target="../media/image429.png"/><Relationship Id="rId106" Type="http://schemas.openxmlformats.org/officeDocument/2006/relationships/customXml" Target="../ink/ink456.xml"/><Relationship Id="rId10" Type="http://schemas.openxmlformats.org/officeDocument/2006/relationships/customXml" Target="../ink/ink408.xml"/><Relationship Id="rId31" Type="http://schemas.openxmlformats.org/officeDocument/2006/relationships/image" Target="../media/image416.png"/><Relationship Id="rId44" Type="http://schemas.openxmlformats.org/officeDocument/2006/relationships/customXml" Target="../ink/ink425.xml"/><Relationship Id="rId52" Type="http://schemas.openxmlformats.org/officeDocument/2006/relationships/customXml" Target="../ink/ink429.xml"/><Relationship Id="rId60" Type="http://schemas.openxmlformats.org/officeDocument/2006/relationships/customXml" Target="../ink/ink433.xml"/><Relationship Id="rId65" Type="http://schemas.openxmlformats.org/officeDocument/2006/relationships/image" Target="../media/image433.png"/><Relationship Id="rId73" Type="http://schemas.openxmlformats.org/officeDocument/2006/relationships/image" Target="../media/image437.png"/><Relationship Id="rId78" Type="http://schemas.openxmlformats.org/officeDocument/2006/relationships/customXml" Target="../ink/ink442.xml"/><Relationship Id="rId81" Type="http://schemas.openxmlformats.org/officeDocument/2006/relationships/image" Target="../media/image441.png"/><Relationship Id="rId86" Type="http://schemas.openxmlformats.org/officeDocument/2006/relationships/customXml" Target="../ink/ink446.xml"/><Relationship Id="rId94" Type="http://schemas.openxmlformats.org/officeDocument/2006/relationships/customXml" Target="../ink/ink450.xml"/><Relationship Id="rId99" Type="http://schemas.openxmlformats.org/officeDocument/2006/relationships/image" Target="../media/image450.png"/><Relationship Id="rId101" Type="http://schemas.openxmlformats.org/officeDocument/2006/relationships/image" Target="../media/image451.png"/><Relationship Id="rId4" Type="http://schemas.openxmlformats.org/officeDocument/2006/relationships/customXml" Target="../ink/ink405.xml"/><Relationship Id="rId9" Type="http://schemas.openxmlformats.org/officeDocument/2006/relationships/image" Target="../media/image405.png"/><Relationship Id="rId13" Type="http://schemas.openxmlformats.org/officeDocument/2006/relationships/image" Target="../media/image407.png"/><Relationship Id="rId18" Type="http://schemas.openxmlformats.org/officeDocument/2006/relationships/customXml" Target="../ink/ink412.xml"/><Relationship Id="rId39" Type="http://schemas.openxmlformats.org/officeDocument/2006/relationships/image" Target="../media/image420.png"/><Relationship Id="rId109" Type="http://schemas.openxmlformats.org/officeDocument/2006/relationships/image" Target="../media/image455.png"/><Relationship Id="rId34" Type="http://schemas.openxmlformats.org/officeDocument/2006/relationships/customXml" Target="../ink/ink420.xml"/><Relationship Id="rId50" Type="http://schemas.openxmlformats.org/officeDocument/2006/relationships/customXml" Target="../ink/ink428.xml"/><Relationship Id="rId55" Type="http://schemas.openxmlformats.org/officeDocument/2006/relationships/image" Target="../media/image428.png"/><Relationship Id="rId76" Type="http://schemas.openxmlformats.org/officeDocument/2006/relationships/customXml" Target="../ink/ink441.xml"/><Relationship Id="rId97" Type="http://schemas.openxmlformats.org/officeDocument/2006/relationships/image" Target="../media/image449.png"/><Relationship Id="rId104" Type="http://schemas.openxmlformats.org/officeDocument/2006/relationships/customXml" Target="../ink/ink455.xml"/><Relationship Id="rId7" Type="http://schemas.openxmlformats.org/officeDocument/2006/relationships/image" Target="../media/image404.png"/><Relationship Id="rId71" Type="http://schemas.openxmlformats.org/officeDocument/2006/relationships/image" Target="../media/image436.png"/><Relationship Id="rId92" Type="http://schemas.openxmlformats.org/officeDocument/2006/relationships/customXml" Target="../ink/ink449.xml"/><Relationship Id="rId2" Type="http://schemas.openxmlformats.org/officeDocument/2006/relationships/customXml" Target="../ink/ink404.xml"/><Relationship Id="rId29" Type="http://schemas.openxmlformats.org/officeDocument/2006/relationships/image" Target="../media/image415.png"/><Relationship Id="rId24" Type="http://schemas.openxmlformats.org/officeDocument/2006/relationships/customXml" Target="../ink/ink415.xml"/><Relationship Id="rId40" Type="http://schemas.openxmlformats.org/officeDocument/2006/relationships/customXml" Target="../ink/ink423.xml"/><Relationship Id="rId45" Type="http://schemas.openxmlformats.org/officeDocument/2006/relationships/image" Target="../media/image423.png"/><Relationship Id="rId66" Type="http://schemas.openxmlformats.org/officeDocument/2006/relationships/customXml" Target="../ink/ink436.xml"/><Relationship Id="rId87" Type="http://schemas.openxmlformats.org/officeDocument/2006/relationships/image" Target="../media/image444.png"/><Relationship Id="rId61" Type="http://schemas.openxmlformats.org/officeDocument/2006/relationships/image" Target="../media/image431.png"/><Relationship Id="rId82" Type="http://schemas.openxmlformats.org/officeDocument/2006/relationships/customXml" Target="../ink/ink444.xml"/><Relationship Id="rId19" Type="http://schemas.openxmlformats.org/officeDocument/2006/relationships/image" Target="../media/image410.png"/><Relationship Id="rId14" Type="http://schemas.openxmlformats.org/officeDocument/2006/relationships/customXml" Target="../ink/ink410.xml"/><Relationship Id="rId30" Type="http://schemas.openxmlformats.org/officeDocument/2006/relationships/customXml" Target="../ink/ink418.xml"/><Relationship Id="rId35" Type="http://schemas.openxmlformats.org/officeDocument/2006/relationships/image" Target="../media/image418.png"/><Relationship Id="rId56" Type="http://schemas.openxmlformats.org/officeDocument/2006/relationships/customXml" Target="../ink/ink431.xml"/><Relationship Id="rId77" Type="http://schemas.openxmlformats.org/officeDocument/2006/relationships/image" Target="../media/image439.png"/><Relationship Id="rId100" Type="http://schemas.openxmlformats.org/officeDocument/2006/relationships/customXml" Target="../ink/ink453.xml"/><Relationship Id="rId105" Type="http://schemas.openxmlformats.org/officeDocument/2006/relationships/image" Target="../media/image453.png"/><Relationship Id="rId8" Type="http://schemas.openxmlformats.org/officeDocument/2006/relationships/customXml" Target="../ink/ink407.xml"/><Relationship Id="rId51" Type="http://schemas.openxmlformats.org/officeDocument/2006/relationships/image" Target="../media/image426.png"/><Relationship Id="rId72" Type="http://schemas.openxmlformats.org/officeDocument/2006/relationships/customXml" Target="../ink/ink439.xml"/><Relationship Id="rId93" Type="http://schemas.openxmlformats.org/officeDocument/2006/relationships/image" Target="../media/image447.png"/><Relationship Id="rId98" Type="http://schemas.openxmlformats.org/officeDocument/2006/relationships/customXml" Target="../ink/ink452.xml"/><Relationship Id="rId3" Type="http://schemas.openxmlformats.org/officeDocument/2006/relationships/image" Target="../media/image402.png"/><Relationship Id="rId25" Type="http://schemas.openxmlformats.org/officeDocument/2006/relationships/image" Target="../media/image413.png"/><Relationship Id="rId46" Type="http://schemas.openxmlformats.org/officeDocument/2006/relationships/customXml" Target="../ink/ink426.xml"/><Relationship Id="rId67" Type="http://schemas.openxmlformats.org/officeDocument/2006/relationships/image" Target="../media/image434.png"/><Relationship Id="rId20" Type="http://schemas.openxmlformats.org/officeDocument/2006/relationships/customXml" Target="../ink/ink413.xml"/><Relationship Id="rId41" Type="http://schemas.openxmlformats.org/officeDocument/2006/relationships/image" Target="../media/image421.png"/><Relationship Id="rId62" Type="http://schemas.openxmlformats.org/officeDocument/2006/relationships/customXml" Target="../ink/ink434.xml"/><Relationship Id="rId83" Type="http://schemas.openxmlformats.org/officeDocument/2006/relationships/image" Target="../media/image442.png"/><Relationship Id="rId88" Type="http://schemas.openxmlformats.org/officeDocument/2006/relationships/customXml" Target="../ink/ink4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8CE3BDAB-055F-A055-C582-B84603F13550}"/>
              </a:ext>
            </a:extLst>
          </p:cNvPr>
          <p:cNvGrpSpPr/>
          <p:nvPr/>
        </p:nvGrpSpPr>
        <p:grpSpPr>
          <a:xfrm>
            <a:off x="517075" y="326180"/>
            <a:ext cx="11336760" cy="6108480"/>
            <a:chOff x="517075" y="326180"/>
            <a:chExt cx="11336760" cy="610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DAF196B-D92B-AD5B-6965-1028439D4979}"/>
                    </a:ext>
                  </a:extLst>
                </p14:cNvPr>
                <p14:cNvContentPartPr/>
                <p14:nvPr/>
              </p14:nvContentPartPr>
              <p14:xfrm>
                <a:off x="1195675" y="672500"/>
                <a:ext cx="481320" cy="1127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DAF196B-D92B-AD5B-6965-1028439D497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86675" y="663500"/>
                  <a:ext cx="498960" cy="11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0CEBC27-9979-D4B0-6053-F67EA5D31062}"/>
                    </a:ext>
                  </a:extLst>
                </p14:cNvPr>
                <p14:cNvContentPartPr/>
                <p14:nvPr/>
              </p14:nvContentPartPr>
              <p14:xfrm>
                <a:off x="1010635" y="667460"/>
                <a:ext cx="568800" cy="150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0CEBC27-9979-D4B0-6053-F67EA5D3106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1635" y="658460"/>
                  <a:ext cx="586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6E45E3-3E4A-DFB3-6784-9446D840AA3F}"/>
                    </a:ext>
                  </a:extLst>
                </p14:cNvPr>
                <p14:cNvContentPartPr/>
                <p14:nvPr/>
              </p14:nvContentPartPr>
              <p14:xfrm>
                <a:off x="517075" y="1646660"/>
                <a:ext cx="898560" cy="89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6E45E3-3E4A-DFB3-6784-9446D840AA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8075" y="1638020"/>
                  <a:ext cx="916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A5D532-6024-5450-74F2-4975FFC78874}"/>
                    </a:ext>
                  </a:extLst>
                </p14:cNvPr>
                <p14:cNvContentPartPr/>
                <p14:nvPr/>
              </p14:nvContentPartPr>
              <p14:xfrm>
                <a:off x="2184235" y="768980"/>
                <a:ext cx="325080" cy="999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A5D532-6024-5450-74F2-4975FFC7887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5235" y="759980"/>
                  <a:ext cx="342720" cy="10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AC40713-72B6-9A17-3396-D6F51AA19FA2}"/>
                    </a:ext>
                  </a:extLst>
                </p14:cNvPr>
                <p14:cNvContentPartPr/>
                <p14:nvPr/>
              </p14:nvContentPartPr>
              <p14:xfrm>
                <a:off x="1999915" y="1323380"/>
                <a:ext cx="480240" cy="68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AC40713-72B6-9A17-3396-D6F51AA19F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90915" y="1314740"/>
                  <a:ext cx="4978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B044D96-3951-F6AE-0476-E2C2CE3535D8}"/>
                    </a:ext>
                  </a:extLst>
                </p14:cNvPr>
                <p14:cNvContentPartPr/>
                <p14:nvPr/>
              </p14:nvContentPartPr>
              <p14:xfrm>
                <a:off x="2661235" y="1264700"/>
                <a:ext cx="393840" cy="378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B044D96-3951-F6AE-0476-E2C2CE3535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52595" y="1256060"/>
                  <a:ext cx="4114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28FA5A1-FA86-A355-F0DB-C4A4BEAC7B84}"/>
                    </a:ext>
                  </a:extLst>
                </p14:cNvPr>
                <p14:cNvContentPartPr/>
                <p14:nvPr/>
              </p14:nvContentPartPr>
              <p14:xfrm>
                <a:off x="3230755" y="1188740"/>
                <a:ext cx="593640" cy="516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28FA5A1-FA86-A355-F0DB-C4A4BEAC7B8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22115" y="1180100"/>
                  <a:ext cx="6112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06E825A-1071-1111-C9BC-CC5639FB1F01}"/>
                    </a:ext>
                  </a:extLst>
                </p14:cNvPr>
                <p14:cNvContentPartPr/>
                <p14:nvPr/>
              </p14:nvContentPartPr>
              <p14:xfrm>
                <a:off x="3722875" y="1347860"/>
                <a:ext cx="346320" cy="322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06E825A-1071-1111-C9BC-CC5639FB1F0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14235" y="1339220"/>
                  <a:ext cx="3639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C340FBC-46B9-A8CE-0076-CB1CB0B20E03}"/>
                    </a:ext>
                  </a:extLst>
                </p14:cNvPr>
                <p14:cNvContentPartPr/>
                <p14:nvPr/>
              </p14:nvContentPartPr>
              <p14:xfrm>
                <a:off x="4503715" y="855740"/>
                <a:ext cx="272880" cy="945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C340FBC-46B9-A8CE-0076-CB1CB0B20E0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94715" y="846740"/>
                  <a:ext cx="290520" cy="9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68304A-A934-32CD-251F-F88F5BEEA1A9}"/>
                    </a:ext>
                  </a:extLst>
                </p14:cNvPr>
                <p14:cNvContentPartPr/>
                <p14:nvPr/>
              </p14:nvContentPartPr>
              <p14:xfrm>
                <a:off x="5092675" y="965180"/>
                <a:ext cx="289800" cy="776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68304A-A934-32CD-251F-F88F5BEEA1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84035" y="956540"/>
                  <a:ext cx="307440" cy="79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9AC1B74-5E8A-4057-A47E-70A6A43DAAB2}"/>
                    </a:ext>
                  </a:extLst>
                </p14:cNvPr>
                <p14:cNvContentPartPr/>
                <p14:nvPr/>
              </p14:nvContentPartPr>
              <p14:xfrm>
                <a:off x="5450875" y="1504460"/>
                <a:ext cx="403200" cy="399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9AC1B74-5E8A-4057-A47E-70A6A43DAA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41875" y="1495460"/>
                  <a:ext cx="4208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1C0DFA-39C4-AB07-1147-6EF7C851C560}"/>
                    </a:ext>
                  </a:extLst>
                </p14:cNvPr>
                <p14:cNvContentPartPr/>
                <p14:nvPr/>
              </p14:nvContentPartPr>
              <p14:xfrm>
                <a:off x="6263395" y="1301780"/>
                <a:ext cx="839880" cy="83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1C0DFA-39C4-AB07-1147-6EF7C851C56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54395" y="1293140"/>
                  <a:ext cx="8575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2CAEA4-ACB9-A516-112E-FB06768DB0EE}"/>
                    </a:ext>
                  </a:extLst>
                </p14:cNvPr>
                <p14:cNvContentPartPr/>
                <p14:nvPr/>
              </p14:nvContentPartPr>
              <p14:xfrm>
                <a:off x="6534835" y="902180"/>
                <a:ext cx="480240" cy="878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2CAEA4-ACB9-A516-112E-FB06768DB0E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26195" y="893180"/>
                  <a:ext cx="49788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F48332-46AF-D520-3D86-4D7354901A2A}"/>
                    </a:ext>
                  </a:extLst>
                </p14:cNvPr>
                <p14:cNvContentPartPr/>
                <p14:nvPr/>
              </p14:nvContentPartPr>
              <p14:xfrm>
                <a:off x="7912555" y="541100"/>
                <a:ext cx="939240" cy="1093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4F48332-46AF-D520-3D86-4D7354901A2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03555" y="532100"/>
                  <a:ext cx="956880" cy="11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7115AF7-8216-E93C-F69D-E128B3C9CEB5}"/>
                    </a:ext>
                  </a:extLst>
                </p14:cNvPr>
                <p14:cNvContentPartPr/>
                <p14:nvPr/>
              </p14:nvContentPartPr>
              <p14:xfrm>
                <a:off x="9029635" y="936020"/>
                <a:ext cx="125640" cy="74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7115AF7-8216-E93C-F69D-E128B3C9CEB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20995" y="927380"/>
                  <a:ext cx="143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C84D846-E116-4953-8672-383B27ED7B9A}"/>
                    </a:ext>
                  </a:extLst>
                </p14:cNvPr>
                <p14:cNvContentPartPr/>
                <p14:nvPr/>
              </p14:nvContentPartPr>
              <p14:xfrm>
                <a:off x="8973115" y="1392500"/>
                <a:ext cx="364680" cy="401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C84D846-E116-4953-8672-383B27ED7B9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64115" y="1383500"/>
                  <a:ext cx="38232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FAD979-37EE-8E28-401E-0CF7903BA999}"/>
                    </a:ext>
                  </a:extLst>
                </p14:cNvPr>
                <p14:cNvContentPartPr/>
                <p14:nvPr/>
              </p14:nvContentPartPr>
              <p14:xfrm>
                <a:off x="9781315" y="927380"/>
                <a:ext cx="191520" cy="818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FAD979-37EE-8E28-401E-0CF7903BA9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72675" y="918380"/>
                  <a:ext cx="209160" cy="83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3B8F72C-4ADD-8D74-E715-E31B22A96EA9}"/>
                    </a:ext>
                  </a:extLst>
                </p14:cNvPr>
                <p14:cNvContentPartPr/>
                <p14:nvPr/>
              </p14:nvContentPartPr>
              <p14:xfrm>
                <a:off x="9678355" y="1426700"/>
                <a:ext cx="427320" cy="135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3B8F72C-4ADD-8D74-E715-E31B22A96E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69715" y="1417700"/>
                  <a:ext cx="444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495FD9C-FB68-95E2-8818-D9C0DD8D8358}"/>
                    </a:ext>
                  </a:extLst>
                </p14:cNvPr>
                <p14:cNvContentPartPr/>
                <p14:nvPr/>
              </p14:nvContentPartPr>
              <p14:xfrm>
                <a:off x="10171555" y="1642700"/>
                <a:ext cx="288720" cy="390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495FD9C-FB68-95E2-8818-D9C0DD8D83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62915" y="1633700"/>
                  <a:ext cx="3063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0253B5-6A5A-C782-5B0B-ECED57580523}"/>
                    </a:ext>
                  </a:extLst>
                </p14:cNvPr>
                <p14:cNvContentPartPr/>
                <p14:nvPr/>
              </p14:nvContentPartPr>
              <p14:xfrm>
                <a:off x="1737115" y="2313740"/>
                <a:ext cx="374760" cy="119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0253B5-6A5A-C782-5B0B-ECED5758052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28115" y="2304740"/>
                  <a:ext cx="392400" cy="12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E40F64-3D77-B4A2-0D8C-C42E267E4B45}"/>
                    </a:ext>
                  </a:extLst>
                </p14:cNvPr>
                <p14:cNvContentPartPr/>
                <p14:nvPr/>
              </p14:nvContentPartPr>
              <p14:xfrm>
                <a:off x="1434355" y="2789660"/>
                <a:ext cx="1857240" cy="674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E40F64-3D77-B4A2-0D8C-C42E267E4B4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25355" y="2780660"/>
                  <a:ext cx="187488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E252AE1-3F9A-7BA2-B2DC-D9AA0473F3E9}"/>
                    </a:ext>
                  </a:extLst>
                </p14:cNvPr>
                <p14:cNvContentPartPr/>
                <p14:nvPr/>
              </p14:nvContentPartPr>
              <p14:xfrm>
                <a:off x="3295915" y="2987300"/>
                <a:ext cx="260280" cy="271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E252AE1-3F9A-7BA2-B2DC-D9AA0473F3E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87275" y="2978300"/>
                  <a:ext cx="2779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04945DE-B94A-18AA-BF1B-D92463DF7E60}"/>
                    </a:ext>
                  </a:extLst>
                </p14:cNvPr>
                <p14:cNvContentPartPr/>
                <p14:nvPr/>
              </p14:nvContentPartPr>
              <p14:xfrm>
                <a:off x="3889195" y="2609300"/>
                <a:ext cx="101520" cy="577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04945DE-B94A-18AA-BF1B-D92463DF7E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80555" y="2600660"/>
                  <a:ext cx="11916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662BB52-C9C3-A245-35F5-2A2804478DE6}"/>
                    </a:ext>
                  </a:extLst>
                </p14:cNvPr>
                <p14:cNvContentPartPr/>
                <p14:nvPr/>
              </p14:nvContentPartPr>
              <p14:xfrm>
                <a:off x="4125715" y="3067220"/>
                <a:ext cx="438120" cy="497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662BB52-C9C3-A245-35F5-2A2804478DE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16715" y="3058580"/>
                  <a:ext cx="45576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52ABF1-38F7-DC29-5106-FEAE3F59E1FE}"/>
                    </a:ext>
                  </a:extLst>
                </p14:cNvPr>
                <p14:cNvContentPartPr/>
                <p14:nvPr/>
              </p14:nvContentPartPr>
              <p14:xfrm>
                <a:off x="4668235" y="3354860"/>
                <a:ext cx="346320" cy="288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52ABF1-38F7-DC29-5106-FEAE3F59E1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59595" y="3346220"/>
                  <a:ext cx="3639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4EE1AD8-D1C8-A50A-E587-2BE765E2410A}"/>
                    </a:ext>
                  </a:extLst>
                </p14:cNvPr>
                <p14:cNvContentPartPr/>
                <p14:nvPr/>
              </p14:nvContentPartPr>
              <p14:xfrm>
                <a:off x="6915355" y="2921060"/>
                <a:ext cx="235440" cy="165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4EE1AD8-D1C8-A50A-E587-2BE765E2410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06715" y="2912060"/>
                  <a:ext cx="2530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886C69-A45F-6F90-453B-025183D9025C}"/>
                    </a:ext>
                  </a:extLst>
                </p14:cNvPr>
                <p14:cNvContentPartPr/>
                <p14:nvPr/>
              </p14:nvContentPartPr>
              <p14:xfrm>
                <a:off x="5774155" y="2494460"/>
                <a:ext cx="789840" cy="1021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886C69-A45F-6F90-453B-025183D902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65155" y="2485820"/>
                  <a:ext cx="807480" cy="10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DF8BA9F-B8FC-1527-E679-5C22C13A56BF}"/>
                    </a:ext>
                  </a:extLst>
                </p14:cNvPr>
                <p14:cNvContentPartPr/>
                <p14:nvPr/>
              </p14:nvContentPartPr>
              <p14:xfrm>
                <a:off x="6800515" y="2589140"/>
                <a:ext cx="1203120" cy="892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DF8BA9F-B8FC-1527-E679-5C22C13A56B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91875" y="2580500"/>
                  <a:ext cx="122076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1532CDF-53D8-B590-4E8B-1A4F9645D9D3}"/>
                    </a:ext>
                  </a:extLst>
                </p14:cNvPr>
                <p14:cNvContentPartPr/>
                <p14:nvPr/>
              </p14:nvContentPartPr>
              <p14:xfrm>
                <a:off x="7617715" y="2923580"/>
                <a:ext cx="825120" cy="136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1532CDF-53D8-B590-4E8B-1A4F9645D9D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08715" y="2914940"/>
                  <a:ext cx="8427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0A8CFC0-FAD5-6E24-0085-BDD92CB8437B}"/>
                    </a:ext>
                  </a:extLst>
                </p14:cNvPr>
                <p14:cNvContentPartPr/>
                <p14:nvPr/>
              </p14:nvContentPartPr>
              <p14:xfrm>
                <a:off x="8439955" y="3147860"/>
                <a:ext cx="344160" cy="430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0A8CFC0-FAD5-6E24-0085-BDD92CB8437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31315" y="3138860"/>
                  <a:ext cx="36180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C140AD1-0327-750E-7316-065D664D1ECA}"/>
                    </a:ext>
                  </a:extLst>
                </p14:cNvPr>
                <p14:cNvContentPartPr/>
                <p14:nvPr/>
              </p14:nvContentPartPr>
              <p14:xfrm>
                <a:off x="9107395" y="2431820"/>
                <a:ext cx="1053000" cy="986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C140AD1-0327-750E-7316-065D664D1EC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98395" y="2422820"/>
                  <a:ext cx="1070640" cy="10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5A86A26-C23F-052C-50EB-D96FE79C5200}"/>
                    </a:ext>
                  </a:extLst>
                </p14:cNvPr>
                <p14:cNvContentPartPr/>
                <p14:nvPr/>
              </p14:nvContentPartPr>
              <p14:xfrm>
                <a:off x="10208995" y="3061820"/>
                <a:ext cx="108720" cy="321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5A86A26-C23F-052C-50EB-D96FE79C520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99995" y="3053180"/>
                  <a:ext cx="1263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5E11CC7-1209-3909-03C3-07E979C9C395}"/>
                    </a:ext>
                  </a:extLst>
                </p14:cNvPr>
                <p14:cNvContentPartPr/>
                <p14:nvPr/>
              </p14:nvContentPartPr>
              <p14:xfrm>
                <a:off x="10552435" y="2599580"/>
                <a:ext cx="36360" cy="6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5E11CC7-1209-3909-03C3-07E979C9C39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543795" y="2590940"/>
                  <a:ext cx="540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B136B3F-AF22-F681-7EA4-12A97C06F6D1}"/>
                    </a:ext>
                  </a:extLst>
                </p14:cNvPr>
                <p14:cNvContentPartPr/>
                <p14:nvPr/>
              </p14:nvContentPartPr>
              <p14:xfrm>
                <a:off x="10472875" y="2965340"/>
                <a:ext cx="719640" cy="532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B136B3F-AF22-F681-7EA4-12A97C06F6D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64235" y="2956340"/>
                  <a:ext cx="73728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76FB246-260C-9831-AA39-6FF76BC1EF84}"/>
                    </a:ext>
                  </a:extLst>
                </p14:cNvPr>
                <p14:cNvContentPartPr/>
                <p14:nvPr/>
              </p14:nvContentPartPr>
              <p14:xfrm>
                <a:off x="10944475" y="3134540"/>
                <a:ext cx="332640" cy="385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76FB246-260C-9831-AA39-6FF76BC1EF8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935835" y="3125900"/>
                  <a:ext cx="3502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A6B414-3C85-0FB5-40F9-7B0E0940E905}"/>
                    </a:ext>
                  </a:extLst>
                </p14:cNvPr>
                <p14:cNvContentPartPr/>
                <p14:nvPr/>
              </p14:nvContentPartPr>
              <p14:xfrm>
                <a:off x="11423995" y="2979020"/>
                <a:ext cx="130680" cy="543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A6B414-3C85-0FB5-40F9-7B0E0940E9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415355" y="2970020"/>
                  <a:ext cx="14832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55C4ACE-7DD1-6DED-2D03-FB299646782B}"/>
                    </a:ext>
                  </a:extLst>
                </p14:cNvPr>
                <p14:cNvContentPartPr/>
                <p14:nvPr/>
              </p14:nvContentPartPr>
              <p14:xfrm>
                <a:off x="11645035" y="3346220"/>
                <a:ext cx="208800" cy="302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55C4ACE-7DD1-6DED-2D03-FB299646782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36395" y="3337580"/>
                  <a:ext cx="2264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5D5D6E4-B6B0-87B3-DAFF-6DE92BE38E6A}"/>
                    </a:ext>
                  </a:extLst>
                </p14:cNvPr>
                <p14:cNvContentPartPr/>
                <p14:nvPr/>
              </p14:nvContentPartPr>
              <p14:xfrm>
                <a:off x="2102515" y="3890180"/>
                <a:ext cx="866160" cy="34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5D5D6E4-B6B0-87B3-DAFF-6DE92BE38E6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93515" y="3881540"/>
                  <a:ext cx="8838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BE9F09-F8C0-998D-1DE0-69EA747EEC3D}"/>
                    </a:ext>
                  </a:extLst>
                </p14:cNvPr>
                <p14:cNvContentPartPr/>
                <p14:nvPr/>
              </p14:nvContentPartPr>
              <p14:xfrm>
                <a:off x="3307435" y="3860660"/>
                <a:ext cx="417960" cy="357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BE9F09-F8C0-998D-1DE0-69EA747EEC3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98795" y="3852020"/>
                  <a:ext cx="4356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A8EA24F-56EE-C2D0-167E-03589CC99AB2}"/>
                    </a:ext>
                  </a:extLst>
                </p14:cNvPr>
                <p14:cNvContentPartPr/>
                <p14:nvPr/>
              </p14:nvContentPartPr>
              <p14:xfrm>
                <a:off x="3881995" y="3931580"/>
                <a:ext cx="212760" cy="446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A8EA24F-56EE-C2D0-167E-03589CC99A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73355" y="3922940"/>
                  <a:ext cx="23040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F202E3-F6E0-DF8C-A755-AFC339DB3906}"/>
                    </a:ext>
                  </a:extLst>
                </p14:cNvPr>
                <p14:cNvContentPartPr/>
                <p14:nvPr/>
              </p14:nvContentPartPr>
              <p14:xfrm>
                <a:off x="4185115" y="3919340"/>
                <a:ext cx="662400" cy="1168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F202E3-F6E0-DF8C-A755-AFC339DB390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76115" y="3910340"/>
                  <a:ext cx="680040" cy="11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5F7E40D-D42C-E838-E07C-960449948941}"/>
                    </a:ext>
                  </a:extLst>
                </p14:cNvPr>
                <p14:cNvContentPartPr/>
                <p14:nvPr/>
              </p14:nvContentPartPr>
              <p14:xfrm>
                <a:off x="5244595" y="4318580"/>
                <a:ext cx="116280" cy="102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5F7E40D-D42C-E838-E07C-96044994894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35955" y="4309940"/>
                  <a:ext cx="133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2ACB66D-1096-95C8-0666-E960DEE60D98}"/>
                    </a:ext>
                  </a:extLst>
                </p14:cNvPr>
                <p14:cNvContentPartPr/>
                <p14:nvPr/>
              </p14:nvContentPartPr>
              <p14:xfrm>
                <a:off x="6435115" y="3970100"/>
                <a:ext cx="865800" cy="134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2ACB66D-1096-95C8-0666-E960DEE60D9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26115" y="3961100"/>
                  <a:ext cx="883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C7015BC-7594-A693-E28F-87BB34B12E9C}"/>
                    </a:ext>
                  </a:extLst>
                </p14:cNvPr>
                <p14:cNvContentPartPr/>
                <p14:nvPr/>
              </p14:nvContentPartPr>
              <p14:xfrm>
                <a:off x="9121795" y="4104020"/>
                <a:ext cx="1286640" cy="183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C7015BC-7594-A693-E28F-87BB34B12E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12795" y="4095380"/>
                  <a:ext cx="13042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4D70923-2712-0738-861D-0F1C6C86E35B}"/>
                    </a:ext>
                  </a:extLst>
                </p14:cNvPr>
                <p14:cNvContentPartPr/>
                <p14:nvPr/>
              </p14:nvContentPartPr>
              <p14:xfrm>
                <a:off x="3440635" y="3471140"/>
                <a:ext cx="793800" cy="94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4D70923-2712-0738-861D-0F1C6C86E35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31995" y="3462140"/>
                  <a:ext cx="8114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A76FC15-7BCE-F6D5-294B-AF33C778DDFE}"/>
                    </a:ext>
                  </a:extLst>
                </p14:cNvPr>
                <p14:cNvContentPartPr/>
                <p14:nvPr/>
              </p14:nvContentPartPr>
              <p14:xfrm>
                <a:off x="7695475" y="2476100"/>
                <a:ext cx="1740960" cy="217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A76FC15-7BCE-F6D5-294B-AF33C778DDF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86835" y="2467100"/>
                  <a:ext cx="17586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F023E05-187C-C1C5-6BEF-2016C6D5EE82}"/>
                    </a:ext>
                  </a:extLst>
                </p14:cNvPr>
                <p14:cNvContentPartPr/>
                <p14:nvPr/>
              </p14:nvContentPartPr>
              <p14:xfrm>
                <a:off x="2916115" y="2061380"/>
                <a:ext cx="2444400" cy="218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F023E05-187C-C1C5-6BEF-2016C6D5EE8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07475" y="2052740"/>
                  <a:ext cx="2462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EAC5909-40F5-A6B0-D8BB-7E82220B1983}"/>
                    </a:ext>
                  </a:extLst>
                </p14:cNvPr>
                <p14:cNvContentPartPr/>
                <p14:nvPr/>
              </p14:nvContentPartPr>
              <p14:xfrm>
                <a:off x="4693795" y="4533860"/>
                <a:ext cx="1167840" cy="1852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EAC5909-40F5-A6B0-D8BB-7E82220B19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84795" y="4524860"/>
                  <a:ext cx="1185480" cy="18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65BD33-611A-D29F-1ED4-FAC52DE75898}"/>
                    </a:ext>
                  </a:extLst>
                </p14:cNvPr>
                <p14:cNvContentPartPr/>
                <p14:nvPr/>
              </p14:nvContentPartPr>
              <p14:xfrm>
                <a:off x="10328515" y="4796300"/>
                <a:ext cx="1108080" cy="1638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65BD33-611A-D29F-1ED4-FAC52DE7589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319875" y="4787300"/>
                  <a:ext cx="1125720" cy="16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80F3081-C43F-A3EE-AB5E-207731597EA6}"/>
                    </a:ext>
                  </a:extLst>
                </p14:cNvPr>
                <p14:cNvContentPartPr/>
                <p14:nvPr/>
              </p14:nvContentPartPr>
              <p14:xfrm>
                <a:off x="1181995" y="4386980"/>
                <a:ext cx="615600" cy="1395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80F3081-C43F-A3EE-AB5E-207731597EA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72995" y="4378340"/>
                  <a:ext cx="633240" cy="14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58817D9-7AA7-7896-B151-538039C50AA3}"/>
                    </a:ext>
                  </a:extLst>
                </p14:cNvPr>
                <p14:cNvContentPartPr/>
                <p14:nvPr/>
              </p14:nvContentPartPr>
              <p14:xfrm>
                <a:off x="2221675" y="4428740"/>
                <a:ext cx="577080" cy="1607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58817D9-7AA7-7896-B151-538039C50AA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13035" y="4419740"/>
                  <a:ext cx="594720" cy="16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32E7681-4978-FCFE-6192-F05BEFBE65A7}"/>
                    </a:ext>
                  </a:extLst>
                </p14:cNvPr>
                <p14:cNvContentPartPr/>
                <p14:nvPr/>
              </p14:nvContentPartPr>
              <p14:xfrm>
                <a:off x="5828155" y="5051180"/>
                <a:ext cx="49680" cy="387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32E7681-4978-FCFE-6192-F05BEFBE65A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19515" y="5042540"/>
                  <a:ext cx="673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C1F2A58-3E93-1687-BBBA-DBB974094E20}"/>
                    </a:ext>
                  </a:extLst>
                </p14:cNvPr>
                <p14:cNvContentPartPr/>
                <p14:nvPr/>
              </p14:nvContentPartPr>
              <p14:xfrm>
                <a:off x="5868115" y="5709980"/>
                <a:ext cx="244080" cy="143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C1F2A58-3E93-1687-BBBA-DBB974094E2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59115" y="5700980"/>
                  <a:ext cx="261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B28AFF8-A5CB-88DE-1BF3-6FA80C149E2A}"/>
                    </a:ext>
                  </a:extLst>
                </p14:cNvPr>
                <p14:cNvContentPartPr/>
                <p14:nvPr/>
              </p14:nvContentPartPr>
              <p14:xfrm>
                <a:off x="725515" y="326180"/>
                <a:ext cx="5129280" cy="2224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B28AFF8-A5CB-88DE-1BF3-6FA80C149E2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6515" y="317540"/>
                  <a:ext cx="5146920" cy="22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766C92E-745B-9E8E-90A9-5CBB95543084}"/>
                    </a:ext>
                  </a:extLst>
                </p14:cNvPr>
                <p14:cNvContentPartPr/>
                <p14:nvPr/>
              </p14:nvContentPartPr>
              <p14:xfrm>
                <a:off x="2089195" y="1359380"/>
                <a:ext cx="432000" cy="27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766C92E-745B-9E8E-90A9-5CBB9554308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80195" y="1350380"/>
                  <a:ext cx="449640" cy="4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5938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174ECD-9D6F-0696-8FD1-EE03FE67A5EF}"/>
              </a:ext>
            </a:extLst>
          </p:cNvPr>
          <p:cNvSpPr txBox="1"/>
          <p:nvPr/>
        </p:nvSpPr>
        <p:spPr>
          <a:xfrm>
            <a:off x="776235" y="472077"/>
            <a:ext cx="6094324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The map() function applies a given function to all items in an</a:t>
            </a:r>
          </a:p>
          <a:p>
            <a:pPr>
              <a:lnSpc>
                <a:spcPts val="1500"/>
              </a:lnSpc>
              <a:buNone/>
            </a:pPr>
            <a:endParaRPr lang="en-US" dirty="0">
              <a:solidFill>
                <a:srgbClr val="BECFDA"/>
              </a:solidFill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 input list (or any other </a:t>
            </a:r>
            <a:r>
              <a:rPr lang="en-US" b="0" dirty="0" err="1">
                <a:solidFill>
                  <a:srgbClr val="BECFDA"/>
                </a:solidFill>
                <a:effectLst/>
                <a:latin typeface="Mono Lisa"/>
              </a:rPr>
              <a:t>iterable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) and returns a map object (an </a:t>
            </a:r>
          </a:p>
          <a:p>
            <a:pPr>
              <a:lnSpc>
                <a:spcPts val="1500"/>
              </a:lnSpc>
              <a:buNone/>
            </a:pPr>
            <a:endParaRPr lang="en-US" dirty="0">
              <a:solidFill>
                <a:srgbClr val="BECFDA"/>
              </a:solidFill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iterator). This is particularly useful for transforming data in a list </a:t>
            </a:r>
          </a:p>
          <a:p>
            <a:pPr>
              <a:lnSpc>
                <a:spcPts val="1500"/>
              </a:lnSpc>
              <a:buNone/>
            </a:pPr>
            <a:endParaRPr lang="en-US" dirty="0">
              <a:solidFill>
                <a:srgbClr val="BECFDA"/>
              </a:solidFill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comprehensively.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9C57F36-26FB-03AA-0299-0663E0EEDEA4}"/>
                  </a:ext>
                </a:extLst>
              </p14:cNvPr>
              <p14:cNvContentPartPr/>
              <p14:nvPr/>
            </p14:nvContentPartPr>
            <p14:xfrm>
              <a:off x="10247515" y="5082828"/>
              <a:ext cx="1130400" cy="1328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9C57F36-26FB-03AA-0299-0663E0EEDE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38515" y="5073828"/>
                <a:ext cx="1148040" cy="1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86358F33-2F25-79A4-27FC-80D06084B705}"/>
              </a:ext>
            </a:extLst>
          </p:cNvPr>
          <p:cNvGrpSpPr/>
          <p:nvPr/>
        </p:nvGrpSpPr>
        <p:grpSpPr>
          <a:xfrm>
            <a:off x="1595995" y="62268"/>
            <a:ext cx="10293840" cy="4735080"/>
            <a:chOff x="1595995" y="62268"/>
            <a:chExt cx="10293840" cy="47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F9C067F-E4DD-95E7-395B-8A2DCF29A7BB}"/>
                    </a:ext>
                  </a:extLst>
                </p14:cNvPr>
                <p14:cNvContentPartPr/>
                <p14:nvPr/>
              </p14:nvContentPartPr>
              <p14:xfrm>
                <a:off x="2934835" y="739788"/>
                <a:ext cx="1644120" cy="140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F9C067F-E4DD-95E7-395B-8A2DCF29A7B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26195" y="730788"/>
                  <a:ext cx="1661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FB8B81-2D91-1984-697F-80C5A141B5F1}"/>
                    </a:ext>
                  </a:extLst>
                </p14:cNvPr>
                <p14:cNvContentPartPr/>
                <p14:nvPr/>
              </p14:nvContentPartPr>
              <p14:xfrm>
                <a:off x="3124915" y="720348"/>
                <a:ext cx="1317240" cy="138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FB8B81-2D91-1984-697F-80C5A141B5F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15915" y="711348"/>
                  <a:ext cx="1334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AEE4E8-07CC-4428-C3DF-83FC2CA41F76}"/>
                    </a:ext>
                  </a:extLst>
                </p14:cNvPr>
                <p14:cNvContentPartPr/>
                <p14:nvPr/>
              </p14:nvContentPartPr>
              <p14:xfrm>
                <a:off x="3829075" y="771108"/>
                <a:ext cx="677520" cy="39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AEE4E8-07CC-4428-C3DF-83FC2CA41F7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20075" y="762108"/>
                  <a:ext cx="6951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4919342-6FAA-FF1E-A6B9-1E9B942068B3}"/>
                    </a:ext>
                  </a:extLst>
                </p14:cNvPr>
                <p14:cNvContentPartPr/>
                <p14:nvPr/>
              </p14:nvContentPartPr>
              <p14:xfrm>
                <a:off x="4159555" y="779748"/>
                <a:ext cx="330840" cy="12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4919342-6FAA-FF1E-A6B9-1E9B942068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50555" y="771108"/>
                  <a:ext cx="3484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4FCAB8-5F05-C86C-4C4B-490F4035126B}"/>
                    </a:ext>
                  </a:extLst>
                </p14:cNvPr>
                <p14:cNvContentPartPr/>
                <p14:nvPr/>
              </p14:nvContentPartPr>
              <p14:xfrm>
                <a:off x="1595995" y="820068"/>
                <a:ext cx="392400" cy="31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4FCAB8-5F05-C86C-4C4B-490F4035126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86995" y="811428"/>
                  <a:ext cx="410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3A268D1-F2CB-CA61-811F-7D7854FE8CD0}"/>
                    </a:ext>
                  </a:extLst>
                </p14:cNvPr>
                <p14:cNvContentPartPr/>
                <p14:nvPr/>
              </p14:nvContentPartPr>
              <p14:xfrm>
                <a:off x="1809475" y="815748"/>
                <a:ext cx="158400" cy="6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3A268D1-F2CB-CA61-811F-7D7854FE8C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00475" y="806748"/>
                  <a:ext cx="176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714EDE-CE2A-21E6-3A04-8945CC05A8DC}"/>
                    </a:ext>
                  </a:extLst>
                </p14:cNvPr>
                <p14:cNvContentPartPr/>
                <p14:nvPr/>
              </p14:nvContentPartPr>
              <p14:xfrm>
                <a:off x="2436235" y="845988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714EDE-CE2A-21E6-3A04-8945CC05A8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27595" y="8369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76008E-2B9A-2651-7337-E31139D581F3}"/>
                    </a:ext>
                  </a:extLst>
                </p14:cNvPr>
                <p14:cNvContentPartPr/>
                <p14:nvPr/>
              </p14:nvContentPartPr>
              <p14:xfrm>
                <a:off x="8667475" y="4363908"/>
                <a:ext cx="1324800" cy="68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76008E-2B9A-2651-7337-E31139D581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58475" y="4355268"/>
                  <a:ext cx="1342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03CBD86-9DDC-B4AB-7737-C14153ED6111}"/>
                    </a:ext>
                  </a:extLst>
                </p14:cNvPr>
                <p14:cNvContentPartPr/>
                <p14:nvPr/>
              </p14:nvContentPartPr>
              <p14:xfrm>
                <a:off x="8541475" y="1327668"/>
                <a:ext cx="1553040" cy="401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03CBD86-9DDC-B4AB-7737-C14153ED611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32475" y="1319028"/>
                  <a:ext cx="157068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A4634E8-0C16-C040-A920-404BBC6F0B61}"/>
                    </a:ext>
                  </a:extLst>
                </p14:cNvPr>
                <p14:cNvContentPartPr/>
                <p14:nvPr/>
              </p14:nvContentPartPr>
              <p14:xfrm>
                <a:off x="9406915" y="1518828"/>
                <a:ext cx="138960" cy="555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A4634E8-0C16-C040-A920-404BBC6F0B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98275" y="1509828"/>
                  <a:ext cx="15660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33CF0A5-395E-D02D-BA23-18C026854D01}"/>
                    </a:ext>
                  </a:extLst>
                </p14:cNvPr>
                <p14:cNvContentPartPr/>
                <p14:nvPr/>
              </p14:nvContentPartPr>
              <p14:xfrm>
                <a:off x="9745675" y="1761108"/>
                <a:ext cx="1575720" cy="430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33CF0A5-395E-D02D-BA23-18C026854D0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36675" y="1752108"/>
                  <a:ext cx="159336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C64F300-F3CE-2EB4-6F93-30F24467994B}"/>
                    </a:ext>
                  </a:extLst>
                </p14:cNvPr>
                <p14:cNvContentPartPr/>
                <p14:nvPr/>
              </p14:nvContentPartPr>
              <p14:xfrm>
                <a:off x="8180755" y="62268"/>
                <a:ext cx="92160" cy="48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C64F300-F3CE-2EB4-6F93-30F24467994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72115" y="53628"/>
                  <a:ext cx="109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E504467-F219-8A68-395E-8E7053EF3B31}"/>
                    </a:ext>
                  </a:extLst>
                </p14:cNvPr>
                <p14:cNvContentPartPr/>
                <p14:nvPr/>
              </p14:nvContentPartPr>
              <p14:xfrm>
                <a:off x="7688995" y="253428"/>
                <a:ext cx="880560" cy="1485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E504467-F219-8A68-395E-8E7053EF3B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79995" y="244788"/>
                  <a:ext cx="898200" cy="15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5990D56-A558-87A5-FAF1-4E8F8BE74378}"/>
                    </a:ext>
                  </a:extLst>
                </p14:cNvPr>
                <p14:cNvContentPartPr/>
                <p14:nvPr/>
              </p14:nvContentPartPr>
              <p14:xfrm>
                <a:off x="10769515" y="399228"/>
                <a:ext cx="1120320" cy="1271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5990D56-A558-87A5-FAF1-4E8F8BE7437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760875" y="390228"/>
                  <a:ext cx="1137960" cy="12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FB99EA4-0D3E-B181-E92F-196FC7ADE300}"/>
                    </a:ext>
                  </a:extLst>
                </p14:cNvPr>
                <p14:cNvContentPartPr/>
                <p14:nvPr/>
              </p14:nvContentPartPr>
              <p14:xfrm>
                <a:off x="9180475" y="782988"/>
                <a:ext cx="30600" cy="64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FB99EA4-0D3E-B181-E92F-196FC7ADE30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71475" y="774348"/>
                  <a:ext cx="48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A8294D3-DC6F-565D-AA86-4AA6527D5C95}"/>
                    </a:ext>
                  </a:extLst>
                </p14:cNvPr>
                <p14:cNvContentPartPr/>
                <p14:nvPr/>
              </p14:nvContentPartPr>
              <p14:xfrm>
                <a:off x="8784835" y="1940028"/>
                <a:ext cx="95760" cy="150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A8294D3-DC6F-565D-AA86-4AA6527D5C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6195" y="1931028"/>
                  <a:ext cx="113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B311DB3-79D3-CD99-6BC0-5473633D8A27}"/>
                    </a:ext>
                  </a:extLst>
                </p14:cNvPr>
                <p14:cNvContentPartPr/>
                <p14:nvPr/>
              </p14:nvContentPartPr>
              <p14:xfrm>
                <a:off x="9337075" y="2694228"/>
                <a:ext cx="885240" cy="1966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B311DB3-79D3-CD99-6BC0-5473633D8A2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28435" y="2685588"/>
                  <a:ext cx="902880" cy="19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2F67D7-0AD3-B888-28FC-BFDA114D5112}"/>
                    </a:ext>
                  </a:extLst>
                </p14:cNvPr>
                <p14:cNvContentPartPr/>
                <p14:nvPr/>
              </p14:nvContentPartPr>
              <p14:xfrm>
                <a:off x="5691355" y="3215148"/>
                <a:ext cx="1684440" cy="998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2F67D7-0AD3-B888-28FC-BFDA114D511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82355" y="3206148"/>
                  <a:ext cx="1702080" cy="10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183392-E116-2E65-CED8-6497F8D6B679}"/>
                    </a:ext>
                  </a:extLst>
                </p14:cNvPr>
                <p14:cNvContentPartPr/>
                <p14:nvPr/>
              </p14:nvContentPartPr>
              <p14:xfrm>
                <a:off x="7165555" y="3578748"/>
                <a:ext cx="323640" cy="330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183392-E116-2E65-CED8-6497F8D6B67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56555" y="3569748"/>
                  <a:ext cx="3412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8D3E7C-1B73-90DE-16E6-437FD1EFA318}"/>
                    </a:ext>
                  </a:extLst>
                </p14:cNvPr>
                <p14:cNvContentPartPr/>
                <p14:nvPr/>
              </p14:nvContentPartPr>
              <p14:xfrm>
                <a:off x="7907515" y="2859108"/>
                <a:ext cx="537840" cy="1682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8D3E7C-1B73-90DE-16E6-437FD1EFA3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98875" y="2850468"/>
                  <a:ext cx="555480" cy="16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139529-D59B-ED77-5146-9F1D01A48945}"/>
                    </a:ext>
                  </a:extLst>
                </p14:cNvPr>
                <p14:cNvContentPartPr/>
                <p14:nvPr/>
              </p14:nvContentPartPr>
              <p14:xfrm>
                <a:off x="5376355" y="3508908"/>
                <a:ext cx="68040" cy="66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139529-D59B-ED77-5146-9F1D01A4894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67715" y="3500268"/>
                  <a:ext cx="856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AA1E841-38A1-7B8B-7774-D9D8E8EC5676}"/>
                    </a:ext>
                  </a:extLst>
                </p14:cNvPr>
                <p14:cNvContentPartPr/>
                <p14:nvPr/>
              </p14:nvContentPartPr>
              <p14:xfrm>
                <a:off x="5600275" y="3914988"/>
                <a:ext cx="807120" cy="125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AA1E841-38A1-7B8B-7774-D9D8E8EC567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91635" y="3905988"/>
                  <a:ext cx="824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F6E3FA-DCBE-6646-73F1-5D1A232AE7B3}"/>
                    </a:ext>
                  </a:extLst>
                </p14:cNvPr>
                <p14:cNvContentPartPr/>
                <p14:nvPr/>
              </p14:nvContentPartPr>
              <p14:xfrm>
                <a:off x="5420635" y="3975828"/>
                <a:ext cx="1248480" cy="171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F6E3FA-DCBE-6646-73F1-5D1A232AE7B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11995" y="3966828"/>
                  <a:ext cx="1266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E903E3-1371-1892-5218-2F0295E41728}"/>
                    </a:ext>
                  </a:extLst>
                </p14:cNvPr>
                <p14:cNvContentPartPr/>
                <p14:nvPr/>
              </p14:nvContentPartPr>
              <p14:xfrm>
                <a:off x="5502715" y="3998508"/>
                <a:ext cx="1234800" cy="129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E903E3-1371-1892-5218-2F0295E4172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93715" y="3989868"/>
                  <a:ext cx="12524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1F99460-DF50-20FB-0D03-DF86C5B84A7B}"/>
                    </a:ext>
                  </a:extLst>
                </p14:cNvPr>
                <p14:cNvContentPartPr/>
                <p14:nvPr/>
              </p14:nvContentPartPr>
              <p14:xfrm>
                <a:off x="3983515" y="3092028"/>
                <a:ext cx="18360" cy="9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1F99460-DF50-20FB-0D03-DF86C5B84A7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74515" y="3083028"/>
                  <a:ext cx="36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FACCEED-94AF-DDF8-DFD3-38F3A08C06E7}"/>
                    </a:ext>
                  </a:extLst>
                </p14:cNvPr>
                <p14:cNvContentPartPr/>
                <p14:nvPr/>
              </p14:nvContentPartPr>
              <p14:xfrm>
                <a:off x="2934475" y="2634468"/>
                <a:ext cx="324720" cy="826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FACCEED-94AF-DDF8-DFD3-38F3A08C06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25475" y="2625468"/>
                  <a:ext cx="342360" cy="8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D5858A5-EC46-28C4-0894-E98506AA90D7}"/>
                    </a:ext>
                  </a:extLst>
                </p14:cNvPr>
                <p14:cNvContentPartPr/>
                <p14:nvPr/>
              </p14:nvContentPartPr>
              <p14:xfrm>
                <a:off x="2738275" y="2567868"/>
                <a:ext cx="900360" cy="1549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D5858A5-EC46-28C4-0894-E98506AA90D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29635" y="2558868"/>
                  <a:ext cx="918000" cy="15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9C5CCC-3E6F-9810-838B-84683F80FC68}"/>
                    </a:ext>
                  </a:extLst>
                </p14:cNvPr>
                <p14:cNvContentPartPr/>
                <p14:nvPr/>
              </p14:nvContentPartPr>
              <p14:xfrm>
                <a:off x="3631435" y="3523308"/>
                <a:ext cx="352440" cy="77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9C5CCC-3E6F-9810-838B-84683F80FC6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22435" y="3514308"/>
                  <a:ext cx="370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6C76DF2-ABA7-1E8B-6680-106CC797246E}"/>
                    </a:ext>
                  </a:extLst>
                </p14:cNvPr>
                <p14:cNvContentPartPr/>
                <p14:nvPr/>
              </p14:nvContentPartPr>
              <p14:xfrm>
                <a:off x="4066675" y="3183468"/>
                <a:ext cx="881640" cy="369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6C76DF2-ABA7-1E8B-6680-106CC797246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57675" y="3174828"/>
                  <a:ext cx="8992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9B19697-828F-20E0-E469-41BF1E728A4A}"/>
                    </a:ext>
                  </a:extLst>
                </p14:cNvPr>
                <p14:cNvContentPartPr/>
                <p14:nvPr/>
              </p14:nvContentPartPr>
              <p14:xfrm>
                <a:off x="5053075" y="3265908"/>
                <a:ext cx="501480" cy="179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9B19697-828F-20E0-E469-41BF1E728A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44435" y="3257268"/>
                  <a:ext cx="519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CE91666-0999-7D05-BC2D-CDE69CA35E47}"/>
                    </a:ext>
                  </a:extLst>
                </p14:cNvPr>
                <p14:cNvContentPartPr/>
                <p14:nvPr/>
              </p14:nvContentPartPr>
              <p14:xfrm>
                <a:off x="5606395" y="3305148"/>
                <a:ext cx="41400" cy="3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CE91666-0999-7D05-BC2D-CDE69CA35E4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97755" y="3296148"/>
                  <a:ext cx="59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177DEB-484E-7174-1BCD-4896E360E9DE}"/>
                    </a:ext>
                  </a:extLst>
                </p14:cNvPr>
                <p14:cNvContentPartPr/>
                <p14:nvPr/>
              </p14:nvContentPartPr>
              <p14:xfrm>
                <a:off x="3804955" y="3903108"/>
                <a:ext cx="210240" cy="10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F177DEB-484E-7174-1BCD-4896E360E9D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95955" y="3894108"/>
                  <a:ext cx="227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E6274B9-90E4-BA7E-E251-40C8D7D46107}"/>
                    </a:ext>
                  </a:extLst>
                </p14:cNvPr>
                <p14:cNvContentPartPr/>
                <p14:nvPr/>
              </p14:nvContentPartPr>
              <p14:xfrm>
                <a:off x="5970715" y="3979068"/>
                <a:ext cx="108720" cy="25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E6274B9-90E4-BA7E-E251-40C8D7D4610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61715" y="3970068"/>
                  <a:ext cx="126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86CA89F-FA7C-34C6-AC4A-88F56D310D5C}"/>
                    </a:ext>
                  </a:extLst>
                </p14:cNvPr>
                <p14:cNvContentPartPr/>
                <p14:nvPr/>
              </p14:nvContentPartPr>
              <p14:xfrm>
                <a:off x="7723915" y="4295868"/>
                <a:ext cx="13680" cy="16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86CA89F-FA7C-34C6-AC4A-88F56D310D5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14915" y="4287228"/>
                  <a:ext cx="3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2A7985-572D-7617-A149-2904DC60CC66}"/>
                    </a:ext>
                  </a:extLst>
                </p14:cNvPr>
                <p14:cNvContentPartPr/>
                <p14:nvPr/>
              </p14:nvContentPartPr>
              <p14:xfrm>
                <a:off x="8579995" y="3069708"/>
                <a:ext cx="45000" cy="55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2A7985-572D-7617-A149-2904DC60CC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70995" y="3060708"/>
                  <a:ext cx="626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E06814-470B-1FCB-5F08-AE7136030238}"/>
                    </a:ext>
                  </a:extLst>
                </p14:cNvPr>
                <p14:cNvContentPartPr/>
                <p14:nvPr/>
              </p14:nvContentPartPr>
              <p14:xfrm>
                <a:off x="8303155" y="3117228"/>
                <a:ext cx="642600" cy="840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E06814-470B-1FCB-5F08-AE713603023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94515" y="3108588"/>
                  <a:ext cx="660240" cy="8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CABFE95-2510-D713-DB01-B7976A938897}"/>
                    </a:ext>
                  </a:extLst>
                </p14:cNvPr>
                <p14:cNvContentPartPr/>
                <p14:nvPr/>
              </p14:nvContentPartPr>
              <p14:xfrm>
                <a:off x="8953675" y="3386508"/>
                <a:ext cx="195840" cy="665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CABFE95-2510-D713-DB01-B7976A93889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45035" y="3377868"/>
                  <a:ext cx="213480" cy="6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FBE1FFB-5A64-217D-D50A-0140E6DBEB34}"/>
                    </a:ext>
                  </a:extLst>
                </p14:cNvPr>
                <p14:cNvContentPartPr/>
                <p14:nvPr/>
              </p14:nvContentPartPr>
              <p14:xfrm>
                <a:off x="9209995" y="3317748"/>
                <a:ext cx="282960" cy="729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FBE1FFB-5A64-217D-D50A-0140E6DBEB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01355" y="3309108"/>
                  <a:ext cx="30060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9688D13-381C-18D4-D8B7-F5C1FC8EC62B}"/>
                    </a:ext>
                  </a:extLst>
                </p14:cNvPr>
                <p14:cNvContentPartPr/>
                <p14:nvPr/>
              </p14:nvContentPartPr>
              <p14:xfrm>
                <a:off x="9294955" y="3771708"/>
                <a:ext cx="417600" cy="33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9688D13-381C-18D4-D8B7-F5C1FC8EC62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85955" y="3763068"/>
                  <a:ext cx="4352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4676496-B32A-F0BD-ACEB-10D0CE3C4AC6}"/>
                    </a:ext>
                  </a:extLst>
                </p14:cNvPr>
                <p14:cNvContentPartPr/>
                <p14:nvPr/>
              </p14:nvContentPartPr>
              <p14:xfrm>
                <a:off x="9502315" y="3973668"/>
                <a:ext cx="239040" cy="16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4676496-B32A-F0BD-ACEB-10D0CE3C4AC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493675" y="3964668"/>
                  <a:ext cx="256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DD6967E-2727-9776-F6D7-591B11AF6B62}"/>
                    </a:ext>
                  </a:extLst>
                </p14:cNvPr>
                <p14:cNvContentPartPr/>
                <p14:nvPr/>
              </p14:nvContentPartPr>
              <p14:xfrm>
                <a:off x="9795355" y="3594948"/>
                <a:ext cx="342720" cy="485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DD6967E-2727-9776-F6D7-591B11AF6B6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86715" y="3585948"/>
                  <a:ext cx="36036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626AD53-E1BF-D6AE-36F7-07C9B240154C}"/>
                    </a:ext>
                  </a:extLst>
                </p14:cNvPr>
                <p14:cNvContentPartPr/>
                <p14:nvPr/>
              </p14:nvContentPartPr>
              <p14:xfrm>
                <a:off x="9989395" y="4107228"/>
                <a:ext cx="5040" cy="15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626AD53-E1BF-D6AE-36F7-07C9B24015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80755" y="4098228"/>
                  <a:ext cx="226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B0A11B4-912B-BB29-DD4C-05130EF5BC5F}"/>
                    </a:ext>
                  </a:extLst>
                </p14:cNvPr>
                <p14:cNvContentPartPr/>
                <p14:nvPr/>
              </p14:nvContentPartPr>
              <p14:xfrm>
                <a:off x="3676075" y="4075548"/>
                <a:ext cx="452520" cy="144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B0A11B4-912B-BB29-DD4C-05130EF5BC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67075" y="4066908"/>
                  <a:ext cx="470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CD2BC80-704B-D322-009A-A83EDF839477}"/>
                    </a:ext>
                  </a:extLst>
                </p14:cNvPr>
                <p14:cNvContentPartPr/>
                <p14:nvPr/>
              </p14:nvContentPartPr>
              <p14:xfrm>
                <a:off x="3475915" y="4055028"/>
                <a:ext cx="889200" cy="298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CD2BC80-704B-D322-009A-A83EDF83947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66915" y="4046028"/>
                  <a:ext cx="9068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CD8F971-9220-5801-17BA-012FD77CACAC}"/>
                    </a:ext>
                  </a:extLst>
                </p14:cNvPr>
                <p14:cNvContentPartPr/>
                <p14:nvPr/>
              </p14:nvContentPartPr>
              <p14:xfrm>
                <a:off x="4081075" y="4167708"/>
                <a:ext cx="540720" cy="191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CD8F971-9220-5801-17BA-012FD77CACA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72075" y="4159068"/>
                  <a:ext cx="558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ABFA918-519B-86DA-FA73-2018C2D08462}"/>
                    </a:ext>
                  </a:extLst>
                </p14:cNvPr>
                <p14:cNvContentPartPr/>
                <p14:nvPr/>
              </p14:nvContentPartPr>
              <p14:xfrm>
                <a:off x="10745755" y="2489028"/>
                <a:ext cx="181440" cy="770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ABFA918-519B-86DA-FA73-2018C2D0846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736755" y="2480028"/>
                  <a:ext cx="199080" cy="7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03E5AD5-30BE-A3C9-49DB-66A1335B3E68}"/>
                    </a:ext>
                  </a:extLst>
                </p14:cNvPr>
                <p14:cNvContentPartPr/>
                <p14:nvPr/>
              </p14:nvContentPartPr>
              <p14:xfrm>
                <a:off x="10846915" y="2359068"/>
                <a:ext cx="575280" cy="924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03E5AD5-30BE-A3C9-49DB-66A1335B3E6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838275" y="2350068"/>
                  <a:ext cx="592920" cy="9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16FA9D1-3718-2FBB-A003-159F6522BBA9}"/>
                    </a:ext>
                  </a:extLst>
                </p14:cNvPr>
                <p14:cNvContentPartPr/>
                <p14:nvPr/>
              </p14:nvContentPartPr>
              <p14:xfrm>
                <a:off x="11588515" y="2599548"/>
                <a:ext cx="75240" cy="86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16FA9D1-3718-2FBB-A003-159F6522BBA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579515" y="2590908"/>
                  <a:ext cx="92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FA7236-AD4B-079A-C88F-77BD0E46B509}"/>
                    </a:ext>
                  </a:extLst>
                </p14:cNvPr>
                <p14:cNvContentPartPr/>
                <p14:nvPr/>
              </p14:nvContentPartPr>
              <p14:xfrm>
                <a:off x="11611195" y="2853708"/>
                <a:ext cx="138960" cy="113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FA7236-AD4B-079A-C88F-77BD0E46B50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602555" y="2844708"/>
                  <a:ext cx="156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2ADCA87-0BD2-66C9-7C22-75D7582D8BD5}"/>
                    </a:ext>
                  </a:extLst>
                </p14:cNvPr>
                <p14:cNvContentPartPr/>
                <p14:nvPr/>
              </p14:nvContentPartPr>
              <p14:xfrm>
                <a:off x="10581595" y="3911748"/>
                <a:ext cx="598680" cy="885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2ADCA87-0BD2-66C9-7C22-75D7582D8BD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72595" y="3903108"/>
                  <a:ext cx="616320" cy="9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CBD317B-AA3F-ED5F-3B0D-9285CF499D75}"/>
                    </a:ext>
                  </a:extLst>
                </p14:cNvPr>
                <p14:cNvContentPartPr/>
                <p14:nvPr/>
              </p14:nvContentPartPr>
              <p14:xfrm>
                <a:off x="11033035" y="4176348"/>
                <a:ext cx="544320" cy="392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CBD317B-AA3F-ED5F-3B0D-9285CF499D7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24035" y="4167348"/>
                  <a:ext cx="56196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DB13AB6-F63D-C12B-FFF7-D885EF96BAE8}"/>
                    </a:ext>
                  </a:extLst>
                </p14:cNvPr>
                <p14:cNvContentPartPr/>
                <p14:nvPr/>
              </p14:nvContentPartPr>
              <p14:xfrm>
                <a:off x="11244715" y="4468308"/>
                <a:ext cx="416520" cy="47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DB13AB6-F63D-C12B-FFF7-D885EF96BAE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36075" y="4459668"/>
                  <a:ext cx="434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90E4CE-5411-3C00-235A-C4B07E4E8FC0}"/>
                    </a:ext>
                  </a:extLst>
                </p14:cNvPr>
                <p14:cNvContentPartPr/>
                <p14:nvPr/>
              </p14:nvContentPartPr>
              <p14:xfrm>
                <a:off x="11734315" y="4507548"/>
                <a:ext cx="42480" cy="23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90E4CE-5411-3C00-235A-C4B07E4E8FC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725315" y="4498548"/>
                  <a:ext cx="60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DC72B43-E4CB-F1FD-3034-78607D78223E}"/>
                    </a:ext>
                  </a:extLst>
                </p14:cNvPr>
                <p14:cNvContentPartPr/>
                <p14:nvPr/>
              </p14:nvContentPartPr>
              <p14:xfrm>
                <a:off x="10622635" y="3625188"/>
                <a:ext cx="933480" cy="24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DC72B43-E4CB-F1FD-3034-78607D78223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13635" y="3616548"/>
                  <a:ext cx="951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96BDEFD-7D54-3E99-5C97-F09BE6144AB9}"/>
                    </a:ext>
                  </a:extLst>
                </p14:cNvPr>
                <p14:cNvContentPartPr/>
                <p14:nvPr/>
              </p14:nvContentPartPr>
              <p14:xfrm>
                <a:off x="10048435" y="2403348"/>
                <a:ext cx="961560" cy="81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96BDEFD-7D54-3E99-5C97-F09BE6144AB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39795" y="2394348"/>
                  <a:ext cx="9792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9604966-DF2D-6A69-BBA7-47CA9E46A133}"/>
                    </a:ext>
                  </a:extLst>
                </p14:cNvPr>
                <p14:cNvContentPartPr/>
                <p14:nvPr/>
              </p14:nvContentPartPr>
              <p14:xfrm>
                <a:off x="8304955" y="4078068"/>
                <a:ext cx="979560" cy="101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9604966-DF2D-6A69-BBA7-47CA9E46A13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96315" y="4069428"/>
                  <a:ext cx="997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5CF2171-5BEB-7863-83C2-653BD8EBE2FB}"/>
                    </a:ext>
                  </a:extLst>
                </p14:cNvPr>
                <p14:cNvContentPartPr/>
                <p14:nvPr/>
              </p14:nvContentPartPr>
              <p14:xfrm>
                <a:off x="3979915" y="3485148"/>
                <a:ext cx="1165320" cy="147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5CF2171-5BEB-7863-83C2-653BD8EBE2F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70915" y="3476508"/>
                  <a:ext cx="1182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1129D23-2366-B906-C6B1-C3E1C33390B4}"/>
                    </a:ext>
                  </a:extLst>
                </p14:cNvPr>
                <p14:cNvContentPartPr/>
                <p14:nvPr/>
              </p14:nvContentPartPr>
              <p14:xfrm>
                <a:off x="4040395" y="3742548"/>
                <a:ext cx="800640" cy="421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1129D23-2366-B906-C6B1-C3E1C33390B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31755" y="3733548"/>
                  <a:ext cx="8182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B3E648A-C22D-E894-923B-9D6F2483DB08}"/>
                    </a:ext>
                  </a:extLst>
                </p14:cNvPr>
                <p14:cNvContentPartPr/>
                <p14:nvPr/>
              </p14:nvContentPartPr>
              <p14:xfrm>
                <a:off x="4180075" y="3629508"/>
                <a:ext cx="399240" cy="317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B3E648A-C22D-E894-923B-9D6F2483DB0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71435" y="3620868"/>
                  <a:ext cx="4168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1F51497-14B4-E1BC-30F1-35DDFBF1F9D8}"/>
                    </a:ext>
                  </a:extLst>
                </p14:cNvPr>
                <p14:cNvContentPartPr/>
                <p14:nvPr/>
              </p14:nvContentPartPr>
              <p14:xfrm>
                <a:off x="5799355" y="2603868"/>
                <a:ext cx="32760" cy="27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1F51497-14B4-E1BC-30F1-35DDFBF1F9D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90355" y="2595228"/>
                  <a:ext cx="50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F6CB140-FA0E-2582-BB60-42F6CCFB94CC}"/>
                    </a:ext>
                  </a:extLst>
                </p14:cNvPr>
                <p14:cNvContentPartPr/>
                <p14:nvPr/>
              </p14:nvContentPartPr>
              <p14:xfrm>
                <a:off x="3973795" y="3322428"/>
                <a:ext cx="71640" cy="20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F6CB140-FA0E-2582-BB60-42F6CCFB94C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64795" y="3313788"/>
                  <a:ext cx="89280" cy="3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7457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962C6A3-443D-B594-7943-00552C07823F}"/>
              </a:ext>
            </a:extLst>
          </p:cNvPr>
          <p:cNvGrpSpPr/>
          <p:nvPr/>
        </p:nvGrpSpPr>
        <p:grpSpPr>
          <a:xfrm>
            <a:off x="743155" y="807828"/>
            <a:ext cx="4807080" cy="2045160"/>
            <a:chOff x="743155" y="807828"/>
            <a:chExt cx="4807080" cy="20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8AA906C-8871-DCB9-FF99-383A34BCA372}"/>
                    </a:ext>
                  </a:extLst>
                </p14:cNvPr>
                <p14:cNvContentPartPr/>
                <p14:nvPr/>
              </p14:nvContentPartPr>
              <p14:xfrm>
                <a:off x="743155" y="807828"/>
                <a:ext cx="1040040" cy="2045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8AA906C-8871-DCB9-FF99-383A34BCA37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4515" y="799188"/>
                  <a:ext cx="1057680" cy="20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C194016-B4E2-62F9-DC33-3F2FCF21FBF8}"/>
                    </a:ext>
                  </a:extLst>
                </p14:cNvPr>
                <p14:cNvContentPartPr/>
                <p14:nvPr/>
              </p14:nvContentPartPr>
              <p14:xfrm>
                <a:off x="1617595" y="1606668"/>
                <a:ext cx="315000" cy="375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C194016-B4E2-62F9-DC33-3F2FCF21FB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08955" y="1598028"/>
                  <a:ext cx="3326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752B7C7-DDE6-CBEC-39B4-064889C67C2D}"/>
                    </a:ext>
                  </a:extLst>
                </p14:cNvPr>
                <p14:cNvContentPartPr/>
                <p14:nvPr/>
              </p14:nvContentPartPr>
              <p14:xfrm>
                <a:off x="2112235" y="1634748"/>
                <a:ext cx="364320" cy="275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752B7C7-DDE6-CBEC-39B4-064889C67C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03235" y="1626108"/>
                  <a:ext cx="3819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E20B6C6-9281-EBFE-879F-FECD1C96A7AB}"/>
                    </a:ext>
                  </a:extLst>
                </p14:cNvPr>
                <p14:cNvContentPartPr/>
                <p14:nvPr/>
              </p14:nvContentPartPr>
              <p14:xfrm>
                <a:off x="2658355" y="1409748"/>
                <a:ext cx="526680" cy="397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E20B6C6-9281-EBFE-879F-FECD1C96A7A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49355" y="1401108"/>
                  <a:ext cx="5443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E250B29-30AA-6B3A-6216-A426778BBAD2}"/>
                    </a:ext>
                  </a:extLst>
                </p14:cNvPr>
                <p14:cNvContentPartPr/>
                <p14:nvPr/>
              </p14:nvContentPartPr>
              <p14:xfrm>
                <a:off x="3092155" y="1570668"/>
                <a:ext cx="395280" cy="112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E250B29-30AA-6B3A-6216-A426778BBA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83155" y="1561668"/>
                  <a:ext cx="412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EE42D8-4A3B-A7E1-8236-5C1B3A2A5495}"/>
                    </a:ext>
                  </a:extLst>
                </p14:cNvPr>
                <p14:cNvContentPartPr/>
                <p14:nvPr/>
              </p14:nvContentPartPr>
              <p14:xfrm>
                <a:off x="3603715" y="1347468"/>
                <a:ext cx="60480" cy="90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5EE42D8-4A3B-A7E1-8236-5C1B3A2A54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94715" y="1338468"/>
                  <a:ext cx="78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9CBC911-2C99-0DE4-0173-1459FFB308D8}"/>
                    </a:ext>
                  </a:extLst>
                </p14:cNvPr>
                <p14:cNvContentPartPr/>
                <p14:nvPr/>
              </p14:nvContentPartPr>
              <p14:xfrm>
                <a:off x="3776875" y="1465548"/>
                <a:ext cx="176760" cy="167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9CBC911-2C99-0DE4-0173-1459FFB308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68235" y="1456908"/>
                  <a:ext cx="1944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C16FBE7-E01F-8B25-A0E9-BE3CCCC34E6C}"/>
                    </a:ext>
                  </a:extLst>
                </p14:cNvPr>
                <p14:cNvContentPartPr/>
                <p14:nvPr/>
              </p14:nvContentPartPr>
              <p14:xfrm>
                <a:off x="4387435" y="1595868"/>
                <a:ext cx="1162800" cy="114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C16FBE7-E01F-8B25-A0E9-BE3CCCC34E6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78435" y="1586868"/>
                  <a:ext cx="1180440" cy="13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1BF0007-7643-64FE-E02C-10854C89D4B0}"/>
                  </a:ext>
                </a:extLst>
              </p14:cNvPr>
              <p14:cNvContentPartPr/>
              <p14:nvPr/>
            </p14:nvContentPartPr>
            <p14:xfrm>
              <a:off x="6990955" y="369348"/>
              <a:ext cx="546480" cy="1641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1BF0007-7643-64FE-E02C-10854C89D4B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81955" y="360708"/>
                <a:ext cx="564120" cy="165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9A7571C-7A15-E463-05A7-B80FA7B7E193}"/>
              </a:ext>
            </a:extLst>
          </p:cNvPr>
          <p:cNvGrpSpPr/>
          <p:nvPr/>
        </p:nvGrpSpPr>
        <p:grpSpPr>
          <a:xfrm>
            <a:off x="9641635" y="277548"/>
            <a:ext cx="1213560" cy="3906000"/>
            <a:chOff x="9641635" y="277548"/>
            <a:chExt cx="1213560" cy="39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0A470A1-4AC9-6BCB-ACF1-49D5ACF9B698}"/>
                    </a:ext>
                  </a:extLst>
                </p14:cNvPr>
                <p14:cNvContentPartPr/>
                <p14:nvPr/>
              </p14:nvContentPartPr>
              <p14:xfrm>
                <a:off x="9641635" y="2883588"/>
                <a:ext cx="271800" cy="1299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0A470A1-4AC9-6BCB-ACF1-49D5ACF9B6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32995" y="2874948"/>
                  <a:ext cx="289440" cy="13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0BE7936-192F-B451-2898-F79562313B5B}"/>
                    </a:ext>
                  </a:extLst>
                </p14:cNvPr>
                <p14:cNvContentPartPr/>
                <p14:nvPr/>
              </p14:nvContentPartPr>
              <p14:xfrm>
                <a:off x="9714355" y="277548"/>
                <a:ext cx="1140840" cy="2988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0BE7936-192F-B451-2898-F79562313B5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05355" y="268548"/>
                  <a:ext cx="1158480" cy="300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1841A7F-D82C-B6ED-574C-5B8F2D2A10FC}"/>
              </a:ext>
            </a:extLst>
          </p:cNvPr>
          <p:cNvGrpSpPr/>
          <p:nvPr/>
        </p:nvGrpSpPr>
        <p:grpSpPr>
          <a:xfrm>
            <a:off x="7266715" y="145068"/>
            <a:ext cx="697320" cy="1388160"/>
            <a:chOff x="7266715" y="145068"/>
            <a:chExt cx="697320" cy="138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599293B-9802-C102-1EFF-0AE0DB11D51F}"/>
                    </a:ext>
                  </a:extLst>
                </p14:cNvPr>
                <p14:cNvContentPartPr/>
                <p14:nvPr/>
              </p14:nvContentPartPr>
              <p14:xfrm>
                <a:off x="7787635" y="145068"/>
                <a:ext cx="176400" cy="86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599293B-9802-C102-1EFF-0AE0DB11D5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78995" y="136068"/>
                  <a:ext cx="1940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75C6774-B45B-2DCD-D6C8-0DC771F9003B}"/>
                    </a:ext>
                  </a:extLst>
                </p14:cNvPr>
                <p14:cNvContentPartPr/>
                <p14:nvPr/>
              </p14:nvContentPartPr>
              <p14:xfrm>
                <a:off x="7321075" y="593268"/>
                <a:ext cx="131760" cy="138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75C6774-B45B-2DCD-D6C8-0DC771F9003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12075" y="584268"/>
                  <a:ext cx="1494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DF565F-FC06-3922-F926-BD3074E35419}"/>
                    </a:ext>
                  </a:extLst>
                </p14:cNvPr>
                <p14:cNvContentPartPr/>
                <p14:nvPr/>
              </p14:nvContentPartPr>
              <p14:xfrm>
                <a:off x="7266715" y="359628"/>
                <a:ext cx="156960" cy="204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DF565F-FC06-3922-F926-BD3074E3541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58075" y="350988"/>
                  <a:ext cx="174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E7FAA78-C796-50C5-00F3-4F881E8EEDB3}"/>
                    </a:ext>
                  </a:extLst>
                </p14:cNvPr>
                <p14:cNvContentPartPr/>
                <p14:nvPr/>
              </p14:nvContentPartPr>
              <p14:xfrm>
                <a:off x="7686475" y="1211748"/>
                <a:ext cx="108720" cy="321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E7FAA78-C796-50C5-00F3-4F881E8EEDB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77475" y="1202748"/>
                  <a:ext cx="1263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666CC98-EE93-7098-C3AF-0D7D66EC0965}"/>
                    </a:ext>
                  </a:extLst>
                </p14:cNvPr>
                <p14:cNvContentPartPr/>
                <p14:nvPr/>
              </p14:nvContentPartPr>
              <p14:xfrm>
                <a:off x="7417555" y="943548"/>
                <a:ext cx="36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666CC98-EE93-7098-C3AF-0D7D66EC096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08555" y="9349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086BB4D-4478-4546-52A6-01796DB7D6B8}"/>
                  </a:ext>
                </a:extLst>
              </p14:cNvPr>
              <p14:cNvContentPartPr/>
              <p14:nvPr/>
            </p14:nvContentPartPr>
            <p14:xfrm>
              <a:off x="8349595" y="623508"/>
              <a:ext cx="939600" cy="774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086BB4D-4478-4546-52A6-01796DB7D6B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340955" y="614508"/>
                <a:ext cx="95724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1E113F8-81B9-714E-93EE-1C4FE67757FD}"/>
                  </a:ext>
                </a:extLst>
              </p14:cNvPr>
              <p14:cNvContentPartPr/>
              <p14:nvPr/>
            </p14:nvContentPartPr>
            <p14:xfrm>
              <a:off x="8149435" y="1970268"/>
              <a:ext cx="872280" cy="1458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1E113F8-81B9-714E-93EE-1C4FE67757F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140795" y="1961268"/>
                <a:ext cx="88992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A167D37B-AB62-3652-480F-6BBF326B7387}"/>
              </a:ext>
            </a:extLst>
          </p:cNvPr>
          <p:cNvGrpSpPr/>
          <p:nvPr/>
        </p:nvGrpSpPr>
        <p:grpSpPr>
          <a:xfrm>
            <a:off x="7556155" y="3202908"/>
            <a:ext cx="1555920" cy="717840"/>
            <a:chOff x="7556155" y="3202908"/>
            <a:chExt cx="1555920" cy="71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19FE105-6468-85DF-3CD2-A378E14AFC6A}"/>
                    </a:ext>
                  </a:extLst>
                </p14:cNvPr>
                <p14:cNvContentPartPr/>
                <p14:nvPr/>
              </p14:nvContentPartPr>
              <p14:xfrm>
                <a:off x="8080675" y="3722748"/>
                <a:ext cx="37800" cy="198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19FE105-6468-85DF-3CD2-A378E14AFC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72035" y="3714108"/>
                  <a:ext cx="554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961B27-4AE7-A949-44FC-8E5B029D3F90}"/>
                    </a:ext>
                  </a:extLst>
                </p14:cNvPr>
                <p14:cNvContentPartPr/>
                <p14:nvPr/>
              </p14:nvContentPartPr>
              <p14:xfrm>
                <a:off x="7963675" y="3210828"/>
                <a:ext cx="90720" cy="361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961B27-4AE7-A949-44FC-8E5B029D3F9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55035" y="3201828"/>
                  <a:ext cx="1083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C8BED2B-7D45-0FE9-E0F7-7B995A34B22B}"/>
                    </a:ext>
                  </a:extLst>
                </p14:cNvPr>
                <p14:cNvContentPartPr/>
                <p14:nvPr/>
              </p14:nvContentPartPr>
              <p14:xfrm>
                <a:off x="7556155" y="3362748"/>
                <a:ext cx="127080" cy="295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C8BED2B-7D45-0FE9-E0F7-7B995A34B22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47515" y="3353748"/>
                  <a:ext cx="1447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AE61D30-2323-5EA4-4C2F-8F0808A085FC}"/>
                    </a:ext>
                  </a:extLst>
                </p14:cNvPr>
                <p14:cNvContentPartPr/>
                <p14:nvPr/>
              </p14:nvContentPartPr>
              <p14:xfrm>
                <a:off x="8313595" y="3202908"/>
                <a:ext cx="798480" cy="16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AE61D30-2323-5EA4-4C2F-8F0808A085F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04595" y="3194268"/>
                  <a:ext cx="8161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9575EF1-E1DE-BDE8-6514-60A32CD0458C}"/>
              </a:ext>
            </a:extLst>
          </p:cNvPr>
          <p:cNvGrpSpPr/>
          <p:nvPr/>
        </p:nvGrpSpPr>
        <p:grpSpPr>
          <a:xfrm>
            <a:off x="6909955" y="4267428"/>
            <a:ext cx="2388960" cy="1702080"/>
            <a:chOff x="6909955" y="4267428"/>
            <a:chExt cx="2388960" cy="170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C2D53FE-5C27-001D-EB31-3D666D9D6249}"/>
                    </a:ext>
                  </a:extLst>
                </p14:cNvPr>
                <p14:cNvContentPartPr/>
                <p14:nvPr/>
              </p14:nvContentPartPr>
              <p14:xfrm>
                <a:off x="6909955" y="4267428"/>
                <a:ext cx="911160" cy="1702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C2D53FE-5C27-001D-EB31-3D666D9D624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00955" y="4258788"/>
                  <a:ext cx="928800" cy="171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1A874E-01C5-72DD-EB7B-9EBF13573179}"/>
                    </a:ext>
                  </a:extLst>
                </p14:cNvPr>
                <p14:cNvContentPartPr/>
                <p14:nvPr/>
              </p14:nvContentPartPr>
              <p14:xfrm>
                <a:off x="8140075" y="4753788"/>
                <a:ext cx="945720" cy="808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1A874E-01C5-72DD-EB7B-9EBF1357317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31075" y="4745148"/>
                  <a:ext cx="963360" cy="82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3EF3284-41CF-6550-5DC3-18FE7D40180F}"/>
                    </a:ext>
                  </a:extLst>
                </p14:cNvPr>
                <p14:cNvContentPartPr/>
                <p14:nvPr/>
              </p14:nvContentPartPr>
              <p14:xfrm>
                <a:off x="8970595" y="5618868"/>
                <a:ext cx="328320" cy="280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3EF3284-41CF-6550-5DC3-18FE7D4018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61595" y="5609868"/>
                  <a:ext cx="345960" cy="29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0C631D2-96CF-E344-E5DA-EF055FC8FD24}"/>
                  </a:ext>
                </a:extLst>
              </p14:cNvPr>
              <p14:cNvContentPartPr/>
              <p14:nvPr/>
            </p14:nvContentPartPr>
            <p14:xfrm>
              <a:off x="3165955" y="2303268"/>
              <a:ext cx="1361880" cy="2667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0C631D2-96CF-E344-E5DA-EF055FC8FD2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56955" y="2294628"/>
                <a:ext cx="1379520" cy="28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E25BC30E-7232-D143-A4CF-36D758B4DF80}"/>
              </a:ext>
            </a:extLst>
          </p:cNvPr>
          <p:cNvGrpSpPr/>
          <p:nvPr/>
        </p:nvGrpSpPr>
        <p:grpSpPr>
          <a:xfrm>
            <a:off x="1078675" y="2866668"/>
            <a:ext cx="5080320" cy="3295080"/>
            <a:chOff x="1078675" y="2866668"/>
            <a:chExt cx="5080320" cy="329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2EDD924-7E3C-64AB-05BB-5E81DDD17B5B}"/>
                    </a:ext>
                  </a:extLst>
                </p14:cNvPr>
                <p14:cNvContentPartPr/>
                <p14:nvPr/>
              </p14:nvContentPartPr>
              <p14:xfrm>
                <a:off x="1685275" y="3311628"/>
                <a:ext cx="96840" cy="631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2EDD924-7E3C-64AB-05BB-5E81DDD17B5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76275" y="3302628"/>
                  <a:ext cx="11448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2A54C9-61C0-9813-451D-5AC4C9F9B43C}"/>
                    </a:ext>
                  </a:extLst>
                </p14:cNvPr>
                <p14:cNvContentPartPr/>
                <p14:nvPr/>
              </p14:nvContentPartPr>
              <p14:xfrm>
                <a:off x="1320955" y="2866668"/>
                <a:ext cx="720360" cy="282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2A54C9-61C0-9813-451D-5AC4C9F9B43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12315" y="2857668"/>
                  <a:ext cx="7380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7CC17B-C489-4010-B8EF-772A34EF2D35}"/>
                    </a:ext>
                  </a:extLst>
                </p14:cNvPr>
                <p14:cNvContentPartPr/>
                <p14:nvPr/>
              </p14:nvContentPartPr>
              <p14:xfrm>
                <a:off x="1078675" y="4094988"/>
                <a:ext cx="748080" cy="129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7CC17B-C489-4010-B8EF-772A34EF2D3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9675" y="4086348"/>
                  <a:ext cx="765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ADF7F83-2B52-3797-6960-F44DFDFDC0C7}"/>
                    </a:ext>
                  </a:extLst>
                </p14:cNvPr>
                <p14:cNvContentPartPr/>
                <p14:nvPr/>
              </p14:nvContentPartPr>
              <p14:xfrm>
                <a:off x="2010715" y="3210828"/>
                <a:ext cx="1734840" cy="857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ADF7F83-2B52-3797-6960-F44DFDFDC0C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01715" y="3202188"/>
                  <a:ext cx="1752480" cy="8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F0E146B-14D9-D393-8BE1-777D871AD02A}"/>
                    </a:ext>
                  </a:extLst>
                </p14:cNvPr>
                <p14:cNvContentPartPr/>
                <p14:nvPr/>
              </p14:nvContentPartPr>
              <p14:xfrm>
                <a:off x="3135355" y="4379748"/>
                <a:ext cx="62280" cy="496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F0E146B-14D9-D393-8BE1-777D871AD02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26355" y="4370748"/>
                  <a:ext cx="7992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A9A9F50-18CB-D581-5CF5-5146E143D811}"/>
                    </a:ext>
                  </a:extLst>
                </p14:cNvPr>
                <p14:cNvContentPartPr/>
                <p14:nvPr/>
              </p14:nvContentPartPr>
              <p14:xfrm>
                <a:off x="3453955" y="4110468"/>
                <a:ext cx="105120" cy="60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A9A9F50-18CB-D581-5CF5-5146E143D81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45315" y="4101468"/>
                  <a:ext cx="122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B1E6F4C-18F0-3325-17B7-E6D7CE7D0D9B}"/>
                    </a:ext>
                  </a:extLst>
                </p14:cNvPr>
                <p14:cNvContentPartPr/>
                <p14:nvPr/>
              </p14:nvContentPartPr>
              <p14:xfrm>
                <a:off x="3314635" y="4351308"/>
                <a:ext cx="997200" cy="1243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B1E6F4C-18F0-3325-17B7-E6D7CE7D0D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05635" y="4342308"/>
                  <a:ext cx="1014840" cy="12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5320615-E832-AD65-2AC1-5836F6A21584}"/>
                    </a:ext>
                  </a:extLst>
                </p14:cNvPr>
                <p14:cNvContentPartPr/>
                <p14:nvPr/>
              </p14:nvContentPartPr>
              <p14:xfrm>
                <a:off x="4182235" y="5515188"/>
                <a:ext cx="24480" cy="408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5320615-E832-AD65-2AC1-5836F6A2158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73595" y="5506188"/>
                  <a:ext cx="421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FEB1923-B0BD-9C7A-D2EF-3563B97E3CE0}"/>
                    </a:ext>
                  </a:extLst>
                </p14:cNvPr>
                <p14:cNvContentPartPr/>
                <p14:nvPr/>
              </p14:nvContentPartPr>
              <p14:xfrm>
                <a:off x="4244875" y="5186148"/>
                <a:ext cx="1720800" cy="975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FEB1923-B0BD-9C7A-D2EF-3563B97E3C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36235" y="5177148"/>
                  <a:ext cx="1738440" cy="9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5BE91BA-BEB0-9416-82A3-EF6402242257}"/>
                    </a:ext>
                  </a:extLst>
                </p14:cNvPr>
                <p14:cNvContentPartPr/>
                <p14:nvPr/>
              </p14:nvContentPartPr>
              <p14:xfrm>
                <a:off x="4394635" y="4605108"/>
                <a:ext cx="269280" cy="636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5BE91BA-BEB0-9416-82A3-EF640224225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85635" y="4596468"/>
                  <a:ext cx="28692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D9A4D28-147C-F767-08A1-BA17F2896242}"/>
                    </a:ext>
                  </a:extLst>
                </p14:cNvPr>
                <p14:cNvContentPartPr/>
                <p14:nvPr/>
              </p14:nvContentPartPr>
              <p14:xfrm>
                <a:off x="5095195" y="4197948"/>
                <a:ext cx="920880" cy="1283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D9A4D28-147C-F767-08A1-BA17F289624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86195" y="4189308"/>
                  <a:ext cx="938520" cy="13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52A58A6-9793-D719-6039-DE1D4E7AA621}"/>
                    </a:ext>
                  </a:extLst>
                </p14:cNvPr>
                <p14:cNvContentPartPr/>
                <p14:nvPr/>
              </p14:nvContentPartPr>
              <p14:xfrm>
                <a:off x="4980355" y="4138548"/>
                <a:ext cx="1005120" cy="565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52A58A6-9793-D719-6039-DE1D4E7AA62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71355" y="4129548"/>
                  <a:ext cx="102276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051CA70-BB81-DC7D-66D4-009C26AA9CAA}"/>
                    </a:ext>
                  </a:extLst>
                </p14:cNvPr>
                <p14:cNvContentPartPr/>
                <p14:nvPr/>
              </p14:nvContentPartPr>
              <p14:xfrm>
                <a:off x="5500195" y="4613748"/>
                <a:ext cx="658800" cy="347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051CA70-BB81-DC7D-66D4-009C26AA9CA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91555" y="4605108"/>
                  <a:ext cx="676440" cy="365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1105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7C4F5DF-559A-237B-AEE2-B587CEC79B69}"/>
              </a:ext>
            </a:extLst>
          </p:cNvPr>
          <p:cNvGrpSpPr/>
          <p:nvPr/>
        </p:nvGrpSpPr>
        <p:grpSpPr>
          <a:xfrm>
            <a:off x="1174075" y="401388"/>
            <a:ext cx="1722240" cy="1845360"/>
            <a:chOff x="1174075" y="401388"/>
            <a:chExt cx="1722240" cy="184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73F0482-DB90-53DE-77AA-7C55BF01C72B}"/>
                    </a:ext>
                  </a:extLst>
                </p14:cNvPr>
                <p14:cNvContentPartPr/>
                <p14:nvPr/>
              </p14:nvContentPartPr>
              <p14:xfrm>
                <a:off x="1174075" y="401388"/>
                <a:ext cx="639360" cy="896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73F0482-DB90-53DE-77AA-7C55BF01C72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65435" y="392388"/>
                  <a:ext cx="657000" cy="9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3B935E5-723C-2338-15CF-286E68FBF401}"/>
                    </a:ext>
                  </a:extLst>
                </p14:cNvPr>
                <p14:cNvContentPartPr/>
                <p14:nvPr/>
              </p14:nvContentPartPr>
              <p14:xfrm>
                <a:off x="1909915" y="501108"/>
                <a:ext cx="986400" cy="1745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3B935E5-723C-2338-15CF-286E68FBF4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00915" y="492108"/>
                  <a:ext cx="1004040" cy="176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F81B68-D367-9DD5-0CA7-158BE7ADE1C2}"/>
              </a:ext>
            </a:extLst>
          </p:cNvPr>
          <p:cNvGrpSpPr/>
          <p:nvPr/>
        </p:nvGrpSpPr>
        <p:grpSpPr>
          <a:xfrm>
            <a:off x="10017115" y="698748"/>
            <a:ext cx="1508760" cy="1320480"/>
            <a:chOff x="10017115" y="698748"/>
            <a:chExt cx="1508760" cy="132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D1E488-7449-2E18-EDD0-3CECED109133}"/>
                    </a:ext>
                  </a:extLst>
                </p14:cNvPr>
                <p14:cNvContentPartPr/>
                <p14:nvPr/>
              </p14:nvContentPartPr>
              <p14:xfrm>
                <a:off x="10017115" y="698748"/>
                <a:ext cx="1084680" cy="1303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D1E488-7449-2E18-EDD0-3CECED1091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08475" y="689748"/>
                  <a:ext cx="1102320" cy="13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A575AE-3ED8-0CFB-22ED-9593B567818D}"/>
                    </a:ext>
                  </a:extLst>
                </p14:cNvPr>
                <p14:cNvContentPartPr/>
                <p14:nvPr/>
              </p14:nvContentPartPr>
              <p14:xfrm>
                <a:off x="11462875" y="1031388"/>
                <a:ext cx="63000" cy="104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A575AE-3ED8-0CFB-22ED-9593B56781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54235" y="1022748"/>
                  <a:ext cx="80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715D70-EDB4-7CAC-A0E7-CBE4D6F28EEB}"/>
                    </a:ext>
                  </a:extLst>
                </p14:cNvPr>
                <p14:cNvContentPartPr/>
                <p14:nvPr/>
              </p14:nvContentPartPr>
              <p14:xfrm>
                <a:off x="11365315" y="1927788"/>
                <a:ext cx="76320" cy="91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715D70-EDB4-7CAC-A0E7-CBE4D6F28E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356315" y="1919148"/>
                  <a:ext cx="9396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DB274D6-C1BA-7150-22BC-A04513301B7A}"/>
              </a:ext>
            </a:extLst>
          </p:cNvPr>
          <p:cNvGrpSpPr/>
          <p:nvPr/>
        </p:nvGrpSpPr>
        <p:grpSpPr>
          <a:xfrm>
            <a:off x="4243795" y="2693508"/>
            <a:ext cx="3484440" cy="964800"/>
            <a:chOff x="4243795" y="2693508"/>
            <a:chExt cx="3484440" cy="96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EDF8362-E9B6-7BDB-73ED-39729E4C26BE}"/>
                    </a:ext>
                  </a:extLst>
                </p14:cNvPr>
                <p14:cNvContentPartPr/>
                <p14:nvPr/>
              </p14:nvContentPartPr>
              <p14:xfrm>
                <a:off x="4243795" y="2874228"/>
                <a:ext cx="868680" cy="716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EDF8362-E9B6-7BDB-73ED-39729E4C26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35155" y="2865588"/>
                  <a:ext cx="886320" cy="73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6C31715-505C-542B-AE0D-A05C2E61BC1D}"/>
                    </a:ext>
                  </a:extLst>
                </p14:cNvPr>
                <p14:cNvContentPartPr/>
                <p14:nvPr/>
              </p14:nvContentPartPr>
              <p14:xfrm>
                <a:off x="5213275" y="2693508"/>
                <a:ext cx="1113120" cy="840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6C31715-505C-542B-AE0D-A05C2E61BC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04635" y="2684868"/>
                  <a:ext cx="1130760" cy="85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776FA08-8FAC-5B16-6C1C-F8922C0C659C}"/>
                    </a:ext>
                  </a:extLst>
                </p14:cNvPr>
                <p14:cNvContentPartPr/>
                <p14:nvPr/>
              </p14:nvContentPartPr>
              <p14:xfrm>
                <a:off x="5874235" y="3050268"/>
                <a:ext cx="858960" cy="438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776FA08-8FAC-5B16-6C1C-F8922C0C65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65235" y="3041268"/>
                  <a:ext cx="8766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8628AE2-1184-9DC1-B404-0569271DEA50}"/>
                    </a:ext>
                  </a:extLst>
                </p14:cNvPr>
                <p14:cNvContentPartPr/>
                <p14:nvPr/>
              </p14:nvContentPartPr>
              <p14:xfrm>
                <a:off x="6778555" y="3118308"/>
                <a:ext cx="586440" cy="390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8628AE2-1184-9DC1-B404-0569271DEA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69555" y="3109668"/>
                  <a:ext cx="60408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F0BA5E5-747B-B47A-3DC7-16E2C0FAAA14}"/>
                    </a:ext>
                  </a:extLst>
                </p14:cNvPr>
                <p14:cNvContentPartPr/>
                <p14:nvPr/>
              </p14:nvContentPartPr>
              <p14:xfrm>
                <a:off x="7330435" y="3170508"/>
                <a:ext cx="397800" cy="487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F0BA5E5-747B-B47A-3DC7-16E2C0FAAA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21795" y="3161868"/>
                  <a:ext cx="415440" cy="50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1132C8-A03E-DCB1-C9AD-A1EB86A8F6FC}"/>
              </a:ext>
            </a:extLst>
          </p:cNvPr>
          <p:cNvGrpSpPr/>
          <p:nvPr/>
        </p:nvGrpSpPr>
        <p:grpSpPr>
          <a:xfrm>
            <a:off x="9725515" y="2942628"/>
            <a:ext cx="1932120" cy="707040"/>
            <a:chOff x="9725515" y="2942628"/>
            <a:chExt cx="1932120" cy="70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DCC954-3987-2F5D-24A2-C9A717F5EC1B}"/>
                    </a:ext>
                  </a:extLst>
                </p14:cNvPr>
                <p14:cNvContentPartPr/>
                <p14:nvPr/>
              </p14:nvContentPartPr>
              <p14:xfrm>
                <a:off x="9725515" y="2954148"/>
                <a:ext cx="504000" cy="574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DCC954-3987-2F5D-24A2-C9A717F5EC1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16875" y="2945148"/>
                  <a:ext cx="52164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8EDA69E-FF8F-A0B7-54B5-B8796463F475}"/>
                    </a:ext>
                  </a:extLst>
                </p14:cNvPr>
                <p14:cNvContentPartPr/>
                <p14:nvPr/>
              </p14:nvContentPartPr>
              <p14:xfrm>
                <a:off x="10882915" y="2942628"/>
                <a:ext cx="246240" cy="543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8EDA69E-FF8F-A0B7-54B5-B8796463F47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74275" y="2933628"/>
                  <a:ext cx="26388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9E39724-FAD7-7514-FE9E-C4529FE8CEAC}"/>
                    </a:ext>
                  </a:extLst>
                </p14:cNvPr>
                <p14:cNvContentPartPr/>
                <p14:nvPr/>
              </p14:nvContentPartPr>
              <p14:xfrm>
                <a:off x="10806955" y="3030828"/>
                <a:ext cx="850680" cy="618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9E39724-FAD7-7514-FE9E-C4529FE8CEA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98315" y="3021828"/>
                  <a:ext cx="868320" cy="63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2D74BC9-5ED0-5C72-5810-86776C0121DF}"/>
                  </a:ext>
                </a:extLst>
              </p14:cNvPr>
              <p14:cNvContentPartPr/>
              <p14:nvPr/>
            </p14:nvContentPartPr>
            <p14:xfrm>
              <a:off x="5451955" y="2020308"/>
              <a:ext cx="1168920" cy="568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2D74BC9-5ED0-5C72-5810-86776C0121D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43315" y="2011308"/>
                <a:ext cx="118656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996E6C9A-B2D8-452E-4531-4049C6D009B7}"/>
              </a:ext>
            </a:extLst>
          </p:cNvPr>
          <p:cNvGrpSpPr/>
          <p:nvPr/>
        </p:nvGrpSpPr>
        <p:grpSpPr>
          <a:xfrm>
            <a:off x="501595" y="4229628"/>
            <a:ext cx="10416600" cy="1650960"/>
            <a:chOff x="501595" y="4229628"/>
            <a:chExt cx="10416600" cy="165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ABB18BC-F43B-ED6C-7281-F24A18576732}"/>
                    </a:ext>
                  </a:extLst>
                </p14:cNvPr>
                <p14:cNvContentPartPr/>
                <p14:nvPr/>
              </p14:nvContentPartPr>
              <p14:xfrm>
                <a:off x="5102395" y="4229628"/>
                <a:ext cx="845640" cy="48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ABB18BC-F43B-ED6C-7281-F24A185767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93395" y="4220988"/>
                  <a:ext cx="863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79509E-5250-E047-8872-A4179049BE28}"/>
                    </a:ext>
                  </a:extLst>
                </p14:cNvPr>
                <p14:cNvContentPartPr/>
                <p14:nvPr/>
              </p14:nvContentPartPr>
              <p14:xfrm>
                <a:off x="9692755" y="4255908"/>
                <a:ext cx="1225440" cy="48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79509E-5250-E047-8872-A4179049BE2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84115" y="4246908"/>
                  <a:ext cx="1243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61200EB-215D-539D-3B57-B4E5886414A3}"/>
                    </a:ext>
                  </a:extLst>
                </p14:cNvPr>
                <p14:cNvContentPartPr/>
                <p14:nvPr/>
              </p14:nvContentPartPr>
              <p14:xfrm>
                <a:off x="501595" y="4386948"/>
                <a:ext cx="333720" cy="673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61200EB-215D-539D-3B57-B4E5886414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2955" y="4378308"/>
                  <a:ext cx="35136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508F92E-A727-4FC7-60CB-5FD8F357A540}"/>
                    </a:ext>
                  </a:extLst>
                </p14:cNvPr>
                <p14:cNvContentPartPr/>
                <p14:nvPr/>
              </p14:nvContentPartPr>
              <p14:xfrm>
                <a:off x="893995" y="4546428"/>
                <a:ext cx="820440" cy="495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508F92E-A727-4FC7-60CB-5FD8F357A5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5355" y="4537788"/>
                  <a:ext cx="83808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847A05-4FA0-3A1C-4A4B-A9AE2606E1D4}"/>
                    </a:ext>
                  </a:extLst>
                </p14:cNvPr>
                <p14:cNvContentPartPr/>
                <p14:nvPr/>
              </p14:nvContentPartPr>
              <p14:xfrm>
                <a:off x="1529755" y="4664868"/>
                <a:ext cx="363240" cy="86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847A05-4FA0-3A1C-4A4B-A9AE2606E1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20755" y="4656228"/>
                  <a:ext cx="380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BA1A2F9-A42F-E176-EDC9-4DB1D772A29C}"/>
                    </a:ext>
                  </a:extLst>
                </p14:cNvPr>
                <p14:cNvContentPartPr/>
                <p14:nvPr/>
              </p14:nvContentPartPr>
              <p14:xfrm>
                <a:off x="937555" y="4572708"/>
                <a:ext cx="27000" cy="17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BA1A2F9-A42F-E176-EDC9-4DB1D772A29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8555" y="4563708"/>
                  <a:ext cx="44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DB924E2-291C-E25B-EDF0-288BF543A23F}"/>
                    </a:ext>
                  </a:extLst>
                </p14:cNvPr>
                <p14:cNvContentPartPr/>
                <p14:nvPr/>
              </p14:nvContentPartPr>
              <p14:xfrm>
                <a:off x="2177035" y="4574868"/>
                <a:ext cx="38880" cy="80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DB924E2-291C-E25B-EDF0-288BF543A23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68395" y="4565868"/>
                  <a:ext cx="56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17CFABC-4123-177A-E223-8E00A962979A}"/>
                    </a:ext>
                  </a:extLst>
                </p14:cNvPr>
                <p14:cNvContentPartPr/>
                <p14:nvPr/>
              </p14:nvContentPartPr>
              <p14:xfrm>
                <a:off x="1950235" y="5149788"/>
                <a:ext cx="135360" cy="41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17CFABC-4123-177A-E223-8E00A962979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41595" y="5141148"/>
                  <a:ext cx="153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68B375C-801E-A573-7212-1C6C188EFEDD}"/>
                    </a:ext>
                  </a:extLst>
                </p14:cNvPr>
                <p14:cNvContentPartPr/>
                <p14:nvPr/>
              </p14:nvContentPartPr>
              <p14:xfrm>
                <a:off x="2444875" y="4812468"/>
                <a:ext cx="297000" cy="41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68B375C-801E-A573-7212-1C6C188EFE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35875" y="4803468"/>
                  <a:ext cx="3146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239F44C-EBCF-227A-7C60-65020C680A72}"/>
                    </a:ext>
                  </a:extLst>
                </p14:cNvPr>
                <p14:cNvContentPartPr/>
                <p14:nvPr/>
              </p14:nvContentPartPr>
              <p14:xfrm>
                <a:off x="3285835" y="4578828"/>
                <a:ext cx="437400" cy="955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239F44C-EBCF-227A-7C60-65020C680A7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76835" y="4570188"/>
                  <a:ext cx="455040" cy="9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9D4AE2F-E2C4-28B5-82F6-FF3AE75CC5C0}"/>
                    </a:ext>
                  </a:extLst>
                </p14:cNvPr>
                <p14:cNvContentPartPr/>
                <p14:nvPr/>
              </p14:nvContentPartPr>
              <p14:xfrm>
                <a:off x="4132555" y="4706988"/>
                <a:ext cx="106920" cy="419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9D4AE2F-E2C4-28B5-82F6-FF3AE75CC5C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23555" y="4697988"/>
                  <a:ext cx="1245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8357DCA-7014-447D-8CFE-58697B72D662}"/>
                    </a:ext>
                  </a:extLst>
                </p14:cNvPr>
                <p14:cNvContentPartPr/>
                <p14:nvPr/>
              </p14:nvContentPartPr>
              <p14:xfrm>
                <a:off x="4230475" y="5107668"/>
                <a:ext cx="204120" cy="150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8357DCA-7014-447D-8CFE-58697B72D6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21835" y="5098668"/>
                  <a:ext cx="221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571852-7927-B9FC-893E-2856892CE59A}"/>
                    </a:ext>
                  </a:extLst>
                </p14:cNvPr>
                <p14:cNvContentPartPr/>
                <p14:nvPr/>
              </p14:nvContentPartPr>
              <p14:xfrm>
                <a:off x="4795675" y="4762788"/>
                <a:ext cx="378000" cy="389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571852-7927-B9FC-893E-2856892CE5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87035" y="4753788"/>
                  <a:ext cx="3956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4353A6A-37C4-A175-EFF1-60ED1167AA4E}"/>
                    </a:ext>
                  </a:extLst>
                </p14:cNvPr>
                <p14:cNvContentPartPr/>
                <p14:nvPr/>
              </p14:nvContentPartPr>
              <p14:xfrm>
                <a:off x="5307235" y="5074908"/>
                <a:ext cx="259560" cy="168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4353A6A-37C4-A175-EFF1-60ED1167AA4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98595" y="5066268"/>
                  <a:ext cx="2772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23FDDFE-084A-B5AC-9A7C-4DFC70A154B1}"/>
                    </a:ext>
                  </a:extLst>
                </p14:cNvPr>
                <p14:cNvContentPartPr/>
                <p14:nvPr/>
              </p14:nvContentPartPr>
              <p14:xfrm>
                <a:off x="5777035" y="4669548"/>
                <a:ext cx="391320" cy="520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23FDDFE-084A-B5AC-9A7C-4DFC70A154B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68035" y="4660548"/>
                  <a:ext cx="40896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E323A90-18BA-9AD8-E8A5-04D3B5A9DCDF}"/>
                    </a:ext>
                  </a:extLst>
                </p14:cNvPr>
                <p14:cNvContentPartPr/>
                <p14:nvPr/>
              </p14:nvContentPartPr>
              <p14:xfrm>
                <a:off x="6392635" y="4944948"/>
                <a:ext cx="156960" cy="186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E323A90-18BA-9AD8-E8A5-04D3B5A9DCD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83635" y="4935948"/>
                  <a:ext cx="174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80A3657-8A0D-72FD-AB8D-3684F97CDC20}"/>
                    </a:ext>
                  </a:extLst>
                </p14:cNvPr>
                <p14:cNvContentPartPr/>
                <p14:nvPr/>
              </p14:nvContentPartPr>
              <p14:xfrm>
                <a:off x="6839395" y="4601868"/>
                <a:ext cx="329760" cy="603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80A3657-8A0D-72FD-AB8D-3684F97CDC2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30395" y="4593228"/>
                  <a:ext cx="34740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7A4478-C0CB-4DA0-F996-1224E4452164}"/>
                    </a:ext>
                  </a:extLst>
                </p14:cNvPr>
                <p14:cNvContentPartPr/>
                <p14:nvPr/>
              </p14:nvContentPartPr>
              <p14:xfrm>
                <a:off x="7445275" y="5106588"/>
                <a:ext cx="104040" cy="126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7A4478-C0CB-4DA0-F996-1224E44521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36275" y="5097588"/>
                  <a:ext cx="121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AFD40BD-D34D-3E6E-A0F0-F69C3670A528}"/>
                    </a:ext>
                  </a:extLst>
                </p14:cNvPr>
                <p14:cNvContentPartPr/>
                <p14:nvPr/>
              </p14:nvContentPartPr>
              <p14:xfrm>
                <a:off x="7811755" y="4746228"/>
                <a:ext cx="368280" cy="564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AFD40BD-D34D-3E6E-A0F0-F69C3670A52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03115" y="4737588"/>
                  <a:ext cx="38592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994B83A-CEF6-C246-A47F-19DF3004C6D4}"/>
                    </a:ext>
                  </a:extLst>
                </p14:cNvPr>
                <p14:cNvContentPartPr/>
                <p14:nvPr/>
              </p14:nvContentPartPr>
              <p14:xfrm>
                <a:off x="8365435" y="4519428"/>
                <a:ext cx="414000" cy="65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994B83A-CEF6-C246-A47F-19DF3004C6D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56435" y="4510788"/>
                  <a:ext cx="4316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C7E62B-ADA9-2EAA-AFA6-1CFDA19CDA96}"/>
                    </a:ext>
                  </a:extLst>
                </p14:cNvPr>
                <p14:cNvContentPartPr/>
                <p14:nvPr/>
              </p14:nvContentPartPr>
              <p14:xfrm>
                <a:off x="8197675" y="4334388"/>
                <a:ext cx="1175400" cy="1546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C7E62B-ADA9-2EAA-AFA6-1CFDA19CDA9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88675" y="4325388"/>
                  <a:ext cx="1193040" cy="156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B37E66F-62FF-5910-9EF2-72BE91AE7B1C}"/>
              </a:ext>
            </a:extLst>
          </p:cNvPr>
          <p:cNvGrpSpPr/>
          <p:nvPr/>
        </p:nvGrpSpPr>
        <p:grpSpPr>
          <a:xfrm>
            <a:off x="3867235" y="515148"/>
            <a:ext cx="4977000" cy="1539360"/>
            <a:chOff x="3867235" y="515148"/>
            <a:chExt cx="4977000" cy="153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B9C643C-746B-D789-7926-C179B0EB31A1}"/>
                    </a:ext>
                  </a:extLst>
                </p14:cNvPr>
                <p14:cNvContentPartPr/>
                <p14:nvPr/>
              </p14:nvContentPartPr>
              <p14:xfrm>
                <a:off x="5364115" y="1126068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B9C643C-746B-D789-7926-C179B0EB31A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55115" y="11170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2CF0911-2123-DC84-ECAC-304C1DA859A3}"/>
                    </a:ext>
                  </a:extLst>
                </p14:cNvPr>
                <p14:cNvContentPartPr/>
                <p14:nvPr/>
              </p14:nvContentPartPr>
              <p14:xfrm>
                <a:off x="3867235" y="886668"/>
                <a:ext cx="723960" cy="574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2CF0911-2123-DC84-ECAC-304C1DA859A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58595" y="877668"/>
                  <a:ext cx="74160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7D6BA0D-B0D2-1E0B-B603-0F96A1AC6FB4}"/>
                    </a:ext>
                  </a:extLst>
                </p14:cNvPr>
                <p14:cNvContentPartPr/>
                <p14:nvPr/>
              </p14:nvContentPartPr>
              <p14:xfrm>
                <a:off x="4993315" y="605868"/>
                <a:ext cx="1486440" cy="950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7D6BA0D-B0D2-1E0B-B603-0F96A1AC6F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84315" y="596868"/>
                  <a:ext cx="1504080" cy="9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FDC4478-DFF8-3056-4B4C-136CE17580E9}"/>
                    </a:ext>
                  </a:extLst>
                </p14:cNvPr>
                <p14:cNvContentPartPr/>
                <p14:nvPr/>
              </p14:nvContentPartPr>
              <p14:xfrm>
                <a:off x="8554435" y="1426668"/>
                <a:ext cx="289800" cy="193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FDC4478-DFF8-3056-4B4C-136CE17580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45795" y="1417668"/>
                  <a:ext cx="3074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DD0222F-9850-C585-9F2F-E29670DB78DF}"/>
                    </a:ext>
                  </a:extLst>
                </p14:cNvPr>
                <p14:cNvContentPartPr/>
                <p14:nvPr/>
              </p14:nvContentPartPr>
              <p14:xfrm>
                <a:off x="4831675" y="1697748"/>
                <a:ext cx="241200" cy="18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DD0222F-9850-C585-9F2F-E29670DB78D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22675" y="1689108"/>
                  <a:ext cx="258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1105C8B-B298-36BE-EC0A-27A0374169C6}"/>
                    </a:ext>
                  </a:extLst>
                </p14:cNvPr>
                <p14:cNvContentPartPr/>
                <p14:nvPr/>
              </p14:nvContentPartPr>
              <p14:xfrm>
                <a:off x="5288155" y="1866228"/>
                <a:ext cx="123480" cy="6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1105C8B-B298-36BE-EC0A-27A0374169C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79155" y="1857228"/>
                  <a:ext cx="141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43EBCF-13C8-7F10-9D7C-E87FB3CE6B2C}"/>
                    </a:ext>
                  </a:extLst>
                </p14:cNvPr>
                <p14:cNvContentPartPr/>
                <p14:nvPr/>
              </p14:nvContentPartPr>
              <p14:xfrm>
                <a:off x="7651915" y="903228"/>
                <a:ext cx="522000" cy="594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43EBCF-13C8-7F10-9D7C-E87FB3CE6B2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42915" y="894588"/>
                  <a:ext cx="53964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B497B08-25B4-CA51-5309-DE7ADBD7B5D2}"/>
                    </a:ext>
                  </a:extLst>
                </p14:cNvPr>
                <p14:cNvContentPartPr/>
                <p14:nvPr/>
              </p14:nvContentPartPr>
              <p14:xfrm>
                <a:off x="6930835" y="515148"/>
                <a:ext cx="508680" cy="1539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B497B08-25B4-CA51-5309-DE7ADBD7B5D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21835" y="506148"/>
                  <a:ext cx="526320" cy="155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1C8F4CD-3CD4-5ED2-77A3-3FD903A1B613}"/>
                  </a:ext>
                </a:extLst>
              </p14:cNvPr>
              <p14:cNvContentPartPr/>
              <p14:nvPr/>
            </p14:nvContentPartPr>
            <p14:xfrm>
              <a:off x="9665035" y="884868"/>
              <a:ext cx="623160" cy="7416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1C8F4CD-3CD4-5ED2-77A3-3FD903A1B61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656395" y="876228"/>
                <a:ext cx="640800" cy="75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737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412F78-41A0-E4A5-18A8-838854E0CFE8}"/>
                  </a:ext>
                </a:extLst>
              </p14:cNvPr>
              <p14:cNvContentPartPr/>
              <p14:nvPr/>
            </p14:nvContentPartPr>
            <p14:xfrm>
              <a:off x="1396915" y="468348"/>
              <a:ext cx="897480" cy="96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412F78-41A0-E4A5-18A8-838854E0CF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8275" y="459348"/>
                <a:ext cx="915120" cy="9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F0AF5F-E030-EE6D-EF60-56125B1BEFE3}"/>
                  </a:ext>
                </a:extLst>
              </p14:cNvPr>
              <p14:cNvContentPartPr/>
              <p14:nvPr/>
            </p14:nvContentPartPr>
            <p14:xfrm>
              <a:off x="2560435" y="636468"/>
              <a:ext cx="119880" cy="7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F0AF5F-E030-EE6D-EF60-56125B1BEF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1795" y="627828"/>
                <a:ext cx="13752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9FF986-D5D2-AECF-6C47-62646233DF47}"/>
                  </a:ext>
                </a:extLst>
              </p14:cNvPr>
              <p14:cNvContentPartPr/>
              <p14:nvPr/>
            </p14:nvContentPartPr>
            <p14:xfrm>
              <a:off x="2583475" y="1115268"/>
              <a:ext cx="220680" cy="289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9FF986-D5D2-AECF-6C47-62646233DF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74475" y="1106268"/>
                <a:ext cx="2383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84CA91-28C6-D714-5744-DE1E43D51AB0}"/>
                  </a:ext>
                </a:extLst>
              </p14:cNvPr>
              <p14:cNvContentPartPr/>
              <p14:nvPr/>
            </p14:nvContentPartPr>
            <p14:xfrm>
              <a:off x="3008995" y="595428"/>
              <a:ext cx="304200" cy="795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84CA91-28C6-D714-5744-DE1E43D51A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00355" y="586428"/>
                <a:ext cx="321840" cy="8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08C7B6-7925-DA6F-EC70-42B980B498EE}"/>
                  </a:ext>
                </a:extLst>
              </p14:cNvPr>
              <p14:cNvContentPartPr/>
              <p14:nvPr/>
            </p14:nvContentPartPr>
            <p14:xfrm>
              <a:off x="3040315" y="1002228"/>
              <a:ext cx="460800" cy="86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808C7B6-7925-DA6F-EC70-42B980B498E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31675" y="993588"/>
                <a:ext cx="47844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2DE211-C5CB-6631-CD2C-6B98F2149AB1}"/>
                  </a:ext>
                </a:extLst>
              </p14:cNvPr>
              <p14:cNvContentPartPr/>
              <p14:nvPr/>
            </p14:nvContentPartPr>
            <p14:xfrm>
              <a:off x="1763395" y="2379948"/>
              <a:ext cx="900360" cy="1412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2DE211-C5CB-6631-CD2C-6B98F2149A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54755" y="2370948"/>
                <a:ext cx="918000" cy="14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388FF3B-1D05-D5C2-7BE5-5C4A60D78ED7}"/>
                  </a:ext>
                </a:extLst>
              </p14:cNvPr>
              <p14:cNvContentPartPr/>
              <p14:nvPr/>
            </p14:nvContentPartPr>
            <p14:xfrm>
              <a:off x="2976595" y="2845068"/>
              <a:ext cx="37800" cy="117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388FF3B-1D05-D5C2-7BE5-5C4A60D78ED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67595" y="2836068"/>
                <a:ext cx="554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95FB494-7130-75C7-4C5C-1427F88D2E6C}"/>
                  </a:ext>
                </a:extLst>
              </p14:cNvPr>
              <p14:cNvContentPartPr/>
              <p14:nvPr/>
            </p14:nvContentPartPr>
            <p14:xfrm>
              <a:off x="2910355" y="3146028"/>
              <a:ext cx="276120" cy="789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5FB494-7130-75C7-4C5C-1427F88D2E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01715" y="3137028"/>
                <a:ext cx="293760" cy="80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0F552C2-1DF5-4477-CE62-2F321DF0B3C8}"/>
                  </a:ext>
                </a:extLst>
              </p14:cNvPr>
              <p14:cNvContentPartPr/>
              <p14:nvPr/>
            </p14:nvContentPartPr>
            <p14:xfrm>
              <a:off x="3529915" y="3103188"/>
              <a:ext cx="271800" cy="725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0F552C2-1DF5-4477-CE62-2F321DF0B3C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21275" y="3094548"/>
                <a:ext cx="289440" cy="74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2C7FE6C-D8D7-2869-D1CB-471A40498EE8}"/>
                  </a:ext>
                </a:extLst>
              </p14:cNvPr>
              <p14:cNvContentPartPr/>
              <p14:nvPr/>
            </p14:nvContentPartPr>
            <p14:xfrm>
              <a:off x="3323995" y="3495948"/>
              <a:ext cx="582840" cy="1209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2C7FE6C-D8D7-2869-D1CB-471A40498EE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14995" y="3487308"/>
                <a:ext cx="6004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DB21C51-EB0F-12A1-6B50-8C290BC38805}"/>
                  </a:ext>
                </a:extLst>
              </p14:cNvPr>
              <p14:cNvContentPartPr/>
              <p14:nvPr/>
            </p14:nvContentPartPr>
            <p14:xfrm>
              <a:off x="4145155" y="2740668"/>
              <a:ext cx="355680" cy="137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DB21C51-EB0F-12A1-6B50-8C290BC3880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36515" y="2732028"/>
                <a:ext cx="373320" cy="13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61E921C-34C4-E51C-2291-BDDE16028616}"/>
                  </a:ext>
                </a:extLst>
              </p14:cNvPr>
              <p14:cNvContentPartPr/>
              <p14:nvPr/>
            </p14:nvContentPartPr>
            <p14:xfrm>
              <a:off x="4472395" y="440268"/>
              <a:ext cx="806400" cy="1446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61E921C-34C4-E51C-2291-BDDE1602861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63395" y="431268"/>
                <a:ext cx="824040" cy="14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326B067-B41A-5194-AEF6-17549CCB0E87}"/>
                  </a:ext>
                </a:extLst>
              </p14:cNvPr>
              <p14:cNvContentPartPr/>
              <p14:nvPr/>
            </p14:nvContentPartPr>
            <p14:xfrm>
              <a:off x="6251515" y="336948"/>
              <a:ext cx="779760" cy="17366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326B067-B41A-5194-AEF6-17549CCB0E8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242515" y="327948"/>
                <a:ext cx="797400" cy="175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521B59AA-202F-B164-246A-DD4396CC97A8}"/>
              </a:ext>
            </a:extLst>
          </p:cNvPr>
          <p:cNvGrpSpPr/>
          <p:nvPr/>
        </p:nvGrpSpPr>
        <p:grpSpPr>
          <a:xfrm>
            <a:off x="4835635" y="2796828"/>
            <a:ext cx="6276240" cy="2052720"/>
            <a:chOff x="4835635" y="2796828"/>
            <a:chExt cx="6276240" cy="20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1FF2802-4CD9-D5B8-7A55-1D14F2DA5C26}"/>
                    </a:ext>
                  </a:extLst>
                </p14:cNvPr>
                <p14:cNvContentPartPr/>
                <p14:nvPr/>
              </p14:nvContentPartPr>
              <p14:xfrm>
                <a:off x="4835635" y="3181308"/>
                <a:ext cx="2327400" cy="1071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1FF2802-4CD9-D5B8-7A55-1D14F2DA5C2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26635" y="3172668"/>
                  <a:ext cx="2345040" cy="10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07F93CC-09F8-FC98-096E-1D6B588112F3}"/>
                    </a:ext>
                  </a:extLst>
                </p14:cNvPr>
                <p14:cNvContentPartPr/>
                <p14:nvPr/>
              </p14:nvContentPartPr>
              <p14:xfrm>
                <a:off x="6902755" y="3549948"/>
                <a:ext cx="396360" cy="456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07F93CC-09F8-FC98-096E-1D6B588112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93755" y="3541308"/>
                  <a:ext cx="41400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1618759-B142-AFB0-E738-F3CD9B6DBC5D}"/>
                    </a:ext>
                  </a:extLst>
                </p14:cNvPr>
                <p14:cNvContentPartPr/>
                <p14:nvPr/>
              </p14:nvContentPartPr>
              <p14:xfrm>
                <a:off x="7933075" y="2796828"/>
                <a:ext cx="558720" cy="2052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1618759-B142-AFB0-E738-F3CD9B6DBC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24075" y="2788188"/>
                  <a:ext cx="576360" cy="20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CF4E6F6-71FD-344C-9853-E4795049BA17}"/>
                    </a:ext>
                  </a:extLst>
                </p14:cNvPr>
                <p14:cNvContentPartPr/>
                <p14:nvPr/>
              </p14:nvContentPartPr>
              <p14:xfrm>
                <a:off x="8002555" y="3060708"/>
                <a:ext cx="824760" cy="1338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CF4E6F6-71FD-344C-9853-E4795049BA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93555" y="3052068"/>
                  <a:ext cx="842400" cy="13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7C31A97-1879-5274-6BC5-4ADBC7642210}"/>
                    </a:ext>
                  </a:extLst>
                </p14:cNvPr>
                <p14:cNvContentPartPr/>
                <p14:nvPr/>
              </p14:nvContentPartPr>
              <p14:xfrm>
                <a:off x="8760715" y="3844428"/>
                <a:ext cx="260640" cy="31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7C31A97-1879-5274-6BC5-4ADBC764221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52075" y="3835788"/>
                  <a:ext cx="278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1CE1D8-A0D4-A9C5-F4DA-E50F7FD4B120}"/>
                    </a:ext>
                  </a:extLst>
                </p14:cNvPr>
                <p14:cNvContentPartPr/>
                <p14:nvPr/>
              </p14:nvContentPartPr>
              <p14:xfrm>
                <a:off x="9041515" y="3503508"/>
                <a:ext cx="1524600" cy="480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1CE1D8-A0D4-A9C5-F4DA-E50F7FD4B12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32875" y="3494868"/>
                  <a:ext cx="15422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049578-E338-48D3-2ECF-B62592CFE7DA}"/>
                    </a:ext>
                  </a:extLst>
                </p14:cNvPr>
                <p14:cNvContentPartPr/>
                <p14:nvPr/>
              </p14:nvContentPartPr>
              <p14:xfrm>
                <a:off x="10445155" y="3817428"/>
                <a:ext cx="246600" cy="344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049578-E338-48D3-2ECF-B62592CFE7D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36155" y="3808428"/>
                  <a:ext cx="2642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DFA89D-1325-0D50-7DBE-907462F116AC}"/>
                    </a:ext>
                  </a:extLst>
                </p14:cNvPr>
                <p14:cNvContentPartPr/>
                <p14:nvPr/>
              </p14:nvContentPartPr>
              <p14:xfrm>
                <a:off x="10745395" y="4126308"/>
                <a:ext cx="366480" cy="292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DFA89D-1325-0D50-7DBE-907462F116A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736755" y="4117668"/>
                  <a:ext cx="38412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B87164E-662E-C4B8-7C6C-0FAB19BA34C5}"/>
              </a:ext>
            </a:extLst>
          </p:cNvPr>
          <p:cNvGrpSpPr/>
          <p:nvPr/>
        </p:nvGrpSpPr>
        <p:grpSpPr>
          <a:xfrm>
            <a:off x="7474075" y="5137908"/>
            <a:ext cx="3672000" cy="1204920"/>
            <a:chOff x="7474075" y="5137908"/>
            <a:chExt cx="3672000" cy="12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B87430F-273D-AEDE-2778-F67D87A62ACD}"/>
                    </a:ext>
                  </a:extLst>
                </p14:cNvPr>
                <p14:cNvContentPartPr/>
                <p14:nvPr/>
              </p14:nvContentPartPr>
              <p14:xfrm>
                <a:off x="8133595" y="5252028"/>
                <a:ext cx="381240" cy="615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B87430F-273D-AEDE-2778-F67D87A62A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24955" y="5243028"/>
                  <a:ext cx="39888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1CA45C-C3BA-E9D0-B089-7B6724EE2F47}"/>
                    </a:ext>
                  </a:extLst>
                </p14:cNvPr>
                <p14:cNvContentPartPr/>
                <p14:nvPr/>
              </p14:nvContentPartPr>
              <p14:xfrm>
                <a:off x="7963675" y="5137908"/>
                <a:ext cx="735840" cy="248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21CA45C-C3BA-E9D0-B089-7B6724EE2F4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55035" y="5129268"/>
                  <a:ext cx="7534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CCEB819-2E2F-7AC4-ED5F-8B5F7FEB526E}"/>
                    </a:ext>
                  </a:extLst>
                </p14:cNvPr>
                <p14:cNvContentPartPr/>
                <p14:nvPr/>
              </p14:nvContentPartPr>
              <p14:xfrm>
                <a:off x="7474075" y="5965908"/>
                <a:ext cx="727560" cy="12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CCEB819-2E2F-7AC4-ED5F-8B5F7FEB52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65435" y="5957268"/>
                  <a:ext cx="745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75599F2-2A28-B276-FC21-E38BF912F2D5}"/>
                    </a:ext>
                  </a:extLst>
                </p14:cNvPr>
                <p14:cNvContentPartPr/>
                <p14:nvPr/>
              </p14:nvContentPartPr>
              <p14:xfrm>
                <a:off x="8654515" y="5381268"/>
                <a:ext cx="260640" cy="628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75599F2-2A28-B276-FC21-E38BF912F2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45875" y="5372628"/>
                  <a:ext cx="27828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2B76384-8B02-3BD8-5BF1-7CF115938215}"/>
                    </a:ext>
                  </a:extLst>
                </p14:cNvPr>
                <p14:cNvContentPartPr/>
                <p14:nvPr/>
              </p14:nvContentPartPr>
              <p14:xfrm>
                <a:off x="8561635" y="5633268"/>
                <a:ext cx="578160" cy="336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2B76384-8B02-3BD8-5BF1-7CF1159382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52635" y="5624268"/>
                  <a:ext cx="5958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D330EB4-8078-003C-6C32-57B2925EF73F}"/>
                    </a:ext>
                  </a:extLst>
                </p14:cNvPr>
                <p14:cNvContentPartPr/>
                <p14:nvPr/>
              </p14:nvContentPartPr>
              <p14:xfrm>
                <a:off x="9278755" y="5546508"/>
                <a:ext cx="337320" cy="410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D330EB4-8078-003C-6C32-57B2925EF73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69755" y="5537868"/>
                  <a:ext cx="3549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D823E9-211E-B6C5-4AA8-BC60AD3B0703}"/>
                    </a:ext>
                  </a:extLst>
                </p14:cNvPr>
                <p14:cNvContentPartPr/>
                <p14:nvPr/>
              </p14:nvContentPartPr>
              <p14:xfrm>
                <a:off x="9495835" y="5636148"/>
                <a:ext cx="277200" cy="313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D823E9-211E-B6C5-4AA8-BC60AD3B070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86835" y="5627148"/>
                  <a:ext cx="2948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BE1022A-4A53-B6F8-2362-DEB03ADF082A}"/>
                    </a:ext>
                  </a:extLst>
                </p14:cNvPr>
                <p14:cNvContentPartPr/>
                <p14:nvPr/>
              </p14:nvContentPartPr>
              <p14:xfrm>
                <a:off x="9922795" y="5298468"/>
                <a:ext cx="452880" cy="720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BE1022A-4A53-B6F8-2362-DEB03ADF08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13795" y="5289828"/>
                  <a:ext cx="470520" cy="7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520595D-D52A-64E9-AFCB-46C7AA7D018B}"/>
                    </a:ext>
                  </a:extLst>
                </p14:cNvPr>
                <p14:cNvContentPartPr/>
                <p14:nvPr/>
              </p14:nvContentPartPr>
              <p14:xfrm>
                <a:off x="10422115" y="5550468"/>
                <a:ext cx="447480" cy="569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520595D-D52A-64E9-AFCB-46C7AA7D018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13475" y="5541468"/>
                  <a:ext cx="46512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CDD4240-78E2-B398-30CC-E07BF508D965}"/>
                    </a:ext>
                  </a:extLst>
                </p14:cNvPr>
                <p14:cNvContentPartPr/>
                <p14:nvPr/>
              </p14:nvContentPartPr>
              <p14:xfrm>
                <a:off x="10226995" y="5142228"/>
                <a:ext cx="919080" cy="1121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CDD4240-78E2-B398-30CC-E07BF508D96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18355" y="5133588"/>
                  <a:ext cx="936720" cy="11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A28775D-9C13-9203-52EE-B7BFE9C6B663}"/>
                    </a:ext>
                  </a:extLst>
                </p14:cNvPr>
                <p14:cNvContentPartPr/>
                <p14:nvPr/>
              </p14:nvContentPartPr>
              <p14:xfrm>
                <a:off x="9039355" y="6173268"/>
                <a:ext cx="551520" cy="169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A28775D-9C13-9203-52EE-B7BFE9C6B66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030355" y="6164628"/>
                  <a:ext cx="569160" cy="187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82022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2D35F8-6851-1356-B948-1BD984E4DB92}"/>
              </a:ext>
            </a:extLst>
          </p:cNvPr>
          <p:cNvSpPr txBox="1"/>
          <p:nvPr/>
        </p:nvSpPr>
        <p:spPr>
          <a:xfrm>
            <a:off x="303963" y="327096"/>
            <a:ext cx="6094324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The filter() function constructs an iterator from elements of an</a:t>
            </a:r>
          </a:p>
          <a:p>
            <a:pPr>
              <a:lnSpc>
                <a:spcPts val="1500"/>
              </a:lnSpc>
              <a:buNone/>
            </a:pPr>
            <a:endParaRPr lang="en-US" dirty="0">
              <a:solidFill>
                <a:srgbClr val="BECFDA"/>
              </a:solidFill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 </a:t>
            </a:r>
            <a:r>
              <a:rPr lang="en-US" b="0" dirty="0" err="1">
                <a:solidFill>
                  <a:srgbClr val="BECFDA"/>
                </a:solidFill>
                <a:effectLst/>
                <a:latin typeface="Mono Lisa"/>
              </a:rPr>
              <a:t>iterable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 for which a function returns true. It is used to filter out </a:t>
            </a:r>
          </a:p>
          <a:p>
            <a:pPr>
              <a:lnSpc>
                <a:spcPts val="1500"/>
              </a:lnSpc>
              <a:buNone/>
            </a:pPr>
            <a:endParaRPr lang="en-US" dirty="0">
              <a:solidFill>
                <a:srgbClr val="BECFDA"/>
              </a:solidFill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items from a list (or any other </a:t>
            </a:r>
            <a:r>
              <a:rPr lang="en-US" b="0" dirty="0" err="1">
                <a:solidFill>
                  <a:srgbClr val="BECFDA"/>
                </a:solidFill>
                <a:effectLst/>
                <a:latin typeface="Mono Lisa"/>
              </a:rPr>
              <a:t>iterable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) based on a condition.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D86A850-046B-07E1-C8D2-BD72F0D6C736}"/>
                  </a:ext>
                </a:extLst>
              </p14:cNvPr>
              <p14:cNvContentPartPr/>
              <p14:nvPr/>
            </p14:nvContentPartPr>
            <p14:xfrm>
              <a:off x="2512195" y="637548"/>
              <a:ext cx="2026080" cy="29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D86A850-046B-07E1-C8D2-BD72F0D6C7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3555" y="628548"/>
                <a:ext cx="204372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5571122B-320D-DE36-9A2B-AE47DCC8F502}"/>
              </a:ext>
            </a:extLst>
          </p:cNvPr>
          <p:cNvGrpSpPr/>
          <p:nvPr/>
        </p:nvGrpSpPr>
        <p:grpSpPr>
          <a:xfrm>
            <a:off x="479275" y="532068"/>
            <a:ext cx="11065320" cy="4474800"/>
            <a:chOff x="479275" y="532068"/>
            <a:chExt cx="11065320" cy="447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B2470EF-4803-94CB-1C8E-5BC0A0E6409E}"/>
                    </a:ext>
                  </a:extLst>
                </p14:cNvPr>
                <p14:cNvContentPartPr/>
                <p14:nvPr/>
              </p14:nvContentPartPr>
              <p14:xfrm>
                <a:off x="3769315" y="570228"/>
                <a:ext cx="470160" cy="80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B2470EF-4803-94CB-1C8E-5BC0A0E6409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60675" y="561588"/>
                  <a:ext cx="4878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398E1E-AD72-D641-7B1A-50BFC1DE94B6}"/>
                    </a:ext>
                  </a:extLst>
                </p14:cNvPr>
                <p14:cNvContentPartPr/>
                <p14:nvPr/>
              </p14:nvContentPartPr>
              <p14:xfrm>
                <a:off x="479275" y="2347908"/>
                <a:ext cx="112320" cy="493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398E1E-AD72-D641-7B1A-50BFC1DE94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0635" y="2339268"/>
                  <a:ext cx="12996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68C1103-4C13-4049-7D8F-5EE9EAE9D8C1}"/>
                    </a:ext>
                  </a:extLst>
                </p14:cNvPr>
                <p14:cNvContentPartPr/>
                <p14:nvPr/>
              </p14:nvContentPartPr>
              <p14:xfrm>
                <a:off x="797515" y="1925628"/>
                <a:ext cx="34200" cy="129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68C1103-4C13-4049-7D8F-5EE9EAE9D8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8875" y="1916988"/>
                  <a:ext cx="51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CBF4CDF-B23D-3F13-DBF0-B27246363150}"/>
                    </a:ext>
                  </a:extLst>
                </p14:cNvPr>
                <p14:cNvContentPartPr/>
                <p14:nvPr/>
              </p14:nvContentPartPr>
              <p14:xfrm>
                <a:off x="1062475" y="1979268"/>
                <a:ext cx="131040" cy="91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CBF4CDF-B23D-3F13-DBF0-B272463631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53475" y="1970628"/>
                  <a:ext cx="148680" cy="9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A249583-7F4D-595C-3B17-1A68B99F1D37}"/>
                    </a:ext>
                  </a:extLst>
                </p14:cNvPr>
                <p14:cNvContentPartPr/>
                <p14:nvPr/>
              </p14:nvContentPartPr>
              <p14:xfrm>
                <a:off x="832795" y="2446908"/>
                <a:ext cx="686520" cy="465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A249583-7F4D-595C-3B17-1A68B99F1D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3795" y="2438268"/>
                  <a:ext cx="7041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32ABD3-5C7E-7B60-CC00-B1212641012C}"/>
                    </a:ext>
                  </a:extLst>
                </p14:cNvPr>
                <p14:cNvContentPartPr/>
                <p14:nvPr/>
              </p14:nvContentPartPr>
              <p14:xfrm>
                <a:off x="1796155" y="2332788"/>
                <a:ext cx="556200" cy="650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32ABD3-5C7E-7B60-CC00-B121264101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87155" y="2323788"/>
                  <a:ext cx="57384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296C8CF-A832-8292-A4C8-5090ACCE3A93}"/>
                    </a:ext>
                  </a:extLst>
                </p14:cNvPr>
                <p14:cNvContentPartPr/>
                <p14:nvPr/>
              </p14:nvContentPartPr>
              <p14:xfrm>
                <a:off x="2357755" y="2370588"/>
                <a:ext cx="317880" cy="518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296C8CF-A832-8292-A4C8-5090ACCE3A9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48755" y="2361948"/>
                  <a:ext cx="33552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3523E46-7B50-636B-161F-1A527FB1B963}"/>
                    </a:ext>
                  </a:extLst>
                </p14:cNvPr>
                <p14:cNvContentPartPr/>
                <p14:nvPr/>
              </p14:nvContentPartPr>
              <p14:xfrm>
                <a:off x="2933035" y="2163228"/>
                <a:ext cx="120600" cy="693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3523E46-7B50-636B-161F-1A527FB1B96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24395" y="2154228"/>
                  <a:ext cx="13824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82BD35E-A2FF-7931-89FB-8700854F0A68}"/>
                    </a:ext>
                  </a:extLst>
                </p14:cNvPr>
                <p14:cNvContentPartPr/>
                <p14:nvPr/>
              </p14:nvContentPartPr>
              <p14:xfrm>
                <a:off x="2917555" y="2445108"/>
                <a:ext cx="574560" cy="469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82BD35E-A2FF-7931-89FB-8700854F0A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08555" y="2436468"/>
                  <a:ext cx="5922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847DCC9-5C1B-0EBB-04CB-F93B0C1193FF}"/>
                    </a:ext>
                  </a:extLst>
                </p14:cNvPr>
                <p14:cNvContentPartPr/>
                <p14:nvPr/>
              </p14:nvContentPartPr>
              <p14:xfrm>
                <a:off x="3812155" y="2325228"/>
                <a:ext cx="1029960" cy="758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847DCC9-5C1B-0EBB-04CB-F93B0C1193F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03515" y="2316228"/>
                  <a:ext cx="104760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1C97103-B5C8-E451-CBA3-5653A709FA55}"/>
                    </a:ext>
                  </a:extLst>
                </p14:cNvPr>
                <p14:cNvContentPartPr/>
                <p14:nvPr/>
              </p14:nvContentPartPr>
              <p14:xfrm>
                <a:off x="4788475" y="1545468"/>
                <a:ext cx="885960" cy="1988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1C97103-B5C8-E451-CBA3-5653A709FA5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79475" y="1536828"/>
                  <a:ext cx="903600" cy="20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94D8551-A81A-CC6C-AC54-346A42D72F8A}"/>
                    </a:ext>
                  </a:extLst>
                </p14:cNvPr>
                <p14:cNvContentPartPr/>
                <p14:nvPr/>
              </p14:nvContentPartPr>
              <p14:xfrm>
                <a:off x="6011395" y="2040828"/>
                <a:ext cx="646560" cy="775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94D8551-A81A-CC6C-AC54-346A42D72F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02755" y="2031828"/>
                  <a:ext cx="66420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7212577-F1CB-573D-6377-8859B960A804}"/>
                    </a:ext>
                  </a:extLst>
                </p14:cNvPr>
                <p14:cNvContentPartPr/>
                <p14:nvPr/>
              </p14:nvContentPartPr>
              <p14:xfrm>
                <a:off x="6971515" y="2145948"/>
                <a:ext cx="18360" cy="53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7212577-F1CB-573D-6377-8859B960A80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62515" y="2137308"/>
                  <a:ext cx="36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22DA8CE-06DF-C13B-4844-EDBB01D74B35}"/>
                    </a:ext>
                  </a:extLst>
                </p14:cNvPr>
                <p14:cNvContentPartPr/>
                <p14:nvPr/>
              </p14:nvContentPartPr>
              <p14:xfrm>
                <a:off x="6885475" y="2459148"/>
                <a:ext cx="189720" cy="405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22DA8CE-06DF-C13B-4844-EDBB01D74B3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76835" y="2450148"/>
                  <a:ext cx="20736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95595BD-4190-A16E-CE26-5861A383CA87}"/>
                    </a:ext>
                  </a:extLst>
                </p14:cNvPr>
                <p14:cNvContentPartPr/>
                <p14:nvPr/>
              </p14:nvContentPartPr>
              <p14:xfrm>
                <a:off x="7388395" y="2139828"/>
                <a:ext cx="84600" cy="654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95595BD-4190-A16E-CE26-5861A383CA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79755" y="2130828"/>
                  <a:ext cx="10224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E4ECA9F-3B99-C6CA-A5F8-FF3EDFBD4035}"/>
                    </a:ext>
                  </a:extLst>
                </p14:cNvPr>
                <p14:cNvContentPartPr/>
                <p14:nvPr/>
              </p14:nvContentPartPr>
              <p14:xfrm>
                <a:off x="7252315" y="2424948"/>
                <a:ext cx="394560" cy="45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E4ECA9F-3B99-C6CA-A5F8-FF3EDFBD403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43675" y="2416308"/>
                  <a:ext cx="4122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C791DBA-3F74-6D1E-AD16-26BBAE519CCE}"/>
                    </a:ext>
                  </a:extLst>
                </p14:cNvPr>
                <p14:cNvContentPartPr/>
                <p14:nvPr/>
              </p14:nvContentPartPr>
              <p14:xfrm>
                <a:off x="7714195" y="2613948"/>
                <a:ext cx="244080" cy="389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C791DBA-3F74-6D1E-AD16-26BBAE519CC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05195" y="2604948"/>
                  <a:ext cx="26172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E4B3A82-AD52-64AC-F2BC-FC720EA0945B}"/>
                    </a:ext>
                  </a:extLst>
                </p14:cNvPr>
                <p14:cNvContentPartPr/>
                <p14:nvPr/>
              </p14:nvContentPartPr>
              <p14:xfrm>
                <a:off x="8590075" y="2003388"/>
                <a:ext cx="93240" cy="776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E4B3A82-AD52-64AC-F2BC-FC720EA0945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81435" y="1994388"/>
                  <a:ext cx="110880" cy="79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A0D8C9B-D6C8-97E0-FBDC-E159AE8298D0}"/>
                    </a:ext>
                  </a:extLst>
                </p14:cNvPr>
                <p14:cNvContentPartPr/>
                <p14:nvPr/>
              </p14:nvContentPartPr>
              <p14:xfrm>
                <a:off x="8400355" y="2226588"/>
                <a:ext cx="1236600" cy="539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A0D8C9B-D6C8-97E0-FBDC-E159AE8298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91355" y="2217948"/>
                  <a:ext cx="125424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12D53EE-5478-B831-3F99-9AEF580CC5A8}"/>
                    </a:ext>
                  </a:extLst>
                </p14:cNvPr>
                <p14:cNvContentPartPr/>
                <p14:nvPr/>
              </p14:nvContentPartPr>
              <p14:xfrm>
                <a:off x="9535075" y="2370228"/>
                <a:ext cx="208440" cy="191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12D53EE-5478-B831-3F99-9AEF580CC5A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26075" y="2361228"/>
                  <a:ext cx="226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662C0D6-C7D1-0AFF-F4BF-312404DD20CF}"/>
                    </a:ext>
                  </a:extLst>
                </p14:cNvPr>
                <p14:cNvContentPartPr/>
                <p14:nvPr/>
              </p14:nvContentPartPr>
              <p14:xfrm>
                <a:off x="9932875" y="1996548"/>
                <a:ext cx="696240" cy="759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662C0D6-C7D1-0AFF-F4BF-312404DD20C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23875" y="1987548"/>
                  <a:ext cx="713880" cy="77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1A5ECA0-63B1-1530-8FE3-32A734D7F7B3}"/>
                    </a:ext>
                  </a:extLst>
                </p14:cNvPr>
                <p14:cNvContentPartPr/>
                <p14:nvPr/>
              </p14:nvContentPartPr>
              <p14:xfrm>
                <a:off x="10667275" y="2535828"/>
                <a:ext cx="242640" cy="385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1A5ECA0-63B1-1530-8FE3-32A734D7F7B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58275" y="2526828"/>
                  <a:ext cx="2602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D223EDF-83C0-A38C-9093-9D35FA89AFFC}"/>
                    </a:ext>
                  </a:extLst>
                </p14:cNvPr>
                <p14:cNvContentPartPr/>
                <p14:nvPr/>
              </p14:nvContentPartPr>
              <p14:xfrm>
                <a:off x="6150715" y="3693588"/>
                <a:ext cx="421200" cy="602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D223EDF-83C0-A38C-9093-9D35FA89AFF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41715" y="3684588"/>
                  <a:ext cx="43884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882BEFE-3FC2-5C1D-F746-ECE741314E43}"/>
                    </a:ext>
                  </a:extLst>
                </p14:cNvPr>
                <p14:cNvContentPartPr/>
                <p14:nvPr/>
              </p14:nvContentPartPr>
              <p14:xfrm>
                <a:off x="6863875" y="3661908"/>
                <a:ext cx="704520" cy="487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882BEFE-3FC2-5C1D-F746-ECE741314E4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55235" y="3652908"/>
                  <a:ext cx="72216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02C602-56DD-8F97-89A6-D7FCE9521666}"/>
                    </a:ext>
                  </a:extLst>
                </p14:cNvPr>
                <p14:cNvContentPartPr/>
                <p14:nvPr/>
              </p14:nvContentPartPr>
              <p14:xfrm>
                <a:off x="7388395" y="3790068"/>
                <a:ext cx="506880" cy="65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02C602-56DD-8F97-89A6-D7FCE952166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79755" y="3781428"/>
                  <a:ext cx="524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8C95566-8D8D-9E8F-69AC-806987C170E8}"/>
                    </a:ext>
                  </a:extLst>
                </p14:cNvPr>
                <p14:cNvContentPartPr/>
                <p14:nvPr/>
              </p14:nvContentPartPr>
              <p14:xfrm>
                <a:off x="7696195" y="4069068"/>
                <a:ext cx="229320" cy="227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8C95566-8D8D-9E8F-69AC-806987C170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87195" y="4060428"/>
                  <a:ext cx="246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00692F8-215E-FD66-686D-B1B9BE9059A7}"/>
                    </a:ext>
                  </a:extLst>
                </p14:cNvPr>
                <p14:cNvContentPartPr/>
                <p14:nvPr/>
              </p14:nvContentPartPr>
              <p14:xfrm>
                <a:off x="8444275" y="3563628"/>
                <a:ext cx="823680" cy="612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00692F8-215E-FD66-686D-B1B9BE9059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35275" y="3554988"/>
                  <a:ext cx="84132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859021E-789D-3B01-D9D0-053C6F3C6AEE}"/>
                    </a:ext>
                  </a:extLst>
                </p14:cNvPr>
                <p14:cNvContentPartPr/>
                <p14:nvPr/>
              </p14:nvContentPartPr>
              <p14:xfrm>
                <a:off x="9339595" y="3700068"/>
                <a:ext cx="117360" cy="77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859021E-789D-3B01-D9D0-053C6F3C6A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30595" y="3691428"/>
                  <a:ext cx="135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8EA2C28-F28B-32D2-67C9-15967AA099D1}"/>
                    </a:ext>
                  </a:extLst>
                </p14:cNvPr>
                <p14:cNvContentPartPr/>
                <p14:nvPr/>
              </p14:nvContentPartPr>
              <p14:xfrm>
                <a:off x="9577555" y="3828228"/>
                <a:ext cx="166320" cy="442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8EA2C28-F28B-32D2-67C9-15967AA099D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68555" y="3819228"/>
                  <a:ext cx="1839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3D2505-0A39-A9D5-B99B-CC0EDE3E4D38}"/>
                    </a:ext>
                  </a:extLst>
                </p14:cNvPr>
                <p14:cNvContentPartPr/>
                <p14:nvPr/>
              </p14:nvContentPartPr>
              <p14:xfrm>
                <a:off x="10098115" y="3617628"/>
                <a:ext cx="323640" cy="721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3D2505-0A39-A9D5-B99B-CC0EDE3E4D3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89115" y="3608988"/>
                  <a:ext cx="34128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2D69BA2-72A1-E765-381E-07D6A22A4966}"/>
                    </a:ext>
                  </a:extLst>
                </p14:cNvPr>
                <p14:cNvContentPartPr/>
                <p14:nvPr/>
              </p14:nvContentPartPr>
              <p14:xfrm>
                <a:off x="9940075" y="4006068"/>
                <a:ext cx="370440" cy="19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2D69BA2-72A1-E765-381E-07D6A22A496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31075" y="3997428"/>
                  <a:ext cx="388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9173DC2-B7E0-CDB7-AE08-EF7B30110FD3}"/>
                    </a:ext>
                  </a:extLst>
                </p14:cNvPr>
                <p14:cNvContentPartPr/>
                <p14:nvPr/>
              </p14:nvContentPartPr>
              <p14:xfrm>
                <a:off x="10254715" y="3393348"/>
                <a:ext cx="916920" cy="1613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9173DC2-B7E0-CDB7-AE08-EF7B30110F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46075" y="3384708"/>
                  <a:ext cx="934560" cy="163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CFAF4D-6306-FEF4-57D6-85273E9CBF8B}"/>
                    </a:ext>
                  </a:extLst>
                </p14:cNvPr>
                <p14:cNvContentPartPr/>
                <p14:nvPr/>
              </p14:nvContentPartPr>
              <p14:xfrm>
                <a:off x="819475" y="3770628"/>
                <a:ext cx="3128040" cy="254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CFAF4D-6306-FEF4-57D6-85273E9CBF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0475" y="3761988"/>
                  <a:ext cx="31456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A02B7DB-80A1-D0B2-B3F1-856D045600AA}"/>
                    </a:ext>
                  </a:extLst>
                </p14:cNvPr>
                <p14:cNvContentPartPr/>
                <p14:nvPr/>
              </p14:nvContentPartPr>
              <p14:xfrm>
                <a:off x="4190875" y="1727268"/>
                <a:ext cx="2107800" cy="424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A02B7DB-80A1-D0B2-B3F1-856D045600A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82235" y="1718268"/>
                  <a:ext cx="212544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50095D1-D0A7-0005-DDC6-C94B28454A71}"/>
                    </a:ext>
                  </a:extLst>
                </p14:cNvPr>
                <p14:cNvContentPartPr/>
                <p14:nvPr/>
              </p14:nvContentPartPr>
              <p14:xfrm>
                <a:off x="7450675" y="619908"/>
                <a:ext cx="157680" cy="798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50095D1-D0A7-0005-DDC6-C94B28454A7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42035" y="610908"/>
                  <a:ext cx="17532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B3F3373-B38F-2D3E-15CA-1A165FAB369A}"/>
                    </a:ext>
                  </a:extLst>
                </p14:cNvPr>
                <p14:cNvContentPartPr/>
                <p14:nvPr/>
              </p14:nvContentPartPr>
              <p14:xfrm>
                <a:off x="7480195" y="532068"/>
                <a:ext cx="519120" cy="166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B3F3373-B38F-2D3E-15CA-1A165FAB369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71195" y="523428"/>
                  <a:ext cx="536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B83C629-BC22-62EC-2011-83E5C28D220B}"/>
                    </a:ext>
                  </a:extLst>
                </p14:cNvPr>
                <p14:cNvContentPartPr/>
                <p14:nvPr/>
              </p14:nvContentPartPr>
              <p14:xfrm>
                <a:off x="7072675" y="1371228"/>
                <a:ext cx="265680" cy="75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B83C629-BC22-62EC-2011-83E5C28D220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63675" y="1362228"/>
                  <a:ext cx="283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FA78BA-77B5-2607-8CBC-40458AC9780F}"/>
                    </a:ext>
                  </a:extLst>
                </p14:cNvPr>
                <p14:cNvContentPartPr/>
                <p14:nvPr/>
              </p14:nvContentPartPr>
              <p14:xfrm>
                <a:off x="8235115" y="791628"/>
                <a:ext cx="46440" cy="622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FA78BA-77B5-2607-8CBC-40458AC9780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26115" y="782988"/>
                  <a:ext cx="6408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070BB48-10D4-9794-E3A8-E22DD6CB0CFD}"/>
                    </a:ext>
                  </a:extLst>
                </p14:cNvPr>
                <p14:cNvContentPartPr/>
                <p14:nvPr/>
              </p14:nvContentPartPr>
              <p14:xfrm>
                <a:off x="8209555" y="1115988"/>
                <a:ext cx="404280" cy="295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070BB48-10D4-9794-E3A8-E22DD6CB0CF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00915" y="1106988"/>
                  <a:ext cx="4219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E36616-F914-31A1-78C2-3A53E0262A63}"/>
                    </a:ext>
                  </a:extLst>
                </p14:cNvPr>
                <p14:cNvContentPartPr/>
                <p14:nvPr/>
              </p14:nvContentPartPr>
              <p14:xfrm>
                <a:off x="8822275" y="942468"/>
                <a:ext cx="756000" cy="496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E36616-F914-31A1-78C2-3A53E0262A6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13275" y="933468"/>
                  <a:ext cx="77364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52CBF79-7D66-EBC1-A99E-95CD35AD7B53}"/>
                    </a:ext>
                  </a:extLst>
                </p14:cNvPr>
                <p14:cNvContentPartPr/>
                <p14:nvPr/>
              </p14:nvContentPartPr>
              <p14:xfrm>
                <a:off x="9839275" y="848148"/>
                <a:ext cx="266400" cy="644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52CBF79-7D66-EBC1-A99E-95CD35AD7B5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30635" y="839148"/>
                  <a:ext cx="28404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A79A11-096C-E34D-9B98-CD29FE5C00AF}"/>
                    </a:ext>
                  </a:extLst>
                </p14:cNvPr>
                <p14:cNvContentPartPr/>
                <p14:nvPr/>
              </p14:nvContentPartPr>
              <p14:xfrm>
                <a:off x="10432555" y="907908"/>
                <a:ext cx="498960" cy="697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A79A11-096C-E34D-9B98-CD29FE5C00A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23555" y="898908"/>
                  <a:ext cx="516600" cy="71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67A309C-99E9-2EFE-9C96-33843C61081D}"/>
                    </a:ext>
                  </a:extLst>
                </p14:cNvPr>
                <p14:cNvContentPartPr/>
                <p14:nvPr/>
              </p14:nvContentPartPr>
              <p14:xfrm>
                <a:off x="10920355" y="627108"/>
                <a:ext cx="624240" cy="1207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67A309C-99E9-2EFE-9C96-33843C61081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911715" y="618108"/>
                  <a:ext cx="641880" cy="12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7501B52-A25F-5568-B841-E05309F44FF0}"/>
              </a:ext>
            </a:extLst>
          </p:cNvPr>
          <p:cNvGrpSpPr/>
          <p:nvPr/>
        </p:nvGrpSpPr>
        <p:grpSpPr>
          <a:xfrm>
            <a:off x="3505795" y="560508"/>
            <a:ext cx="727200" cy="104760"/>
            <a:chOff x="3505795" y="560508"/>
            <a:chExt cx="727200" cy="10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1216050-53A6-58E0-9A3B-2033F3FD89D4}"/>
                    </a:ext>
                  </a:extLst>
                </p14:cNvPr>
                <p14:cNvContentPartPr/>
                <p14:nvPr/>
              </p14:nvContentPartPr>
              <p14:xfrm>
                <a:off x="3505795" y="560508"/>
                <a:ext cx="727200" cy="60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1216050-53A6-58E0-9A3B-2033F3FD89D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97155" y="551868"/>
                  <a:ext cx="744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E6AEC7A-F826-FD1C-0DF4-5E029DCE5093}"/>
                    </a:ext>
                  </a:extLst>
                </p14:cNvPr>
                <p14:cNvContentPartPr/>
                <p14:nvPr/>
              </p14:nvContentPartPr>
              <p14:xfrm>
                <a:off x="3750595" y="604788"/>
                <a:ext cx="370440" cy="59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E6AEC7A-F826-FD1C-0DF4-5E029DCE509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741955" y="595788"/>
                  <a:ext cx="388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9BDDA40-6396-61E9-89CE-2107761281DE}"/>
                    </a:ext>
                  </a:extLst>
                </p14:cNvPr>
                <p14:cNvContentPartPr/>
                <p14:nvPr/>
              </p14:nvContentPartPr>
              <p14:xfrm>
                <a:off x="3719275" y="613788"/>
                <a:ext cx="368280" cy="51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9BDDA40-6396-61E9-89CE-2107761281D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10635" y="604788"/>
                  <a:ext cx="385920" cy="6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46987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09E787E7-4985-AB90-E17B-7D3106D92793}"/>
              </a:ext>
            </a:extLst>
          </p:cNvPr>
          <p:cNvGrpSpPr/>
          <p:nvPr/>
        </p:nvGrpSpPr>
        <p:grpSpPr>
          <a:xfrm>
            <a:off x="480355" y="53628"/>
            <a:ext cx="10902240" cy="5955840"/>
            <a:chOff x="480355" y="53628"/>
            <a:chExt cx="10902240" cy="595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CE795B4-CDE2-FFEE-70AF-7CB0FDB8F6EB}"/>
                    </a:ext>
                  </a:extLst>
                </p14:cNvPr>
                <p14:cNvContentPartPr/>
                <p14:nvPr/>
              </p14:nvContentPartPr>
              <p14:xfrm>
                <a:off x="8541475" y="280428"/>
                <a:ext cx="1254960" cy="1743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CE795B4-CDE2-FFEE-70AF-7CB0FDB8F6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532475" y="271428"/>
                  <a:ext cx="1272600" cy="176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2B7E717-2CD8-7674-C874-056EC1D41FAB}"/>
                    </a:ext>
                  </a:extLst>
                </p14:cNvPr>
                <p14:cNvContentPartPr/>
                <p14:nvPr/>
              </p14:nvContentPartPr>
              <p14:xfrm>
                <a:off x="3591115" y="179988"/>
                <a:ext cx="883440" cy="1673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2B7E717-2CD8-7674-C874-056EC1D41F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82115" y="170988"/>
                  <a:ext cx="901080" cy="16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8B8A5EA-CE49-A1D7-E51F-12EB59AB1433}"/>
                    </a:ext>
                  </a:extLst>
                </p14:cNvPr>
                <p14:cNvContentPartPr/>
                <p14:nvPr/>
              </p14:nvContentPartPr>
              <p14:xfrm>
                <a:off x="3432355" y="53628"/>
                <a:ext cx="1207080" cy="1987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8B8A5EA-CE49-A1D7-E51F-12EB59AB14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23715" y="44988"/>
                  <a:ext cx="1224720" cy="20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601480-9AAE-B672-1ED7-F60F7F765633}"/>
                    </a:ext>
                  </a:extLst>
                </p14:cNvPr>
                <p14:cNvContentPartPr/>
                <p14:nvPr/>
              </p14:nvContentPartPr>
              <p14:xfrm>
                <a:off x="4181515" y="425148"/>
                <a:ext cx="716760" cy="1112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C601480-9AAE-B672-1ED7-F60F7F7656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72875" y="416148"/>
                  <a:ext cx="734400" cy="11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1AE9420-DC79-BECD-C5EB-8379EE13E9AA}"/>
                    </a:ext>
                  </a:extLst>
                </p14:cNvPr>
                <p14:cNvContentPartPr/>
                <p14:nvPr/>
              </p14:nvContentPartPr>
              <p14:xfrm>
                <a:off x="5679475" y="606588"/>
                <a:ext cx="838800" cy="880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1AE9420-DC79-BECD-C5EB-8379EE13E9A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70835" y="597588"/>
                  <a:ext cx="856440" cy="89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863432A-5AD6-5C4C-B24F-E29D8CBA11CD}"/>
                    </a:ext>
                  </a:extLst>
                </p14:cNvPr>
                <p14:cNvContentPartPr/>
                <p14:nvPr/>
              </p14:nvContentPartPr>
              <p14:xfrm>
                <a:off x="7465795" y="618468"/>
                <a:ext cx="663840" cy="819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63432A-5AD6-5C4C-B24F-E29D8CBA11C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56795" y="609828"/>
                  <a:ext cx="681480" cy="83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D773ABC-153C-B97B-6F5E-38C385F9BE19}"/>
                    </a:ext>
                  </a:extLst>
                </p14:cNvPr>
                <p14:cNvContentPartPr/>
                <p14:nvPr/>
              </p14:nvContentPartPr>
              <p14:xfrm>
                <a:off x="3089275" y="1457628"/>
                <a:ext cx="1281960" cy="1577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D773ABC-153C-B97B-6F5E-38C385F9BE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80635" y="1448628"/>
                  <a:ext cx="1299600" cy="15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71966E-2BE7-BA95-3FCD-1245670261B8}"/>
                    </a:ext>
                  </a:extLst>
                </p14:cNvPr>
                <p14:cNvContentPartPr/>
                <p14:nvPr/>
              </p14:nvContentPartPr>
              <p14:xfrm>
                <a:off x="480355" y="3275628"/>
                <a:ext cx="1696680" cy="1390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71966E-2BE7-BA95-3FCD-1245670261B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1355" y="3266988"/>
                  <a:ext cx="1714320" cy="14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F3C26A1-44FF-0A9E-1392-98489F8BA0DF}"/>
                    </a:ext>
                  </a:extLst>
                </p14:cNvPr>
                <p14:cNvContentPartPr/>
                <p14:nvPr/>
              </p14:nvContentPartPr>
              <p14:xfrm>
                <a:off x="2503555" y="3398028"/>
                <a:ext cx="1635480" cy="777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F3C26A1-44FF-0A9E-1392-98489F8BA0D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94915" y="3389028"/>
                  <a:ext cx="165312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B8C9DA0-D7BB-2FA6-E7F1-FEACCD7BD944}"/>
                    </a:ext>
                  </a:extLst>
                </p14:cNvPr>
                <p14:cNvContentPartPr/>
                <p14:nvPr/>
              </p14:nvContentPartPr>
              <p14:xfrm>
                <a:off x="4391755" y="3868188"/>
                <a:ext cx="460080" cy="396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B8C9DA0-D7BB-2FA6-E7F1-FEACCD7BD9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83115" y="3859188"/>
                  <a:ext cx="4777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FC35AF-3073-F392-24E8-1651240E2E2D}"/>
                    </a:ext>
                  </a:extLst>
                </p14:cNvPr>
                <p14:cNvContentPartPr/>
                <p14:nvPr/>
              </p14:nvContentPartPr>
              <p14:xfrm>
                <a:off x="5458435" y="3273468"/>
                <a:ext cx="406440" cy="1090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FC35AF-3073-F392-24E8-1651240E2E2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49435" y="3264828"/>
                  <a:ext cx="424080" cy="11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A4400E-A0AD-7121-09B5-AE175DA302BA}"/>
                    </a:ext>
                  </a:extLst>
                </p14:cNvPr>
                <p14:cNvContentPartPr/>
                <p14:nvPr/>
              </p14:nvContentPartPr>
              <p14:xfrm>
                <a:off x="5526475" y="3744708"/>
                <a:ext cx="483480" cy="465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A4400E-A0AD-7121-09B5-AE175DA302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17475" y="3735708"/>
                  <a:ext cx="5011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929762-4740-1579-00D0-1244D8B58DBE}"/>
                    </a:ext>
                  </a:extLst>
                </p14:cNvPr>
                <p14:cNvContentPartPr/>
                <p14:nvPr/>
              </p14:nvContentPartPr>
              <p14:xfrm>
                <a:off x="7181755" y="3108228"/>
                <a:ext cx="1351800" cy="933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929762-4740-1579-00D0-1244D8B58D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72755" y="3099588"/>
                  <a:ext cx="1369440" cy="9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FBBBE0-7264-5E15-5F61-71E28C8D18C5}"/>
                    </a:ext>
                  </a:extLst>
                </p14:cNvPr>
                <p14:cNvContentPartPr/>
                <p14:nvPr/>
              </p14:nvContentPartPr>
              <p14:xfrm>
                <a:off x="8137195" y="3188508"/>
                <a:ext cx="867960" cy="857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FBBBE0-7264-5E15-5F61-71E28C8D18C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28195" y="3179508"/>
                  <a:ext cx="885600" cy="87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66B82DE-673C-77C1-0547-938F1DF3F2D3}"/>
                    </a:ext>
                  </a:extLst>
                </p14:cNvPr>
                <p14:cNvContentPartPr/>
                <p14:nvPr/>
              </p14:nvContentPartPr>
              <p14:xfrm>
                <a:off x="8827675" y="3518988"/>
                <a:ext cx="159840" cy="263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66B82DE-673C-77C1-0547-938F1DF3F2D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19035" y="3510348"/>
                  <a:ext cx="1774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4ADDFF-26F4-9D2E-42D3-9A6559F01D08}"/>
                    </a:ext>
                  </a:extLst>
                </p14:cNvPr>
                <p14:cNvContentPartPr/>
                <p14:nvPr/>
              </p14:nvContentPartPr>
              <p14:xfrm>
                <a:off x="9488995" y="3035508"/>
                <a:ext cx="382680" cy="55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4ADDFF-26F4-9D2E-42D3-9A6559F01D0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80355" y="3026508"/>
                  <a:ext cx="40032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CC4921-2A68-CC4C-42FD-07E654CE4E2D}"/>
                    </a:ext>
                  </a:extLst>
                </p14:cNvPr>
                <p14:cNvContentPartPr/>
                <p14:nvPr/>
              </p14:nvContentPartPr>
              <p14:xfrm>
                <a:off x="9103435" y="3460308"/>
                <a:ext cx="1022400" cy="1156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CC4921-2A68-CC4C-42FD-07E654CE4E2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94795" y="3451308"/>
                  <a:ext cx="1040040" cy="11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42826F-D8FA-57FC-931C-CDB2098EDA9D}"/>
                    </a:ext>
                  </a:extLst>
                </p14:cNvPr>
                <p14:cNvContentPartPr/>
                <p14:nvPr/>
              </p14:nvContentPartPr>
              <p14:xfrm>
                <a:off x="7056115" y="4375428"/>
                <a:ext cx="1018440" cy="957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42826F-D8FA-57FC-931C-CDB2098EDA9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47115" y="4366788"/>
                  <a:ext cx="1036080" cy="9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EDEC1C-3F5B-28C2-A003-E8C15ACB38F0}"/>
                    </a:ext>
                  </a:extLst>
                </p14:cNvPr>
                <p14:cNvContentPartPr/>
                <p14:nvPr/>
              </p14:nvContentPartPr>
              <p14:xfrm>
                <a:off x="8286235" y="4643268"/>
                <a:ext cx="1771920" cy="753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EDEC1C-3F5B-28C2-A003-E8C15ACB38F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77235" y="4634628"/>
                  <a:ext cx="178956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20FF829-6512-366F-2D08-5BBA0A2A8B74}"/>
                    </a:ext>
                  </a:extLst>
                </p14:cNvPr>
                <p14:cNvContentPartPr/>
                <p14:nvPr/>
              </p14:nvContentPartPr>
              <p14:xfrm>
                <a:off x="9655315" y="4916508"/>
                <a:ext cx="997560" cy="378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20FF829-6512-366F-2D08-5BBA0A2A8B7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46675" y="4907868"/>
                  <a:ext cx="101520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5EAFD81-DD36-400C-9823-B7A8560FFAE4}"/>
                    </a:ext>
                  </a:extLst>
                </p14:cNvPr>
                <p14:cNvContentPartPr/>
                <p14:nvPr/>
              </p14:nvContentPartPr>
              <p14:xfrm>
                <a:off x="10738195" y="5000028"/>
                <a:ext cx="252360" cy="186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5EAFD81-DD36-400C-9823-B7A8560FFA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729555" y="4991388"/>
                  <a:ext cx="270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C11CD7-A84E-6999-9131-0DFCD3ECADD8}"/>
                    </a:ext>
                  </a:extLst>
                </p14:cNvPr>
                <p14:cNvContentPartPr/>
                <p14:nvPr/>
              </p14:nvContentPartPr>
              <p14:xfrm>
                <a:off x="10320955" y="5130348"/>
                <a:ext cx="1061640" cy="879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C11CD7-A84E-6999-9131-0DFCD3ECAD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311955" y="5121348"/>
                  <a:ext cx="1079280" cy="89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051C89D-7C30-6A1F-4C39-088F84490881}"/>
                    </a:ext>
                  </a:extLst>
                </p14:cNvPr>
                <p14:cNvContentPartPr/>
                <p14:nvPr/>
              </p14:nvContentPartPr>
              <p14:xfrm>
                <a:off x="9653875" y="1347468"/>
                <a:ext cx="1604520" cy="673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051C89D-7C30-6A1F-4C39-088F844908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644875" y="1338468"/>
                  <a:ext cx="162216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F540113-DFDE-0D99-9FC7-FE90BE37B01F}"/>
                    </a:ext>
                  </a:extLst>
                </p14:cNvPr>
                <p14:cNvContentPartPr/>
                <p14:nvPr/>
              </p14:nvContentPartPr>
              <p14:xfrm>
                <a:off x="3481675" y="4531308"/>
                <a:ext cx="974880" cy="1127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F540113-DFDE-0D99-9FC7-FE90BE37B0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73035" y="4522668"/>
                  <a:ext cx="992520" cy="11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E1021BC-D3B1-B0A8-D803-E2D2250BBC05}"/>
                    </a:ext>
                  </a:extLst>
                </p14:cNvPr>
                <p14:cNvContentPartPr/>
                <p14:nvPr/>
              </p14:nvContentPartPr>
              <p14:xfrm>
                <a:off x="5591995" y="4495668"/>
                <a:ext cx="859680" cy="1251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E1021BC-D3B1-B0A8-D803-E2D2250BBC0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82995" y="4487028"/>
                  <a:ext cx="877320" cy="12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CAE5D4-B814-14ED-1B04-53EF09B15B2F}"/>
                    </a:ext>
                  </a:extLst>
                </p14:cNvPr>
                <p14:cNvContentPartPr/>
                <p14:nvPr/>
              </p14:nvContentPartPr>
              <p14:xfrm>
                <a:off x="6105715" y="5616708"/>
                <a:ext cx="3960" cy="4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CAE5D4-B814-14ED-1B04-53EF09B15B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96715" y="5607708"/>
                  <a:ext cx="21600" cy="2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8812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626E0B8-0D01-E7CA-64E5-5686FDB9CC26}"/>
              </a:ext>
            </a:extLst>
          </p:cNvPr>
          <p:cNvGrpSpPr/>
          <p:nvPr/>
        </p:nvGrpSpPr>
        <p:grpSpPr>
          <a:xfrm>
            <a:off x="-223805" y="-152949"/>
            <a:ext cx="12815280" cy="6580800"/>
            <a:chOff x="-223805" y="-152949"/>
            <a:chExt cx="12815280" cy="65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086F54D-509D-F865-D38A-578AA84E38A2}"/>
                    </a:ext>
                  </a:extLst>
                </p14:cNvPr>
                <p14:cNvContentPartPr/>
                <p14:nvPr/>
              </p14:nvContentPartPr>
              <p14:xfrm>
                <a:off x="10574755" y="6025011"/>
                <a:ext cx="218520" cy="402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086F54D-509D-F865-D38A-578AA84E38A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66115" y="6016371"/>
                  <a:ext cx="23616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8911167-8F4F-AE7F-0364-E66BEF2D6935}"/>
                    </a:ext>
                  </a:extLst>
                </p14:cNvPr>
                <p14:cNvContentPartPr/>
                <p14:nvPr/>
              </p14:nvContentPartPr>
              <p14:xfrm>
                <a:off x="10798675" y="6233091"/>
                <a:ext cx="102960" cy="136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8911167-8F4F-AE7F-0364-E66BEF2D693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89675" y="6224451"/>
                  <a:ext cx="120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F4556CB-0DF6-5B4B-1F69-C0F24D810635}"/>
                    </a:ext>
                  </a:extLst>
                </p14:cNvPr>
                <p14:cNvContentPartPr/>
                <p14:nvPr/>
              </p14:nvContentPartPr>
              <p14:xfrm>
                <a:off x="10990195" y="6125091"/>
                <a:ext cx="199440" cy="191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F4556CB-0DF6-5B4B-1F69-C0F24D8106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81555" y="6116091"/>
                  <a:ext cx="2170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D115E6E-6DA5-9ABF-7238-C5DD6AFD982C}"/>
                    </a:ext>
                  </a:extLst>
                </p14:cNvPr>
                <p14:cNvContentPartPr/>
                <p14:nvPr/>
              </p14:nvContentPartPr>
              <p14:xfrm>
                <a:off x="11361715" y="6082611"/>
                <a:ext cx="19800" cy="52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D115E6E-6DA5-9ABF-7238-C5DD6AFD98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52715" y="6073971"/>
                  <a:ext cx="37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36B8242-DF7E-A300-760E-879B82AB6237}"/>
                    </a:ext>
                  </a:extLst>
                </p14:cNvPr>
                <p14:cNvContentPartPr/>
                <p14:nvPr/>
              </p14:nvContentPartPr>
              <p14:xfrm>
                <a:off x="11511115" y="6262251"/>
                <a:ext cx="75240" cy="29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36B8242-DF7E-A300-760E-879B82AB62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02475" y="6253251"/>
                  <a:ext cx="928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9730C7D-D54C-3A85-4D99-A36DCD2A7E11}"/>
                    </a:ext>
                  </a:extLst>
                </p14:cNvPr>
                <p14:cNvContentPartPr/>
                <p14:nvPr/>
              </p14:nvContentPartPr>
              <p14:xfrm>
                <a:off x="2515795" y="-61572"/>
                <a:ext cx="816840" cy="1670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9730C7D-D54C-3A85-4D99-A36DCD2A7E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06795" y="-70572"/>
                  <a:ext cx="834480" cy="16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E9799AF-1588-5C3B-3B40-872E2E18D948}"/>
                    </a:ext>
                  </a:extLst>
                </p14:cNvPr>
                <p14:cNvContentPartPr/>
                <p14:nvPr/>
              </p14:nvContentPartPr>
              <p14:xfrm>
                <a:off x="2357035" y="2282811"/>
                <a:ext cx="626760" cy="1463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E9799AF-1588-5C3B-3B40-872E2E18D94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48035" y="2274171"/>
                  <a:ext cx="644400" cy="14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BAFAB9-B347-EB1B-72F7-D91A01A552ED}"/>
                    </a:ext>
                  </a:extLst>
                </p14:cNvPr>
                <p14:cNvContentPartPr/>
                <p14:nvPr/>
              </p14:nvContentPartPr>
              <p14:xfrm>
                <a:off x="2285755" y="3903171"/>
                <a:ext cx="848880" cy="1538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BAFAB9-B347-EB1B-72F7-D91A01A552E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77115" y="3894171"/>
                  <a:ext cx="866520" cy="15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77C4C6A-3ACC-FFB0-F6FC-7001514137EF}"/>
                    </a:ext>
                  </a:extLst>
                </p14:cNvPr>
                <p14:cNvContentPartPr/>
                <p14:nvPr/>
              </p14:nvContentPartPr>
              <p14:xfrm>
                <a:off x="291355" y="500091"/>
                <a:ext cx="1155600" cy="1326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77C4C6A-3ACC-FFB0-F6FC-7001514137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2355" y="491451"/>
                  <a:ext cx="1173240" cy="13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B618CA-EF32-5019-A199-FD2C5F62BC0E}"/>
                    </a:ext>
                  </a:extLst>
                </p14:cNvPr>
                <p14:cNvContentPartPr/>
                <p14:nvPr/>
              </p14:nvContentPartPr>
              <p14:xfrm>
                <a:off x="1842955" y="405771"/>
                <a:ext cx="55800" cy="12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2B618CA-EF32-5019-A199-FD2C5F62BC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34315" y="397131"/>
                  <a:ext cx="73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EC39F7-6EFA-17F6-5BB8-806EA1D6B67B}"/>
                    </a:ext>
                  </a:extLst>
                </p14:cNvPr>
                <p14:cNvContentPartPr/>
                <p14:nvPr/>
              </p14:nvContentPartPr>
              <p14:xfrm>
                <a:off x="269755" y="2239251"/>
                <a:ext cx="445320" cy="833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EC39F7-6EFA-17F6-5BB8-806EA1D6B6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1115" y="2230251"/>
                  <a:ext cx="46296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1244A7A-974E-3E55-1B00-EC3BE29B2557}"/>
                    </a:ext>
                  </a:extLst>
                </p14:cNvPr>
                <p14:cNvContentPartPr/>
                <p14:nvPr/>
              </p14:nvContentPartPr>
              <p14:xfrm>
                <a:off x="822715" y="2048811"/>
                <a:ext cx="490320" cy="399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1244A7A-974E-3E55-1B00-EC3BE29B25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3715" y="2040171"/>
                  <a:ext cx="5079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2F1979-D280-A369-EA22-322868D24826}"/>
                    </a:ext>
                  </a:extLst>
                </p14:cNvPr>
                <p14:cNvContentPartPr/>
                <p14:nvPr/>
              </p14:nvContentPartPr>
              <p14:xfrm>
                <a:off x="1431835" y="1895811"/>
                <a:ext cx="56160" cy="48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2F1979-D280-A369-EA22-322868D248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23195" y="1887171"/>
                  <a:ext cx="73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DD4EFA0-CA57-8B9B-5303-3353D08DC32C}"/>
                    </a:ext>
                  </a:extLst>
                </p14:cNvPr>
                <p14:cNvContentPartPr/>
                <p14:nvPr/>
              </p14:nvContentPartPr>
              <p14:xfrm>
                <a:off x="-223805" y="1389651"/>
                <a:ext cx="1786320" cy="1979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DD4EFA0-CA57-8B9B-5303-3353D08DC3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-232445" y="1380651"/>
                  <a:ext cx="1803960" cy="19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CDA4932-3BA9-2288-7845-DB632A108FB8}"/>
                    </a:ext>
                  </a:extLst>
                </p14:cNvPr>
                <p14:cNvContentPartPr/>
                <p14:nvPr/>
              </p14:nvContentPartPr>
              <p14:xfrm>
                <a:off x="765835" y="2553531"/>
                <a:ext cx="77400" cy="10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CDA4932-3BA9-2288-7845-DB632A108FB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7195" y="2544891"/>
                  <a:ext cx="950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BA34909-749B-6838-F257-EEDA8B2E3478}"/>
                    </a:ext>
                  </a:extLst>
                </p14:cNvPr>
                <p14:cNvContentPartPr/>
                <p14:nvPr/>
              </p14:nvContentPartPr>
              <p14:xfrm>
                <a:off x="893995" y="4026291"/>
                <a:ext cx="74880" cy="76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A34909-749B-6838-F257-EEDA8B2E34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5355" y="4017291"/>
                  <a:ext cx="92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4C39CCF-0678-1946-ADBF-CB60D59E1557}"/>
                    </a:ext>
                  </a:extLst>
                </p14:cNvPr>
                <p14:cNvContentPartPr/>
                <p14:nvPr/>
              </p14:nvContentPartPr>
              <p14:xfrm>
                <a:off x="5306155" y="748131"/>
                <a:ext cx="55080" cy="56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4C39CCF-0678-1946-ADBF-CB60D59E155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97155" y="739131"/>
                  <a:ext cx="727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E9CC5FD-3EE1-7862-AAD4-DA70364A9A03}"/>
                    </a:ext>
                  </a:extLst>
                </p14:cNvPr>
                <p14:cNvContentPartPr/>
                <p14:nvPr/>
              </p14:nvContentPartPr>
              <p14:xfrm>
                <a:off x="6713395" y="3607971"/>
                <a:ext cx="1260360" cy="1728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E9CC5FD-3EE1-7862-AAD4-DA70364A9A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04395" y="3599331"/>
                  <a:ext cx="1278000" cy="17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02B2481-9826-C016-7E68-1F75E3EC8B0F}"/>
                    </a:ext>
                  </a:extLst>
                </p14:cNvPr>
                <p14:cNvContentPartPr/>
                <p14:nvPr/>
              </p14:nvContentPartPr>
              <p14:xfrm>
                <a:off x="7275355" y="219291"/>
                <a:ext cx="948960" cy="1295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02B2481-9826-C016-7E68-1F75E3EC8B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66715" y="210291"/>
                  <a:ext cx="966600" cy="13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1F6424-5962-A125-9134-7F9330F11D4C}"/>
                    </a:ext>
                  </a:extLst>
                </p14:cNvPr>
                <p14:cNvContentPartPr/>
                <p14:nvPr/>
              </p14:nvContentPartPr>
              <p14:xfrm>
                <a:off x="6861715" y="1707891"/>
                <a:ext cx="871920" cy="1533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1F6424-5962-A125-9134-7F9330F11D4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52715" y="1699251"/>
                  <a:ext cx="889560" cy="15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6D4C55A-2C47-6DAA-D787-5C99B8EA97F3}"/>
                    </a:ext>
                  </a:extLst>
                </p14:cNvPr>
                <p14:cNvContentPartPr/>
                <p14:nvPr/>
              </p14:nvContentPartPr>
              <p14:xfrm>
                <a:off x="8906515" y="1254651"/>
                <a:ext cx="460800" cy="1041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6D4C55A-2C47-6DAA-D787-5C99B8EA97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97875" y="1245651"/>
                  <a:ext cx="478440" cy="10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145B985-1AB0-A833-57A8-DFEF2B40364B}"/>
                    </a:ext>
                  </a:extLst>
                </p14:cNvPr>
                <p14:cNvContentPartPr/>
                <p14:nvPr/>
              </p14:nvContentPartPr>
              <p14:xfrm>
                <a:off x="11071195" y="1022811"/>
                <a:ext cx="626760" cy="1148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145B985-1AB0-A833-57A8-DFEF2B40364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062195" y="1013811"/>
                  <a:ext cx="644400" cy="11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37A1F2C-D71C-0EF9-86BD-37C9C101781D}"/>
                    </a:ext>
                  </a:extLst>
                </p14:cNvPr>
                <p14:cNvContentPartPr/>
                <p14:nvPr/>
              </p14:nvContentPartPr>
              <p14:xfrm>
                <a:off x="9880315" y="1139451"/>
                <a:ext cx="712440" cy="981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37A1F2C-D71C-0EF9-86BD-37C9C101781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71675" y="1130811"/>
                  <a:ext cx="730080" cy="9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B3C18E-970C-6088-07DB-E29AD8149DD6}"/>
                    </a:ext>
                  </a:extLst>
                </p14:cNvPr>
                <p14:cNvContentPartPr/>
                <p14:nvPr/>
              </p14:nvContentPartPr>
              <p14:xfrm>
                <a:off x="10948075" y="1420611"/>
                <a:ext cx="84600" cy="48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B3C18E-970C-6088-07DB-E29AD8149D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39435" y="1411611"/>
                  <a:ext cx="102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CCA4D1-95EE-5E79-EB7C-79FA9266157F}"/>
                    </a:ext>
                  </a:extLst>
                </p14:cNvPr>
                <p14:cNvContentPartPr/>
                <p14:nvPr/>
              </p14:nvContentPartPr>
              <p14:xfrm>
                <a:off x="10696075" y="1754691"/>
                <a:ext cx="53280" cy="69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CCA4D1-95EE-5E79-EB7C-79FA9266157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687435" y="1746051"/>
                  <a:ext cx="709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CAC0BC-4709-4232-6F3F-4E9448B8533C}"/>
                    </a:ext>
                  </a:extLst>
                </p14:cNvPr>
                <p14:cNvContentPartPr/>
                <p14:nvPr/>
              </p14:nvContentPartPr>
              <p14:xfrm>
                <a:off x="10871755" y="1577931"/>
                <a:ext cx="192600" cy="427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CAC0BC-4709-4232-6F3F-4E9448B8533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862755" y="1569291"/>
                  <a:ext cx="2102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7305E4-AC60-4881-425C-269C6A5ECB8A}"/>
                    </a:ext>
                  </a:extLst>
                </p14:cNvPr>
                <p14:cNvContentPartPr/>
                <p14:nvPr/>
              </p14:nvContentPartPr>
              <p14:xfrm>
                <a:off x="11053915" y="1736331"/>
                <a:ext cx="114840" cy="128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7305E4-AC60-4881-425C-269C6A5ECB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45275" y="1727691"/>
                  <a:ext cx="1324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FDEA4F4-3750-0649-67EF-D53607D57898}"/>
                    </a:ext>
                  </a:extLst>
                </p14:cNvPr>
                <p14:cNvContentPartPr/>
                <p14:nvPr/>
              </p14:nvContentPartPr>
              <p14:xfrm>
                <a:off x="11070835" y="1776651"/>
                <a:ext cx="72000" cy="198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FDEA4F4-3750-0649-67EF-D53607D578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61835" y="1767651"/>
                  <a:ext cx="896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E050D7-6170-8A6B-F2F4-A6E586C913FD}"/>
                    </a:ext>
                  </a:extLst>
                </p14:cNvPr>
                <p14:cNvContentPartPr/>
                <p14:nvPr/>
              </p14:nvContentPartPr>
              <p14:xfrm>
                <a:off x="7964035" y="602331"/>
                <a:ext cx="928440" cy="210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E050D7-6170-8A6B-F2F4-A6E586C913F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55395" y="593331"/>
                  <a:ext cx="9460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2290F68-0340-3C56-2647-F7068EF9E797}"/>
                    </a:ext>
                  </a:extLst>
                </p14:cNvPr>
                <p14:cNvContentPartPr/>
                <p14:nvPr/>
              </p14:nvContentPartPr>
              <p14:xfrm>
                <a:off x="8571355" y="228651"/>
                <a:ext cx="813240" cy="994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2290F68-0340-3C56-2647-F7068EF9E79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62715" y="220011"/>
                  <a:ext cx="830880" cy="10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6981D74-117F-AA2C-165E-9724D24E0674}"/>
                    </a:ext>
                  </a:extLst>
                </p14:cNvPr>
                <p14:cNvContentPartPr/>
                <p14:nvPr/>
              </p14:nvContentPartPr>
              <p14:xfrm>
                <a:off x="9787075" y="120651"/>
                <a:ext cx="499320" cy="1226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6981D74-117F-AA2C-165E-9724D24E06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78075" y="111651"/>
                  <a:ext cx="516960" cy="12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358F9E9-FB18-AFCF-9DA4-1FF9A47D8BE4}"/>
                    </a:ext>
                  </a:extLst>
                </p14:cNvPr>
                <p14:cNvContentPartPr/>
                <p14:nvPr/>
              </p14:nvContentPartPr>
              <p14:xfrm>
                <a:off x="10366675" y="418011"/>
                <a:ext cx="303480" cy="334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358F9E9-FB18-AFCF-9DA4-1FF9A47D8BE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57675" y="409011"/>
                  <a:ext cx="3211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B3F179F-EE84-2F07-1098-7FCBF977171C}"/>
                    </a:ext>
                  </a:extLst>
                </p14:cNvPr>
                <p14:cNvContentPartPr/>
                <p14:nvPr/>
              </p14:nvContentPartPr>
              <p14:xfrm>
                <a:off x="10951675" y="407211"/>
                <a:ext cx="640800" cy="355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B3F179F-EE84-2F07-1098-7FCBF977171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943035" y="398211"/>
                  <a:ext cx="6584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77DB482-AE38-D416-5AC0-ABBB286A2565}"/>
                    </a:ext>
                  </a:extLst>
                </p14:cNvPr>
                <p14:cNvContentPartPr/>
                <p14:nvPr/>
              </p14:nvContentPartPr>
              <p14:xfrm>
                <a:off x="8955475" y="-152949"/>
                <a:ext cx="2651040" cy="1748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77DB482-AE38-D416-5AC0-ABBB286A25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946835" y="-161589"/>
                  <a:ext cx="2668680" cy="17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622E373-E636-F991-57A0-7B43D80044B2}"/>
                    </a:ext>
                  </a:extLst>
                </p14:cNvPr>
                <p14:cNvContentPartPr/>
                <p14:nvPr/>
              </p14:nvContentPartPr>
              <p14:xfrm>
                <a:off x="10890115" y="865491"/>
                <a:ext cx="48600" cy="42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622E373-E636-F991-57A0-7B43D80044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81475" y="856851"/>
                  <a:ext cx="66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1DBD048-D173-DD63-ACDC-1748FE07CB90}"/>
                    </a:ext>
                  </a:extLst>
                </p14:cNvPr>
                <p14:cNvContentPartPr/>
                <p14:nvPr/>
              </p14:nvContentPartPr>
              <p14:xfrm>
                <a:off x="11015755" y="972411"/>
                <a:ext cx="69120" cy="18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1DBD048-D173-DD63-ACDC-1748FE07CB9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06755" y="963411"/>
                  <a:ext cx="86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5618009-2BA3-6E20-7496-701795533858}"/>
                    </a:ext>
                  </a:extLst>
                </p14:cNvPr>
                <p14:cNvContentPartPr/>
                <p14:nvPr/>
              </p14:nvContentPartPr>
              <p14:xfrm>
                <a:off x="11397715" y="877011"/>
                <a:ext cx="29160" cy="33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5618009-2BA3-6E20-7496-70179553385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389075" y="868011"/>
                  <a:ext cx="46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3A47C5D-A928-A517-ED6B-CB4AA71D8FB4}"/>
                    </a:ext>
                  </a:extLst>
                </p14:cNvPr>
                <p14:cNvContentPartPr/>
                <p14:nvPr/>
              </p14:nvContentPartPr>
              <p14:xfrm>
                <a:off x="11344795" y="838851"/>
                <a:ext cx="10080" cy="27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3A47C5D-A928-A517-ED6B-CB4AA71D8F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36155" y="830211"/>
                  <a:ext cx="27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61446DE-4DAF-4359-61E0-088495F8B0EE}"/>
                    </a:ext>
                  </a:extLst>
                </p14:cNvPr>
                <p14:cNvContentPartPr/>
                <p14:nvPr/>
              </p14:nvContentPartPr>
              <p14:xfrm>
                <a:off x="11224195" y="870531"/>
                <a:ext cx="3960" cy="11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61446DE-4DAF-4359-61E0-088495F8B0E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215555" y="861531"/>
                  <a:ext cx="21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AD7EDF3-6648-AFE6-E62B-47EA4407BECA}"/>
                    </a:ext>
                  </a:extLst>
                </p14:cNvPr>
                <p14:cNvContentPartPr/>
                <p14:nvPr/>
              </p14:nvContentPartPr>
              <p14:xfrm>
                <a:off x="11227795" y="845331"/>
                <a:ext cx="21960" cy="23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AD7EDF3-6648-AFE6-E62B-47EA4407BEC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219155" y="836691"/>
                  <a:ext cx="39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4D5ECF3-1A1E-767C-B906-DF0D090E6CDE}"/>
                    </a:ext>
                  </a:extLst>
                </p14:cNvPr>
                <p14:cNvContentPartPr/>
                <p14:nvPr/>
              </p14:nvContentPartPr>
              <p14:xfrm>
                <a:off x="11251915" y="821571"/>
                <a:ext cx="29160" cy="37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4D5ECF3-1A1E-767C-B906-DF0D090E6CD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243275" y="812571"/>
                  <a:ext cx="46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C336108-C87E-E227-6F95-3B651F11FD89}"/>
                    </a:ext>
                  </a:extLst>
                </p14:cNvPr>
                <p14:cNvContentPartPr/>
                <p14:nvPr/>
              </p14:nvContentPartPr>
              <p14:xfrm>
                <a:off x="8417275" y="1978251"/>
                <a:ext cx="68040" cy="67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C336108-C87E-E227-6F95-3B651F11FD8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08275" y="1969611"/>
                  <a:ext cx="85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8BC267B-6600-E04A-DDF2-416BCFDC6DCC}"/>
                    </a:ext>
                  </a:extLst>
                </p14:cNvPr>
                <p14:cNvContentPartPr/>
                <p14:nvPr/>
              </p14:nvContentPartPr>
              <p14:xfrm>
                <a:off x="10707235" y="1143771"/>
                <a:ext cx="59040" cy="46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8BC267B-6600-E04A-DDF2-416BCFDC6DC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98595" y="1135131"/>
                  <a:ext cx="766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B96B4E9-09C9-FE3D-9353-9384C6B57FFB}"/>
                    </a:ext>
                  </a:extLst>
                </p14:cNvPr>
                <p14:cNvContentPartPr/>
                <p14:nvPr/>
              </p14:nvContentPartPr>
              <p14:xfrm>
                <a:off x="9535075" y="1364091"/>
                <a:ext cx="1307520" cy="144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B96B4E9-09C9-FE3D-9353-9384C6B57FF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26435" y="1355091"/>
                  <a:ext cx="1325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5B83715-5B35-578E-A291-A081309E4B9E}"/>
                    </a:ext>
                  </a:extLst>
                </p14:cNvPr>
                <p14:cNvContentPartPr/>
                <p14:nvPr/>
              </p14:nvContentPartPr>
              <p14:xfrm>
                <a:off x="8696995" y="1612491"/>
                <a:ext cx="775080" cy="1895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5B83715-5B35-578E-A291-A081309E4B9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87995" y="1603851"/>
                  <a:ext cx="792720" cy="19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44138E-9622-B351-9259-01D897FF285B}"/>
                    </a:ext>
                  </a:extLst>
                </p14:cNvPr>
                <p14:cNvContentPartPr/>
                <p14:nvPr/>
              </p14:nvContentPartPr>
              <p14:xfrm>
                <a:off x="9891475" y="2796171"/>
                <a:ext cx="837720" cy="848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44138E-9622-B351-9259-01D897FF285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882475" y="2787171"/>
                  <a:ext cx="855360" cy="86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9EE1020-CC32-8A0F-0C25-80747CFCBAB0}"/>
                    </a:ext>
                  </a:extLst>
                </p14:cNvPr>
                <p14:cNvContentPartPr/>
                <p14:nvPr/>
              </p14:nvContentPartPr>
              <p14:xfrm>
                <a:off x="11172355" y="3027651"/>
                <a:ext cx="111240" cy="173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9EE1020-CC32-8A0F-0C25-80747CFCBAB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63715" y="3019011"/>
                  <a:ext cx="128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60478F5-B51D-E253-58EC-455D9AA04846}"/>
                    </a:ext>
                  </a:extLst>
                </p14:cNvPr>
                <p14:cNvContentPartPr/>
                <p14:nvPr/>
              </p14:nvContentPartPr>
              <p14:xfrm>
                <a:off x="10822795" y="3534531"/>
                <a:ext cx="463320" cy="49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60478F5-B51D-E253-58EC-455D9AA0484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813795" y="3525891"/>
                  <a:ext cx="480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0EFE43E-3135-8A77-DABF-0FD3F0868101}"/>
                    </a:ext>
                  </a:extLst>
                </p14:cNvPr>
                <p14:cNvContentPartPr/>
                <p14:nvPr/>
              </p14:nvContentPartPr>
              <p14:xfrm>
                <a:off x="11203675" y="3194331"/>
                <a:ext cx="515160" cy="752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0EFE43E-3135-8A77-DABF-0FD3F086810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195035" y="3185331"/>
                  <a:ext cx="53280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8AB19F7-DB8A-B853-2A01-70F71D21E8EE}"/>
                    </a:ext>
                  </a:extLst>
                </p14:cNvPr>
                <p14:cNvContentPartPr/>
                <p14:nvPr/>
              </p14:nvContentPartPr>
              <p14:xfrm>
                <a:off x="11757355" y="3300171"/>
                <a:ext cx="300600" cy="99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8AB19F7-DB8A-B853-2A01-70F71D21E8E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748355" y="3291531"/>
                  <a:ext cx="318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D0916E9-ECC9-5816-0F41-EC1B7007DE00}"/>
                    </a:ext>
                  </a:extLst>
                </p14:cNvPr>
                <p14:cNvContentPartPr/>
                <p14:nvPr/>
              </p14:nvContentPartPr>
              <p14:xfrm>
                <a:off x="9335995" y="4644771"/>
                <a:ext cx="614880" cy="486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D0916E9-ECC9-5816-0F41-EC1B7007DE0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327355" y="4635771"/>
                  <a:ext cx="6325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244F0D4-9BEE-4374-E564-4285F83A4998}"/>
                    </a:ext>
                  </a:extLst>
                </p14:cNvPr>
                <p14:cNvContentPartPr/>
                <p14:nvPr/>
              </p14:nvContentPartPr>
              <p14:xfrm>
                <a:off x="10127275" y="4888131"/>
                <a:ext cx="745560" cy="729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244F0D4-9BEE-4374-E564-4285F83A499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18635" y="4879491"/>
                  <a:ext cx="763200" cy="74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FC5FF52-0434-98F6-5167-1F470707DE2B}"/>
                    </a:ext>
                  </a:extLst>
                </p14:cNvPr>
                <p14:cNvContentPartPr/>
                <p14:nvPr/>
              </p14:nvContentPartPr>
              <p14:xfrm>
                <a:off x="11273155" y="5008731"/>
                <a:ext cx="317520" cy="707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FC5FF52-0434-98F6-5167-1F470707DE2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64515" y="5000091"/>
                  <a:ext cx="33516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8EAD948-840F-0F9F-B73A-8AF7480211E6}"/>
                    </a:ext>
                  </a:extLst>
                </p14:cNvPr>
                <p14:cNvContentPartPr/>
                <p14:nvPr/>
              </p14:nvContentPartPr>
              <p14:xfrm>
                <a:off x="10897315" y="5056971"/>
                <a:ext cx="857520" cy="765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8EAD948-840F-0F9F-B73A-8AF7480211E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888675" y="5047971"/>
                  <a:ext cx="875160" cy="7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615FE24-95D7-EABD-0B36-79190125A174}"/>
                    </a:ext>
                  </a:extLst>
                </p14:cNvPr>
                <p14:cNvContentPartPr/>
                <p14:nvPr/>
              </p14:nvContentPartPr>
              <p14:xfrm>
                <a:off x="11625595" y="5065251"/>
                <a:ext cx="388800" cy="163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615FE24-95D7-EABD-0B36-79190125A1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616955" y="5056611"/>
                  <a:ext cx="4064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A0D5E6B-F0F5-1E94-AF15-1F46831A2D64}"/>
                    </a:ext>
                  </a:extLst>
                </p14:cNvPr>
                <p14:cNvContentPartPr/>
                <p14:nvPr/>
              </p14:nvContentPartPr>
              <p14:xfrm>
                <a:off x="3797755" y="4321491"/>
                <a:ext cx="624960" cy="726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A0D5E6B-F0F5-1E94-AF15-1F46831A2D6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88755" y="4312491"/>
                  <a:ext cx="642600" cy="74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4DCAAED-BFF5-D69D-851B-0FC39FC45B41}"/>
                    </a:ext>
                  </a:extLst>
                </p14:cNvPr>
                <p14:cNvContentPartPr/>
                <p14:nvPr/>
              </p14:nvContentPartPr>
              <p14:xfrm>
                <a:off x="5263675" y="4232931"/>
                <a:ext cx="1674360" cy="770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4DCAAED-BFF5-D69D-851B-0FC39FC45B4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55035" y="4224291"/>
                  <a:ext cx="1692000" cy="7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6294237-EAFE-2C11-9747-2E73B79C5FD4}"/>
                    </a:ext>
                  </a:extLst>
                </p14:cNvPr>
                <p14:cNvContentPartPr/>
                <p14:nvPr/>
              </p14:nvContentPartPr>
              <p14:xfrm>
                <a:off x="3286555" y="3138531"/>
                <a:ext cx="3630240" cy="2214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6294237-EAFE-2C11-9747-2E73B79C5FD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277555" y="3129531"/>
                  <a:ext cx="3647880" cy="22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D5345C-7F80-3593-CF35-F9D72F35D270}"/>
                    </a:ext>
                  </a:extLst>
                </p14:cNvPr>
                <p14:cNvContentPartPr/>
                <p14:nvPr/>
              </p14:nvContentPartPr>
              <p14:xfrm>
                <a:off x="10140235" y="3798771"/>
                <a:ext cx="386280" cy="175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D5345C-7F80-3593-CF35-F9D72F35D27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31235" y="3790131"/>
                  <a:ext cx="403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E2887C7-478D-9131-A392-F986F4A04A03}"/>
                    </a:ext>
                  </a:extLst>
                </p14:cNvPr>
                <p14:cNvContentPartPr/>
                <p14:nvPr/>
              </p14:nvContentPartPr>
              <p14:xfrm>
                <a:off x="9821635" y="3902811"/>
                <a:ext cx="2769840" cy="613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E2887C7-478D-9131-A392-F986F4A04A0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812995" y="3894171"/>
                  <a:ext cx="278748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CCC1FC0-1831-0C72-7074-5BAF19FC0E14}"/>
                    </a:ext>
                  </a:extLst>
                </p14:cNvPr>
                <p14:cNvContentPartPr/>
                <p14:nvPr/>
              </p14:nvContentPartPr>
              <p14:xfrm>
                <a:off x="11089195" y="4887771"/>
                <a:ext cx="648000" cy="563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CCC1FC0-1831-0C72-7074-5BAF19FC0E1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080195" y="4878771"/>
                  <a:ext cx="66564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0B6436-2FC7-E4BB-FE0E-A6970F7668C8}"/>
                    </a:ext>
                  </a:extLst>
                </p14:cNvPr>
                <p14:cNvContentPartPr/>
                <p14:nvPr/>
              </p14:nvContentPartPr>
              <p14:xfrm>
                <a:off x="10026475" y="4014411"/>
                <a:ext cx="1249920" cy="243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0B6436-2FC7-E4BB-FE0E-A6970F7668C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017475" y="4005411"/>
                  <a:ext cx="1267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3DB6225-847E-4D34-D9C9-81887C7A71B4}"/>
                    </a:ext>
                  </a:extLst>
                </p14:cNvPr>
                <p14:cNvContentPartPr/>
                <p14:nvPr/>
              </p14:nvContentPartPr>
              <p14:xfrm>
                <a:off x="10293235" y="3987051"/>
                <a:ext cx="1729440" cy="188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3DB6225-847E-4D34-D9C9-81887C7A71B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284595" y="3978051"/>
                  <a:ext cx="1747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8ED7903-8C0B-A907-1C39-CA7636FE17D2}"/>
                    </a:ext>
                  </a:extLst>
                </p14:cNvPr>
                <p14:cNvContentPartPr/>
                <p14:nvPr/>
              </p14:nvContentPartPr>
              <p14:xfrm>
                <a:off x="11296555" y="3040971"/>
                <a:ext cx="637200" cy="87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8ED7903-8C0B-A907-1C39-CA7636FE17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287555" y="3031971"/>
                  <a:ext cx="6548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330D784-6E26-F4F3-466A-3E7116B1B374}"/>
                    </a:ext>
                  </a:extLst>
                </p14:cNvPr>
                <p14:cNvContentPartPr/>
                <p14:nvPr/>
              </p14:nvContentPartPr>
              <p14:xfrm>
                <a:off x="10581595" y="3592131"/>
                <a:ext cx="674280" cy="48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330D784-6E26-F4F3-466A-3E7116B1B37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72595" y="3583131"/>
                  <a:ext cx="6919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9800E07-44CA-F647-5E7C-403ACA3D900A}"/>
                    </a:ext>
                  </a:extLst>
                </p14:cNvPr>
                <p14:cNvContentPartPr/>
                <p14:nvPr/>
              </p14:nvContentPartPr>
              <p14:xfrm>
                <a:off x="8641555" y="3924051"/>
                <a:ext cx="448920" cy="829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9800E07-44CA-F647-5E7C-403ACA3D900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32555" y="3915051"/>
                  <a:ext cx="466560" cy="84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6ED9D17-A806-3C2F-3CD1-7E0DE858AE40}"/>
                    </a:ext>
                  </a:extLst>
                </p14:cNvPr>
                <p14:cNvContentPartPr/>
                <p14:nvPr/>
              </p14:nvContentPartPr>
              <p14:xfrm>
                <a:off x="7662355" y="3355611"/>
                <a:ext cx="1518840" cy="591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6ED9D17-A806-3C2F-3CD1-7E0DE858AE4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53715" y="3346611"/>
                  <a:ext cx="15364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0378E17-49E6-5CB8-229D-BF09420CAC78}"/>
                    </a:ext>
                  </a:extLst>
                </p14:cNvPr>
                <p14:cNvContentPartPr/>
                <p14:nvPr/>
              </p14:nvContentPartPr>
              <p14:xfrm>
                <a:off x="8529235" y="3512931"/>
                <a:ext cx="119880" cy="647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0378E17-49E6-5CB8-229D-BF09420CAC7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20595" y="3503931"/>
                  <a:ext cx="13752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06AB64B-B04C-9915-6017-71EB512C1707}"/>
                    </a:ext>
                  </a:extLst>
                </p14:cNvPr>
                <p14:cNvContentPartPr/>
                <p14:nvPr/>
              </p14:nvContentPartPr>
              <p14:xfrm>
                <a:off x="8724715" y="3667731"/>
                <a:ext cx="755280" cy="284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06AB64B-B04C-9915-6017-71EB512C170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15715" y="3658731"/>
                  <a:ext cx="7729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C2E725B-53BC-1D13-3296-574D2E809BD8}"/>
                    </a:ext>
                  </a:extLst>
                </p14:cNvPr>
                <p14:cNvContentPartPr/>
                <p14:nvPr/>
              </p14:nvContentPartPr>
              <p14:xfrm>
                <a:off x="9555235" y="2404851"/>
                <a:ext cx="129960" cy="761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C2E725B-53BC-1D13-3296-574D2E809BD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46595" y="2396211"/>
                  <a:ext cx="14760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AB431B3-0534-85F6-B9AF-E385D688AE4F}"/>
                    </a:ext>
                  </a:extLst>
                </p14:cNvPr>
                <p14:cNvContentPartPr/>
                <p14:nvPr/>
              </p14:nvContentPartPr>
              <p14:xfrm>
                <a:off x="10140235" y="2222691"/>
                <a:ext cx="374040" cy="53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AB431B3-0534-85F6-B9AF-E385D688AE4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131235" y="2213691"/>
                  <a:ext cx="391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AC166AB-E0A3-72C0-4A4A-6301A3D2664F}"/>
                    </a:ext>
                  </a:extLst>
                </p14:cNvPr>
                <p14:cNvContentPartPr/>
                <p14:nvPr/>
              </p14:nvContentPartPr>
              <p14:xfrm>
                <a:off x="10484395" y="2380011"/>
                <a:ext cx="274680" cy="145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AC166AB-E0A3-72C0-4A4A-6301A3D2664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75755" y="2371011"/>
                  <a:ext cx="292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FB5DA8F-5196-1D5B-04A4-39A199D600B3}"/>
                    </a:ext>
                  </a:extLst>
                </p14:cNvPr>
                <p14:cNvContentPartPr/>
                <p14:nvPr/>
              </p14:nvContentPartPr>
              <p14:xfrm>
                <a:off x="11250835" y="2228091"/>
                <a:ext cx="35280" cy="177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FB5DA8F-5196-1D5B-04A4-39A199D600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242195" y="2219091"/>
                  <a:ext cx="529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BF1DFC8-12CD-50FC-101B-04DAAE0E0356}"/>
                    </a:ext>
                  </a:extLst>
                </p14:cNvPr>
                <p14:cNvContentPartPr/>
                <p14:nvPr/>
              </p14:nvContentPartPr>
              <p14:xfrm>
                <a:off x="11547475" y="2301891"/>
                <a:ext cx="46080" cy="119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BF1DFC8-12CD-50FC-101B-04DAAE0E035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538475" y="2292891"/>
                  <a:ext cx="637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C35429A-4340-EA88-62FF-84375CF88BD0}"/>
                    </a:ext>
                  </a:extLst>
                </p14:cNvPr>
                <p14:cNvContentPartPr/>
                <p14:nvPr/>
              </p14:nvContentPartPr>
              <p14:xfrm>
                <a:off x="11452075" y="2416731"/>
                <a:ext cx="20880" cy="24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C35429A-4340-EA88-62FF-84375CF88BD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443435" y="2408091"/>
                  <a:ext cx="38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CA8D9AF-9BD3-C99E-6075-88FC663A3D0B}"/>
                    </a:ext>
                  </a:extLst>
                </p14:cNvPr>
                <p14:cNvContentPartPr/>
                <p14:nvPr/>
              </p14:nvContentPartPr>
              <p14:xfrm>
                <a:off x="9561355" y="3916851"/>
                <a:ext cx="2059920" cy="160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CA8D9AF-9BD3-C99E-6075-88FC663A3D0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52715" y="3908211"/>
                  <a:ext cx="20775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8D341EC-DC8A-2F0F-9627-AEEAEAB246DE}"/>
                    </a:ext>
                  </a:extLst>
                </p14:cNvPr>
                <p14:cNvContentPartPr/>
                <p14:nvPr/>
              </p14:nvContentPartPr>
              <p14:xfrm>
                <a:off x="9794275" y="3949251"/>
                <a:ext cx="1167480" cy="83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8D341EC-DC8A-2F0F-9627-AEEAEAB246D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785275" y="3940251"/>
                  <a:ext cx="11851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0B44EE9-EC45-EA77-7766-45CC8C9DF06A}"/>
                    </a:ext>
                  </a:extLst>
                </p14:cNvPr>
                <p14:cNvContentPartPr/>
                <p14:nvPr/>
              </p14:nvContentPartPr>
              <p14:xfrm>
                <a:off x="9765115" y="3722451"/>
                <a:ext cx="1159200" cy="75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0B44EE9-EC45-EA77-7766-45CC8C9DF06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756475" y="3713451"/>
                  <a:ext cx="1176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7E299DE-7228-A0CD-2088-DE4E4A126E33}"/>
                    </a:ext>
                  </a:extLst>
                </p14:cNvPr>
                <p14:cNvContentPartPr/>
                <p14:nvPr/>
              </p14:nvContentPartPr>
              <p14:xfrm>
                <a:off x="9913435" y="3973011"/>
                <a:ext cx="896400" cy="23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7E299DE-7228-A0CD-2088-DE4E4A126E3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904795" y="3964371"/>
                  <a:ext cx="914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6A6B8F0-4599-1F4E-CE37-976C4D511ECE}"/>
                    </a:ext>
                  </a:extLst>
                </p14:cNvPr>
                <p14:cNvContentPartPr/>
                <p14:nvPr/>
              </p14:nvContentPartPr>
              <p14:xfrm>
                <a:off x="10312675" y="905091"/>
                <a:ext cx="102960" cy="18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6A6B8F0-4599-1F4E-CE37-976C4D511EC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303675" y="896451"/>
                  <a:ext cx="1206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E193A8C-203C-2667-0DC4-2458129CA457}"/>
                    </a:ext>
                  </a:extLst>
                </p14:cNvPr>
                <p14:cNvContentPartPr/>
                <p14:nvPr/>
              </p14:nvContentPartPr>
              <p14:xfrm>
                <a:off x="3117715" y="247011"/>
                <a:ext cx="1036080" cy="2131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E193A8C-203C-2667-0DC4-2458129CA45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109075" y="238371"/>
                  <a:ext cx="1053720" cy="21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38EFCC7-22C7-43A0-5A2C-84120EC12752}"/>
                    </a:ext>
                  </a:extLst>
                </p14:cNvPr>
                <p14:cNvContentPartPr/>
                <p14:nvPr/>
              </p14:nvContentPartPr>
              <p14:xfrm>
                <a:off x="4264315" y="1131531"/>
                <a:ext cx="587520" cy="462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38EFCC7-22C7-43A0-5A2C-84120EC1275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55675" y="1122891"/>
                  <a:ext cx="60516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C0916F5-F8CD-DB34-C776-99352110EE26}"/>
                    </a:ext>
                  </a:extLst>
                </p14:cNvPr>
                <p14:cNvContentPartPr/>
                <p14:nvPr/>
              </p14:nvContentPartPr>
              <p14:xfrm>
                <a:off x="5048035" y="835611"/>
                <a:ext cx="14760" cy="18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C0916F5-F8CD-DB34-C776-99352110EE2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039395" y="826971"/>
                  <a:ext cx="32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9A31235-37DB-1F34-82AF-E92F1FD6AB40}"/>
                    </a:ext>
                  </a:extLst>
                </p14:cNvPr>
                <p14:cNvContentPartPr/>
                <p14:nvPr/>
              </p14:nvContentPartPr>
              <p14:xfrm>
                <a:off x="4936075" y="770451"/>
                <a:ext cx="640080" cy="1217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9A31235-37DB-1F34-82AF-E92F1FD6AB4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27435" y="761811"/>
                  <a:ext cx="657720" cy="12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B7CEA74-6484-7D84-E721-0BD0B88E2EAE}"/>
                    </a:ext>
                  </a:extLst>
                </p14:cNvPr>
                <p14:cNvContentPartPr/>
                <p14:nvPr/>
              </p14:nvContentPartPr>
              <p14:xfrm>
                <a:off x="5381035" y="1337091"/>
                <a:ext cx="1171800" cy="152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B7CEA74-6484-7D84-E721-0BD0B88E2EA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372395" y="1328091"/>
                  <a:ext cx="1189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8120777-47EE-4192-FC3B-DC781E78FEFB}"/>
                    </a:ext>
                  </a:extLst>
                </p14:cNvPr>
                <p14:cNvContentPartPr/>
                <p14:nvPr/>
              </p14:nvContentPartPr>
              <p14:xfrm>
                <a:off x="6622315" y="574251"/>
                <a:ext cx="711720" cy="124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8120777-47EE-4192-FC3B-DC781E78FEF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13315" y="565251"/>
                  <a:ext cx="729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E538CD3-70C0-B1C5-615F-3B93F80A1DDE}"/>
                    </a:ext>
                  </a:extLst>
                </p14:cNvPr>
                <p14:cNvContentPartPr/>
                <p14:nvPr/>
              </p14:nvContentPartPr>
              <p14:xfrm>
                <a:off x="6850915" y="671451"/>
                <a:ext cx="222120" cy="860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E538CD3-70C0-B1C5-615F-3B93F80A1DD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41915" y="662811"/>
                  <a:ext cx="239760" cy="87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96CD9A1-419F-49F3-0F99-A4A264B8D917}"/>
                    </a:ext>
                  </a:extLst>
                </p14:cNvPr>
                <p14:cNvContentPartPr/>
                <p14:nvPr/>
              </p14:nvContentPartPr>
              <p14:xfrm>
                <a:off x="7022995" y="1095891"/>
                <a:ext cx="329760" cy="458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96CD9A1-419F-49F3-0F99-A4A264B8D91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013995" y="1087251"/>
                  <a:ext cx="34740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8ABFBEB-5849-8312-3114-F17BC618E1DD}"/>
                    </a:ext>
                  </a:extLst>
                </p14:cNvPr>
                <p14:cNvContentPartPr/>
                <p14:nvPr/>
              </p14:nvContentPartPr>
              <p14:xfrm>
                <a:off x="7474075" y="1076451"/>
                <a:ext cx="400680" cy="368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8ABFBEB-5849-8312-3114-F17BC618E1D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65435" y="1067811"/>
                  <a:ext cx="4183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946173C-4AA3-A557-120B-CC25B1E976C3}"/>
                    </a:ext>
                  </a:extLst>
                </p14:cNvPr>
                <p14:cNvContentPartPr/>
                <p14:nvPr/>
              </p14:nvContentPartPr>
              <p14:xfrm>
                <a:off x="8085355" y="1266891"/>
                <a:ext cx="494640" cy="3254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946173C-4AA3-A557-120B-CC25B1E976C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76715" y="1258251"/>
                  <a:ext cx="5122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5FDBCD5-9479-7C91-2188-BD7DDA68F6C4}"/>
                    </a:ext>
                  </a:extLst>
                </p14:cNvPr>
                <p14:cNvContentPartPr/>
                <p14:nvPr/>
              </p14:nvContentPartPr>
              <p14:xfrm>
                <a:off x="6110395" y="1522491"/>
                <a:ext cx="450720" cy="491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5FDBCD5-9479-7C91-2188-BD7DDA68F6C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101755" y="1513851"/>
                  <a:ext cx="46836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1FA3361-5460-F865-A261-41EF445729DE}"/>
                    </a:ext>
                  </a:extLst>
                </p14:cNvPr>
                <p14:cNvContentPartPr/>
                <p14:nvPr/>
              </p14:nvContentPartPr>
              <p14:xfrm>
                <a:off x="5417395" y="1626171"/>
                <a:ext cx="2784600" cy="1308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1FA3361-5460-F865-A261-41EF445729D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408755" y="1617171"/>
                  <a:ext cx="2802240" cy="13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CF6C265-6B17-FFDB-23BA-60373AC542C4}"/>
                    </a:ext>
                  </a:extLst>
                </p14:cNvPr>
                <p14:cNvContentPartPr/>
                <p14:nvPr/>
              </p14:nvContentPartPr>
              <p14:xfrm>
                <a:off x="8489635" y="2311611"/>
                <a:ext cx="21960" cy="74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CF6C265-6B17-FFDB-23BA-60373AC542C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80635" y="2302611"/>
                  <a:ext cx="39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627C9EE-5334-3235-BA1A-A70BD384F881}"/>
                    </a:ext>
                  </a:extLst>
                </p14:cNvPr>
                <p14:cNvContentPartPr/>
                <p14:nvPr/>
              </p14:nvContentPartPr>
              <p14:xfrm>
                <a:off x="3711715" y="1693491"/>
                <a:ext cx="1612800" cy="117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627C9EE-5334-3235-BA1A-A70BD384F88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703075" y="1684491"/>
                  <a:ext cx="1630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27ACBF9-5617-E192-CF67-52840C2D7D21}"/>
                    </a:ext>
                  </a:extLst>
                </p14:cNvPr>
                <p14:cNvContentPartPr/>
                <p14:nvPr/>
              </p14:nvContentPartPr>
              <p14:xfrm>
                <a:off x="4656355" y="1693131"/>
                <a:ext cx="1115640" cy="71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27ACBF9-5617-E192-CF67-52840C2D7D2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647355" y="1684491"/>
                  <a:ext cx="11332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F0D2FA4-847F-6BF0-A3E1-70F5928D93E7}"/>
                    </a:ext>
                  </a:extLst>
                </p14:cNvPr>
                <p14:cNvContentPartPr/>
                <p14:nvPr/>
              </p14:nvContentPartPr>
              <p14:xfrm>
                <a:off x="6673435" y="1568571"/>
                <a:ext cx="938520" cy="50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F0D2FA4-847F-6BF0-A3E1-70F5928D93E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64795" y="1559571"/>
                  <a:ext cx="9561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F546F70-8EF9-04E0-3B23-E13F5BE7EDE2}"/>
                    </a:ext>
                  </a:extLst>
                </p14:cNvPr>
                <p14:cNvContentPartPr/>
                <p14:nvPr/>
              </p14:nvContentPartPr>
              <p14:xfrm>
                <a:off x="6279595" y="2805171"/>
                <a:ext cx="1479240" cy="165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F546F70-8EF9-04E0-3B23-E13F5BE7EDE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270955" y="2796531"/>
                  <a:ext cx="1496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857EA40-3796-997E-64C7-925F39CD659F}"/>
                    </a:ext>
                  </a:extLst>
                </p14:cNvPr>
                <p14:cNvContentPartPr/>
                <p14:nvPr/>
              </p14:nvContentPartPr>
              <p14:xfrm>
                <a:off x="6211555" y="2936571"/>
                <a:ext cx="1229040" cy="89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857EA40-3796-997E-64C7-925F39CD659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02915" y="2927931"/>
                  <a:ext cx="1246680" cy="10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2423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91ABCB0F-33DB-1622-8B7C-25510DB31080}"/>
              </a:ext>
            </a:extLst>
          </p:cNvPr>
          <p:cNvGrpSpPr/>
          <p:nvPr/>
        </p:nvGrpSpPr>
        <p:grpSpPr>
          <a:xfrm>
            <a:off x="46915" y="105468"/>
            <a:ext cx="12245760" cy="5956200"/>
            <a:chOff x="46915" y="105468"/>
            <a:chExt cx="12245760" cy="595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A4AAE0C-F0F3-1450-2461-2A5E0D46E428}"/>
                    </a:ext>
                  </a:extLst>
                </p14:cNvPr>
                <p14:cNvContentPartPr/>
                <p14:nvPr/>
              </p14:nvContentPartPr>
              <p14:xfrm>
                <a:off x="1568635" y="105468"/>
                <a:ext cx="859680" cy="1571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A4AAE0C-F0F3-1450-2461-2A5E0D46E4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59635" y="96828"/>
                  <a:ext cx="877320" cy="15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762B74C-0A94-9B84-7F70-0C9134D9719F}"/>
                    </a:ext>
                  </a:extLst>
                </p14:cNvPr>
                <p14:cNvContentPartPr/>
                <p14:nvPr/>
              </p14:nvContentPartPr>
              <p14:xfrm>
                <a:off x="1631275" y="2066748"/>
                <a:ext cx="836640" cy="1920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762B74C-0A94-9B84-7F70-0C9134D971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22275" y="2058108"/>
                  <a:ext cx="854280" cy="19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E71D4E-81D6-B55D-AEF8-3D42E73AEABE}"/>
                    </a:ext>
                  </a:extLst>
                </p14:cNvPr>
                <p14:cNvContentPartPr/>
                <p14:nvPr/>
              </p14:nvContentPartPr>
              <p14:xfrm>
                <a:off x="1425715" y="4302708"/>
                <a:ext cx="757800" cy="1316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E71D4E-81D6-B55D-AEF8-3D42E73AEA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6715" y="4293708"/>
                  <a:ext cx="775440" cy="13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842403F-A688-920C-BB6F-F3B40164C4FC}"/>
                    </a:ext>
                  </a:extLst>
                </p14:cNvPr>
                <p14:cNvContentPartPr/>
                <p14:nvPr/>
              </p14:nvContentPartPr>
              <p14:xfrm>
                <a:off x="8448595" y="239028"/>
                <a:ext cx="1655640" cy="1983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842403F-A688-920C-BB6F-F3B40164C4F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39595" y="230388"/>
                  <a:ext cx="1673280" cy="20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18DD13F-3EA0-6322-4320-2DB1FBC7E954}"/>
                    </a:ext>
                  </a:extLst>
                </p14:cNvPr>
                <p14:cNvContentPartPr/>
                <p14:nvPr/>
              </p14:nvContentPartPr>
              <p14:xfrm>
                <a:off x="6451675" y="2645628"/>
                <a:ext cx="1147680" cy="1638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18DD13F-3EA0-6322-4320-2DB1FBC7E9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42675" y="2636988"/>
                  <a:ext cx="1165320" cy="16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861BA44-B453-E358-BA47-E0EA4F200247}"/>
                    </a:ext>
                  </a:extLst>
                </p14:cNvPr>
                <p14:cNvContentPartPr/>
                <p14:nvPr/>
              </p14:nvContentPartPr>
              <p14:xfrm>
                <a:off x="5633755" y="4560828"/>
                <a:ext cx="918720" cy="1425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861BA44-B453-E358-BA47-E0EA4F20024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24755" y="4552188"/>
                  <a:ext cx="936360" cy="14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8BF7BA-E816-CA3E-5139-EC6B8EC13760}"/>
                    </a:ext>
                  </a:extLst>
                </p14:cNvPr>
                <p14:cNvContentPartPr/>
                <p14:nvPr/>
              </p14:nvContentPartPr>
              <p14:xfrm>
                <a:off x="7308835" y="5304228"/>
                <a:ext cx="14760" cy="10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58BF7BA-E816-CA3E-5139-EC6B8EC137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00195" y="5295228"/>
                  <a:ext cx="32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06B631F-2A51-009A-2005-54F568DD5051}"/>
                    </a:ext>
                  </a:extLst>
                </p14:cNvPr>
                <p14:cNvContentPartPr/>
                <p14:nvPr/>
              </p14:nvContentPartPr>
              <p14:xfrm>
                <a:off x="6659035" y="5116308"/>
                <a:ext cx="2354040" cy="128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06B631F-2A51-009A-2005-54F568DD505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50395" y="5107668"/>
                  <a:ext cx="23716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1735E6A-6F9F-7B71-7B93-A9779C0F66C9}"/>
                    </a:ext>
                  </a:extLst>
                </p14:cNvPr>
                <p14:cNvContentPartPr/>
                <p14:nvPr/>
              </p14:nvContentPartPr>
              <p14:xfrm>
                <a:off x="7412515" y="3551388"/>
                <a:ext cx="2034720" cy="9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1735E6A-6F9F-7B71-7B93-A9779C0F66C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03875" y="3542748"/>
                  <a:ext cx="2052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BB2A341-3A54-0ED0-3B7F-51E36C3F1662}"/>
                    </a:ext>
                  </a:extLst>
                </p14:cNvPr>
                <p14:cNvContentPartPr/>
                <p14:nvPr/>
              </p14:nvContentPartPr>
              <p14:xfrm>
                <a:off x="9972475" y="1749948"/>
                <a:ext cx="1263960" cy="104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BB2A341-3A54-0ED0-3B7F-51E36C3F166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63835" y="1740948"/>
                  <a:ext cx="1281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80F1A8-C79C-FCFE-D866-D16A6B199DBF}"/>
                    </a:ext>
                  </a:extLst>
                </p14:cNvPr>
                <p14:cNvContentPartPr/>
                <p14:nvPr/>
              </p14:nvContentPartPr>
              <p14:xfrm>
                <a:off x="7901035" y="1686588"/>
                <a:ext cx="3292200" cy="4008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80F1A8-C79C-FCFE-D866-D16A6B199DB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92395" y="1677588"/>
                  <a:ext cx="3309840" cy="40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A8332AF-4FE1-7804-EDCD-944E17DD0575}"/>
                    </a:ext>
                  </a:extLst>
                </p14:cNvPr>
                <p14:cNvContentPartPr/>
                <p14:nvPr/>
              </p14:nvContentPartPr>
              <p14:xfrm>
                <a:off x="9490795" y="4038828"/>
                <a:ext cx="356760" cy="810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A8332AF-4FE1-7804-EDCD-944E17DD057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482155" y="4029828"/>
                  <a:ext cx="37440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70FC0B6-362F-F080-BA0D-BEF99A41074E}"/>
                    </a:ext>
                  </a:extLst>
                </p14:cNvPr>
                <p14:cNvContentPartPr/>
                <p14:nvPr/>
              </p14:nvContentPartPr>
              <p14:xfrm>
                <a:off x="10055275" y="4289388"/>
                <a:ext cx="1072800" cy="550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70FC0B6-362F-F080-BA0D-BEF99A4107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046275" y="4280388"/>
                  <a:ext cx="109044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E3F9281-F2EC-57F4-B68C-DD82A2D996D5}"/>
                    </a:ext>
                  </a:extLst>
                </p14:cNvPr>
                <p14:cNvContentPartPr/>
                <p14:nvPr/>
              </p14:nvContentPartPr>
              <p14:xfrm>
                <a:off x="11483395" y="4826508"/>
                <a:ext cx="23400" cy="76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E3F9281-F2EC-57F4-B68C-DD82A2D996D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474755" y="4817868"/>
                  <a:ext cx="41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1193A05-DD61-1489-5893-42AAAFCAA7C3}"/>
                    </a:ext>
                  </a:extLst>
                </p14:cNvPr>
                <p14:cNvContentPartPr/>
                <p14:nvPr/>
              </p14:nvContentPartPr>
              <p14:xfrm>
                <a:off x="10592395" y="5245188"/>
                <a:ext cx="787680" cy="374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1193A05-DD61-1489-5893-42AAAFCAA7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83395" y="5236188"/>
                  <a:ext cx="8053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A4CA6C6-9845-F5AB-F962-A7E2A0AE90AF}"/>
                    </a:ext>
                  </a:extLst>
                </p14:cNvPr>
                <p14:cNvContentPartPr/>
                <p14:nvPr/>
              </p14:nvContentPartPr>
              <p14:xfrm>
                <a:off x="11564395" y="5244468"/>
                <a:ext cx="117360" cy="65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A4CA6C6-9845-F5AB-F962-A7E2A0AE90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555395" y="5235468"/>
                  <a:ext cx="135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663DA5C-8D3A-8264-40EB-A2997CD48178}"/>
                    </a:ext>
                  </a:extLst>
                </p14:cNvPr>
                <p14:cNvContentPartPr/>
                <p14:nvPr/>
              </p14:nvContentPartPr>
              <p14:xfrm>
                <a:off x="8706715" y="3419268"/>
                <a:ext cx="3213360" cy="2642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663DA5C-8D3A-8264-40EB-A2997CD4817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97715" y="3410268"/>
                  <a:ext cx="3231000" cy="266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01BE8F-930D-F32E-921D-96DF9C7866BC}"/>
                    </a:ext>
                  </a:extLst>
                </p14:cNvPr>
                <p14:cNvContentPartPr/>
                <p14:nvPr/>
              </p14:nvContentPartPr>
              <p14:xfrm>
                <a:off x="11964715" y="5310708"/>
                <a:ext cx="95760" cy="6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01BE8F-930D-F32E-921D-96DF9C7866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955715" y="5301708"/>
                  <a:ext cx="1134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7C0FD9-2EF6-D33D-BCE1-87CAAECD47C2}"/>
                    </a:ext>
                  </a:extLst>
                </p14:cNvPr>
                <p14:cNvContentPartPr/>
                <p14:nvPr/>
              </p14:nvContentPartPr>
              <p14:xfrm>
                <a:off x="5584795" y="491028"/>
                <a:ext cx="1560600" cy="1604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7C0FD9-2EF6-D33D-BCE1-87CAAECD47C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76155" y="482028"/>
                  <a:ext cx="1578240" cy="16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4AE7E79-3630-A158-17A1-B450DBC76F7D}"/>
                    </a:ext>
                  </a:extLst>
                </p14:cNvPr>
                <p14:cNvContentPartPr/>
                <p14:nvPr/>
              </p14:nvContentPartPr>
              <p14:xfrm>
                <a:off x="7728595" y="990348"/>
                <a:ext cx="425880" cy="181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4AE7E79-3630-A158-17A1-B450DBC76F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19955" y="981348"/>
                  <a:ext cx="443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273D10A-8429-3A40-8CDB-7547D76FE903}"/>
                    </a:ext>
                  </a:extLst>
                </p14:cNvPr>
                <p14:cNvContentPartPr/>
                <p14:nvPr/>
              </p14:nvContentPartPr>
              <p14:xfrm>
                <a:off x="8470195" y="916548"/>
                <a:ext cx="31680" cy="13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273D10A-8429-3A40-8CDB-7547D76FE9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61195" y="907548"/>
                  <a:ext cx="49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F8C622-7453-52E2-A680-CC57F1636302}"/>
                    </a:ext>
                  </a:extLst>
                </p14:cNvPr>
                <p14:cNvContentPartPr/>
                <p14:nvPr/>
              </p14:nvContentPartPr>
              <p14:xfrm>
                <a:off x="6433675" y="1896108"/>
                <a:ext cx="124560" cy="100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1F8C622-7453-52E2-A680-CC57F163630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24675" y="1887468"/>
                  <a:ext cx="1422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1685657-F6A0-B380-B739-E8E7613CE722}"/>
                    </a:ext>
                  </a:extLst>
                </p14:cNvPr>
                <p14:cNvContentPartPr/>
                <p14:nvPr/>
              </p14:nvContentPartPr>
              <p14:xfrm>
                <a:off x="7893835" y="835188"/>
                <a:ext cx="1829520" cy="647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1685657-F6A0-B380-B739-E8E7613CE72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85195" y="826188"/>
                  <a:ext cx="184716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103E80D-02E7-8F5C-5672-E89151E25306}"/>
                    </a:ext>
                  </a:extLst>
                </p14:cNvPr>
                <p14:cNvContentPartPr/>
                <p14:nvPr/>
              </p14:nvContentPartPr>
              <p14:xfrm>
                <a:off x="8875195" y="547188"/>
                <a:ext cx="742320" cy="1177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103E80D-02E7-8F5C-5672-E89151E2530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66555" y="538188"/>
                  <a:ext cx="759960" cy="11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180A5EE-DA81-1C99-B4DD-A67945B63201}"/>
                    </a:ext>
                  </a:extLst>
                </p14:cNvPr>
                <p14:cNvContentPartPr/>
                <p14:nvPr/>
              </p14:nvContentPartPr>
              <p14:xfrm>
                <a:off x="3980275" y="719988"/>
                <a:ext cx="1769760" cy="591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180A5EE-DA81-1C99-B4DD-A67945B6320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71275" y="711348"/>
                  <a:ext cx="17874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2CB899-C3C3-F314-03AC-1C18C5D7BFB2}"/>
                    </a:ext>
                  </a:extLst>
                </p14:cNvPr>
                <p14:cNvContentPartPr/>
                <p14:nvPr/>
              </p14:nvContentPartPr>
              <p14:xfrm>
                <a:off x="3343795" y="462588"/>
                <a:ext cx="1153440" cy="1286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2CB899-C3C3-F314-03AC-1C18C5D7BFB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35155" y="453948"/>
                  <a:ext cx="1171080" cy="13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56A220-2009-2869-418A-0C8BB877ED19}"/>
                    </a:ext>
                  </a:extLst>
                </p14:cNvPr>
                <p14:cNvContentPartPr/>
                <p14:nvPr/>
              </p14:nvContentPartPr>
              <p14:xfrm>
                <a:off x="5540155" y="850308"/>
                <a:ext cx="43920" cy="62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56A220-2009-2869-418A-0C8BB877ED1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31155" y="841668"/>
                  <a:ext cx="615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7A79E38-008A-F20E-954B-6B0C5BD5651F}"/>
                    </a:ext>
                  </a:extLst>
                </p14:cNvPr>
                <p14:cNvContentPartPr/>
                <p14:nvPr/>
              </p14:nvContentPartPr>
              <p14:xfrm>
                <a:off x="10085155" y="1783788"/>
                <a:ext cx="1409400" cy="1485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7A79E38-008A-F20E-954B-6B0C5BD5651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76515" y="1774788"/>
                  <a:ext cx="1427040" cy="15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7DB41E7-EF49-5FFF-CC14-2D67E0FBC923}"/>
                    </a:ext>
                  </a:extLst>
                </p14:cNvPr>
                <p14:cNvContentPartPr/>
                <p14:nvPr/>
              </p14:nvContentPartPr>
              <p14:xfrm>
                <a:off x="11852395" y="2332788"/>
                <a:ext cx="73800" cy="53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7DB41E7-EF49-5FFF-CC14-2D67E0FBC92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843755" y="2323788"/>
                  <a:ext cx="914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845DC2-504D-49F3-5498-C4F152F6E498}"/>
                    </a:ext>
                  </a:extLst>
                </p14:cNvPr>
                <p14:cNvContentPartPr/>
                <p14:nvPr/>
              </p14:nvContentPartPr>
              <p14:xfrm>
                <a:off x="6335755" y="2347188"/>
                <a:ext cx="1101600" cy="2041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845DC2-504D-49F3-5498-C4F152F6E49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27115" y="2338548"/>
                  <a:ext cx="1119240" cy="20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47799A8-3E3C-73F9-EEB0-8D702857CAF6}"/>
                    </a:ext>
                  </a:extLst>
                </p14:cNvPr>
                <p14:cNvContentPartPr/>
                <p14:nvPr/>
              </p14:nvContentPartPr>
              <p14:xfrm>
                <a:off x="7273195" y="2813388"/>
                <a:ext cx="1796760" cy="372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47799A8-3E3C-73F9-EEB0-8D702857CAF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64195" y="2804748"/>
                  <a:ext cx="18144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9E8C29A-0236-38FB-B21A-0CC939F2377E}"/>
                    </a:ext>
                  </a:extLst>
                </p14:cNvPr>
                <p14:cNvContentPartPr/>
                <p14:nvPr/>
              </p14:nvContentPartPr>
              <p14:xfrm>
                <a:off x="9370915" y="537828"/>
                <a:ext cx="2157480" cy="335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9E8C29A-0236-38FB-B21A-0CC939F2377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61915" y="528828"/>
                  <a:ext cx="21751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0A6DCCE-A4C9-7B14-B237-8ECA99E62B79}"/>
                    </a:ext>
                  </a:extLst>
                </p14:cNvPr>
                <p14:cNvContentPartPr/>
                <p14:nvPr/>
              </p14:nvContentPartPr>
              <p14:xfrm>
                <a:off x="7836955" y="2825268"/>
                <a:ext cx="32760" cy="31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0A6DCCE-A4C9-7B14-B237-8ECA99E62B7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28315" y="2816628"/>
                  <a:ext cx="50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846118F-DAAF-1533-065D-3C494A1D24D6}"/>
                    </a:ext>
                  </a:extLst>
                </p14:cNvPr>
                <p14:cNvContentPartPr/>
                <p14:nvPr/>
              </p14:nvContentPartPr>
              <p14:xfrm>
                <a:off x="7386235" y="2329548"/>
                <a:ext cx="1911600" cy="570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846118F-DAAF-1533-065D-3C494A1D24D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77235" y="2320548"/>
                  <a:ext cx="192924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4A33CFE-1B8A-2D7F-A024-657067950003}"/>
                    </a:ext>
                  </a:extLst>
                </p14:cNvPr>
                <p14:cNvContentPartPr/>
                <p14:nvPr/>
              </p14:nvContentPartPr>
              <p14:xfrm>
                <a:off x="6422515" y="4650828"/>
                <a:ext cx="1703160" cy="630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4A33CFE-1B8A-2D7F-A024-65706795000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13875" y="4641828"/>
                  <a:ext cx="172080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AC8B086-886A-D5D1-A43E-E6BF0D81B79F}"/>
                    </a:ext>
                  </a:extLst>
                </p14:cNvPr>
                <p14:cNvContentPartPr/>
                <p14:nvPr/>
              </p14:nvContentPartPr>
              <p14:xfrm>
                <a:off x="46915" y="272868"/>
                <a:ext cx="904320" cy="5157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AC8B086-886A-D5D1-A43E-E6BF0D81B7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915" y="264228"/>
                  <a:ext cx="921960" cy="51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8C326B6-23C3-C9E4-0B07-C02F962B2B07}"/>
                    </a:ext>
                  </a:extLst>
                </p14:cNvPr>
                <p14:cNvContentPartPr/>
                <p14:nvPr/>
              </p14:nvContentPartPr>
              <p14:xfrm>
                <a:off x="9635155" y="190068"/>
                <a:ext cx="2303640" cy="5485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8C326B6-23C3-C9E4-0B07-C02F962B2B0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26155" y="181428"/>
                  <a:ext cx="2321280" cy="55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F8E20AC-1D9C-D42C-3629-033D1807D351}"/>
                    </a:ext>
                  </a:extLst>
                </p14:cNvPr>
                <p14:cNvContentPartPr/>
                <p14:nvPr/>
              </p14:nvContentPartPr>
              <p14:xfrm>
                <a:off x="10053475" y="5643708"/>
                <a:ext cx="146160" cy="48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F8E20AC-1D9C-D42C-3629-033D1807D35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44475" y="5635068"/>
                  <a:ext cx="163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D76B641-F8DB-3375-5E86-5B915C6F6D89}"/>
                    </a:ext>
                  </a:extLst>
                </p14:cNvPr>
                <p14:cNvContentPartPr/>
                <p14:nvPr/>
              </p14:nvContentPartPr>
              <p14:xfrm>
                <a:off x="4509115" y="2209668"/>
                <a:ext cx="3772800" cy="201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D76B641-F8DB-3375-5E86-5B915C6F6D8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00475" y="2201028"/>
                  <a:ext cx="37904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BFDBE76-DCF1-EF2F-5FA0-2F898C768434}"/>
                    </a:ext>
                  </a:extLst>
                </p14:cNvPr>
                <p14:cNvContentPartPr/>
                <p14:nvPr/>
              </p14:nvContentPartPr>
              <p14:xfrm>
                <a:off x="6557515" y="3845148"/>
                <a:ext cx="3136680" cy="279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BFDBE76-DCF1-EF2F-5FA0-2F898C76843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48515" y="3836148"/>
                  <a:ext cx="31543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E3BE830-727B-B692-5F34-E9325850D854}"/>
                    </a:ext>
                  </a:extLst>
                </p14:cNvPr>
                <p14:cNvContentPartPr/>
                <p14:nvPr/>
              </p14:nvContentPartPr>
              <p14:xfrm>
                <a:off x="11382235" y="1354668"/>
                <a:ext cx="910440" cy="2800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E3BE830-727B-B692-5F34-E9325850D85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373235" y="1346028"/>
                  <a:ext cx="928080" cy="28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5A35E85-684D-D431-5025-7A43B324519A}"/>
                    </a:ext>
                  </a:extLst>
                </p14:cNvPr>
                <p14:cNvContentPartPr/>
                <p14:nvPr/>
              </p14:nvContentPartPr>
              <p14:xfrm>
                <a:off x="2373235" y="2511708"/>
                <a:ext cx="1657440" cy="354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5A35E85-684D-D431-5025-7A43B324519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64235" y="2503068"/>
                  <a:ext cx="16750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8E11581-63A5-7982-96BE-4AE00483BCE6}"/>
                    </a:ext>
                  </a:extLst>
                </p14:cNvPr>
                <p14:cNvContentPartPr/>
                <p14:nvPr/>
              </p14:nvContentPartPr>
              <p14:xfrm>
                <a:off x="3239035" y="2796108"/>
                <a:ext cx="115200" cy="789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8E11581-63A5-7982-96BE-4AE00483BCE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30395" y="2787468"/>
                  <a:ext cx="132840" cy="80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DF98D3E-5D4F-B2CD-DB33-39CEFFEB3AD1}"/>
                    </a:ext>
                  </a:extLst>
                </p14:cNvPr>
                <p14:cNvContentPartPr/>
                <p14:nvPr/>
              </p14:nvContentPartPr>
              <p14:xfrm>
                <a:off x="3698395" y="3036948"/>
                <a:ext cx="1261080" cy="561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DF98D3E-5D4F-B2CD-DB33-39CEFFEB3AD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89755" y="3028308"/>
                  <a:ext cx="127872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CD7C083-C730-B805-BE8F-439107A2E342}"/>
                    </a:ext>
                  </a:extLst>
                </p14:cNvPr>
                <p14:cNvContentPartPr/>
                <p14:nvPr/>
              </p14:nvContentPartPr>
              <p14:xfrm>
                <a:off x="2839075" y="4516188"/>
                <a:ext cx="71640" cy="46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CD7C083-C730-B805-BE8F-439107A2E34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30435" y="4507548"/>
                  <a:ext cx="89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45AF5D7-A6AA-8CD1-7E56-D77B4BDA549B}"/>
                    </a:ext>
                  </a:extLst>
                </p14:cNvPr>
                <p14:cNvContentPartPr/>
                <p14:nvPr/>
              </p14:nvContentPartPr>
              <p14:xfrm>
                <a:off x="2795875" y="3713388"/>
                <a:ext cx="611640" cy="1499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45AF5D7-A6AA-8CD1-7E56-D77B4BDA549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86875" y="3704748"/>
                  <a:ext cx="629280" cy="15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7F00D70-F2B9-4E9D-88FF-F87B1D1BEAFA}"/>
                    </a:ext>
                  </a:extLst>
                </p14:cNvPr>
                <p14:cNvContentPartPr/>
                <p14:nvPr/>
              </p14:nvContentPartPr>
              <p14:xfrm>
                <a:off x="4140115" y="3583068"/>
                <a:ext cx="979560" cy="1730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7F00D70-F2B9-4E9D-88FF-F87B1D1BEAF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31475" y="3574068"/>
                  <a:ext cx="997200" cy="174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8312547-EE4E-047B-879A-702E9A790D77}"/>
                    </a:ext>
                  </a:extLst>
                </p14:cNvPr>
                <p14:cNvContentPartPr/>
                <p14:nvPr/>
              </p14:nvContentPartPr>
              <p14:xfrm>
                <a:off x="3510115" y="4125948"/>
                <a:ext cx="328680" cy="669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8312547-EE4E-047B-879A-702E9A790D7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01475" y="4116948"/>
                  <a:ext cx="34632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4E99025-FB53-DF8B-EECC-70EC7C1469B4}"/>
                    </a:ext>
                  </a:extLst>
                </p14:cNvPr>
                <p14:cNvContentPartPr/>
                <p14:nvPr/>
              </p14:nvContentPartPr>
              <p14:xfrm>
                <a:off x="4196995" y="3812748"/>
                <a:ext cx="380880" cy="1219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4E99025-FB53-DF8B-EECC-70EC7C1469B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87995" y="3804108"/>
                  <a:ext cx="398520" cy="12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714C95B-A4E0-546F-F76A-327D332F4A55}"/>
                    </a:ext>
                  </a:extLst>
                </p14:cNvPr>
                <p14:cNvContentPartPr/>
                <p14:nvPr/>
              </p14:nvContentPartPr>
              <p14:xfrm>
                <a:off x="3789115" y="4110468"/>
                <a:ext cx="262080" cy="395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714C95B-A4E0-546F-F76A-327D332F4A5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80115" y="4101468"/>
                  <a:ext cx="2797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994F9A-9028-9E5D-90E7-C223CE30EFD6}"/>
                    </a:ext>
                  </a:extLst>
                </p14:cNvPr>
                <p14:cNvContentPartPr/>
                <p14:nvPr/>
              </p14:nvContentPartPr>
              <p14:xfrm>
                <a:off x="3949675" y="3836868"/>
                <a:ext cx="236880" cy="839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994F9A-9028-9E5D-90E7-C223CE30EFD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40675" y="3828228"/>
                  <a:ext cx="25452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DDA1667-0242-AD3B-7BD5-84C81AC5F6C3}"/>
                    </a:ext>
                  </a:extLst>
                </p14:cNvPr>
                <p14:cNvContentPartPr/>
                <p14:nvPr/>
              </p14:nvContentPartPr>
              <p14:xfrm>
                <a:off x="4163155" y="3825708"/>
                <a:ext cx="246240" cy="932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DDA1667-0242-AD3B-7BD5-84C81AC5F6C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54515" y="3816708"/>
                  <a:ext cx="263880" cy="9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9ABCDA0-3BB8-2BC5-A767-467F16D19207}"/>
                    </a:ext>
                  </a:extLst>
                </p14:cNvPr>
                <p14:cNvContentPartPr/>
                <p14:nvPr/>
              </p14:nvContentPartPr>
              <p14:xfrm>
                <a:off x="4256035" y="4723548"/>
                <a:ext cx="16200" cy="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9ABCDA0-3BB8-2BC5-A767-467F16D192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47035" y="4714548"/>
                  <a:ext cx="33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BE0424-722D-A98F-63BF-C2495880060F}"/>
                    </a:ext>
                  </a:extLst>
                </p14:cNvPr>
                <p14:cNvContentPartPr/>
                <p14:nvPr/>
              </p14:nvContentPartPr>
              <p14:xfrm>
                <a:off x="3206635" y="5025228"/>
                <a:ext cx="923040" cy="318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0BE0424-722D-A98F-63BF-C2495880060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97635" y="5016228"/>
                  <a:ext cx="940680" cy="335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10992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713</TotalTime>
  <Words>84</Words>
  <Application>Microsoft Office PowerPoint</Application>
  <PresentationFormat>Widescreen</PresentationFormat>
  <Paragraphs>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Mono Lisa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2026-03-16T17:10:50Z</dcterms:created>
  <dcterms:modified xsi:type="dcterms:W3CDTF">2026-03-17T05:04:01Z</dcterms:modified>
</cp:coreProperties>
</file>