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94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2:56.6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1178 151 7881,'-10'-14'2055,"0"0"1,0 1 0,-2 0-1,0 1 1,-13-12 0,9 10 221,-38-31 4674,52 44-5310,0 51-787,1 20-25,4 24-829,-5 0 0,-3 0 0,-5 0 0,-28 124 0,-122 358 0,-136 255 0,71-217 0,168-446 0,-173 541 0,229-706 0,0 1 0,1-1 0,-1 0 0,1 1 0,-1-1 0,1 1 0,0-1 0,0 1 0,0-1 0,1 0 0,0 4 0,3 0-77,9-11-463,3-6-427,-1-1-1,-1-1 1,0 0 0,-1-1 0,19-23 0,-11 10-3243,20-36 1,-23 33-909,6-7-4708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2:58.1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115 211 8297,'15'3'2254,"-15"-6"1440,-22-10 271,22 13-4009,-3-2 1644,1 0-6,-3-2-945,0 1 0,1 0 0,-1 0 1,0 0-1,-1 0 0,1 1 0,0 0 0,-10-3 0,13 5-532,1 0 0,-1-1-1,1 1 1,-1-1 0,1 0-1,-1 0 1,1 1 0,-1-1-1,1 0 1,0 0 0,-3-2-1,-9-7 1491,12 10-1560,0 0 0,1 0 0,-1-1-1,0 1 1,0 0 0,1-1 0,-1 1-1,0-1 1,1 1 0,-1-1-1,0 1 1,1-1 0,-1 1 0,1-1-1,-1 1 1,1-1 0,-1 0 0,1 1-1,-1-1 1,1 0 0,0 0-1,-1 1 1,1-1 0,0 0 0,0 0-1,0 0 1,-1 1 0,1-1 0,0-1-1,1 0 37,0 0-1,0 1 1,1-1-1,-1 1 1,0-1 0,1 1-1,-1 0 1,1-1-1,-1 1 1,1 0-1,0 0 1,-1 0-1,4-1 1,15-6-83,0 0 0,0 1 0,1 2 0,0 0 0,0 1 0,29-2 0,8-2 0,529-45-1765,-508 49-2049,1 5 0,92 11 0,-111 2-2549,-7 10-3850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2:58.3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193 58 9661,'-24'15'1208,"15"-7"-264,-1-2 0,-1 1 0,1-1 0,-1-1 0,0 0 0,0-1 0,-22 7 0,-13 0 3498,30-6-2241,33-8-652,265-48-343,-92 21-3161,-30 7-2524,-1 2-3435,-65 9-2573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2:59.42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161 194 6949,'1'-3'157,"0"2"7,0-1 0,-1 1-1,1-1 1,0 1 0,-1-1-1,0 1 1,1-1 0,-1 1-1,0-1 1,0 0 0,0 1-1,0-1 1,0 1 0,0-1-1,0 0 1,0 1-1,-1-1 1,1 1 0,-1-1-1,1 1 1,-1-1 0,1 1-1,-1-1 1,-2-2 0,3 2 157,-1 0 0,0 0 0,1 0 0,-1 0 0,1 0 1,0-1-1,0 1 0,0 0 0,0 0 0,0 0 0,1-1 0,-1 1 0,0 0 1,1 0-1,1-3 0,-2 4 219,1-2-189,0 0 1,-1 0-1,1 0 1,-1-1 0,1 1-1,-1 0 1,0 0-1,0-1 1,0 1 0,-1 0-1,1 0 1,-1 0-1,0-1 1,0 1-1,0 0 1,0 0 0,-1 0-1,1 0 1,-1 1-1,1-1 1,-1 0 0,-3-2-1,3 2 149,0-1 0,0 1 0,1-1 0,-1 1 0,1-1 0,0 0 0,-2-6 0,2 7 745,-16 24-627,7-1-479,1 1 0,1 0 0,1 0 0,-9 44 0,7-29-82,-9 34 33,-14 121 1,30-164-130,0 0 0,2-1 0,1 1 1,1 0-1,1-1 0,2 1 0,14 48 1,-17-69-22,0 0 1,1-1 0,-1 1 0,1-1-1,0 0 1,0 1 0,1-2 0,0 1-1,-1 0 1,2-1 0,-1 1 0,0-1 0,1 0-1,0-1 1,0 1 0,0-1 0,0 0-1,1 0 1,-1 0 0,1-1 0,0 0-1,-1 0 1,1-1 0,0 1 0,0-1 0,0-1-1,0 1 1,0-1 0,0 0 0,8-1-1,0 0-140,-1-1-1,1-1 0,-1 0 1,0 0-1,0-2 1,0 1-1,-1-2 0,1 0 1,-1 0-1,0-1 0,-1 0 1,0-1-1,0-1 0,-1 0 1,0 0-1,0-1 1,15-21-1,-9 10 5,0-1 0,-2-1 1,-1-1-1,-1 0 0,-1 0 0,-1-1 0,-1-1 0,7-30 1,-14 40 197,0 1 1,-1-1-1,-1-23 1,0 24 338,0-1 0,1 1-1,3-19 1,-3 32-276,-1 1-1,0-1 1,0 1 0,1-1-1,-1 1 1,0-1 0,-1 0-1,1 1 1,0-1-1,0 1 1,-1-1 0,1 1-1,-1-1 1,1 1 0,-1-1-1,1 1 1,-1-1 0,0 1-1,0 0 1,0-1 0,0 1-1,-1-1 1,1 1-31,1 1 0,-1 0 0,1-1 0,0 1 0,-1 0 0,1 0 0,-1 0 0,1 0-1,-1-1 1,1 1 0,-1 0 0,1 0 0,-1 0 0,1 0 0,-1 0 0,1 0 0,-1 0 0,1 0 0,-1 0 0,1 0 0,-1 1 0,1-1 0,-1 0 0,1 0 0,-1 0 0,0 1 0,0 0 30,0 0 0,-1 0 0,1 1 1,0-1-1,0 0 0,0 1 0,0-1 0,0 1 1,0-1-1,1 1 0,-1-1 0,0 3 0,-10 30 283,2 0-1,1 0 0,-4 47 0,0 4-418,5-44-1337,-4 73-1,13-61-2903,4 2-4812,2-7-1796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2:59.9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260 88 8421,'-34'8'2151,"33"-8"-1975,0 0 0,0 1 1,0-1-1,0 0 1,0 0-1,-1 0 0,1 0 1,0 0-1,0 0 0,0 0 1,0 0-1,0 0 1,-1-1-1,1 1 0,0 0 1,0-1-1,0 1 0,-2-2 1,-15-3 2423,7 6-2030,1 0-1,-1 1 1,1 0 0,0 0-1,-17 7 1,22-7-197,0-1 0,1 1 0,-1-1 0,0 0 0,0 0 0,0 0 0,0-1 0,0 1-1,0-1 1,1 0 0,-1-1 0,0 1 0,0-1 0,-5-2 0,7 2 400,1 0-442,-1-1 0,0 1-1,1-1 1,0 0 0,-1 0 0,1 0 0,0-1 0,0 1 0,-2-3 0,5 4-314,0 0 1,0 0 0,0 0-1,0 0 1,0 0 0,0 1-1,0-1 1,0 0 0,0 1-1,1-1 1,-1 1 0,0-1-1,0 1 1,0-1 0,1 1-1,-1 0 1,0 0 0,1 0 0,-1 0-1,0 0 1,1 0 0,-1 0-1,0 0 1,1 0 0,-1 0-1,2 1 1,0 1 6,0 0 1,0 1-1,0-1 1,0 0-1,-1 1 0,1 0 1,-1 0-1,1 0 1,2 5-1,7 12 16,-1-1 0,-1 1 0,-1 1 0,0 0 0,-2 0 0,-1 1 0,0 0 0,-2 0 0,0 0 0,1 44 0,-5-35-29,-1-1 0,-1 0 0,-2 1 0,0-1 0,-3 0 0,0-1 0,-18 46-1,-2-24 24,26-49-28,0-1-1,0 0 0,-1 0 0,1 0 0,0 0 0,-1 0 1,1 0-1,-1-1 0,1 1 0,-1 0 0,0-1 0,1 1 1,-1-1-1,0 0 0,1 1 0,-1-1 0,0 0 0,-2 0 1,5-28-17,2 0 1,1 0 0,1 0 0,1 1 0,12-31-1,60-134-133,-55 143 102,48-77 0,-56 104 18,0 1 0,2 1-1,0 0 1,2 1 0,30-25 0,-47 42 34,1-1 1,0 1-1,0 0 0,0 0 1,0 0-1,0 0 0,0 1 1,0-1-1,1 1 1,-1 0-1,0 0 0,1 0 1,-1 1-1,1-1 1,0 1-1,-1-1 0,1 1 1,-1 0-1,1 1 0,-1-1 1,1 1-1,-1-1 1,1 1-1,-1 0 0,1 0 1,-1 1-1,0-1 1,0 1-1,0 0 0,0-1 1,0 1-1,0 1 0,0-1 1,5 5-1,-4-3 40,-1 1 0,1 0 0,-1 0 1,0 0-1,0 0 0,0 1 0,-1-1 0,1 1 0,-1 0 0,1 8 0,8 61 423,-10-62-399,3 43 175,-3 0 1,-10 90 0,-29 114-320,7-67-1768,27-166 1056,0 2-2126,-1 47 0,5-73 2234,0 0 0,1 0 0,-1 1 0,1-1 0,-1 0 0,1 0 0,0 0 0,0 0 0,0 0 0,0 0 0,1 0 0,0-1 0,-1 1 0,1 0 0,4 4 0,11 3-9825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00.2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673 148 10365,'1'-3'361,"0"0"0,0 0-1,0 0 1,-1 0 0,1 0 0,-1 0 0,0 0-1,0 0 1,0-1 0,0 1 0,-1 0-1,1 0 1,-1 0 0,0 0 0,0 0 0,0 0-1,0 0 1,0 0 0,-1 1 0,1-1 0,-1 0-1,0 1 1,0-1 0,0 1 0,0 0 0,0-1-1,0 1 1,0 0 0,-6-3 0,-2-2 299,-1 1-1,0-1 1,-1 2 0,1 0 0,-25-7 0,23 7-390,0 2 1,-1-1 0,0 2-1,1 0 1,-1 0 0,0 1-1,0 1 1,0 0 0,0 1-1,1 1 1,-1 0 0,0 1-1,1 0 1,0 1 0,-1 1-1,2 0 1,-1 0 0,0 2-1,1-1 1,0 2 0,1-1-1,-20 18 1,8-3-155,1 0-1,1 1 1,1 1 0,1 1 0,1 1 0,1 1-1,1 0 1,2 1 0,1 1 0,1 0 0,-9 34-1,16-41-119,1 0-1,1 1 0,2-1 1,0 0-1,1 1 0,4 34 1,-2-46-103,0 1 1,1-1 0,0 0 0,0 0-1,1 0 1,1-1 0,0 1-1,0-1 1,1 0 0,1-1 0,-1 1-1,1-1 1,1 0 0,0-1 0,0 0-1,1 0 1,-1-1 0,2 0-1,12 7 1,5 2-547,1-2 1,1-1-1,0-1 0,0-1 1,49 10-1,-17-10-978,0-2 1,0-3-1,1-2 0,0-4 1,84-9-1,-35-6-3764,-6-7-3130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00.45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245 46 10449,'-10'-33'6256,"0"27"-3060,10 5-3136,0 1 0,-1 0 0,1-1-1,0 1 1,-1-1 0,1 1 0,-1 0-1,1-1 1,0 1 0,-1 0-1,1-1 1,-1 1 0,1 0 0,-1 0-1,1 0 1,-1-1 0,1 1 0,-1 0-1,1 0 1,-1 0 0,1 0 0,-1 0-1,0 0 1,1 0 0,-1 0 0,1 0-1,-2 0 1,0 2 146,0 0 1,-1 1-1,1-1 0,0 0 0,0 1 1,0-1-1,0 1 0,0 0 1,1-1-1,-1 1 0,1 0 1,0 0-1,0 0 0,-1 5 0,0-4 39,-5 21 711,0 1-1,2 0 1,-3 40-1,-3 10 125,-59 423 1820,30-188-5880,26-193-186,6-56-536,0-3-4534,4-34-3411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00.70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0 104 9505,'5'2'352,"0"-1"0,1 1 0,-1-1 0,0 0 1,0 0-1,1-1 0,-1 1 0,0-1 0,0 0 0,1-1 0,-1 1 1,0-1-1,6-2 0,7 1 344,339-48 4451,60-4-3908,-403 53-1076,1 1-1,0 0 1,0 1-1,-1 0 1,1 1-1,-1 1 1,1 0-1,19 8 0,-26-8-84,-1 1 0,-1-1 0,1 1 0,0 0 0,-1 1 0,0 0-1,0 0 1,0 0 0,-1 1 0,0-1 0,0 1 0,0 1 0,-1-1-1,0 1 1,0-1 0,0 1 0,3 11 0,-3-7-155,-2 0 0,1 0 0,-1 0 1,-1 0-1,0 0 0,-1 0 0,0 13 0,-13 81-4917,5-59-1342,4-9-3116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00.86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61 6 11429,'-17'-6'9329,"7"15"-10517,-7 3-796,10 13-3233,-3 14-4168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01.2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99 72 12113,'-7'-3'697,"5"2"-339,-1 0 1,1 0-1,0 0 1,0-1-1,0 1 1,0 0 0,0-1-1,0 1 1,0-1-1,0 0 1,0 0-1,-3-5 4380,1 8-4287,1 1 0,-1-1 1,0 1-1,1 0 0,-1 0 0,1 1 0,0-1 0,0 1 1,-4 3-1,3 2-168,1 0-1,0 1 1,0-1 0,0 1 0,1 0-1,1 0 1,0 0 0,0 0 0,0 17-1,0 5 50,1 1 0,1 0-1,2 0 1,1-1 0,1 1-1,2-1 1,12 33 0,-15-52-321,1 1 1,1-1-1,0-1 1,1 1 0,0-1-1,0 0 1,2-1 0,-1 0-1,1 0 1,0-1-1,1 0 1,0 0 0,1-1-1,-1-1 1,2 0-1,-1 0 1,1-1 0,0-1-1,23 8 1,-23-9-58,1-1 1,-1 0-1,0-1 1,1-1-1,0 0 1,-1 0-1,1-1 1,-1-1-1,1 0 1,18-5-1,-24 4 29,0 0-1,0-1 0,0 0 0,-1 0 0,1 0 0,-1-1 0,0 0 0,0 0 0,0 0 0,-1-1 0,1 0 1,-1 0-1,0-1 0,-1 1 0,1-1 0,-1 0 0,-1 0 0,1-1 0,4-11 0,-2 1 6,0 0 0,-2-1-1,0 0 1,-1 1 0,-1-1 0,-1-1-1,0 1 1,-4-32 0,0 25-19,0 0 1,-2 0-1,-1 1 0,-1 0 1,-17-40-1,18 50-72,-1 1 1,-1 1-1,0-1 0,0 1 1,-1 1-1,0 0 0,-1 0 1,-1 1-1,1 0 0,-22-14 0,25 19-216,-1 0-1,0 1 1,0 0-1,-1 1 0,1 0 1,-1 0-1,1 0 1,-1 1-1,0 1 1,0 0-1,0 0 0,0 0 1,0 1-1,0 1 1,0-1-1,0 1 0,0 1 1,-12 3-1,9-1-958,1 0 0,-1 0 0,-19 11 0,27-12 462,0 0 0,0 0 0,0 0 0,0 0 0,0 1 0,1 0 0,-5 5 0,-11 28-8280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01.87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10 139 11985,'1'0'74,"3"-6"912,-1 0 0,1 0 0,-1-1-1,0 1 1,0-1 0,0 1-1,-1-1 1,0 0 0,0-7 0,23 40 1612,-23-22-2507,-1 0 0,0 0 0,0 0 0,0 0 0,-1 0 0,1 0 0,-1 0 0,0 0 0,0 0-1,-2 6 1,-9 45 465,2-17-231,-9 64 126,7-54-307,3 1-1,2 0 1,0 92 0,6-137-132,1-1 0,0 1 0,0 0 0,0 0 0,0-1 0,1 1 0,-1-1 0,1 1 0,2 3 0,0-1 6,2-4-46,2-3 32,-3 1 3,1-1 1,-1 1-1,0-1 1,1 0-1,-1-1 1,0 1-1,0-1 1,0 0-1,0 0 1,0-1-1,-1 1 1,9-7-1,24-24-2,-2-1 0,56-71 0,4-4 42,-83 95-56,-1 1 2,1 0 1,0 1 0,17-12 0,-26 22 4,-1 0 0,1 0 0,0 0 1,0 0-1,0 0 0,1 1 1,-1-1-1,0 1 0,0 0 0,1 0 1,-1 0-1,1 1 0,-1-1 1,1 1-1,-1 0 0,1 0 0,-1 0 1,1 0-1,-1 1 0,1-1 1,-1 1-1,6 2 0,-2 1-2,1 1-1,-1 0 0,0 0 1,0 1-1,-1 0 0,1 0 1,-1 0-1,0 1 0,-1 0 1,0 0-1,0 1 1,-1-1-1,1 1 0,-2 0 1,5 11-1,5 18 2,-1 2 1,7 42-1,-14-58-26,1 7 55,2-1 0,1 1 0,1-2 0,16 33 0,-24-57-21,0-1 0,-1 1 0,1-1 0,0 0 1,1 0-1,-1 0 0,1 0 0,-1 0 0,1 0 0,0-1 0,0 1 0,0-1 1,0 0-1,0 0 0,1 0 0,-1 0 0,1-1 0,-1 1 0,1-1 1,0 0-1,-1 0 0,1 0 0,0-1 0,6 1 0,-4-2-1,-1 0 0,0-1 1,0 1-1,0-1 0,0 0 0,0-1 0,0 1 0,0-1 0,-1 0 0,1 0 0,-1 0 0,0-1 0,0 1 0,0-1 1,-1 0-1,1 0 0,-1-1 0,3-4 0,11-17 10,-2-1-1,0 0 1,-2-1 0,-1 0 0,9-34-1,36-163 35,-36 130-19,-13 54 218,3-44 0,1-9 622,-12 91-599,2 7 3,11 44 66,-3 0 0,-1 0 0,3 81 0,-11-119-292,4 49 114,-3 1 1,-2-1-1,-3 1 1,-18 100 0,16-135-188,-1 0 0,-2 0-1,0-1 1,-2 0 0,-1 0 0,0-1 0,-2-1 0,-1 0 0,0-1 0,-2 0 0,0-1 0,-1-1 0,-29 25 0,33-33-386,-1-1 0,-1 0 1,0 0-1,0-2 0,0 0 1,-33 12-1,38-17-334,0-1 1,0 0 0,0 0-1,-1-1 1,-13 0-1,16-1-669,0-1 0,-1 0-1,1-1 1,0 1-1,0-2 1,0 1 0,-10-5-1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02.22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0 164 15437,'44'-58'2871,"-43"56"-2677,0 1 1,-1-1-1,1 1 1,0-1 0,-1 0-1,1 0 1,-1 1-1,1-1 1,-1 0 0,0 0-1,0 1 1,1-1-1,-1 0 1,-1 0-1,1 0 1,0 1 0,0-1-1,-1-2 1,-1-6 840,2 6-478,0-2 544,0-1 1,0 0-1,1 1 1,-1-1-1,1 1 0,4-11 1,12 43-3534,0 5 689,-14-20 550,-1 0 0,0-1 0,-1 1 0,0 0 0,0 0 0,-3 19 0,1 4-3603,3 30-6205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02.3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4 8073,'24'3'11557,"-4"-6"-14409,3 0-2093,-3 3-3904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02.5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0 244 14373,'54'-66'2937,"-37"60"-413,6-12-528,1 0-404,3 0-340,19-6-304,1 8-624,60-14-1556,-53 18-220,-10 0-704,-18-3-728,-12 6-2553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21.5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543 665 5116,'20'-37'7764,"21"-17"3060,-44 55-10221,-22 9 534,22-9-179,0 0-592,-28 1 124,29-2 271,12 58-433,-10-40 3080,-2-16-3145,-29 50 65,-39 91 1,38-74-237,-351 835-92,358-817 0,21-70 0,6-14 0,5-12 0,-7 9 0,22-30 6,-2-2-1,-1 0 1,17-40 0,38-113-72,-41 97-60,101-243-1409,246-682-595,-374 991 2160,0 3 46,14-33-1,-18 47-38,0 1 0,0 0 0,0 0 0,1 1 0,0-1 0,0 1 0,0-1 1,0 1-1,0 0 0,1 0 0,-1 0 0,1 0 0,5-3 0,-7 6-1,0-1 1,0 0-1,0 0 0,0 1 1,0 0-1,0-1 1,0 1-1,0 0 1,1 0-1,-1 0 0,0 0 1,0 0-1,0 0 1,0 1-1,0-1 1,0 1-1,0-1 0,0 1 1,0 0-1,0 0 1,0 0-1,0 0 1,0 0-1,-1 0 0,1 1 1,0-1-1,-1 1 1,1-1-1,1 3 1,3 4 158,1 0 0,-2 1 0,0 0 0,9 17 1,10 32 48,-2 0 0,24 108 1,8 128 85,-50-272-328,67 594-2,-4-69 0,-67-545 0,34 181 73,-29-164-119,0-1 1,2 0-1,0 0 1,1-1 0,0 0-1,2 0 1,16 22-1,-19-31-296,-1 0 0,1-1 0,0 0 0,1-1 0,9 7 0,-15-11 92,1 0 1,0-1-1,0 1 0,0-1 0,0 0 0,0 1 0,0-2 1,0 1-1,0 0 0,0 0 0,0-1 0,0 0 0,1 1 1,-1-1-1,0-1 0,0 1 0,0 0 0,1-1 0,4-1 1,-1-1-976,1-1 1,-1-1-1,0 0 1,0 0 0,11-10-1,3-2-2678,27-18-7291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21.7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87 169 10137,'-9'2'382,"2"-1"67,1 0-1,-1 0 1,0 0 0,1-1 0,-1 0 0,0 0 0,0-1 0,-17-4 6376,34 5-6439,-1-1 0,0-1 0,1 0 0,11-3 0,19-5-69,199-10 103,-76 9-877,258-37-3505,-140 5-3907,-134 17-461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22.2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609 115 9257,'-42'-90'11688,"19"68"-7193,21 20-3365,1 5-37,-15 99-338,-67 339 3594,-70 19-4349,-35-15 0,95-226 0,91-217 0,2-1 0,-1 1 0,0 0 0,0 0 0,1 0 0,-1 0 0,1 1 0,-1-1 0,1 0 0,0 0 0,0 0 0,0 0 0,0 0 0,0 0 0,1 1 0,-1-1 0,1 0 0,0 3 0,0-4 0,0 0 0,0 0 0,0-1 0,0 1 0,0 0 0,0 0 0,0-1 0,0 1 0,0-1 0,0 1 0,0-1 0,0 1 0,1-1 0,-1 0 0,0 1 0,0-1 0,0 0 0,1 0 0,-1 0 0,0 0 0,0 0 0,2 0 0,8-2 0,-1 0 0,0-1 0,0 0 0,-1 0 0,15-7 0,126-68 0,26-12 0,-157 82 0,40-18 0,98-28 0,-139 49 0,0 1 0,0 1 0,0 0 0,0 1 0,1 2 0,-1-1 0,0 2 0,0 1 0,1 0 0,25 7 0,-38-7 0,0 0 0,1 1 0,-1-1 0,0 1 0,0 0 0,-1 1 0,1 0 0,-1 0 0,0 0 0,0 0 0,7 8 0,-10-9 0,1 0 0,-1 1 0,0 0 0,0-1 0,0 1 0,0 0 0,-1 0 0,1 0 0,-1 0 0,0 0 0,0 0 0,-1 1 0,1-1 0,-1 0 0,0 0 0,0 0 0,-1 1 0,1-1 0,-2 6 0,0-2 0,0 1 0,-1-1 0,0 0 0,0 0 0,-1 0 0,0 0 0,-1-1 0,1 0 0,-2 1 0,1-2 0,-1 1 0,0-1 0,0 0 0,0 0 0,-1 0 0,-12 7 0,-9 5 0,-1-2 0,0-1 0,-1-1 0,-1-1 0,0-2 0,-36 8 0,-198 28 0,259-46 0,-104 8-761,106-9 541,1 0 0,0 0 0,-1 0 0,1 0 0,0 0 0,-1-1-1,1 1 1,0-1 0,0 0 0,-1 0 0,1 0 0,0-1 0,0 1 0,0-1-1,0 0 1,0 1 0,1-1 0,-1 0 0,1-1 0,-1 1 0,1 0 0,0-1-1,-1 1 1,1-1 0,1 0 0,-1 0 0,-2-4 0,3 2-522,0-1 1,0 1-1,0 0 1,0-1-1,1 1 1,0-1-1,0 1 1,1 0-1,0-1 1,0 1-1,0 0 1,0-1-1,1 1 1,0 0-1,4-9 1,16-25-10254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22.5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242 93 13397,'2'-14'737,"-1"12"-524,0-1-1,0 0 0,0 0 1,-1 1-1,1-1 0,-1 0 1,0 0-1,0 0 0,0 1 0,0-1 1,-1 0-1,1 0 0,-1 0 1,1 1-1,-1-1 0,0 0 1,0 1-1,0-1 0,-1 0 1,1 1-1,-1 0 0,1-1 0,-4-2 1,-10-7 8181,11 20-2799,3 4-5499,0-7-1245,-11 163 1696,1-13-493,-24 112-54,-78 297 0,100-504-807,2-1-1,3 1 1,3 0-1,3 1 1,6 78 0,-3-122-408,1-1 0,0 1 0,8 23 0,-8-33-18,0-1 0,1 1-1,0-1 1,0 0 0,1 0-1,8 10 1,17 12-10213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22.8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74 0 8569,'1'2'373,"0"-1"0,0 0 1,0 0-1,0 0 0,-1 1 1,1-1-1,0 0 0,0 1 0,-1-1 1,1 1-1,-1-1 0,1 1 1,-1-1-1,0 1 0,0-1 1,0 1-1,1-1 0,-1 1 0,-1-1 1,1 1-1,0 2 0,-10 44 1395,5-29-422,-19 77 1711,10-44-841,-14 106 0,26-139-1964,2 0-1,0-1 0,1 1 1,0 0-1,2 0 0,0-1 1,1 1-1,1-1 0,12 28 0,-11-35-179,0-1-1,0 0 0,1-1 0,0 0 0,1 0 0,0 0 0,0-1 0,1 0 1,0-1-1,0 0 0,1 0 0,-1-1 0,2 0 0,19 7 0,-22-9-46,1 0-1,0-1 0,0 0 0,0-1 0,0 0 0,1 0 0,-1-1 0,1-1 0,-1 1 0,1-1 0,-1-1 1,1 0-1,-1 0 0,0-1 0,1 0 0,-1-1 0,0 1 0,14-8 0,-19 7-21,1 1 1,-1-1-1,0-1 0,0 1 0,0-1 1,0 1-1,-1-1 0,1 0 0,-1 0 0,0-1 1,0 1-1,-1-1 0,1 1 0,-1-1 1,0 0-1,0 0 0,-1 0 0,1 0 1,-1 0-1,0 0 0,-1-1 0,1 1 0,-1 0 1,0 0-1,0-1 0,-1 1 0,1 0 1,-3-9-1,-1 0-5,0 0 1,-1 0-1,0 1 0,-1-1 1,-1 1-1,0 1 0,0-1 1,-1 1-1,-13-14 1,1 7-111,-1 0 0,0 2 0,-1 0 0,-1 1 0,-1 2 1,0 0-1,-28-11 0,43 21-44,-3-1-1160,0 0 0,0 1-1,-1 0 1,-23-3-1,3 1-4432,30 5 3224,16 10-10084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23.43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297 683 12453,'9'-12'581,"-2"3"0,-1 0 1,1-1-1,-2 1 1,1-1-1,-1 0 1,-1-1-1,0 1 1,0-1-1,-1 0 1,3-15-1,-7 14 689,0 0 0,-1 0-1,0 0 1,0 0 0,-9-22-1,8 24-32,3 10-1204,0-1 0,0 1 0,0-1 0,0 1 1,0 0-1,0-1 0,0 1 0,0 0 0,-1-1 1,1 1-1,0 0 0,0-1 0,0 1 0,-1 0 1,1-1-1,0 1 0,0 0 0,-1 0 0,1-1 0,0 1 1,-1 0-1,1 0 0,0 0 0,0-1 0,-1 1 1,1 0-1,-1 0 0,1 0 0,0 0 0,-1 0 1,1 0-1,0-1 0,-1 1 0,1 0 0,-1 0 1,1 0-1,0 0 0,-1 0 0,1 1 0,0-1 1,-1 0-1,-17 14 800,-16 37 50,32-48-811,-74 135 1019,29-49-883,11-23-208,4 2 1,-39 114-1,67-170 0,1 0 0,1 0 0,0 0 0,1 1 1,0-1-1,1 1 0,0-1 0,1 0 0,1 1 0,3 14 0,-4-21 0,1 1 0,0-1-1,0 0 1,1 0 0,0-1 0,0 1-1,0 0 1,1-1 0,0 0-1,0 0 1,0 0 0,0 0-1,1-1 1,0 0 0,0 0-1,0 0 1,0 0 0,1-1 0,0 0-1,-1 0 1,10 3 0,-1-2-143,-1-1 0,1-1 0,0 0 0,0-1 0,0 0 0,0-1 0,0-1 0,0 0-1,0-1 1,26-7 0,-4-2-534,0-1 0,63-31 0,-52 18-45,-1-2 1,71-57-1,51-64-512,-113 91 915,-2-2 1,-3-3-1,-2-1 0,75-136 0,95-283 1177,-214 472-795,0-4 433,-7 9 195,-17 15 13,10-1-574,2 0 0,-1 0 0,1 1 0,1 0 0,-1 0-1,2 1 1,-1-1 0,2 2 0,-9 20 0,-1 1 93,-124 289 1012,121-273-1108,3 1-1,3 0 1,1 1-1,-7 90 0,17-120-90,1 1-1,1-1 1,1 0-1,1 0 0,0 0 1,2 0-1,0 0 1,15 34-1,-17-48-29,1 1 0,-1-1 1,2 0-1,-1 0 0,1-1 0,0 1 1,0-1-1,1 0 0,0-1 0,0 1 0,0-1 1,1 0-1,-1-1 0,1 1 0,0-2 0,1 1 1,-1-1-1,1 0 0,-1 0 0,1-1 0,0 0 1,0 0-1,0-1 0,0 0 0,14 0 0,-6-2-2,1-1 0,-1 0 0,0-1 0,0-1 0,0-1 0,0 0 0,0-1 0,-1-1 0,16-9 0,1-3-6,-1 0 0,-1-3 0,28-25 0,145-134 2,-177 163 114,-26 18-101,1-1-1,-1 1 1,0 0 0,1 0-1,-1 0 1,0 0-1,0 0 1,1 0-1,-1 0 1,0 0-1,1 0 1,-1 0 0,0 0-1,1 0 1,-1 0-1,0 0 1,0 0-1,1 0 1,-1 0-1,0 0 1,1 0 0,-1 0-1,0 0 1,0 0-1,1 1 1,-1-1-1,0 0 1,0 0 0,1 0-1,-1 0 1,0 1-1,0-1 1,0 0-1,1 0 1,-1 1-1,0-1 1,0 0 0,0 0-1,0 1 1,1-1-1,-1 5 109,0 0-1,0 0 1,0 0 0,-1 0-1,0 0 1,0 0-1,-2 5 1,0 4-130,-17 65 163,12-51-95,-7 47 0,14-64-55,0 1 1,1-1-1,0 1 0,1-1 0,0 1 0,1-1 0,5 18 0,-5-23-36,0 1 0,1-1 0,0 0 0,0 0 0,0 0 0,1 0 0,0 0 0,0-1-1,0 0 1,1 0 0,0 0 0,9 7 0,-5-5-97,1-1 0,0-1 0,-1 0-1,2 0 1,-1-1 0,0 0 0,14 2-1,13 1-524,1-2-1,0-1 0,58-2 0,-90-2 580,85-4-5743,131-24-1,-193 24 3771,104-17-9905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24.5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91 958 12861,'6'-12'350,"0"3"315,0 0 0,-1-1 0,0 0 1,-1 0-1,0 0 0,-1-1 0,0 1 0,0-1 1,-1 0-1,0-11 0,-4-18 8387,1 40-8906,-1 0 1,1 0-1,0 1 0,-1-1 0,1 1 0,0-1 1,-1 1-1,1-1 0,0 1 0,0 0 1,0 0-1,-1 0 0,1-1 0,0 1 1,0 0-1,0 0 0,1 0 0,-1 1 0,-1 0 1,-12 23-8,14-24-97,-10 21-19,2 1 1,1 0-1,-6 34 1,1-3-37,-3 8 13,3 0 0,2 1 0,-2 76 0,12-108 0,0 1 0,2-1 0,2 0 0,1 0 0,1 0 0,1 0 0,2-1 0,18 42 0,-14-44 0,1 0 0,1 0 0,2-2 0,39 49 0,-48-66 0,0 0 0,1-1 0,0 0 0,1-1 0,0 0 0,0 0 0,0-1 0,1 0 0,0-1 0,0 0 0,1-1 0,-1 0 0,1-1 0,0 0 0,19 2 0,-19-5-74,0 0-1,-1 0 1,1-1-1,-1-1 1,1 0-1,-1 0 1,1-1-1,-1 0 1,0-1 0,-1-1-1,1 0 1,-1 0-1,0-1 1,0 0-1,0-1 1,-1 0 0,0 0-1,0-1 1,-1 0-1,0-1 1,11-15-1,0-3-229,-1-1 0,-2-1 0,-1 0 0,-1-1 0,-1 0 0,12-48 0,-15 39 62,-1 0 1,-3-1-1,-1 0 1,-1 0 0,-3-1-1,-1 1 1,-2 0-1,-2-1 1,-2 1 0,-1 1-1,-2-1 1,-2 1-1,-1 1 1,-2 0 0,-21-38-1,-63-100-188,27 51 580,68 120-125,0 1 10,1-1 0,0 1-1,0 0 1,0-1-1,-2-9 1,4 12-25,0 0-1,0 0 1,0 0 0,0 0 0,0 0-1,1-1 1,-1 1 0,1 0 0,-1 0-1,1 0 1,0 0 0,0 0 0,0 0-1,0 0 1,0 1 0,0-1 0,2-2-1,4-4 9,0 1 0,0 1 0,1-1 0,-1 1 1,2 0-1,-1 1 0,0 0 0,1 0 0,0 1 0,0 0 0,1 0 0,9-2 0,22-4 64,64-9 1,-81 15-86,401-83 1013,-337 62-272,-1-5 0,144-69 0,-123 41 43,97-46 1223,-203 103-1993,-1 0 1,1 1-1,-1-1 0,1 1 0,-1-1 1,1 1-1,-1-1 0,1 1 0,-1 0 1,1 0-1,0 0 0,-1 0 0,1 0 0,-1 0 1,1 0-1,0 1 0,-1-1 0,1 0 1,2 2-1,-3-1 6,0 0 0,0 0 0,0 0 0,0 0 0,0 0 0,0 0 0,0 1 0,0-1 0,0 0 0,-1 1 0,1-1 0,-1 0 0,1 1 0,-1-1 0,1 1 0,-1-1 0,0 3 0,1 8 86,-1 0-1,0 1 1,-1-1 0,-4 17 0,3-8-53,-104 649-50,101-644 0,-146 670 0,-15 87 0,101-357 0,19-117 0,6 28 0,36-268 0,4 0 0,15 129 0,-13-184 0,1 1 0,0-1 0,1 1 0,9 19 0,-11-29 0,0-1 0,0 0 0,1 1 0,0-1 0,0 0 0,0 0 0,0-1 0,0 1 0,1-1 0,-1 1 0,1-1 0,0 0 0,0 0 0,0-1 0,1 1 0,5 2 0,-7-5 1,0 1-1,-1-1 1,1 0-1,-1 1 1,1-1 0,0 0-1,-1-1 1,1 1 0,0 0-1,-1-1 1,1 1-1,-1-1 1,1 0 0,-1 0-1,1 0 1,-1 0-1,0 0 1,1-1 0,2-1-1,35-32-50,-38 32 39,9-9-117,0-1 0,-1 0-1,-1-1 1,0 0 0,-1 0 0,6-16 0,33-95-708,-36 91 686,9-27-118,-2-1 1,-3-1-1,-3 0 0,4-71 1,-14 99 206,-1 0-1,-2-1 1,-2 1 0,-1 0 0,-2 0 0,-1 0 0,-2 1 0,-1 0 0,-16-36 0,3 24 11,-2 1 1,-2 2-1,-2 0 1,-1 2-1,-3 1 1,-1 1-1,-64-55 0,-29-11 33,-146-90-1,157 115 25,90 63 78,2-2 0,-42-40 0,64 57-78,0 0 0,0 0 0,0-1 1,1 1-1,-1 0 0,1-1 0,-1 1 0,1-1 0,0 1 0,0-1 1,0 1-1,0-1 0,0 0 0,0 0 0,1 1 0,0-1 0,-1-5 1,2 5-6,-1 1 1,1 0 0,0 0-1,0 0 1,0 0 0,0 0-1,0 0 1,0 0 0,0 0 0,1 0-1,-1 1 1,1-1 0,-1 0-1,1 1 1,0-1 0,-1 1 0,5-2-1,6-4-32,1 1-1,0 1 1,0 0-1,0 1 1,1 0-1,14-1 1,93-14-1108,150-3 0,-189 17 579,400-22-3983,-160 10-3001,-299 16 6687,176-9-9064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25.71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614 358 5533,'3'-17'1619,"-1"0"1,-1-1 0,0 1 0,-1 0-1,-1 0 1,-4-23 0,2 30-1137,0-1 0,0 1 0,0 0 1,-2 0-1,1 1 0,-1-1 0,-1 1 1,1 0-1,-2 1 0,1-1 0,-12-10 0,-3-2 1136,-1 2 0,-36-25 1,56 43-1512,0 0 1,-1 0-1,1 0 1,0 1 0,0-1-1,0 1 1,-1-1 0,1 1-1,0 0 1,-1 0 0,1 0-1,0 0 1,-1 0 0,1 1-1,0-1 1,0 0 0,-1 1-1,-1 1 1,-37 16 742,38-16-732,-7 5 30,0 0 0,0 1 1,0 0-1,1 0 0,1 1 1,-1 0-1,1 1 0,-8 13 1,-49 89 712,65-111-862,-36 72 0,3 2 0,4 2 0,3 1 0,3 0 0,-19 129 0,36-166 0,2 0 0,2 1 0,1-1 0,3 0 0,7 46 0,-6-69 0,0 0 0,2 0 0,0-1 0,2 1 0,0-1 0,0 0 0,2-1 0,0 0 0,0 0 0,2-1 0,0 0 0,1-1 0,23 23 0,-12-20-53,0 0 0,0-1 0,2-2 0,0 0 0,0-1 0,1-2-1,1-1 1,0-1 0,0-1 0,0-1 0,1-2 0,0-1 0,54 2 0,-45-6-30,1-2 1,-1-1-1,0-1 0,0-3 1,-1-1-1,1-1 0,-2-2 1,1-2-1,-2-1 1,37-21-1,-23 7-112,-1-2 1,-2-2-1,64-59 1,-81 64 113,-1-1 1,-2-1 0,-1-1-1,-1-1 1,36-67 0,-29 44-54,-31 53 139,1 1 0,0-1 0,0 1 0,-1-1 0,1 1 0,-1-1 0,1 1 0,0-1-1,-1 1 1,1-1 0,-1 1 0,1-1 0,-1 1 0,1-1 0,-1 1 0,1 0 0,-1-1 0,0 1-1,1 0 1,-1 0 0,1 0 0,-1-1 0,0 1 0,1 0 0,-2 0 0,1 0 6,-1 0 1,1 0-1,-1 0 1,0 0-1,1 0 1,-1 1-1,1-1 1,-1 0-1,1 1 1,0-1-1,-1 1 1,1 0-1,-1-1 1,1 1-1,0 0 1,-1 0-1,1 0 1,0 0-1,0 0 1,0 0-1,0 0 1,0 0-1,0 0 1,0 1-1,-1 0 1,-23 44 229,16-29-139,-13 24 235,2 1 0,-29 87 0,42-104-189,1-1 0,1 1 0,1 0 0,1 0 0,2 0 0,0 0 0,3 29 0,0-43-141,0 0 1,0 0 0,1 0 0,0-1 0,1 0-1,0 1 1,1-1 0,0-1 0,0 1 0,10 12-1,-11-18-7,-1 0 0,1 0 0,0 0 0,0-1-1,0 1 1,0-1 0,0 0 0,1 0 0,-1-1 0,1 1-1,0-1 1,0 0 0,0 0 0,0-1 0,0 1 0,0-1-1,0 0 1,1-1 0,-1 1 0,0-1 0,0 0 0,1-1-1,-1 1 1,7-2 0,-2-1 0,1 0 0,-1 0 0,0-1 0,-1-1 0,1 0 0,-1 0 0,0 0 0,0-1 0,0-1 0,-1 0 0,0 0 0,-1 0 0,1-1 0,-1 0 0,-1 0 0,1-1 0,8-16 0,-7 8 0,0 1 0,0-1 0,-2-1 0,0 1 0,-1-1 0,-1 0 0,0-1 0,-2 1 0,1-32 0,-5-16-328,-3 1 0,-15-77 0,15 125-224,0 0 0,0 0 0,-2 0 0,0 1 0,-1-1 0,-1 2 0,0-1 0,-1 2 0,-1-1 1,0 1-1,-15-14 0,24 26 263,-1 0-1,0 0 1,1 0 0,-1 0 0,0 1 0,0-1 0,0 1 0,0 0 0,0 0 0,0 0-1,0 0 1,0 0 0,0 1 0,-1-1 0,1 1 0,0 0 0,0 0 0,-1 0 0,1 0 0,0 1-1,0-1 1,0 1 0,0 0 0,-1 0 0,-3 2 0,4-1-439,0-1 0,-1 1-1,1 0 1,1 0 0,-1 0 0,0 0 0,0 1 0,-2 2 0,-10 20-7378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26.4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959 1366 8241,'0'-17'925,"1"13"-528,-1 0 1,1 0-1,-1 0 1,0 0-1,-1 0 1,1 0-1,-1 0 1,0 1-1,0-1 1,0 0-1,0 0 1,0 1-1,-1-1 1,-2-3-1,-16-25 2129,13 18-1517,-2 1-1,1 0 1,-2 0-1,0 1 0,0 0 1,-13-10-1,16 16-812,0 0 0,0 1 1,-1 0-1,1 1 0,-1 0 0,0 0 0,-1 0 1,1 1-1,-1 0 0,1 1 0,-1 0 0,0 0 1,0 1-1,0 0 0,1 1 0,-1 0 0,-17 2 1,0 3-37,0 2 1,0 0 0,1 2 0,0 1 0,1 1 0,0 1 0,-38 25 0,-143 124 354,159-122-414,-41 47 0,73-69-83,0 0 1,1 0 0,0 1-1,2 1 1,0 0 0,-11 26-1,20-39-18,0 0 0,0 0-1,0 1 1,1-1-1,0 0 1,0 1 0,0-1-1,1 1 1,0-1 0,0 1-1,1-1 1,0 1-1,3 11 1,-2-14-20,-1 0 0,1 0 0,1 0 0,-1-1 0,0 1 1,1-1-1,0 1 0,0-1 0,0 0 0,0 0 0,0 0 0,1 0 0,-1-1 0,1 0 0,0 1 0,-1-1 1,1 0-1,0-1 0,0 1 0,1-1 0,-1 0 0,5 1 0,14 2-216,-1-1-1,1-1 1,0-1-1,0-1 1,0-1-1,0-1 1,35-8-1,4-5-682,90-33 0,-118 35 771,0-2 0,-1-1-1,0-2 1,-2-1 0,0-1-1,-1-2 1,-1 0-1,-1-3 1,-2 0 0,0-1-1,-2-2 1,36-52 0,-25 26 78,-3-2 1,-2-1 0,-3-1 0,23-73 0,58-252-54,-102 361 116,107-560 2452,-111 561-2238,-2 14-26,1 1-1,0-1 0,0 1 1,4-13-1,-4 16 427,-17 381 3383,-2-217-3766,-19 210 205,26-1-248,12-323-181,2 1 0,3-1 0,1 0 0,3 0 0,25 75 0,-27-103 0,0 1 0,2-1 0,0-1 0,1 0 0,1 0 0,21 22 0,-23-29 0,1 0 0,0-1 0,1-1 0,0 0 0,0 0 0,1-2 0,0 1 0,1-2 0,-1 1 0,16 3 0,-15-6-1,0 0-1,1-1 1,0 0-1,-1-1 1,1-1-1,0-1 1,0 0-1,0 0 1,0-2 0,-1 0-1,1-1 1,-1 0-1,1-1 1,-1 0-1,0-2 1,0 1 0,-1-2-1,0 0 1,0 0-1,-1-1 1,1-1-1,-2 0 1,1-1-1,14-16 1,-5 2-99,-1 0 0,-2-1 1,-1-1-1,0-1 0,16-39 0,-15 26-7,-3 0 0,-1-2-1,11-54 1,-22 77 72,0 1 0,-1 0 0,-1-22 0,-1 34 33,0 1-1,0-1 1,-1 1 0,0-1-1,0 1 1,0-1 0,-1 1-1,0 0 1,0-1 0,0 1-1,-1 0 1,1 0 0,-1 1 0,-4-6-1,5 8 20,-1 1-1,1-1 1,0 1 0,0 0-1,-1 0 1,1 0-1,-1 0 1,1 0 0,-1 1-1,1-1 1,-1 1-1,1-1 1,-1 1-1,0 0 1,1 0 0,-1 0-1,1 1 1,-1-1-1,0 1 1,1-1 0,-3 2-1,-48 16 153,41-11-118,0 1 0,1-1 0,-1 2 0,1 0 1,1 0-1,0 1 0,-16 20 0,1 2 97,-27 49 0,40-60-148,1-1 0,0 2 0,2-1 0,1 1 0,0 1 0,-6 34 0,12-47 0,1 0 0,0 0 0,1 1 0,0-1 0,0 0 0,1 0 0,0 1 0,1-1 0,0 0 0,1 0 0,0-1 0,0 1 0,1-1 0,1 1 0,-1-1 0,2 0 0,7 10 0,-2-6-106,1 0 0,1-1 0,0 0 0,1-1 0,0 0 0,1-2 1,0 1-1,0-2 0,1 0 0,0-1 0,1 0 0,0-2 0,-1 0 0,31 5 0,5-3-565,1-1 0,0-3 0,86-7-1,-79-1-1433,0-2 0,72-20 0,33-21-7011,-70 16-962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27.90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238 0 11609,'0'0'7381,"-20"3"-5993,0 1-108,10 8-184,-4-3-288,1 15-120,-10 18-116,9-6-448,-3 6-520,-3 1-516,0 5-892,0 3-672,0 3-3285,-7 1-4852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28.39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66 147 12889,'-27'-28'9510,"25"31"-8055,-3 6-1158,0 1-1,0-1 0,1 1 1,0-1-1,1 1 0,0 0 1,1 1-1,0-1 0,0 0 1,1 1-1,0 15 0,2 20 199,7 57-1,-7-91-396,4 35 68,5 49-661,3 0 1,36 131-1,-46-217 374,0 0 0,1-1 1,8 15-1,-11-22 103,-1-1 1,1 1-1,0-1 0,0 1 1,0-1-1,1 1 0,-1-1 1,0 1-1,0-1 1,1 0-1,-1 0 0,1 0 1,-1 0-1,1 0 0,-1 0 1,1 0-1,0 0 1,0-1-1,-1 1 0,1-1 1,0 1-1,0-1 1,-1 0-1,1 1 0,0-1 1,0 0-1,3-1 0,8-3-5,0 0-1,-1-1 0,0-1 1,0 0-1,12-8 1,33-18-11,-27 19 113,93-38 481,-106 45-439,1 1 0,0 1 1,0 1-1,0 0 0,26 1 0,-33 2-66,-1 1 0,1 0 0,-1 1-1,1 0 1,-1 1 0,0 0 0,0 0 0,0 1-1,0 1 1,-1 0 0,0 0 0,9 7-1,9 8 218,-1 2 0,33 35 0,-43-40 32,-12-15-235,-1 0 0,0 1 0,0-1 0,1 0 0,0 0 0,-1-1-1,1 1 1,0-1 0,-1 0 0,1 0 0,0 0 0,0 0 0,0-1-1,0 1 1,0-1 0,0 0 0,0 0 0,0-1 0,0 1 0,0-1 0,0 0-1,0 0 1,0 0 0,0-1 0,-1 1 0,5-3 0,7-3 149,-1-1 1,0 0-1,-1-1 1,1 0-1,16-16 1,-10 4-188,-1 0 1,0-1-1,-2 0 0,-1-2 1,0 0-1,-2-1 1,-1 0-1,11-31 1,66-224 56,-84 257-88,12-44-262,57-181-3654,-68 206-1314,-8 32 1300,-5 21-2724,-3 19-3137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28.94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240 833 11469,'1'-13'730,"-1"1"1,-1 0-1,0-1 0,0 1 1,-1 0-1,-8-23 0,-1-10 1490,5 2 531,-1-71-1,6 77-1760,9-187 1673,0 47-1859,-8 171-781,0 1 0,0-1 1,-1 0-1,1 1 0,-1-1 0,-1 1 1,1-1-1,-1 1 0,-3-8 1,4 12-21,0-1 0,0 1 0,0-1 0,0 1 0,-1 0 0,1-1 0,0 1 0,-1 0 0,1 0 0,-1 0 0,1 0 0,-1 0 0,1 0 1,-1 1-1,0-1 0,0 0 0,1 1 0,-1-1 0,0 1 0,0 0 0,1 0 0,-1 0 0,0-1 0,0 2 0,0-1 0,1 0 0,-1 0 0,0 0 1,0 1-1,-3 1 0,-8 1 4,0 2 1,1-1-1,-1 2 1,1 0-1,-18 11 1,26-14-9,-1 0 1,1 0-1,0 0 1,0 1-1,0 0 1,0 0-1,0 0 1,1 0-1,0 0 0,0 1 1,0-1-1,0 1 1,1 0-1,0 0 1,0 0-1,-2 9 1,3-13 1,1 1 0,0 0 0,0 0 1,0-1-1,0 1 0,0 0 0,0 0 0,1-1 1,-1 1-1,0 0 0,1-1 0,0 1 0,-1 0 1,1-1-1,1 4 0,2-1-1,-1 0 1,1 0-1,0-1 0,0 1 1,0-1-1,0 0 0,6 3 1,23 14-23,0-2 0,2-1 0,66 22 0,12-2-77,39 13-276,148 71 0,-274-109 305,-1 2 1,0 0-1,-1 2 1,-1 1-1,0 0 1,-2 2-1,34 36 1,-47-45 54,0 0-1,-1 0 1,0 1 0,-1 0-1,0 0 1,-1 0 0,0 1 0,0-1-1,-2 1 1,1 0 0,-2 1 0,1-1-1,-2 0 1,0 1 0,0-1 0,-1 1-1,-1-1 1,0 1 0,-5 22 0,-19 39 153,9-30 168,16-43-297,1-1 0,0 1-1,0 0 1,0-1 0,-1 1 0,1-1-1,0 1 1,0-1 0,0 0 0,0 1-1,0-1 1,0 0 0,0 0 0,0 1-1,0-1 1,0 0 0,0 0 0,0 0-1,2-1 1,-1 2 7,8-1-1,0-1 1,1 0-1,-1 0 1,0-1-1,0 0 1,0-1-1,0 0 1,0 0-1,14-8 1,81-48 73,-88 49-82,31-23 112,-1-1 1,76-74 0,-5 5 1117,-116 101-1194,0 1 1,0-1-1,0 1 1,0 0-1,0-1 1,0 1-1,0 0 1,0 1-1,1-1 1,1-1-1,-3 2-13,0 0 0,-1 0 0,1 0-1,-1 0 1,1 0 0,0 0 0,-1 0 0,1 1-1,-1-1 1,1 0 0,0 0 0,-1 0-1,1 1 1,-1-1 0,1 0 0,-1 0-1,1 1 1,-1-1 0,1 1 0,-1-1-1,1 0 1,-1 1 0,1-1 0,-1 1 0,1 0-1,0 2 54,0 1 0,0-1 0,0 1 0,0-1 0,-1 1 0,0 0 0,1-1 0,-1 1 0,-1-1 0,1 1 0,0-1 0,-2 7 0,-9 34 95,-1-1 1,-3 0 0,-31 67-1,21-56-604,-23 80 0,44-121 92,-5 20-1956,-18 44 0,26-74 1865,0 0 0,0 0 0,0 0 0,0 0 0,1-1 1,-1 2-1,1-1 0,0 0 0,-1 0 0,1 0 0,1 0 0,-1 0 0,0 0 0,3 6 1,-1 3-1829,-2-12 2136,0 0 0,0 0 0,0 0 0,0 1-1,0-1 1,0 0 0,0 0 0,0 0 0,0 0-1,0 1 1,0-1 0,0 0 0,0 0 0,0 0-1,0 0 1,0 0 0,0 1 0,0-1 0,0 0-1,1 0 1,-1 0 0,0 0 0,0 0 0,0 0-1,0 0 1,0 1 0,0-1 0,0 0 0,1 0-1,-1 0 1,0 0 0,0 0 0,0 0 0,0 0-1,0 0 1,1 0 0,-1 0 0,0 0 0,0 0-1,0 0 1,0 0 0,1 0 0,-1 0 0,0 0-1,0 0 1,0 0 0,0 0 0,0 0 0,1 0-1,-1 0 1,22 0-9404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29.1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121 88 12881,'-47'-34'2148,"30"19"-179,4-6 1715,-1 12-2296,4 0 644,0 24-1356,0 0-620,14 19-472,-1 17-652,-6-6-904,3 6-996,-4 10-2529,14 2-4432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29.2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493 57 17058,'-22'-47'3467,"18"37"5427,0 14-6729,-6 10-1982,1-1-1,0 2 1,1-1-1,-12 31 1,-21 74 75,27-73-246,-124 360-12,70-208-1810,-18 55-4314,69-190 3453,2 0-1,-7 73 0,17-60-11162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29.6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1 317 10553,'48'-26'806,"-11"7"947,52-36 0,-63 38-1127,0 2 0,0 0 0,2 2 0,-1 1 0,50-14 0,153-27 411,-188 45-840,289-41 471,-267 40 750,-60 9 2187,-7 4-2663,-56 118 1001,-76 222-1,3-4-8270,67-201-3880,37-72-645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30.3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1 298 10917,'13'1'1548,"0"1"0,1-2 0,13 0 0,74-15 1834,-14 2-2161,-25 8-719,57-5-701,131-29 1,-173 22-40,142-38-130,-209 52 362,1 0 0,-2-2 0,1 1 0,0-1 1,-1-1-1,0 1 0,0-2 0,11-9 1,-17 11-1,0 1 1,-1 0 0,1-1 0,-1 0 0,0 0-1,0 0 1,-1 1 0,0-2 0,2-6-1,-3 9 18,1 0 45,-2 3-52,0 0 0,1 0 0,-1-1 0,0 1 0,1 0 0,-1-1 0,0 1 0,1-1 0,-1 1 1,1-1-1,-1 1 0,1-1 0,-1 0 0,1 1 0,-1-1 0,1 1 0,0-1 0,-1 0 0,1 1 0,0-1 0,0 0 0,-1-1 0,1 1 0,0 0 1,-1 0-1,1 0 1,-1 0-1,1 0 1,-1 0-1,1 0 1,-1 1-1,1-1 1,-1 0-1,0 0 1,0 0 0,1 1-1,-1-1 1,0 0-1,0 1 1,0-1-1,0 0 1,0 1-1,-1-1 1,-4 0 24,1 1 1,-1 0-1,1 0 1,-1 0 0,1 1-1,-1 0 1,1 0 0,-1 0-1,1 1 1,0 0-1,-1 0 1,1 0 0,0 1-1,1-1 1,-1 1-1,-8 7 1,-4 4 46,1 1 0,-28 35 0,32-36-55,-4 7 6,2 0 1,0 1-1,1 1 1,2 0-1,0 0 1,1 1-1,-11 46 0,20-63-24,0 1 0,0-1 0,1 0 0,0 0 0,0 0 0,1 0 0,-1 0 0,2 0 0,-1 0 0,4 10 0,-3-11-2,-1-1-2,1-1 1,0 0 0,-1 0-1,1 0 1,1 0 0,-1-1-1,0 1 1,1-1 0,0 1-1,0-1 1,0 0 0,0 0-1,0 0 1,1 0 0,-1-1-1,1 1 1,0-1 0,0 0-1,0 0 1,0 0 0,0-1-1,0 0 1,0 1 0,0-1 0,1-1-1,4 1 1,2 0-4,-1 0-1,1-1 1,0 0 0,0-1 0,0 0 0,-1-1-1,1 0 1,18-7 0,-7 0 33,0-1 1,-1-1-1,0-1 0,27-20 1,70-66 299,-62 49-136,-43 40-91,-1 1 0,1 0 0,18-8 1,-17 9-70,-6 7-20,-4 3-8,1-2 4,-1 1 1,0 1-1,1-1 0,-1 1 0,0-1 1,0 1-1,-1 0 0,1 1 0,-1-1 1,1 1-1,-1-1 0,0 1 0,-1 0 1,5 8-1,17 55-19,-20-54 85,0 0 0,1-1 0,0 1 0,12 20 0,-16-32-42,0-1 1,0 1 0,0-1 0,0 1 0,0 0-1,0-1 1,0 0 0,0 1 0,0-1 0,0 0-1,0 1 1,0-1 0,0 0 0,0 0 0,0 0-1,0 0 1,1 0 0,1-1 0,0 1 100,2 1 27,0-1 0,0-1-1,-1 1 1,1-1 0,0 0-1,0 0 1,0 0 0,-1 0-1,1-1 1,-1 0 0,6-3-1,51-32 1154,-30 16-758,-3 3 1,-4 3 240,39-19 0,-57 31-661,1 1-1,-1-1 0,0 1 0,1 0 0,-1 1 0,1 0 0,-1 0 0,1 0 0,0 1 0,-1 0 1,14 1-1,-17 0-127,-1 0 0,0 0 0,1 0 1,-1 0-1,0 0 0,1 1 0,-1-1 1,0 1-1,0-1 0,0 1 0,0 0 1,0 0-1,-1 0 0,1 0 0,-1 0 1,1 0-1,-1 0 0,0 1 0,1-1 1,-1 0-1,-1 1 0,1-1 1,0 1-1,0-1 0,-1 1 0,0 0 1,1-1-1,-1 1 0,0-1 0,-1 6 1,1 6-24,-1 0 1,-1 1-1,-6 25 1,8-40 14,-9 37-503,-11 54-2936,17-45-1602,9-2-3733,3-18-3230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30.90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258 139 11005,'0'0'16,"6"-14"1349,-1 1-1,5-27 0,-9 37-1078,-1 1 0,1-1-1,-1 0 1,0 0 0,0 0 0,0 1-1,0-1 1,0 0 0,-1 0 0,1 1-1,-1-1 1,0 0 0,0 0 0,0 1-1,0-1 1,0 1 0,0-1 0,-1 1-1,1-1 1,-1 1 0,-2-3 0,3 4-85,1 1 1,-1-1-1,0 0 1,1 0-1,-1 1 1,0-1-1,0 0 1,0 1-1,1-1 1,-1 1-1,0-1 1,0 1-1,0-1 1,0 1-1,0 0 1,0-1-1,0 1 1,0 0-1,0 0 0,0 0 1,0 0-1,0 0 1,0 0-1,0 0 1,0 0-1,0 0 1,0 0-1,0 0 1,0 1-1,0-1 1,0 0-1,0 1 1,0-1-1,0 1 1,0-1-1,0 1 1,0 0-1,1-1 1,-1 1-1,0 0 1,0-1-1,1 1 1,-1 0-1,0 1 1,-3 5 78,1-1 1,-1 1-1,2 0 1,-1 0-1,-1 9 0,1-6 108,-18 69-108,-12 36-331,-3 5 51,5 1 0,-22 177 0,32-101-3926,16-107-2566,9 117-1,1-161-6379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31.2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1 129 12345,'38'-7'1345,"240"-36"5236,-244 41-6166,0 0 0,1 3-1,-1 0 1,0 2 0,1 2 0,34 9 0,-63-12-338,1 0-1,-1 1 1,0-1 0,0 1-1,0 0 1,0 0 0,0 1-1,-1 0 1,1 0 0,-1 0 0,0 1-1,-1 0 1,1 0 0,-1 0-1,0 0 1,0 1 0,0-1 0,-1 1-1,5 11 1,0 5 77,-2-1 0,-1 1 0,-1 1 0,3 35 0,-5-34-66,1 0 0,1-1 0,12 38 1,-7-41-66,0-1 1,1-1 0,1 1-1,1-2 1,0 0 0,2 0-1,0-1 1,0-1 0,1 0-1,1-1 1,1 0 0,21 12-1,0-3 20,0-1-1,2-2 0,1-2 0,77 23 0,-101-36 11,0 0-1,0-2 0,1 0 1,-1-2-1,1 1 0,0-2 0,-1-1 1,23-2-1,-34 2-9,0-1 1,0 1-1,1-1 0,-1 0 1,-1-1-1,1 0 0,0 0 1,-1 0-1,1 0 0,-1-1 1,6-5-1,-8 6-5,1-1 0,-1 0 0,0 0 0,-1 0 0,1 0 0,-1-1-1,1 1 1,-1-1 0,-1 1 0,1-1 0,-1 0 0,1 0 0,-2 0 0,1 1 0,0-1 0,-1-6 0,0-10 33,-1 0-1,-1 1 1,-2-1-1,1 1 1,-14-40 0,1 18 13,-35-69 1,30 71-210,-3 1 0,-1 0-1,-2 2 1,-32-34 0,40 51-558,0 0 0,-2 2 0,0 1 0,-1 0 0,0 2 0,-1 0-1,-1 2 1,-29-12 0,44 21-137,0 1 0,0 1-1,0-1 1,0 2 0,0-1-1,-1 1 1,1 0 0,0 1-1,-1 1 1,-17 2 0,-28 8-8978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31.8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810 64 10129,'19'-44'5012,"-20"43"-4712,1 0 0,0 0 0,-1 0 0,1 0 0,-1 0 0,1 0 0,-1 0 0,1 0 0,-1 0 0,1 1 0,-1-1 0,0 0 0,0 0 0,1 1 0,-1-1 0,0 0 0,0 1 0,0-1 0,0 1 0,0-1 0,0 1 0,0-1 0,0 1 0,0 0 0,0 0 0,0-1 0,0 1 0,0 0 0,-1 0 0,-9 16 749,1 0 0,1 1 0,0 1 0,1-1 0,-5 21 0,-25 100 1007,35-123-1949,-313 1006 62,260-876-169,-177 495 0,146-304-4445,76-256-174,10-32-2696,4-19-6089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32.12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 9 12973,'-16'5'1962,"21"-9"769,-1 2-2367,0 1 0,0-1 0,0 1 0,1 0 0,-1 0 0,0 0 0,8 0 1,14 4 30,1 1 1,-1 1-1,0 1 1,0 1 0,-1 1-1,0 2 1,26 13-1,7 7-8,93 67 1,-127-81-320,-1 2 1,-1 0 0,-1 2 0,0 0 0,-2 2 0,25 33 0,-39-47-54,0 1 1,0 0 0,-1 0 0,0 0 0,0 0-1,-1 1 1,0-1 0,-1 1 0,2 16-1,-4-18-7,0-1-1,-1 0 1,1 0-1,-1 1 1,-1-1-1,0 0 0,0 0 1,0 0-1,0 0 1,-1-1-1,-1 1 1,1-1-1,-1 0 1,-7 11-1,-1-4-12,1-1 0,-2 0 1,0 0-1,0-1 0,-1-1 0,-27 16 0,-98 40-546,-71 9-2879,161-59 717,28-6-3194,7 2-3743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32.4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1 271 11169,'130'-42'3427,"-90"29"-1037,82-16 0,1 0-724,-106 23-1356,0 0 0,0-1 0,-1 0 0,30-20 0,-37 21-209,-4 3 5,0 0 0,0-1 0,0 0 1,0 0-1,-1 0 0,7-7 0,-11 9-86,1 1 0,0 0 0,-1 0 0,1 0 1,-1 0-1,0-1 0,1 1 0,-1 0 0,0 0 0,0-1 0,0 1 0,0 0 0,0 0 0,0-1 0,0 1 0,0 0 0,0 0 0,0-1 1,-1 1-1,1 0 0,-1 0 0,1 0 0,-1-1 0,1 1 0,-1 0 0,0 0 0,1 0 0,-1 0 0,0 0 0,0 0 0,0 0 0,0 1 0,0-1 1,0 0-1,0 0 0,0 1 0,0-1 0,-2-1 0,0 0 33,0 0 0,0-1 0,0 1 0,-1 0 1,1 1-1,0-1 0,-1 0 0,0 1 0,1 0 0,-1 0 0,0 0 0,1 0 1,-1 1-1,0 0 0,0-1 0,0 1 0,1 0 0,-1 1 0,0-1 0,0 1 1,-6 1-1,-21 8 137,1 1 0,0 1 1,1 2-1,0 1 1,1 1-1,1 1 0,1 1 1,0 2-1,1 0 1,1 2-1,2 1 0,0 1 1,1 0-1,1 2 1,-23 39-1,36-53-283,1 0 0,0 1 0,1 0 1,0 0-1,1 1 0,0 0 0,1-1 0,1 1 0,0 0 1,1 0-1,1 0 0,0 1 0,0-1 0,2 0 0,0 0 1,0-1-1,1 1 0,1 0 0,0-1 0,1 0 0,1 0 1,0 0-1,0 0 0,1-1 0,1 0 0,0-1 0,1 0 1,0 0-1,12 11 0,-5-8-648,0-1-1,0 0 1,1-1-1,1-1 1,0-1 0,0 0-1,27 8 1,-14-7-3612,64 14 1,-32-13-3677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32.6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78 130 10649,'-3'-53'2998,"3"35"-158,-1 0 0,-4-20 0,4 36 238,16 13-959,-8-3-1912,0 0 0,0 0-1,-1 1 1,0 0 0,-1 0 0,0 0 0,0 1 0,6 18-1,-1 3 160,9 53 0,-12-43-393,-2 1-1,-2 0 0,-1-1 0,-3 1 0,-1 0 1,-2 0-1,-2 0 0,-2-1 0,-2 0 0,-1-1 0,-2 0 1,-2-1-1,-31 59 0,43-93 15,0 2-36,-2 1 0,1-1 0,-1 0 0,0-1 0,-1 1 1,-10 9-1,10-11 29,-4 2-36,9-8 55,1 1 0,-1-1 0,1 1-1,-1-1 1,1 1 0,-1-1 0,1 0-1,-1 1 1,1-1 0,-1 0 0,1 1-1,0-1 1,0 0 0,-1 0 0,1 1-1,0-1 1,0 0 0,0 0 0,0 0-1,0 1 1,0-2 0,-1-6-3,1 0-1,0 0 1,0 0-1,1 0 1,0 0 0,0 0-1,1 1 1,0-1-1,4-9 1,33-71-133,-4 26-769,4 1-1,58-71 1,-74 102 470,27-32-1554,2 2 0,92-82-1,-91 98-2582,85-56-1,-71 62-3098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33.3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616 615 5008,'80'-23'1369,"-76"20"-1082,1 0-1,-1 0 1,0 0-1,-1 0 1,1 0-1,-1-1 1,1 0 0,-1 0-1,0 0 1,0 0-1,-1 0 1,1 0-1,-1-1 1,0 1-1,0-1 1,2-7-1,5-9 751,-1 5-330,-1 1-1,0-1 0,-1 0 1,-1-1-1,0 1 1,-2-1-1,0 0 1,0 0-1,-2 0 0,0 0 1,-1 0-1,-2-19 1,-3 4 409,-1 0 0,-1 1 0,-2 0 0,-1 0 0,-19-41 0,28 69-1014,0 1 1,0-1 0,-1 1-1,1 0 1,-1-1 0,1 1 0,-1 0-1,0 0 1,0 0 0,0 0 0,0 0-1,0 1 1,0-1 0,-5-2-1,6 4-67,0-1 0,0 1 0,0 0 0,0 0 0,-1-1 0,1 1 0,0 0-1,0 0 1,0 0 0,-1 1 0,1-1 0,0 0 0,0 0 0,0 1 0,0-1-1,0 1 1,-1-1 0,1 1 0,0-1 0,0 1 0,0-1 0,0 1 0,0 0-1,1 0 1,-1 0 0,0-1 0,0 1 0,0 0 0,1 0 0,-1 0 0,0 1-1,-9 14 203,1 1-1,1-1 0,1 1 0,0 0 0,1 1 0,-4 24 0,1-9-70,-119 478-39,-26-9-127,-37 136 0,143-447 0,-31 267 0,72-398 12,3 92-1,4-133-24,2 0 0,0 0 0,1 0 0,1 0 0,0 0 0,2 0 0,0-1 0,16 32 0,-19-45-68,0 0-1,0 0 1,1 0-1,0 0 1,0 0-1,0-1 1,0 0-1,0 0 1,1 0 0,0 0-1,0-1 1,0 0-1,0 0 1,0 0-1,1 0 1,-1-1 0,1 0-1,10 2 1,-10-3-45,1-1 1,-1 0 0,0 0-1,0 0 1,1-1 0,-1 0-1,0 0 1,0-1-1,0 0 1,0 0 0,0 0-1,0-1 1,-1 0 0,1 0-1,-1 0 1,0-1 0,8-6-1,-4 2-97,-1 0 0,0 0-1,-1-1 1,1 0 0,-2-1-1,1 1 1,-2-1 0,1 0-1,-1-1 1,6-18 0,0-9-517,12-69 1,-18 81 511,2-16-61,-2 0 0,-1-1 0,-2 1 0,-3-1 0,-1 1 0,-7-44 0,-46-179-449,24 131 413,27 112 294,1 1 1,0-1-1,2 0 0,0 0 1,1 0-1,6-36 0,-3 42 13,1 0-1,0 1 0,1 0 1,0 0-1,2 1 0,-1-1 1,2 1-1,0 1 0,19-25 1,5 2 11,1 2 0,2 1 0,1 2 1,69-46-1,172-85-46,-251 147 63,-16 9-17,0 0 0,0 0 1,1 1-1,-1 1 1,1-1-1,0 2 1,0 0-1,1 0 0,22-2 1,-32 5 6,-1 0 1,1 1-1,0-1 0,-1 1 1,1 0-1,0-1 0,-1 1 1,1 0-1,-1 0 0,1 0 1,-1 0-1,0 0 0,1 1 1,-1-1-1,0 0 0,0 0 1,0 1-1,0-1 0,0 1 1,0-1-1,0 1 0,0-1 1,-1 1-1,1 0 0,0-1 1,-1 1-1,0 0 0,1 1 1,8 56-58,-9-59 57,5 70 82,21 180-170,-19-215 232,1 0 0,1 0 1,2-1-1,30 64 0,-39-94-79,0-1 0,1 0-1,-1 0 1,0 0 0,1 0 0,0 0 0,0 0-1,0-1 1,4 4 0,2 0 117,-8-6-144,0-1-1,0 1 1,1-1-1,-1 0 1,0 1-1,0-1 1,0 0-1,0 0 1,0 0-1,0 0 1,0 0-1,0 0 1,0 0-1,0-2 1,-1 3 2,4-4 45,-1-1 0,0 1 1,0-1-1,0 1 0,0-1 0,-1 0 1,0 0-1,0 0 0,0-1 0,1-8 1,6-58 494,-9 72-577,2-59 400,-3 1 0,-16-115 1,11 134-568,-3 0 0,-1 0 0,-2 0 1,-2 2-1,-30-61 0,40 89-78,-2 0 0,1 1-1,-1-1 1,0 1 0,-1 0 0,-8-7-1,11 12-227,1 0-1,-1 0 1,0 0 0,0 1-1,-1-1 1,-6-2-1,8 4-207,0 0 0,-1 0 0,1 1 1,0-1-1,-1 1 0,1-1 0,-1 1 0,1 0 0,0 0 0,-5 2 0,-16 7-8817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33.66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1 293 9305,'19'-29'780,"-9"12"149,1 2 1,1-1-1,0 1 0,1 1 0,17-15 1,-22 21-283,1 2-1,0-1 1,1 1 0,-1 1-1,1-1 1,0 2 0,19-7 0,-23 9-513,0 1 0,-1 0 0,1 1 1,0-1-1,0 1 0,0 0 0,-1 0 1,1 1-1,0 0 0,0 0 0,-1 0 1,1 1-1,0 0 0,-1 0 0,0 0 1,8 5-1,-4-1-25,0 0 1,0 1 0,-1 0-1,0 1 1,-1 0 0,1 0-1,-1 1 1,-1-1 0,0 1-1,0 1 1,-1-1 0,0 1 0,-1 0-1,4 11 1,-1 1 5,-1 0 0,0 0 0,-2 0 0,-1 1 0,1 41 0,-7-30-87,0-1 0,-3 0-1,0 0 1,-2-1 0,-2 0 0,-1-1 0,-1 1 0,-18 31 0,26-54-19,0 1 1,-1-1-1,-1 0 1,1 0-1,-2 0 0,1-1 1,-1 0-1,-13 12 1,20-19-8,-1-1 1,1 1-1,-1-1 1,1 1-1,-1-1 1,1 0-1,-1 1 1,0-1-1,1 0 1,-1 1-1,0-1 1,1 0-1,-1 1 1,0-1-1,0 0 1,1 0 0,-1 0-1,0 0 1,1 0-1,-1 0 1,0 0-1,0 0 1,1 0-1,-1 0 1,0 0-1,1 0 1,-1-1-1,0 1 1,0 0-1,1 0 1,-1-1-1,1 1 1,-1-1-1,0 1 1,1 0-1,-1-1 1,1 1-1,-1-1 1,1 1-1,-1-1 1,1 0 0,-1 1-1,1-1 1,0 1-1,-1-2 1,0-1 21,0-1 1,0 1 0,0 0 0,1 0 0,-1-1 0,1 1 0,0 0-1,0 0 1,0-1 0,1-4 0,6-27 83,1 2 0,2-1 1,0 1-1,3 0 0,28-54 0,-15 44-460,1 2 0,2 0 0,51-56 0,76-60-3136,-126 130 940,2 1 0,2 1-1,50-27 1,-15 17-6205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34.14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157 36 8909,'27'-36'11670,"-42"58"-10368,6-13-1072,-7 21 42,1 1 0,2 0 0,-11 35 0,-5 13-85,8-23-5,-17 71 0,38-126-176,-1 0 1,1 0-1,-1 0 0,1 0 0,0 0 1,-1 0-1,1 0 0,0 0 0,0 0 1,0 1-1,0-1 0,0 0 0,0 0 1,0 0-1,0 0 0,1 0 0,-1 0 1,0 0-1,1 0 0,-1 0 0,0 0 1,1 0-1,-1 0 0,1 0 0,0 0 1,-1 0-1,1 0 0,0 0 0,0 0 0,-1-1 1,2 2-1,0-2-8,-1 0 0,0 0 0,1 1 0,-1-1 0,1 0 0,-1 0 0,1 0 0,-1-1-1,1 1 1,-1 0 0,0 0 0,1-1 0,-1 1 0,1-1 0,-1 1 0,0-1 0,0 0 0,1 0 0,1-1 0,23-19-8,-1-1 1,0-1-1,-2-2 1,35-47-1,32-33 169,-71 88-33,30-22 0,-37 30-116,-11 9-8,-1 0 1,1 0-1,-1 0 0,1 0 0,0 0 0,-1 0 1,1 0-1,-1 0 0,1 0 0,-1 1 0,1-1 1,0 0-1,-1 0 0,1 0 0,-1 1 0,1-1 1,-1 0-1,1 1 0,-1-1 0,1 0 0,-1 1 1,1-1-1,-1 1 0,0-1 0,1 1 1,-1-1-1,0 1 0,1 0 0,9 12 23,-9-9-20,0 1 0,1 0 1,-1-1-1,-1 1 0,1 0 0,-1 0 1,0 0-1,0-1 0,0 1 0,-2 7 0,-15 51-5,2-3 38,11 0-30,5-60-3,0 0-1,0-1 1,0 1 0,0 0 0,0 0 0,0-1 0,0 1 0,-1 0 0,1-1 0,0 1 0,0-1 0,0 1 0,-1-1 0,1 1 0,0-1 0,0-1 0,16-15 396,0-1 1,-2 0 0,0-1 0,23-41 0,-10 16 345,-15 23-325,1 2 0,0-1 0,2 2 0,0 0 0,1 1-1,24-19 1,-39 35-386,0-1 0,0 1 0,1 0 0,-1 0 0,0 0 0,1 0 0,-1 0 0,1 1 0,-1-1 0,0 1 0,1-1 0,-1 1 0,1 0 0,0 0 0,-1 0-1,1 0 1,-1 0 0,1 1 0,-1-1 0,0 1 0,1 0 0,-1 0 0,1 0 0,-1 0 0,0 0 0,0 0 0,0 0 0,1 1 0,-1-1 0,2 3 0,0 0 6,0 0-1,0 0 1,-1 0 0,1 1 0,-1 0 0,0 0 0,0-1 0,-1 2 0,1-1 0,-1 0-1,0 0 1,1 7 0,1 8 7,-2-1 0,0 1 0,-1 0 0,-1 0 0,-4 34 0,-26 101-720,8-49-883,13-59-723,-26 81 0,22-95-706,-22 44-1,7-18-3396,12-2-3730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35.26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923 497 6941,'24'-47'4500,"32"-91"0,-54 129-4077,0 0 0,-1-1-1,0 1 1,0-1 0,-1 0-1,-1 1 1,-1-10 0,1-3 97,1 4 158,-1-1 1,0 1-1,-2 0 0,0 0 1,-1 0-1,-1 0 0,-11-27 1,15 43-599,-1 0 0,0-1 1,0 1-1,0 0 0,0 1 1,0-1-1,0 0 1,0 0-1,-1 1 0,1 0 1,-1-1-1,1 1 0,-1 0 1,1 0-1,-1 0 1,-4 0-1,-38-5 412,33 7-380,0-1-1,1 2 1,-1 0 0,0 0-1,1 1 1,0 0 0,-15 7-1,-76 40 397,79-37-410,-46 25 17,2 4 1,3 2-1,1 3 1,2 3-1,3 2 1,1 3 0,4 2-1,-58 79 1,100-119-97,1 0 0,-13 31 0,22-47-18,0 0 1,1 0-1,-1 0 0,0 0 1,1 0-1,0 1 0,-1-1 1,1 0-1,-1 0 0,1 0 1,0 0-1,0 1 0,0-1 1,0 0-1,0 0 0,0 0 1,0 1-1,0-1 0,0 0 1,1 0-1,-1 0 0,0 0 1,1 1-1,-1-1 0,1 0 1,-1 0-1,1 0 0,0 0 1,-1 0-1,1 0 0,0 0 1,0 0-1,0-1 0,1 2 1,1 0-2,0-2 1,0 1 0,-1 0 0,1-1 0,0 1 0,0-1 0,0 0 0,0 0 0,0 0 0,0 0 0,0 0 0,0-1-1,5-1 1,40-11-10,-1-2 0,-1-2 0,-1-3 0,68-38-1,167-123 172,-95 58 364,-121 82-26,98-44 0,-153 81-422,0 1 0,-1 0 0,1 0 0,0 0 0,1 1 0,16-1 0,-24 3-59,0 0-1,0 0 1,0 0 0,0 0 0,0 0 0,-1 1-1,1-1 1,0 1 0,0-1 0,0 1-1,-1 0 1,1 0 0,0 0 0,-1 0 0,1 0-1,0 0 1,-1 0 0,1 0 0,-1 1-1,0-1 1,0 0 0,1 1 0,-1-1-1,0 1 1,0 0 0,0-1 0,0 1 0,-1 0-1,1-1 1,0 1 0,-1 0 0,1 0-1,-1 0 1,0 0 0,1 0 0,-1 0-1,0-1 1,0 4 0,-1 9-7,1 0 0,-2-1-1,1 1 1,-2-1 0,-5 18 0,-27 67-29,13-40-30,-64 212-2970,31-92-2018,48-159 3216,1 1 0,1 0 0,0 0 0,2 0 0,-2 37 1,12 16-8943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35.6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500 123 10485,'-12'-26'1211,"8"18"-253,1 1-1,-1-1 1,1-1-1,1 1 1,-3-14-1,5 21-777,0-1 0,0 1 0,0 0 0,0-1 0,-1 1 0,1-1 0,0 1-1,-1 0 1,1-1 0,-1 1 0,1 0 0,-1 0 0,1-1 0,-1 1 0,0 0 0,0 0 0,1 0 0,-1 0 0,0 0 0,0 0 0,0 0 0,-1 0 0,1 0 0,0 0 0,0 0 0,0 1-1,0-1 1,-1 0 0,1 1 0,0-1 0,-1 1 0,-1-1 0,1 1-17,0 1 1,0-1-1,0 1 0,0-1 0,0 1 0,0 0 1,0 0-1,0-1 0,0 1 0,0 1 1,1-1-1,-1 0 0,1 0 0,-1 1 0,1-1 1,-1 1-1,1-1 0,0 1 0,-1-1 1,1 1-1,0 0 0,0 0 0,-1 2 0,-8 21 612,1 1 0,1 0 0,1 0 0,2 1 0,-5 46-1,9-62-640,-31 318 511,13-115-602,-181 1094-43,107-775-5125,93-531 4985,-3 24-1621,1 41 0,9-21-1723,-5-41 2316,-1 1 1,2 0-1,-1-1 0,1 0 1,5 9-1,19 15-9338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35.8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310 12 11733,'-17'-11'2427,"26"17"1705,18 11-639,-9-7-4163,6 2 915,-1 0 1,0 2-1,-1 1 0,-1 0 0,35 34 0,-51-45-226,-1 1 1,1 0-1,-1 0 0,0 0 0,0 1 0,-1-1 1,0 1-1,0 0 0,0 0 0,-1 0 1,0 1-1,0-1 0,0 0 0,-1 1 0,0-1 1,0 1-1,-1-1 0,1 1 0,-2 0 1,1-1-1,-1 1 0,0-1 0,0 1 0,-1-1 1,1 1-1,-1-1 0,-1 0 0,1 0 1,-6 8-1,-1 1-16,-1-1 0,0 0 0,-1-1 0,-1 0 0,0-1 0,-1 0 0,0-1 0,-1 0 0,-25 15 0,-15 3-357,-79 33 1,72-36-340,-18 9-601,42-19-1014,0 0-4477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36.2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442 40 13157,'-108'-35'7677,"105"34"-7495,1 0 1,-1 0-1,0 1 1,0-1-1,1 1 0,-1 0 1,0 0-1,0 0 1,0 0-1,1 0 0,-1 1 1,0-1-1,0 1 1,1 0-1,-1 0 0,0 0 1,1 0-1,-5 3 1,-37 27 835,44-31-1000,-11 11 130,1 0 0,1 1 0,0 0 0,0 0-1,1 1 1,1 0 0,-7 16 0,-9 16-178,4-16-294,-28 34 0,28-38-113,-28 44 0,45-66 332,26-3 43,-11-2 101,0-1 1,-1-1 0,1 1-1,-1-2 1,0 0 0,0 0 0,15-10-1,16-7 804,-6 1-22,-35 21-771,0-1-1,0 1 1,0 0-1,0 0 1,0 0-1,0 0 1,0 0 0,0 0-1,0 0 1,0 1-1,0-1 1,0 1-1,0 0 1,-1-1 0,1 1-1,0 0 1,3 2-1,-3 0-29,0 1-1,0-1 1,-1 1 0,1-1-1,-1 1 1,0-1 0,0 1-1,0 0 1,0 0 0,-1 0-1,0-1 1,0 8 0,3 11-103,25 140-4484,-26-150 2908,1 0-1,1-1 0,-1 1 0,2-1 0,0 0 0,7 14 0,8 5-7016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36.5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1 224 13485,'17'-22'1923,"-9"17"-223,-4 4-1429,0 0-1,0 1 1,0 0 0,0 0-1,1 0 1,-1 1-1,0-1 1,0 1 0,0 0-1,0 0 1,0 1-1,0-1 1,0 1 0,0 0-1,-1 0 1,1 0-1,0 0 1,-1 0 0,0 1-1,0 0 1,0 0-1,0 0 1,0 0-1,0 0 1,-1 1 0,4 5-1,11 14-9,-2 2 0,-1 0-1,0 0 1,-2 1 0,-1 1-1,-1 0 1,-2 0 0,0 1-1,-2 0 1,-1 1 0,-2-1 0,0 1-1,-2-1 1,-3 37 0,-1-17-483,-3-1 1,-14 58 0,16-88 163,4-14-22,2-5 32,28-23-434,-2-2 0,-2-1 1,0-2-1,27-41 0,-36 50 250,270-315-4440,-218 267 3615,4 3 1,122-86-1,-183 144 1079,9-7 20,43-22 1,-58 34 130,1 0 1,-1 1-1,0 0 1,1 0 0,-1 0-1,1 1 1,0 0-1,0 0 1,-1 0-1,1 1 1,0 0 0,9 2-1,-13-2-58,0 1 1,-1 0-1,1 0 0,0 0 0,-1 0 1,1 0-1,0 0 0,-1 1 0,1 0 1,-1-1-1,0 1 0,0 0 1,1 0-1,-1 0 0,-1 0 0,1 1 1,0-1-1,0 0 0,-1 1 0,1-1 1,-1 1-1,0 0 0,0-1 0,0 1 1,0 0-1,0 0 0,-1 0 0,1 4 1,0 5 325,0 1 0,-1-1 0,-1 1 0,0-1 0,-3 16 0,-45 347 3180,48-326-4384,3 0-1,2 0 1,2-1-1,14 50 1,-12-56-596,-1-3-428,8 39-6212,-8-23-3020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36.82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0 127 12921,'53'-17'645,"-21"7"59,1 0 0,0 2 1,39-4-1,82-14 2226,68-7 408,-205 31-3133,152-6 1443,-138 8-1353,0 1 0,0 2 0,40 9 0,-64-11-250,0 1 0,-1 0-1,1 1 1,0-1-1,-1 1 1,0 1 0,1-1-1,-1 1 1,-1 0-1,1 0 1,8 9 0,-11-10-27,-1 0 0,1 1 1,-1-1-1,0 1 1,0-1-1,0 1 0,0 0 1,-1 0-1,1-1 1,-1 1-1,0 0 0,0 0 1,-1 1-1,1-1 0,-1 0 1,0 0-1,0 0 1,0 0-1,-1 0 0,-1 8 1,-8 26-415,-2-1 1,-25 53-1,22-53-883,11-29 428,-17 50-2192,20-51 1600,0-1 0,0 0-1,0 0 1,1 1 0,0 8-1,3 3-7158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36.9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61 8301,'26'-15'1868,"-16"-9"-248,-3 3 1800,13 27-2684,-3-3 305,-10 21-721,-4 0-780,-3 0-821,-10 12-1175,3-3-1352,11 10-2509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37.9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421 740 12049,'2'-7'391,"0"1"0,0 0-1,-1-1 1,0 1 0,0-1-1,-1 1 1,0-1 0,0 0-1,0 1 1,-1-1 0,0 1 0,0-1-1,-5-11 1,2 5 631,2 3-42,-1 0 0,-1 0 0,0 0 0,0 1 0,-11-17 0,14 24-874,-1 0 1,1 1 0,-1-1 0,0 0-1,0 1 1,0-1 0,0 1-1,0-1 1,0 1 0,0 0-1,0 0 1,0 0 0,-1 0 0,1 0-1,0 0 1,-1 1 0,1-1-1,-1 1 1,1 0 0,-1-1 0,1 1-1,0 0 1,-1 1 0,1-1-1,-1 0 1,1 1 0,-1-1-1,1 1 1,0 0 0,-4 2 0,-2 0 34,0 1 0,1 0 1,0 1-1,0 0 1,0 0-1,1 1 1,-1 0-1,-7 10 1,-44 59 582,53-68-657,-30 41 198,3 2 0,-37 76 1,61-110-238,1-1-1,1 1 1,1 1 0,0-1 0,1 1 0,1 0-1,1 0 1,0 0 0,1 0 0,1 0 0,0 0 0,1 0-1,5 20 1,-4-28-30,0-1 0,1 0 0,0-1 0,1 1 0,-1-1 0,2 1 0,-1-1-1,1 0 1,0 0 0,0-1 0,1 0 0,10 10 0,-6-9-21,0 1-1,1-1 1,0-1-1,1 0 1,-1 0 0,1-1-1,19 5 1,1-2-71,1-2 0,-1-1 0,1-2 0,0-1 0,53-4 0,-40-1-45,-1-2-1,1-2 1,-1-2 0,-1-2 0,0-2-1,0-2 1,-1-2 0,-2-2-1,1-1 1,-2-2 0,-1-2-1,-1-2 1,-1-1 0,66-63 0,-42 25 29,-59 63 174,-3 4 65,-15 20-17,1 0 0,1 2 0,1 0 0,1 0-1,-12 38 1,21-52-90,0 0-1,1-1 1,0 1-1,1 0 1,0 0-1,1 0 1,-1 0-1,2 0 1,0 0-1,4 20 1,-4-29-20,-1 1 1,1 0-1,0 0 1,0 0-1,0 0 0,1-1 1,-1 1-1,0 0 1,1-1-1,-1 0 0,1 1 1,-1-1-1,1 0 1,0 1-1,-1-1 0,1 0 1,0 0-1,2 1 1,1-1-6,0 1 1,0-1-1,0 0 1,0 0 0,0-1-1,0 0 1,7 0-1,1-1 2,1 0-1,-1-1 0,0-1 0,22-7 0,-10 0 6,-1-2 0,0 0 0,-1-1 0,28-21 0,79-72-45,-90 71 142,0 2 0,71-43 0,-107 73-68,0 0 1,0 1-1,0 0 1,1 0-1,-1 0 1,1 0 0,-1 1-1,1 0 1,0 0-1,-1 0 1,1 0-1,0 1 1,0 0-1,0 0 1,0 0-1,-1 1 1,1 0 0,0-1-1,0 2 1,-1-1-1,1 0 1,-1 1-1,1 0 1,4 3-1,2 3 50,0 1 0,-1 0 0,0 1 0,0 1 0,-1-1 0,14 23-1,-3-4 6,-11-14-49,2 0 1,0-1 0,20 22 0,-28-33-58,1 0 1,-1 0 0,1 0 0,-1-1-1,1 0 1,0 1 0,0-1-1,0 0 1,0-1 0,0 1 0,1-1-1,-1 0 1,0 0 0,1 0 0,-1-1-1,1 1 1,-1-1 0,1 0-1,8-1 1,-1-2-94,1 0 0,-1-1 0,1 0 0,-1-1-1,0 0 1,-1-1 0,1-1 0,-1 1 0,-1-2 0,1 1 0,-1-2-1,9-9 1,6-8-201,-1-2 1,-1-1-1,37-61 0,-28 31 35,30-80 0,84-257-225,-78 203 727,-52 143-107,8-22 491,-23 70-193,-5 28 405,-18 65 127,-54 136 1,-6 24-324,72-212-562,1 0 0,3 1 1,1-1-1,0 61 1,6-88-56,-1 0 1,2-1-1,0 1 1,0 0-1,1 0 1,1-1-1,0 1 1,1-1-1,-1 0 1,2-1-1,0 1 1,0-1-1,1 0 1,0-1-1,1 1 1,0-1-1,0-1 1,1 0-1,0 0 1,1 0-1,0-1 1,0-1-1,0 0 1,15 7-1,1-2-31,0-1-1,1-1 1,0-2-1,0 0 1,1-2-1,0-1 1,0-1-1,0-1 1,0-2-1,0-1 1,37-5-1,-35 1-34,-1 0-1,-1-2 0,1-1 1,-1-2-1,-1 0 0,0-2 1,0-1-1,-1-1 0,-1-2 1,39-29-1,-40 25 4,0-1 1,-1-1-1,-2-1 1,26-33-1,-46 54 54,0 0-1,0 0 1,1 0-1,-1 0 1,0 0-1,0 0 1,-1 0-1,1 0 1,0 0-1,-1 0 1,1-1-1,-1 1 1,0-4-1,0 5 0,0 0 0,0 0 0,0 0 0,-1 1 0,1-1-1,0 0 1,-1 0 0,1 1 0,-1-1 0,1 0 0,-1 1 0,1-1 0,-1 0 0,0 1 0,1-1 0,-1 1-1,1-1 1,-1 0 0,0 1 0,0 0 0,1-1 0,-1 1 0,-1-1 0,-3 0-5,0 0 0,1 0 0,-1 1 0,0-1 0,0 1 1,1 0-1,-1 1 0,0-1 0,-7 2 0,-3 3 4,-1-1-1,1 2 0,1 0 1,-1 1-1,1 0 0,0 1 1,0 1-1,-16 14 0,-12 12-279,-38 43 0,74-73 202,-1 2-17,1 0-1,-1 0 1,1 1-1,1-1 1,-8 13-1,12-18 91,0-1-1,1 1 1,-1-1-1,1 1 1,-1-1-1,1 1 1,0-1-1,-1 1 1,1 0-1,0-1 1,0 1-1,0-1 1,0 1-1,0 0 1,1-1-1,-1 1 1,0-1-1,1 1 1,-1-1-1,1 1 1,-1-1-1,1 1 1,0-1-1,0 0 1,0 1-1,0-1 1,0 0-1,0 1 1,0-1-1,0 0 1,0 0-1,0 0 1,1 0-1,-1 0 1,0-1-1,1 1 1,-1 0-1,1 0 1,-1-1-1,3 1 1,22 10 7,1-2-1,43 8 1,-44-11 14,37 14 0,-40-12-472,0-1-1,26 4 0,12 4-3803,-58-14 3491,1 0 1,-1-1 0,1 1-1,-1-1 1,1 0-1,-1 0 1,1 0-1,-1 0 1,6-2 0,6 0-3080,4 5-5233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38.24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1 152 9597,'17'-23'652,"-3"3"314,27-30 0,-34 43-142,0 0 0,1 1-1,0 0 1,11-7-1,-14 10-621,0 1 0,0-1-1,0 1 1,0 0-1,1 0 1,-1 1-1,1 0 1,-1 0 0,1 0-1,-1 0 1,1 1-1,-1 0 1,1 0 0,0 1-1,-1-1 1,1 1-1,-1 0 1,1 1-1,-1-1 1,0 1 0,0 0-1,1 1 1,-1-1-1,-1 1 1,9 5-1,-5-1-76,0 0-1,0 0 1,0 1-1,-1 0 1,-1 1-1,1-1 1,-1 1-1,0 0 1,-1 1-1,0-1 1,-1 1-1,5 15 1,-4-4-32,-1 0 0,-1 0 1,0 1-1,-2-1 0,-1 1 0,0-1 1,-2 0-1,0 1 0,-1-1 1,-12 40-1,-3-5-26,-3-1-1,-47 92 1,-59 77 14,124-218-90,-9 20 137,12-26-126,0 0-1,0 0 0,0 0 0,0 0 0,0 1 0,0-1 1,0 0-1,0 0 0,0 0 0,0 0 0,0 0 0,0 0 1,0 1-1,0-1 0,0 0 0,0 0 0,0 0 0,0 0 1,0 0-1,0 0 0,0 1 0,0-1 0,0 0 0,0 0 1,0 0-1,0 0 0,0 0 0,0 0 0,0 0 0,1 0 1,-1 1-1,0-1 0,0 0 0,0 0 0,0 0 1,0 0-1,0 0 0,0 0 0,0 0 0,1 0 0,-1 0 1,0 0-1,0 0 0,0 0 0,0 0 0,0 0 0,0 0 1,0 0-1,1 0 0,-1 0 0,14-8-25,19-20-102,-1-1 0,38-46 0,46-68-869,-95 116 738,142-164-3038,-61 75-508,-41 44-1195,2 8-2913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38.6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253 20 13201,'6'-20'1423,"-9"23"1015,-13 40 2029,2 21-935,-9 94 1,8-47-1895,-46 210 150,13-79-1041,30-144-1239,-37 266-7246,51-315 6048,3-1 0,1 1 0,3-1 0,2 1 0,16 71 0,-2-58-9723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39.28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1 210 9893,'398'-33'7677,"-61"2"-5572,573-80-173,-903 110-1919,0 0 0,0-1 0,0 0 0,0 0 0,0 0-1,0-1 1,-1 0 0,1 0 0,-1-1 0,11-8 0,-53 15-1,-3 5-13,0 1 0,0 2 1,1 2-1,0 1 0,1 2 1,1 1-1,1 2 0,1 2 1,0 1-1,2 2 0,-57 52 1,58-37-207,28-36 170,4-2 34,-1 0-1,1 0 0,0 0 1,-1 0-1,1 0 0,0 0 1,-1 0-1,1 0 1,0 0-1,0-1 0,0 1 1,0 0-1,0-1 0,0 1 1,2 0-1,-3 0-2,2 0 3,0 1 1,0-1-1,0 0 1,1 0-1,-1 0 1,0 0-1,0-1 1,0 1-1,1-1 0,-1 1 1,0-1-1,1 0 1,-1 0-1,0 0 1,1 0-1,3-1 1,43-11-30,-21 3-11,36-6 42,0 3 0,1 2-1,0 4 1,1 2 0,-1 4 0,120 13 0,-88 2-43,-54-7 327,1-2 0,-1-1 0,74-3 0,-102-4-135,0-2 0,-1 0 0,0 0 0,0-2-1,0 0 1,0 0 0,23-16 0,-15 10 126,-13 6-167,20-10 520,0 0-1,1 2 0,54-17 1,-77 28-520,1 1 1,-1 1-1,1-1 0,0 1 1,0 1-1,-1-1 0,1 1 1,0 0-1,0 1 0,0 0 1,-1 0-1,1 1 0,-1 0 1,1 0-1,-1 1 1,0 0-1,1 0 0,-2 1 1,1 0-1,0 0 0,10 8 1,-7-2-46,0 1-1,0 0 1,-1 0 0,0 1 0,-1 0 0,0 1 0,-1-1 0,-1 1-1,0 1 1,-1-1 0,0 1 0,-1 0 0,0 0 0,-1 1 0,-1-1-1,-1 1 1,0-1 0,0 1 0,-2-1 0,-1 18 0,-1-12-58,-1 1 1,-1-1-1,0 0 0,-1 0 1,-2-1-1,0 1 1,-1-1-1,0-1 1,-2 0-1,0-1 1,-1 0-1,-1 0 1,-22 22-1,13-19-560,0 0 1,-2-1-1,0-2 0,-52 29 0,14-19-3113,-4-10-3399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39.7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188 49 10217,'5'-8'680,"-3"7"-476,-1-1 0,0 0-1,1 1 1,-1-1 0,0 0 0,0 1 0,0-1-1,0 0 1,0 0 0,0 0 0,-1 0 0,1 0-1,-1 0 1,1 0 0,-1 0 0,0 0 0,0 0 0,0-6 6521,-38 60-2412,29-28-3722,1 1 0,1 0 0,-5 42 0,-3 7 6,-3 1-166,-51 228 498,40-113-980,27-167-21,1 0-1,1 0 0,1 0 1,1 0-1,2-1 1,6 29-1,-9-46 62,1-1 1,-1 0-1,1 0 1,0 0-1,0 0 1,0-1-1,0 1 0,1 0 1,-1-1-1,1 1 1,0-1-1,0 0 0,0 0 1,1 0-1,-1-1 1,1 1-1,0-1 1,-1 0-1,1 0 0,0 0 1,0 0-1,0-1 1,0 1-1,1-1 0,-1 0 1,0 0-1,1-1 1,6 1-1,0-2 2,0 1-1,0-1 1,0-1 0,0 0-1,0-1 1,-1 0-1,1-1 1,-1 0 0,0 0-1,14-8 1,125-90 19,-4 2 569,-141 98-547,1 0 1,-1 0 0,0 0 0,1 0-1,-1 1 1,1 0 0,0 0-1,-1 0 1,1 0 0,0 1-1,0 0 1,-1 0 0,1 0 0,0 1-1,-1-1 1,1 1 0,0 0-1,-1 1 1,1-1 0,-1 1-1,1 0 1,-1 0 0,0 0 0,0 0-1,0 1 1,0 0 0,5 4-1,7 8 97,-1 0 0,0 1 0,-1 0-1,18 30 1,-28-40-103,38 55 282,-18-24-606,1-1 1,60 64-1,-74-90-255,0 0-1,0-1 1,1 0 0,0-1-1,1 0 1,0-1 0,0 0-1,1-1 1,-1-1 0,1 0-1,1-1 1,28 5-1,-8-6-1079,1-1-1,-1-2 1,0-1-1,1-2 1,36-7-1,91-30-1154,-139 33 3043,0-2 1,36-18-1,-52 23 255,1-1-1,-1 0 1,-1 0 0,1-1 0,-1 0 0,0-1-1,0 1 1,-1-1 0,12-16 0,-14 15 139,0 0 1,-1 0 0,0-1 0,3-15 0,2-16-1464,-3 19-2804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40.36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259 90 14633,'-4'0'2572,"-9"1"-614,-17-3 1616,6-12 1870,-26-20-1070,34 24-4161,14 5-161,1 1-79,-14-8 1,12 9 26,-3-1 0,-18 2 0,22 2-379,-1 0-1,1 0 1,-1 0-1,1 1 1,-1-1-1,1 1 1,0-1-1,-5 3 1,3-1-1127,1 1-1,-1-1 1,1 1-1,0 0 1,0 0-1,0 0 1,-3 4 0,4-4 438,-11 10-12181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3:41.79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52 21 4420,'26'-21'12626,"-26"22"-12543,0 0 0,0-1 0,-1 1 1,1-1-1,0 1 0,0-1 0,-1 1 1,1-1-1,0 1 0,-1-1 0,1 0 1,-1 1-1,1-1 0,-1 1 0,1-1 0,-1 0 1,1 1-1,-1-1 0,1 0 0,-1 0 1,0 1-1,0-1 18,0 1 0,0 0 0,0-1-1,0 1 1,0 0 0,0-1 0,0 1 0,0 0 0,0 0-1,0 0 1,0 0 0,1 0 0,-1 0 0,0 0 0,0 2 0,-27 66 3248,24-60-2966,0 1 1,0-1 0,1 1 0,0 0 0,0 0 0,1 0 0,-1 13 0,3-19-309,0 1-1,1-1 1,-1 1-1,1-1 1,0 1-1,1-1 1,-1 0-1,0 1 1,1-1-1,0 0 1,0 0-1,1 0 1,-1-1-1,5 7 1,-2-5-3,1 1 0,0-1 0,0 0-1,0-1 1,0 1 0,1-1 0,13 6 0,7 0 47,1-1-1,0-1 0,46 7 1,-69-14-102,326 35 328,12-24-263,-194-9-23,195 7 37,65 3-26,68 7-21,62 4-4,425 20 8,2209 96 79,-2332-105-102,2141 80 46,-9-73 203,-2844-43-259,238-5-29,-349 5-29,-7 1-51,-1 0-1,1 0 1,0-2 0,-1 1 0,1-1 0,-1-1 0,0 0 0,18-7-1,-27 9 10,-1 1-1,1-1 0,0 0 0,-1 0 0,1 1 0,0-1 1,-1 0-1,1 0 0,-1 0 0,1 0 0,-1 1 1,0-1-1,1 0 0,-1 0 0,0 0 0,0 0 1,0 0-1,1 0 0,-1 0 0,0 0 0,0 0 0,0 0 1,-1 0-1,1 0 0,0 0 0,0 0 0,0 0 1,-1 0-1,1 1 0,0-1 0,-1 0 0,1 0 0,-1 0 1,1 0-1,-1 0 0,-1 0 0,-26-38-2304,21 31 1719,-18-20-1774,-5-7-5067,15 8-3102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16.8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250 1365 11469,'0'0'113,"-1"1"-1,1 0 1,0 0 0,0 0 0,0-1-1,-1 1 1,1 0 0,0 0-1,-1-1 1,1 1 0,-1 0 0,1-1-1,-1 1 1,1 0 0,-1-1-1,1 1 1,-1-1 0,1 1 0,-1-1-1,0 1 1,1-1 0,-1 1-1,0-1 1,0 0 0,1 0 0,-1 1-1,0-1 1,0 0 0,1 0-1,-1 0 1,0 1 0,0-1-1,0 0 1,1 0 0,-1 0 0,0-1-1,0 1 1,0 0 0,0 0-1,-2-1 2019,-1 0-54,-82-4 6996,85 5-8934,0 0 1,0 0-1,0 0 1,-1-1-1,1 1 1,0 0-1,0 0 1,0-1-1,0 1 1,0-1-1,0 1 1,0-1-1,0 1 0,0-1 1,1 1-1,-1-1 1,-1-1-1,-3-1 235,3 2-336,1 0 1,-1 1-1,0-1 1,1 0 0,-1 0-1,1 0 1,-1 0 0,1 0-1,-1 0 1,1-1-1,0 1 1,-3-3 0,5-6 81,0 8-117,0-3-3,0 0 0,0 0 0,1 1 0,-1-1 0,1 1 0,0-1 0,0 1 0,1 0 0,3-6 0,33-38 0,-24 31 0,63-73 0,-59 69 0,52-58 0,70-101 0,-100 110 0,60-141 0,-83 170 0,90-259 0,-100 272 0,-1 1 0,-1-1 0,4-47 0,-10 71 0,0 0 0,0 0 0,0 0 0,0 0 0,-1 0 0,1 0 0,-1 0 0,0 1 0,0-1 0,-1 0 0,-2-6 0,3 8 0,0 1 0,0 0 0,0 0 0,0 0 0,-1 0 0,1 0 0,0 0 0,0 0 0,0 0 0,-1 1 0,1-1 0,-1 1 0,1-1 0,0 1 0,-1-1 0,1 1 0,-1-1 0,1 1 0,-1 0 0,1 0 0,-1 0 0,1 0 0,-1 0 0,1 0 0,-1 1 0,1-1 0,-1 0 0,1 1 0,0-1 0,-3 2 0,-9 3 0,1 0 0,0 2 0,0-1 0,1 1 0,0 1 0,0 0 0,0 1 0,1 0 0,1 1 0,0 0 0,-14 18 0,-8 16 0,-40 76 0,56-92 0,-32 60 0,3 3 0,4 1 0,4 2 0,-45 190 0,69-220 0,2 0 0,3 0 0,3 1 0,3-1 0,2 1 0,3-1 0,3 1 0,28 113 0,-16-114 0,3 0 0,2-1 0,3-1 0,3-1 0,2-2 0,53 73 0,64 63 0,54 75 0,-197-262 0,-1 0 0,0 0 0,0 0 0,-1 1 0,0 0 0,2 11 0,-5-17 0,0 0 0,-1-1 0,1 1 0,-1-1 0,0 1 0,0 0 0,0-1 0,0 1 0,0-1 0,0 1 0,-1 0 0,0-1 0,1 1 0,-1-1 0,0 1 0,0-1 0,0 1 0,0-1 0,-1 0 0,1 0 0,-1 1 0,1-1 0,-1 0 0,0-1 0,0 1 0,0 0 0,-3 2 0,-6 2 0,0 0 0,0 0 0,-1-1 0,1-1 0,-1 0 0,0-1 0,-1 0 0,1 0 0,0-2 0,-15 1 0,-25 0 0,-58-6 0,71 2 0,25 1-5,-56-2-522,-81-15 0,132 15 298,0-1 0,1-1 0,-1 0 0,1-2 0,1 0 0,-1-1 0,1-1 0,1 0 0,-23-17 0,35 22-181,0 1-1,0 0 1,1-1-1,-1 0 1,1 0-1,0 0 1,0 0-1,1 0 1,-1-1-1,1 1 1,0-1 0,0 0-1,-2-9 1,3 10-252,1 0 0,0 0 0,0 0 0,0 1 0,0-1 0,1 0-1,-1 0 1,1 0 0,0 0 0,0 1 0,0-1 0,3-4 0,25-37-11419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17.0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399 49 14697,'-2'-4'299,"-18"-34"5080,20 38-5237,0-1 0,-1 1 0,1-1 0,0 1 1,-1-1-1,1 1 0,-1 0 0,1-1 0,-1 1 0,1 0 0,-1-1 0,1 1 0,-1 0 0,1-1 0,-1 1 0,0 0 0,1 0 0,-1 0 0,1 0 0,-1 0 0,0 0 1,1 0-1,-2 0 0,1 0 7,0 1 1,0-1-1,0 1 1,1 0-1,-1-1 1,0 1-1,0 0 1,0 0-1,1-1 1,-1 1-1,0 0 1,1 0-1,-1 0 1,1 0-1,-1 0 1,1 0-1,-1 0 1,1 2-1,-17 48 1310,2 0-1,3 2 1,-10 83-1,14-81-1150,-176 926-308,125-676-1511,25-1-1720,36-267-1976,3-16-1594,1 3-6232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17.25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172 453 14069,'-87'-145'2997,"53"103"-321,7 2-564,11-2-252,9 6-328,17 3-348,13 0-263,24 3-189,17 2-188,23 10-392,24 12-596,23 12-556,3 16-237,4 20-463,-11 21-616,-16 12-600,-30 25-2793,-17 26-4764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17.3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299 567 11965,'-148'88'2396,"98"-76"217,10-3-17,20-3-320,0-6-268,0 3-372,36-15-388,25-21-251,26-4-225,30-14-392,33-12-568,34-12-948,24-10-729,26-20-1243,21-7-3557,6 1-6276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17.5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1 187 9801,'0'-27'4896,"0"9"-2799,0 0-313,6-3-456,18-3-200,6 2-288,64-5 344,-37 18-992,13 0-316,4 0-508,10 6-772,-4 3-592,-6 6-632,-11 12-2209,-6 18-3808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17.74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37 350 12813,'-30'0'2472,"23"-18"2929,10 3-3417,18-6-384,9 3-320,17 0-308,13 0-252,17-9-419,13-4-914,7 1-367,7-3-740,-10-3-848,-4 3 376,8 6-3601,-11 3-4900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18.4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220 19 11413,'57'-2'2547,"-55"2"-2326,-1 0 0,0 0 0,0-1 1,1 1-1,-1-1 0,0 1 0,0-1 0,1 1 0,-1-1 0,0 0 1,0 0-1,0 1 0,0-1 0,0 0 0,0 0 0,0 0 0,0 0 1,-1 0-1,3-4 2979,-7 19-1459,0 17-118,2 1-1,1 53 0,1 10-91,-11 34-87,-27 127 0,-45 124-942,-31 202-3853,77-232-981,30-117-1392,15-131-580,9-17-3892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18.73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815 104 11397,'0'-7'486,"-1"-1"0,0 0-1,0 1 1,0-1 0,-1 1 0,0-1-1,-1 1 1,-2-8 0,4 15-402,1-1 0,-1 1 0,1-1 1,-1 1-1,1-1 0,-1 1 0,1-1 0,0 1 1,0-1-1,-1 0 0,1 1 0,0-1 1,0 0-1,-1 1 0,1-1 0,0 0 0,0 1 1,0-1-1,0 0 0,0 1 0,0-1 0,0 0 1,0 1-1,1-1 0,-1 0 0,0 1 1,0-1-1,0 0 0,1 1 0,-1-1 0,0 1 1,1-1-1,-1 0 0,1 1 0,-1-1 0,0 1 1,1-1-1,-1 1 0,1-1 0,0 1 1,-1 0-1,1-1 0,-1 1 0,1 0 0,-1-1 1,1 1-1,0 0 0,-1 0 0,1-1 0,0 1 1,4-1 125,-1 1 0,1-1 0,0 1 0,-1 0 0,1 0 0,-1 1 0,8 1 0,46 10 308,-1 3-1,-1 3 1,-1 2 0,-1 2-1,-1 3 1,90 56-1,-106-56-439,-1 1-1,-1 1 0,-2 2 0,0 2 0,-3 1 0,0 1 1,-2 1-1,-2 2 0,38 68 0,-55-87-68,-1 0 0,-1 0 0,0 1 0,-1 0 0,-1 0 0,-1 1 0,-1-1 0,0 1 0,-2 0 0,0 0 0,-1 0 0,0 0 0,-2 0 0,0-1 1,-2 1-1,0-1 0,0 1 0,-2-1 0,-1 0 0,0-1 0,-12 23 0,0-13 0,0-1 0,-2 0 1,0-2-1,-2 0 0,-1-1 1,-1-2-1,0 0 0,-2-2 1,-31 18-1,-44 20-1,-128 51 0,196-93-26,-589 216-1690,432-181 68,156-43 139,0-1-1,0-2 1,-47 0 0,78-4 814,1 0-1,-1-1 1,0 1 0,1 0 0,-1-1 0,1 0 0,-6-1 0,8 1-28,0 0 0,0 0 0,-1 0 0,1 0 0,0 0 0,0 0 0,0 0 0,0-1 0,1 1 0,-1 0 0,-1-3 0,2 4 700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18.9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53 15285,'0'-4'680,"0"0"-1,0 0 1,0 0-1,0 0 1,1 0-1,-1 0 1,1 0-1,0 1 1,0-1-1,0 0 1,3-5-1,-1 8 434,12 12 266,171 153 4493,165 228-5640,-117-127-6271,-131-158 1251,-29-43-2816,-17-23-3016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19.14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1477 0 12417,'-120'12'2176,"66"0"-287,1 6-233,-4 15-264,-7 16-104,-6 8-372,-17 21-156,-11 13-156,-5 11-156,-5 16-300,-12 2-304,-7 4-840,6 6-732,10-10-692,11-2-3069,16-7-4432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19.63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295 503 11453,'-16'32'2347,"-22"35"1,-11 22 98,8-2-2136,3 1 1,-47 175 0,74-202-1812,-6 98 0,17-145 931,0-1 0,4 23-1,-2-24 258,-1-7-134,1-6 112,2-1 297,-1 0 0,0 0 0,0-1 1,0 1-1,0 0 0,-1-1 0,1 0 0,-1 0 0,1 0 1,-1 0-1,0 0 0,0 0 0,0 0 0,-1-1 0,3-6 1,20-66-19,-18 54 64,112-368 1572,-89 303-730,4 1 0,71-130 0,-71 159-255,2 2 0,2 1 0,3 2 0,67-68 0,-87 100-407,1 2 0,2 0 0,-1 1 0,2 1 0,0 1 0,27-11 0,-40 20-131,1 1-1,-1 1 1,1 0 0,0 1-1,0 0 1,0 0 0,1 2-1,-1-1 1,0 2 0,1 0-1,-1 0 1,1 1 0,-1 0-1,0 1 1,1 1 0,12 4-1,-17-4-31,0 1-1,0 0 0,-1 0 1,1 1-1,-1 0 1,0 0-1,0 0 0,-1 1 1,1 0-1,-1 1 0,-1-1 1,6 9-1,-4-4 4,0 1 0,-2-1 0,1 1 0,-1 0 1,-1 0-1,0 1 0,3 19 0,-3-7-13,-2 0 1,-1 0 0,-1 0-1,-1 0 1,-1-1 0,-1 1-1,-1 0 1,-8 26-1,-2-10-121,-1-2-1,-2 1 1,-2-2-1,-34 53 1,-110 132-1112,-14-10 74,175-211 1083,3 2 73,-1 0 0,0-1-1,1 1 1,-1 0 0,1-1 0,0 1 0,0-1 0,3 5 0,-1-4 53,1 0 0,-1 0 0,1-1 0,0 1 1,0-1-1,0 0 0,0 0 0,1-1 0,-1 1 1,10 3-1,5 3 129,148 108 728,-29-18-707,-74-60-1610,120 52 1,-10-26-6926,-94-42 82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19.93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143 1 4328,'-4'-1'373,"0"1"0,0 0 0,0 0-1,0 1 1,0-1 0,0 1 0,1 0-1,-1 0 1,0 0 0,0 0 0,1 1-1,-1 0 1,1 0 0,-1 0 0,1 0-1,-6 4 1,0 2 1215,0 0-1,0 0 1,1 0-1,-12 16 1,18-20-1424,0-1 1,0 0-1,0 0 0,0 1 0,0-1 1,1 1-1,0 0 0,0-1 1,0 1-1,0 0 0,0 0 1,1 0-1,-1 0 0,1-1 0,0 1 1,1 0-1,-1 0 0,1 0 1,-1 0-1,1-1 0,0 1 0,0 0 1,1 0-1,-1-1 0,1 1 1,0-1-1,3 5 0,6 7-7,0-1 0,0-1 0,2 0 0,22 19 0,-20-19 77,53 45-274,3-4 0,142 85 0,43-9-4010,-223-116 2071,55 17 0,-65-26-1272,39 6 0,-19-8-3357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20.0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1314 145 7945,'-57'-69'2172,"43"32"-212,-6 16 28,-17 9-172,1 6-263,-11 9-285,-14 18-256,-9 12-132,-14 19-180,4 17 4,-10 18-268,-205 248-244,191-214-1492,-10-1-1248,7-5-3053,10 8-4592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20.31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1 109 11213,'2'-6'2315,"-2"3"-2070,1-1 0,1 1 1,-1-1-1,0 1 0,1 0 1,0-1-1,0 1 0,0 0 1,0 0-1,0 0 0,1 0 0,-1 1 1,1-1-1,-1 1 0,1-1 1,0 1-1,0 0 0,1 0 1,-1 0-1,0 1 0,6-3 0,19-6 365,0 2 0,0 1-1,1 1 1,0 2-1,52-2 1,153 14 538,-207-6-1018,474 50 65,-169 7-4376,-331-59 4153,78 20-2969,-32 3-2171,-11 6-3529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20.4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697 1 11929,'0'33'2184,"-10"-21"1713,-3 15-1937,-4 22-300,1 5-80,2 15-300,-13 10-256,1 14-224,-5 0-184,-12 7-231,-1-4-678,-9 7-547,-11-1-720,-16-2-868,-4 5 24,0 4-3481,-6-4-5036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21.4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172 707 6221,'-3'-1'439,"-1"-1"0,0 1 0,0 0 0,0 0 0,0 0 0,0 1 0,0-1 0,0 1 0,-6 0 0,4 0 665,0 0 0,0 0 0,0-1 0,-12-3 0,-42-6 1823,56 9-1526,4 1-1338,0-1 0,-1 1 0,1 0-1,-1-1 1,1 1 0,-1-1 0,1 1-1,-1 0 1,1 0 0,-1-1 0,0 1 0,1 0-1,-1 0 1,1-1 0,-1 1 0,0 0-1,1 0 1,-1 0 0,0 0 0,0 0 0,1 0-49,0 0 1,-1 0 0,1 1-1,0-1 1,0 0 0,-1 0-1,1 0 1,0 0 0,0 0 0,0 0-1,-1 0 1,1 0 0,0 0-1,0 0 1,-1 0 0,1 0 0,0 0-1,0 0 1,0 0 0,-1 0-1,1 0 1,0 0 0,0 0-1,0-1 1,-1 1 0,1 0 0,0 0-1,0 0 1,0 0 0,-1 0-1,1-1 1,0 1 0,0 0 0,0 0-1,0 0 1,0 0 0,-1-1-1,1 1 1,0 0 0,0 0-1,0 0 1,0-1 0,0 1 0,0 0-1,0 0 1,0-1 0,0 1-1,25-6 853,155-13 967,1377-91 932,12 32-2379,-1294 65-240,1744-59 266,3 27 95,-88 2 504,-1330 24-565,-66-4-43,-76-3-14,-73 0-69,-74-6-61,102-34 45,-307 36-305,-67 10-198,-42 20 183,0 0-1,-1 0 1,1 0-1,-1-1 1,1 1-1,0 0 1,-1-1-1,1 1 1,-1 0-1,1-1 1,-1 1-1,1-1 1,-1 1-1,0 0 1,1-1-1,-1 1 1,0-1-1,1 0 1,-1 1-1,0-1 1,1 1-1,-1-1 1,0 1-1,0-1 1,0 0-1,0 1 1,1-1-1,-1 0 1,0 1-1,0-1 1,0 1 0,0-1-1,0 0 1,-1 1-1,1-1 1,0 1-1,0-1 1,0 0-1,0 1 1,-1-1-1,1 1 1,0-1-1,-1 1 1,1-1-1,0 0 1,-1 1-1,1 0 1,-1-1-1,1 1 1,-1-1-1,1 1 1,-1-1-1,1 1 1,-1 0-1,0-1 1,-4-2-140,-1 1 1,1 0 0,-1 0-1,1 0 1,-1 0-1,0 1 1,0 0-1,-8-1 1,-57 1-926,42 1 608,-421 24-6540,145 13-876,52-3-2765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21.97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183 29 10829,'-28'-7'2416,"28"6"-2298,0 1 1,-1 0-1,1-1 1,0 1-1,0-1 1,0 1-1,0 0 1,0-1 0,0 1-1,0-1 1,0 1-1,0 0 1,0-1-1,0 1 1,0-1-1,0 1 1,0 0 0,0-1-1,0 1 1,1-1-1,-1 1 1,0 0-1,0-1 1,0 1-1,1-1 1,-1 1 0,0 0-1,0 0 1,1-1-1,-1 1 1,0 0-1,1-1 1,-1 1-1,1 0 1,8-9 5117,-28 97-2345,-15 161-1,13-73-2274,-8 7-1065,-27 221-2808,51-332 148,2 0 0,4 0 1,15 113-1,8-62-6793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22.5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225 267 12505,'-7'28'501,"4"-13"-39,-1 0 1,0-1 0,-1 1-1,-1-1 1,-15 27-1,-12 14 1376,-59 108 1400,83-144-3036,1 2-1,1-1 1,0 1-1,2 0 0,0 0 1,-2 35-1,6-38-103,0-1-1,1 1 0,1-1 1,1 1-1,5 22 1,-5-33-75,1 1 1,-1-1 0,1 0 0,1 0 0,-1 0 0,1-1 0,0 1 0,1-1 0,0 0 0,0 0 0,0-1-1,0 1 1,1-1 0,0 0 0,7 4 0,4 1-36,1 0 0,0-1 0,1-1 0,0-1 0,0-1 0,0 0 0,1-1 0,0-2 0,0 0 0,0 0 0,0-2 0,0-1 1,0 0-1,1-2 0,21-4 0,-6 0-97,-2-2-1,1-2 1,-2-1 0,1-1 0,-1-2 0,-1-2 0,54-34 0,-53 26-7,-1-1 0,-1-1 0,-1-2 0,-2-1 0,0-1 0,-2-2 0,-2 0 0,-1-2 0,22-42-1,-18 22 254,-3 0 0,-1-2 0,-4-1 0,-2 0 0,16-96 0,-31 143-66,0 1 0,0 0 0,1-1 0,0 1-1,1 0 1,0 0 0,0 1 0,11-17 0,-12 22-60,0-1 1,0 1 0,0 0 0,0-1 0,1 2 0,-1-1 0,1 0-1,0 1 1,0-1 0,0 1 0,0 0 0,0 0 0,0 1-1,0-1 1,1 1 0,-1 0 0,1 0 0,-1 1 0,0-1 0,9 1-1,-1 1-2,-1 1 0,1 1 0,-1-1-1,0 2 1,0-1 0,0 2 0,-1-1-1,1 2 1,-1-1 0,0 1 0,-1 1-1,0 0 1,0 0 0,0 1 0,-1 0-1,0 0 1,12 16 0,-4-3 2,-2 1-1,0 0 1,-1 1 0,-1 1 0,-1-1-1,14 48 1,-13-25-8,-3-1 0,-1 2 0,2 70 1,-15 142 67,3-231-38,-1 71 132,4-89-60,-1 1 0,2-1 0,-1-1 0,1 1 0,1 0 0,0 0 0,5 13 0,-5-19-39,1 1 0,-1-1 0,0 0 0,1 0 1,0 0-1,0-1 0,0 1 0,1-1 1,-1 0-1,1 0 0,-1 0 0,1-1 0,0 0 1,0 0-1,0 0 0,1 0 0,-1-1 0,11 2 1,4 0 72,0-1 0,1-1 1,36-3-1,4-4-75,-2-4 0,1-2 0,-1-2-1,-1-3 1,-1-3 0,-1-2 0,0-2 0,80-50 0,-108 56-66,0-1 0,-2-1 0,-1-1 0,0-2 0,-2 0 0,0-2 0,-2 0 0,-1-1 0,28-47 0,-40 57 3,0 0 1,-1 0-1,-1 0 1,-1-1-1,0 0 1,-1 0-1,-1 0 1,2-29 0,-5 33-12,-1-1 0,0 0 1,0 1-1,-2-1 0,1 1 1,-2 0-1,0-1 0,-1 2 0,0-1 1,0 0-1,-2 1 0,-8-13 1,0 5-54,-1-1 0,-2 2 0,0 0 0,-1 1 1,0 1-1,-2 1 0,0 1 0,0 0 0,-2 2 0,-33-16 1,2 5-440,-2 3 0,0 2 0,-87-17 0,60 19-1554,-133-7 0,153 22-1314,-75 7 0,-30 18-6425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25.7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1393 325 6281,'38'-85'1611,"-34"79"-1345,0-1-1,0 1 1,0 0-1,1 0 1,0 0-1,0 1 1,1 0-1,0 0 1,-1 0-1,2 1 1,7-5-1,11-8 517,1-1-217,0 0-1,2 2 1,0 2 0,0 0 0,2 2 0,0 1-1,48-11 1,-32 12-216,0 2 0,0 3 0,1 1 0,68 4 0,-96 0-239,0 2-1,0 1 1,-1 0-1,1 1 1,-1 1-1,28 12 1,-37-13-66,0 1 1,0 0-1,-1 0 1,1 1 0,-1 0-1,0 0 1,-1 1-1,0 0 1,0 1-1,-1-1 1,1 1 0,-2 0-1,10 18 1,-8-11 9,-1 1 1,-1-1 0,0 1 0,-2 0-1,0 0 1,0 0 0,-1 0-1,-1 0 1,-1 1 0,-1-1 0,0 0-1,-3 18 1,-5 11 42,-2-1 0,-1 0 1,-21 46-1,-120 233 175,-28-13-44,-115 232 31,259-456-248,4 1 1,3 1-1,-21 112 1,43-160-26,2 1 1,2-1-1,1 1 0,3 0 1,1 0-1,2 0 0,1-1 1,2 1-1,21 69 1,-18-86-35,1-1 0,0 0 0,2 0 1,1-1-1,1-1 0,0 0 1,1-1-1,2-1 0,0 0 0,1-1 1,1-1-1,24 17 0,-14-14-9,0-2 1,2-1-1,0-2 0,0-1 0,2-1 0,-1-2 0,2-1 0,47 8 1,-34-11 11,1-2 0,0-2 0,0-2 0,-1-2 0,1-2 0,0-2 0,-1-3 0,48-13 0,-54 10 27,-1-3 1,0-1-1,-1-2 1,-1-2-1,0-1 1,-2-2 0,0-1-1,-2-2 1,40-38-1,-54 45 43,-2-1 0,-1-1 0,18-25 0,-31 39-4,0 0 0,0-1-1,0 1 1,-1-1-1,0 0 1,0 0-1,0 0 1,-1-1 0,0 1-1,-1 0 1,0-1-1,0 1 1,0-1-1,-1 1 1,-1-10-1,1 15-8,-1 0-1,1 0 0,-1 0 1,1 0-1,-1 0 0,0 0 1,0 0-1,0 0 0,0 0 1,0 0-1,0 1 0,0-1 1,-1 0-1,1 1 0,-1-1 1,1 1-1,-1-1 0,0 1 1,1 0-1,-5-2 0,3 1 10,0 1 1,-1 0-1,0 0 0,1 1 1,-1-1-1,0 1 0,1 0 1,-1-1-1,0 2 0,1-1 1,-5 1-1,-7 2 73,0 1 1,0 0-1,1 1 0,-27 14 1,4 1 39,1 3 0,1 1 1,2 1-1,0 2 0,-41 42 0,9 2 53,-72 100 0,67-73-20,-94 178 0,126-200-134,4 2 0,3 1 0,-25 100 0,31-66 21,4 1 0,-9 199-1,27-161-21,27 241-1,-11-281-11,30 318 39,-38-328-54,-5 1 0,-15 122 0,9-179-2,-3-1 0,-2 0 0,-1 0 0,-3-1-1,-1 0 1,-2-2 0,-3 0 0,-1-1 0,-1-1-1,-3-1 1,-1-1 0,-2-2 0,-1-1 0,-2-1-1,-1-1 1,-2-3 0,-1 0 0,-1-2 0,-74 41-1,39-32-2,-2-3-1,-1-3 0,-2-4 1,-112 25-1,42-22-223,-223 16 1,121-40-1574,125-17-1224,5-10-3423,57 0-1845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25.8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57 118 13733,'-37'-18'6537,"27"3"-6061,0-6-584,20 6-808,-3-1-1168,13 1-3149,17-3-4188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26.99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67 247 5304,'-22'28'1368,"20"-27"-1194,0 1 0,1-1 0,-1 0 1,0 0-1,0 0 0,0 0 0,0 0 0,0-1 0,0 1 0,0-1 0,0 1 1,0-1-1,0 0 0,0 1 0,0-1 0,0 0 0,-4-1 0,3 1 250,0 1 1591,4 0-1869,-1 0-1,1 0 1,0 0-1,0 0 1,0 0 0,0 0-1,0 0 1,0 0-1,0 0 1,0 0 0,0 0-1,2 1 1,0 0 109,5 2-100,1 0 0,-1 0 0,1-1 0,-1 0 0,1 0 1,0-1-1,0 0 0,0-1 0,0 0 0,13 0 0,520 0 1572,-435-5-1587,1473-79 623,-757 34-594,4111-143 16,-3473 188-2104,-1425 5 1675,310 15-6317,-233 3-814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27.42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 73 10973,'-1'0'83,"0"0"0,0-1 0,0 1 1,0 0-1,1 0 0,-1-1 0,0 1 0,0-1 0,0 1 1,1-1-1,-1 1 0,0-1 0,1 1 0,-1-1 0,0 0 1,1 1-1,-1-1 0,1 0 0,-1-1 0,1 2-16,0 0 0,0-1 0,1 1 0,-1-1 0,0 1 0,0-1 0,1 1 0,-1 0 0,0-1 0,1 1 0,-1 0 0,0-1 0,1 1 0,-1 0 0,0-1 1,1 1-1,-1 0 0,1 0 0,-1 0 0,1-1 0,-1 1 0,0 0 0,1 0 0,-1 0 0,2 0 0,4-2 443,1 1 1,1 0-1,-1 0 0,14 0 1,570 26 4026,786 44-3114,762 23-880,1-78-376,-1528-34-84,-10-38-449,-506 43-1326,0-4 1,162-54-1,-183 40-4125,-26 3-3625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7:49.5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367 22 9545,'8'-5'1921,"-7"-4"5682,-11 3-1913,1 5-7169,5 2 1868,0 0 0,0 1 0,1 0 0,-1 0 0,0 0 1,-6 6-1,-11 5 1458,-34 17 2120,53-28-3625,0-1-294,0 1 1,-1-1-1,1 1 0,0 0 0,1-1 0,-1 1 0,0 0 0,0 0 0,1 0 1,-3 5-1,0-1 7,-16 18-52,2 1 0,1 1 0,2 1 1,0 0-1,2 1 0,-16 44 0,7-2-3,3 0 0,2 2 0,4 0 0,3 0 0,4 1 0,2 0 0,3 0 0,4 1 0,3-1 0,3-1 0,22 86 0,-20-120-362,1-1-1,2 0 1,1 0-1,2-2 1,26 43-1,-20-45-354,0 0-1,2-1 1,2-2-1,0 0 0,2-2 1,1-1-1,2-2 1,0-1-1,2-1 0,0-2 1,1-1-1,1-2 1,1-2-1,57 18 0,17-6-5786,8-6-3836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7:50.0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275 10 10609,'0'0'4209,"-4"-1"-2344,-29-7 6877,36 10-7532,70 44 1156,-39-25-1635,35 28 0,-31-18-566,-1 3 0,-2 0-1,-1 3 1,-2 1-1,-2 1 1,-1 1-1,-2 2 1,-2 1-1,-2 1 1,-1 1-1,-3 0 1,-2 2-1,14 56 1,-20-53-165,-2 0 0,-2 1 0,-3 0 0,-1 0 0,-3 0 0,-11 90 0,-4-61-898,-4 0-1,-3-1 1,-3-1-1,-4-1 1,-3-1 0,-83 141-1,31-87-1887,-6-3-1,-183 198 0,200-243-3042,11-11-3476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7:50.58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134 347 4700,'-5'3'684,"1"0"0,-1-1-1,0 0 1,0 0 0,0 0-1,0-1 1,-7 2 0,8-2-221,1-1 1,-1 1 0,1 0 0,-1 0-1,1 0 1,0 0 0,-1 1-1,1 0 1,0-1 0,0 1-1,0 0 1,0 0 0,1 1 0,-1-1-1,0 1 1,1-1 0,-3 5-1,0 0 765,1 0 0,0 1 0,0 0 0,-4 11 0,7-16-1011,0 1 0,0 0 0,0-1 0,1 1 0,-1 0 0,1 0 0,0-1 0,0 1 0,1 0 0,-1 0 0,1-1 0,1 6 0,-2-7-158,1-1 0,0 1 0,0 0 0,1-1 0,-1 1 0,0-1 0,0 0 0,1 1 0,-1-1 0,1 0 0,-1 0 0,1 0 0,0 0 0,-1 0 0,1 0-1,0 0 1,-1 0 0,1-1 0,0 1 0,3 0 0,40 5 354,-39-5-342,8-1 27,-1 0 1,1 0-1,23-5 1,375-90 807,108-55-605,43-11-735,-185 68-2738,-333 81 1839,-28 7 562,0 1 1,22-2-1,-30 5-1244,0 1 0,0 0 1,-1 1-1,11 1 0,7 4-8476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7:51.0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70 12781,'2'-6'560,"0"0"-1,-1 0 0,0 0 1,-1 0-1,1 0 0,-1 0 1,0-1-1,-3-13 6660,7 34-4878,10 29-1100,63 234 3469,-47-44-4710,-2 256 0,16 141 0,-33-550 14,28 172 40,-29-207-144,1-1 0,2 0 0,27 59-1,-32-87-611,-1-1 0,2-1 0,0 1-1,14 16 1,-18-25-85,0-2 0,0 1 0,0 0 1,1-1-1,8 5 0,-10-6-179,0-1 0,1 0 0,0 0 0,-1-1 0,1 1 0,0-1-1,0 0 1,6 0 0,30-4-11597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7:51.3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1 180 13373,'7'-12'577,"1"1"0,1-1-1,0 2 1,0-1 0,1 1-1,0 1 1,1 0 0,0 0-1,1 1 1,0 0 0,0 1-1,0 1 1,1 0 0,0 0-1,0 1 1,0 1 0,20-4 0,12-1-186,1 1 0,0 2 0,0 3 0,0 1 0,1 2 0,-1 3 1,0 1-1,80 19 0,-113-19-362,0 0 0,-1 1 0,1 0 0,-1 1 0,-1 1 0,1-1 0,15 14 0,-24-17-33,1 0 0,0 0 0,-1 0 0,0 1 0,0-1 0,0 1 0,0 0 1,0 0-1,-1 0 0,0 1 0,0-1 0,0 0 0,0 1 0,-1-1 0,1 1 0,-1 0 0,0-1 0,-1 1 0,1 0 0,-1 0 0,0 0 0,0-1 0,-2 9 0,-2 1-55,-1 1 0,0-1 0,-1 0 0,-1-1 0,0 0 0,-1 0 0,0 0 0,-1-1 0,-12 13 0,-10 9-433,-59 49-1,43-46-649,-2-2-1,-1-2 1,-77 37 0,121-68 569,0 1 1,1-1-1,-1 0 1,0-1-1,0 1 1,0-1-1,-1 0 0,1-1 1,-8 1-1,-5 0-3631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7:51.68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479 89 14405,'-1'-5'396,"0"1"0,-1-1-1,1 1 1,-1 0 0,0 0 0,0 0-1,0 0 1,0 0 0,-1 0 0,0 1-1,0-1 1,0 1 0,0 0-1,0 0 1,-1 0 0,1 0 0,-1 0-1,0 1 1,1-1 0,-8-2-1,2 2 87,0 1 0,-1 0-1,1 0 1,0 1-1,-1 0 1,1 0-1,-1 1 1,-18 2-1,16 0-372,-1 1 0,1 0-1,-1 1 1,1 0 0,0 1-1,1 0 1,-1 1 0,1 1 0,0-1-1,1 2 1,-1-1 0,1 2-1,1-1 1,0 1 0,0 1 0,1-1-1,-12 18 1,3-2-416,2 1 0,0 0 0,2 1 0,0 1 0,2 0 0,-9 37-1,19-60 233,0-1-1,0 1 1,0 0-1,1-1 0,0 1 1,0-1-1,0 1 1,1 0-1,-1-1 0,1 1 1,0-1-1,0 1 1,1-1-1,3 8 0,-4-10 59,0 1-1,1-1 0,-1 0 1,1 0-1,0 0 0,-1 0 1,1 0-1,0 0 0,0-1 1,1 1-1,-1-1 0,0 1 0,0-1 1,1 0-1,-1 0 0,1 0 1,-1 0-1,1 0 0,-1-1 1,1 1-1,0-1 0,-1 1 1,1-1-1,-1 0 0,1 0 1,3-1-1,6 0 46,0-1-1,-1-1 1,1 0-1,-1 0 1,0-1-1,19-10 1,63-43 1267,-69 40-618,1 2 0,50-23 0,-70 36-630,0 0 0,1 0 0,0 1 0,-1-1 0,1 2 0,0-1 0,0 1 0,0-1 0,-1 1 0,1 1 0,0-1 0,0 1-1,-1 0 1,1 1 0,0-1 0,-1 1 0,1 0 0,-1 1 0,6 3 0,5 4-600,-1 1-1,-1 0 1,0 1 0,19 22-1,-24-25-57,34 33-5097,-3-3-2674,-19-14-869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7:51.98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1 320 11317,'2'-9'274,"-1"4"21,0 1 1,0-1-1,1 1 0,-1-1 1,1 1-1,0 0 0,0 0 0,0 0 1,1 0-1,-1 0 0,1 1 1,0-1-1,0 1 0,0 0 0,1-1 1,-1 1-1,5-2 0,0 0 138,0 0 0,1 1-1,0 0 1,0 1 0,0 0 0,0 1-1,0-1 1,0 2 0,1-1-1,-1 1 1,1 1 0,18 1 0,-15 1-150,-1 0 0,1 1 0,-1 0 1,0 1-1,0 1 0,0 0 1,0 0-1,18 14 0,-8-4-128,-1 2-1,-1 0 1,0 1 0,-2 1-1,0 1 1,-1 1-1,-1 0 1,23 42-1,-31-50-193,-2 1-1,0 0 1,0 1-1,-1-1 1,-1 1-1,-1 0 1,3 20-1,12 100-567,-15-105 332,0 44 0,-4-65 225,0 0 0,0 0 0,-1 0 1,0 0-1,-1 0 0,-4 10 0,5-15 97,1-4-39,0 0 0,0 0 0,0-1 0,0 1-1,0 0 1,0-1 0,0 1 0,0 0 0,0-1 0,0 1 0,0-1 0,0 0 0,0 1 0,0-1-1,0 0 1,0 0 0,0 1 0,1-1 0,-1 0 0,0 0 0,1 0 0,-1 0 0,1 0 0,-1 0 0,1 0-1,-1 0 1,0-2 0,-5-32 126,4-24-215,1-1 0,4 0 1,2 1-1,25-114 1,-17 123-785,2 0 0,3 0 0,30-60 0,-35 85-321,2-1 0,18-23-1,-23 36-941,0 0-1,23-19 0,12 0-6131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7:52.73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86 1173 10557,'22'-20'2481,"1"1"0,37-22-1,-42 31-1670,-2-1 0,1-1-1,-2 0 1,1-1 0,-2 0 0,0-2-1,22-27 1,-34 39-744,-1 0-1,1 0 1,-1 0 0,0 0 0,0 0-1,0 0 1,0 0 0,0 0 0,-1 0-1,1-1 1,-1 1 0,0 0 0,0 0-1,0-1 1,0 1 0,-1 0 0,-1-6-1,0 4-13,0 0 0,0 0-1,0 0 1,-1 1-1,0-1 1,1 1 0,-2-1-1,1 1 1,0 0 0,-8-5-1,7 4-29,-1 1 0,-1 0 0,1 0 0,0 1 0,-1-1-1,0 1 1,0 1 0,0-1 0,0 1 0,0 0 0,-1 0 0,1 1 0,0-1 0,-1 2-1,1-1 1,-1 1 0,0 0 0,1 0 0,-7 1 0,3 2-21,1 1 0,-1 0 0,1 0 0,0 1 0,0 0 1,1 0-1,-1 1 0,1 0 0,0 1 0,1 0 0,0 0 0,0 0 0,0 1 1,1 0-1,0 0 0,-7 15 0,7-11 1,0 0 1,1 0 0,0 0-1,1 1 1,0-1-1,1 1 1,0 0-1,1 0 1,1 0-1,0 0 1,1 1-1,2 15 1,-1-19-7,1-1-1,0 1 1,1-1 0,0 0-1,1 0 1,0 0 0,0 0 0,1 0-1,0-1 1,0 0 0,1 0 0,0-1-1,1 1 1,8 7 0,-6-7-59,1 0 1,0-1-1,1 0 1,-1-1-1,2 0 0,-1 0 1,0-1-1,1-1 1,0 0-1,14 3 1,-18-5 13,0-1 0,0 0-1,0-1 1,0 0 0,0 0 0,0 0 0,-1-1 0,1-1 0,0 1 0,0-1 0,14-6 0,-11 3 16,0 0 1,-1-1 0,1-1 0,-1 0 0,-1 0 0,1-1 0,8-10 0,2-4 8,0-2 1,-2 0-1,-1-1 0,-1-1 0,16-35 0,6-7-15,-34 62 27,0 0-1,0 1 0,1 0 0,-1 0 1,1 0-1,1 1 0,-1 0 0,11-7 1,-15 11 15,0 0 1,0 0 0,0 0-1,0 0 1,0 1 0,0-1 0,0 0-1,0 1 1,-1-1 0,1 0-1,0 1 1,0-1 0,0 1 0,0-1-1,-1 1 1,1 0 0,0-1-1,-1 1 1,1 0 0,1 1-1,-1-1 6,4 5-24,1 0 0,-1 0-1,0 0 1,0 1 0,-1-1 0,0 1-1,0 0 1,-1 1 0,0-1-1,0 1 1,2 9 0,2 13-258,6 43 0,-11-62 225,-1 0 1,2-1-1,-1 0 0,7 16 1,-8-26 49,1 1 1,-1-1-1,0 0 0,1 0 1,-1 0-1,1 0 1,-1-1-1,0 1 0,1 0 1,-1-1-1,0 1 0,1 0 1,1-2-1,1 1 65,0-1-1,0 1 1,0-1 0,0 0-1,0-1 1,-1 1 0,1-1-1,-1 1 1,1-1-1,-1 0 1,0 0 0,0 0-1,0-1 1,-1 1-1,5-8 1,1-4 411,0 0 0,8-27-1,-15 41-452,9-23 455,1-1 1,1 2-1,1 0 1,20-28 0,-23 37-251,1 1 1,0 0 0,1 1 0,1 0-1,-1 1 1,2 0 0,23-14 0,-31 22-167,0 0-1,0 0 1,0 0 0,0 1 0,1 0 0,-1 1 0,1-1-1,-1 1 1,1 1 0,0-1 0,-1 1 0,1 0-1,-1 0 1,1 1 0,0 0 0,7 2 0,-5 0-22,0 1 0,0 0 0,0 0 0,-1 1 0,0 0 0,0 0 0,0 1 1,-1 0-1,1 0 0,10 13 0,11 16 59,38 59 0,-51-67-327,2-2 0,0 0 0,2-1 0,0 0-1,40 33 1,-54-53 88,1 1-1,0-1 0,0 0 1,0 0-1,1-1 1,-1 0-1,1-1 0,0 1 1,0-1-1,0-1 0,0 0 1,0 0-1,0 0 1,0-1-1,0 0 0,1-1 1,-1 0-1,0 0 1,0 0-1,0-1 0,8-3 1,-7 1 30,0 0-1,0 0 1,0-1 0,0 0-1,-1-1 1,0 0 0,0 0-1,0-1 1,-1 1 0,0-2 0,0 1-1,-1-1 1,0 0 0,0 0-1,-1-1 1,7-14 0,3-15-28,-1-1 0,11-58 0,8-84 169,-26 134 18,28-301 1036,0 5 2339,-21 363-1700,-9-3-1661,-2 0 1,0 0-1,-1 1 1,0-1-1,-2 0 1,0 1-1,-1-1 1,-3 20-1,1-2-54,-55 411-11,7-80 0,49-341-500,0 1-1,5 46 1,-3-63 253,2 0 0,-1-1 0,1 1 0,0-1 0,1 1 0,0-1 0,1 0 0,-1 0-1,2-1 1,-1 1 0,8 10 0,-10-17-142,0 1 0,0 0 0,0 0 0,1 0 0,-1-1 0,0 1 0,1-1 0,-1 0 0,1 0 0,-1 0 0,1 0 0,0 0 0,-1-1 0,1 1-1,0-1 1,-1 1 0,4-1 0,41-5-5596,-40 4 4753,41-12-9865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7:54.2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1 677 13237,'0'0'6256,"3"-3"-5201,42-27-16,1 2 1,96-43 0,0 1-683,-104 49-338,-2-2-1,57-46 1,-75 53-60,0-2 0,-1 0 1,-1 0-1,0-2 0,-2 0 0,15-25 0,-13 17 6,-5 10 2,-1 0 0,0-1 0,-2 0 0,10-30 0,-17 48 33,-1 0-1,1 0 0,0 0 1,-1 0-1,1 0 0,0 1 0,0-1 1,0 0-1,0 0 0,-1 1 1,1-1-1,0 1 0,0-1 1,0 1-1,1-1 0,-1 1 1,0 0-1,0-1 0,0 1 1,0 0-1,0 0 0,0 0 1,0 0-1,3 0 0,-3 4-2,1 0 0,0 0-1,-1 1 1,0-1 0,0 1-1,0-1 1,-1 1 0,1-1-1,-1 6 1,0-3-1,1 45 23,-2 0 0,-10 70-1,3-50-8,-11 83-152,8-86-3,4-1 0,1 111-1,6-176 145,0-1 1,0 1-1,0-1 0,0 1 1,1-1-1,-1 1 0,1-1 1,-1 1-1,1-1 0,0 0 1,0 1-1,0-1 0,0 0 1,1 0-1,-1 1 0,0-1 1,1 0-1,0 0 0,-1-1 1,1 1-1,0 0 0,0 0 1,0-1-1,0 0 0,0 1 1,0-1-1,1 0 0,-1 0 1,0 0-1,1 0 0,-1 0 1,0-1-1,1 1 0,-1-1 1,1 1-1,-1-1 0,1 0 1,-1 0-1,1 0 0,-1 0 1,1-1-1,-1 1 0,1-1 1,-1 1-1,1-1 0,3-2 1,11-4 45,0-1 1,-1-1-1,-1-1 1,0 0-1,0-1 1,24-22 0,18-13 448,-44 37-373,12-10 291,1 2-1,0 1 1,52-24-1,-73 38-371,-1 1 0,0 0-1,1 0 1,-1 1 0,0-1 0,1 1-1,-1 0 1,1 0 0,-1 0 0,1 1-1,-1 0 1,0 0 0,1 0 0,-1 0-1,0 0 1,0 1 0,0 0 0,0 0-1,0 0 1,0 0 0,0 1 0,-1 0-1,1-1 1,-1 1 0,0 0 0,0 1-1,5 6 1,5 7 97,-1 1 0,0 0 0,-2 1-1,12 25 1,-22-42-131,8 15 48,1 4 13,1 0 1,1-1-1,1 0 1,24 32 0,-33-48-63,1 0 1,-1-1-1,1 1 1,0-1 0,0 0-1,1 0 1,-1 0-1,0-1 1,1 0 0,0 0-1,8 3 1,-9-4-10,0-1 0,0 1 0,0-1 0,0 0 0,0 0 0,0-1 0,0 1 0,0-1 0,0 0 0,0 0 0,-1 0 0,1 0 0,0-1 0,-1 0 0,1 0 0,-1 0 0,5-3 0,8-7-106,-1-1 1,0-1 0,0 0 0,-2-1 0,0 0 0,-1-1 0,0 0-1,13-26 1,66-154-1170,-63 130 1124,-10 25-47,-1-2 0,-2-1 1,16-76-1,-53 128 224,13-2-5,0 1 1,1 0-1,0 0 1,1 1-1,-1 0 0,1 0 1,1 1-1,0-1 1,0 2-1,1-1 1,0 1-1,-6 16 0,1-1 18,2-1-1,1 1 0,1 1 1,-3 29-1,8-49-56,0 0-1,0 0 1,1 0-1,0 0 1,0 0 0,1 0-1,0 0 1,0 0 0,0 0-1,1-1 1,0 1 0,0 0-1,0-1 1,1 1-1,-1-1 1,1 1 0,1-1-1,-1 0 1,1-1 0,0 1-1,0-1 1,0 1 0,1-1-1,-1 0 1,1-1-1,0 1 1,0-1 0,1 0-1,-1 0 1,0-1 0,1 1-1,0-1 1,-1-1-1,1 1 1,0-1 0,0 0-1,0 0 1,0 0 0,0-1-1,0 0 1,0-1 0,0 1-1,7-2 1,-2 1-17,0-1 0,0 0 0,1-1 0,-2 0 0,1-1 0,0 0 0,-1-1 0,0 0 0,0 0 0,0-1 0,0 0 0,-1-1 0,0 0-1,13-14 1,-12 9 25,0-1 0,-1-1-1,-1 0 1,0 0 0,-1 0-1,0-1 1,-1 0-1,6-23 1,-2-10 653,8-70-1,-3 11 1959,-14 104-2224,3 4-320,1 0 1,-1-1 0,0 1 0,0 1 0,1-1 0,-1 0 0,0 1 0,0 0-1,0 0 1,-1 0 0,1 1 0,0-1 0,-1 1 0,1 0 0,-1 0 0,0 0-1,0 0 1,0 1 0,-1-1 0,1 1 0,-1 0 0,4 7 0,3 8-2,0 1 0,-1 0 0,7 27 0,-9-28 25,4 19-387,-2 1-1,-1-1 0,-2 1 1,-2 1-1,-1-1 0,-2 0 0,-2 0 1,-1 1-1,-3-2 0,-1 1 1,-15 49-1,0-30-646,21-55 744,3-3-109,0 0 305,1 0 1,-1 0 0,0-1 0,1 1-1,-1-1 1,0 0 0,1 1 0,-1-1 0,0 0-1,0 0 1,0 0 0,0-1 0,3-1-1,26-25-20,-24 22 9,39-39 65,-2-2 0,-3-2-1,-1-2 1,-3-1 0,-2-2 0,-2-1-1,28-67 1,-55 106 61,0 0-1,0-1 0,-1 0 1,-1 0-1,-1 0 0,-1-1 1,0 1-1,-1-26 0,3-20 477,1 8 158,-8 14-572,3 37-139,-3 4-14,-1 0-1,1 0 1,0 1 0,0-1-1,0 1 1,0 0 0,0 0-1,0 0 1,0 0 0,0 1-1,0-1 1,1 1 0,-1-1-1,0 1 1,1 0 0,-1 0-1,-3 5 1,2-2-6,1-1 0,-1 2-1,1-1 1,0 0 0,0 1 0,1-1-1,0 1 1,-3 11 0,2-4-7,1 0-1,0 1 1,1-1-1,1 0 1,0 1 0,1-1-1,0 1 1,3 13-1,1-10-24,0 1-1,0-1 0,2 0 0,0-1 0,1 1 0,1-1 0,0-1 1,1 0-1,1 0 0,0-1 0,1 0 0,14 12 0,-25-24 21,10 8-54,1 0-1,-1-1 1,23 14-1,-29-21 57,1 1 0,0-1 0,0 0 0,0 0 0,0-1 0,1 0 0,-1 0 0,0-1 0,1 1 1,-1-1-1,7-1 0,-6 0 8,0 1 1,0-2 0,0 1 0,-1-1 0,1 0 0,0 0-1,-1-1 1,0 0 0,0 0 0,0 0 0,0-1 0,0 0-1,6-6 1,-5 3 4,0 0 0,0 0 0,-1-1 0,-1 1-1,1-1 1,-1-1 0,-1 1 0,1-1 0,3-12 0,53-125-6,-60 143-7,-2 1-117,-2-6 87,-5-5 20,8 13 18,-1-1 0,1 1 0,-1 0 0,1 0 0,-1 0 1,1 0-1,-1 0 0,0 0 0,1 0 0,-1 0 1,1 0-1,-1 0 0,1 0 0,-1 1 0,1-1 1,-1 0-1,1 0 0,-1 0 0,1 1 0,-1-1 1,1 0-1,-1 1 0,1-1 0,0 0 0,-1 1 1,1-1-1,-1 0 0,1 1 0,-1 0 0,-10 9-40,9-8 90,5 11-39,-2-12-9,0 1 1,-1-1-1,1 0 1,0 0-1,0 0 1,0 1-1,0-1 1,0 0 0,0 0-1,1-1 1,-1 1-1,0 0 1,0 0-1,1-1 1,-1 1-1,0 0 1,1-1-1,-1 1 1,1-1 0,-1 0-1,1 1 1,-1-1-1,0 0 1,4 0-1,48 1-506,-38-1 234,-12-2 256,0 0 0,0 0 0,0 0 0,0 0 0,0-1 0,-1 1 0,3-4 0,17-28 217,-2-1 0,28-68 0,-36 76-141,6-13 457,-2-2 0,20-75-1,-36 114-377,0 2-116,0 0 0,-1-1 0,1 1 0,-1 0 0,1 0 0,-1 0 0,0 0 0,1 0 0,-1 0 0,0 0 0,0 0 0,0 0 0,0 0 0,0 0 1,0 0-1,0 0 0,0 1 0,0-1 0,0 1 0,0-1 0,0 0 0,-1 1 0,1 0 0,0-1 0,0 1 0,-1 0 0,1 0 0,0-1 0,0 1 0,-1 0 0,1 0 0,0 0 0,-1 1 0,1-1 0,0 0 0,0 0 0,-3 2 0,-2 1 52,-1 1 0,1 0 0,0 1 0,0-1 0,0 1 0,1 1 0,0-1 0,0 1 0,0-1 0,1 2 0,-1-1 0,-3 10 0,-1 0 111,2 0-1,0 0 1,1 1 0,-4 19-1,7-23-55,2-1 0,-1 0 0,1 1 0,1-1 0,0 0 0,1 1 0,1-1 0,4 21 0,5 6 186,21 51-1,-19-58-198,-2 0 0,13 56 0,-22-68-88,-1 1 1,0-1-1,-1 1 1,-1-1-1,-2 1 1,0-1 0,0 0-1,-2 0 1,-1 0-1,0-1 1,-1 0 0,-2 0-1,-10 19 1,-8 8-579,-3 0 1,-2-2-1,-60 66 0,59-68-2020,21-13-2219,17-30-33,17-6 95,21-9-5418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7:54.44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168 10 11665,'-13'27'2360,"-14"-33"-364,7 6 3813,-4-9-7169,1 0-1312,-7 3-2621,0 0-4228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7:55.32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366 1 11101,'0'0'2192,"-4"0"-132,-9 2-532,-1 0-1,1 1 1,0 0 0,-14 6 0,21-6-1099,0 0 1,0 0-1,0 0 1,1 1-1,-1 0 1,1 0-1,0 0 1,0 1-1,0 0 1,1 0-1,-5 6 1,-6 12 429,0 2-1,1 0 1,-19 50-1,-19 85-2761,8-22-5523,22-66 105,4 0-4625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7:55.9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386 75 8485,'1'-2'601,"1"0"1,-1 0-1,1 0 1,-1 0 0,0 0-1,0-1 1,0 1-1,0 0 1,0-1-1,-1 1 1,1 0-1,-1-1 1,0 1 0,1-1-1,-1 1 1,0-1-1,-1-4 1,1 2-1138,0 2 3126,-1 0-1340,1 2-1169,0 0 0,0 1 0,-1-1 1,1 0-1,0 0 0,-1 0 0,1 0 0,0 1 1,-1-1-1,1 0 0,-1 0 0,1 1 0,-1-1 1,0 0-1,1 1 0,-1-1 0,0 1 1,1-1-1,-1 1 0,0-1 0,0 1 0,1-1 1,-1 1-1,0 0 0,0-1 0,0 1 0,0 0 1,1 0-1,-1-1 0,0 1 0,0 0 0,0 0 1,0 0-1,0 0 0,0 0 0,0 0 1,1 1-1,-1-1 0,0 0 0,-1 1 0,-3 2 220,0 1 0,0-1 0,1 1 0,-1 0 0,1 0 0,-6 8 0,-13 20 555,1 1 0,1 1 1,-20 46-1,17-33-318,-105 233 41,113-236-545,2-1 1,2 2-1,2 0 1,-8 75-1,17-104-86,0 0 0,1 0 0,1 1 1,1-1-1,0 0 0,1-1 0,7 25 0,-7-33-29,-1-1-1,1 1 1,1-1-1,-1 0 1,1 0-1,0 0 1,0-1-1,1 1 0,0-1 1,0 0-1,0-1 1,1 1-1,-1-1 1,1 0-1,0 0 1,0-1-1,0 1 1,1-2-1,9 4 0,-1-1-1057,1-1-1,0-1 1,0 0-1,1-1 0,23-1 1,46-6-7258,4-3-4106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7:56.4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282 1104 8697,'-6'12'3908,"3"-9"-3422,0 0-1,0 0 1,-1 0-1,1-1 1,-1 1 0,1-1-1,-1 0 1,0 0-1,1 0 1,-1 0 0,0-1-1,-8 2 1,-8 5 3723,14-14-3860,5 6-296,0-1-1,0 0 0,0 0 0,0 0 0,0 1 0,0-1 1,0-1-1,0 1 0,0 0 0,1 0 0,-1 0 1,0 0-1,1 0 0,-1-1 0,1 1 0,-1 0 1,1-1-1,-1 1 0,1 0 0,0-1 0,0 1 1,0 0-1,0-1 0,0 1 0,0 0 0,0-1 0,0 1 1,0 0-1,1-1 0,-1 1 0,0 0 0,2-2 1,-1-6 185,69-280 2730,-29 138-2347,-3 5-137,57-264 1079,-92 396-1420,-1 0-1,0 0 1,-1-1 0,-1-28-1,0 43-139,0 0 0,0 0 0,0-1 0,0 1 0,0 0 0,0 0 0,0 0 0,0 0 0,0 0 0,0 0 0,0-1 0,0 1 0,0 0 0,0 0 0,0 0 0,0 0-1,-1 0 1,1 0 0,0-1 0,0 1 0,0 0 0,0 0 0,0 0 0,0 0 0,0 0 0,0 0 0,0 0 0,0 0 0,-1 0 0,1 0 0,0 0 0,0 0 0,0-1 0,0 1 0,0 0 0,0 0 0,-1 0 0,1 0-1,0 0 1,0 0 0,0 0 0,0 0 0,0 0 0,0 0 0,-1 0 0,1 0 0,0 0 0,0 0 0,0 1 0,0-1 0,0 0 0,0 0 0,0 0 0,-1 0 0,1 0 0,0 0 0,0 0 0,0 0 0,0 0 0,-7 2 22,0 1 1,1 0 0,-1 0 0,1 0-1,0 0 1,-1 1 0,2 0 0,-1 1-1,0-1 1,1 1 0,0 0 0,0 0-1,1 1 1,-1-1 0,-6 12 0,-4 10 102,0 1 0,-14 40 0,22-53-121,-109 311-7,99-260 0,2 1 0,3 0 0,-3 75 0,13-114-30,2 0-1,1-1 1,1 1 0,1 0 0,2 0-1,1-1 1,1 0 0,1 0 0,1-1-1,1 0 1,2 0 0,0-1-1,2-1 1,1 0 0,1-1 0,36 41-1,96 76-898,-75-74 457,-62-55 361,0 1 0,-1 0 1,0 1-1,9 14 0,-18-24 95,0-1 1,1 1-1,-1 0 0,0-1 0,0 1 0,-1 0 0,1 0 0,-1-1 0,1 1 0,-1 0 0,0 0 0,0 0 0,0 0 0,0 0 0,-1-1 0,1 1 0,-1 0 0,1 0 0,-1 0 0,0-1 1,0 1-1,-1-1 0,1 1 0,-3 3 0,1-1-1,-1 0 0,0 0 0,0 0-1,0-1 1,-1 1 0,1-1 0,-1 0 0,0-1 0,-10 6 0,-8 3-161,0-2 0,-1-1 0,0 0 0,0-2 0,-1-1-1,0-1 1,-48 3 0,61-7-275,1 0 0,-1-2-1,0 1 1,1-2 0,-1 1 0,1-2-1,0 1 1,0-2 0,0 1 0,0-1-1,0-1 1,1 0 0,0-1-1,0 0 1,0 0 0,1-1 0,0 0-1,0-1 1,-9-10 0,14 14-437,1 0 0,0 0 0,1 0 0,-1 0 0,1-1 0,-3-6 1,1-26-9136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7:57.4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1110 11605,'5'-3'42,"9"-5"1143,0 0-1,0-2 1,0 1 0,-1-2-1,-1 0 1,0 0 0,18-23 0,-28 30-731,-1 1 0,0-1 0,1 1 0,-1-1 1,0 1-1,-1-1 0,1 0 0,-1 0 0,1 1 1,-1-1-1,-1-4 0,1 8-479,0-3 1789,10 39-1100,18 37-412,58 110 1,-84-180-272,-1 0 0,1 0 0,-1-1 0,1 1 0,0 0 0,0-1 0,0 0 0,1 1-1,-1-1 1,1 0 0,-1 0 0,1 0 0,-1 0 0,1-1 0,0 1 0,0-1 0,0 0 0,0 0 0,0 0 0,0 0 0,0 0 0,6 0 0,-3-1-14,1-1-1,-1 0 1,0 0-1,0 0 1,0-1-1,-1 0 1,1 0-1,0-1 1,-1 1-1,1-1 1,7-6-1,68-51-63,-53 38 47,39-24-1,-53 38 50,26-15-28,68-29-1,-65 35 30,1 3 0,90-17 0,100 4 94,-175 19-67,0-2 0,102-32 0,-148 38-19,-1-1 0,0 0 0,0-1 0,0 0 0,-1-1 0,11-8 0,-15 9-13,0 0 0,-1 0 0,0-1 0,0 0 0,-1 0 0,0-1-1,5-9 1,-9 16 6,-1 1-1,0 0 1,1-1-1,-1 1 1,0-1 0,0 1-1,1 0 1,-1-1-1,0 1 1,0-1-1,0 1 1,0-1-1,0 1 1,1-1-1,-1 1 1,0-1-1,0 1 1,0-1-1,0 1 1,-1-1 0,1 1-1,0-1 1,0 1-1,0-1 1,0 1-1,0 0 1,-1-1-1,-5-22-12,5 22 9,0 1-1,0-1 1,0 1 0,0-1-1,0 1 1,0 0 0,0-1 0,0 1-1,0 0 1,0 0 0,0 0-1,0 0 1,0 0 0,0 0-1,0 0 1,0 0 0,0 0-1,-1 0 1,1 1-1,-2-1-28,-1 0 0,0 1 0,0 0 0,1 0 0,-1 0 0,1 0 0,-1 1 0,1 0 0,-1-1 0,1 1 0,0 0 0,0 0 1,0 1-1,0-1 0,0 1 0,1 0 0,-1-1 0,1 1 0,0 0 0,-1 0 0,1 1 0,0-1 0,1 0 0,-1 1 0,1-1 0,0 1 0,-1-1 1,1 1-1,1 0 0,-1-1 0,0 7 0,0-5-58,1-1 0,-1 1 1,1 0-1,0-1 0,0 1 1,0 0-1,1-1 0,-1 1 1,1-1-1,1 1 0,-1-1 1,0 1-1,1-1 0,0 0 1,0 1-1,0-1 0,1 0 0,-1-1 1,1 1-1,0 0 0,0-1 1,0 1-1,1-1 0,-1 0 1,8 5-1,1-4 142,-1 0 0,0 0 1,1-1-1,0-1 0,0 0 0,-1 0 0,1-1 1,0-1-1,0 0 0,16-3 0,21-3 680,55-14 0,-104 19-731,25-4 110,0-2 1,-1 0 0,1-2-1,38-20 1,-51 22-97,-1 0 0,0-1 0,0 0 0,0-1 0,-1-1 0,-1 1 0,1-1 0,-2-1 0,1 0 0,12-22 0,12-35-19,-4 0 0,35-121 0,-30 80-10,-13 48 21,61-174 484,-81 232-453,0 0 0,0 1 0,0 0 0,0-1 0,0 1 1,1-1-1,-1 1 0,1 0 0,0 0 0,2-2 0,-4 4-28,0-1 0,1 1 0,-1 0 0,0 0 0,1 0 0,-1 0 0,0 0 0,1 0 0,-1 0 0,0 0 0,1 0-1,-1 0 1,0 0 0,1 0 0,-1 0 0,0 0 0,1 0 0,-1 0 0,0 0 0,1 0 0,-1 0 0,0 1 0,1-1-1,-1 0 1,0 0 0,1 0 0,-1 0 0,0 1 0,0-1 0,1 0 0,-1 0 0,0 1 0,0-1 0,0 0 0,1 1-1,-1-1 1,0 0 0,0 1 0,0-1 0,1 1 0,2 7 126,-1 0 0,1 0 0,-1 0 1,1 12-1,-1-11-31,5 54 553,-2-1 1,-5 104 0,-1-69-242,1-20-294,4 0 1,25 142 0,-28-210-141,1 0 1,1 0-1,0 0 1,0 0-1,1 0 0,0-1 1,0 1-1,1-1 1,0 0-1,0-1 1,1 1-1,0-1 0,0 0 1,1 0-1,0-1 1,8 6-1,-12-10-31,0-1-1,1 1 1,-1-1 0,0 1 0,1-1-1,0 0 1,-1 0 0,1-1 0,-1 1-1,1-1 1,0 0 0,0 0 0,-1 0-1,1 0 1,0 0 0,-1-1 0,5-1-1,0 0-20,0-1-1,-1 1 0,1-1 1,-1-1-1,0 0 1,13-8-1,-7 1-20,0-1 0,-1 0-1,0-1 1,-1 0 0,-1 0 0,0-2 0,0 1 0,9-23 0,49-125-211,-51 116 210,49-143-137,10-19 416,-66 192-35,-10 16-145,1 0 0,0 0 1,-1 0-1,1 0 0,0 1 1,-1-1-1,1 0 0,0 0 0,-1 0 1,1 1-1,0-1 0,-1 0 0,1 0 1,-1 1-1,1-1 0,0 1 1,-1-1-1,1 1 0,-1-1 0,1 1 1,-1-1-1,0 1 0,1-1 1,-1 1-1,1 0 0,2 3 6,1 1 0,-1 0-1,-1 0 1,1 0 0,-1 0-1,1 1 1,-2-1 0,1 1 0,-1-1-1,1 1 1,0 9 0,2 73 70,-4-57-56,1 8-303,14 203-605,-10-212-1346,18 58 0,-16-68-455,1-1 0,0 0 0,21 32 1,3-9-8537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7:57.8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38 43 16914,'-6'-5'1033,"0"0"0,1-1 0,0 0 1,-10-14 7416,16 24-7161,7 32-389,5 73 0,-8-59-719,3 29-181,-4 146 0,-6-131 0,-14 392 0,13-445-37,-1-6-84,2-1 0,2 0 0,5 45 0,-5-77 109,1 0-1,-1 0 1,0 0-1,1 0 1,0 0 0,-1 0-1,1 0 1,0 0-1,0-1 1,0 1-1,0 0 1,0-1-1,0 1 1,1-1 0,-1 1-1,1-1 1,-1 1-1,1-1 1,-1 0-1,1 0 1,0 0-1,-1 0 1,5 2 0,-3-3 4,0 1 1,0-1 0,0 1 0,1-1 0,-1 0 0,0 0 0,1 0 0,-1 0 0,0-1 0,0 0 0,0 1-1,1-1 1,2-1 0,34-16-24,-1-2-1,0-2 1,-2-1-1,57-45 1,27-18 77,-76 59-37,1 1 1,91-36 0,-115 54-17,-1 1 1,1 1-1,0 1 1,0 1 0,0 0-1,1 2 1,-1 1-1,1 1 1,27 3 0,-45-3 5,1 1 0,-1 0 0,0 1 0,0-1 1,0 1-1,0 0 0,0 0 0,-1 1 0,1-1 1,-1 1-1,1 0 0,-1 0 0,0 1 1,0-1-1,6 8 0,-8-8-8,0 0 0,0 1 0,0-1 0,-1 0 0,0 1 0,1-1 0,-1 1 0,0 0 0,-1-1 0,1 1 0,-1 0 0,1 0 0,-1-1 0,0 1 0,-1 0 0,1 0 0,-1-1 0,1 1 0,-1 0 0,0-1 0,0 1 0,-4 6 0,-1 2-123,-1 0 1,0 0 0,-1-1-1,-1 0 1,0-1 0,0 1 0,-1-2-1,0 1 1,-1-1 0,0-1 0,-16 10-1,-8 3-1263,-2-2 0,-59 23-1,-34 2-3809,76-33-2974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7:58.99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1 643 12197,'5'-6'413,"0"1"-1,1 0 0,0 0 1,0 0-1,0 1 1,0-1-1,1 2 0,0-1 1,0 1-1,0 0 1,0 0-1,0 1 1,0 0-1,1 0 0,-1 1 1,1 0-1,0 0 1,-1 1-1,1 0 1,-1 0-1,1 1 0,0 0 1,-1 0-1,1 1 1,-1 0-1,0 0 0,14 6 1,-11-3-293,1 0 1,-1 1 0,0 0-1,-1 1 1,1 0-1,-1 0 1,-1 1-1,1 0 1,-2 0 0,1 1-1,-1 0 1,0 1-1,-1-1 1,0 1-1,0 1 1,-1-1-1,7 22 1,-7-9-257,-2-1 0,0 0 0,-2 1 0,0 0 0,-1-1-1,-2 1 1,0-1 0,-1 1 0,-2-1 0,0 0 0,-1 0 0,-1-1 0,-1 0 0,-1 0 0,-18 30 0,6-21 461,19-28 139,1-5 148,-3-4-355,2 5-188,0-1 1,1 1 0,0-1-1,-1 1 1,1-1 0,0 0-1,0 0 1,0 0-1,1 0 1,-1 0 0,1 0-1,0 0 1,-1 0 0,1 0-1,1 0 1,-1 0 0,0 0-1,1 0 1,-1 1 0,2-5-1,12-32 321,1 1-1,39-72 0,-33 71-284,4-8-412,2 0 1,2 1-1,2 2 1,2 1 0,2 2-1,2 1 1,1 2-1,74-57 1,-103 89 16,1-1-1,0 1 1,0 1-1,0 0 1,1 0 0,-1 1-1,1 0 1,0 1-1,0 1 1,1-1 0,-1 2-1,0-1 1,1 2-1,-1 0 1,1 0 0,-1 1-1,1 0 1,-1 1-1,0 0 1,1 1 0,-1 0-1,20 9 1,7 11 3413,-38-21-3079,0-1 1,0 1 0,0 0 0,-1-1 0,1 1 0,0-1-1,-1 1 1,0-1 0,1 0 0,-1 1 0,0-1 0,-1 3-1,-7 13 159,-1 0-1,-13 18 0,-13 21-90,17-21-67,6-13-60,-19 46 0,29-61 9,1 0 0,0 1 0,0-1 0,1 0 0,0 1 0,0-1 0,1 1 0,-1-1-1,2 1 1,-1-1 0,3 10 0,-3-15 1,1 0 1,0 0-1,0 0 0,0 0 0,0 0 0,1 0 1,-1 0-1,0 0 0,1 0 0,-1-1 1,4 4-1,3 3-40,-1-7-10,23-3-4,5-1 3,0-1 1,43-10-1,-52 7 46,-9 3 1,-1-1 0,0 0 0,0-1 1,0 0-1,-1-2 0,23-14 0,-3-4 60,-2-2-1,45-48 0,-45 43 297,65-53 0,-96 84-296,22 6 54,-20-3-109,0 0 0,-1 1 0,1-1-1,0 1 1,-1 0 0,1 0 0,-1 1 0,0-1 0,0 1-1,0-1 1,0 1 0,4 6 0,25 18-69,-27-25 51,0 1-1,0-2 0,0 1 0,1 0 0,-1-1 0,1 0 0,-1 0 0,1-1 0,-1 1 0,1-1 0,-1 0 0,1-1 0,0 0 0,-1 1 0,0-2 0,1 1 0,-1-1 0,0 1 0,1-2 0,-1 1 0,0 0 0,8-7 0,7-4-7,-1 0 0,0-2 0,-1-1 0,18-20 0,54-56-34,-88 90 85,15 11-57,-15-8 34,0 0-1,-1 1 1,1-1-1,0 1 1,-1-1-1,1 1 1,-1 0 0,1-1-1,-1 1 1,0 0-1,0 0 1,0 0-1,0 0 1,0 0 0,1 4-1,9 37 13,-8-30-16,-3-12 6,0 0 1,0 0-1,0 0 0,0 0 0,0 0 0,1 0 0,-1 0 0,0 0 0,1 0 0,-1 0 0,1 0 0,-1 0 0,1 0 0,-1 0 0,1 0 0,-1 0 0,1-1 0,0 1 0,0 0 1,-1 0-1,1-1 0,0 1 0,0-1 0,0 1 0,0 0 0,2 0 0,0 1 0,-1-1-7,1 1 1,-1-1 0,0 0-1,0 0 1,1 0 0,-1 0-1,0 0 1,1 0-1,-1-1 1,1 1 0,0-1-1,-1 1 1,1-1 0,-1 0-1,1 0 1,-1 0-1,1-1 1,3 0 0,55-15-224,-51 12 195,1 0 1,0 1-1,14-2 0,103 5-35,-83 1 128,57-5 0,-89 2-50,0-1 0,-1 0 0,1 0 0,-1-2-1,0 1 1,13-8 0,69-44 4,3-1-35,-82 50 11,0 2-1,0 0 0,1 1 1,-1 0-1,23-2 0,13-2-19,-43 5 16,0 1 1,0-1-1,-1 0 1,1-1 0,-1 0-1,0 0 1,0 0-1,0-1 1,0 0-1,-1-1 1,0 1 0,0-1-1,9-13 1,-5 9-24,91-87 412,-14 15 691,-81 76-1279,11-9 2321,-12 17-633,-3 11-679,-4 2-479,0-1 0,0 1 0,-1 0-1,-1-1 1,-10 27 0,0 0 58,-5 16 13,6-21-869,2 0 0,1 1 0,2 0 0,-5 56 0,8-52-1647,-2 19-3096,7-57 4324,0 0 1,0 0-1,1 1 0,-1-1 0,1 0 1,-1 0-1,1 0 0,2 4 0,4 6-8396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7:59.2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1 298 12185,'4'0'2161,"71"-12"1642,79-24 0,76-32-3470,-37 9-3464,-170 52 2641,0-2-1,-1 0 1,34-20 0,19-18 3246,-73 46-2425,6-10 468,0 1-1985,-27 12-9093,-5-1 3649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8:02.43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470 158 10577,'-16'-57'5144,"15"54"-4734,0 0 0,0 1 0,-1-1 0,1 0 0,-1 1 0,1-1 0,-1 1-1,0 0 1,-3-4 0,-7-11 979,11 14-1315,1 0 0,-1 0 0,-1 1 0,1-1 1,0 0-1,-1 0 0,1 1 0,-1-1 0,0 1 1,0-1-1,0 1 0,0 0 0,0 0 0,-1 0 1,1 0-1,-1 0 0,1 0 0,-1 1 0,0-1 1,1 1-1,-1 0 0,0 0 0,0 0 0,0 0 1,0 0-1,0 0 0,0 1 0,0 0 0,0-1 1,0 1-1,0 1 0,0-1 0,0 0 0,-1 1 1,1-1-1,0 1 0,-4 2 0,-4 0-59,0 1-1,1 1 0,-1 0 1,1 0-1,0 1 1,1 0-1,0 1 1,-13 11-1,-7 10-192,-32 39 1,-51 52-273,110-115 447,-1-1 0,1 0 1,0 1-1,-1 0 0,2-1 1,-1 1-1,0 0 0,1 0 1,-1 0-1,1 0 0,0 0 1,1 0-1,-1 5 0,0 59-8,2-39 12,12 183 71,-2-81-97,26 332 103,-32-415-86,3-1 1,2 1-1,1-1 0,3-1 1,2 0-1,2-1 0,39 73 1,-50-107 4,0 0 0,1 0-1,0-1 1,0 0 0,1 0 0,0-1 0,1 0 0,0-1-1,1 0 1,0-1 0,0 0 0,0 0 0,1-1 0,0-1 0,0 0-1,0-1 1,1 0 0,-1 0 0,1-2 0,0 1 0,0-2 0,0 0-1,0 0 1,25-3 0,-18 0-244,-1-1-1,1-1 1,0-1-1,-1 0 1,0-1-1,31-16 1,-37 15-418,-1 0 1,0-1-1,0 0 0,0-1 1,-1 0-1,-1-1 0,1 0 1,-2-1-1,1 0 0,9-16 1,1-8-3703,0-1-2529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8:03.1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0 205 8533,'0'0'4103,"3"-3"-3244,7-5-537,0 1 0,1 0 0,0 0 0,0 1 0,0 1 0,16-6 0,81-23 310,-77 26-455,403-98 699,-430 105-797,0 0 0,0 1 0,1-1 0,-1 1 0,0 0 0,1 1 0,-1-1-1,0 1 1,1 0 0,-1 0 0,7 2 0,-9-2-26,0 0 0,0 0-1,0 0 1,0 1 0,0-1 0,-1 1 0,1-1 0,0 1-1,-1-1 1,1 1 0,-1 0 0,0 0 0,1 0-1,-1 0 1,0 0 0,0 0 0,0 0 0,0 0-1,-1 0 1,1 0 0,-1 0 0,1 1 0,-1-1-1,0 4 1,5 70 591,3 0 0,3 0 0,23 79 0,16 78-250,-20-75-276,-1 17-15,-3-17-57,-10-78-40,-4-15-15,3-1 1,24 62-1,-16-59 21,-11-32-24,22 47 1,-30-74 9,-1-1 0,0 0 0,0 1 0,0 0 0,-1-1 0,-1 1 0,1 0 0,-1 0 0,-1 0 0,1 10 0,-2-14-4,1 0-1,0 0 0,-1-1 1,0 1-1,0 0 0,0 0 1,-1 0-1,1-1 1,-1 1-1,0 0 0,0-1 1,0 0-1,0 1 0,-1-1 1,1 0-1,-1 0 1,0-1-1,0 1 0,0 0 1,0-1-1,-5 3 0,4-3-53,-9 6-301,0-1 0,0 0 0,0-1 0,-16 4 0,25-9-11,1 0-1,-1-1 0,0 1 1,1-1-1,-1 0 1,0 0-1,0 0 1,1 0-1,-7-2 0,8 2-41,0-1-1,0 0 0,0 0 1,0 0-1,0 0 1,0 0-1,0 0 0,0 0 1,1-1-1,-1 1 0,0-1 1,1 1-1,0-1 0,-1 0 1,1 1-1,0-1 1,-2-4-1,-3-18-6286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8:03.3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14 354 13509,'-14'-3'7553,"35"-3"-6417,22-4-156,4-8-200,13 0-172,17-6-232,10-3-484,11-3-272,5-3-508,1-9-708,13-4-804,-3-5-3421,-3 6-4944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8:04.0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104 613 15373,'0'-1'197,"-1"0"0,0 0-1,1 0 1,-1 0-1,0 0 1,0 0 0,0 0-1,0 0 1,0 1 0,0-1-1,0 0 1,0 0-1,0 1 1,0-1 0,0 1-1,0-1 1,-1 1-1,1-1 1,0 1 0,0 0-1,0 0 1,-1-1 0,1 1-1,0 0 1,0 0-1,-1 0 1,1 0 0,0 1-1,0-1 1,-1 0-1,1 0 1,0 1 0,0-1-1,0 1 1,-1-1 0,1 1-1,0 0 1,0-1-1,0 1 1,0 0 0,0 0-1,0-1 1,0 1-1,-1 1 1,-2 2 99,0 1-1,1-1 1,-1 1-1,1-1 1,0 1-1,0 0 0,0 0 1,-3 9-1,-1 14 340,2 0 0,0 1 0,2-1 0,2 1 0,1 39 0,0-7-153,5 113 137,0-69-814,-1-52-1267,3 0 1,2-1 0,27 90-1,-33-134 1136,-2-4-258,1-8-310,-2 4 886,3-4-40,-1 0 0,1 1 0,-1-1 0,0 0 0,0 0 0,-1-1 0,1 1 0,-1 0 0,0-1 0,0 1 0,0 0 0,0-1 0,-1 1 0,0-1 0,0 1 0,-1-6 0,-20-257-417,-4-90 306,20 270 141,0-191 169,7 248-99,1 1 0,1-1 0,2 1 0,1 0 0,1 1 0,1-1 0,16-31 0,-18 46 8,1 0 1,1 0-1,0 1 1,1 0-1,0 1 1,1 0 0,1 0-1,-1 1 1,2 1-1,0 0 1,18-11-1,-23 17-32,0-1 0,1 1 1,-1 1-1,1 0 0,0 0 0,0 0 0,0 1 0,0 1 0,1-1 1,-1 2-1,0-1 0,0 1 0,1 1 0,-1-1 0,0 2 1,1-1-1,-1 1 0,0 1 0,0 0 0,12 5 0,-14-4-15,-1-1-1,-1 1 1,1 0-1,-1 0 1,1 1-1,-1-1 1,0 1-1,-1 0 1,1 1-1,-1-1 1,0 1 0,-1 0-1,1 0 1,-1 0-1,0 0 1,-1 1-1,1-1 1,-1 1-1,0-1 1,0 8-1,3 16-5,-2 1-1,-2-1 0,-2 43 0,1 10-68,1-69 26,0 1 1,2-1-1,0 1 0,0-1 1,9 21-1,-9-28 21,0 0-1,0 0 0,1-1 1,0 1-1,1-1 0,-1 0 1,1 0-1,0-1 0,1 1 1,-1-1-1,1 0 1,9 6-1,9 1-37,-1-1 0,2 0-1,30 8 1,33 14-269,-85-32 271,0 0-1,0 0 1,0 1-1,0-1 1,0 1-1,-1 0 1,1 0-1,0 0 1,-1 1-1,1-1 1,-1 0-1,0 1 1,0 0-1,0-1 1,0 1-1,0 0 1,-1 0-1,1 0 1,-1 0-1,0 0 1,0 0-1,0 1 1,0-1-1,-1 0 1,1 1-1,-1-1 1,0 0-1,0 1 1,0-1-1,-1 6 1,-1 2-167,-1-1 0,-1 0 0,1 0 1,-2 0-1,1-1 0,-1 0 0,-1 1 0,0-2 0,0 1 0,0-1 0,-10 9 0,-13 13-942,-51 37 0,47-40 543,-87 75-1225,-90 71-918,208-171 2739,-4 2-56,1 0 0,0 1 1,-1 0-1,2 0 1,-8 8-1,11-10-53,3-3 117,5 1 73,0-1 0,0 1 0,-1-1 0,1-1 0,0 0-1,0 0 1,-1 0 0,1 0 0,12-6 0,59-29 555,-47 20-320,50-26 1450,-1-3-1,133-101 1,-75 45 1737,-135 99-3334,0-1 1,-1 1 0,1 1 0,0-1-1,0 0 1,0 1 0,0-1 0,0 1-1,0 0 1,1 0 0,-1 0 0,0 1-1,1-1 1,-1 1 0,0 0 0,1 0-1,-1 0 1,0 0 0,1 0-1,-1 1 1,0 0 0,0-1 0,1 1-1,-1 0 1,0 1 0,0-1 0,0 1-1,4 2 1,0 2 55,-1 0-1,0 0 1,0 1-1,0-1 1,-1 1-1,0 1 1,-1-1-1,1 1 1,4 12-1,11 30-551,-3 1 0,13 60 0,-27-98-95,10 46-3594,-8-18-4079,-3-5-3097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8:04.2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15361,'0'0'3449,"13"6"-2325,7-3-224,-6 15-352,-1-3-336,0 0-752,18 12-716,-11-3-852,6 0-3145,5 6-4200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8:04.7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523 63 14985,'-11'-8'571,"1"1"0,-1 0-1,-1 1 1,1 0-1,-1 1 1,0 0 0,0 1-1,0 1 1,-1 0-1,1 0 1,-1 1 0,-22-1-1,20 3-238,0 0 1,1 1-1,-1 1 0,0 0 0,0 1 0,1 0 1,0 1-1,0 1 0,0 0 0,0 1 1,-13 8-1,21-10-278,-1 0-1,1 0 1,1 1 0,-1 0 0,1 0 0,-8 10-1,-10 15-158,-22 35 0,38-54-63,1 1 1,0 0 0,0 1-1,1-1 1,-6 25-1,10-29 61,0-1-1,0 1 1,1-1-1,0 1 0,0-1 1,0 1-1,1-1 0,0 0 1,4 12-1,-3-13 47,1-1 0,-1 0 0,1 1 0,1-1 0,-1-1 0,1 1 0,-1 0 0,1-1 0,1 0 0,-1 0 1,0 0-1,1 0 0,0-1 0,0 0 0,0 0 0,10 5 0,-7-5 25,-1 0 1,1 0-1,0-1 1,0 0-1,0 0 1,0-1-1,0 0 1,0 0-1,0-1 0,0 0 1,0 0-1,10-2 1,-8 0 110,1 0 0,-2-1 1,1 0-1,0-1 0,0 1 1,-1-2-1,0 0 0,0 0 0,0 0 1,-1-1-1,0 0 0,8-8 1,-11 9 137,-1-1 0,0 0 0,0 1 1,0-1-1,-1-1 0,0 1 1,0 0-1,0-1 0,-1 0 1,0 1-1,0-1 0,-1 0 1,0 0-1,1-7 0,0-11 359,-2 16-366,0 1 0,1-1-1,0 1 1,0 0 0,1 0-1,0-1 1,1 1 0,0 0 0,0 1-1,0-1 1,1 0 0,6-8-1,-9 15-180,0 1 0,1 0 0,-1 0 0,0 0 0,0 0 0,0 0 0,0 0 0,0 0 0,0 0 0,1 0 0,-1 0 0,0 0 1,0 1-1,0-1 0,0 0 0,0 1 0,0-1 0,0 1 0,0 0 0,0-1 0,0 1 0,1 1 0,0-1 27,3 3-23,0 0-1,0 1 1,0 0 0,0 0-1,-1 0 1,1 0 0,-1 1 0,-1 0-1,1 0 1,-1 0 0,0 0-1,0 0 1,2 12 0,5 15 118,8 48 0,-17-77-134,16 108 191,-5 1-1,-4 213 1,-51 228-539,40-527 276,-6 64-589,-3-1 0,-35 124 0,45-207 547,0 1 0,0-1 0,-1 1 0,-1-1 0,1 0 0,-1 0 0,0-1 0,0 1 0,-1-1 0,0 0 0,0 0 0,-1 0 0,-12 10 0,16-15 67,0 0 0,0 0 1,-1-1-1,1 1 1,0 0-1,-1-1 0,1 0 1,-1 1-1,1-1 1,-1 0-1,1 0 0,-1 0 1,1-1-1,0 1 0,-1-1 1,1 1-1,-1-1 1,1 0-1,-3-1 0,-35-19-195,35 17 211,1 0 1,0-1-1,0 1 1,0-1 0,1 0-1,0 0 1,0 0 0,0 0-1,0-1 1,1 1-1,0-1 1,0 1 0,0-1-1,0-7 1,-2-6-15,1-1 1,1 1-1,1-21 1,3 4-95,1 0 1,2 0 0,1 1-1,2 0 1,2 0 0,1 0-1,27-56 1,-4 22-716,4 1-1,72-97 1,78-68-3324,-46 95-3439,-51 64-1424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8:04.91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309 1 16494,'-40'9'3156,"13"-6"-172,10 18-268,-13 12-479,10 0-437,3 0-360,-6 10-284,-1-1-372,7 9-784,1 6 0,2-2-580,-3-1-1592,-3-18-1305,4 9-51,9 28-3253,4-10-6464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8:05.5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534 541 13781,'-17'-26'3952,"1"0"1,-23-49-1,36 67-3569,0-1 0,1 1 1,1 0-1,-1 0 0,1-1 1,1 1-1,0-13 0,7-66 1874,-3 47-1627,-3-22-28,4-29-28,-4 88-574,-1 0 0,0 0 0,0 0 0,0 0 0,0 0 0,0 1 0,-1-1 0,1 0 0,-1 0 0,0 0 0,-1-5 0,1 7 0,0 0 0,1 0 0,-1 0 0,0 0 0,0 0 0,0 0 0,0 1 0,0-1 0,0 0 0,0 0 0,0 1 0,0-1 0,0 0 0,0 1 0,0-1 0,-1 1 0,1 0 0,0-1 0,0 1 0,0 0 0,-1 0 0,1 0 0,0 0 0,0 0 0,-1 0 0,1 0 0,0 0 0,0 0 0,-1 0 0,-1 2 0,-8 1 0,-1 1 0,1 1 0,0 0 0,1 1 0,-1 0 0,1 0 0,0 1 0,1 1 0,-1-1 0,-11 14 0,-6 9 0,-44 60 0,42-47 0,2 1 0,2 1 0,2 1 0,-31 89 0,43-102 0,2 1 0,1 0 0,1 1 0,3 0 0,0 0 0,3 0 0,4 69 0,2-79 0,0 1 0,2-1 0,1 0 0,1 0 0,1-1 0,0-1 0,2 1 0,1-2 0,1 0 0,1 0 0,1-2 0,19 21 0,28 23 0,3-3 0,85 61 0,-60-50 0,-36-28-170,60 65 0,-100-93 106,0 1 1,-2 0 0,0 0-1,-1 2 1,-1 0-1,-1 0 1,0 0 0,9 31-1,-16-39-1,0 0 0,-2-1 0,1 1 0,-1 0 0,-1 0 0,0 0 0,0 0-1,-1 0 1,0 0 0,-1 0 0,-1-1 0,1 1 0,-2-1 0,1 1 0,-2-1 0,1 0 0,-1 0-1,-1-1 1,0 0 0,0 0 0,-8 9 0,-7 6-304,-2-2 1,0 0-1,-1-2 1,-1 0-1,0-2 0,-30 16 1,32-21-186,-1-1 0,-40 15 0,52-23 52,1 0 0,-1-1 1,0-1-1,0 0 0,-1 0 0,1-1 1,-20-1-1,31 0 274,0 0 0,0 0 0,0 0 0,0 0 0,0-1 0,0 1-1,0 0 1,-1-1 0,1 1 0,0-1 0,0 1 0,1-1 0,-1 1 0,0-1 0,0 0 0,0 1 0,0-1-1,0 0 1,1 0 0,-1 1 0,0-1 0,1 0 0,-1 0 0,0 0 0,1 0 0,0 0 0,-1 0 0,1 0 0,-1 0-1,1 0 1,0 0 0,0-1 0,0 1 0,-1 0 0,1 0 0,0 0 0,0 0 0,1 0 0,-1-2 0,5-31-9833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8:06.00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806 130 13409,'4'-10'358,"-1"-1"558,1 0 0,1-1 0,0 2-1,0-1 1,13-18 0,-17 29-839,0-1 0,-1 1 1,1-1-1,-1 1 0,1-1 1,-1 0-1,1 1 0,-1-1 0,1 0 1,-1 1-1,1-1 0,-1 0 1,0 1-1,0-1 0,1 0 0,-1 0 1,0 1-1,0-1 0,0 0 1,0 0-1,0 0 0,0 1 0,0-1 1,0 0-1,0 0 0,0 0 1,0 1-1,0-1 0,-1 0 0,1 0 1,0 1-1,0-1 0,-1 0 1,1 1-1,-1-1 0,1 0 1,-1 1-1,1-1 0,-1 0 0,1 1 1,-1-1-1,1 1 0,-1-1 1,0 1-1,1 0 0,-1-1 0,0 1 1,0-1-1,1 1 0,-1 0 1,0 0-1,0-1 0,1 1 0,-1 0 1,0 0-1,0 0 0,0 0 1,-6-1 204,0 0 0,1 0 1,-1 1-1,0 0 1,-12 2-1,4 1-75,0 1 1,0 1-1,1 0 1,0 0-1,-22 13 0,-64 44 239,87-53-393,-39 28-157,-85 79 0,-37 58-1647,130-127 1182,11-12-200,1 3 1,-50 77-1,81-113 734,0 0 0,-1 1 0,1-1 1,0 0-1,0 0 0,0 1 0,1-1 0,-1 0 0,0 1 0,1-1 1,0 1-1,0-1 0,0 5 0,0-5 17,0-1 1,0 0-1,1 0 1,-1 1-1,1-1 1,-1 0-1,1 0 0,0 0 1,-1 0-1,1 1 1,0-1-1,0 0 1,0 0-1,0-1 1,0 1-1,0 0 0,0 0 1,0 0-1,2 0 1,1 1 3,0 0-1,0-1 1,0 0 0,0 0 0,0 0 0,1-1-1,-1 1 1,0-1 0,1 0 0,-1 0 0,0-1-1,0 1 1,1-1 0,7-2 0,50-19 344,-2-3 0,95-52 0,59-26 954,-208 102-1241,1 0-1,-1 0 0,0 0 1,1 1-1,-1-1 1,0 2-1,1-1 1,-1 1-1,0 0 0,1 0 1,-1 0-1,0 1 1,0 0-1,0 0 0,6 4 1,-6-3-8,0 0-1,-1 1 1,0-1 0,0 1 0,0 0 0,0 1-1,0-1 1,-1 1 0,0 0 0,0 0 0,0 0-1,0 1 1,-1-1 0,0 1 0,0 0-1,2 7 1,3 10 47,-2 0 0,8 44 0,-13-62-72,10 81 246,1 168 1,-11-188-142,4 0-1,2 0 1,20 85 0,-24-141-36,1-1 0,0 1 0,0-1 0,1 0 0,0 0 0,0 0 0,10 11 0,-15-20-77,0 1 1,0-1 0,0 0 0,0 0-1,0 0 1,0 0 0,1 0-1,-1 1 1,0-1 0,0 0-1,0 0 1,0 0 0,0 0-1,1 0 1,-1 0 0,0 0-1,0 1 1,0-1 0,0 0-1,0 0 1,1 0 0,-1 0-1,0 0 1,0 0 0,0 0 0,1 0-1,-1 0 1,0 0 0,0 0-1,0 0 1,0 0 0,1 0-1,-1 0 1,0 0 0,0 0-1,0 0 1,0 0 0,1-1-1,-1 1 1,0 0 0,0 0-1,0 0 1,1 0 0,1-1 12,5-1 14,-1 0 0,1 0 0,-1-1-1,0 0 1,1 0 0,-1 0 0,-1-1 0,1 0 0,0 0 0,-1-1 0,0 1 0,5-6-1,35-49 87,-1-1 0,58-112 0,19-27-1225,-86 147-230,10-14-2381,-13 23-3820,-6 13-3316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8:06.62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27 114 15029,'-7'-6'1016,"-6"-6"7313,10 31-4728,-1 51-2643,4-1 1,3 1-1,3-1 1,19 95-1,-21-149-958,0 0 0,0 1 0,2-1 0,-1-1 0,2 1 0,0-1 0,13 18 0,-17-27 0,0-1 0,1 1 0,-1-1 0,1 0 0,0 0 0,1 0 0,-1-1 0,1 1 0,-1-1 0,1 0 0,0 0 0,0-1 0,0 1 0,1-1 0,-1-1 0,0 1 0,1-1 0,-1 1 0,1-2 0,0 1 0,-1 0 0,1-1 0,0 0 0,6-1 0,3-2 0,0-1 0,0 0 0,0 0 0,0-2 0,0 0 0,-1-1 0,0 0 0,-1-1 0,1 0 0,-2-1 0,1-1 0,15-15 0,-8 4 0,-1 0 0,-1-1 0,-1-1 0,-1-1 0,-1 0 0,13-28 0,49-112 0,-76 161 0,1 0 0,-1 1 0,1-1 0,0 0 0,0 1 0,0-1 0,0 1 0,1-1 0,4-3 0,-6 6 0,-1-1 0,0 1 0,1 0 0,-1-1 0,0 1 0,1-1 0,-1 1 0,1 0 0,-1-1 0,1 1 0,-1 0 0,1 0 0,-1 0 0,1-1 0,-1 1 0,1 0 0,-1 0 0,1 0 0,0 0 0,-1 0 0,1 0 0,-1 0 0,1 0 0,-1 0 0,1 0 0,0 0 0,2 6 0,-1 1 0,0-1 0,0 0 0,-1 1 0,0-1 0,1 11 0,0-4 0,0 8 0,-1 0 0,-2 41 0,0 15 0,2-55-731,1 0 1,1-1-1,1 0 1,1 0-1,14 40 1,-15-54 449,0 1 1,0 0 0,0-1-1,1 0 1,0 0 0,0-1-1,1 1 1,0-1 0,0 0-1,0-1 1,1 1 0,0-1-1,0-1 1,0 1 0,1-1-1,-1 0 1,1-1 0,11 4-1,-9-5-125,1 1 0,0-2 0,-1 1 0,1-2 0,0 1 0,0-1 0,-1-1 0,1 0 0,0-1 0,-1 0 0,13-4 0,2-2-162,1-1-1,-2-2 1,34-19-1,-38 18 618,-1-1 1,-1-1-1,0-1 0,-1 0 0,0-2 0,-2 1 0,0-2 0,0 0 0,-2-1 0,17-31 0,2-14 1030,-2-1 0,22-72 0,-43 110-608,-1 0 0,-1 0 0,-1-1 0,-2 1-1,3-55 1,-7 80-430,0 0 0,0 1-1,0-1 1,0 0-1,-1 0 1,1 1 0,0-1-1,-1 1 1,1-1-1,-1 0 1,0 1 0,1-1-1,-1 1 1,0-1-1,0 1 1,0-1 0,0 1-1,0 0 1,0 0-1,0-1 1,-1 1 0,1 0-1,0 0 1,-1 0-1,1 0 1,-1 0 0,-1 0-1,0 0-4,0 0 0,1 1-1,-1 0 1,1-1 0,-1 1 0,0 0-1,1 0 1,-1 0 0,0 1 0,1-1-1,-1 1 1,1-1 0,-1 1 0,1 0-1,-1 0 1,1 0 0,-4 2 0,-6 5 40,0 0 0,1 1 0,0 0 0,0 1 1,1 0-1,0 1 0,1 0 0,-14 22 0,-4 10 81,-24 55-1,42-76-161,1 0 0,1 1 0,1-1-1,1 1 1,-4 43 0,8-64 9,1 0 1,0 1-1,0-1 1,0 0-1,0 0 1,0 0-1,1 1 1,-1-1-1,1 0 1,-1 0-1,1 0 1,0 0-1,0 0 1,0 0-1,0 0 1,0 0-1,0 0 1,0-1-1,1 1 1,-1 0-1,3 2 0,-2-2 13,5-1 43,2-2 60,0-1 0,-1 0 0,0 0-1,1-1 1,-1 0 0,0-1 0,0 1 0,13-10-1,13-13 283,-17 12-54,1 0 0,31-17 1,-44 28-327,1 1 0,-1-1 0,1 1 0,0 0 0,0 0 0,0 1 0,0 0 0,0 0 0,0 0 0,0 1 0,0-1 0,0 2 0,1-1 0,8 2 0,-7 0-235,0 1 1,1-1 0,-1 1-1,0 1 1,-1 0 0,1 0 0,8 6-1,-11-6-329,-1-1-1,0 1 0,1 0 0,-1 1 0,-1-1 0,1 1 0,5 9 0,5 6-2903,-2-6-2232,-12-14 5478,14 17-9741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8:06.92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1 175 10425,'21'-61'1955,"-21"58"-1805,0 1 0,1 0-1,-1 0 1,1 0 0,0 0 0,0 0 0,0 0 0,0 1 0,0-1 0,0 0 0,0 0 0,1 1-1,-1-1 1,0 1 0,1-1 0,0 1 0,-1-1 0,1 1 0,0 0 0,0 0 0,-1 0-1,1 0 1,0 0 0,0 0 0,0 1 0,0-1 0,0 0 0,0 1 0,1 0 0,-1 0 0,0-1-1,0 1 1,0 0 0,0 1 0,0-1 0,0 0 0,0 1 0,0-1 0,0 1 0,0-1-1,0 1 1,3 1 0,3 2 122,0 1-1,0-1 0,0 1 0,-1 1 1,0 0-1,0 0 0,0 0 0,8 11 1,-3-1-46,0 2-1,-1 0 1,-1 0 0,-1 1 0,-1 0 0,0 0 0,7 29 0,-8-18-85,-1 0 0,-1 0 0,-2 0 0,0 46 1,-4-43-56,-1-1 0,-2 1 1,-1-1-1,-1 0 1,-2 0-1,-1-1 1,-2 0-1,-1-1 1,-1 0-1,-2-1 0,-26 41 1,31-55 607,-1-1 1,-1 0 0,-23 23-1,35-37-660,0 0 0,0 1 0,-1-1-1,1 0 1,0 0 0,0 1 0,0-1 0,0 0-1,0 0 1,-1 1 0,1-1 0,0 0 0,0 0 0,-1 0-1,1 0 1,0 1 0,0-1 0,0 0 0,-1 0-1,1 0 1,0 0 0,-1 0 0,1 0 0,0 0-1,0 1 1,-1-1 0,1 0 0,0 0 0,-1 0-1,1 0 1,0 0 0,0 0 0,-1 0 0,1-1 0,0 1-1,0 0 1,-1 0 0,1 0 0,-1 0 0,5-13 521,12-21-31,154-231 915,-118 188-1587,129-158-2373,-167 219 2291,47-54-2015,72-65 1,2 25-7483,-64 59-1640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8:07.21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99 482 13005,'9'-12'505,"-6"8"-218,0-1 0,0 1 0,1 0-1,-1 0 1,1 0 0,0 0 0,0 1 0,1-1-1,-1 1 1,10-5 0,2-3 580,-2-1-1,1 0 1,-1-1-1,-1-1 1,-1 0 0,16-22-1,-23 30-561,0-2 13,0-1 0,-1 1 0,0-1 1,0 0-1,-1 0 0,0 0 0,0-1 0,-1 1 0,1-14 0,2-2 276,-3 13-366,-1-1 0,0 1 0,-1-1 0,0 0 0,-1 1 0,0-1 0,-1 1 0,-6-22 0,7 31-208,1 1 1,-1 0-1,0 0 1,0-1 0,0 1-1,0 0 1,-1 0 0,1 0-1,0 0 1,-1 0-1,0 1 1,1-1 0,-1 0-1,0 1 1,0-1-1,0 1 1,0-1 0,0 1-1,0 0 1,0 0 0,0 0-1,0 0 1,-1 1-1,1-1 1,0 0 0,0 1-1,-1 0 1,1-1-1,-1 1 1,1 0 0,0 0-1,-1 0 1,1 1-1,0-1 1,-1 1 0,1-1-1,0 1 1,-4 1 0,-2 1 83,-1 1 0,2 0 0,-1 0 0,0 1 0,1 0 1,0 0-1,0 0 0,1 1 0,-10 10 0,-3 9 125,2 1 0,0 1-1,2 0 1,1 1 0,1 0 0,1 1-1,1 1 1,-10 52 0,17-63-229,1-1 0,1 1 0,1 0 0,1-1 0,0 1 0,2 0 0,0 0 0,4 18 0,-3-25 0,1 1 0,0-1 0,0 0 0,1-1 0,0 1 0,1-1 0,1 0 0,0-1 0,0 1 0,1-1 0,0-1 0,17 16 0,-7-11-379,0-2 0,0 0 1,1-1-1,1-1 0,-1-1 0,2 0 1,-1-2-1,1 0 0,0-2 0,1 0 1,-1-1-1,1-1 0,0-1 0,-1-1 1,32-3-1,7-4-1862,-1-2 1,1-3-1,-2-3 1,79-28-1,-38 9-10279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8:07.83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25 14581,'22'-20'2729,"-17"16"1626,-9 40-10,0 1-3121,19 152 3004,-5-91-3231,0 12-816,16 330-54,-28-352-127,9 395 0,-7-477 1,1 1-1,0-1 1,0 0 0,1 1-1,2 7 1,-4-13-2,1 0 1,-1 1-1,1-1 0,0 0 1,0 0-1,-1 0 0,1 0 1,0 1-1,0-1 1,0 0-1,0 0 0,0 0 1,0-1-1,0 1 0,1 0 1,-1 0-1,0-1 0,0 1 1,1-1-1,-1 1 0,0-1 1,1 1-1,-1-1 1,1 0-1,-1 1 0,0-1 1,1 0-1,-1 0 0,1 0 1,1-1-1,7-1-30,-1-2-1,0 1 1,0-1 0,-1 0 0,1-1-1,-1 0 1,0 0 0,0-1-1,0 0 1,13-14 0,3 0-87,75-59-230,151-91 0,-183 132 285,2 2 0,1 3-1,114-36 1,-150 59 49,0 1 0,55-6-1,-76 14 10,1 0 0,0 1-1,0 0 1,0 1 0,0 1-1,0 0 1,0 1 0,0 0-1,14 6 1,-25-8 5,0 1 1,1-1-1,-1 1 0,0-1 0,0 1 0,0 0 0,0 0 1,0 1-1,-1-1 0,1 0 0,-1 1 0,0 0 0,1-1 1,-1 1-1,0 0 0,0 0 0,-1 1 0,1-1 0,-1 0 1,0 0-1,1 1 0,-1-1 0,-1 0 0,1 1 0,0-1 1,-1 1-1,0 0 0,0-1 0,0 1 0,0-1 0,-1 1 0,1-1 1,-2 5-1,-1 2 6,0 1-1,-1 0 1,-1 0 0,0-1-1,0 0 1,-1 0 0,0-1-1,-1 0 1,-8 10 0,-10 7 29,0-2 0,-2 0 1,-1-2-1,0-1 0,-43 23 1,-164 74-359,8-24-1526,74-37-6071,167-83-10523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8:08.3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97 14513,'82'17'3088,"-65"-15"-2271,1 1 0,-1 1 0,0 0 0,0 2 0,-1-1 0,22 12-1,-14-3-255,-1 1-1,-1 0 0,0 2 0,-1 0 0,30 33 0,-40-37-437,1 2 0,-2 0 0,0 0 0,-1 1 0,0 0 0,-2 1 0,0-1-1,0 1 1,5 25 0,-6-12-114,-1 0 1,-2 0-1,0 0 0,-2 1 1,-2-1-1,0 0 0,-2 1 0,-13 55 1,-9 15-15,24-95 31,-1 0 0,0 0 1,0-1-1,-1 1 0,1-1 1,-6 8-1,6-10 36,-1-1 1,1 0 0,-1 0 0,1 0-1,-1 0 1,1 0 0,-1 0-1,-5 2 1,7-4-47,1 0 0,-1 1 0,0-1 1,1 0-1,-1 1 0,1-1 0,-1 0 0,0 0 0,1 0 1,-1 0-1,0 0 0,1 0 0,-1 0 0,0 0 0,1 0 1,-1 0-1,0 0 0,1 0 0,-1 0 0,1 0 0,-1-1 1,0 1-1,1 0 0,-1 0 0,1-1 0,-1 1 0,0 0 1,1-1-1,-1 1 0,1-1 0,-1 1 0,1-1 0,0 1 1,-1-1-1,1 1 0,-1-1 0,1 1 0,0-1 0,-1 1 1,1-1-1,0 0 0,0 1 0,0-1 0,-1 1 0,1-1 0,0 0 1,0 1-1,0-1 0,0 0 0,0 1 0,0-1 0,0 0 1,0 0-1,0-6 70,0 0 0,1 0 1,-1 0-1,3-10 0,7-23-58,2 0 1,2 1-1,1 0 0,32-56 0,99-138-2651,-111 184 936,3 1 1,1 1-1,82-73 1,-99 103 797,0 0-1,0 2 1,1 1 0,1 1-1,1 1 1,0 0 0,0 2 0,1 2-1,43-10 1,-38 12 506,1 2 0,-1 1 1,1 2-1,48 4 0,24 0 4905,-80-3 587,-31 0-4644,0 1 1,0 1-1,0 0 0,0 0 1,-11 5-1,-1 0 30,-13 4-83,0 1 1,2 2-1,-1 1 1,2 2-1,0 1 1,-47 38-1,18-6-1019,-94 105-1,127-127-47,-33 51 0,56-77 621,1 0 0,0 0 0,0 0 0,0 0 0,0 1-1,0-1 1,0 0 0,1 0 0,-1 1 0,1-1 0,0 1-1,-1-1 1,1 0 0,0 1 0,1 2 0,-1-4 25,0 0 1,1 0 0,-1-1 0,1 1 0,-1 0 0,1 0-1,-1 0 1,1 0 0,-1 0 0,1-1 0,0 1-1,-1 0 1,1 0 0,0-1 0,0 1 0,0-1-1,0 1 1,-1-1 0,1 1 0,0-1 0,0 1-1,0-1 1,0 0 0,0 1 0,0-1 0,0 0-1,0 0 1,0 0 0,0 0 0,0 0 0,0 0-1,0 0 1,1 0 0,23-4 41,-1 0 0,-1-2 0,1-1 0,-1 0 0,0-2 0,39-21 0,30-10 409,61-24 796,-149 63-1212,0-1 0,0 1 0,0-1 0,0 1 0,0 0 0,0 1 0,0-1 0,0 1 0,0 0 0,0 0 0,1 0 0,-1 0 0,0 1 1,0-1-1,0 1 0,0 0 0,0 1 0,0-1 0,0 1 0,-1-1 0,5 4 0,-4-2-158,0 0 1,-1 1 0,0-1-1,1 1 1,-1 0-1,0 0 1,-1 1 0,1-1-1,-1 1 1,0-1-1,0 1 1,0 0 0,0-1-1,-1 1 1,1 9-1,-1-8-272,1 5-1622,0 1 0,1-2 0,0 1 0,10 21 0,11 10-7297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8:08.97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164 170 12781,'-23'15'2591,"17"-12"-1960,0 1 0,1 0 0,-1 0 1,0 0-1,1 1 0,0 0 1,0 0-1,1 0 0,-7 9 1,-1 8-35,0-1 0,2 1 0,1 1 0,0 0 0,2 0 0,0 1 0,2 0 0,0 0 0,0 27 0,4-40-534,1 0 0,1 0 0,0 0 1,0 0-1,1 0 0,1-1 0,0 1 0,0-1 0,1 1 0,0-1 0,1 0 1,0 0-1,0-1 0,1 0 0,1 0 0,-1 0 0,1-1 0,1 0 0,0 0 1,0 0-1,0-1 0,1-1 0,16 10 0,-5-5-110,0 0 0,0-2-1,1 0 1,1-1 0,-1-1 0,1-2 0,0 0-1,0-1 1,34 2 0,-32-6-135,0-1 0,0-1 0,0-1 0,0 0 0,-1-2 0,36-12 0,-51 14 134,-1-1 0,1 1 0,-1-1 0,1-1 0,-1 1 0,0-1 0,-1 0 0,1-1 0,-1 1 0,0-2 0,0 1 0,-1 0 0,0-1 0,0 0-1,-1 0 1,1-1 0,-2 1 0,1-1 0,-1 0 0,0 0 0,3-15 0,-4 10-1,0 0-1,0 0 1,-2 0 0,0 0-1,0-1 1,-1 1 0,-1 0-1,0 0 1,-1 0 0,0 0-1,-1 1 1,0-1 0,-1 1-1,0 0 1,-14-21 0,17 30 39,-1 0 1,1-1 0,-1 1 0,0 1-1,0-1 1,-1 0 0,1 1 0,0 0-1,-1-1 1,1 1 0,-1 1 0,0-1-1,0 0 1,1 1 0,-1 0 0,0 0-1,0 0 1,0 0 0,0 1 0,-1 0-1,1-1 1,0 1 0,0 1 0,0-1-1,0 1 1,0-1 0,-7 4 0,6-3-1,0 1 0,0-1 1,0 1-1,0 1 0,1-1 1,-1 1-1,1-1 0,-1 1 1,1 1-1,0-1 1,0 0-1,1 1 0,-1 0 1,1 0-1,0 0 0,0 0 1,0 1-1,0-1 0,-3 9 1,5-11 4,1 0 0,-1 1 0,1-1 0,-1 0 0,1 0 0,0 0 0,0 1 0,0-1 1,0 0-1,0 3 0,15 31-41,34 54-10,-43-82 58,-1 0 0,2 0-1,-1-1 1,1 0 0,0 0-1,1-1 1,-1 0 0,1 0-1,0 0 1,1-1 0,10 5-1,0-1-19,-7-2 7,1-1-1,0 0 0,1-1 0,-1-1 0,1 0 1,0-1-1,0-1 0,0 0 0,1-1 1,-1 0-1,0-1 0,0-1 0,28-4 1,-24 1 35,0 0 1,0-2 0,0 0 0,-1-1-1,1-1 1,-2 0 0,1-1-1,-1-1 1,-1-1 0,16-13 0,1-4 439,-1-1 0,37-46 0,-28 24 85,20-25 509,80-78 0,-97 114-516,53-38 0,-77 63-428,2 2 0,0 1 0,0 0 0,1 2 0,29-11 0,-47 20-98,0-1 0,0 1 0,0 0 0,0 0 0,0 1 0,0-1 0,0 1 0,0 0 0,0 0 0,0 0 0,0 0-1,0 1 1,0 0 0,0 0 0,0 0 0,0 0 0,0 0 0,0 1 0,0 0 0,-1 0 0,1 0 0,-1 0 0,1 0-1,-1 1 1,0 0 0,0-1 0,0 1 0,-1 0 0,1 1 0,0-1 0,-1 0 0,2 5 0,0-1 3,-1 1 1,0-1-1,0 1 1,-1-1 0,0 1-1,-1 0 1,0 0-1,0 0 1,0 0 0,-1 0-1,-1 0 1,1 0-1,-1 0 1,0 0 0,-3 10-1,-5 8 13,-1 0 1,-2 0-1,0-1 0,-1-1 0,-2 0 0,-32 41 0,-125 119-392,15-19-2496,150-157 2666,-2 3-845,-1 0-1,-11 20 1,20-29 835,0-1 0,1 1 0,-1-1 1,0 1-1,1-1 0,-1 1 0,1-1 0,0 1 1,-1 0-1,1-1 0,0 1 0,0 0 0,0 1 1,0-2 82,1 0 0,-1-1 1,0 1-1,1 0 0,-1-1 1,1 1-1,-1-1 0,0 1 1,1 0-1,0-1 0,-1 1 1,1-1-1,-1 0 0,1 1 1,0-1-1,-1 1 0,1-1 1,0 0-1,-1 0 0,1 1 1,0-1-1,-1 0 0,1 0 1,0 0-1,0 0 0,-1 0 1,1 0-1,0 0 0,1 0 1,9 0-1265,0-1 1,0 0-1,-1 0 1,1-1-1,11-4 1,29-6-6513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8:09.09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44 112 10573,'20'-21'4360,"-43"18"-2663,3 3 1671,10-12-2800,0 3-344,13-12-1772,0 2-556,4 4-2961,-4 3-4024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8:11.59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361 10 8741,'0'0'8117,"-4"-1"-6682,-73-7 3109,73 8-4344,-1 1 0,1 0 1,-1 0-1,0 0 0,1 1 0,0-1 0,-1 1 0,1 0 0,0 0 0,-7 5 0,-35 30 587,22-11-542,1 0 1,-37 57-1,51-70-184,-2 4 12,1 0 0,-14 32-1,21-41-50,0-1-1,0 1 1,1 0-1,0 0 0,0 0 1,1 0-1,0 0 1,1 0-1,0 11 0,1-16-14,0 0-1,0 1 0,0-1 0,0 0 0,0 0 1,1 0-1,-1 0 0,1 0 0,0 0 0,0-1 1,0 1-1,0 0 0,0-1 0,1 0 0,-1 1 1,1-1-1,0 0 0,-1 0 0,1-1 0,0 1 1,0 0-1,0-1 0,0 0 0,6 2 0,7 2 4,0-2 0,0 1 0,29 1 0,-29-4-6,83 8 5,92 12-152,-158-15-48,0 1 0,-1 2 0,54 21 0,-72-24 70,0 0 1,0 2-1,-1 0 0,0 0 0,-1 1 1,1 1-1,18 19 0,-27-24 81,0 0 0,0 0 0,0 0 0,-1 0-1,0 1 1,0-1 0,0 1 0,-1 0 0,0 0 0,0 0-1,0 0 1,-1 0 0,0 0 0,0 0 0,0 0 0,-1 1-1,0-1 1,0 0 0,-1 0 0,1 1 0,-4 11 0,-2-1-13,-1 0 1,0 0 0,-1-1-1,-1 0 1,-1 0 0,0-1 0,-1 0-1,0-1 1,-16 15 0,-4 1-28,-1-2 1,-64 45 0,72-57 69,-3 3 16,-1-1 1,-60 28-1,85-45-5,-1 1 0,0-1-1,0-1 1,1 1 0,-1 0 0,0-1 0,0 0-1,0 0 1,0 0 0,1 0 0,-1-1-1,0 0 1,0 1 0,0-1 0,-4-3-1,6 4-2,0-1-1,0 0 0,1 0 1,-1 0-1,0 0 0,1 0 1,-1-1-1,1 1 1,0 0-1,-1-1 0,1 1 1,0-1-1,0 0 0,0 1 1,0-1-1,0 0 0,0 0 1,0 1-1,1-1 0,-1 0 1,0 0-1,1 0 0,0 0 1,-1 0-1,1 0 0,0 0 1,0 0-1,0 0 0,1 0 1,-1 1-1,0-1 1,2-4-1,-1 1 8,1-1-1,0 0 1,0 1 0,0 0 0,1-1-1,-1 1 1,2 0 0,-1 0 0,0 1-1,1-1 1,0 1 0,0-1 0,0 1 0,1 0-1,-1 1 1,1-1 0,0 1 0,0 0-1,0 0 1,0 1 0,1-1 0,-1 1-1,1 0 1,-1 1 0,1-1 0,0 1 0,-1 0-1,1 1 1,0-1 0,0 1 0,0 0-1,0 1 1,0-1 0,-1 1 0,1 0-1,0 1 1,-1-1 0,1 1 0,-1 1-1,9 3 1,-2 2-66,0 1 0,0 0 0,-1 0 0,-1 1 0,1 1 0,-1 0 0,-1 0-1,0 1 1,-1 0 0,9 17 0,-10-16-278,4 6-1318,24 35-1,-31-49 800,1 1 0,0-1 0,0 0 0,0 0-1,1-1 1,-1 0 0,1 0 0,0 0 0,0 0-1,9 3 1,28 7-6266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8:12.15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1 259 8165,'1'-12'510,"2"-1"0,0 1 0,0-1 0,1 1 0,0 0 0,1 1 0,1-1 1,0 1-1,0 0 0,1 0 0,1 1 0,-1-1 0,2 2 0,-1-1 0,2 1 0,-1 1 0,1 0 0,12-8 1,-13 10-389,1 0 0,-1 0 0,1 1 1,1 1-1,-1 0 0,1 0 1,-1 1-1,1 0 0,0 1 1,0 0-1,0 1 0,1 0 0,-1 1 1,0 0-1,0 1 0,0 0 1,1 0-1,-1 2 0,-1-1 1,1 1-1,12 5 0,-14-3-84,1 1 0,-1 0-1,0 0 1,0 1 0,-1 0 0,0 0-1,0 1 1,-1 0 0,0 0 0,0 1-1,-1 0 1,0 0 0,0 1 0,-1-1-1,-1 1 1,6 16 0,-2-3-6,-2 0-1,0 1 1,-1-1 0,-2 1-1,0 0 1,-2 37 0,-5 13 13,-4 1 1,-28 118-1,28-156-128,1 0 0,2 0 0,0 58 0,5-93 69,0 1-1,0 0 0,0-1 0,1 1 0,-1-1 1,1 1-1,-1 0 0,1-1 0,0 1 1,0-1-1,0 0 0,0 1 0,1-1 1,-1 0-1,1 0 0,-1 0 0,1 0 1,0 0-1,3 3 0,-2-3-8,0 0 0,1 0-1,0 0 1,-1 0 0,1-1-1,0 1 1,0-1 0,0 0-1,0 0 1,0-1 0,6 1-1,6-1-36,-1 0-1,0-1 0,1-1 0,-1-1 1,27-8-1,46-17 75,-1-5-1,143-75 1,-227 106 730,-2 5-627,1 0 1,0 1 0,-1-1 0,0 0 0,0 1-1,0-1 1,0 0 0,0 5 0,-7 34 604,4-36-653,1-1-1,0 1 1,0-1 0,0 1 0,1-1-1,0 1 1,0-1 0,0 1-1,1 0 1,0-1 0,3 11 0,7 11 138,1-2 1,2 0 0,32 47 0,0-2-32,-26-37-40,30 70 0,-45-88-127,1 1-1,-2 0 1,0 0-1,-1 1 1,-1-1 0,-1 1-1,0 20 1,-2-13-58,-2 0 1,-1-1-1,0 1 1,-2-1 0,-1 1-1,0-2 1,-22 44-1,12-34-997,-2 0-1,-2-1 1,0-1-1,-38 39 1,58-67 479,-1 0 1,0-1-1,1 1 1,-1-1-1,0 1 1,0-1 0,0 0-1,0 0 1,0 0-1,-4 2 1,1-1-1200,-15 6-6649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8:12.47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1 314 14373,'0'0'3966,"3"-2"-2136,9-4-1146,0 1 1,1 0 0,-1 1 0,1 0 0,0 1 0,26-3-1,2-1-122,579-131 2184,-496 112-2518,199-38 135,-284 60-842,42 0 1,-1 0-3060,-77 3 2997,-1 1-1,0-1 1,0 0-1,0 0 1,0 0-1,0 0 1,-1 0-1,1 0 1,0 0-1,0 0 1,-1-1-1,3-1 1,8-6-3904,11 2-5453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8:12.86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51 0 14101,'-42'3'2432,"34"-3"1468,8 5-2116,16 247 4573,1-37-4614,-13 8-1823,6 124-4491,16-118-7664,-16-173 1788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8:13.4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7 124 10585,'-7'-42'4008,"8"40"-3799,0 1-1,0-1 0,0 1 1,0-1-1,0 1 0,0 0 1,0-1-1,0 1 0,0 0 1,0 0-1,1 0 0,-1 0 0,1 0 1,-1 0-1,1 0 0,-1 0 1,1 1-1,-1-1 0,4 0 1,1 0-53,0 0 0,0 0 0,0 1 0,0 0 0,1 0 1,-1 1-1,0-1 0,0 2 0,0-1 0,0 0 0,0 1 0,0 0 1,-1 1-1,1-1 0,0 1 0,-1 0 0,0 0 0,7 6 0,3 3-3,0 1 0,-1 0 0,-1 0 0,21 27 0,-13-8-230,0 1 0,-2 1-1,-1 0 1,-2 1-1,-2 1 1,-1 1 0,-2 0-1,11 59 1,-11-56-174,-8-32 188,-1 0-1,0 0 0,0 1 1,1 13-1,14-28 173,-15 5-86,1-1 1,-1 1-1,1-1 1,-1 0-1,0 1 1,0-1 0,0 0-1,0-1 1,0 1-1,-1 0 1,1 0-1,0-1 1,-1 1 0,0-1-1,2-3 1,17-49 203,-11 28-119,30-93 197,-25 72-143,41-91-1,-44 115-99,2 0 1,1 0-1,0 2 1,2 0-1,25-27 1,-37 44-50,1 0 1,-1 1-1,1 0 1,0 0-1,1 0 1,-1 0-1,1 1 1,-1 0-1,1 0 1,0 1-1,0-1 1,0 1-1,1 1 1,-1-1-1,0 1 1,1 0-1,-1 1 0,0-1 1,1 1-1,-1 0 1,1 1-1,-1 0 1,0 0-1,1 0 1,-1 1-1,0 0 1,0 0-1,7 3 1,-2 1-4,0 1 0,0 0-1,-1 1 1,0 0 0,0 0 0,-1 1 0,0 0 0,9 13 0,8 13 60,23 40 0,-17-15-64,39 99 0,1 6 6,-58-139-25,1 0 0,1 0 0,36 43 0,-49-66 12,0 1 0,1-1 0,-1 1 0,1-1 0,0 0 0,0-1 0,0 1 0,0-1 0,0 1 0,1-1 0,-1 0 0,1-1 0,-1 1 0,1-1 0,0 0 0,0 0 0,7 0 0,-3-1-3,1-1-1,-1 0 0,1-1 1,-1 0-1,0-1 0,0 0 1,13-5-1,-7 1-6,0-1 0,0 0-1,-1-1 1,-1-1 0,22-18 0,55-65 74,62-100-118,-89 108 86,-31 43 65,3-6 613,3 2-1,54-53 0,-92 98-655,1 0 0,0 0 1,1 0-1,-1 0 0,0 0 1,0 0-1,0 0 0,0 1 1,1-1-1,-1 0 0,0 1 1,1-1-1,-1 1 0,1-1 1,-1 1-1,0 0 0,1 0 1,-1-1-1,1 1 1,-1 0-1,1 0 0,-1 0 1,1 1-1,-1-1 0,0 0 1,1 1-1,-1-1 0,1 0 1,-1 1-1,3 1 0,-2 0-3,0 0 0,0 0 0,0 0 0,0 0 0,0 0-1,-1 1 1,1-1 0,-1 1 0,1-1 0,-1 1 0,0 0 0,0-1 0,0 1-1,1 3 1,9 57 380,-2 0 0,-3 0 0,-3 85 0,2 7-386,-4-138-360,1 1 0,1-1 0,1 0 0,6 18 1,-8-27-348,1 0 1,1 0-1,-1 0 0,1-1 1,1 1-1,-1-1 1,1 0-1,0-1 1,1 1-1,8 7 1,6-3-6141,11-2-4488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8:13.54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47 28 14901,'-20'-6'4661,"7"-3"-3129,0-3 1264,26 24-5800,0-3 100,17 6-2449,21 15-4292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8:14.32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631 1354 13813,'0'-5'242,"0"0"-1,-1 0 0,0 0 1,0 0-1,0 0 1,0 0-1,-1 0 0,0 1 1,0-1-1,0 1 1,0-1-1,-1 1 0,-3-5 1,-1 2 450,0 1 1,-1 0-1,1 0 0,-1 0 1,0 1-1,-16-7 0,11 6-428,1 1 0,-1 0-1,0 1 1,0 0-1,0 2 1,-1-1 0,1 1-1,-1 1 1,1 1-1,-1 0 1,0 0 0,1 2-1,-1-1 1,1 2-1,0 0 1,-1 0-1,1 1 1,1 1 0,-15 7-1,7-2-192,1 0 0,0 2-1,1 0 1,0 1 0,1 1-1,0 0 1,2 1 0,-1 1-1,2 1 1,0 0 0,-15 26-1,22-31-220,1 0 1,0 1-1,1-1 0,1 1 0,0 1 0,0-1 0,2 0 1,-1 1-1,1 16 0,1-22-47,1 0 0,0 1 0,1-1 0,0 0 0,0 1-1,0-1 1,1 0 0,1 0 0,-1 0 0,1-1 0,1 1 0,-1-1 0,1 1 0,1-1 0,9 12-1,-10-15-3,0 0-1,1 0 0,-1-1 1,1 0-1,0 0 0,0 0 0,0-1 1,0 0-1,0 0 0,0 0 1,1 0-1,-1-1 0,1 0 0,-1 0 1,1 0-1,0-1 0,-1 0 0,1 0 1,0 0-1,-1-1 0,1 0 1,8-2-1,-3 0 79,0 0 1,-1-1-1,1 0 1,-1-1-1,0 0 0,0 0 1,-1-1-1,1-1 1,-1 1-1,10-11 1,2-6 318,-2 0 1,0-1 0,-2-1 0,-1 0 0,-1-2 0,21-50-1,51-179 1384,-78 227-1482,16-55 198,134-519 2100,-153 578-2265,1-15 1072,-7 89-620,6 225 1089,0-199-1380,30 140 1,-29-187-257,3 18 52,3 0 0,33 81 0,-35-103-70,0-2 0,2 0-1,0 0 1,2-1 0,0-1 0,1 0-1,1-1 1,26 22 0,-31-31-12,0-1 0,0 0 0,0-1 1,1-1-1,1 0 0,-1-1 0,1 0 0,0-1 1,0 0-1,1-2 0,-1 1 0,1-2 0,0 0 0,-1-1 1,24 0-1,-24-2-3,1-1 0,-2 0 1,1-1-1,0-1 0,0 0 0,-1-1 1,0 0-1,0-1 0,13-8 0,-9 3-31,0-1-1,-1-1 1,0 0-1,-1-1 1,21-25-1,-5-1-172,-2-2-1,-1-1 1,-3-1 0,23-56-1,-35 71 63,-1-1 0,14-61 0,-25 88 127,0 0-1,0 1 0,-1-1 1,1 0-1,-1 0 1,0 0-1,0 1 0,0-1 1,0 0-1,0 0 1,-1 1-1,1-1 1,-1 0-1,0 0 0,0 1 1,0-1-1,0 1 1,0-1-1,-1 1 1,1-1-1,-1 1 0,1 0 1,-1-1-1,-2-1 1,1 2 4,1 1 1,-1 0 0,1 0-1,-1 0 1,1 0-1,-1 0 1,0 0 0,1 1-1,-1-1 1,0 1 0,0 0-1,1 0 1,-1 0-1,0 0 1,0 0 0,1 1-1,-1-1 1,0 1 0,0 0-1,1 0 1,-4 1-1,-2 2-9,0 0-1,1 0 1,0 0-1,0 1 1,0 0-1,1 0 0,-12 13 1,-36 48-306,46-56 232,-27 37-928,1 1-1,-42 83 0,59-80-498,16-45 942,6-7 451,0-1 1,0 1-1,0-1 1,-1 1 0,1-1-1,0-1 1,-1 1-1,1-1 1,-1 0 0,0 0-1,0 0 1,0 0-1,0-1 1,6-7 0,-1 2-54,57-58-175,-3-3 0,-3-3-1,82-132 1,-112 154 364,-3-1-1,-2-2 0,21-65 1,34-174 715,-72 259-382,-2 0 1,-1-1 0,-2 0-1,-2 0 1,-5-65 0,4 98-279,0 0-1,-1 0 1,1 0 0,-1 0-1,1 0 1,-1 1 0,1-1 0,-1 0-1,0 0 1,0 0 0,0 1 0,0-1-1,0 1 1,-1-1 0,1 1-1,0-1 1,-3-1 0,4 2-36,-1 1 0,1 0 0,-1 0 0,1 0 0,-1 0 1,1 0-1,-1-1 0,1 1 0,-1 0 0,1 0 0,-1 0 0,1 0 0,-1 0 1,1 0-1,-1 1 0,1-1 0,-1 0 0,1 0 0,-1 0 0,1 0 0,-1 1 1,1-1-1,0 0 0,-1 1 0,-11 17 565,-5 34 142,3 0 0,2 1 0,2 1 0,-3 68 0,10-29-1344,19 182-1,-12-233-126,-2-22-11,1-1-1,1 0 1,0-1 0,9 22-1,21 31-6425,-5-24-2846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8:14.74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 8669,'0'0'3208,"2"1"-1856,1 2-1026,0-1 1,0 1-1,0 0 1,-1 0 0,1 0-1,-1 1 1,0-1 0,0 0-1,0 1 1,0-1-1,-1 1 1,0 0 0,1 0-1,0 6 1,8 65 1462,-7-44-1037,56 402 2677,-58-422-3375,1 0 0,0-1-1,0 1 1,1-1 0,1 1 0,-1-1-1,10 16 1,-11-23-47,-1 0 1,1-1-1,0 0 0,0 1 1,0-1-1,0 0 0,0 0 1,0 0-1,0 0 1,1-1-1,-1 1 0,1-1 1,0 1-1,-1-1 0,1 0 1,0 0-1,0 0 1,-1 0-1,1-1 0,0 1 1,0-1-1,0 1 0,0-1 1,0 0-1,0 0 0,0-1 1,0 1-1,0-1 1,0 1-1,5-3 0,3-1-8,0-1 1,0 0-1,0-1 0,-1 0 0,0-1 0,0 0 0,0 0 1,8-9-1,2-5-22,0 0 1,21-30 0,-30 33 7,-1 0-1,0-1 1,-2 0 0,0-1 0,-1 0 0,4-25 0,-1 12 73,-8 25-70,0-1 0,-1 0 0,0 1 0,0-1 1,-1 0-1,0 1 0,0-1 0,-3-10 0,3 15 13,-1 0 0,0 1 0,0-1 1,0 0-1,0 1 0,0-1 0,-1 1 0,0-1 1,0 1-1,0 0 0,0-1 0,0 1 1,-1 0-1,1 1 0,-1-1 0,0 0 0,0 1 1,0-1-1,0 1 0,-5-3 0,5 4-1,0 0 0,0 1-1,0-1 1,0 1 0,0-1 0,0 1-1,0 0 1,-1 0 0,1 0 0,0 1-1,0-1 1,0 1 0,0-1-1,-5 3 1,-1 1 36,0 0 1,0 0-1,-12 8 0,10-4 48,1 0-1,1 0 1,-1 1 0,1 0-1,1 1 1,-1 0-1,-12 21 1,-38 84 568,51-96-597,0 0-1,2 0 0,0 1 0,2-1 1,0 1-1,1 1 0,1-1 1,1 0-1,1 1 0,0-1 0,5 28 1,-2-32-123,0 1 1,1-1 0,1 0-1,1 0 1,0-1-1,1 1 1,0-1 0,1-1-1,1 0 1,1 0 0,0 0-1,0-1 1,1-1-1,14 12 1,-8-10-283,0 0 1,1-2-1,1 0 0,0-1 1,1-1-1,0-1 0,0-1 1,1 0-1,42 8 0,-32-10-817,1-2 0,34 0 0,66-9-5720,-48-1-1899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8:14.9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369 0 10789,'1'2'179,"1"0"1,-1 0-1,0 0 1,0 0-1,0 0 0,-1 0 1,1 0-1,0 0 1,-1 0-1,1 0 0,-1 0 1,0 4-1,0-5 58,-1 1 0,0-1 0,0 0 0,1 1 0,-1-1-1,0 0 1,0 0 0,0 1 0,-1-1 0,1 0 0,0 0 0,0 0-1,-3 1 1,-16 16 1904,2 0-448,1 1 0,1 0-1,1 1 1,-14 26 0,-45 94 2242,12-19-2755,48-94-1885,-13 35 0,-9 20-4563,30-70 3095,1 1-1,0 0 1,1 0 0,-3 15 0,0 9-9456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8:16.1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337 36 12501,'-2'-8'-90,"-4"-15"3376,6 19-1226,5 12-651,-5-6-1300,1-1 0,-1 1 0,1-1 0,-1 1 0,0 0 0,1-1 0,-1 1 0,0 0 0,0-1 0,0 1 0,-1 0 0,1-1 0,0 1 0,-1-1 0,1 1 0,-1 0 0,1-1 0,-1 1 0,0-1 0,1 1 0,-1-1 0,0 0 0,-1 2 0,-4 9 344,-43 96 1982,-40 133-1,-15 125-918,80-273-1328,5 1 0,3 1 0,-4 117-1,19-191-224,2-1 0,1 1-1,0-1 1,1 1-1,2-1 1,0 0 0,1 0-1,17 37 1,-16-43-82,1-1 1,0 0-1,1 0 1,1-1-1,0 0 1,0-1-1,1 0 1,1 0-1,-1-1 1,2-1-1,-1 0 1,21 10 0,-11-9-91,1-1 1,0 0 0,1-2-1,0-1 1,0-1 0,0-1-1,0-1 1,1-1 0,-1-1-1,1-1 1,-1-1 0,40-8-1,-2-3-220,-2-2 0,0-3 0,103-45-1,-111 38 214,0-2-1,-2-2 1,-2-3-1,0-1 0,-2-3 1,-2-1-1,-1-3 1,-2-1-1,-2-2 0,-1-2 1,-3-1-1,-1-2 1,-3-1-1,43-89 0,-66 119 389,-1 1 0,-1-2-1,-1 1 1,0-1-1,-1 1 1,-1-1 0,-1-1-1,-1 1 1,0 0-1,-3-25 1,1 40 1247,24 7-800,-17-1-577,-1 1 1,0-1-1,0 1 0,0 0 0,0 0 0,0 0 0,-1 0 1,1 1-1,-1 0 0,0 0 0,0 0 0,4 7 1,6 5 40,5 5-47,-1 0 0,-2 1 0,0 1 0,13 27 0,21 29-375,-49-78 334,11 17-175,1 0 0,1-1 0,1-1 0,17 15 0,-27-26 133,0-1 0,0-1 0,0 1 0,1-1 0,0 0-1,0 0 1,0-1 0,0 1 0,0-1 0,0-1 0,0 1 0,1-1 0,-1 0 0,1-1 0,-1 1 0,1-1 0,-1 0 0,12-3 0,-6 0 32,1 0-1,-1-2 1,0 1-1,0-2 1,-1 1 0,1-2-1,-1 1 1,0-2-1,9-8 1,3-3 146,-1-1 1,37-45-1,-36 33 686,-2-1 1,-1-1-1,-2 0 0,-1-2 1,-1 0-1,13-51 0,-28 84-227,-4 20-208,1-10-517,1 0 1,0-1-1,0 1 0,1 0 0,0 0 0,0-1 0,1 1 0,0 0 0,0 0 1,0-1-1,1 1 0,0-1 0,1 1 0,-1-1 0,1 0 0,0 0 0,5 7 0,-1-2-992,0 0 0,2-1 0,9 11 0,30 21-7834,-15-20-1511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8:16.49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19 432 12357,'-19'0'2735,"45"-6"115,-25 6-2737,0 1 0,0-1-1,0 0 1,1 0 0,-1 0 0,0 1-1,0-1 1,0 0 0,0 1-1,0-1 1,0 1 0,0-1 0,0 1-1,0-1 1,0 1 0,0 0-1,-1 0 1,1-1 0,1 2 0,2 2 275,18 13 154,-2 1 0,0 0 0,-1 2 0,-1 0 0,0 1 0,-2 1 0,0 0 0,-2 2 1,-1-1-1,21 52 0,-25-53-568,-2 0-1,0 1 1,-2 0 0,0 0 0,-2 1 0,0-1-1,-2 1 1,0 0 0,-2 0 0,0-1-1,-2 1 1,-11 45 0,2-30-240,-2 0 0,-1-1-1,-39 69 1,52-104 280,0 0 1,0 0-1,0 0 0,-1 0 0,1 0 0,-1-1 1,-4 4-1,-2-5 207,2-15 27,5 2-134,1 0 0,0 0-1,1 0 1,0-1 0,1 1-1,3-17 1,21-71 151,-13 62-208,0-7-144,3 1-1,1 0 1,43-78-1,-27 58-241,136-236-2408,-128 239 831,3 1 1,84-89-1,19 22-5106,-141 123 6597,25-18-2731,0 1-1007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8:16.63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249 16 7981,'-12'-6'558,"-4"-1"116,4 5 4286,8 3-4739,0 0 0,0 0 0,1 0 1,-1 1-1,1-1 0,-1 1 1,1 0-1,0 0 0,-1 0 0,1 1 1,0-1-1,0 1 0,1 0 0,-1 0 1,1 0-1,-4 4 0,1 2 14,0 1 0,0 0-1,1 0 1,1 0 0,-4 15 0,-1 2 93,-24 87 220,6 1 0,5 1-1,-9 146 1,27-208-1058,1-1 0,7 58 0,-3-89-210,2 1 0,0-1 0,1 0 0,1 0 1,1-1-1,1 0 0,17 32 0,-21-47-28,-1 0 1,1-1 0,1 0 0,-1 1 0,7 5 0,30 18-6359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8:17.08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53 15 11641,'3'-12'1703,"-2"9"1041,-2 6-1433,0 4-954,0 1 1,0-1-1,1 1 0,0 0 1,0-1-1,1 1 0,0-1 0,0 1 1,1-1-1,0 0 0,0 0 1,1 0-1,6 14 0,0-5 39,-1-1-86,0-2-1,13 19 0,-17-28-264,-1 0 0,1 0 1,1 0-1,-1 0 0,0-1 1,1 0-1,0 1 0,-1-2 1,1 1-1,9 3 1,-7-4 7,-1 0 1,0 0 0,1 0-1,-1-1 1,1 0 0,-1-1-1,1 1 1,0-1 0,-1-1-1,1 1 1,-1-1 0,1 0-1,12-4 1,-12 2 100,1-1 0,-1 1 0,0-1 0,0-1 0,0 1 0,-1-1 0,1-1 0,-1 1 0,-1-1 0,1 0-1,6-8 1,-9 9-36,1 1 0,0 0 0,0 0 0,0 0 0,1 0 0,0 1 0,-1-1 0,7-1 0,-10 4-109,0 0 1,0 1-1,0-1 1,0 1-1,0-1 1,1 1 0,-1 0-1,0-1 1,0 1-1,1 0 1,-1 0-1,0 0 1,0 0 0,1 0-1,-1 0 1,0 0-1,0 1 1,1-1-1,-1 0 1,0 1 0,0-1-1,0 1 1,1-1-1,-1 1 1,0-1-1,0 1 1,0 0 0,0 0-1,0 0 1,0-1-1,0 1 1,-1 0-1,1 0 1,0 0 0,0 0-1,-1 0 1,1 1-1,-1-1 1,1 0-1,0 2 1,8 24 61,-2-1-1,-1 1 1,-1 1 0,2 38-1,-2-18-3,2 22-8,-4 0 0,-2 0 0,-11 84 0,-3-58-18,-44 168-1,29-181-111,-3-1 1,-69 125-1,72-154 73,-3-2 0,-2-1 1,-51 61-1,37-68 144,21-22 85,25-21-222,1 0-1,-1 0 1,1 0 0,-1-1-1,1 1 1,-1 0-1,0-1 1,1 1-1,-1 0 1,1-1 0,-1 1-1,1 0 1,0-1-1,-1 1 1,1-1-1,-1 1 1,1-1 0,0 1-1,-1-1 1,1 1-1,0-1 1,0 1-1,-1-1 1,1 1 0,0-1-1,0 0 1,-1-2-5,0 0 0,1 0-1,-1 0 1,1 0 0,0 0 0,0 0 0,0 0 0,0 0 0,0 0 0,1 0 0,-1 0 0,1 0 0,0 0 0,0 0 0,0 0 0,2-3 0,30-50-44,-17 31-30,68-99-1336,108-124 0,-90 120 480,273-326-3024,42 37-3565,-394 397 5548,0 1 0,32-20 1,-7 14-3323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8:17.21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175 149 9809,'0'-28'2556,"-27"22"-452,0 0-400,10-6-331,1 0-321,5 0-376,1 3-472,0-9-392,0 3-620,-6 6-696,6 0-553,-11-3-9880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8:18.7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457 136 4608,'-4'-8'417,"1"-2"-1,0 1 0,1 0 1,0 0-1,1-1 0,-1-13 1,2 20-310,0 1 0,0-1 0,0 1 1,0-1-1,0 1 0,-1-1 0,0 1 0,1-1 1,-1 1-1,0 0 0,0-1 0,0 1 0,0 0 1,0-1-1,-1 1 0,1 0 0,-1 0 0,-2-3 1,2 4-47,0 0 1,0 0-1,0 0 1,0 0-1,0 0 1,-1 0 0,1 0-1,0 1 1,0-1-1,-1 1 1,1 0-1,0-1 1,-1 1-1,1 0 1,0 0-1,-4 1 1,-2 1 28,0 0-1,0 0 1,0 1-1,0 0 1,0 0 0,1 1-1,-1 0 1,1 0 0,0 1-1,-7 6 1,-14 15 192,2 0 1,0 2 0,2 1 0,1 2-1,2 0 1,1 1 0,1 0 0,2 2-1,1 0 1,1 1 0,3 1 0,0 0-1,3 0 1,1 1 0,1 1-1,0 37 1,6-49-190,2 0 1,1 0-1,1-1 0,1 1 0,1-1 0,1 0 0,1 0 1,2 0-1,0-1 0,2-1 0,0 0 0,2 0 0,0-1 1,23 28-1,2-5-11,1-2 1,2-1-1,2-2 1,2-3-1,65 43 0,362 273 363,-357-254-421,191 212 1,-215-203-260,113 177 1,-163-216 49,-3 2-1,-2 1 0,-4 1 1,25 85-1,-39-96 83,-2 1 0,-3 0 0,-3 0 0,-3 1 0,0 94 0,-8-127 85,-2 0 0,0 0 1,-2-1-1,-2 1 0,0-1 1,-2 0-1,-2-1 0,0 0 0,-2-1 1,-1 0-1,-1-1 0,-2-1 1,-25 33-1,27-43 21,0 0 1,-1-2-1,-1 0 1,0 0-1,-1-2 1,0 0-1,-1-1 1,0-1-1,-25 9 1,4-4 116,-1-2 0,0-2 0,-69 10 0,85-18-6,14-3-92,0 2 0,0-1 0,0 2-1,-15 4 1,24-6-13,-1 0 0,1 0 1,0 0-1,0 0 0,0 1 0,0-1 0,0 1 0,0-1 1,0 1-1,0 0 0,0 0 0,1 0 0,-1 0 0,1 0 1,-1 0-1,1 0 0,0 0 0,0 0 0,0 1 0,0-1 1,0 1-1,1-1 0,-1 0 0,0 3 0,1 23 17,0 0-1,2 0 1,1 0-1,2-1 1,8 32-1,-2-3 10,200 941 463,45-138 40,-200-709-466,8-2-1,5-4 1,139 213-1,-158-285-52,3-4-1,3-1 0,92 85 0,-120-129-21,0-1 0,2-1 0,0-1 0,1-2 0,1-1-1,1-1 1,0-2 0,1-2 0,43 11 0,-30-13 7,0-1 0,1-3 1,0-2-1,0-2 0,0-2 0,67-9 1,-71 3 9,-1-2 0,0-1 0,66-24 0,-79 21-131,-1-1 0,-1-2 0,0 0 0,-1-2 0,43-35 0,-34 22-107,155-139-1344,49-86-1005,-89 77-2754,-74 79-421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34.01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841 202 4732,'0'0'2872,"1"-3"-2095,7-18 240,15-30 7166,-14 35-8071,-7 14 413,1-11 428,-2 12-923,-1 0 0,0 1 0,1-1-1,-1 0 1,0 0 0,1 1-1,-1-1 1,0 0 0,1 0 0,-1 1-1,0-1 1,0 0 0,0 0-1,0 0 1,0 1 0,0-1 0,0 0-1,0 0 1,0 0 0,-1 1-1,1-1 1,0 0 0,-1-1-1,-2-3 42,0 0-1,-1 1 0,0-1 0,0 1 0,0 0 1,0 0-1,-1 0 0,1 0 0,-1 1 0,0 0 0,0 0 1,0 0-1,-1 1 0,1-1 0,-11-2 0,-6 0 49,0 1 0,0 1 0,-1 1 0,1 1 1,0 1-1,0 1 0,-27 4 0,13 1 25,-1 1 1,1 2 0,-55 21 0,54-14-62,0 1 1,1 2-1,1 2 1,-36 27-1,51-32-66,1 0-1,0 1 1,1 1 0,1 1-1,0 0 1,2 1-1,-23 38 1,34-50-19,1 0 0,0 0 0,0 0-1,0 0 1,1 1 0,0-1 0,0 1 0,1-1 0,0 15 0,1-18-21,0 0 0,1 0 0,0-1 0,0 1 0,0 0 0,0 0 0,1 0 0,0-1 0,-1 1 0,2-1 0,-1 1 0,1-1 0,-1 0 0,1 0 0,0 0 0,1 0 0,-1-1 0,6 6 0,4 0-223,-1-1 0,2 0 0,-1 0-1,1-1 1,0-1 0,0 0 0,1-1-1,22 4 1,-14-5-375,0 0 1,0-2-1,0-1 0,0-1 0,38-4 0,-14-2-1860,-1-2-1,56-17 1,-35 4-3781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34.30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282 311 6521,'-33'-45'1977,"30"40"-1466,0 0 1,1 0-1,0 0 0,0-1 1,0 1-1,0 0 0,1-1 1,0 1-1,-1-11 0,1 10 111,0 0 0,0-1 0,-1 1 0,1 0-1,-5-10 1,-12-21 1106,3 3 2081,-30-48-1,44 80-1806,0 6-951,-2 38-304,1 0 0,5 43 1,-1 22 37,-46 722-2647,-18-384-9068,43-327 3971,7-27-3073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34.78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152 333 10681,'7'-7'574,"0"1"1,0 0-1,1 0 0,0 1 0,0-1 1,0 2-1,1-1 0,-1 1 1,1 1-1,16-5 0,27-8 799,87-41 0,-132 54-1259,1-2 0,-1 1 0,0-1 0,0 0 0,0-1-1,-1 1 1,0-1 0,7-9 0,0-2 216,-1 1 0,13-26 0,-24 40-316,0 1-1,-1-1 1,1 1-1,-1-1 0,1 0 1,-1 1-1,1-1 1,-1 1-1,0-1 0,0 0 1,0 1-1,0-1 1,0 0-1,0 1 0,-1-1 1,1 0-1,0 1 1,-1-1-1,1 0 1,-1 1-1,0-1 0,1 1 1,-1-1-1,0 1 1,0 0-1,0-1 0,0 1 1,0 0-1,0-1 1,-1 1-1,1 0 0,0 0 1,-1 0-1,-1-1 1,-1 0 9,0-1 0,0 1 0,0 0 0,0 0 0,0 1 0,-1-1 0,1 1 0,0 0 1,-1 0-1,1 1 0,-1-1 0,1 1 0,-9 0 0,-2 3 20,-1 1 0,1 0 0,0 0-1,0 2 1,0 0 0,0 1 0,1 0 0,1 1-1,-1 0 1,-21 18 0,5 0 67,0 1 1,2 2-1,-27 34 0,34-37-82,0 2 0,2 0 0,1 0 0,2 2-1,0 0 1,-14 43 0,26-61-20,1 1 0,0 0 1,1 0-1,0 0 0,1 1 0,0-1 0,1 0 0,3 17 0,-2-20-3,1 0-1,1-1 0,0 0 0,0 1 0,1-1 0,0 0 0,1 0 0,-1-1 0,2 0 0,-1 0 0,1 0 0,10 10 1,-2-5-25,0 0 0,1-2 0,1 1 0,0-2 0,0 0 0,1-1 0,0-1 1,1 0-1,0-1 0,0-1 0,34 7 0,-12-7-462,0-1 0,1-1 1,-1-3-1,65-5 0,-55-1-1379,65-16 1,-7-10-4095,-17-4-2523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35.42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151 630 5152,'3'-4'1547,"-11"10"2077,4-1-194,20-11-2465,5-6-736,-1-1 0,-1 0 0,0-2 0,0 0-1,-2-1 1,0-1 0,-1 0 0,0-1 0,23-37 0,-29 37-83,0 0-1,-1-1 1,-1 0 0,0 0-1,-2-1 1,5-24-1,-5 10 790,-1-1-1,0-64 1,-5-12 1308,0 107-506,-16 29-293,7-8-1131,1 0-1,1 0 0,0 0 0,-7 30 0,-12 83 773,16-71-681,-46 401 1742,39 6-923,21 326-1129,19-345-94,-10-325 0,48 195 0,-52-281-38,2-1 1,21 46-1,-27-70 6,1 1-1,0-1 1,1-1 0,0 1-1,1-1 1,0 0 0,0-1-1,1 0 1,0 0 0,14 9-1,-20-16-28,0-1-1,0 0 0,0 1 0,0-1 0,0 0 1,0-1-1,1 1 0,-1-1 0,0 1 1,0-1-1,1 0 0,-1 0 0,0 0 1,1-1-1,-1 1 0,6-3 0,46-18-565,-50 19 547,7-5-162,0-1 0,-1 1 0,0-2 0,0 0 0,0 0 1,-1-1-1,-1 0 0,1-1 0,-2 0 0,0 0 0,0-1 0,-1 0 0,7-16 1,1-6-387,-1 0 1,-2-1 0,13-66 0,-17 64 310,-3 1 0,-1-1 1,-2 0-1,-1 0 0,-2 0 1,-1 0-1,-2 0 1,-12-49-1,10 63 246,-1 0 0,-2 0-1,0 1 1,-1 1 0,-1-1 0,-1 1 0,0 1-1,-2 0 1,-1 1 0,0 1 0,-1 0 0,-1 1-1,-1 1 1,-19-14 0,-19-6 261,-1 3-1,-1 2 1,-86-31 0,66 30 348,-96-56 1,169 85-518,0 0 0,0 0 0,0-1 1,1 1-1,-1-1 0,1 0 0,0-1 0,0 1 0,0-1 0,1 0 0,0 0 0,-1 0 1,-2-8-1,4 8-10,1-1-1,0 1 1,0-1 0,0 1 0,1-1 0,-1 1 0,2-1 0,-1 1-1,0-1 1,1 1 0,0 0 0,0-1 0,1 1 0,0 0 0,2-6-1,2-2-18,1 0 0,1 0 0,0 0 0,1 1 0,0 1 0,0-1 1,2 1-1,18-16 0,12-6-46,48-30 1,-33 28-217,3 3 0,0 2-1,81-28 1,193-47-3825,-281 90 3080,107-42-5599,-79 27-452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35.5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55 124 12037,'-17'-27'2336,"0"15"-243,-3 0 3359,27 0-4788,-1-4-456,-6-5-4204,0-3-1609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37.29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1193 111 2800,'12'-4'242,"10"-4"3045,-27-2-2539,4 8-651,1 0 0,-1 0 0,1 0 0,-1 1 0,0-1 1,0 0-1,0 0 0,0 1 0,0-1 0,-2-2 0,-30-12 760,-55-18 0,73 30-754,-1 0 1,0 1 0,1 1-1,-1 0 1,0 1-1,-21 1 1,-97 14-4,113-11-99,-49 6 32,1 4-1,1 2 1,-106 38 0,147-42-46,1 1 0,0 0 0,1 2 0,0 2 1,1 0-1,1 1 0,1 1 0,0 1 0,2 1 0,0 1 0,-27 37 1,31-34-107,1 0 0,0 1 0,2 1 0,1 0 0,1 1 1,-10 39-1,18-51-70,-1 1 1,2-1-1,0 1 0,1 0 1,1 0-1,0-1 0,1 1 1,1 0-1,0 0 0,1-1 1,1 1-1,0-1 0,9 19 1,-10-27-137,1 0 1,0 0 0,0 0-1,1 0 1,6 7-1,36 29-1933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37.7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1 154 5741,'20'18'1196,"-3"-27"-108,-1 0 628,1-3-1064,20-6-108,3 12-180,17-3-100,13-3-48,11 0-164,13-3-196,9 3-280,8 0-264,-14 0-544,-3-3-1516,0-4-865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40.5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 39 4404,'-23'-12'7929,"43"3"-7761,0-3-88,20 9-364,27 0-280,-7 6-396,21-6-2240,9 3-1389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45.4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1198 993 5020,'-1'1'353,"1"-1"0,-1 0-1,1 1 1,-1-1-1,1 0 1,0 1-1,-1-1 1,1 1-1,-1-1 1,1 0-1,0 1 1,-1-1-1,1 1 1,0-1 0,0 1-1,-1 0 1,1-1-1,0 1 1,0-1-1,0 1 1,-1 0-1,8 17-498,-3-7 5080,2 4-4597,0 2 2680,-14-5-2997,2-5 2159,9-22-1086,2 0-903,1 1 0,1 0 1,0 0-1,11-16 1,1-2 45,19-31 91,-23 38-136,17-34-1,4-22 51,-2-1 0,36-146 1,-55 163-36,-3 18 133,-2-1 0,-3 0 0,3-69 1,-9 101-187,-2-35 213,1 50-362,0 0 1,0 0-1,0 1 0,0-1 1,0 0-1,0 0 1,0 1-1,0-1 1,-1 0-1,1 1 0,0-1 1,0 0-1,-1 1 1,1-1-1,-1 0 1,1 1-1,0-1 0,-1 0 1,1 1-1,-1-1 1,1 1-1,-1-1 1,0 1-1,1 0 0,-1-1 1,0 1-1,1-1 1,-1 1-1,0 0 1,1 0-1,-1-1 0,0 1 1,1 0-1,-1 0 1,0 0-1,0 0 1,1 0-1,-1 0 0,0 0 1,0 0-1,1 0 1,-1 0-1,0 0 0,0 0 1,1 1-1,-1-1 1,0 0-1,-1 1 1,-11 6 10,0 0 1,1 1 0,0 0 0,0 1-1,-19 20 1,-51 62 123,51-55-108,-125 158 49,135-163-58,2 2-1,0 0 0,3 1 1,-21 57-1,28-64-16,0-1 0,1-1 0,-8 51-1,14-57 4,2 0-1,0 0 0,1 0 0,1 0 1,0 0-1,8 28 0,45 136 43,-43-149-53,2-1 0,1 0 1,1-1-1,40 57 0,-33-54-8,161 214-147,-38-56 76,-139-183 78,-1 1-1,1 0 1,-1 0-1,-1 0 0,0 1 1,-1-1-1,0 1 1,2 12-1,-5-19 5,-1 0-1,1-1 1,-1 1-1,0-1 1,0 1 0,0 0-1,-1-1 1,1 1-1,-1-1 1,0 1 0,-1-1-1,1 1 1,-1-1-1,0 0 1,0 0 0,0 0-1,0 0 1,-1 0-1,0 0 1,0-1 0,0 1-1,0-1 1,0 0-1,-8 6 1,-1-1 10,-1-1-1,0 0 1,-1 0-1,0-2 1,0 1-1,-24 4 1,-95 14 38,124-23-46,-148 14 65,-208-8-1,261-7-48,-3 0-42,-367-9-329,467 8 134,1 1 1,0-1-1,0 0 1,-1-1-1,1 1 0,0-1 1,-7-4-1,12 6 138,0-1-1,0 1 0,0-1 1,0 1-1,0-1 0,0 0 1,0 0-1,0 0 0,0 1 0,0-1 1,1 0-1,-1 0 0,0 0 1,1 0-1,-1 0 0,0 0 1,1 0-1,0-1 0,-1 1 1,1 0-1,-1 0 0,1 0 1,0 0-1,0-1 0,0 1 0,0 0 1,0 0-1,0 0 0,0-1 1,0 1-1,0 0 0,1 0 1,-1 0-1,0-1 0,1 1 1,-1 0-1,2-2 0,5-9-977,1 0 0,0 1 1,1 0-1,0 1 0,1 0 0,0 0 0,0 1 0,1 0 0,1 1 0,11-8 1,45-23-8733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45.83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19 114 8001,'34'-25'2454,"-18"7"2556,-6-9-1824,-7 15-1359,-3 11-1620,0-1 0,1 1 0,-1 0 0,0-1 0,0 1 1,0 0-1,0-1 0,-1 1 0,1-1 0,0 1 0,0 0 0,-1-1 0,1 1 1,-1 0-1,1 0 0,-1-1 0,-1-1 0,0-3 5895,-8 37-5603,2 0 1,1 0-1,-5 64 0,0-8-37,1-3-3384,-1 156-1,11-193 709,0 14-2430,3-20-1690,4 3-4412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46.00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 54 9869,'3'-21'6324,"-10"6"-4847,4-3 1671,23 27-3244,-3 0-768,3 6-864,10 12-925,-13 3-1847,0 1-3493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46.8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7 522 9029,'-1'-5'2363,"0"-9"827,-3-18 3451,3 14-6548,1 17-14,0 0 0,1-1 0,-1 1-1,0 0 1,0 0 0,1 0 0,-1-1 0,1 1 0,-1 0 0,1 0 0,-1 0-1,1 0 1,0 0 0,-1 0 0,1 0 0,0 0 0,0 0 0,0 0 0,0 1 0,0-1-1,0 0 1,0 0 0,0 1 0,0-1 0,0 1 0,0-1 0,0 1 0,3-1-1,-1 0-8,-1 1-1,1-1 0,0 1 1,0-1-1,0 1 0,-1 0 1,1 0-1,0 0 1,0 1-1,3 0 0,2 2-12,0 0 0,0 1 0,0 0 1,-1 1-1,1 0 0,-1 0 0,0 0 0,-1 1 0,1 0 0,-1 1 0,0-1 0,-1 1 0,6 8 0,-3-2-7,0-1 1,-1 1-1,-1 1 0,0 0 0,0-1 0,6 30 0,-1 18 6,-2 1-1,0 94 0,-9-156-56,0 10 24,0-1 0,0 1 0,1-1 0,0 0 0,1 1 0,3 13 0,-2-22-19,0 1 0,-1-1 1,1 1-1,0-1 0,0 0 0,0 0 1,0 0-1,6 1 0,8-12-16,16-18 6,-1-2 1,-2 0 0,-1-2 0,45-65-1,-46 58-29,1 1 0,2 2 0,63-57-1,-93 92 36,7-6-10,0 0 0,1 1-1,0 0 1,0 0 0,0 1 0,11-4-1,-17 8 9,-1 0 0,1 1 0,0-1 0,0 1 1,-1 0-1,1 0 0,0 0 0,0 0 0,-1 0 0,1 1 0,0-1 0,0 1 0,-1 0 0,1-1 0,-1 1 0,1 1 0,0-1 0,-1 0 0,0 1 0,1-1 0,-1 1 0,0-1 0,0 1 0,0 0 1,0 0-1,0 0 0,2 4 0,2 0-6,-1 1 0,0 0 0,-1 0-1,0 1 1,0-1 0,0 1 0,-1 0 0,0 0 0,-1 0 0,0 0 0,0 0 0,0 1 0,0 15 0,0-8 31,0 0 1,9 25-1,-1 1-94,-9-41 71,-1 0 0,0 0 1,1 1-1,-1-1 0,1 0 0,-1 0 1,1 1-1,0-1 0,-1 0 1,1 0-1,0 0 0,0 0 1,0 0-1,0 0 0,0 0 1,0 0-1,0 0 0,0-1 0,0 1 1,0 0-1,0-1 0,1 1 1,-1-1-1,0 1 0,0-1 1,1 1-1,-1-1 0,0 0 0,1 0 1,-1 0-1,0 0 0,1 0 1,-1 0-1,0 0 0,1 0 1,-1 0-1,0-1 0,1 1 1,-1 0-1,2-1 0,7-2-9,1-1-1,-1 0 0,18-10 1,-22 11 9,54-31 5,-43 23-15,0 0 1,1 2-1,1 0 0,27-8 0,-33 12 3,1 2 0,-1 0-1,1 1 1,0 0 0,0 1-1,16 0 1,-20 2 5,0 1 1,0 0-1,0 1 0,-1-1 1,1 2-1,-1-1 0,0 2 1,0-1-1,13 9 0,4 4 5,2-1 0,0-2 0,1-1 0,33 11 0,-51-21-32,0 0-1,1 0 1,-1-1-1,1-1 1,0 0-1,-1-1 1,1 0-1,-1 0 1,1-1-1,-1-1 1,1 0-1,-1-1 1,0 0-1,13-5 1,-15 3 21,0 0 0,0-1 1,-1 1-1,0-1 0,0-1 1,-1 0-1,0 0 0,0 0 0,-1-1 1,10-14-1,-10 15-13,7-13 13,-1 0 0,0-1 0,-1 0 0,-2-1 0,0 0 0,6-24 0,27-141-40,-2-50 460,-35 201-74,-4 25-131,0 0 0,1 1 0,5-16 0,-6 23 897,-3 8-436,-13 62 463,2 1 1,-6 120-1,12-102-530,-165 992 136,157-992-2066,4 0 0,-2 127 1,13-205 834,0 0 1,1 0-1,0 0 1,0 0-1,1 0 1,0 0-1,0 0 1,5 11-1,-4-14-818,0 1-1,1 0 1,-1-1-1,1 0 1,1 0-1,4 5 1,7 4-10856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47.04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249 18 11125,'3'-3'659,"10"-12"5455,-11 18-4774,-2 0-1218,1 0 0,1 0-1,-1 0 1,0 0 0,1-1-1,-1 1 1,1 0 0,0-1-1,0 1 1,0-1 0,0 0-1,1 0 1,-1 0 0,0 0-1,1 0 1,-1 0 0,1 0-1,5 1 1,7 6 42,0 0 0,0 0 1,-1 1-1,0 1 0,-1 1 0,-1-1 1,1 2-1,-2 0 0,18 25 0,-25-31-143,0 0 1,0 0-1,-1 0 0,0 1 0,0-1 1,-1 1-1,0 0 0,0 0 0,-1 0 0,0 0 1,0 0-1,-1 0 0,0 1 0,0-1 1,-1 0-1,0 0 0,-1 0 0,1 0 0,-2 0 1,1-1-1,-1 1 0,0 0 0,-5 7 1,0-2-67,-1 0 0,0-1 0,-1 0 0,0-1 1,0 0-1,-1-1 0,-1 0 0,0-1 0,0 0 1,-1-1-1,0 0 0,-24 10 0,-4-1-1133,-1-2 0,0-2 0,-46 8 0,43-13-1776,25-5-1497,0 0-3567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47.2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37 12 10517,'61'-12'2216,"-51"33"-180,0 0-283,-7 4-245,4-1-280,-11 12-248,4 27-136,0-9-200,-3 13-120,-4 8-116,-6 6-148,-1 4-240,1-4-424,-7 1-400,3-1-764,1-6-684,5 1-3077,1-7-4268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47.58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1 333 9529,'3'2'617,"0"0"1,0 0-1,0 0 0,0 1 1,0-1-1,-1 1 1,1 0-1,-1-1 1,0 1-1,1 0 0,2 6 1,8 10 1000,-11-17-1451,0 0 0,1 0 0,-1 0 0,1 0 1,-1-1-1,1 1 0,0-1 0,-1 0 0,1 0 1,0 0-1,5 1 0,-1 0 174,12 5 106,2-2 1,-1 0-1,1-2 0,-1 0 0,1-1 0,32-2 0,-22-1-214,-1-2 0,1-2 0,46-12-1,-66 13-201,-1 0 0,0-1 0,0 0 0,0 0 0,0-1 0,-1 0 0,0-1 0,-1 0 0,1 0 0,-1-1 0,0 0 0,-1-1 0,7-9 0,-9 9-25,0 1 0,0-1 0,-1 0-1,0 0 1,0-1 0,-1 1 0,3-17 0,7-71 34,-11 69-39,0-24-67,-2 50 65,0 0 1,0-1-1,-1 1 0,1 0 1,-1 0-1,1-1 0,-1 1 1,0 0-1,0 0 0,0 0 1,0 0-1,0 0 1,-1 0-1,1 1 0,0-1 1,-1 0-1,-1-1 0,1 2 15,1 0-1,-1 1 0,1-1 0,-1 1 1,1-1-1,-1 1 0,0 0 0,1-1 0,-1 1 1,1 0-1,-1 0 0,0 0 0,1 0 1,-1 1-1,1-1 0,-1 0 0,0 1 1,1-1-1,-1 1 0,1-1 0,-1 1 0,1 0 1,0-1-1,-1 1 0,1 0 0,0 0 1,-1 0-1,1 0 0,0 0 0,-2 3 1,-4 2 93,1 1 0,0-1 1,1 1-1,-8 13 1,-13 21 288,1 2 1,3 1 0,2 1 0,-26 82-1,42-112-365,2 0 1,-1 0-1,2 0 0,0 0 0,0 1 0,2-1 0,0 0 0,4 22 0,-2-26-86,0 0-1,1 0 0,0 0 0,1-1 0,0 1 1,1-1-1,0-1 0,0 1 0,1-1 0,1 0 1,-1 0-1,14 11 0,-9-10-287,1 0 1,0-1-1,1 0 1,0-1-1,0-1 1,1 0-1,0-1 0,0-1 1,21 5-1,-9-4-731,0-2-1,0 0 0,1-2 0,43-2 0,22-8-4202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47.9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37 143 10961,'-4'-2'2315,"-6"-1"-1952,-11-4 5146,19 3-2677,13-1-1416,8 0-911,-1 2 1,0 0-1,1 1 0,0 1 0,20 2 0,22-2 21,403-38-2035,-309 17-3018,1-6-3781,-63 10-1317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48.75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 46 7793,'-17'3'6254,"20"-2"-4319,71 7 2633,141-2 0,78-25-2528,-197 11-1982,69-11-3713,-134 13-225,-12 1-1960,-1-1-5017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49.03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115 58 9709,'44'-57'18091,"-46"61"-16637,-14 48-183,-13 71 1,1-2-302,8-49-1611,-1 3-3072,-13 79 1,30-131 2625,2 0 0,0-1 0,2 2 0,0-1 1,1-1-1,2 1 0,0 0 0,8 24 0,1-10-10848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49.19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0 130 12745,'10'-51'2168,"-6"27"-247,2 3 2403,1 3-3484,0 3 72,23 33-1656,-13-3-700,19 12-592,-12 0-3541,-1 6-4548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49.7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0 483 9701,'17'-24'4206,"-18"21"-3775,-1 0 0,2 0 0,-1-1 1,0 1-1,1 0 0,-1 0 1,1-1-1,0 1 0,0 0 0,0-1 1,1 1-1,-1 0 0,2-6 0,-1 6-238,0 1-1,1-1 0,-1 0 0,1 0 0,0 1 0,-1-1 1,1 1-1,0-1 0,1 1 0,-1 0 0,0 0 0,1 0 1,-1 0-1,1 0 0,-1 0 0,1 1 0,0-1 0,0 1 1,3-1-1,-4 1-141,-1 1 0,1 0 0,0 0 1,-1-1-1,1 1 0,0 0 0,-1 0 0,1 1 1,-1-1-1,1 0 0,0 1 0,-1-1 1,1 1-1,-1-1 0,1 1 0,0-1 0,-1 1 1,0 0-1,1 0 0,-1 0 0,1 0 1,-1 0-1,0 0 0,0 0 0,0 1 0,0-1 1,0 0-1,0 1 0,0-1 0,0 0 1,0 1-1,-1-1 0,1 1 0,0 0 0,0 2 1,5 16 38,-1 0 0,-1 1 0,0-1 0,-2 1 0,0 0 0,-2 0 0,-2 30 0,-30 152-635,9-71-100,19-108 631,24-20-86,-17-4 98,-1 0-1,1 0 0,-1 0 1,1 0-1,-1 0 0,1 0 1,-1-1-1,1 1 0,-1-1 0,1 0 1,-1 0-1,0 0 0,1 0 1,-1 0-1,0-1 0,3-2 1,39-33 45,-15 11 51,94-74 142,182-132 1248,-295 225-1404,0 1 0,0 0 0,1 1 0,-1 0 0,1 1 0,0 0 0,1 1 1,-1 0-1,21-2 0,-26 5-53,1 0 1,-1 0-1,0 0 1,0 1-1,1 0 1,-1 1-1,0-1 1,0 1-1,0 0 1,0 0-1,0 1 1,-1 0-1,1 0 1,-1 0-1,0 1 1,0 0-1,0 0 1,0 0-1,6 7 1,3 8 9,-1 0 0,-1 0 1,-1 2-1,0-1 1,-2 2-1,9 25 1,8 17-353,7 15-699,-21-45-139,2-2 0,1 1 0,2-2 0,28 40 0,-44-68 972,1-1 0,0 1 0,0-1 0,0 0 1,0 0-1,1 0 0,-1 0 0,0-1 0,1 1 1,-1 0-1,1-1 0,0 0 0,-1 0 0,1 0 1,0 0-1,0 0 0,0 0 0,0-1 0,4 1 1,-2-1 38,-1-1 0,0 1 1,0-1-1,0 0 1,0 0-1,0-1 1,0 1-1,0-1 1,-1 0-1,1 0 0,0 0 1,4-4-1,4-4-79,-1 0-1,0-1 0,0-1 0,-1 0 1,-1 0-1,11-18 0,22-46 187,35-95 1,-26 56 492,8-8 1645,4 3 1,140-195-1,-162 266 410,-40 50-2392,1-1 0,-1 1 0,0-1 0,0 1 0,-1-1 0,1 1 0,0 0-1,0-1 1,0 1 0,0 0 0,-1 0 0,1 0 0,0 0 0,0 0 0,-1 0 0,1-1 0,-1 1 0,1 1-1,0 0 1,2 6 52,0-1-1,-1 1 1,1 0-1,-2 1 1,1-1 0,-1 0-1,0 0 1,-1 1-1,0-1 1,0 0-1,-2 10 1,-19 99 820,16-94-818,-134 511 450,94-374-3303,21-79-70,7-28-709,3-1-4599,9-28-1885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49.93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1 142 14229,'90'-27'2048,"-53"9"-203,-7 3-369,14 0-412,-4 6-204,10 3-372,4 3-356,-4-6-480,7-4-616,-7 4-808,-3 0-516,-10 0-2653,-17 9-3904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50.16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51 72 12345,'37'18'7777,"-34"-18"-7685,0 1 1,0 0 0,0 0-1,-1 0 1,1 0-1,0 0 1,-1 1 0,1-1-1,-1 1 1,1 0 0,-1-1-1,0 1 1,0 0-1,0 0 1,0 1 0,0-1-1,0 0 1,-1 1 0,1-1-1,-1 1 1,1-1 0,-1 1-1,0 0 1,1 3-1,-1 10 102,-1-1-1,0 1 0,-1-1 0,-1 0 0,0 1 0,-7 24 0,8-37-187,-6 22 52,-2-1 1,0 0-1,-1 0 0,-2-1 1,-20 31-1,3-4-82,11-10-42,17-36 128,4-5-70,0-1 1,0 1-1,0-1 1,0 1-1,0-1 1,0 0-1,-1 0 0,1 0 1,0 0-1,3-5 1,-1 2-3,35-35-711,65-84 0,-21 23-1598,-32 41 544,66-71-5862,-58 73-230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50.8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26 491 6309,'-3'26'1293,"3"-25"-1134,0 0 1,-1 0-1,1 0 0,0 0 1,-1 0-1,1-1 0,-1 1 1,1 0-1,-1 0 0,1 0 1,-1 0-1,0 0 0,1-1 1,-1 1-1,0 0 0,0 0 1,1-1-1,-1 1 0,0-1 1,0 1-1,0-1 0,0 1 1,0-1-1,0 1 0,-2-1 1,-1 4 2043,17 2-1091,-11-5-1014,1 0-1,-1-1 0,0 1 1,1 0-1,-1-1 1,1 0-1,-1 0 1,1 0-1,-1 0 1,1 0-1,-1 0 1,0-1-1,1 1 0,-1-1 1,1 1-1,-1-1 1,0 0-1,1 0 1,-1 0-1,0 0 1,0-1-1,2-1 1,2-1-16,0-1 1,0 0-1,0 0 1,-1-1-1,0 1 1,-1-1 0,1 0-1,-1-1 1,0 1-1,0-1 1,-1 0 0,0 0-1,0 0 1,-1 0-1,3-12 1,0-4 34,-2 0 1,0 0-1,-1-38 0,-3 59-88,1 1 0,-1-1 0,0 0 0,0 1 0,0-1 0,0 1 0,0-1 0,0 1 0,0 0 0,-1-1 0,1 1 0,0 0 0,-1 0 0,1 0 0,-1 0 0,-2-1-1,-3 18 80,0 0 0,1 0-1,1 1 1,0 0-1,-3 28 1,6-31-62,-2 8-8,2 0 1,0 1 0,2 0-1,0-1 1,2 1-1,4 28 1,-2-36-9,0 1 1,0-1-1,1 0 0,1 0 1,1-1-1,0 0 1,1 0-1,14 20 0,-17-28 17,1 0 0,0-1 0,0 0 0,0 0 0,0-1 1,1 1-1,0-2 0,0 1 0,0-1 0,9 4 0,-3-2 166,-12-4-187,1-1 0,-1 0-1,0 0 1,0 0 0,0 0 0,0 0-1,0 0 1,1 0 0,-1 0 0,0-1 0,0 1-1,0 0 1,0-1 0,0 1 0,0-1-1,0 1 1,0-1 0,0 1 0,1-2 0,3 0 70,8-5 127,0 0 1,0-2-1,0 1 0,-1-1 0,0-1 1,-1 0-1,0-1 0,12-16 0,-4 7 138,10-10-15,0 2 1,2 0 0,1 3-1,2 0 1,37-21 0,-57 38-276,1 1 0,1 0 0,-1 1 0,1 0 0,0 2 0,0 0 0,1 0 0,-1 2 0,1 0 0,-1 0 0,1 2 0,0 0 0,0 1 0,-1 1 0,22 5 1,-28-5-44,1 1 1,-1 1 0,0 0-1,0 0 1,-1 1 0,1 0-1,-1 0 1,0 1 0,0 0-1,-1 1 1,0 0 0,0 1-1,-1-1 1,10 14 0,-13-15-15,0 0 1,-1 0 0,0 0 0,0 1 0,-1-1 0,0 1 0,0 0 0,0 0-1,-1-1 1,1 14 0,-2-10-11,-1-1 0,0 1-1,0 0 1,-1-1 0,0 0-1,0 1 1,-1-1 0,-1 0 0,-6 13-1,-63 104-16,53-97-87,-1-1 0,-1-1-1,-2 0 1,-44 38 0,3-3-667,41-38 399,11-11-60,0 0 0,-23 31 0,35-42 348,-1 0 0,1 1 0,0-1 0,0 0 0,0 1 0,0-1 0,0 1 0,1 0 0,-1-1 0,1 1 0,0-1 0,-1 5 0,2-6 53,-1 0 0,0 0 0,0 0 0,0 0 0,1 0 0,-1 0 0,0 0 0,1 0 0,-1 0 0,1-1 0,-1 1 0,1 0 0,0 0 0,-1 0-1,1-1 1,0 1 0,-1 0 0,1-1 0,0 1 0,0-1 0,0 1 0,-1-1 0,1 1 0,0-1 0,0 1 0,0-1 0,0 0 0,0 1 0,0-1 0,0 0 0,0 0 0,2 0-1,12 0-142,1 0-1,-1-1 0,1-1 0,-1 0 0,1-1 1,-1-1-1,0 0 0,23-11 0,1-2-104,0-2 0,36-24 0,-27 11 294,-2-2-1,-1-2 1,-2-2-1,-1-2 1,-3-1 0,-1-3-1,-2-1 1,-2-1-1,-2-2 1,46-93-1,129-357 3443,-170 391-1551,-36 104-1318,1 9-86,2 15-344,0 1 0,-1-1-1,-1 1 1,-1-1 0,-1 1 0,-4 32 0,-30 138 237,16-106-236,-46 222-880,31-157-942,2 23-1879,28-145 1555,2 0 0,0 0 0,5 40 0,4-33-3044,-1-17-2635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50.98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76 13141,'0'0'4037,"26"-15"-2573,1 6-336,7 12-240,26-3-168,-10 3-272,4-3-356,3-3-472,6-3-664,1-6-868,6-3 144,4 6-3185,3-3-3924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51.9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484 160 5685,'9'-18'714,"-7"15"-308,0-1 1,-1 1 0,1-1-1,0 1 1,-1-1-1,0 0 1,0 0 0,0 1-1,0-1 1,-1 0 0,0 0-1,1-6 1,-2 6 125,1 0-1,-1-1 1,1 1 0,1-1-1,-1 1 1,1 0 0,1-8-1,-2 11-472,1-1 1303,-2-2-159,-1-31 646,2 32 77,-4 7-708,-34 39-39,2 2-1,3 2 1,-51 91-1,1 40-161,-77 236 0,143-358-970,1 2 1,3 0 0,-7 85-1,18-114-217,1 0-1,1 0 1,2 0-1,1 0 0,1 0 1,1-1-1,2 1 1,1-1-1,12 28 0,-6-26-253,1-1-1,1 0 0,2-2 0,1 0 0,1-1 1,1 0-1,1-2 0,28 23 0,-17-19-1462,67 43 1,-52-42-1746,53 22 0,37 7-7311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54.69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1166 61 2988,'15'0'2905,"-14"-1"-2481,-1 1-1,4-3 4233,-4 3-4233,0 0 0,1-1 1,-1 1-1,0 0 0,0-1 0,0 1 1,1-1-1,-1 1 0,0-1 0,0 1 1,0 0-1,0-1 0,0 1 1,0-1-1,0 1 0,0-1 0,0 1 1,0-1-1,-1-7 2883,1-5-6271,0 10 5181,-26 16-867,45-35 2775,-22 21-3939,1 0-141,1 0 0,-1 0 0,0 1 0,0-1 0,0 0 1,0 1-1,0 0 0,1-1 0,-1 1 0,0 0 1,0 0-1,0 0 0,0 0 0,0 1 0,0-1 1,0 0-1,0 1 0,1-1 0,-1 1 0,0 0 1,0 0-1,0 0 0,1-1 0,-1 2 0,1-1 1,-1 0-1,1 0 0,-1 0 0,1 1 0,-1-1 0,0 3 1,-8-32 1023,27 40-972,0 0-1,-1 2 1,-1-1 0,0 2 0,-1 0-1,0 1 1,-1 0 0,10 19 0,-7-8-29,-2 0 0,-1 0 1,-1 1-1,-1 1 0,6 30 1,-6-11-44,-2 1 1,-3 0 0,-1 0 0,-3 0 0,-2 1-1,-11 84 1,3-85-92,-2 0 0,-2-1 0,-2 0 0,-2-1 0,-3-1 0,-1-1 0,-2 0 0,-2-2 0,-2-1 0,-49 61 0,40-62-573,-1-2 1,-2-1 0,-2-2 0,-2-2 0,-81 52 0,46-43-1731,-121 51-1,-88 15-4990,211-82 4525,-87 33-6244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55.53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201 15 6969,'14'-15'6200,"-15"19"-3512,-36 175 4150,-12-1-3728,16-59-2398,-27 173 0,32 8-4137,21-204 14,11-32-4007,2-21-2573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55.88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402 53 6869,'0'0'1703,"1"-3"6,0 0-1461,1 0-1,-1 1 1,0-1 0,1 0-1,0 1 1,-1 0 0,1-1-1,0 1 1,0 0 0,0 0-1,0 0 1,1 0-1,-1 0 1,1 0 0,-1 1-1,1-1 1,3-1 0,-1 2 78,0-1 0,1 0 0,0 1 0,-1 0 0,1 0 0,0 1 0,0-1 0,8 2 0,3 1 77,-1 0 0,0 1 0,0 1 0,0 1 0,24 10 0,-31-11-323,0 0 0,-1 1 0,0 0 1,1 1-1,-1 0 0,-1 0 1,0 1-1,1 0 0,-2 0 0,1 0 1,-1 1-1,0 0 0,-1 1 1,0-1-1,0 1 0,5 14 1,-7-15-55,-1 0 0,0 0 1,0 1-1,0-1 1,-1 0-1,-1 1 0,1 0 1,-1-1-1,-1 1 1,1-1-1,-2 1 0,1-1 1,-1 0-1,0 1 1,-1-1-1,0 0 1,0 0-1,-9 14 0,2-8-35,0 1 0,-2-2 0,0 1 0,0-2 0,-2 1 0,1-2 0,-29 19 0,5-7-376,-1-2 0,-43 17 1,7-10-1993,-2-4 1,-87 17 0,118-30-389,-45 10-5088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56.32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473 0 9161,'0'0'4419,"-10"10"-1088,-54 47 2563,42-39-4979,-26 28-1,-120 155-684,62-62-6486,76-97 289,6 3-3690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56.9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135 445 9601,'0'-3'220,"0"0"0,0 0 0,0 0 0,1 1 0,-1-1-1,1 0 1,-1 1 0,1-1 0,0 0 0,0 1 0,0-1 0,0 1 0,1-1 0,-1 1 0,6-7 6094,-7 17-6148,-1 0-1,-1 0 1,1 0 0,-1 0 0,-4 8 0,-1 8-22,-33 187 590,-10 38-498,23-144-244,26-102 26,-11-38-72,10 4 56,2 0 0,1 1 0,1-1 0,2 1 0,10-39 0,-1-5-52,-3 5 73,4 0 0,2 1 0,4 1 0,2 1 0,3 1-1,43-78 1,-59 126-6,1 1-1,0 0 0,2 1 0,0 0 1,0 1-1,20-16 0,-27 25-1,1 0 0,0 1-1,1 0 1,-1 0 0,1 1-1,0 0 1,0 0 0,0 0-1,0 1 1,0 0 0,0 0-1,1 1 1,-1 0 0,1 1-1,-1-1 1,1 1 0,-1 1-1,14 1 1,-13 0-7,0 0 1,0 0-1,0 1 0,0 0 0,-1 0 1,0 1-1,1 0 0,-2 0 1,1 1-1,0-1 0,-1 1 0,0 1 1,9 8-1,-8-5 3,-1 0 0,0 1 0,0-1 0,-1 1 0,0 0 0,0 0 0,-1 1 0,0-1 0,1 13 0,-1-4-10,-1 1-1,-1 0 1,0 0 0,-2 0-1,-1-1 1,0 1-1,-1 0 1,-1 0-1,-1-1 1,-13 37 0,8-34-72,-2-1 1,0 0 0,-1-1 0,-1-1 0,0 0-1,-28 29 1,-109 92-1020,90-88 705,-69 61-511,128-111 904,-1 0 0,1 0 0,0-1 0,0 1 0,0 0 0,0 0 0,0 0 0,0 1 0,0-1 0,0 0 0,1 0 0,-1 0 0,1 0 0,0 1 0,0-1 0,0 0-1,0 0 1,0 1 0,0-1 0,1 3 0,11 41 307,-11-43-288,10 25 91,1 0 0,2-1 0,0-1 0,2 0 1,0-1-1,2-1 0,1 0 0,23 21 0,-13-16-1223,57 42 0,-47-43-3330,50 25 1,-55-35-2239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57.12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389 31 9829,'0'-1'129,"0"0"0,0 0 0,0 0 0,0 0 1,0 0-1,0 0 0,0 0 0,0 0 0,-1 0 0,1 0 0,0 0 1,-1 0-1,1 0 0,-1 0 0,1 0 0,-1 0 0,0-1 0,-12 1 2903,11 2-2811,0-1 1,0 0 0,0 0 0,0 0 0,0 0 0,1 0-1,-1 0 1,0-1 0,0 1 0,0 0 0,0-1 0,0 0-1,-2 0 1,0-1 93,-1 1 0,1 0 0,-1 0 0,1 0-1,-1 0 1,1 1 0,-1 0 0,1 0 0,-1 0-1,1 0 1,-1 1 0,1 0 0,-1 0 0,1 0-1,0 0 1,-1 1 0,1 0 0,0 0 0,-4 3-1,-6 2 85,1 1 0,0 0 0,-23 21 0,24-17-567,1 0 0,1 0 0,0 1 0,1 1 0,-9 16 0,-5 7-1118,-18 30-3281,18-21-2160,6-1-2883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57.5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94 7269,'16'-31'6319,"-2"13"-3017,-9 14-3098,1 0 1,-1 0 0,1 1 0,0 0 0,0 0-1,0 0 1,0 1 0,1 0 0,-1 0 0,0 0-1,8 0 1,83-7 843,-64 7-748,779 3 1166,-789 1-2145,-19-2-450,-9 7-3372,4-5 3918,0 0 0,-1 0 0,1-1 0,-1 1 0,0 0 1,1-1-1,-1 1 0,0-1 0,-3 3 0,-24 3-6456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57.7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326 1 7497,'-26'7'1861,"21"-5"1613,-6 18 282,2-8-2705,-17 39 308,2 0 0,-21 71 1,-23 113-705,47-154-892,-22 91-3385,13-50-3852,13-47-581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58.83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231 37 4920,'-17'-4'423,"0"0"231,1 0 2773,4-16-1259,10 15 3233,5 7-5318,0 0 0,0 1 0,-1-1 0,1 1 1,-1-1-1,0 1 0,1 0 0,-1 0 0,-1 0 0,1 0 0,0 0 1,-1 1-1,1-1 0,-1 0 0,0 1 0,0-1 0,-1 1 0,1-1 0,-1 1 1,1-1-1,-1 1 0,0 0 0,-1-1 0,1 1 0,-2 6 0,-3 25 188,-2 1 0,-1-1 0,-2 0 0,-1-1 0,-2 0 0,-18 32 0,-32 94-1811,28-51-6300,18-53-847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5:59.9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0 183 12761,'4'-6'620,"-1"-1"-1,-1 0 1,1 1 0,-1-1-1,0 0 1,0 0 0,-1 0-1,0 0 1,-1 0-1,1-1 1,-1 1 0,-1 0-1,-1-14 1,2-42 3382,-1 54-4543,8 22-13478,-7-12 14253,7 20-8362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00.1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48 125 12457,'-13'-9'1735,"-16"-17"8517,26 24-9822,1 0 869,2 1-1196,1 1-1,-1-1 0,1 0 1,-1 0-1,1 1 1,-1-1-1,0 0 1,0 0-1,1 0 1,-1 1-1,0-1 1,0 0-1,0 0 1,0 0-1,0 0 0,0 0 1,0-1-1,0 1-8,0 0-1,0-1 1,0 1-1,0-1 1,0 1-1,0 0 1,1-1-1,-1 1 1,0 0-1,1-1 1,0 1-1,0-3 1,22-23-1547,7 4-4684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11.77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941 149 5465,'14'4'1531,"-18"-5"1243,-23-2 4808,26 0-7136,-2-3 108,0 0 0,0 1 0,-1-1 0,1 1 0,-1 0-1,-7-6 1,10 9-126,-13 6-454,8-3-124,-1 2 666,34 4-153,-24-7-294,-3-1-225,0-1 159,0 1-1,0-1 1,-1 1-1,1-1 1,-1 1-1,1-1 1,-1 1-1,1 0 1,-1-1-1,0 1 1,0 0-1,1-1 0,-1 1 1,0 0-1,0 0 1,0 0-1,-1 0 1,1 0-1,0 0 1,-2-1-1,-30-13-1,18 9-26,13 5 352,-18 4-398,15-3 71,1-1 0,-1 1-1,1-1 1,-1 1-1,1-1 1,-1-1-1,1 1 1,-8-4-1,10 4 1424,1 1-1321,0-1-2,-1-1 1,0 1-1,0 0 0,1-1 0,-1 0 1,1 1-1,-1-1 0,1 0 0,-1 1 1,-1-5-1,9-24 255,-6 27 15,-2 5-235,-7 6 49,-1 1-1,1 0 1,1 0 0,0 1-1,0 0 1,1 1 0,0 0-1,1 0 1,0 0 0,-5 14-1,-59 213 1240,30-92-937,-248 664-133,204-593-2045,-25 63-3364,77-219 2826,17-36-397,2 2-4069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12.1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332 100 4108,'-1'-3'174,"1"1"-1,-1 0 0,0-1 0,0 1 0,0 0 0,0 0 1,0-1-1,0 1 0,-1 0 0,1 0 0,-1 1 0,1-1 0,-1 0 1,0 0-1,-2-1 0,-35-20 4066,15 10-1548,22 11-1589,0 1-784,1-1 0,0 0 0,0 1 0,0-1 0,0 0 1,1 0-1,-1 0 0,0 0 0,1 0 0,-1 0 0,1-2 0,21 2-50,-1 1-1,1 1 0,0 1 0,0 1 0,0 1 1,-1 1-1,1 0 0,-1 2 0,0 0 0,35 17 1,-19-6-122,-1 2 0,-2 1 0,0 2-1,60 51 1,-76-57-87,-1 0 1,-1 1-1,0 1 0,-2 1 0,0 0 0,-1 0 0,0 1 0,-2 1 0,12 33 0,-16-37-30,-1 1 1,-1 0-1,0 0 0,-2 0 1,0 0-1,-1 0 0,0 1 0,-2-1 1,0 0-1,-1 0 0,-1 0 1,-7 25-1,0-17-2,0 1 1,-2-2-1,-1 1 1,0-2-1,-2 0 1,-1-1-1,-1 0 1,-1-1-1,-1-1 1,-1-1-1,-1-1 1,-32 24-1,-26 11-700,-3-2-1,-114 52 0,23-13-3045,111-53-1991,12-6-3582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12.52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36 12637,'2'-3'1810,"-1"0"-1463,1 1-1,0-1 1,0 1-1,0 0 0,0-1 1,0 1-1,0 0 1,0 0-1,1 1 0,-1-1 1,1 0-1,0 1 1,4-3-1,-4 4-225,1-1 0,-1 1 0,1-1 0,0 1 0,-1 0 0,1 0 0,0 1 0,-1-1 1,1 1-1,-1 0 0,1 0 0,-1 0 0,5 2 0,13 6 86,0 1 1,-1 1 0,-1 0-1,32 25 1,71 68 331,-112-95-505,20 18 39,-2 2 0,-1 0 0,-1 1 0,-2 2 0,25 41-1,-39-54-30,0 0 0,-1 0 0,0 1-1,-2 0 1,-1 0 0,0 1-1,-2 0 1,0 0 0,-1 0-1,-1 1 1,-2 31 0,-1-47 27,0 0 0,0 0-1,-1-1 1,0 1 0,-4 8 0,1-1 261,4-10 615,-2-4-845,-1 0 0,1 0 0,0-1 0,0 1 0,0-1-1,1 1 1,-1-1 0,0 0 0,1 0 0,-1 0 0,1-1 0,-4-4 0,4 2-48,1 0 1,0-1 0,0 1-1,1 0 1,-1-1 0,1 1 0,1-1-1,1-9 1,-2 7-6,3-9-56,-1 1 0,2-1-1,1 1 1,0 0 0,0 1 0,2-1-1,11-19 1,67-98-1674,-75 119 1423,17-21-1301,1 2 0,1 1 0,2 2 0,1 0 0,1 3 0,54-36 0,-39 36-2834,5 8-2331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12.97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584 241 8277,'4'-14'289,"6"-22"1344,2 0-1,21-43 0,-30 72-858,0 1-1,0-1 0,-1 1 1,0-1-1,2-12 1,-3 17-604,-1 1 1,1-1 0,-1 1-1,1 0 1,0-1-1,-1 1 1,1 0 0,0-1-1,0 1 1,0 0 0,0 0-1,0 0 1,2-2-1,0-1 513,-2 11-430,0-1 0,-1 1 0,0-1 1,0 0-1,0 1 0,-1-1 1,-3 11-1,3-11-71,-15 74 1268,-40 114 0,35-126-1104,-186 565 411,66-234-3001,-25 81-4273,128-327 551,12-10-3709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13.2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81 0 11261,'7'82'1968,"-10"-55"-204,-1 18-203,-6-12-385,3 3-144,4 4-264,-4-1-156,4 9-136,3-6-376,-7 4-572,1-1-588,-1-3-652,-6-9-621,2 3-2055,5 3-3381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13.3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31 6685,'17'-30'4068,"3"36"-3960,4 0-532,-18 12-1264,4 18-860,-3-3-669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13.80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0 147 9201,'108'-84'5790,"-96"75"-5540,0 1-1,1 1 0,-1-1 0,2 2 1,-1 0-1,27-7 0,-33 11-219,1 1-1,-1 0 0,0 0 1,1 0-1,-1 1 1,1 0-1,-1 1 1,1 0-1,-1 0 1,1 0-1,-1 1 1,0 0-1,0 1 1,0 0-1,8 4 1,-1 0 97,0 0 0,0 0 1,1-1-1,0-1 1,0 0-1,0-2 0,0 1 1,1-2-1,0 0 0,-1-1 1,1 0-1,0-2 1,27-3-1,-25 1 193,0 1 1,0 0-1,1 2 0,23 1 1,-37 0-242,1 0 0,-1 0 1,1 0-1,-1 0 0,0 1 0,0 0 1,0 0-1,0 1 0,0 0 1,-1-1-1,1 1 0,-1 1 1,1-1-1,-1 1 0,0 0 0,0 0 1,-1 0-1,1 0 0,3 7 1,6 15 181,-1 0 0,11 35 0,-5-11-97,-12-34-109,1-1 1,0 0-1,1 0 0,0-1 0,2 0 0,18 23 1,-22-31-53,0-1 0,0 1 0,0-1 0,1 0 1,-1-1-1,1 0 0,0 0 0,1 0 1,-1-1-1,1 0 0,-1 0 0,1-1 1,0 0-1,0 0 0,0-1 0,12 0 0,-2-1-18,1-1-1,0-1 0,-1 0 1,1-2-1,-1 0 1,0-1-1,20-9 0,124-63-147,-88 39 128,-70 36 34,-1 0 0,1 1 1,1-1-1,-1 1 0,0 0 0,0 0 0,0 0 0,1 0 0,-1 1 1,0 0-1,1 0 0,-1 0 0,0 0 0,1 1 0,-1-1 0,7 3 1,-9-2 5,1 1 0,-1-1 0,1 0 0,-1 1 0,0 0 1,0 0-1,0 0 0,0 0 0,0 0 0,0 0 0,0 0 1,-1 0-1,1 1 0,-1-1 0,0 1 0,1-1 0,-1 1 0,0-1 1,-1 1-1,1 0 0,0 0 0,-1-1 0,0 1 0,1 0 1,-1 0-1,0 0 0,-1 2 0,-2 29-425,2-30 54,0 1 0,1 0 0,-1 0 1,1 0-1,0 0 0,0-1 0,0 1 1,1 0-1,0 0 0,0 0 0,0-1 1,0 1-1,4 7 0,-4-9-456,3 6 109,2-5-5124,11 1-1640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13.96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111 82 11009,'-53'3'2204,"39"-9"1653,-9 0-2109,3 0 3456,53 3-4452,21 0-192,-11 6-740,11-6-356,13-3-580,3-6-816,14-9-672,6 6-3049,11 9-4676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14.41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420 230 7169,'42'-139'5454,"-31"92"-1638,-2 6-807,-8 39-2152,-4 5 69,-11 13-365,1 0 0,1 1 0,1 0 0,0 1 0,-13 30 0,-34 107 1042,37-94-1075,-83 235 898,-72 343-1,164-583-1589,2 1-1,3 0 0,3 0 1,2 0-1,2 1 0,14 99 1,-10-132-180,2 1 0,0-1 1,2 0-1,1 0 0,1-1 1,1 0-1,1-1 0,0 0 1,2-1-1,1-1 0,1 0 1,0-1-1,2 0 0,0-2 1,1 0-1,1-1 0,23 14 1,-16-14-709,1-1 0,34 14-1,69 20-4254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15.95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236 82 10293,'0'-2'324,"0"-1"-1,0 0 1,1 0-1,-1 0 1,1 0 0,-1 0-1,1 0 1,0 0-1,0 1 1,0-1 0,1 0-1,-1 1 1,0-1 0,1 1-1,3-5 4711,-1-21-2816,-4 22-1098,3 19-761,0 0-288,-3-11-81,11 7 69,-10-8-61,0-1 0,-1 1 0,1-1 1,0 1-1,0-1 0,0 1 1,0-1-1,1 0 0,-1 0 1,0 0-1,0 1 0,0-1 1,0 0-1,0 0 0,0 0 0,0-1 1,0 1-1,0 0 0,0 0 1,0 0-1,0-1 0,0 1 1,0-1-1,0 1 0,0-1 1,0 1-1,0-1 0,0 1 0,0-1 1,-1 0-1,1 0 0,1 0 1,2-2 24,-2 1 35,0 0-68,12-13 155,-15 21 630,-23 34 1097,13-22-1596,-161 336 2175,146-287-2744,3 1 1,3 1-1,-16 103 1,27-58-1543,4-41-8,4-53 624,0 0 0,4 30 0,9 9-7909,-5-32 213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16.31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255 91 6749,'-4'1'345,"0"-1"1,0 0-1,0-1 1,0 1 0,0-1-1,0 0 1,0 0-1,0 0 1,1 0-1,-1-1 1,0 1 0,0-1-1,1 0 1,-1 0-1,1-1 1,0 1-1,0-1 1,0 1 0,0-1-1,0 0 1,0 0-1,1 0 1,0-1-1,-5-6 1,-2-2 2535,7 11-2700,1-1 0,0 1-1,0-1 1,-1 0 0,1 1 0,0-1-1,0 0 1,0 0 0,0 0-1,1 1 1,-1-1 0,1 0 0,-2-4-1,6 7 34,11 7-131,-2 0 0,1 1-1,-1 0 1,0 1 0,-1 0 0,0 1-1,13 16 1,19 16 90,-24-23-91,-1 1 1,-1 1-1,23 37 1,6 6 147,-45-61-202,1 0-1,-1 0 0,0 0 1,0 1-1,-1-1 1,1 1-1,-1 0 1,0-1-1,0 1 1,0 0-1,-1 0 1,0 0-1,0-1 1,-1 10-1,1-11-22,0 0-2,-1 0 1,0 0-1,0 0 1,0 0-1,0-1 1,0 1-1,0 0 1,-1-1-1,1 1 1,-1-1-1,0 0 0,1 1 1,-1-1-1,0 0 1,0 0-1,-1 0 1,1 0-1,0 0 1,-1-1-1,1 1 1,-6 1-1,-3 3-1,-1-1 1,0-1-1,-18 5 0,-10-1-1147,-76 7-1,76-12-3598,-74 16-1,63-4-3401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16.6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11789,'0'0'11541,"2"4"-10079,7 15-920,1-1 1,0 0-1,2-1 1,0-1 0,0 1-1,20 17 1,103 90 405,-73-70-1232,194 147-7935,-177-143-674,-40-29-265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16.8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718 1 12345,'-44'12'2112,"7"-18"-364,-13 3-219,6 12-285,-6-3-220,-3 6-204,-4 6-152,3 9-44,0 9-312,4 7-228,0-1-544,3 6-740,10 6-844,-10 4-3561,4 2-4612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17.40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382 392 9749,'15'-9'2348,"-9"6"522,-13 11-1073,-18 16 460,17-17-1993,1 0-1,0 0 1,1 0-1,0 1 1,-6 9 0,-36 68-77,3 2 0,4 1 0,-29 96 0,41-96-1159,-40 105-2873,54-165 2844,14-25 639,0-7 74,0-2 238,-1-1 0,1 0 0,0 0-1,1 0 1,0 0 0,0 0 0,0 0-1,1 0 1,0 0 0,0 0 0,4-8-1,30-86 233,-21 63 14,59-161 1951,126-242 0,-193 429-2059,83-141 954,-76 132-875,2 1 0,0 1 0,1 0 0,1 1-1,22-18 1,-30 29-89,1 0 0,-1 0 0,1 1-1,16-7 1,-22 12-48,1-1 0,-1 0 0,1 1-1,0 0 1,0 0 0,-1 1 0,1-1 0,0 1 0,0 0 0,0 0 0,-1 1-1,1-1 1,0 1 0,5 2 0,-5-1-15,1 0 1,-1 0-1,0 1 0,0-1 1,0 1-1,-1 1 0,1-1 1,-1 1-1,1 0 0,-1 0 1,0 0-1,-1 0 0,1 0 1,-1 1-1,0 0 0,0 0 1,0 0-1,-1 0 0,1 0 1,-1 1-1,-1-1 0,1 0 1,-1 1-1,0 0 0,0-1 1,0 10-1,-1 1-64,0 1 0,-1-1 0,-1 1 0,0-1-1,-2 1 1,0-1 0,0 0 0,-1-1 0,-1 1 0,-1-1 0,-17 28 0,-8 7-604,-2-2 1,-42 45 0,21-28-22,12-14 165,21-27 383,-19 30 0,41-53 159,0 0 0,1 0 0,0 1 0,-1-1 0,1 0 0,0 0 0,-1 0 0,1 0 0,0 0 0,0 0 0,0 0 0,0 0 0,0 0 0,0-1 0,2 2 0,-2-1 39,79 84 2054,-46-48-1988,0-2 0,69 54 0,-64-60-1146,-12-7-870,42 22 0,-57-37-163,0-2 0,0 0-1,25 8 1,-7-5-3539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17.54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7953,'3'3'1860,"18"-3"-220,-1-3-28,33 6 2049,-23 6-2733,11 6-152,-5-6-324,-2 3 28,9 0-100,1 4-128,0 2-288,6 0-268,0-6-516,4 0-308,-4-3-373,-3-3-319,-24-3-2316,11 0-3129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17.74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758 0 7161,'0'0'8288,"-3"2"-6943,-16 10-709,1 2 1,1 0 0,0 1-1,1 1 1,-28 34 0,-15 15-24,-208 206-182,149-150-3282,-1-1-4546,59-60-1029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17.9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61 10645,'164'-40'1640,"-87"31"-76,7 6-236,-3 0-424,2-3 17,8 6-161,3 0-164,6 0-148,4 6-108,-7 0-312,-3 3-232,-14 3-472,-9-3-520,-8 0-265,-16 4-267,-30-10-2288,-4 9-2893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18.15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285 16 10357,'1'-2'165,"1"1"-1,-1 0 1,0 0 0,0 0 0,1 0-1,-1 0 1,1 0 0,-1 0 0,1 0-1,-1 0 1,1 1 0,-1-1 0,1 0-1,0 1 1,-1 0 0,1-1 0,0 1-1,1 0 1,-2 0-90,0 0-1,-1 0 1,1 0-1,0 0 1,-1 0-1,1 1 1,0-1-1,-1 0 1,1 1-1,0-1 1,-1 0-1,1 1 1,-1-1 0,1 1-1,-1-1 1,1 0-1,-1 1 1,1 0-1,-1-1 1,1 1-1,-1-1 1,1 1-1,-1-1 1,0 1-1,0 0 1,1-1-1,-1 1 1,0 0-1,0-1 1,0 1-1,1 0 1,-1 0-1,0-1 1,0 1-1,0 0 1,0-1 0,0 1-1,-1 0 1,1-1-1,0 1 1,0 0-1,0-1 1,-1 2-1,-19 108 3383,-18 77-1964,25-135-1477,-82 298 537,39-177-3311,-11-5-4711,28-83-1605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18.74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118 0 6161,'-117'12'8768,"143"-8"-6353,16-1-1420,71-3 0,-25-3-517,1164 11 1321,-668-12-1554,956 6 688,-188 52-161,339 6 1177,-1198-63-2117,-492 1-1291,-5-1 858,-11-6-296,-7 3-480,0 0 0,0 1 0,0 1 0,-1 1 0,-40 0 1,47 2 468,-144-5-9324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18.94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14161,'20'15'1836,"-20"3"809,0 6-1677,3 3 308,-10-3-836,4 7-96,0-7-244,-1-3-468,1 12-476,3 15-648,0-30-396,-3 3-949,6 16-1291,10-7-3101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19.38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62 167 10117,'0'0'5520,"-10"9"-3097,6-2-2177,-1-1 0,1 1-1,1 0 1,-1 1 0,1-1 0,0 1-1,1-1 1,0 1 0,-2 14-1,-1-1 109,1-3-203,1 0 1,0 1-1,2-1 1,0 1 0,1-1-1,1 1 1,0-1-1,6 24 1,-5-33-131,0 0-1,0-1 1,1 1 0,0 0-1,0-1 1,1 0-1,1 1 1,-1-1 0,1-1-1,0 1 1,1-1 0,0 0-1,0 0 1,1-1 0,-1 0-1,1 0 1,1 0 0,8 5-1,-7-7-30,-1-1-1,0 0 1,1 0-1,0 0 1,0-1 0,-1-1-1,1 1 1,0-1-1,0-1 1,1 0-1,-1 0 1,0-1-1,0 0 1,0 0-1,-1-1 1,1 0-1,0-1 1,-1 0-1,1 0 1,7-5-1,14-9-20,-2 0 0,0-2 0,49-44 0,-50 41-7,10-10-68,15-12-108,100-66-1,-136 100 197,0 1 1,1 0-1,0 2 0,1 0 0,0 1 0,0 0 1,0 1-1,0 2 0,1 0 0,0 0 0,23 1 1,-25 4 20,0 0 0,0 1 1,-1 0-1,1 1 1,-1 1-1,0 1 0,0 1 1,-1 0-1,18 10 0,13 13 132,64 52-1,-19-13 26,-76-60-99,1-1 1,0-1-1,0 0 0,1-1 0,0-1 0,0 0 0,32 4 0,-46-9-48,3 1 6,0 0 0,1 0 1,-1-1-1,0 0 0,0 0 1,0 0-1,0-1 0,0 0 1,0 0-1,7-3 0,-10 3-3,0 0 0,-1-1-1,1 1 1,0-1 0,0 0 0,-1 0-1,1 0 1,-1 0 0,0 0 0,1 0-1,-1-1 1,0 1 0,0-1 0,2-4-1,-2 2-3,0 0 0,0-1 0,-1 1 0,1 0 1,-2-1-1,1 1 0,0-1 0,-1 1 0,0-1 0,0 1 0,-1-1 0,0 1 0,1-1 0,-2 1 0,1 0 0,-1-1 0,0 1 0,-3-6 0,-3-6-6,-1 1 0,-1 0-1,-1 1 1,0 0 0,-1 0 0,-1 2 0,0-1-1,-1 1 1,-16-11 0,-23-15-1130,-72-37 0,87 54-144,-64-31-6759,60 30-642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19.72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2586 239 10685,'34'-99'1818,"-32"92"-1344,0 0-1,0 0 1,0 0-1,-1-1 1,0 1-1,-1 0 1,0-15-1,-1 4 577,-8-31 3173,-5 76-1418,8-6-2387,0 1 0,2 0 0,0 1 0,2-1 0,0 1 0,2 22 0,-2 5 92,-37 610 560,-45 1 603,48-482-902,-95 283 0,85-338-602,-6-2 0,-5-3 1,-73 115-1,62-129-997,-5-3 0,-155 169 0,159-202 115,-3-3 0,-3-3 1,-2-4-1,-101 59 0,83-66-858,-1-3 0,-2-5-1,-151 46 1,134-58-2503,-152 23 0,23-25-5228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24.53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0 4444,'0'0'6096,"3"1"-5300,176 11 1172,-29-3-1494,1582 200-2998,-1014-114-1349,-121-20-524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27.39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8 3156,'1'-1'73,"0"1"-1,0-1 1,-1 0-1,1 1 1,0-1 0,0 1-1,0-1 1,0 1-1,0-1 1,0 1-1,0 0 1,0-1-1,0 1 1,0 0-1,0 0 1,0 0-1,0 0 1,0 0-1,0 0 1,0 0 0,0 0-1,0 0 1,0 0-1,0 1 1,0-1-1,0 0 1,0 1-1,0-1 1,-1 1-1,1-1 1,0 1-1,0-1 1,0 1 0,0-1-1,-1 1 1,1 0-1,0 0 1,-1-1-1,1 1 1,0 0-1,-1 0 1,1 0-1,0 1 1,1 0 430,9 0-298,0-1 1,0 0 0,0-1 0,1-1-1,-1 0 1,0 0 0,0-1-1,16-4 1,-46 13-2691,-5 2-748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28.33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20 369 3996,'-3'-4'222,"1"1"0,0-1 0,0 1 0,0-1-1,0 0 1,1 0 0,-1 0 0,1 0 0,0 0-1,1 0 1,-1 0 0,0 0 0,1 0 0,0 0-1,0 0 1,0 0 0,1 0 0,1-6 0,2-8 880,0 1 0,15-34 0,-8 24 160,-10 25-1211,0 0 0,0 0 0,0 0 0,0 0 0,0 0 0,1 0 0,-1 1 0,1-1 0,-1 0 0,1 1 0,0 0 0,-1-1 0,1 1 0,0 0 0,0 0 0,0 0 0,0 0 0,0 0 1,0 0-1,0 0 0,0 1 0,0-1 0,1 1 0,-1 0 0,0 0 0,0-1 0,0 1 0,1 1 0,-1-1 0,0 0 0,0 0 0,0 1 0,1 0 0,2 0 0,11 4 45,0 1-1,-1 0 0,26 13 0,-26-11 16,17 6-19,1-1 0,0-2 0,1-1 0,0-2 0,60 7 1,178-3-3,921-69 76,-720 24-167,2924-104-4354,-2473 100-1502,-791 28 3188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29.62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1912 232 2540,'-4'-14'308,"0"0"0,-1 0-1,-1 0 1,0 1-1,0 0 1,-2 0 0,0 0-1,0 1 1,-1 0 0,0 1-1,-1 0 1,-1 1 0,1 0-1,-2 0 1,1 1-1,-18-10 1,22 16-218,0-1-1,-1 2 1,0-1-1,1 1 1,-1 0 0,0 1-1,0 0 1,0 0-1,0 1 1,0 0 0,0 0-1,0 0 1,0 1-1,0 1 1,0-1 0,0 2-1,1-1 1,-14 6-1,-3 3 90,1 1 0,0 1 0,1 1 0,-28 22-1,-10 14 83,2 2 0,3 2 0,-53 68 0,-125 200 155,69-64-132,-158 341 0,245-410-219,67-160-39,2 0 0,1 0 0,2 1 0,-4 52-1,9-71-16,1 0 0,-1 0 0,2 0 0,0 0-1,0 0 1,1 0 0,0-1 0,1 1 0,0-1-1,0 0 1,1 0 0,7 9 0,-4-8 1,0 0 1,1 0-1,1-1 1,-1-1-1,2 0 0,-1 0 1,1-1-1,0 0 1,18 9-1,8 0 6,0-1 0,2-1 0,0-2 0,0-2 0,51 7-1,207 13 88,47-17-55,84 6 13,-305-9-39,174 39 1,-270-45-23,-1 2 0,1 1 0,-1 1 0,46 23 0,-67-29 3,1 1-1,-1 0 0,1 0 1,-1 0-1,0 1 1,-1-1-1,1 1 0,-1 0 1,0 1-1,0-1 0,3 7 1,-5-7-1,0 0 0,0 0 1,-1 0-1,0 0 0,0 0 0,0 1 1,0-1-1,-1 0 0,0 1 0,0-1 1,0 0-1,-1 0 0,0 1 0,0-1 1,-3 10-1,-2 0-2,0 0 0,-1-1 0,0 1 1,-1-2-1,-1 1 0,0-1 0,-17 19 0,-87 77-8,111-108 8,-115 97 11,-4-6 1,-205 119-1,-296 99 5,-48-55 3,335-134 34,319-116-55,-17 8-32,-39 19 0,72-32 33,0 0 1,0 0 0,0 0 0,0 0-1,0 0 1,0 0 0,-1 0 0,1 0 0,0 0-1,0 0 1,0 0 0,0 0 0,0 0 0,0 0-1,0 1 1,0-1 0,0 0 0,0 0 0,-1 0-1,1 0 1,0 0 0,0 0 0,0 0-1,0 0 1,0 1 0,0-1 0,0 0 0,0 0-1,0 0 1,0 0 0,0 0 0,0 0 0,0 0-1,0 1 1,0-1 0,0 0 0,0 0 0,0 0-1,0 0 1,0 0 0,0 0 0,0 0-1,0 1 1,0-1 0,0 0 0,0 0 0,1 0-1,-1 0 1,0 0 0,0 0 0,0 0 0,0 0-1,0 0 1,0 0 0,0 1 0,0-1 0,0 0-1,1 0 1,-1 0 0,6 7 1,0 0 0,0 0-1,1 0 1,0-1 0,1 0 0,-1-1 0,1 1 0,0-1-1,0-1 1,16 7 0,21 13-15,-18-9 26,-2 1 1,0 1 0,-1 2 0,-1 0-1,-1 2 1,-1 0 0,0 1 0,-2 1-1,-1 1 1,0 1 0,-2 0 0,24 51 0,-16-12 13,-3 0 1,-3 1 0,-2 1 0,-3 1 0,-3 0 0,-3 0 0,-3 88 0,-9 4 98,-53 312 1,-58 66 150,11-55-98,88-385-112,4 1 0,0 161 0,14-210-35,2 1 1,2-1-1,3-1 1,2 1-1,1-1 1,3-1-1,25 58 1,-5-38 20,2-1 0,3-2 0,3-1-1,3-3 1,69 74 0,5-13-7,172 134 0,-48-69-472,9-10 1,7-12-1,302 142 0,-47-81-1309,-209-119-538,177 38-4213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31.21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3371 267 5044,'25'-25'1129,"2"1"-1,0 1 1,56-34-1,103-45 1596,-174 96-2551,1 0 0,0 1 0,0 1 0,1 0 0,-1 0 0,27-2 0,-32 5-127,0 1 1,0 0 0,0 1-1,0 0 1,0 0 0,0 1-1,-1 0 1,1 0 0,0 1-1,-1 0 1,1 0 0,-1 1-1,8 4 1,-2 1-17,0 1 1,-1 0-1,1 1 0,-2 0 1,0 0-1,0 1 1,-1 1-1,-1 0 0,0 0 1,-1 1-1,0 0 0,-1 0 1,0 1-1,7 27 0,-9-21-18,-1-1 0,-1 1-1,0 0 1,-2 1-1,0-1 1,-2 0-1,0 0 1,-1 0 0,-1 0-1,-11 36 1,-1-10 23,-2-1-1,-2-1 1,-41 70 0,22-53-55,-86 105-1,68-106-46,-2-2 0,-2-3 0,-3-3 0,-131 84-1,-305 143-622,381-219 509,42-21 65,16-11-6,1 2 0,2 3 0,-83 66 0,131-92 101,0 0 1,0 1-1,1 0 1,0 1-1,1 0 1,0 0-1,-9 17 1,14-23 12,0 1 0,0 0 0,1 0 0,-1 0 1,1 0-1,0 0 0,1 0 0,-1 0 0,1 0 0,0 0 0,0 1 0,1-1 1,-1 0-1,1 0 0,0 0 0,0 0 0,1 0 0,0 0 0,0 0 0,3 5 0,1 0 3,1 0 0,1 0-1,0 0 1,0-1-1,1-1 1,0 1 0,0-1-1,1-1 1,0 1-1,15 6 1,14 7 4,62 23 1,-4-7 2,115 28-1,-154-52 63,0-2 0,2-2-1,89 1 1,-90-15 83,-57 5-143,-1 0 1,0-1-1,0 1 0,0 0 0,0-1 0,0 1 1,0-1-1,0 1 0,0-1 0,0 1 0,0-1 1,0 0-1,0 0 0,0 1 0,0-1 0,0 0 1,-1 0-1,1 0 0,0 0 0,-1 0 0,1 0 1,-1 0-1,1-1 0,2-2 191,-7 4-158,0 1 0,0-1 0,0 1 1,0 0-1,0 0 0,0 0 1,0 1-1,0-1 0,0 1 0,-5 4 1,5-3-10,0 1 1,0 0-1,1 0 0,0 1 1,-1-1-1,2 1 1,-1-1-1,0 1 1,1 0-1,0 0 1,-2 9-1,-9 27 173,-13 82 1,1 44-51,-14 76-14,-176 496 56,183-641-180,-5 26-140,-42 255 0,30 135-383,45-438 452,-24 242-65,21-279 120,-1 1-1,-2-2 1,-2 1-1,-2-1 1,-35 69-1,16-53 8,-2-1 0,-3-2 0,-2-2 0,-2-1 0,-62 54 0,-259 191 42,332-270-37,-302 206 16,7-4 19,248-165-27,4 2 0,-70 76 0,116-107 1,1 1 0,1 1 0,2 1 0,-25 47 0,39-60-15,0 1-1,1 0 0,1 0 0,1 1 0,1 0 0,1 0 0,1 0 0,-2 47 0,8-36-2,0 1-1,2-1 1,14 53-1,38 95-25,-33-113 3,25 117 0,-44-163-10,0 0-1,-2 0 1,-1 1-1,0-1 1,-5 33-1,3-49 29,0 1-1,-1-1 1,0 0-1,0 0 1,-1 0-1,0 0 1,0-1-1,-1 1 0,0-1 1,0 0-1,0 0 1,-1 0-1,0 0 1,0-1-1,0 0 1,0 0-1,-1 0 1,0-1-1,0 0 1,-1 0-1,-7 4 1,-7 1-33,-1-1 1,0-1 0,0 0 0,-1-2 0,-40 4 0,-121-1-1040,139-7 702,-223-1-4981,180-3 1450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31.42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52 7557,'56'-39'596,"-29"39"-700,3-3-2208,-3-7-441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40.5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519 1649 2052,'0'0'22369,"-1"3"-21689,-38 84 6295,40-69-6416,-2-18-556,1 1 0,0-1 1,0 1-1,0-1 0,0 1 0,0-1 0,0 0 1,0 1-1,0-1 0,0 1 0,0-1 0,0 1 1,1-1-1,-1 0 0,0 1 0,0-1 0,0 1 1,0-1-1,1 0 0,-1 1 0,0-1 0,0 0 0,1 1 1,-1-1-1,0 0 0,1 1 0,-1-1 0,0 0 1,1 0-1,-1 1 0,0-1 0,1 0 0,-1 0 1,1 0-1,0 1 0,14-15 14,-1-12-17,1-2 0,-3-5 0,22-52 0,-15 42 0,21-76 0,-19 22 0,14-177 0,-19-104 0,-11 179 0,-4-190 0,2 334 0,-3 30 0,-4 20 0,-3 14 0,1-2 0,0 0 0,0 0 0,1 1 0,1 0 0,-1 0 0,-3 10 0,-21 58 0,25-63 0,-24 75 0,3 0 0,5 2 0,3 0 0,-6 110 0,20-127 0,4-1 0,2 1 0,3-1 0,4 0 0,34 130 0,-4-86 0,83 169 0,19 51 0,-137-320 0,0 0 0,-2 0 0,0 0 0,0 1 0,-1-1 0,-2 1 0,1-1 0,-2 1 0,0-1 0,-1 1 0,-1-1 0,-4 17 0,0-14 0,0 0 0,-1-1 0,-1 1 0,0-1 0,-2-1 0,0 0 0,-1-1 0,0 0 0,-20 19 0,-2-4 0,-1-1 0,-1-2 0,-2-2 0,-53 29 0,-148 64 0,203-102 0,-23 11 0,38-16 0,-2-2 0,1 0 0,-1-2 0,-1 0 0,-26 4 0,15-9 0,34-3 0,1 0 0,-1 0 0,1 0 0,-1-1 0,1 1 0,0 0 0,-1 0 0,1 0 0,-1 0 0,1-1 0,0 1 0,-1 0 0,1 0 0,-1-1 0,1 1 0,0 0 0,-1-1 0,1 1 0,0-1 0,0 1 0,-1 0 0,1-1 0,0 1 0,-1-1 0,1 0 0,0 0 0,0 0 0,0 0 0,0 0 0,1 0 0,-1 0 0,0 0 0,0 0 0,1 0 0,-1 0 0,0 0 0,1 0 0,-1 0 0,1 0 0,-1 0 0,2 0 0,7-13 0,1 1 0,0 1 0,1 0 0,1 0 0,0 1 0,17-12 0,89-55 0,-85 58 0,276-161 4,-55 35-26,141-103-512,-179 112 485,-208 131 42,18-10 93,49-24-1,-68 37-52,0 0-1,0 0 1,1 1-1,-1 0 1,0 0 0,1 1-1,-1 0 1,1 1 0,-1-1-1,1 1 1,-1 1 0,15 1-1,-16 1-31,-1-1 0,1 1 0,-1 1 0,0-1 0,0 1-1,0-1 1,0 1 0,-1 1 0,0-1 0,0 1 0,0 0-1,0-1 1,0 2 0,3 7 0,-4-6-1,0 0 0,0 1 0,-1 0 0,0-1 0,0 1 0,-1 0 0,0 0 0,0 0 0,-2 13 0,2-4 0,-1 8-346,-1 0 1,0 0-1,-2-1 0,-8 31 0,-3 27-1122,-2 9-3369,1-33-5347,10-38-1381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40.7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12473,'0'0'6149,"23"12"-6045,4 18-376,-7-6-600,7 3-417,-7 1-215,0-1-796,3 6-1344,-6 6-2217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41.40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0 344 8241,'0'-15'3311,"1"15"-2878,-1 0 0,0-1-1,1 1 1,-1-1 0,1 1 0,-1 0-1,0-1 1,1 1 0,-1 0-1,1 0 1,-1-1 0,1 1-1,-1 0 1,1 0 0,-1 0-1,1 0 1,-1 0 0,1-1-1,0 1 1,-1 0 0,1 0-1,-1 0 1,1 1 0,10-3 4012,0-4-4490,5 15 904,-12-5-783,0-1 0,0 0 0,-1 1 0,0 0 0,0 0 0,0 0 0,0 0 0,0 0 0,-1 1 0,0-1 0,0 1 0,0 0 0,2 7 0,1 8 109,5 39 1,-8-47-143,1 8 5,-1-1-1,0 1 0,-2 0 0,-1 25 0,-10-11 1,11-32-72,4-3 40,5 0-11,-4 0-5,0 0 0,-1 0 0,0 0 0,1-1 0,-1 1-1,0-1 1,1 0 0,-1 0 0,0 0 0,0-1 0,-1 0-1,5-3 1,22-23-63,1 1 1,51-36-1,-70 56 54,1 1 0,-1 0 1,1 1-1,0 0 1,1 1-1,-1 1 0,1 0 1,0 0-1,0 2 1,0 0-1,21-1 0,25 6 39,-45-1-23,1-1-1,-1 0 1,1-2 0,-1 0 0,1 0-1,-1-1 1,18-6 0,-31 7-14,11-3 0,0 0 1,0 1-1,17-2 0,-26 4 4,-1 1 0,1 0 0,-1 0-1,0 0 1,1 0 0,-1 1 0,1-1 0,-1 1-1,0 0 1,0 0 0,1 0 0,-1 1-1,0-1 1,0 1 0,0-1 0,0 1-1,0 0 1,4 4 0,6 8-20,0-1 0,1 0 0,30 19 1,-39-28 5,0-1 1,0-1-1,1 1 1,-1-1-1,1 0 1,0-1 0,0 1-1,0-1 1,0 0-1,-1 0 1,1-1-1,0 0 1,0 0 0,0 0-1,0-1 1,9-2-1,16-5-19,0-2-1,-1-2 1,-1-1-1,0 0 1,-1-3-1,0 0 1,-2-2-1,36-29 0,-25 14 24,-1-2-1,-1-1 0,-2-2 1,48-73-1,-56 77 138,45-47 0,-69 111 487,-7 10-64,-1-1-1,-14 41 1,2-11 119,-57 220 129,-34 150 130,98-383-1257,3 1 1,-4 97-1,13-139-4,1-1-1,1 1 1,0-1-1,1 1 1,0-1-1,1 0 0,11 25 1,-11-31-106,1 1 0,0 0 0,0-1 0,1 0 0,0 0-1,0 0 1,1-1 0,-1 0 0,2 0 0,-1-1 0,1 0 0,10 6 0,-14-10 132,-1-1-1,0 0 1,0 0 0,1 0-1,-1 0 1,1 0 0,-1-1 0,1 0-1,-1 0 1,0 0 0,1 0 0,-1 0-1,1-1 1,-1 1 0,1-1-1,5-2 1,2-1-1486,1-1-1,19-11 1,-28 14 1326,46-32-8745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41.93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67 688 12285,'0'-4'305,"-1"0"-1,1-1 1,-1 1 0,0 0-1,0 0 1,0-1 0,0 1-1,-1 0 1,0 0 0,0 1-1,0-1 1,0 0 0,0 1-1,-1-1 1,0 1 0,0 0-1,0 0 1,0 0 0,0 0-1,0 0 1,-1 1 0,-5-4-1,8 5 5,0-1-1,-1 1 0,1 0 0,0-1 0,0 0 0,0 1 0,0-1 1,0 0-1,0 1 0,0-1 0,1 0 0,-1 0 0,1 0 0,-1 0 1,1 1-1,0-1 0,0 0 0,-1 0 0,1 0 0,1 0 0,-1 0 1,0-2-1,1 2-232,-1 0 1,0 1 0,0-1-1,1 1 1,-1-1-1,1 1 1,0-1 0,-1 1-1,1-1 1,0 1 0,0-1-1,0 1 1,0 0 0,1-2-1,1 1-17,-1 1 1,1 0-1,-1-1 0,1 1 1,0 0-1,0 1 0,-1-1 0,1 0 1,0 1-1,0-1 0,0 1 0,0 0 1,0 0-1,0 0 0,0 1 1,-1-1-1,1 1 0,0-1 0,0 1 1,0 0-1,-1 0 0,1 0 0,0 0 1,-1 1-1,5 2 0,-1 0-57,0 0-1,0 0 1,-1 0 0,1 1-1,-1 0 1,0 0-1,0 0 1,-1 1-1,7 10 1,-8-12-92,-1 0 0,0 0 1,0 1-1,0-1 0,-1 1 0,0-1 0,0 1 0,0-1 1,0 1-1,0 0 0,-1 0 0,0-1 0,0 1 0,0 0 1,-1 0-1,0-1 0,0 1 0,0 0 0,0-1 0,-1 1 1,0-1-1,1 0 0,-2 1 0,1-1 0,-4 5 0,-8 9-904,18-34-255,19-35 422,79-81-344,-4 1 483,55-77 388,-119 161 875,77-83 0,-86 111 73,-24 19-627,-1 0 0,1-1 0,-1 1-1,1 0 1,-1 0 0,1 0 0,-1 0-1,1 0 1,-1-1 0,1 1 0,-1 0-1,1 0 1,-1 0 0,1 0 0,-1 1-1,1-1 1,-1 0 0,1 0 0,-1 0-1,1 0 1,-1 0 0,1 1 0,-1-1-1,1 0 1,-1 0 0,1 1 0,0 0-1,0 1 54,1 1-1,-1 1 0,0-1 0,0 0 0,0 0 0,-1 0 0,1 1 0,-1-1 0,1 0 0,-1 1 0,0-1 0,-1 5 0,-2 43 633,-2 0-1,-18 79 1,12-80-485,2 0-1,-2 80 1,10-109-216,2 0-1,0 1 1,9 38-1,-9-53-55,1-1 0,1 1 0,-1-1 0,1 1 0,0-1 0,1 0-1,-1 0 1,1-1 0,0 1 0,1-1 0,-1 0 0,1 0 0,0 0 0,1-1 0,7 6 0,-9-8-4,-1 0 0,1 0 0,-1-1 0,1 0 0,0 0 1,0 0-1,0 0 0,-1 0 0,1-1 0,0 0 0,0 0 0,0 0 0,0 0 1,0 0-1,0-1 0,0 0 0,-1 0 0,1 0 0,4-2 0,5-2-88,-1 0 0,0-1 0,22-15 0,15-15-352,-2-3 0,66-69-1,-66 62 293,-11 5 142,-26 29 107,0 0-1,0 1 0,22-17 1,-29 27 226,-22-4 1022,14 4-1165,0 1-1,0 1 1,-1-1 0,1 1 0,0 0 0,1 0 0,-1 0 0,0 1 0,0 0-1,0 0 1,1 0 0,-1 0 0,1 1 0,-8 5 0,-7 7 474,-33 33 0,30-26-154,9-9-215,0 0 0,1 1 0,0 1-1,-10 17 1,19-28-195,1 0 1,-1 0-1,1 1 0,0-1 0,0 1 0,0 0 1,0 0-1,1 0 0,0-1 0,0 1 0,0 1 0,1-1 1,-1 0-1,1 0 0,1 0 0,-1 0 0,1 0 0,-1 0 1,3 6-1,-1-8-62,-1 0 0,1-1 0,0 1 0,0-1 0,0 1 0,0-1 0,0 0 1,1 0-1,-1 0 0,0 0 0,1 0 0,0-1 0,-1 1 0,1-1 0,0 0 0,0 1 0,0-1 0,3 0 1,8 3-397,0-2 1,23 3-1,-32-5 302,72 5-3471,144-11 0,-17-16-5708,-77 7-139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42.31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71 154 11817,'-1'-1'266,"-1"-1"-1,1 1 1,0-1 0,-1 1-1,1 0 1,-1 0 0,0 0-1,1 0 1,-1 0 0,0 0-1,1 0 1,-1 1 0,0-1-1,0 1 1,0-1 0,-2 1-1,0 0 745,0 0-1,0 1 0,0 0 1,0 0-1,0 0 0,-6 3 1,6-3-725,2 0 2869,112-14 747,56-19-4652,-153 29 670,168-38-3982,23-4-8006,-111 31 1278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42.5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171 168 14393,'36'-97'6097,"-34"88"-4756,0 0 1,-1-1-1,1 1 0,-2-17 1,-1 19 879,-1 7-429,-5 28-797,-67 482-433,-8-95-1168,49-191-4497,27-149 766,1-1-3333,1-24-4397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42.7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58 13005,'24'-24'4589,"-21"6"-3665,4 3-420,13 18-2516,4 0 55,-1 12-2399,7 12-3357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43.34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78 592 13205,'0'0'12201,"-2"3"-11332,-4 11-585,0 1 1,1 0-1,0 0 0,1 0 1,1 1-1,0-1 0,0 28 1,-3 11 54,-7 15-99,-6 44-185,18-99-88,0 0-1,1 0 1,0 0-1,1-1 0,5 27 1,-5-37 30,-1-1 0,1 0 1,0 0-1,0 0 1,0 0-1,0 0 1,0 0-1,0-1 0,0 1 1,1 0-1,-1 0 1,0-1-1,1 1 0,0-1 1,-1 1-1,1-1 1,0 0-1,0 0 0,-1 0 1,1 0-1,0 0 1,0 0-1,0 0 0,1 0 1,-1-1-1,0 1 1,0-1-1,0 0 1,0 0-1,0 1 0,1-1 1,-1-1-1,0 1 1,0 0-1,0 0 0,0-1 1,5-1-1,2 0-2,1-2-1,-1 1 1,0-1 0,0 0-1,0-1 1,14-10 0,31-29 28,85-87 0,0-2 335,-116 114-221,0 1 0,2 2 1,0 0-1,37-18 0,-58 33-114,1-1 0,-1 1 0,0 0 0,1 0 1,-1 1-1,0-1 0,1 1 0,-1 0 0,1 0 0,-1 0 0,1 0 1,-1 1-1,0 0 0,1 0 0,-1 0 0,0 1 0,0-1 1,7 5-1,-5-3 8,0 0 0,0 1 0,-1 0 1,1 0-1,-1 1 0,0-1 0,-1 1 1,1 0-1,-1 1 0,0-1 0,4 7 0,4 14 15,-1 0 0,-1 0 0,-2 1-1,0 1 1,3 29 0,-4-21-133,2-1 1,15 40-1,-23-70 5,1-1 0,1 1 0,-1-1 0,1 0-1,0 0 1,0 1 0,0-2 0,0 1 0,1 0 0,-1-1-1,1 1 1,0-1 0,0 0 0,0-1 0,8 5 0,-5-4-63,1-1 0,-1 1 0,0-2 1,1 1-1,-1-1 0,1 0 1,-1 0-1,1-1 0,11-1 0,2-2-150,0-1 0,0 0 0,-1-2 0,0 0 0,0-2 0,30-15 0,-18 5 82,-1-1 1,-1-2-1,-1-1 1,-1-1-1,45-50 0,-14 6-45,60-90 1,-19 12 103,8-12 931,152-173 0,-250 319-518,0 1 0,0 0 0,0 1 0,1 0-1,14-8 1,-24 17-211,0-1 0,0 1-1,0-1 1,0 1 0,0-1 0,0 1-1,0 0 1,1-1 0,-1 1 0,0 0-1,0 0 1,0 0 0,0 0 0,1 0-1,-1 0 1,0 1 0,0-1 0,0 0-1,0 0 1,0 1 0,1-1 0,-1 1 0,0-1-1,0 1 1,0-1 0,0 1 0,0 0-1,0 0 1,-1-1 0,1 1 0,0 0-1,0 0 1,1 2 0,0 0 48,0 0 0,0 1 0,0-1-1,-1 1 1,1-1 0,-1 1 0,0 0 0,1 4 0,0 2 70,-2 0 0,1 0 0,-1 1 0,-1-1 0,0 0 0,-2 13 0,-20 64 572,14-55-485,-104 312 1009,36-121-2070,15 3-3826,59-215 3697,1 1 0,0-1 1,1 1-1,1 21 0,0-27-328,1 0-1,0 0 1,1 0 0,0 0 0,0 0 0,5 10 0,12 17-9772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43.51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1 115 18874,'20'-3'4652,"0"0"-2796,7 3-572,6-3-287,31 3-241,-4-3-364,14-3-460,13-3-828,7-3-249,0 0-627,-7-9-892,3-3-924,1 5-1985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45.11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97 573 5240,'0'0'7080,"2"-2"-5775,2-3-1914,7-5 9045,-18 18-7207,7-7-1158,-1 0 0,0-1-1,0 1 1,0 0 0,1-1-1,-1 1 1,0-1 0,0 1-1,0-1 1,0 1 0,0-1 0,0 1-1,0-1 1,0 0 0,0 0-1,0 0 1,0 1 0,0-1-1,-1 0 1,1 0 0,0-1-1,0 1 1,0 0 0,0 0-1,0 0 1,0-1 0,0 1-1,0 0 1,0-1 0,0 1-1,0-1 1,0 1 0,1-1-1,-2 0 1,-2-1-350,2 1 648,3-1-427,-1-1 195,1 1 1,-1-1-1,1 0 0,-1 1 1,0-1-1,0 1 0,0-1 1,0 1-1,-1-1 0,1 0 1,0 1-1,-1-1 0,0 1 1,0 0-1,0-1 0,0 1 1,0 0-1,0-1 1,-3-2-1,3 3 380,-5-15-268,6 16-206,-1 1 0,1-1-1,0 0 1,-1 1 0,1-1-1,0 0 1,-1 0-1,1 1 1,0-1 0,0 0-1,-1 0 1,1 0 0,0 0-1,0 1 1,0-1-1,0 0 1,0 0 0,0 0-1,0 1 1,1-1 0,-1 0-1,0 0 1,0 0 0,1 1-1,-1-1 1,0 0-1,1 0 1,0-1 4,0 1 0,0 0 0,0 0 1,0 0-1,0 0 0,0 0 0,0 0 0,0 1 0,0-1 0,0 0 0,0 0 1,1 1-1,-1-1 0,0 1 0,0-1 0,1 1 0,-1 0 0,1-1 0,-1 1 1,0 0-1,1 0 0,-1 0 0,0 0 0,1 0 0,-1 0 0,1 0 0,-1 1 1,0-1-1,1 0 0,-1 1 0,2 0 0,2 1 124,0 0-1,0 0 1,-1 0 0,1 1-1,0 0 1,-1 0-1,7 5 1,18 18-171,15 12 0,-2 1 0,-2 3 0,64 82 0,-98-114 0,-1-1 0,1 1 0,-2 1 0,1-1 0,-1 1 0,-1 0 0,0 0 0,-1 0 0,0 0 0,1 23 0,-3-27 0,0 1 0,-1-1 0,1 1 0,-2-1 0,1 1 0,-1-1 0,0 0 0,-1 0 0,0 0 0,0 0 0,-1 0 0,1 0 0,-1-1 0,-1 0 0,1 0 0,-1 0 0,-6 6 0,-3 0 0,-1 0 0,0-1 0,-1 0 0,0-1 0,-30 13 0,-95 28 0,135-49 0,5-1 0,-50 14 0,46-14 0,0 0 0,0 0 0,0 0 0,-1-1 0,1 0 0,0 0 0,0 0 0,-7-2 0,11 2 0,0 0 0,1-1 0,-1 1 0,0-1 0,1 1 0,-1 0 0,1-1 0,-1 0 0,1 1 0,-1-1 0,1 1 0,0-1 0,-1 0 0,1 1 0,0-1 0,-1 0 0,1 1 0,0-1 0,0 0 0,-1 1 0,1-1 0,0 0 0,0 0 0,0 1 0,0-3 0,3-19 0,1 13 0,1-1 0,0 1 0,1 0 0,0 0 0,0 0 0,1 1 0,0 0 0,14-13 0,3-3 0,301-303 0,-255 259 0,124-113-2349,280-212-8721,-434 363 4835,-11 15-3894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45.76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1 910 10329,'1'1'475,"0"0"1,1 0-1,-1 0 1,1 0-1,-1-1 0,1 1 1,-1 0-1,1-1 1,-1 1-1,1-1 1,0 1-1,-1-1 0,1 0 1,2 0-1,27-5 2069,-17 0-2483,-1-2 1,20-11 0,-19 11 768,23-15 232,0-1 0,63-52-1,-80 57-728,-1 0-1,-1-2 1,0 0-1,-2 0 1,27-45-1,-37 55-264,-1 2 36,0-1 0,-1 1 0,0-1 0,0 0 0,2-13-1,0 2 17,-7 19-107,1 0 1,-1 1 0,1-1-1,0 1 1,-1-1-1,1 0 1,-1 1-1,1-1 1,-1 1 0,0-1-1,1 1 1,-1-1-1,1 1 1,-1 0-1,0-1 1,1 1 0,-1 0-1,0-1 1,0 1-1,1 0 1,-1 0-1,-1-1 1,1 1 14,-1 0-4,1-1 0,-1 1-1,0 0 1,0 0 0,0 0 0,0 0 0,0 0 0,0 0-1,0 0 1,0 1 0,0-1 0,0 1 0,0-1 0,0 1-1,0 0 1,0-1 0,0 1 0,1 0 0,-1 1 0,0-1 0,1 0-1,-3 2 1,-34 33 224,36-34-225,-29 36 136,2 1 1,1 1 0,3 2 0,1 0 0,-27 66-1,45-94-129,-6 13 23,-10 32 0,20-51-40,-1 0-1,2 1 1,-1-1-1,1 1 1,1-1 0,-1 1-1,1-1 1,2 16 0,15 27 31,-16-48-52,1-1-1,-1 1 0,1 0 1,0-1-1,0 0 0,-1 1 0,1-1 1,1 0-1,-1 0 0,0 0 1,0-1-1,1 1 0,-1 0 1,1-1-1,0 1 0,-1-1 0,1 0 1,5 1-1,-2 0-7,0-1 0,0 0 0,1-1 0,-1 1 0,0-1 1,0-1-1,7 0 0,7-3-8,-1-1 1,0 0-1,0-2 0,0 0 1,-1-1-1,0-1 1,0-1-1,28-20 1,10-14-27,58-57 0,-61 52 16,-19 18-13,104-88 6,-112 98 112,2 2 0,1 0 0,38-18 0,-61 34-33,0 0 1,1 0 0,0 1-1,-1 0 1,1 0 0,0 0-1,0 1 1,0 0 0,0 1 0,0-1-1,0 1 1,0 1 0,1-1-1,-1 1 1,0 0 0,-1 1-1,1 0 1,0 0 0,0 0-1,-1 1 1,1 0 0,-1 0-1,0 1 1,0 0 0,0 0 0,0 0-1,-1 0 1,0 1 0,0 0-1,0 0 1,0 1 0,-1 0-1,0-1 1,5 10 0,7 13 124,-1 2 0,-1 0 0,-2 0 0,-1 1 0,-1 1 1,10 56-1,10 203 1053,-25-218-1140,-3-20-76,9 62 0,-9-104 0,0 1 0,1-1 0,1 1 0,0-1 0,0 0 0,1 0 0,9 14 0,-11-20-20,0-1 0,0 0-1,1 0 1,0 0 0,-1 0 0,1 0-1,1-1 1,-1 0 0,0 0 0,1 0-1,0 0 1,-1-1 0,1 0 0,0 0-1,0 0 1,0 0 0,1-1 0,-1 0-1,0 0 1,1 0 0,-1-1 0,0 0-1,1 0 1,-1 0 0,1-1 0,-1 1-1,0-1 1,6-2 0,4-2-58,0 0-1,0-1 1,-1 0 0,0-1-1,0-1 1,-1 0 0,1-1-1,15-14 1,0-4-49,-2 0-1,-1-2 1,-1-1 0,36-58 0,69-143-295,-126 223 408,46-88-74,267-472-204,-295 533 288,37-59 360,118-144 0,-165 226-182,0 0-1,0 0 0,1 1 0,1 0 0,17-10 0,-29 21-152,-1-1 0,1 0 1,-1 1-1,1-1 1,0 0-1,-1 1 0,1 0 1,0-1-1,0 1 1,-1 0-1,1 0 1,0 0-1,0 0 0,-1 0 1,1 1-1,0-1 1,-1 0-1,1 1 0,0-1 1,-1 1-1,1 0 1,0 0-1,-1-1 0,1 1 1,-1 0-1,0 0 1,1 0-1,-1 0 1,0 1-1,2 1 0,2 2 35,-1 0 0,0 1-1,0 0 1,0 0-1,5 11 1,-5-6-56,0 0 0,-1 0 0,0 1 0,0 0 0,-1-1 0,-1 1 0,1 17 0,-9 86 0,4-90 0,-21 160 0,-9 0 0,-75 241 0,88-355-1656,4 2 0,-14 132 0,29-135-3161,9-25-2223,10 4-5918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45.90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1 160 13949,'30'-30'2965,"-17"15"-525,17-3-508,4 9-372,3 0-316,13 3-408,17 3-900,13 3-380,1-7-260,6-2-416,0 0-496,-7-3-340,-6 0-392,-1 3-2561,-6-3-3872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46.00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7905,'0'0'2448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46.66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 1306 10689,'-10'-34'3049,"8"27"-2405,0 1-1,0 0 1,0 0-1,1-1 1,0 1-1,0-1 1,1 1-1,0-1 1,1-6-1,0 6-399,0 1 1,1 0-1,0 0 0,0 0 1,0 0-1,1 0 0,0 1 1,0-1-1,0 1 0,1-1 1,0 1-1,0 1 0,0-1 1,1 0-1,-1 1 0,1 0 1,0 0-1,1 0 0,7-4 1,10-3 123,1 0 0,0 1 0,42-11 0,69-14 463,216-28-1,164 11-174,-71 19-342,83 4-64,85 4-66,84 5-28,75 7-26,1929 9 171,-591 4-139,-5-36 401,-1345 5 150,155-27 226,-389 11-733,-176 1-206,-200 22 0,191-56 0,-213 36 0,-111 37 0,-1 0 0,0-1 0,-1-1 0,0 0 0,16-14 0,-26 21 3,-1-1 0,0 0 0,0 0 0,0-1 0,0 1-1,-1-1 1,1 1 0,-1-1 0,0 0 0,0 0 0,0 0 0,-1 0 0,1 0 0,-1 0 0,0-1-1,0 1 1,-1 0 0,1-1 0,-1-4 0,0 4-24,-1-1 1,0 0-1,-1 1 0,1-1 0,-1 1 1,0 0-1,0-1 0,-1 1 1,0 0-1,0 0 0,0 1 0,0-1 1,-8-7-1,-9-8-1017,0 1 1,-2 1-1,0 1 1,-46-27-1,11 15-3456,2 7-3506,37 15-3869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47.11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43 12137,'24'-33'1744,"-4"24"-388,3 15-552,1 0-824,2 3-912,-2-3-956,-7 12-1940,16 12-2561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47.83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833 153 12041,'3'-4'161,"6"-7"680,-1-1 0,0 0 0,8-18 0,-15 27-569,1 0 0,-1 0 1,0 0-1,0 0 0,0 0 0,-1 0 0,1 0 0,-1 0 1,0 0-1,1 0 0,-1 0 0,-1 0 0,1 0 0,0 0 1,-1 0-1,1 0 0,-1 0 0,0 0 0,0 0 0,0 0 1,-1 0-1,-2-4 0,3 6-158,0 0 0,0 0 0,0 0 0,0 0 1,-1 1-1,1-1 0,0 0 0,-1 0 0,1 1 0,0-1 0,-1 1 0,1-1 0,-1 1 0,1 0 1,-1 0-1,1 0 0,-1-1 0,1 1 0,-1 0 0,1 1 0,-1-1 0,1 0 0,-1 0 0,1 1 1,-1-1-1,1 1 0,-3 0 0,-2 2 187,0 0 0,-1 0-1,1 0 1,0 0 0,-5 5 0,-14 13 627,1 1 0,1 1-1,-32 40 1,-54 89 1067,16-9-1854,-122 259 0,161-280-157,6 2 1,-54 220-1,87-282-24,4 2 1,3-1-1,2 1 0,4 99 0,3-136-47,2 1 0,0 0-1,2-1 1,1 0 0,2 0-1,0-1 1,2 0 0,1 0-1,1-1 1,0 0 0,2-1-1,35 43 1,-29-44-574,2-2-1,0 0 1,1-2 0,1 0-1,1-2 1,37 20 0,-22-17-1847,0-2 0,0-2 0,79 20 0,70 1-11280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48.13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2299 67 13345,'-10'-15'1139,"-4"-11"-20,11 1 5061,-16 36-3578,17-9-2489,1 0 0,-1 1 0,1-1 0,-1 0 0,1 0 0,0 1 0,0-1 0,0 1 0,1-1 0,-1 1 0,0 0 0,1-1 0,0 1 0,-1 3 0,3 44 737,0-18-422,-12 391 1471,-38-2-1320,19-283-539,-5-2-1,-6-1 1,-7-2 0,-4-2-1,-7-2 1,-5-3 0,-6-3-1,-4-4 1,-123 152 0,84-137-958,-162 151 1,186-206-452,-4-4 1,-179 114 0,-46-26-3189,99-74-2581,67-31-2476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49.27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700 916 11421,'-4'-20'1662,"2"12"-871,1 0 0,-1 1-1,0 0 1,-1-1 0,-6-12 0,7 18-648,0 0-1,0-1 1,1 1 0,-2 0 0,1 0 0,0 0 0,0 0 0,-1 0 0,1 1-1,0-1 1,-1 1 0,0 0 0,1 0 0,-1 0 0,0 0 0,0 0 0,0 0-1,1 1 1,-7-1 0,-3 0 118,1 1 0,-1 1-1,0 0 1,1 1 0,-1 0-1,1 0 1,0 1 0,0 1 0,0 0-1,0 1 1,-15 8 0,-5 5 311,1 1 1,-43 36 0,39-26-302,1 2 0,1 1 0,2 1 0,1 2 0,2 1 0,-35 60 0,48-71-200,1 1 0,1 0-1,1 1 1,2 0-1,1 1 1,0 0 0,2 0-1,2 1 1,0-1-1,2 1 1,2 38 0,3-46-56,0-1 1,1 1-1,1-1 1,1 0-1,1-1 1,1 0-1,1 0 0,0 0 1,1-1-1,1-1 1,1 1-1,0-2 1,17 17-1,-9-12-50,0-1 0,2-1 0,0-1 0,1-2 0,0 0 0,2-1 0,0-1 0,0-1 0,29 9 0,-7-7-75,2-1 0,-1-3 0,1-3 0,1-1 0,-1-2 0,1-3 0,82-6-1,-79-1-120,-1-2-1,0-3 0,-1-2 0,0-2 1,-1-2-1,-1-3 0,53-27 0,-72 30-23,49-36 0,-69 45 192,-1 0 0,0-1-1,-1 0 1,0-1-1,0 0 1,-1 0-1,0-1 1,8-14 0,-14 23 55,-1 0 0,1 0 0,-1-1 0,0 1 0,1 0 0,-1 0 0,0-1 0,0 1 0,0 0 0,0 0 0,0-1 0,0 1 0,-1 0 0,1 0 0,0 0 0,0-1 0,-1 1 0,1 0 0,-1 0 0,1 0 0,-1 0 0,0 0 0,1 0 0,-1 0 0,0 0 0,0 0 0,1 0 0,-1 0 0,0 0 0,0 0 0,-2 0 0,0-2-7,-1 0 0,0 1 0,0 0 0,0 0 0,0 0 0,-7-2 1,4 3-1,0-1 0,-1 1 1,1 1-1,0-1 1,-1 1-1,1 1 0,0-1 1,-9 3-1,-58 16-56,72-18 68,-34 12-100,0 2 0,1 1 0,1 2 0,0 1 0,1 2 0,-32 27 0,53-38-24,-1 2 0,2-1-1,0 2 1,0-1 0,-14 23-1,24-34 119,1 1 0,-1-1-1,0 1 1,1-1-1,-1 1 1,1-1 0,-1 1-1,1-1 1,0 1-1,-1 0 1,1-1 0,0 1-1,0-1 1,0 1-1,0 0 1,1-1 0,-1 1-1,0-1 1,1 1-1,-1-1 1,1 1 0,-1-1-1,1 1 1,0-1 0,0 1-1,0-1 1,-1 0-1,1 1 1,0-1 0,1 0-1,-1 0 1,0 0-1,0 0 1,2 2 0,2 0-3,-1 0 1,1 0 0,0 0 0,0-1-1,0 1 1,0-1 0,0 0 0,8 1-1,16 2-32,0-2 0,0-1 0,42-3 0,89-13 128,-148 12-64,335-58 613,-108 15-320,-203 40-301,232-49 22,-237 45-32,-1-2-1,-1 0 1,0-2 0,-1-1-1,0-1 1,43-32 0,-46 25-1,0 0 1,-1-2 0,-2-1-1,0-1 1,-2 0-1,21-36 1,87-184 90,-101 192-30,5-21 60,-18 42-15,1 1-1,24-38 1,-43 87 81,-104 308 316,82-232-503,5 1 0,-17 163 1,34-208-84,1-22-14,1-1-1,1 1 1,2 0-1,5 43 0,-5-67 69,-1 0-1,1 0 0,0 0 0,0 0 0,0 0 0,0-1 0,1 1 0,-1 0 0,1-1 0,0 1 0,-1-1 0,5 4 0,-4-5 14,-1 0 0,0 0-1,1 0 1,-1 0-1,1 0 1,0 0-1,-1-1 1,1 1-1,-1-1 1,1 1-1,0-1 1,-1 0-1,1 0 1,0 0-1,0 0 1,3 0-1,0-1-10,1-1 0,0 0 0,0 0 1,-1 0-1,1-1 0,-1 0 0,0 0 0,0 0 0,0 0 0,7-7 0,19-18-170,-2-2 0,35-43 0,-14 14-67,383-385-941,124-147 453,-11-199 2799,-505 720-1398,-40 68-574,0 0 0,0 0 0,0 0 0,0 0 0,0 0-1,0-1 1,0 1 0,-1 0 0,1-1 0,-1 1 0,1-3-1,-2 4-47,1 1 0,0 0-1,0-1 1,0 1-1,0 0 1,0-1 0,0 1-1,-1 0 1,1-1 0,0 1-1,0 0 1,-1-1-1,1 1 1,0 0 0,0 0-1,-1-1 1,1 1-1,0 0 1,-1 0 0,1-1-1,0 1 1,-1 0 0,1 0-1,0 0 1,-1 0-1,1 0 1,-1 0 0,1-1-1,0 1 1,-1 0-1,1 0 1,-1 0 0,1 0-1,0 0 1,-1 0-1,1 1 1,-1-1 0,-4 1 131,1 0 0,-1 1 0,1 0 1,0-1-1,-1 2 0,1-1 0,0 0 0,-7 6 1,-24 24 565,0 2 0,3 1 1,-51 70-1,58-73-455,-88 125 195,7 6-1,7 3 0,-122 283 1,162-300-3026,6 3 1,-36 169-1,79-277 504,-4 54 0,11-5-3529,8 12-4955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49.41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11 125 13533,'-10'-70'1908,"20"61"-339,3 3 527,-6-15-1736,0 3-572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49.6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33 14565,'207'-30'2229,"-113"27"-397,-10 3-440,0 0-284,6 3-208,21 3-240,19 6-484,21 3-340,3 0-696,7 3-748,-10-3-836,-14 4-2845,-17 5-4224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50.3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866 0 10333,'1'0'102,"-1"0"-1,0 0 1,1 0-1,-1 0 1,1 0 0,-1 0-1,0 0 1,1 0 0,-1 1-1,1-1 1,-1 0-1,0 0 1,1 0 0,-1 1-1,0-1 1,1 0 0,-1 0-1,0 1 1,1-1-1,-1 0 1,0 0 0,0 1-1,1-1 1,-1 0-1,0 1 1,0-1 0,1 0-1,-1 1 1,0-1 0,0 1-1,0-1 1,0 0-1,0 1 1,0-1 0,0 1-1,0-1 1,0 1 0,-14 12 3272,4-6-3727,-242 222 4243,16 23-2840,167-176-746,-83 105 139,123-142-345,2 2 0,-38 77 0,61-110-93,0 0-1,1 1 1,1-1 0,-1 1 0,2 0 0,-1-1 0,1 1-1,0 0 1,1 13 0,0-17-11,1 0 0,0 0-1,0-1 1,0 1 0,0 0 0,1-1-1,0 1 1,0-1 0,0 0-1,1 1 1,-1-1 0,1 0 0,0 0-1,0-1 1,0 1 0,1-1 0,-1 1-1,8 4 1,1-1-12,0 0 0,1-1 0,-1 0 0,1-1-1,1-1 1,-1 0 0,1 0 0,-1-2 0,1 1 0,22-1 0,13-1-38,83-9 1,116-27-41,23-2 14,-242 34 82,1 2 0,-1 1-1,1 1 1,54 11 0,-78-11 4,-1 1 0,1 0 0,-1 1 0,0-1 1,0 1-1,0 0 0,-1 1 0,1-1 0,-1 1 0,0 0 1,0 0-1,0 0 0,0 0 0,-1 1 0,1-1 0,-1 1 1,0 0-1,3 10 0,24 29 73,-25-40-71,0-1-1,1 1 0,-1-1 0,1 0 0,0 0 0,0-1 0,0 1 0,0-1 0,0-1 0,0 1 0,10 0 0,-4 1 5,16 1-3,0-1 0,0-1 0,0-1-1,1-2 1,30-4 0,24 0-9,-64 4 2,297-17 47,-308 17-46,1-1 0,-1 0 0,-1 0 0,1-1 0,0 0 0,-1-1 0,1 1 0,12-10 0,2-3 9,27-27 0,17-14 5,-6 20-556,3 1 0,1 4 0,89-33 0,-146 62-510,0-1 0,0 0 0,0 0 0,7-6 0,1 1-3610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6:56:50.76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64 7381,'51'-18'1765,"2"2"-1,83-13 1,-81 28-1548,-27 21 1306,0 14-149,41 49-1866,29 54-6118,-84-115 6644,1-1 0,1-1 0,1 0-1,0-1 1,2-1 0,25 20-1,-37-33 109,0-2 0,0 1 0,1-1-1,-1 0 1,1-1 0,0 1 0,-1-1-1,1-1 1,0 0 0,9 1 0,10-2-49,46-6 0,-48 4-370,1 0-1,25 2 1,-11 3 78,-1 1 1,1 3-1,42 12 0,-62-12 403,-1 0 0,1 1 0,-2 0-1,1 2 1,-1 0 0,0 1 0,-1 1 0,17 16-1,-16-12-261,36 32 216,-20-20-4268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06.20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672 333 11253,'-6'15'7890,"5"-10"-6758,-5 16-295,0 0-1,-2 0 1,0-1-1,-1 1 1,-21 31-1,7-10 33,-297 573 3241,100-105-3383,209-482-660,-11 33 77,21-57-118,4-8-8,16-34-5,25-74 18,-14 31-46,204-539-322,-11 32 285,-156 436 239,-53 124-75,2 0-1,26-33 1,-38 55-54,0 1-1,1-1 1,-1 1 0,1 1-1,0-1 1,1 1 0,-1 0 0,1 0-1,6-3 1,-9 6-29,-1-1-1,1 2 1,0-1-1,0 0 1,-1 0 0,1 1-1,0 0 1,0-1 0,0 1-1,0 0 1,0 1-1,0-1 1,-1 0 0,1 1-1,0 0 1,0-1 0,-1 1-1,1 0 1,0 0 0,-1 1-1,1-1 1,-1 1-1,1-1 1,2 3 0,4 4-21,0 0 0,-1 0 0,-1 1 0,1 0-1,-1 0 1,-1 1 0,0 0 0,9 18 0,32 95-22,-46-120 14,22 76 0,-4 0 0,13 113 0,0 168 0,-27-284 0,49 838 0,-47-771 0,23 232 0,-26-347-162,13 48 1,-14-66-28,0 0 0,1-1 0,0 0-1,1 1 1,0-1 0,1-1 0,10 14 0,-15-21 2,0 0-1,0 0 1,0 0 0,0 0 0,0 0 0,0 0-1,0 0 1,1 0 0,-1 0 0,0 0 0,1-1-1,-1 1 1,1-1 0,-1 1 0,1-1-1,-1 1 1,1-1 0,-1 0 0,1 0 0,-1 0-1,1 0 1,-1 0 0,1 0 0,-1 0 0,1 0-1,-1-1 1,1 1 0,-1 0 0,1-1 0,-1 1-1,1-1 1,-1 0 0,2-1 0,6-1-886,1 0-466,-1-1-1,0 0 0,0 0 1,9-7-1,-6 1-2730,0 0-1,16-17 1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06.3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37 211 11645,'-36'-6'7001,"69"0"-6073,34-6-188,10 3-148,30-9-260,27 0-404,20-3-476,14-3-560,9 0-648,14 0-445,4 0-2323,5-1-3521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06.81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1140 1014 6233,'-1'0'124,"0"0"0,1-1 1,-1 1-1,0 0 1,0-1-1,0 1 1,0-1-1,0 1 1,0-1-1,0 1 0,0-1 1,1 0-1,-1 0 1,0 1-1,1-1 1,-1 0-1,0 0 1,0-1-1,6-14 2695,-1 7-1763,-4 8-924,0 1 1,0-1-1,0 0 1,0 0-1,0 0 0,0 0 1,0 0-1,0 0 1,0 1-1,0-1 1,0 0-1,0 0 0,-1 0 1,1 0-1,0 0 1,-1 1-1,1-1 1,-1 0-1,1 0 0,-1 1 1,1-1-1,-1 0 1,1 1-1,-1-1 1,0 0-1,1 1 0,-1-1 1,0 1-1,0-1 1,1 1-1,-2-1 1,-21-10 1455,3 8-1085,0 0 0,0 2 0,0 0 0,0 1 0,0 1 0,-40 7 0,24-2-70,0 3 0,1 1 0,0 1 1,0 2-1,2 1 0,-1 2 0,-51 34 0,4 5 307,-121 110 0,157-124-497,-74 87 1,97-101-163,2 1 0,1 1 1,1 1-1,-24 56 0,38-76-64,0 0 0,1 0 0,0 0 0,1 0 0,0 1 0,0-1 0,2 1 0,-1-1 0,1 1 0,2 18 0,0-23-34,-1 0-1,1-1 1,-1 0-1,1 1 1,1-1-1,-1 0 1,1 0-1,0 0 1,0 0-1,1-1 1,-1 1-1,1-1 1,0 0-1,0 0 1,0 0-1,1-1 1,-1 1-1,1-1 1,0 0-1,0-1 1,8 4-1,1-1-90,0 0 0,1-1 0,0-1 0,0-1 0,0 0 0,0-1 0,0 0 0,0-1 1,0-1-1,1-1 0,-1 0 0,-1 0 0,1-2 0,20-7 0,-12 3-22,-1-1-1,0 0 1,0-2 0,-1-1 0,-1-1-1,0 0 1,0-2 0,23-23 0,-6-2-187,-1-1 1,-3-2 0,-2-2 0,-1-1-1,-3-1 1,41-95 0,-31 44-137,-3-1 1,32-168-1,-50 175 538,-4 0 1,-4 0-1,-4-1 0,-4 0 1,-4 0-1,-25-145 0,26 225-6,0-1-1,0 2 1,-1-1-1,-1 0 1,-6-12-1,11 24-64,-1 0-1,1 1 0,-1-1 1,1 0-1,-1 0 1,0 0-1,1 1 1,-1-1-1,0 0 1,1 1-1,-1-1 1,0 1-1,0-1 1,0 1-1,0-1 1,1 1-1,-1-1 1,0 1-1,0 0 1,0 0-1,0-1 1,0 1-1,0 0 1,0 0-1,0 0 1,0 0-1,0 0 0,0 0 1,0 0-1,0 0 1,0 1-1,0-1 1,0 0-1,0 1 1,0-1-1,1 0 1,-1 1-1,0-1 1,0 1-1,0-1 1,-1 2-1,-3 2 46,1-1-1,0 1 1,-1 0-1,2 0 1,-7 9-1,1 1 65,0 0 0,2 1 0,0 0 0,0 0 0,2 1-1,-8 30 1,-12 108 496,20-114-537,-14 115 202,2 180 1,18-246-838,5 0-1,3 0 0,31 130 0,-34-192 51,2 0 1,1-1-1,2 0 0,0 0 0,19 30 0,-24-46-124,1 1 0,1-2 1,0 1-1,0-1 0,1 0 0,0 0 0,0-1 0,1 0 0,0-1 0,0 0 0,1-1 0,0 0 0,0-1 1,16 6-1,45 6-6965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07.38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777 582 8917,'-1'-1'160,"-1"-1"1,0 0-1,0 1 1,1 0 0,-1-1-1,0 1 1,0 0-1,0 0 1,0 0-1,0 0 1,-1 0-1,1 0 1,0 1-1,0-1 1,-4 0 0,1 2 195,1 0 1,-1 0-1,1 0 1,-1 1 0,1-1-1,0 1 1,-5 3-1,3-3-104,-40 21 967,1 2-1,2 1 1,0 3 0,-52 46-1,-138 154 28,125-101-1008,95-111-313,1 0-1,2 1 1,-1 0-1,2 1 1,-13 37-1,21-53 40,-1 1 0,2-1 0,-1 0 1,0 0-1,1 1 0,-1-1 0,1 0 0,0 1 0,0-1 1,1 1-1,-1-1 0,1 0 0,-1 0 0,1 1 0,0-1 1,0 0-1,1 0 0,-1 0 0,0 0 0,1 0 0,0 0 1,0 0-1,0-1 0,0 1 0,0 0 0,1-1 0,-1 0 1,1 0-1,5 4 0,-3-3-22,1 0 0,0-1 0,-1 1-1,1-1 1,0 0 0,0-1 0,1 0 0,-1 0 0,0 0 0,0-1 0,1 0-1,-1 0 1,0 0 0,11-3 0,1-1-11,-1-1 0,1-1 0,-1-1 1,0 0-1,-1-1 0,0-1 0,0 0 0,-1-1 0,0-1 0,-1-1 0,0 0 0,13-14 0,-7 3-9,-1 0 0,-1-1-1,-1-1 1,-2 0 0,0-1-1,18-45 1,-25 48 35,-2 0 0,0 0 1,-1-1-1,-1 0 0,1-32 0,-5 50 39,0 0-1,-1 0 0,1 0 0,-1 0 0,0 0 0,-1 0 1,1 0-1,-1 0 0,0 0 0,-1 1 0,0-1 1,1 1-1,-2 0 0,1-1 0,-5-4 0,7 8 8,-1 0-1,0 0 1,0 0-1,-1 0 1,1 1-1,0-1 1,-1 0-1,1 1 1,0 0-1,-1 0 1,0 0-1,1 0 1,-1 0-1,0 0 1,1 0-1,-1 1 1,0 0-1,0-1 1,0 1-1,1 0 1,-1 0-1,0 1 1,0-1-1,0 0 1,1 1-1,-1 0 1,0 0-1,1 0 1,-1 0-1,0 0 1,1 0-1,-1 1 1,-2 1-1,-6 4 17,1 0-1,0 1 1,0 0 0,0 0-1,1 1 1,1 1-1,-1-1 1,1 1-1,1 1 1,0-1 0,1 1-1,0 1 1,0-1-1,1 1 1,1 0-1,0 0 1,0 0-1,-2 17 1,5-23-13,0 0-1,0 0 1,0 0 0,1 0-1,0 0 1,0 0 0,0 0-1,1 0 1,0 0 0,0 0-1,0 0 1,1 0 0,0 0-1,0-1 1,0 1-1,1-1 1,0 1 0,0-1-1,0 0 1,5 5 0,-4-6-6,1 0 0,-1 0 1,1 0-1,-1-1 0,1 0 1,0 0-1,0 0 1,0-1-1,1 0 0,-1 0 1,1 0-1,9 2 0,-5-3-6,0 0 0,0 0 0,0-1 0,0-1-1,0 1 1,18-5 0,-6-1 0,-1 0 0,0-2 0,-1 0 0,0-1 0,0-1-1,21-15 1,-14 6-14,-1-2 0,-1-1-1,-1-1 1,-1-1-1,-1-1 1,-1-1 0,-1-1-1,16-30 1,9-24-27,57-138-1,-86 180 137,21-49 662,50-179-1,-65 163 137,-21 102-651,-23 21 122,13-7-302,1-1 0,0 1 0,1 1 0,0-1 0,1 1 0,-6 19 0,-24 92 163,19-62-130,-9 37 66,-17 118 1,35-156-532,2 1 0,4 0-1,5 75 1,-2-130 107,0-1 1,0 1-1,1-1 0,-1 0 0,1 0 0,1 1 0,-1-1 1,5 7-1,-5-10-103,-1-1 1,1 0 0,-1 0 0,1 0-1,0 0 1,0 0 0,0 0-1,0 0 1,0-1 0,0 1-1,0-1 1,0 1 0,1-1-1,-1 0 1,1 0 0,-1 0-1,1 0 1,-1-1 0,1 1-1,-1 0 1,1-1 0,0 0-1,-1 0 1,4 0 0,19-4-5706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08.03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395 38 12949,'1'-1'404,"-1"0"0,0 0 0,0-1 0,0 1 0,1 0 0,-1 0 0,-1-1 0,1 1 0,0 0 0,0-1 0,0 1 0,-1 0 0,1 0-1,0-1 1,-1 1 0,1 0 0,-1 0 0,0 0 0,1 0 0,-1 0 0,0 0 0,-1-2 0,-9-5 567,10 8-790,0 1 0,0 0 0,-1 0 0,1 0 0,0 0-1,0 0 1,0 0 0,0 0 0,0 0 0,0 0 0,0 1-1,1-1 1,-2 2 0,2-3 28,-9 13 355,2 1 0,-1 0 0,2 0 0,0 0-1,-5 21 1,-6 13 244,-54 124 868,-18 47-1299,8 2-4084,56-157 1693,4-10-1807,11-19-4719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08.15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20 1 11577,'0'0'6873,"-10"21"-7337,0 3-824,10 12-509,7 18-2507,6-14-3309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08.33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235 1 12921,'-101'21'2324,"88"-18"101,0 27-269,-4 15-300,0-9-316,7 6-304,0 4-244,3 8-220,4 0-264,3 0-356,3 1-804,-3 2-276,-3 0-536,0-2-560,-8-1-140,1-6-148,-3-6-2821,6-6-4088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08.5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1 142 9201,'78'-42'3233,"-60"31"-2182,0 1 1,0 0-1,1 1 1,0 1-1,38-10 0,154-14 1686,-204 31-2682,1 0 0,-1 1 1,1 0-1,-1 1 0,1 0 0,-1 0 0,1 0 0,-1 1 0,0 0 0,0 1 0,0-1 0,7 5 1,-10-5-39,0 1 0,0 0 0,-1 0 0,1 0 0,-1 0 0,0 0 0,0 1 1,0-1-1,0 1 0,0 0 0,-1-1 0,0 2 0,0-1 0,0 0 0,0 0 1,-1 0-1,0 1 0,1-1 0,0 9 0,1 27 95,-3-21-592,2-1 0,4 21 0,-5-35 150,0 0 1,0 0-1,1 0 1,-1 0-1,1 0 1,0-1-1,0 1 0,0-1 1,0 1-1,1-1 1,0 0-1,-1 0 1,1 0-1,6 5 1,34 17-6699,-20-14 773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08.89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41 27 7837,'41'-25'5108,"-39"23"-3842,-2 11-499,-1 0 1,0 0 0,-1 0-1,-5 17 1,-29 57 184,30-70-853,0-1-1,1 1 1,1 0-1,0 0 1,0 0-1,-3 26 1,7-35-108,0 0 0,0 1 0,0-1 0,1 0 0,-1 1 0,1-1 0,0 0 0,1 0 0,-1 0 0,1 1 0,-1-1 0,1-1 0,0 1 0,1 0 0,-1 0 0,1-1 0,-1 1 0,1-1 0,0 0 0,0 0 0,1 0 0,-1 0-1,0-1 1,1 1 0,4 1 0,4 2-60,-1 0 0,1-2-1,0 1 1,0-2 0,0 1-1,1-2 1,-1 0 0,1 0-1,23 0 1,-27-2 41,0-1 0,0 1 0,-1-1 0,1-1 0,-1 0 0,1 0 1,-1 0-1,0-1 0,0-1 0,0 1 0,0-1 0,0 0 0,-1-1 0,0 0 0,9-8 0,59-55-130,-67 60 146,0 0-1,1 1 1,0 0-1,0 1 0,0 0 1,13-5-1,-16 8 3,-2 2 0,1-1 0,0 2 1,-1-1-1,1 0 0,0 1 0,0 0 1,-1 0-1,1 1 0,0-1 1,7 3-1,0 1-282,0 0 0,20 12-1,-10-6-2749,-14-9-1232,17-4-2502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09.76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702 70 5761,'11'-26'1256,"8"-17"10215,-23 43-10488,-3 0-769,0 1 1,0 0-1,0 1 0,0-1 0,1 1 1,-1 1-1,0-1 0,1 1 0,0 0 0,0 1 1,-7 3-1,-11 11 546,-30 27-1,33-27-398,-36 35 121,1 3 1,3 2 0,3 2-1,3 2 1,2 2 0,3 3-1,-50 106 1,73-131-395,2 0 0,1 2 0,3 0 0,1 0-1,-5 49 1,13-63-220,2 0-1,1 0 0,1 1 1,2-1-1,1 0 0,1 0 1,2 0-1,15 48 0,-9-47-174,1 0-1,1-2 1,1 1-1,2-2 0,1 0 1,1-1-1,1-1 1,2-1-1,0-1 0,31 25 1,-24-24-639,2-2 0,1-1 1,40 20-1,-31-22-1490,1-1-1,64 19 1,39-2-7221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09.90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476 0 12725,'-97'97'2116,"43"-58"-303,14 0-233,3 0-476,0 4-224,4 8-184,-1 9-144,4 6-248,0 1-576,6 2-584,-2 0-844,5-8-624,8 5-2565,13-3-3856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10.4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295 0 9293,'-20'6'2048,"0"0"4,3 3-168,-3 4-327,3-4-321,-3-3-260,-3 3-248,2 3-192,5 3-380,-18 9-496,11 3-800,3 3-784,-4 9-3117,4 4-3996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10.79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69 90 9693,'19'-14'888,"0"0"1,1 2 0,0 1-1,43-19 1,-58 28-656,1 1 1,0-1-1,0 1 1,0 0-1,0 1 1,0-1-1,0 1 1,0 0-1,0 0 1,0 1-1,6 1 1,-8-1-192,0 1 1,0 0-1,0-1 1,0 2 0,0-1-1,0 0 1,-1 1-1,1-1 1,-1 1 0,0 0-1,0 0 1,0 0-1,0 1 1,0-1 0,-1 1-1,1 0 1,1 4-1,1 3 24,0 0 0,0 1 0,-1 0 0,-1 0 0,0 0 0,-1 0 0,0 0-1,-1 1 1,0-1 0,-1 0 0,-1 1 0,0-1 0,-3 18 0,-6 15-18,-1-1 0,-23 55 1,29-83-50,-36 82-46,-88 156 0,32-72-50,96-180 98,-8 16 57,1 0 1,0 1 0,-7 29-1,14-44-48,0 0 0,0-1 0,0 1 0,1 0 0,-1 0 0,1 0 0,0-1 0,0 1 0,0 0 0,1 0 0,-1 0 0,1-1 0,0 1 0,0 0 0,1-1 0,-1 1 0,1-1 0,-1 1 0,1-1 0,0 1 0,0-1 0,1 0 0,-1 0-1,1 0 1,5 4 0,1-1-31,1-1 0,0 0 0,0 0-1,0-1 1,0 0 0,1-1 0,0 0-1,0-1 1,12 2 0,20-1-555,44-1 0,-78-2 462,629-39-9388,-492 21 4392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10.93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547 0 9205,'-40'6'3080,"23"-9"-1472,-3 3-108,-14 9-203,-16 6-257,10 3-248,-4 6-184,8 7-128,-8 2-164,0 6-364,4 9-708,-3-6-844,6 4-785,0 2-1999,17 12-3385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11.2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446 181 9549,'45'-61'2951,"-10"16"333,-32 41-2865,2-5 80,1 1 0,0 0 0,0 0 0,1 0-1,0 1 1,0 0 0,11-7 0,-17 13-476,0 1 1,0 0-1,0 0 1,1-1 0,-1 1-1,0 0 1,0 0-1,0 0 1,0 0-1,1 0 1,-1 0-1,0 1 1,0-1 0,0 0-1,0 0 1,0 1-1,0-1 1,0 1-1,2 0 1,1 1 40,0 0-61,1 1 0,-1-1 1,0 1-1,1 0 1,-2 1-1,1-1 1,0 1-1,-1-1 1,1 1-1,-1 0 1,0 0-1,0 1 1,-1-1-1,0 1 1,1-1-1,-1 1 0,-1 0 1,1 0-1,1 7 1,3 15-254,0-1 1,1 38-1,-6-59 208,1 68-760,-2-1 0,-16 116 0,9-134 440,-3 0 1,-2-2-1,-20 53 1,-70 146-795,82-211 955,-1-2 1,-2 0-1,-2-1 1,-34 39-1,8-19-786,-91 79 0,114-114-475,-58 34-1,54-37-699,-7 8-1789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14.0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188 67 9877,'2'-3'-594,"4"-4"859,-2-1 4744,-5 8-4738,0 0 0,1-1 0,-1 1 1,0 0-1,1-1 0,-1 1 0,0 0 0,0 0 0,1 0 1,-1 0-1,0 0 0,0 0 0,1 0 0,-1 0 0,0 0 1,0 0-1,1 0 0,-1 0 0,0 0 0,0 1 1,1-1-1,-2 1 0,-1 0-156,1 0 1,-1 0-1,1 1 1,-1-1-1,1 1 1,0-1-1,-1 1 1,1 0-1,0 0 1,0 0-1,1 0 1,-1 0-1,0 0 1,1 0-1,-1 1 1,1-1-1,0 1 1,-1-1-1,0 5 1,-19 60 1173,15-43-1074,-59 219 1269,50-182-1242,3-3-126,3 1-1,2 0 0,2 0 0,4 0 1,5 68-1,-3-121-120,0 1 0,0-1 0,0 1 0,1 0 0,-1-1 0,2 0 0,-1 0 0,1 1 0,0-2 0,5 10 0,-6-13-10,-1 0-1,1-1 1,0 1-1,0 0 1,0 0 0,0-1-1,0 1 1,0-1 0,0 0-1,0 1 1,1-1 0,-1 0-1,0 0 1,1-1 0,-1 1-1,1 0 1,-1-1 0,1 1-1,-1-1 1,1 0 0,0 0-1,-1 0 1,1 0 0,-1-1-1,1 1 1,-1-1-1,1 1 1,-1-1 0,1 0-1,2-1 1,22-10-192,-2 0-1,1-2 0,-2 0 1,27-21-1,87-80-534,-88 70 451,81-55 1,-129 99 283,-1 0 0,1 0 0,0 0 0,0 0 0,0 1 0,-1-1 0,1 0 0,0 1 0,0-1 0,0 1 0,0 0 0,0 0 0,0-1 1,0 1-1,0 1 0,0-1 0,0 0 0,0 0 0,0 1 0,0-1 0,0 1 0,0 0 0,0-1 0,0 1 0,-1 0 0,1 0 0,0 0 0,0 0 1,-1 1-1,1-1 0,2 3 0,0 1 1,0 0-1,0 0 1,0 0 0,0 1 0,-1-1 0,0 1-1,4 11 1,3 11-5,-5-11 17,0-1-1,2 0 0,0-1 0,1 1 0,14 20 1,-20-32 3,1-1 1,-1-1-1,1 1 1,0 0-1,0 0 1,0-1-1,0 0 1,0 0-1,0 0 1,1 0-1,-1 0 1,1-1-1,-1 1 1,1-1-1,0 0 1,0 0-1,-1 0 1,1-1-1,0 1 0,0-1 1,0 0-1,0 0 1,0 0-1,0-1 1,-1 1-1,1-1 1,0 0-1,0 0 1,-1 0-1,6-3 1,2-1 101,0 0-1,-1-1 1,1-1 0,-1 0-1,-1 0 1,1-1 0,-1 0-1,0 0 1,-1-1 0,0 0-1,-1-1 1,0 0 0,0 0-1,-1 0 1,0-1 0,-1 0-1,0 0 1,5-18 0,4-21 210,-2 0 0,-3 0 0,4-61 0,-2 22-191,25-190-1540,-35 210-2303,-2 68 3512,1 0 1,-1 1-1,1-1 0,-1 0 0,1 1 0,-1-1 0,0 0 0,1 1 0,-1-1 0,0 1 0,0-1 1,1 1-1,-1 0 0,0-1 0,0 1 0,0 0 0,0-1 0,0 1 0,1 0 0,-1 0 0,0 0 0,0 0 1,-1 0-1,-13 0-5459,2 14-3446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14.85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229 54 12721,'0'-4'532,"0"0"0,-1 0 0,0 0 0,0 0-1,-1 0 1,1 0 0,-1 0 0,1 0 0,-6-7 0,5 7-103,0 1 924,0 5-1124,0-1-1,-1 0 0,1 1 1,0 0-1,0 0 0,0-1 0,0 1 1,0 0-1,0 1 0,1-1 0,-1 0 1,1 0-1,-2 4 0,2-5-89,-11 22 428,1 0 0,2 1-1,0 0 1,-10 46-1,8-29-310,-35 146 485,31-121-588,2-12-124,-16 83-548,26-120 371,1 1 0,1-1 0,1 1-1,1-1 1,4 30 0,-5-44 115,0-1 0,1 1-1,0 0 1,-1 0 0,1 0-1,0-1 1,0 1 0,1 0 0,-1-1-1,1 1 1,-1-1 0,1 1 0,0-1-1,0 0 1,0 0 0,0 0 0,0 0-1,0 0 1,1 0 0,2 1 0,-2-2 6,0 0 1,0 0-1,1 0 1,-1-1 0,0 1-1,1-1 1,-1 0-1,0 0 1,1 0 0,-1-1-1,0 1 1,1-1-1,-1 1 1,6-3 0,9-4-44,-1-2 0,0 1 1,0-2-1,26-20 1,-42 30 65,40-30-73,1 2 0,2 3 0,85-38 1,-123 60 72,0 1 1,1 0-1,-1 1 1,1-1-1,-1 1 1,1 1-1,0-1 1,0 1-1,-1 0 1,1 0-1,0 1 1,-1 0-1,1 0 1,-1 1-1,1 0 1,-1 0-1,0 0 1,1 1-1,-1 0 1,-1 0-1,1 1 1,6 4-1,5 7 3,0 0-1,-2 1 0,0 1 1,-1 1-1,14 21 1,-6-8-23,-18-26 34,0 0 0,0 0 0,0 0-1,1 0 1,-1-1 0,1 0 0,0 0 0,0-1-1,1 1 1,-1-1 0,1 0 0,0 0 0,10 3-1,-8-5-3,-1 0 0,1 0 1,0 0-1,0-1 0,0 0 0,0 0 0,-1-1 0,1 0 0,0-1 0,10-3 0,153-46-104,-164 50 95,-1 0 0,1 0-1,0 1 1,-1 0 0,1 1-1,0-1 1,12 4 0,-12-2 4,1-1-1,-1 0 1,1-1 0,0 1-1,12-2 1,16-4 7,-26 5 0,1-2-1,-1 1 1,0-1 0,0-1 0,0 0-1,10-4 1,5-6 279,-1 0 0,-1-2 0,0 0 0,-1-1 0,-1-2 0,-1 0 0,0-1 0,-2-1 0,0-1 0,19-27-1,-4-16 839,-32 62-723,0 4-312,0 11-60,0 0-1,-1 0 1,0 1-1,-1-1 0,0 0 1,-1 0-1,-6 21 1,-3 20 44,-34 173 94,9-46-89,-44 140-35,-23-3-115,-11 31-471,-67 308-818,177-639 1344,-2 0 0,0-1 0,-1 1-1,0-1 1,-2-1 0,-10 17 0,16-29 21,1-1 0,-1 1 1,0-1-1,0 0 0,0 0 0,0-1 1,0 1-1,-1-1 0,1 1 1,-1-1-1,1 0 0,-1 0 1,0-1-1,0 1 0,0-1 0,0 0 1,0 0-1,0 0 0,0-1 1,-1 1-1,1-1 0,0 0 1,0 0-1,0 0 0,-1-1 0,1 0 1,0 1-1,0-2 0,0 1 1,0 0-1,0-1 0,0 1 1,-3-4-1,-6-1 61,2 0 1,-1-1-1,1 0 1,0-1-1,1-1 1,0 0 0,0 0-1,1-1 1,0 0-1,-14-20 1,13 13-9,1 0 1,0-1 0,1 0-1,1 0 1,0-1 0,-6-33-1,7 11-16,1-1 0,3 1-1,1-1 1,2 1-1,1-1 1,12-59-1,-4 56-57,1 0 0,2 0 0,3 2 0,1-1 0,2 2 0,26-42 0,-13 32-274,3 1 0,1 3 1,3 0-1,52-47 1,191-167-2934,-131 145-577,13 14-3779,-42 39-2216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15.6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646 186 8489,'3'-13'990,"-1"1"0,0-1 1,-1 0-1,-1-14 0,0 22-648,-1 0 0,0 0 0,0 0 0,0 1 0,0-1 0,-1 1 0,0-1 0,0 1 0,0-1 0,0 1 0,-1 0 0,0 0 0,1 0 0,-6-5 0,5 6-153,-1 0 1,1-1-1,-1 1 1,1 1-1,-1-1 1,0 1-1,0-1 1,0 1-1,-1 0 1,1 0 0,0 1-1,-1 0 1,1-1-1,-1 1 1,0 1-1,1-1 1,-1 1-1,0 0 1,1 0-1,-1 0 1,0 0-1,1 1 1,-1 0-1,1 0 1,-1 0 0,1 1-1,-1-1 1,1 1-1,-5 3 1,-9 5 116,0 1 0,1 0 0,1 2 0,0 0 0,-18 18 0,-4 8-83,1 1 1,2 1 0,1 2 0,3 2-1,2 1 1,2 1 0,1 1 0,3 1-1,2 2 1,3 0 0,-18 74 0,31-99-241,1 0 0,1 0 1,1 1-1,1-1 0,1 1 1,2-1-1,1 1 0,1-1 1,13 48-1,-11-57-51,0 0 0,2 0 0,-1-1 0,2 0-1,0 0 1,1-1 0,1-1 0,0 1 0,1-2 0,1 0 0,0 0 0,0-1 0,1-1 0,1 0 0,19 11 0,-17-12 10,1-2 0,0 0 1,0-1-1,1-1 0,0 0 1,0-2-1,0 0 0,0-1 1,1-1-1,28-1 0,-19-2 13,-1-2 0,0-1 0,0-1 0,0-2 0,0-1 0,40-17-1,-12-1 79,-1-4 0,-1-1 0,-2-3 0,-1-2 0,86-80 0,43-50 1147,-179 166-1165,-1 0 0,1-1 0,0 1 1,0 0-1,-1 0 0,1 0 0,0 0 0,0 0 0,0 0 0,-1 0 1,1 0-1,0 0 0,0 0 0,0 0 0,-1 0 0,1 1 1,0-1-1,0 0 0,-1 1 0,1-1 0,0 0 0,-1 1 0,1-1 1,0 1-1,-1-1 0,1 1 0,-1-1 0,1 1 0,0 1 1,2 0 15,-1 1 0,0 0 1,0 0-1,0 1 0,0-1 1,-1 0-1,1 1 1,-1-1-1,0 1 0,0-1 1,0 1-1,1 4 0,2 53 104,-3-29-27,1 8-16,2 1 1,1-1-1,2 0 1,24 74 0,-27-103-83,0 0 1,1 0-1,1-1 1,-1 0-1,2 0 1,-1 0 0,1-1-1,1 1 1,0-2-1,0 1 1,1-1-1,0-1 1,0 1 0,1-2-1,-1 1 1,2-1-1,-1-1 1,1 0-1,-1 0 1,1-1-1,17 4 1,-18-6-6,1 0 0,0 0-1,-1-1 1,1 0 0,0-1 0,0-1 0,-1 0-1,1 0 1,0-1 0,-1 0 0,1-1 0,-1 0-1,0 0 1,0-1 0,0-1 0,-1 0 0,12-7-1,-14 7-3,0-1 0,0 0-1,0 0 1,-1-1 0,0 0-1,0 0 1,-1-1 0,0 1 0,0-1-1,-1 0 1,0 0 0,0-1-1,-1 1 1,0-1 0,-1 0-1,1 0 1,-2 0 0,1 0-1,-1 0 1,-1-14 0,-1 3-10,-1 0 0,0 0 0,-2 0 0,-1 0 0,0 1 0,-1 0 0,-1 0 0,-1 0 0,-16-28 0,8 21-295,0 1-1,-2 1 1,-1 0-1,0 1 0,-41-36 1,43 45-408,0 1 0,-38-22 1,47 31 134,0 0 0,-1 0 1,1 1-1,-10-2 0,14 4-26,0 0-1,0 1 0,0-1 0,0 1 0,0 0 1,0 0-1,0 0 0,0 1 0,0 0 0,-5 1 0,-6 8-4641,5 5-2797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16.6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1 346 11849,'19'-25'2154,"-18"24"-2015,-1 0 0,1 1 1,0-1-1,0 0 0,-1 1 1,1-1-1,0 0 0,0 1 1,0-1-1,0 1 0,0 0 1,0-1-1,0 1 0,0 0 1,0-1-1,-1 1 0,2 0 1,-1 0-1,0 0 0,0 0 1,0 0-1,1 0 0,3 0 400,15-7 965,-16 6-269,-1 1-193,4 1-703,-5-1-262,1 0 1,-1 0-1,0 1 0,1-1 0,-1 0 1,0 1-1,1-1 0,-1 1 1,0 0-1,0 0 0,1 0 0,-1 0 1,0 0-1,0 0 0,0 1 0,-1-1 1,1 1-1,0-1 0,0 1 1,-1-1-1,1 1 0,-1 0 0,1 0 1,-1 0-1,0 0 0,0 0 0,0 0 1,0 1-1,1 1 0,2 15 169,0 1-1,-1-1 0,0 1 1,-2 24-1,6 41 226,-7-83-466,1 1 0,-1 0-1,1 0 1,0-1 0,0 1-1,0-1 1,0 1 0,0 0-1,0-1 1,1 0 0,-1 1-1,1-1 1,0 0 0,0 0-1,-1 0 1,1 0 0,1 0 0,-1 0-1,0-1 1,0 1 0,1-1-1,-1 1 1,1-1 0,-1 0-1,1 0 1,-1 0 0,1 0-1,0 0 1,0-1 0,-1 0-1,1 1 1,0-1 0,0 0-1,-1 0 1,1 0 0,0 0-1,0-1 1,3 0 0,10-3 24,0 0-1,0 0 1,0-2 0,29-14 0,-9 2 47,32-15 279,-61 31-319,-1-1 0,1 1 0,-1 1 0,1-1 0,0 1 0,0 0 0,0 1 0,7-1 0,-12 2-20,-1-1-1,0 0 0,0 1 0,0-1 0,0 1 0,0-1 0,0 1 0,0-1 0,0 1 0,0 0 0,0 0 0,0-1 0,0 1 0,0 0 0,-1 0 0,1 0 0,0 0 0,0 1 0,5 7 71,0-1 0,-1 1 0,-1 0-1,0 0 1,0 1 0,4 14-1,0 6 72,4 36 0,-8-43-63,-2-2-229,2 0 0,7 27-1,-9-43-26,0 0 1,0 0-1,0 0 0,0-1 1,0 1-1,1-1 0,0 1 0,0-1 1,1 0-1,-1 0 0,1 0 1,-1-1-1,1 1 0,8 4 0,0-2-388,0-1 1,1 0-1,-1-1 0,1 0 0,0-1 0,1 0 0,-1-1 0,0-1 0,1 0 0,25-2 1,-10-1-450,1-2 1,-1-1 0,0-1-1,30-11 1,-11-3-346,0-2 0,-1-2 0,-1-2 0,60-46 0,-64 43 1113,11-8 1009,-2-2 1,89-91-1,-106 93 700,-1-2 0,-3-1 0,-1-1 0,32-61 0,-50 79-205,-1 0 0,0-1 0,-2 0 0,9-48 0,-17 68-1094,1 0 0,-1 0 0,1 0 0,-1 0 0,0 1-1,-1-1 1,0-5 0,1 9-147,0-1 1,0 0-1,0 0 1,-1 1-1,1-1 0,0 0 1,-1 1-1,1-1 1,0 1-1,-1-1 0,1 0 1,-1 1-1,1-1 1,-1 1-1,1-1 0,-1 1 1,1-1-1,-1 1 1,1 0-1,-1-1 0,0 1 1,1 0-1,-1-1 1,0 1-1,1 0 0,-1 0 1,0-1-1,1 1 1,-1 0-1,0 0 0,0 0 1,1 0-1,-1 0 1,0 0-1,1 0 0,-1 0 1,0 1-1,0-1 1,1 0-1,-1 0 0,0 0 1,1 1-1,-1-1 1,0 0-1,1 1 0,-1-1 1,0 1-1,-13 7 88,1 1 0,0 0 0,0 0 0,1 2 0,0-1 0,1 1 0,0 1 0,1 0 0,1 1 0,-1-1 0,2 2 0,-11 20 0,5-5-85,1 1 0,2 0-1,1 1 1,1 0 0,-6 38-1,12-53-128,1 0 0,1 0-1,0 0 1,1 0 0,0 0 0,2 0-1,0 0 1,0 0 0,2 0 0,0-1-1,1 0 1,0 1 0,1-1-1,1-1 1,0 0 0,1 0 0,1 0-1,0-1 1,1 0 0,0 0-1,1-2 1,0 1 0,1-1 0,21 15-1,-12-11-78,0-2 0,0 0 0,1-2-1,1 0 1,0-1 0,1-2 0,-1 0 0,2-2-1,-1 0 1,1-2 0,-1 0 0,1-2-1,0-1 1,0-1 0,0-1 0,37-6 0,-32 2-108,0-2 0,0-1 0,-1-2 1,0-1-1,0-1 0,-1-1 0,-1-1 1,0-2-1,-2-1 0,1 0 0,-2-2 1,43-43-1,-33 26 125,-1-2 0,-3 0 1,0-2-1,-3-1 1,-1-2-1,-3 0 0,-1-2 1,20-58-1,-39 93 274,0 0-1,-1 0 1,-1 0 0,0 0-1,0 0 1,0 0 0,-2 0-1,1 0 1,-1 0 0,-3-11-1,4 18-71,-1 1-1,0 0 1,0 0 0,1-1-1,-1 1 1,-1 0 0,1 0-1,0 0 1,-1 0 0,1 0-1,-1 1 1,1-1-1,-1 0 1,0 1 0,0-1-1,1 1 1,-1-1 0,0 1-1,-3-1 1,2 1-4,0 0 0,-1 1 0,1-1 0,-1 1-1,1 0 1,-1 0 0,1 0 0,-1 1 0,1-1 0,-1 1 0,1 0 0,0 0 0,-1 0 0,1 0 0,0 0 0,0 1 0,-3 1 0,-9 5 36,2 1 0,-1 1-1,1-1 1,1 2 0,0 0 0,0 0 0,1 1 0,0 1 0,1 0 0,1 0 0,-10 18 0,1 3 9,1 1 0,1 1 0,-17 59-1,31-88-68,0-1-1,1 1 1,-1 0-1,1 0 1,0 10-1,2-14-20,-1 0 0,0-1-1,1 1 1,0 0-1,-1 0 1,1-1 0,0 1-1,0 0 1,1-1 0,-1 1-1,0-1 1,1 0 0,2 4-1,-2-5-32,1 0 0,-1 0 0,0 0 0,0 0 0,1 0 0,-1-1 0,1 1 0,-1-1 0,0 0 0,1 0 0,3 0 0,-2 0-94,-3 1 88,1-1 0,-1 0 0,1 0-1,-1 0 1,0 0 0,1 0 0,-1-1-1,0 1 1,1 0 0,-1-1 0,0 1-1,1-1 1,-1 1 0,2-2 0,5-2-109,-3 3-89,1-1 0,-1 0-1,0-1 1,0 1-1,0-1 1,-1 0 0,1 0-1,-1-1 1,8-7 0,32-42-3527,-20 23 2172,14-22 225,-36 49 1268,6-29-1655,-10 31 1756,1 0 0,-1 0 0,1 0 1,0-1-1,0 1 0,0 0 0,0-1 0,0 1 1,0 0-1,0-1 0,0 1 0,0-1 0,1 0 1,-1 1-1,1-1 0,-1 0 0,1 1 0,-1-1 1,1 0-1,0 1 0,0-1 0,0 0 0,0 0 1,0 1-1,0-1 0,1 0 0,-1 1 0,1-1 0,-1 0 1,1 1-1,-1-1 0,2-2 0,-1 2 865,-1 1-797,1 0 0,-1 0 1,0 1-1,0-1 0,0 0 1,0 0-1,1 1 1,-1-1-1,0 0 0,1 0 1,-1 1-1,1-1 0,-1 0 1,0 1-1,1-1 1,-1 1-1,1-1 0,0 1 1,0-2-1,0 2-24,-1 0 0,1-1 0,-1 1 0,0 0 0,1-1 0,-1 1 0,0 0 0,1-1 0,-1 1 0,0 0 0,1-1 0,-1 1 0,0-1 0,0 1 0,0-1 0,1 1 1,-1-1-1,0 1 0,0-1 0,0 1 0,0-1 0,0 1 0,0 0 0,0-1 0,0 1 0,0-1 0,0 1 0,0-1 0,0 1 0,0-1 0,-1 1 0,1-1 0,0 1 0,0-1 0,0 1 0,-1-1 0,1 1 0,0 0 0,0-1 0,-1 1 0,1-1 0,-1 1 0,-2-3-296,-2-3 415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17.88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745 28 10233,'-83'-20'3411,"69"17"-2726,1 1 0,-1 1 0,0 0 1,0 1-1,0 0 0,-26 4 0,8 2 298,-57 17-1,57-12-699,2 1 0,-1 2 0,2 1 0,0 1-1,-47 35 1,57-36-204,0 0-1,1 2 0,1 0 0,1 1 0,0 1 0,1 0 1,1 1-1,-16 32 0,25-42-58,1-1 0,0 1 0,1 0 1,0 0-1,1 0 0,0 1 0,0-1 0,1 1 0,0-1 0,1 1 0,1-1 0,-1 1 1,2-1-1,1 11 0,0-13-24,-1 0 0,1 0 0,1 0 0,-1 0 0,1-1 0,0 0 0,1 0 0,0 0 0,0 0 0,0-1 0,1 0 0,0 0 0,0 0 0,1-1 0,0 0 0,-1 0 0,2-1 0,7 5 0,3-2-1,1 0 1,-1-1-1,1-1 0,0-1 0,0 0 1,0-2-1,1 0 0,-1-1 1,1-1-1,-1-1 0,0-1 0,1 0 1,26-8-1,-3-1 125,1-2 1,-2-2 0,0-2-1,68-37 1,65-60 1964,-65 39 278,-91 65-1952,-19 10-403,0 0-1,0 0 1,0 0-1,1 0 1,-1 0-1,0-1 1,0 1 0,0 0-1,0 0 1,1 0-1,-1 0 1,0 0-1,0 0 1,0 0 0,0 0-1,1 0 1,-1 0-1,0 0 1,0 0-1,0 1 1,0-1 0,0 0-1,1 0 1,-1 0-1,0 0 1,0 0-1,0 0 1,0 0-1,0 0 1,1 0 0,-1 0-1,0 1 1,0-1-1,0 0 1,0 0-1,0 0 1,0 0 0,0 0-1,0 1 1,1-1-1,-1 0 1,0 0-1,0 0 1,0 1 0,-10 25 371,2-10-381,0 7-304,-10 41-1,-4 9-1368,17-60 976,1 0-1,0 0 0,1 1 0,0 0 0,-1 21 0,4-27-625,0-1 0,1 1-1,0-1 1,0 1 0,0-1 0,1 1-1,5 12 1,13 22-7748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18.0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265 10 10073,'0'-1'124,"0"1"0,-1-1 0,1 0 0,-1 1 0,1-1 0,-1 1 0,1-1 0,-1 1 0,1-1 0,-1 1 0,0-1 0,1 1 0,-1 0 0,0-1 0,1 1 0,-1 0 0,0-1 0,1 1 0,-1 0 1,0 0-1,0 0 0,1 0 0,-1 0 0,0 0 0,1 0 0,-3 0 0,1 19 4360,-2 20-2757,-24 68 161,-6 20-941,22-92-1025,-68 183-2741,12-78-7203,50-105 3457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19.08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1 166 5921,'1'-1'328,"0"0"1,0-1 0,0 1 0,1 0 0,-1 0 0,1-1 0,-1 1 0,0 0 0,1 0 0,0 1 0,-1-1 0,1 0 0,0 0 0,-1 1 0,1-1-1,0 1 1,0 0 0,3-1 0,40 0 825,-20 1-224,-1-1-419,157-13 1420,-138 6-1738,-1-1 0,0-2 1,53-21-1,-83 29-261,-23 11 40,-19 16-13,23-15 45,-2 1-15,1 1 0,0 0 1,0 0-1,2 1 0,-8 16 1,12-24-18,1 0 0,0 0 1,0 0-1,0-1 0,1 1 1,-1 0-1,1 0 0,0 0 0,0 0 1,0 0-1,1 0 0,0 0 1,-1 0-1,1 0 0,1 0 0,-1-1 1,0 1-1,1 0 0,0-1 1,0 1-1,0-1 0,0 1 1,5 4-1,-3-4-8,1 0 0,0 0 0,0 0 0,0-1 1,0 0-1,0 0 0,1 0 0,-1-1 0,1 0 0,0 0 1,0 0-1,0-1 0,0 1 0,0-2 0,0 1 0,0 0 1,6-2-1,12 1 6,0-1 1,37-7-1,-54 7 44,17-4 227,1-1-1,-2-1 1,44-19-1,-45 16 97,1 1 0,28-6 0,-31 10-236,1 0 0,-1 2 0,1 1 1,0 0-1,-1 2 0,30 2 0,-23 0-11,-1 2-1,1 2 0,0 0 1,-1 1-1,-1 2 0,39 18 1,-51-19-32,0 1 0,-1 0 0,0 1 0,-1 1-1,0 0 1,-1 0 0,0 1 0,0 1 0,11 19 0,-18-28-41,1 1 0,0-1 0,0 0-1,0 0 1,1 0 0,0-1 0,-1 1 0,1-1 0,0 0-1,1 0 1,-1-1 0,0 0 0,1 0 0,0 0 0,-1-1 0,1 1-1,0-1 1,0 0 0,8-1 0,3 1 2,1-1-1,-1-1 1,0-1 0,1-1 0,19-5 0,-20 3 29,-1 0 0,1-2 0,-1 0 0,0-1 0,-1 0 0,16-12 0,81-69 172,-43 31-206,104-91-9,-137 116-41,-33 31 32,-12-10-57,9 11 62,0 0-1,0 0 1,0 0 0,-1 1-1,1-1 1,0 0-1,-1 0 1,1 0-1,-1 1 1,1-1 0,-1 0-1,1 0 1,-1 1-1,1-1 1,-1 0-1,0 1 1,1-1-1,-1 1 1,0-1 0,0 1-1,1-1 1,-1 1-1,0 0 1,0-1-1,-1 1 1,-12 5-49,1 1 0,-24 15 0,14-7-52,20-13-61,26-5 124,-20 3 113,0 0 1,1 0-1,-1 0 0,0-1 1,0 0-1,0 0 1,0 0-1,5-4 0,1-1 48,-7 6 256,25-26 297,-20 14-348,-2 4-50,-24 6-116,8 4-135,-1 1 1,1 1-1,0-1 1,0 2-1,1-1 1,-1 1-1,1 1 0,-1 0 1,1 1-1,1 0 1,-1 0-1,1 1 1,-8 8-1,-5 4 1,2 2 0,0 0 1,1 2-1,-16 25 0,29-38-51,1-1-1,1 1 1,-1 0 0,2 1-1,-1-1 1,1 1 0,1 0-1,-1 11 1,3-22 15,0 1 0,0 0 0,0 0 0,0 0 0,1 0 1,-1 0-1,0 0 0,1-1 0,-1 1 0,0 0 0,1 0 0,-1 0 0,1-1 0,0 1 0,-1 0 0,1-1 0,0 1 0,-1 0 0,1-1 1,1 1-1,0 2-15,1-1 16,-1 0 0,1 0-1,0 0 1,0 0 0,-1 0 0,1-1 0,0 1 0,1-1 0,-1 0 0,0 0 0,0 0 0,0 0 0,1-1-1,-1 1 1,0-1 0,0 0 0,1 0 0,-1 0 0,0 0 0,1-1 0,-1 1 0,0-1 0,1 0-1,4-2 1,9-2 47,-1-1 0,0-1 0,23-12 0,30-21 866,52-26 2768,-120 65-3635,1 0-1,-1 0 1,0 0 0,1 1 0,-1-1 0,1 1 0,-1-1-1,1 1 1,-1-1 0,1 1 0,-1 0 0,1 0-1,-1 0 1,1 0 0,0 0 0,-1 0 0,1 0-1,-1 0 1,1 1 0,-1-1 0,1 1 0,-1-1-1,1 1 1,-1 0 0,0-1 0,1 1 0,-1 0-1,0 0 1,1 0 0,-1 0 0,0 0 0,0 0-1,0 0 1,0 0 0,0 0 0,0 1 0,0-1-1,0 0 1,-1 1 0,1-1 0,-1 1 0,1-1 0,-1 1-1,1-1 1,-1 1 0,0-1 0,1 1 0,-1-1-1,0 3 1,1 8 51,0-1 0,-1 1-1,0 0 1,-3 17 0,2-27-76,1-2-12,-4 27-155,2-1 0,0 0 0,3 38 0,0-55-156,0 0 1,1 0 0,1 0-1,-1-1 1,1 1 0,1-1-1,0 1 1,0-1 0,0 0-1,1 0 1,0-1 0,1 0-1,9 10 1,-9-10-185,0-2-1,1 1 1,0-1 0,0 0 0,0 0-1,1-1 1,-1 1 0,1-2 0,0 1-1,0-1 1,0-1 0,1 1 0,11 1-1,-7-3-1050,0 0-1,0 0 0,0-1 1,25-4-1,15-6-6091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19.29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376 94 9933,'8'-62'2103,"-8"60"-1944,0 1 0,1-1 0,-1 1 0,1-1 0,-1 1 0,1-1 1,0 1-1,-1-1 0,1 1 0,0 0 0,0-1 0,0 1 0,0 0 0,0 0 1,1 0-1,-1 0 0,0 0 0,0 0 0,1 0 0,1-1 0,2-1 4345,-6 15-3767,-1 1-1,0-1 1,-1 1-1,0-1 1,-1 0 0,-6 15-1,-6 14 170,-4 15-282,-3-2 0,-36 62 0,11-23-1457,33-62-426,-1 0 0,-1-1 0,-2-1 0,-1-1 0,-24 26 0,38-48 576,0-1 0,0 1 0,0-1 0,-1-1 0,-9 5 1,-7 2-4721,7-7-1541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19.42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79 9541,'7'-6'586,"1"0"0,1 1 0,-1-1 1,1 2-1,0-1 0,0 1 0,0 1 0,1-1 1,12-2-1,92-23 7496,-109 29-7736,0 0 0,0 0-1,0 0 1,0 0 0,1 1-1,6 1 1,-2 0 82,-8-1-340,0 0 1,0 0-1,0 0 0,-1 0 1,1 0-1,0 1 0,0-1 1,0 1-1,-1-1 0,1 1 1,-1-1-1,1 1 0,-1 0 1,0 0-1,0 0 0,0 0 1,0 0-1,1 3 0,3 3 15,18 21-795,-18-23 58,0 0 0,0 0 0,-1 1 0,0-1 0,6 13 0,-8-15 107,0 0 0,0 0 0,0 0 0,0 0 0,1 0 0,-1-1 1,1 1-1,0-1 0,0 0 0,1 0 0,-1 0 0,1 0 0,4 3 0,19 8-5664,-10-5-875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19.98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322 0 3656,'6'1'200,"-1"0"-1,0 1 1,0-1-1,-1 1 0,1 0 1,0 1-1,-1-1 1,6 4-1,-8-5 1643,-3 18-1088,1-4-144,1 0 1,1 0-1,0 0 0,1 0 0,0-1 0,9 23 0,-10-34-459,-1-1 0,1 0 1,0 1-1,0-1 0,0 0 0,0 0 1,0-1-1,0 1 0,3 1 0,2 3 296,-6-5-340,1-1 0,-1 1 0,0 0 0,0 0 0,1 0 0,-1-1 0,1 1 0,-1-1 0,0 1 0,1-1 0,-1 0 0,1 1 0,0-1 0,-1 0 0,1 0 0,-1 0 0,1 0 0,1-1 0,23-4 1124,-22 3-1140,-1 0-1,0 0 1,1 0 0,-1-1-1,0 0 1,-1 1 0,1-1-1,0 0 1,-1 0-1,1-1 1,-1 1 0,0 0-1,0-1 1,-1 1 0,1-1-1,1-6 1,18-28 89,-19 36-175,0 1-1,-1 0 1,1 0-1,0 0 1,0 0-1,-1 1 1,1-1-1,0 0 1,0 1-1,0-1 1,0 1-1,0 0 1,4-1-1,-3 1 4,-1 0 19,22 0-32,36 9-188,-57-9 267,-19 11 94,5-3-123,0 0 0,1 1 0,0 0 0,1 1 0,0 0 0,0 0 0,1 1 0,0 0 0,1 1-1,-9 20 1,-3 11 60,-22 76 0,35-98-74,-41 133 94,-93 274-25,106-335-221,-40 101-119,61-167 212,0-1 0,-2 0 0,-1-1 0,-34 42 0,45-62 34,2-1 13,1-1 1,-1 0-1,0 0 0,0-1 0,0 1 0,0 0 0,-1-1 0,-5 3 0,7-5 41,0 0 0,0 0 0,0 0 0,0 0 0,1-1-1,-1 1 1,0 0 0,0-1 0,1 0 0,-1 1 0,0-1 0,0 0 0,1 0-1,-1 0 1,1 0 0,-1 0 0,1-1 0,0 1 0,-2-2 0,2-4 29,0-1 0,1 1 0,0 0 1,1 0-1,0-1 0,0 1 0,0 0 0,1 0 1,4-11-1,-5 15-67,8-24 86,2 1 0,0 1 0,2 0 0,1 0 0,27-37-1,97-103 34,-92 118-747,2 2 0,2 1 0,61-40 0,-62 52-3597,95-46 1,-41 33-4926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20.50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39 979 13033,'-7'-11'465,"4"8"-199,0-1-1,0-1 1,0 1 0,0 0 0,0-1 0,1 0-1,0 1 1,0-1 0,0 0 0,1 0 0,0 0 0,0 0-1,0 0 1,0-1 0,1 1 0,0 0 0,1-8-1,-1 0 153,2-1 0,0 1 0,0 0 0,1 0 0,1 0 0,0 0-1,1 0 1,1 1 0,0 0 0,0 0 0,9-12 0,10-7 207,0 2 0,2 1 0,1 1 0,48-36 1,138-79 1003,-14 10-728,102-107 271,-300 237-1165,1 0 1,-1 0-1,1 0 0,0 1 1,-1-1-1,1 1 1,0-1-1,0 1 0,0 0 1,0 0-1,0 1 1,0-1-1,0 1 0,4-1 1,-5 1-5,-1 0 1,1 1-1,0-1 1,0 1-1,-1-1 1,1 1-1,-1-1 0,1 1 1,0 0-1,-1 0 1,1 0-1,-1 0 1,0 0-1,1 0 1,-1 0-1,0 1 1,0-1-1,2 3 0,1 3 15,0 0-1,0 0 0,-1 1 1,0-1-1,-1 1 0,0 0 1,0 0-1,1 16 0,2 30 67,-3 0 0,-1 0 0,-9 60-1,-39 162 96,19-175-218,-5-1-1,-3-1 1,-53 97-1,-44 107-2033,133-302 2050,-11 27-436,1 0 1,-8 35 0,17-57 322,-1 0-1,1 0 1,1 1-1,-1-1 1,1 0 0,0 0-1,0 0 1,0 0-1,1 1 1,0-1-1,1 0 1,-1 0 0,1-1-1,0 1 1,1 0-1,-1 0 1,5 6-1,-4-9-29,1 1 1,-1-1-1,1 0 0,-1-1 0,1 1 1,0-1-1,0 1 0,0-1 0,1 0 0,-1-1 1,0 1-1,1-1 0,-1 0 0,1 0 0,-1 0 1,1-1-1,0 1 0,-1-1 0,1 0 1,6-1-1,8-1-372,0-1 1,-1-1-1,32-10 0,-15 1 19,-1-1-1,-1-1 0,47-30 0,89-72-519,-73 42 735,127-127 0,66-107 2027,-88 92 688,-190 205-2281,-3 3 101,1-1 0,1 1 1,-1 1-1,2-1 1,16-9-1,-27 18-220,0-1 0,1 1 0,-1 0 0,1 0 0,-1 0 0,0-1 0,1 1 1,-1 0-1,1 0 0,-1 0 0,0 0 0,1 0 0,-1 0 0,1 0 0,-1 0 0,0 0 0,1 0 0,-1 0 0,1 0 0,-1 0 0,1 0 1,-1 0-1,0 0 0,1 1 0,-1-1 0,1 0 0,-1 0 0,0 0 0,1 1 0,-1-1 0,0 0 0,1 0 0,-1 1 0,0-1 0,0 0 1,1 1-1,-1-1 0,0 0 0,0 1 0,1-1 0,-1 1 0,0-1 0,0 0 0,0 1 0,0-1 0,0 1 0,0-1 0,0 0 0,1 1 1,-1-1-1,0 1 0,0-1 0,-1 1 0,1-1 0,0 0 0,0 1 0,0-1 0,0 1 0,0-1 0,0 1 0,-6 40 257,3-26-181,-48 284 477,-6 47-5583,43-194-2624,13-80 515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20.8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1 173 10821,'27'-31'702,"54"-53"3262,-74 77-3666,1 2-1,-1-1 0,1 1 0,0 0 0,0 0 0,1 1 1,-1 0-1,1 1 0,0 0 0,0 0 0,0 1 0,1 0 1,-1 1-1,0 0 0,1 0 0,-1 1 0,1 0 0,-1 0 1,10 3-1,-6 0-285,0 0 0,0 1 1,0 0-1,0 1 0,-1 0 1,0 1-1,0 1 0,0 0 0,-1 0 1,0 1-1,-1 1 0,13 12 1,-9-6-420,0 1 1,-1 1 0,-1 0 0,-1 1-1,0 0 1,-2 1 0,0 0 0,11 33-1,-7-16-714,1 0 0,1-1-1,26 41 1,-33-63 1004,0-1 0,1 0 1,0 0-1,1-1 0,1-1 1,-1 0-1,1 0 0,1-1 1,0 0-1,0-1 0,20 10 0,-28-17 129,-1 1 0,0-1-1,1 0 1,-1 0 0,1 0-1,-1-1 1,1 1-1,-1-1 1,1 0 0,0 0-1,-1 0 1,1 0 0,-1 0-1,1-1 1,-1 0-1,1 0 1,-1 0 0,1 0-1,-1 0 1,0-1-1,0 0 1,1 1 0,-1-1-1,0 0 1,4-4 0,4-5 8,0-1-1,-1 0 1,0 0 0,14-24 0,13-15-19,-25 38-23,1 1 0,0 0 0,1 1 0,0 0 0,0 1 0,1 1 0,1 0 0,0 1 0,0 1 0,0 0 0,32-8 0,-13 8 72,0 1-1,0 1 0,1 2 1,67 3-1,-29 0 119,-41-1-1713,40 4 0,-66-4-1234,7-6-970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20.97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55 5092,'7'-30'1073,"6"39"-205,0-3 524,4-15-1488,-4 0-420,-2-4-2697,-1 4 1597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21.28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599 87 6093,'-4'-4'752,"-1"0"0,1 0 1,0-1-1,1 0 0,-1 0 1,1 0-1,0 0 0,0 0 1,0-1-1,-2-8 1,1 4-209,2 8-446,0 1 1,0-1 0,0 1-1,0 0 1,-1 0 0,1 0-1,0 0 1,0 0 0,-1 0-1,1 0 1,-1 1 0,1 0-1,0-1 1,-5 1 0,3 2-24,0 0 0,1 0 0,-1 1 0,0-1 0,1 1 1,0 0-1,0 0 0,-1 0 0,2 0 0,-1 1 0,0-1 0,1 1 0,-1-1 1,1 1-1,-3 8 0,-3 7 209,1 1 0,-5 21 0,7-20-230,-22 66-652,-4-2 0,-74 147 1,63-141-851,26-54 526,-35 59-1,21-48 423,0 0 734,-61 77 0,88-122 1335,0-27 18,3 22-1545,-1-1 1,1 1 0,-1 0-1,1 0 1,0 0 0,0-1-1,0 1 1,0 0 0,0 0-1,1 0 1,-1 0-1,1-1 1,-1 1 0,1 0-1,0 0 1,-1 0 0,1 0-1,0 0 1,1 0 0,1-3-1,21-30 421,57-81-1145,-68 99-988,2 2 0,-1 0 0,2 0-1,31-22 1,-11 15-4210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21.40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43 10493,'0'0'1948,"7"-15"-1276,3 0-296,3 9-1840,4 0-2060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22.00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435 1397 11221,'-160'-15'1834,"76"12"147,59 3-686,-40-5-1,55 3-793,0 0 0,0-1 0,1 0 0,-1-1 0,1 0-1,-17-10 1,25 14-458,0-1-1,0 1 1,0-1-1,0 1 1,0-1-1,0 0 1,0 0-1,0 1 1,0-1-1,1 0 1,-1 0-1,0 0 1,0 0-1,1 0 1,-1 0 0,0 0-1,1 0 1,-1 0-1,1 0 1,-1-2-1,2 1-5,-1 0 0,1 0-1,-1 0 1,1 0 0,0 1 0,0-1-1,-1 0 1,2 1 0,-1-1 0,0 0-1,0 1 1,0-1 0,1 1 0,-1 0-1,0-1 1,3 0 0,7-7 80,0 0 1,0 1-1,1 0 0,0 1 1,18-8-1,83-26 203,85-12 1,85 1-18,99 1-42,104 1-38,101 8-56,109 9-27,101 12-68,86 12 5,75 12 8,1499 49 325,6 36 762,10 0 515,-1524-64-927,-72-12 9,-79-12 47,-73-13-16,-80-19-133,-77-17-352,-77-17-266,-73-15-49,-73-15 0,-241 61-263,-2-5 0,106-58 0,-165 74 16,-1-1 0,-2-2 1,-1-1-1,0-3 0,-3-1 0,63-70 0,-87 86-202,0 1 0,-1-2 0,-1 0-1,-1 0 1,0 0 0,-1-1 0,9-30 0,-15 42 155,-1-1 0,1 1 0,-1 0 0,0-1 0,-1 1 0,0-1 0,0 1 0,0-1 0,0 1 0,-1-1 0,0 1 1,-1 0-1,0-1 0,1 1 0,-2 0 0,1 0 0,-1 0 0,0 1 0,0-1 0,-1 0 0,1 1 0,-1 0 0,-1 0 0,1 0 0,-7-5 0,4 5-483,1 0 0,-1 1 0,0 0-1,0 1 1,0-1 0,-1 1 0,-11-3 0,-4 1-4130,-36-3 1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23.09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14 1 7273,'-1'0'113,"1"1"1,-1-1-1,0 1 1,0 0-1,0-1 1,0 1-1,0 0 1,1 0-1,-1-1 1,0 1-1,0 0 1,1 0-1,-1 0 1,1 0-1,-1 0 1,1 0-1,-1 0 1,1 0-1,0 0 1,0 0-1,-1 3 1,1-3-13,1 0 1,-1-1 0,0 1-1,1 0 1,-1 0-1,1 0 1,-1 0 0,1 0-1,0-1 1,-1 1 0,1 0-1,0 0 1,-1-1-1,1 1 1,0-1 0,0 1-1,0-1 1,0 1 0,1 0-1,6 2 325,0 1 0,1-1 0,0-1 0,9 2 0,468 65 3262,-380-57-3299,1081 107 946,-627-67-1100,1400 129 245,425 42-364,-2155-200-113,1510 134-510,-2-121 68,-1149-81 346,-417 22 309,232-64 1,-332 66-76,119-51 0,-161 58-114,-1-1-1,0-2 1,-1-1 0,-1-1 0,0-1 0,30-31 0,-47 41-5,-1 0 0,-1-1-1,0 0 1,0 0 0,-1 0 0,-1-1 0,0 0 0,0-1 0,-2 1 0,1-1-1,2-13 1,-5 17-64,-1 0 0,0 0 0,-1 0 0,1 0 0,-2 0 0,1 0-1,-1 0 1,-1 1 0,1-1 0,-1 0 0,-1 1 0,0-1 0,0 1-1,-1 0 1,0 0 0,0 0 0,-8-10 0,3 5-906,-2 0 0,-18-18 0,-11 1-4612,3 11-2598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23.56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7329,'21'21'1800,"22"9"-80,7-5-212,7 2-20,4 9-220,6 3-172,20 12-211,23 10-145,17 11-168,21 3-116,23 4-248,10 8-336,6 4-740,4-7-808,0-9-793,-7-5-1547,0-1-2913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23.75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3374 5 9997,'-28'-2'507,"0"0"0,0 2 0,0 0 1,1 2-1,-46 9 0,-142 48 1074,-270 45-957,-316 6-2743,218-33 138,479-62 1601,-612 101-4380,459-63 1739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32.48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1173 388 9945,'1'-22'891,"0"12"-201,-1 0-1,0 0 0,0 1 0,-1-1 0,0 0 0,-1 1 0,0-1 0,-1 1 0,0 0 1,0-1-1,-5-8 0,-7-7 675,-1-1 0,-2 2 0,0 0 0,-44-41 0,54 57-1207,-1 0 1,0 1-1,0 0 1,-1 1-1,0 0 0,0 0 1,0 1-1,-1 1 1,0-1-1,0 2 1,0 0-1,0 0 0,-1 1 1,1 0-1,-1 1 1,-13 0-1,4 3-68,0 2 0,0 0 0,1 2 0,0 0 0,0 1 1,0 1-1,1 1 0,0 0 0,1 2 0,0 0 0,0 1 0,-20 19 0,-16 16 61,3 3 0,-58 72 0,-74 117 55,154-195-234,3 1 0,1 2 1,-31 83-1,50-113-17,1 1 0,0-1 0,1 1 1,2 0-1,-1 0 0,2 0 0,1 0 0,2 32 0,-1-44 33,0 1 1,0-1-1,1 0 0,-1 0 1,2 0-1,-1 0 0,0 0 0,1-1 1,0 1-1,1-1 0,-1 1 1,1-1-1,0 0 0,0-1 1,1 1-1,-1-1 0,1 0 0,0 0 1,0 0-1,0 0 0,1-1 1,-1 0-1,1 0 0,0-1 0,0 1 1,0-1-1,12 2 0,-2-2-1,0 0 0,0-1-1,1-1 1,-1 0 0,0-2 0,0 1-1,0-2 1,0 0 0,17-6-1,14-7 28,76-37 0,-71 26 119,-1-3 0,-2-2 0,0-2-1,64-60 1,157-180 2455,-244 243-2477,-20 23-110,0-1 0,1 1-1,1 0 1,-1 1-1,1 0 1,0 0 0,1 0-1,14-7 1,-22 13 0,-1 1 0,0 0 0,1 0 0,-1 0 0,1-1 0,-1 1 0,1 0 0,-1 0 0,0 0 0,1 0 0,-1 0 0,1 0 0,-1 0 0,1 0 0,-1 0 0,0 0 0,1 0 0,-1 0 0,1 0 0,-1 0 0,1 1 0,-1-1 0,0 0 0,1 0 0,-1 0 0,0 1 0,1-1 0,-1 0 0,0 0 0,1 1 0,-1-1 0,0 0 0,1 1 0,-1-1 0,0 0 0,0 1 0,1-1 0,-1 0 0,0 1 0,0-1 0,0 1 0,0-1 0,1 0 0,-1 1 0,0-1 0,0 1 0,0-1 0,0 1 0,0-1 0,0 1 0,0-1 0,0 0 0,0 1 0,0-1 0,-1 1 0,1-1 0,0 0 0,0 1 0,0 0 0,-9 38 0,6-27 0,-14 61-89,-40 189-1298,48-208 670,3 0 0,1 103 0,6-134-610,2-1 0,1 0 0,10 37 0,16 20-7181,-1-23-3832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32.650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496 1 17046,'-3'12'2760,"-14"-12"1696,-10 3-2600,0 3-423,1 6-193,-18 9-300,-23 27 272,30-12-1264,-6 0-704,9 7-724,-3 5-649,-3-6-959,0 3 476,10 7-3561,6-4-5496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33.02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338 44 14065,'2'-29'5133,"-1"14"-1268,-10 39-1935,-24 107-221,8-24-1116,-3-6-240,-63 239-1746,50-192 375,18-69 239,-14 91 1,36-165 742,1 0 0,-1 0 1,1 0-1,0 0 0,0 0 1,0 0-1,1 0 0,0 0 1,0 0-1,0 0 0,3 7 1,-4-11 34,1 0 1,-1 0-1,1-1 1,0 1-1,-1 0 1,1 0-1,0 0 1,-1-1-1,1 1 1,0 0-1,0-1 1,0 1-1,0-1 1,0 1-1,0-1 1,0 1-1,0-1 1,0 0-1,0 1 1,0-1-1,1 0 1,1 0 12,0 0-1,-1 0 1,1-1 0,-1 1 0,1-1-1,0 0 1,-1 0 0,0 0 0,1 0-1,-1 0 1,1 0 0,2-2-1,102-67 808,-39 24-15,91-45 0,-136 80-658,0 1-1,1 1 1,0 1-1,0 1 1,1 1-1,0 1 1,0 1-1,34 0 1,-50 4-117,0 0 0,-1 1 0,1 0 0,0 0 1,-1 1-1,1 0 0,-1 1 0,0 0 0,0 0 0,0 1 0,13 7 1,-18-8-23,0-1 0,1 1 0,-1 0 0,0 0 0,0 0 0,-1 0 0,1 0 0,-1 1 1,0-1-1,1 1 0,-1 0 0,-1 0 0,1 0 0,-1 0 0,1 0 0,-1 0 0,0 0 1,-1 0-1,1 0 0,-1 0 0,0 1 0,0-1 0,0 0 0,0 0 0,-2 6 1,0 1-81,-1-1 1,-1 1 0,0-1 0,0 0-1,-1 0 1,-1 0 0,1-1 0,-2 1-1,1-1 1,-1-1 0,0 1 0,-12 9 0,-4 3-292,-2-1 0,0-1 0,-30 18 0,6-10-730,-1-1 1,-90 32-1,-112 20-5518,172-54 2457,3-2-4083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33.336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1629 19 11517,'-2'-2'2373,"-6"-6"-2025,-4 0 6344,11 9-6470,1-1 0,-1 1 0,0 0 0,1 0 0,-1 0 0,0 0 0,1 0 1,-1 0-1,1 0 0,0 0 0,-1 0 0,1 0 0,0 0 0,-1 0 0,1 0 0,0 0 0,0 0 0,0 1 1,0 0-1,-1 24 398,1 0-1,1-1 1,1 1 0,1-1 0,11 41 0,0 9 20,4 57-85,-5 2 0,-7-1 1,-13 173-1,-2-221-586,-5 0 1,-3-1 0,-3 0 0,-47 118 0,15-77-681,-5-2 0,-81 127 0,81-160-101,-4-2-1,-4-4 1,-3-2 0,-4-4-1,-3-2 1,-113 87 0,110-104-498,-3-4 0,-3-3 0,-2-4 0,-92 38 0,-16-9-3541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33.67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537 3 9129,'-12'-1'448,"9"1"-334,1-1 0,-1 1 1,1 0-1,-1 0 0,1 0 1,0 0-1,-1 0 1,1 1-1,-1-1 0,1 1 1,-1-1-1,1 1 0,0 0 1,0 0-1,-1 0 0,1 0 1,0 1-1,0-1 0,0 0 1,0 1-1,0-1 0,0 1 1,1 0-1,-1 0 0,-2 3 1,-19 33 1237,1 1 1,1 0-1,2 2 0,-15 52 1,-44 184 1352,59-206-2053,14-51-519,-140 578 2592,107-406-2206,-15 224-1,48-332-630,3 0 1,4 1 0,3-1-1,4-1 1,30 125 0,-26-161-166,2-2 0,2 0 0,2 0 0,37 61 0,-36-74-92,1-2 0,2 0 0,1-2 0,1 0-1,1-1 1,44 33 0,-29-30-911,2-2-1,1-2 1,1-2-1,1-2 1,0-2-1,53 14 1,117 24-8654,-215-58 9888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34.39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693 130 7797,'-100'23'2234,"23"-6"-59,-5-1-271,0 4-1,2 4 1,-89 38-1,145-50-1308,1 0-1,-30 20 0,53-32-583,-1 0 1,1 0 0,0 0-1,0 1 1,0-1 0,0 0 0,0 0-1,0 0 1,-1 0 0,1 0-1,0 0 1,0 0 0,0 0 0,0 1-1,0-1 1,0 0 0,0 0-1,0 0 1,0 0 0,0 0-1,0 0 1,-1 1 0,1-1 0,0 0-1,0 0 1,0 0 0,0 0-1,0 0 1,0 1 0,0-1 0,0 0-1,0 0 1,0 0 0,0 0-1,1 0 1,-1 1 0,0-1-1,0 0 1,0 0 0,0 0 0,0 0-1,0 0 1,0 0 0,0 1-1,0-1 1,0 0 0,0 0 0,1 0-1,-1 0 1,0 0 0,0 0-1,2 4 52,1-1 0,-1 0 0,1 1-1,0-1 1,0-1 0,0 1-1,1 0 1,-1-1 0,0 1 0,1-1-1,0 0 1,-1 0 0,1-1 0,0 1-1,0-1 1,0 0 0,6 2 0,10 0 74,0 0 1,30 0-1,-40-3-80,672-31 1045,-612 25-1060,1370-180 403,-797 91-948,-566 84 292,352-57-2712,-407 61 2688,-17 5-2184,-24 2-13705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34.72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359 613 7937,'-34'9'543,"-21"6"1179,-64 7 0,89-17 104,1 2 0,1 1 0,-32 12 0,57-18-657,34 4-558,0-2 1,1 0-1,-1-3 1,1 0-1,43-5 1,-52 2-376,1575-176 964,-17-133-2103,-1320 248 484,-185 40-382,93-39 1,-125 40-112,-44 22 871,1 0 1,0 0-1,-1 0 0,1-1 1,-1 1-1,1 0 1,-1 0-1,1-1 1,-1 1-1,1 0 1,-1-1-1,1 1 1,-1-1-1,1 1 1,-1-1-1,1 1 0,-1-1 1,0 1-1,1-1 1,-1 1-1,0-1 1,0 1-1,1-1 1,-1 1-1,0-1 1,0 0-1,0 1 1,0-1-1,1 1 0,-1-1 1,0 0-1,0 1 1,0-1-1,0 1 1,-1-1-1,1 0 1,0 1-1,0-1 1,0 1-1,0-1 1,-1 0-1,1 1 0,0-1 1,0 1-1,-1-1 1,1 1-1,-1-1 1,1 1-1,0-1 1,-1 1-1,1-1 1,-1 1-1,1 0 1,-1-1-1,1 1 0,-1 0 1,1-1-1,-2 1 1,-34-15-1386,10 11-174,-1 1 1,1 1-1,-51 2 1,55 1-217,-43 1-4835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35.05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34 682 9545,'-28'10'1886,"23"-8"1410,11-1-1816,13 1-936,0-1 0,1-1-1,-1-1 1,24-3 0,87-19 495,-96 15-802,349-63 854,217-47-777,271-106-2177,-296 53-3485,-444 130 931,-14 4-2578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35.94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2 528 5925,'0'-1'366,"0"1"0,0-1 1,-1 1-1,1-1 0,0 1 1,0-1-1,0 1 0,0-1 1,-1 1-1,1-1 0,0 1 1,0-1-1,0 1 1,0-1-1,0 1 0,0-1 1,1 1-1,-1-1 0,0 1 1,0 0-1,0-1 0,0 1 1,0-1-1,1 1 0,-1-1 1,0 1-1,0-1 0,1 0 1,15-8 2242,24 1-3508,-36 7 1642,395-66 2117,-193 37-2371,212-29 179,63-11-282,473-77 62,-809 125-469,187-38-1498,-325 59 858,-1-1-1,0 0 0,0-1 1,10-5-1,-16 8 541,1 0 0,-1 0 0,0 0 0,1 0 0,-1 0 0,0-1 0,1 1 0,-1 0 0,1 0 1,-1 0-1,0-1 0,0 1 0,1 0 0,-1 0 0,0-1 0,1 1 0,-1 0 0,0-1 0,0 1 0,0 0 0,1-1 0,-1 1 0,0 0 0,0-1 1,0 1-1,0-1 0,0 1 0,0 0 0,1-1 0,-1 1 0,0-1 0,0 1 0,0 0 0,0-1 0,-1 1 0,1-1 0,0 1 0,0 0 0,0-1 1,0 1-1,0 0 0,0-1 0,-1 1 0,1-1 0,0 1 0,0 0 0,0-1 0,-1 1 0,1 0 0,0 0 0,-1-1 0,1 1 0,0 0 0,0 0 1,-1-1-1,1 1 0,-1 0 0,1 0 0,0 0 0,-1 0 0,1-1 0,0 1 0,-1 0 0,1 0 0,-1 0 0,1 0 0,-14-6-7797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36.2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332 31 7897,'-16'-25'5765,"16"25"-5687,0 0-1,0 0 1,0-1 0,0 1 0,0 0-1,0 0 1,0-1 0,0 1 0,0 0-1,0 0 1,0 0 0,0-1 0,1 1 0,-1 0-1,0 0 1,0 0 0,0-1 0,0 1-1,0 0 1,1 0 0,-1 0 0,0 0-1,0 0 1,0-1 0,0 1 0,1 0-1,-1 0 1,0 0 0,0 0 0,1 0-1,-1 0 1,0 0 0,0 0 0,0 0-1,1 0 1,-1 0 0,0 0 0,0 0 0,1 0-1,-1 0 1,0 0 0,0 0 0,0 0-1,1 0 1,-1 0 0,0 0 0,0 0-1,1 0 1,-1 0 0,0 1 0,49 20 2571,-43-18-2820,99 55 1188,-3 5 1,132 106 0,-186-132-898,-1 3 0,-3 1-1,-1 2 1,-2 2 0,55 79 0,-81-100-96,-2 0 0,0 1 0,-1 0 0,-1 1 1,-2 0-1,7 31 0,-12-37-38,0-1 0,-2 1 1,-1 0-1,0-1 0,-2 1 1,0 0-1,-1-1 0,-1 1 1,-8 30-1,2-24-41,-1 0-1,-2-1 1,0-1 0,-1 0-1,-2 0 1,0-1-1,-2-1 1,0-1 0,-1 0-1,-27 22 1,-8 3-426,-3-1 1,-108 64 0,69-55-1249,-167 69-1,11-32-5254,93-42-1449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37.8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1175 223 11477,'0'-9'634,"0"0"-1,0 0 1,-1-1 0,0 1-1,-1 0 1,0 0 0,0 0-1,-1 0 1,0 0 0,-1 0-1,0 1 1,0 0 0,0 0-1,-1 0 1,-10-12-1,9 14-325,1 0-1,-1 0 1,0 1-1,0 0 0,0 0 1,-1 0-1,0 1 1,0 0-1,0 0 0,0 1 1,-1 0-1,-8-3 1,2 3-84,1 1 1,-1 0 0,0 1-1,0 0 1,0 1 0,0 1-1,0 0 1,0 1 0,1 1 0,-25 6-1,-8 8 20,1 1 1,1 2-1,0 2 0,-44 30 0,-154 122 171,225-161-388,-154 130 65,145-117-84,1 0 1,1 2-1,-40 58 1,62-81-9,-1-1-1,1 0 1,0 1-1,0-1 0,0 1 1,1-1-1,-1 1 1,1 0-1,0 8 1,0-11-1,2 0 1,-1 0-1,0-1 1,0 1-1,0 0 1,1-1-1,-1 1 1,1 0-1,0-1 1,-1 1-1,1-1 1,0 1-1,0-1 1,0 1-1,0-1 0,0 0 1,0 1-1,0-1 1,0 0-1,1 0 1,-1 0-1,0 0 1,1 0-1,-1 0 1,1 0-1,2 1 1,4 1-1,0-1 0,1 0 0,-1 0 0,0 0-1,1-1 1,0-1 0,-1 1 0,1-1 0,-1-1 0,16-2 0,11-4 10,44-14 0,-72 19-10,284-105 775,-8-23 641,-12 5-695,-265 122-720,0 1 0,0-1 0,1 1 0,-1 0 0,1 1 0,11-2 0,-17 3 0,0 0 0,0 0 0,0 1 0,0-1 0,0 0 0,1 0 0,-1 0 0,0 1 0,0-1 0,0 0 0,0 1 0,0-1 0,0 1 0,0 0 0,-1-1 0,1 1 0,0 0 0,0-1 0,1 2 0,-2 0 0,1-1 0,0 1 0,0-1 0,-1 1 0,1 0 0,-1-1 0,1 1 0,-1 0 0,0 0 0,0-1 0,0 1 0,0 0 0,0 0 0,0-1 0,0 1 0,-1 2 0,-8 40-348,-24 74 0,19-75-769,-16 89-1,29-125 793,-5 46-4031,6-43 1838,0 1 0,0-1 0,4 16 0,5 23-9581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38.03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1 152 14761,'17'-52'2429,"3"46"-245,-7-9-308,0 3-300,4 0-304,13-12-264,7 15-288,3-3-780,11 6-512,-1 3-520,3 3-744,1 6-580,-7 9-924,-7 0-1513,-3 9-3820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38.17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24 269 12037,'0'0'5165,"-14"-12"-2433,4 0-448,27-3-352,20-7-392,6 7-364,11 0-299,10-3-449,16-3-620,17 0-773,4-3-591,2-9-1184,5 6-108,9 11-3057,0-2-5076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38.503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242 21 14301,'-40'-21'17687,"33"45"-16908,-10 40-779,7-23 0,-2 1 0,-29 68 0,-11 10-4261,-5 67-9060,52-154 1120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38.65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10 94 12293,'-10'-40'3436,"14"25"-2071,-1 0 1099,4 0-2440,3 6-516,10 24-7317,-4 3-488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39.21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1 464 13057,'0'0'13191,"2"2"-12477,2 4-568,0 1-1,0-1 0,-1 1 0,0 0 0,0 0 0,0 0 0,-1 0 1,0 0-1,-1 1 0,1-1 0,-1 1 0,-1-1 0,0 10 0,0 11-80,-2 0 0,-6 31 0,7-13-184,1-37 128,2-7-9,-1 0 0,0-1 0,1 1 0,-1-1 0,1 1 0,0-1 0,-1 0 1,1 1-1,0-1 0,0 0 0,2 1 0,1-3-6,-1 0-1,1 0 1,-1 0 0,1 0 0,-1-1-1,0 0 1,7-3 0,-2 1 1,105-50 3,17-6-24,-109 50 20,1 2 0,0 1 0,44-8 0,-60 14 3,1 0 1,-1 1-1,1-1 1,-1 2-1,1-1 0,-1 1 1,0 0-1,1 1 0,-1-1 1,0 2-1,0-1 0,0 1 1,0 0-1,0 0 0,0 1 1,10 7-1,9 12 20,42 48 0,-46-45 2,1-2 0,34 28 0,-50-48-79,0 1 0,0-2-1,0 1 1,0-1 0,1 0 0,-1-1-1,1 1 1,-1-2 0,1 1-1,0-1 1,0 0 0,0-1 0,0 1-1,0-2 1,0 1 0,12-3-1,-4 0-180,-1-1-1,1 0 0,-1-1 0,0-1 0,0 0 0,-1-1 0,17-11 0,8-10-56,0-1-1,-2-3 1,-2 0 0,0-3-1,-3-1 1,30-41-1,150-251 523,-116 140 2367,-96 188-2552,0-1 0,0 1 0,0 0 1,1-1-1,-1 1 0,0-1 0,0 1 0,0 0 0,1-1 0,-1 1 0,0 0 1,0-1-1,0 1 0,1 0 0,-1-1 0,0 1 0,1 0 0,-1-1 0,0 1 1,1 0-1,-1 0 0,0 0 0,1-1 0,-1 1 0,1 0 0,-1 0 0,0 0 0,1 0 1,-1 0-1,1 0 0,-1 0 0,1 0 0,0 0 0,2 14 632,-6 28 27,-5-12-333,-2-1 0,-2-1-1,0 1 1,-22 34 0,18-34-149,-118 211 868,-61 122-939,97-139-1188,78-172-343,3 2 0,-14 74 1,28-109 188,1 0 0,1 0 0,1 26 0,0-42 781,0 1-1,0-1 1,0 0-1,0 0 0,1 1 1,-1-1-1,1 0 1,0 0-1,-1 0 1,1 0-1,0 0 0,0 0 1,0 0-1,1 0 1,-1 0-1,0 0 0,1 0 1,-1-1-1,1 1 1,-1-1-1,1 1 1,0-1-1,0 1 0,0-1 1,0 0-1,0 0 1,2 1-1,20-2-7700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39.818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122 83 13613,'4'-2'246,"-1"0"-1,0 1 0,1-1 0,-1 1 1,1 0-1,-1-1 0,1 2 1,0-1-1,-1 0 0,1 1 1,0 0-1,-1 0 0,5 0 0,1 1 439,-1 1 0,1 0 0,-1 1 0,15 5 0,-16-5-413,0 0 0,0 1 0,0-1 1,-1 1-1,1 0 0,-1 1 1,0-1-1,10 12 0,-15-14-239,1 0 0,0 0 0,-1 1 0,0-1 0,1 1 0,-1-1 0,0 1 0,0-1 0,-1 1 1,1-1-1,0 1 0,-1 0 0,0-1 0,1 1 0,-1 0 0,0 0 0,-1-1 0,1 1 0,0 0 0,-1-1 0,1 1 0,-1 0 0,0-1 0,0 1 0,0-1 0,0 1 0,-1-1 0,-2 5 0,-5 6-13,-1 1 0,0-1 1,-1-1-1,-1 0 0,0 0 1,-20 14-1,-89 54-1256,75-53 325,42-24 754,0 0 1,0 0-1,0 1 1,0-1-1,1 1 0,-1 0 1,1 0-1,0 0 1,-3 6-1,5-9 111,1 0-1,1 0 0,-1 0-1,1 0 1,0 0 0,-1 0 0,1-1 0,0 1-1,0 0 1,0-1 0,-1 1 0,1 0 0,0-1 0,0 1-1,0-1 1,0 1 0,0-1 0,0 0 0,2 1-1,-3-1-35,6 2 25,0 0-1,0-1 0,-1 0 0,1 0 1,0-1-1,0 1 0,0-1 0,0 0 0,0-1 1,0 0-1,-1 0 0,1 0 0,0 0 1,7-4-1,5 1-32,16-4 67,0-1-1,0-1 0,-1-2 1,-1-1-1,0-2 1,-1-1-1,0-1 0,37-29 1,-49 31 353,-2-2 0,0 0 1,0 0-1,-2-2 0,14-20 1,10-9 900,-39 48-1218,1 0 0,-1 0 1,1-1-1,-1 1 0,1 0 0,-1 0 0,1 0 0,0 0 0,-1-1 0,1 1 0,-1 0 0,1 0 0,-1 0 0,1 0 1,-1 0-1,1 1 0,-1-1 0,1 0 0,-1 0 0,1 0 0,0 0 0,-1 1 0,0-1 0,1 0 0,-1 0 0,1 1 1,-1-1-1,1 0 0,0 1 0,10 8 85,-7-3-47,0 1 0,0 0 0,0 0 0,3 10 0,9 17 29,-9-21-38,-1 0 0,0 1-1,7 25 1,-12-39-37,-1 1-1,1 0 1,-1 0-1,1-1 1,-1 1 0,1 0-1,-1-1 1,1 1-1,0-1 1,0 1 0,-1 0-1,1-1 1,0 0-1,0 1 1,-1-1 0,1 1-1,2-1 1,1 2 0,0 1 0,1 0 0,1 0 0,-1-1-1,0 1 1,1-2 0,-1 1 0,1 0 0,-1-1 0,1 0 0,9 0-1,64-3-7,-25-1-16,6 3 38,-15-2-23,0 3 0,59 9 1,-69-7 3,0-1 0,1-2 0,-1-1 0,0-2 0,53-10 0,-67 8 135,0 0-1,-1-1 1,0-1 0,0-1 0,-1-1 0,0-1 0,0-1 0,-1 0-1,16-14 1,19-18 2026,67-72 0,-67 62-397,-46 47-1488,-1 1 1,1-1-1,1 1 1,9-5-1,-9 6-49,-7 4-197,0 0 0,-1 0 0,1 0 0,0 0 0,0 0 0,0 0 0,0 0 0,0 1 0,0-1 0,0 0 0,-1 1 0,1-1 0,0 0 0,0 1 0,0-1 0,-1 1 0,1 0 0,0-1 0,-1 1 0,1 0 0,1 1 0,-2-2 32,1 1-42,0 0 1,0 0-1,0 0 1,0 0-1,0 0 1,0 1-1,0-1 1,-1 0-1,1 0 1,0 1-1,-1-1 1,1 1-1,-1-1 1,1 0-1,-1 1 1,0-1-1,0 1 1,0-1 0,0 1-1,0-1 1,0 0-1,0 1 1,0 1-1,-10 35 117,6-25-98,-74 244-5335,49-177 893,15-46 534,1 4-3864,6-9-404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39.93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1 172 11941,'30'-6'2268,"0"-21"-312,-7 9 93,1 0-833,-7 6-244,9 0-200,21-3-192,-6 3-252,5 3-276,1-6-324,4 6-460,2 3-736,7 3-428,-3-3-865,0 3-1579,4 3-3341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40.16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641 217 9009,'29'-60'2508,"-27"57"-2187,-1 0 0,1-1 0,-1 1 0,0 0 0,-1-1 1,1 1-1,0 0 0,-1-1 0,0 1 0,0-1 0,0 1 0,0 0 0,0-1 0,-1 1 0,1-1 0,-1 1 1,-2-7-1,-3-22 2381,5 25-1917,0 0 1,0 0-1,0 0 0,-1 0 1,-5-13-1,6 20-698,0-1 0,0 1 0,0 0 0,0-1 1,-1 1-1,1 0 0,0 0 0,0 0 0,0 0 0,0 0 0,-1 0 0,1 0 1,0 0-1,0 1 0,0-1 0,0 0 0,0 1 0,-1-1 0,1 1 0,-1 0 1,1 0 46,-8 3 40,0 1-1,0 1 1,1 0-1,0 0 1,0 1 0,0-1-1,1 2 1,0-1-1,1 1 1,-8 11-1,-7 7 137,-301 394 1618,294-379-2074,1 1 0,3 1 0,2 1 1,1 1-1,3 1 0,-22 81 0,36-104-148,0 0 0,1 0 0,2 0 0,0 1 0,2-1 0,6 45 0,-3-50-19,0 1 0,2-1 0,0 0 0,1 0-1,1-1 1,1 1 0,0-2 0,1 0 0,17 22 0,-8-15-583,2-2 1,0 0 0,1-1 0,39 27 0,-27-25-2529,44 23 0,28 5-6880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40.78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188 10 8921,'0'0'2713,"-2"-1"-308,-29-7 2174,28 8-877,0 2-2174,-2 3-1093,-1 1 0,1 0-1,0 1 1,1-1 0,-1 1 0,1 0 0,1 0-1,-4 7 1,-19 66 748,5-13-586,10-38-1067,2-1-1,-7 43 1,4 23-6196,7-74 4974,0 1-861,5-3-2730,8 2-3669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40.92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 9793,'0'0'5148,"3"21"-4464,1 0-412,-1 0-648,0 0-360,1 6-132,2 3-144,-6 0-316,0 4-2080,4-1-1777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41.297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1 16 6393,'0'0'14988,"2"0"-14848,36 15 38,-32-12-149,0 0 0,0 0 0,0-1 0,1 1 0,9 1 0,134 6 262,-88-8-258,-34-1 203,1-1 0,0-1 0,-1-1 0,0-2 1,0-1-1,0-1 0,0-2 0,50-20 0,-75 27 430,0 0-81,37-5 812,-43 29-962,-7 12-182,8-29-275,0 0 0,0 0 1,1 0-1,0 0 0,0 0 1,-1 12-1,13 67-3158,-1-29-2986,-5-40 357,7 2-3558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41.449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28 10381,'21'0'4260,"5"3"-2556,-2-3-299,-4 3-365,-3-3-212,9 0-192,-2 0-124,9 0-140,1 3-208,-11-3-628,4-3-236,3 0-624,4-3-500,-4-3-793,20 0-1515,-10 3-3125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41.734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587 0 10533,'0'0'10005,"-4"1"-8253,0 0-1511,0 0-1,-1 1 0,1-1 1,0 1-1,0 0 1,0 0-1,0 1 1,1-1-1,-1 1 1,1 0-1,-1 0 1,1 0-1,0 0 1,0 1-1,0-1 1,-3 6-1,-7 12 533,-20 42 1,9-15 56,-124 190 1240,-69 128-2074,203-338-345,1 1-1,2 0 0,1 0 0,1 1 0,1 0 0,2 1 0,1 0 1,2 0-1,0 47 0,4-60-148,0-1-1,2 0 1,0-1 0,1 1 0,0-1 0,2 1 0,0-1 0,9 17-1,-8-21-440,0 0 0,1 0 0,1-1 0,0 0 0,0-1 0,1 0 0,0 0-1,1-1 1,0 0 0,23 13 0,25 9-8586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42.17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244 93 7785,'-23'0'2426,"19"0"-277,3-3-215,0-3-1111,0-5 699,-2 1 0,1-1 0,-7-15 0,8 25-1451,0-1 0,0 0-1,0 1 1,0-1-1,0 1 1,0-1 0,-1 1-1,1-1 1,-1 1 0,1 0-1,-1 0 1,1 0-1,-1 0 1,0 0 0,1 0-1,-1 0 1,0 0 0,0 1-1,0-1 1,0 1-1,1-1 1,-1 1 0,0 0-1,0 0 1,0 0 0,0 0-1,0 0 1,0 0-1,0 0 1,0 1 0,0-1-1,-2 1 1,-8 3-117,0 1 0,0 0 0,1 0 0,-13 8 0,-13 6-229,33-17 220,0 0 0,0 0 0,1 1 0,-1-1 0,0 1 0,-5 5 0,6-5 136,19 8 283,13-1-145,-20-6-102,0-1-1,1 1 1,15 9-1,4 9-532,0 0-1,48 50 1,-75-68-258,1-1 1,0 0-1,-1 1 1,0-1-1,0 1 1,0 0-1,-1 0 0,1 0 1,-1 0-1,0 0 1,1 5-1,0 0-1625,3 11-6862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42.532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577 0 7601,'0'0'17578,"1"5"-16354,10 41 137,-4-17-844,0 0 0,-2 1 0,-1 0 0,0 31 0,-6-32-358,-1 1 0,-1-1 1,-2 0-1,-1 0 0,-1-1 1,-19 45-1,2-21-670,-1-1 1,-48 68-1,50-86-503,-1-2 0,-2 0-1,-50 44 1,-104 65-9820,82-73-1223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11T17:07:43.051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624 12 7577,'37'-12'9481,"-35"14"-8113,3 3-1030,-1 0 1,0 0-1,0 1 1,0-1 0,-1 1-1,1 0 1,-1 0-1,-1 0 1,1 0 0,-1 1-1,2 10 1,1 11 630,3 43 0,-4-36-347,6 54 493,1-4 37,-1 130 0,-16-84-564,-6-1 0,-31 135-1,29-206-824,-3 0 0,-2-1-1,-3-1 1,-2-1 0,-3-1-1,-2-2 1,-51 71-1,47-80-1252,-1-1-1,-3-2 1,-1-2-1,-85 67 1,24-37-5251,4-7-4414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68A53-CD09-47CA-AF14-0FE707F06CB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87598-E024-4F9F-986B-1F74AB36C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0221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68A53-CD09-47CA-AF14-0FE707F06CB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87598-E024-4F9F-986B-1F74AB36C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1751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68A53-CD09-47CA-AF14-0FE707F06CB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87598-E024-4F9F-986B-1F74AB36C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4108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68A53-CD09-47CA-AF14-0FE707F06CB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87598-E024-4F9F-986B-1F74AB36C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6501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68A53-CD09-47CA-AF14-0FE707F06CB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87598-E024-4F9F-986B-1F74AB36C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8171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68A53-CD09-47CA-AF14-0FE707F06CB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87598-E024-4F9F-986B-1F74AB36C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2999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68A53-CD09-47CA-AF14-0FE707F06CB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87598-E024-4F9F-986B-1F74AB36C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99974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68A53-CD09-47CA-AF14-0FE707F06CB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87598-E024-4F9F-986B-1F74AB36C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694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68A53-CD09-47CA-AF14-0FE707F06CB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87598-E024-4F9F-986B-1F74AB36C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754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68A53-CD09-47CA-AF14-0FE707F06CB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87598-E024-4F9F-986B-1F74AB36C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85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68A53-CD09-47CA-AF14-0FE707F06CB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87598-E024-4F9F-986B-1F74AB36C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09734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90268A53-CD09-47CA-AF14-0FE707F06CB0}" type="datetimeFigureOut">
              <a:rPr lang="en-IN" smtClean="0"/>
              <a:t>11-03-2026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25D87598-E024-4F9F-986B-1F74AB36C8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7906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89" Type="http://schemas.openxmlformats.org/officeDocument/2006/relationships/image" Target="../media/image44.png"/><Relationship Id="rId16" Type="http://schemas.openxmlformats.org/officeDocument/2006/relationships/customXml" Target="../ink/ink8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5" Type="http://schemas.openxmlformats.org/officeDocument/2006/relationships/image" Target="../media/image2.png"/><Relationship Id="rId90" Type="http://schemas.openxmlformats.org/officeDocument/2006/relationships/customXml" Target="../ink/ink45.xml"/><Relationship Id="rId95" Type="http://schemas.openxmlformats.org/officeDocument/2006/relationships/image" Target="../media/image47.png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80" Type="http://schemas.openxmlformats.org/officeDocument/2006/relationships/customXml" Target="../ink/ink40.xml"/><Relationship Id="rId85" Type="http://schemas.openxmlformats.org/officeDocument/2006/relationships/image" Target="../media/image42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54" Type="http://schemas.openxmlformats.org/officeDocument/2006/relationships/customXml" Target="../ink/ink27.xml"/><Relationship Id="rId62" Type="http://schemas.openxmlformats.org/officeDocument/2006/relationships/customXml" Target="../ink/ink31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91" Type="http://schemas.openxmlformats.org/officeDocument/2006/relationships/image" Target="../media/image45.png"/><Relationship Id="rId96" Type="http://schemas.openxmlformats.org/officeDocument/2006/relationships/customXml" Target="../ink/ink4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36" Type="http://schemas.openxmlformats.org/officeDocument/2006/relationships/customXml" Target="../ink/ink18.xml"/><Relationship Id="rId49" Type="http://schemas.openxmlformats.org/officeDocument/2006/relationships/image" Target="../media/image24.png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44" Type="http://schemas.openxmlformats.org/officeDocument/2006/relationships/customXml" Target="../ink/ink22.xml"/><Relationship Id="rId52" Type="http://schemas.openxmlformats.org/officeDocument/2006/relationships/customXml" Target="../ink/ink26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/Relationships>
</file>

<file path=ppt/slides/_rels/slide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11.png"/><Relationship Id="rId21" Type="http://schemas.openxmlformats.org/officeDocument/2006/relationships/image" Target="../media/image63.png"/><Relationship Id="rId42" Type="http://schemas.openxmlformats.org/officeDocument/2006/relationships/customXml" Target="../ink/ink74.xml"/><Relationship Id="rId63" Type="http://schemas.openxmlformats.org/officeDocument/2006/relationships/image" Target="../media/image84.png"/><Relationship Id="rId84" Type="http://schemas.openxmlformats.org/officeDocument/2006/relationships/customXml" Target="../ink/ink95.xml"/><Relationship Id="rId138" Type="http://schemas.openxmlformats.org/officeDocument/2006/relationships/customXml" Target="../ink/ink122.xml"/><Relationship Id="rId107" Type="http://schemas.openxmlformats.org/officeDocument/2006/relationships/image" Target="../media/image106.png"/><Relationship Id="rId11" Type="http://schemas.openxmlformats.org/officeDocument/2006/relationships/image" Target="../media/image58.png"/><Relationship Id="rId32" Type="http://schemas.openxmlformats.org/officeDocument/2006/relationships/customXml" Target="../ink/ink69.xml"/><Relationship Id="rId37" Type="http://schemas.openxmlformats.org/officeDocument/2006/relationships/image" Target="../media/image71.png"/><Relationship Id="rId53" Type="http://schemas.openxmlformats.org/officeDocument/2006/relationships/image" Target="../media/image79.png"/><Relationship Id="rId58" Type="http://schemas.openxmlformats.org/officeDocument/2006/relationships/customXml" Target="../ink/ink82.xml"/><Relationship Id="rId74" Type="http://schemas.openxmlformats.org/officeDocument/2006/relationships/customXml" Target="../ink/ink90.xml"/><Relationship Id="rId79" Type="http://schemas.openxmlformats.org/officeDocument/2006/relationships/image" Target="../media/image92.png"/><Relationship Id="rId102" Type="http://schemas.openxmlformats.org/officeDocument/2006/relationships/customXml" Target="../ink/ink104.xml"/><Relationship Id="rId123" Type="http://schemas.openxmlformats.org/officeDocument/2006/relationships/image" Target="../media/image114.png"/><Relationship Id="rId128" Type="http://schemas.openxmlformats.org/officeDocument/2006/relationships/customXml" Target="../ink/ink117.xml"/><Relationship Id="rId5" Type="http://schemas.openxmlformats.org/officeDocument/2006/relationships/image" Target="../media/image55.png"/><Relationship Id="rId90" Type="http://schemas.openxmlformats.org/officeDocument/2006/relationships/customXml" Target="../ink/ink98.xml"/><Relationship Id="rId95" Type="http://schemas.openxmlformats.org/officeDocument/2006/relationships/image" Target="../media/image100.png"/><Relationship Id="rId22" Type="http://schemas.openxmlformats.org/officeDocument/2006/relationships/customXml" Target="../ink/ink64.xml"/><Relationship Id="rId27" Type="http://schemas.openxmlformats.org/officeDocument/2006/relationships/image" Target="../media/image66.png"/><Relationship Id="rId43" Type="http://schemas.openxmlformats.org/officeDocument/2006/relationships/image" Target="../media/image74.png"/><Relationship Id="rId48" Type="http://schemas.openxmlformats.org/officeDocument/2006/relationships/customXml" Target="../ink/ink77.xml"/><Relationship Id="rId64" Type="http://schemas.openxmlformats.org/officeDocument/2006/relationships/customXml" Target="../ink/ink85.xml"/><Relationship Id="rId69" Type="http://schemas.openxmlformats.org/officeDocument/2006/relationships/image" Target="../media/image87.png"/><Relationship Id="rId113" Type="http://schemas.openxmlformats.org/officeDocument/2006/relationships/image" Target="../media/image109.png"/><Relationship Id="rId118" Type="http://schemas.openxmlformats.org/officeDocument/2006/relationships/customXml" Target="../ink/ink112.xml"/><Relationship Id="rId134" Type="http://schemas.openxmlformats.org/officeDocument/2006/relationships/customXml" Target="../ink/ink120.xml"/><Relationship Id="rId139" Type="http://schemas.openxmlformats.org/officeDocument/2006/relationships/image" Target="../media/image122.png"/><Relationship Id="rId80" Type="http://schemas.openxmlformats.org/officeDocument/2006/relationships/customXml" Target="../ink/ink93.xml"/><Relationship Id="rId85" Type="http://schemas.openxmlformats.org/officeDocument/2006/relationships/image" Target="../media/image95.png"/><Relationship Id="rId12" Type="http://schemas.openxmlformats.org/officeDocument/2006/relationships/customXml" Target="../ink/ink59.xml"/><Relationship Id="rId17" Type="http://schemas.openxmlformats.org/officeDocument/2006/relationships/image" Target="../media/image61.png"/><Relationship Id="rId33" Type="http://schemas.openxmlformats.org/officeDocument/2006/relationships/image" Target="../media/image69.png"/><Relationship Id="rId38" Type="http://schemas.openxmlformats.org/officeDocument/2006/relationships/customXml" Target="../ink/ink72.xml"/><Relationship Id="rId59" Type="http://schemas.openxmlformats.org/officeDocument/2006/relationships/image" Target="../media/image82.png"/><Relationship Id="rId103" Type="http://schemas.openxmlformats.org/officeDocument/2006/relationships/image" Target="../media/image104.png"/><Relationship Id="rId108" Type="http://schemas.openxmlformats.org/officeDocument/2006/relationships/customXml" Target="../ink/ink107.xml"/><Relationship Id="rId124" Type="http://schemas.openxmlformats.org/officeDocument/2006/relationships/customXml" Target="../ink/ink115.xml"/><Relationship Id="rId129" Type="http://schemas.openxmlformats.org/officeDocument/2006/relationships/image" Target="../media/image117.png"/><Relationship Id="rId54" Type="http://schemas.openxmlformats.org/officeDocument/2006/relationships/customXml" Target="../ink/ink80.xml"/><Relationship Id="rId70" Type="http://schemas.openxmlformats.org/officeDocument/2006/relationships/customXml" Target="../ink/ink88.xml"/><Relationship Id="rId75" Type="http://schemas.openxmlformats.org/officeDocument/2006/relationships/image" Target="../media/image90.png"/><Relationship Id="rId91" Type="http://schemas.openxmlformats.org/officeDocument/2006/relationships/image" Target="../media/image98.png"/><Relationship Id="rId96" Type="http://schemas.openxmlformats.org/officeDocument/2006/relationships/customXml" Target="../ink/ink101.xml"/><Relationship Id="rId140" Type="http://schemas.openxmlformats.org/officeDocument/2006/relationships/customXml" Target="../ink/ink12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56.xml"/><Relationship Id="rId23" Type="http://schemas.openxmlformats.org/officeDocument/2006/relationships/image" Target="../media/image64.png"/><Relationship Id="rId28" Type="http://schemas.openxmlformats.org/officeDocument/2006/relationships/customXml" Target="../ink/ink67.xml"/><Relationship Id="rId49" Type="http://schemas.openxmlformats.org/officeDocument/2006/relationships/image" Target="../media/image77.png"/><Relationship Id="rId114" Type="http://schemas.openxmlformats.org/officeDocument/2006/relationships/customXml" Target="../ink/ink110.xml"/><Relationship Id="rId119" Type="http://schemas.openxmlformats.org/officeDocument/2006/relationships/image" Target="../media/image112.png"/><Relationship Id="rId44" Type="http://schemas.openxmlformats.org/officeDocument/2006/relationships/customXml" Target="../ink/ink75.xml"/><Relationship Id="rId60" Type="http://schemas.openxmlformats.org/officeDocument/2006/relationships/customXml" Target="../ink/ink83.xml"/><Relationship Id="rId65" Type="http://schemas.openxmlformats.org/officeDocument/2006/relationships/image" Target="../media/image85.png"/><Relationship Id="rId81" Type="http://schemas.openxmlformats.org/officeDocument/2006/relationships/image" Target="../media/image93.png"/><Relationship Id="rId86" Type="http://schemas.openxmlformats.org/officeDocument/2006/relationships/customXml" Target="../ink/ink96.xml"/><Relationship Id="rId130" Type="http://schemas.openxmlformats.org/officeDocument/2006/relationships/customXml" Target="../ink/ink118.xml"/><Relationship Id="rId135" Type="http://schemas.openxmlformats.org/officeDocument/2006/relationships/image" Target="../media/image120.png"/><Relationship Id="rId13" Type="http://schemas.openxmlformats.org/officeDocument/2006/relationships/image" Target="../media/image59.png"/><Relationship Id="rId18" Type="http://schemas.openxmlformats.org/officeDocument/2006/relationships/customXml" Target="../ink/ink62.xml"/><Relationship Id="rId39" Type="http://schemas.openxmlformats.org/officeDocument/2006/relationships/image" Target="../media/image72.png"/><Relationship Id="rId109" Type="http://schemas.openxmlformats.org/officeDocument/2006/relationships/image" Target="../media/image107.png"/><Relationship Id="rId34" Type="http://schemas.openxmlformats.org/officeDocument/2006/relationships/customXml" Target="../ink/ink70.xml"/><Relationship Id="rId50" Type="http://schemas.openxmlformats.org/officeDocument/2006/relationships/customXml" Target="../ink/ink78.xml"/><Relationship Id="rId55" Type="http://schemas.openxmlformats.org/officeDocument/2006/relationships/image" Target="../media/image80.png"/><Relationship Id="rId76" Type="http://schemas.openxmlformats.org/officeDocument/2006/relationships/customXml" Target="../ink/ink91.xml"/><Relationship Id="rId97" Type="http://schemas.openxmlformats.org/officeDocument/2006/relationships/image" Target="../media/image101.png"/><Relationship Id="rId104" Type="http://schemas.openxmlformats.org/officeDocument/2006/relationships/customXml" Target="../ink/ink105.xml"/><Relationship Id="rId120" Type="http://schemas.openxmlformats.org/officeDocument/2006/relationships/customXml" Target="../ink/ink113.xml"/><Relationship Id="rId125" Type="http://schemas.openxmlformats.org/officeDocument/2006/relationships/image" Target="../media/image115.png"/><Relationship Id="rId141" Type="http://schemas.openxmlformats.org/officeDocument/2006/relationships/image" Target="../media/image123.png"/><Relationship Id="rId7" Type="http://schemas.openxmlformats.org/officeDocument/2006/relationships/image" Target="../media/image56.png"/><Relationship Id="rId71" Type="http://schemas.openxmlformats.org/officeDocument/2006/relationships/image" Target="../media/image88.png"/><Relationship Id="rId92" Type="http://schemas.openxmlformats.org/officeDocument/2006/relationships/customXml" Target="../ink/ink99.xml"/><Relationship Id="rId2" Type="http://schemas.openxmlformats.org/officeDocument/2006/relationships/customXml" Target="../ink/ink54.xml"/><Relationship Id="rId29" Type="http://schemas.openxmlformats.org/officeDocument/2006/relationships/image" Target="../media/image67.png"/><Relationship Id="rId24" Type="http://schemas.openxmlformats.org/officeDocument/2006/relationships/customXml" Target="../ink/ink65.xml"/><Relationship Id="rId40" Type="http://schemas.openxmlformats.org/officeDocument/2006/relationships/customXml" Target="../ink/ink73.xml"/><Relationship Id="rId45" Type="http://schemas.openxmlformats.org/officeDocument/2006/relationships/image" Target="../media/image75.png"/><Relationship Id="rId66" Type="http://schemas.openxmlformats.org/officeDocument/2006/relationships/customXml" Target="../ink/ink86.xml"/><Relationship Id="rId87" Type="http://schemas.openxmlformats.org/officeDocument/2006/relationships/image" Target="../media/image96.png"/><Relationship Id="rId110" Type="http://schemas.openxmlformats.org/officeDocument/2006/relationships/customXml" Target="../ink/ink108.xml"/><Relationship Id="rId115" Type="http://schemas.openxmlformats.org/officeDocument/2006/relationships/image" Target="../media/image110.png"/><Relationship Id="rId131" Type="http://schemas.openxmlformats.org/officeDocument/2006/relationships/image" Target="../media/image118.png"/><Relationship Id="rId136" Type="http://schemas.openxmlformats.org/officeDocument/2006/relationships/customXml" Target="../ink/ink121.xml"/><Relationship Id="rId61" Type="http://schemas.openxmlformats.org/officeDocument/2006/relationships/image" Target="../media/image83.png"/><Relationship Id="rId82" Type="http://schemas.openxmlformats.org/officeDocument/2006/relationships/customXml" Target="../ink/ink94.xml"/><Relationship Id="rId19" Type="http://schemas.openxmlformats.org/officeDocument/2006/relationships/image" Target="../media/image62.png"/><Relationship Id="rId14" Type="http://schemas.openxmlformats.org/officeDocument/2006/relationships/customXml" Target="../ink/ink60.xml"/><Relationship Id="rId30" Type="http://schemas.openxmlformats.org/officeDocument/2006/relationships/customXml" Target="../ink/ink68.xml"/><Relationship Id="rId35" Type="http://schemas.openxmlformats.org/officeDocument/2006/relationships/image" Target="../media/image70.png"/><Relationship Id="rId56" Type="http://schemas.openxmlformats.org/officeDocument/2006/relationships/customXml" Target="../ink/ink81.xml"/><Relationship Id="rId77" Type="http://schemas.openxmlformats.org/officeDocument/2006/relationships/image" Target="../media/image91.png"/><Relationship Id="rId100" Type="http://schemas.openxmlformats.org/officeDocument/2006/relationships/customXml" Target="../ink/ink103.xml"/><Relationship Id="rId105" Type="http://schemas.openxmlformats.org/officeDocument/2006/relationships/image" Target="../media/image105.png"/><Relationship Id="rId126" Type="http://schemas.openxmlformats.org/officeDocument/2006/relationships/customXml" Target="../ink/ink116.xml"/><Relationship Id="rId8" Type="http://schemas.openxmlformats.org/officeDocument/2006/relationships/customXml" Target="../ink/ink57.xml"/><Relationship Id="rId51" Type="http://schemas.openxmlformats.org/officeDocument/2006/relationships/image" Target="../media/image78.png"/><Relationship Id="rId72" Type="http://schemas.openxmlformats.org/officeDocument/2006/relationships/customXml" Target="../ink/ink89.xml"/><Relationship Id="rId93" Type="http://schemas.openxmlformats.org/officeDocument/2006/relationships/image" Target="../media/image99.png"/><Relationship Id="rId98" Type="http://schemas.openxmlformats.org/officeDocument/2006/relationships/customXml" Target="../ink/ink102.xml"/><Relationship Id="rId121" Type="http://schemas.openxmlformats.org/officeDocument/2006/relationships/image" Target="../media/image113.png"/><Relationship Id="rId3" Type="http://schemas.openxmlformats.org/officeDocument/2006/relationships/image" Target="../media/image54.png"/><Relationship Id="rId25" Type="http://schemas.openxmlformats.org/officeDocument/2006/relationships/image" Target="../media/image65.png"/><Relationship Id="rId46" Type="http://schemas.openxmlformats.org/officeDocument/2006/relationships/customXml" Target="../ink/ink76.xml"/><Relationship Id="rId67" Type="http://schemas.openxmlformats.org/officeDocument/2006/relationships/image" Target="../media/image86.png"/><Relationship Id="rId116" Type="http://schemas.openxmlformats.org/officeDocument/2006/relationships/customXml" Target="../ink/ink111.xml"/><Relationship Id="rId137" Type="http://schemas.openxmlformats.org/officeDocument/2006/relationships/image" Target="../media/image121.png"/><Relationship Id="rId20" Type="http://schemas.openxmlformats.org/officeDocument/2006/relationships/customXml" Target="../ink/ink63.xml"/><Relationship Id="rId41" Type="http://schemas.openxmlformats.org/officeDocument/2006/relationships/image" Target="../media/image73.png"/><Relationship Id="rId62" Type="http://schemas.openxmlformats.org/officeDocument/2006/relationships/customXml" Target="../ink/ink84.xml"/><Relationship Id="rId83" Type="http://schemas.openxmlformats.org/officeDocument/2006/relationships/image" Target="../media/image94.png"/><Relationship Id="rId88" Type="http://schemas.openxmlformats.org/officeDocument/2006/relationships/customXml" Target="../ink/ink97.xml"/><Relationship Id="rId111" Type="http://schemas.openxmlformats.org/officeDocument/2006/relationships/image" Target="../media/image108.png"/><Relationship Id="rId132" Type="http://schemas.openxmlformats.org/officeDocument/2006/relationships/customXml" Target="../ink/ink119.xml"/><Relationship Id="rId15" Type="http://schemas.openxmlformats.org/officeDocument/2006/relationships/image" Target="../media/image60.png"/><Relationship Id="rId36" Type="http://schemas.openxmlformats.org/officeDocument/2006/relationships/customXml" Target="../ink/ink71.xml"/><Relationship Id="rId57" Type="http://schemas.openxmlformats.org/officeDocument/2006/relationships/image" Target="../media/image81.png"/><Relationship Id="rId106" Type="http://schemas.openxmlformats.org/officeDocument/2006/relationships/customXml" Target="../ink/ink106.xml"/><Relationship Id="rId127" Type="http://schemas.openxmlformats.org/officeDocument/2006/relationships/image" Target="../media/image116.png"/><Relationship Id="rId10" Type="http://schemas.openxmlformats.org/officeDocument/2006/relationships/customXml" Target="../ink/ink58.xml"/><Relationship Id="rId31" Type="http://schemas.openxmlformats.org/officeDocument/2006/relationships/image" Target="../media/image68.png"/><Relationship Id="rId52" Type="http://schemas.openxmlformats.org/officeDocument/2006/relationships/customXml" Target="../ink/ink79.xml"/><Relationship Id="rId73" Type="http://schemas.openxmlformats.org/officeDocument/2006/relationships/image" Target="../media/image89.png"/><Relationship Id="rId78" Type="http://schemas.openxmlformats.org/officeDocument/2006/relationships/customXml" Target="../ink/ink92.xml"/><Relationship Id="rId94" Type="http://schemas.openxmlformats.org/officeDocument/2006/relationships/customXml" Target="../ink/ink100.xml"/><Relationship Id="rId99" Type="http://schemas.openxmlformats.org/officeDocument/2006/relationships/image" Target="../media/image102.png"/><Relationship Id="rId101" Type="http://schemas.openxmlformats.org/officeDocument/2006/relationships/image" Target="../media/image103.png"/><Relationship Id="rId122" Type="http://schemas.openxmlformats.org/officeDocument/2006/relationships/customXml" Target="../ink/ink114.xml"/><Relationship Id="rId4" Type="http://schemas.openxmlformats.org/officeDocument/2006/relationships/customXml" Target="../ink/ink55.xml"/><Relationship Id="rId9" Type="http://schemas.openxmlformats.org/officeDocument/2006/relationships/image" Target="../media/image57.png"/><Relationship Id="rId26" Type="http://schemas.openxmlformats.org/officeDocument/2006/relationships/customXml" Target="../ink/ink66.xml"/><Relationship Id="rId47" Type="http://schemas.openxmlformats.org/officeDocument/2006/relationships/image" Target="../media/image76.png"/><Relationship Id="rId68" Type="http://schemas.openxmlformats.org/officeDocument/2006/relationships/customXml" Target="../ink/ink87.xml"/><Relationship Id="rId89" Type="http://schemas.openxmlformats.org/officeDocument/2006/relationships/image" Target="../media/image97.png"/><Relationship Id="rId112" Type="http://schemas.openxmlformats.org/officeDocument/2006/relationships/customXml" Target="../ink/ink109.xml"/><Relationship Id="rId133" Type="http://schemas.openxmlformats.org/officeDocument/2006/relationships/image" Target="../media/image119.png"/><Relationship Id="rId16" Type="http://schemas.openxmlformats.org/officeDocument/2006/relationships/customXml" Target="../ink/ink61.xml"/></Relationships>
</file>

<file path=ppt/slides/_rels/slide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1.png"/><Relationship Id="rId21" Type="http://schemas.openxmlformats.org/officeDocument/2006/relationships/image" Target="../media/image133.png"/><Relationship Id="rId42" Type="http://schemas.openxmlformats.org/officeDocument/2006/relationships/customXml" Target="../ink/ink144.xml"/><Relationship Id="rId63" Type="http://schemas.openxmlformats.org/officeDocument/2006/relationships/image" Target="../media/image154.png"/><Relationship Id="rId84" Type="http://schemas.openxmlformats.org/officeDocument/2006/relationships/customXml" Target="../ink/ink165.xml"/><Relationship Id="rId138" Type="http://schemas.openxmlformats.org/officeDocument/2006/relationships/customXml" Target="../ink/ink192.xml"/><Relationship Id="rId159" Type="http://schemas.openxmlformats.org/officeDocument/2006/relationships/image" Target="../media/image202.png"/><Relationship Id="rId170" Type="http://schemas.openxmlformats.org/officeDocument/2006/relationships/customXml" Target="../ink/ink208.xml"/><Relationship Id="rId107" Type="http://schemas.openxmlformats.org/officeDocument/2006/relationships/image" Target="../media/image176.png"/><Relationship Id="rId11" Type="http://schemas.openxmlformats.org/officeDocument/2006/relationships/image" Target="../media/image128.png"/><Relationship Id="rId32" Type="http://schemas.openxmlformats.org/officeDocument/2006/relationships/customXml" Target="../ink/ink139.xml"/><Relationship Id="rId53" Type="http://schemas.openxmlformats.org/officeDocument/2006/relationships/image" Target="../media/image149.png"/><Relationship Id="rId74" Type="http://schemas.openxmlformats.org/officeDocument/2006/relationships/customXml" Target="../ink/ink160.xml"/><Relationship Id="rId128" Type="http://schemas.openxmlformats.org/officeDocument/2006/relationships/customXml" Target="../ink/ink187.xml"/><Relationship Id="rId149" Type="http://schemas.openxmlformats.org/officeDocument/2006/relationships/image" Target="../media/image197.png"/><Relationship Id="rId5" Type="http://schemas.openxmlformats.org/officeDocument/2006/relationships/image" Target="../media/image125.png"/><Relationship Id="rId95" Type="http://schemas.openxmlformats.org/officeDocument/2006/relationships/image" Target="../media/image170.png"/><Relationship Id="rId160" Type="http://schemas.openxmlformats.org/officeDocument/2006/relationships/customXml" Target="../ink/ink203.xml"/><Relationship Id="rId22" Type="http://schemas.openxmlformats.org/officeDocument/2006/relationships/customXml" Target="../ink/ink134.xml"/><Relationship Id="rId43" Type="http://schemas.openxmlformats.org/officeDocument/2006/relationships/image" Target="../media/image144.png"/><Relationship Id="rId64" Type="http://schemas.openxmlformats.org/officeDocument/2006/relationships/customXml" Target="../ink/ink155.xml"/><Relationship Id="rId118" Type="http://schemas.openxmlformats.org/officeDocument/2006/relationships/customXml" Target="../ink/ink182.xml"/><Relationship Id="rId139" Type="http://schemas.openxmlformats.org/officeDocument/2006/relationships/image" Target="../media/image192.png"/><Relationship Id="rId85" Type="http://schemas.openxmlformats.org/officeDocument/2006/relationships/image" Target="../media/image165.png"/><Relationship Id="rId150" Type="http://schemas.openxmlformats.org/officeDocument/2006/relationships/customXml" Target="../ink/ink198.xml"/><Relationship Id="rId171" Type="http://schemas.openxmlformats.org/officeDocument/2006/relationships/image" Target="../media/image208.png"/><Relationship Id="rId12" Type="http://schemas.openxmlformats.org/officeDocument/2006/relationships/customXml" Target="../ink/ink129.xml"/><Relationship Id="rId33" Type="http://schemas.openxmlformats.org/officeDocument/2006/relationships/image" Target="../media/image139.png"/><Relationship Id="rId108" Type="http://schemas.openxmlformats.org/officeDocument/2006/relationships/customXml" Target="../ink/ink177.xml"/><Relationship Id="rId129" Type="http://schemas.openxmlformats.org/officeDocument/2006/relationships/image" Target="../media/image187.png"/><Relationship Id="rId54" Type="http://schemas.openxmlformats.org/officeDocument/2006/relationships/customXml" Target="../ink/ink150.xml"/><Relationship Id="rId75" Type="http://schemas.openxmlformats.org/officeDocument/2006/relationships/image" Target="../media/image160.png"/><Relationship Id="rId96" Type="http://schemas.openxmlformats.org/officeDocument/2006/relationships/customXml" Target="../ink/ink171.xml"/><Relationship Id="rId140" Type="http://schemas.openxmlformats.org/officeDocument/2006/relationships/customXml" Target="../ink/ink193.xml"/><Relationship Id="rId161" Type="http://schemas.openxmlformats.org/officeDocument/2006/relationships/image" Target="../media/image20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6.xml"/><Relationship Id="rId23" Type="http://schemas.openxmlformats.org/officeDocument/2006/relationships/image" Target="../media/image134.png"/><Relationship Id="rId28" Type="http://schemas.openxmlformats.org/officeDocument/2006/relationships/customXml" Target="../ink/ink137.xml"/><Relationship Id="rId49" Type="http://schemas.openxmlformats.org/officeDocument/2006/relationships/image" Target="../media/image147.png"/><Relationship Id="rId114" Type="http://schemas.openxmlformats.org/officeDocument/2006/relationships/customXml" Target="../ink/ink180.xml"/><Relationship Id="rId119" Type="http://schemas.openxmlformats.org/officeDocument/2006/relationships/image" Target="../media/image182.png"/><Relationship Id="rId44" Type="http://schemas.openxmlformats.org/officeDocument/2006/relationships/customXml" Target="../ink/ink145.xml"/><Relationship Id="rId60" Type="http://schemas.openxmlformats.org/officeDocument/2006/relationships/customXml" Target="../ink/ink153.xml"/><Relationship Id="rId65" Type="http://schemas.openxmlformats.org/officeDocument/2006/relationships/image" Target="../media/image155.png"/><Relationship Id="rId81" Type="http://schemas.openxmlformats.org/officeDocument/2006/relationships/image" Target="../media/image163.png"/><Relationship Id="rId86" Type="http://schemas.openxmlformats.org/officeDocument/2006/relationships/customXml" Target="../ink/ink166.xml"/><Relationship Id="rId130" Type="http://schemas.openxmlformats.org/officeDocument/2006/relationships/customXml" Target="../ink/ink188.xml"/><Relationship Id="rId135" Type="http://schemas.openxmlformats.org/officeDocument/2006/relationships/image" Target="../media/image190.png"/><Relationship Id="rId151" Type="http://schemas.openxmlformats.org/officeDocument/2006/relationships/image" Target="../media/image198.png"/><Relationship Id="rId156" Type="http://schemas.openxmlformats.org/officeDocument/2006/relationships/customXml" Target="../ink/ink201.xml"/><Relationship Id="rId172" Type="http://schemas.openxmlformats.org/officeDocument/2006/relationships/customXml" Target="../ink/ink209.xml"/><Relationship Id="rId13" Type="http://schemas.openxmlformats.org/officeDocument/2006/relationships/image" Target="../media/image129.png"/><Relationship Id="rId18" Type="http://schemas.openxmlformats.org/officeDocument/2006/relationships/customXml" Target="../ink/ink132.xml"/><Relationship Id="rId39" Type="http://schemas.openxmlformats.org/officeDocument/2006/relationships/image" Target="../media/image142.png"/><Relationship Id="rId109" Type="http://schemas.openxmlformats.org/officeDocument/2006/relationships/image" Target="../media/image177.png"/><Relationship Id="rId34" Type="http://schemas.openxmlformats.org/officeDocument/2006/relationships/customXml" Target="../ink/ink140.xml"/><Relationship Id="rId50" Type="http://schemas.openxmlformats.org/officeDocument/2006/relationships/customXml" Target="../ink/ink148.xml"/><Relationship Id="rId55" Type="http://schemas.openxmlformats.org/officeDocument/2006/relationships/image" Target="../media/image150.png"/><Relationship Id="rId76" Type="http://schemas.openxmlformats.org/officeDocument/2006/relationships/customXml" Target="../ink/ink161.xml"/><Relationship Id="rId97" Type="http://schemas.openxmlformats.org/officeDocument/2006/relationships/image" Target="../media/image171.png"/><Relationship Id="rId104" Type="http://schemas.openxmlformats.org/officeDocument/2006/relationships/customXml" Target="../ink/ink175.xml"/><Relationship Id="rId120" Type="http://schemas.openxmlformats.org/officeDocument/2006/relationships/customXml" Target="../ink/ink183.xml"/><Relationship Id="rId125" Type="http://schemas.openxmlformats.org/officeDocument/2006/relationships/image" Target="../media/image185.png"/><Relationship Id="rId141" Type="http://schemas.openxmlformats.org/officeDocument/2006/relationships/image" Target="../media/image193.png"/><Relationship Id="rId146" Type="http://schemas.openxmlformats.org/officeDocument/2006/relationships/customXml" Target="../ink/ink196.xml"/><Relationship Id="rId167" Type="http://schemas.openxmlformats.org/officeDocument/2006/relationships/image" Target="../media/image206.png"/><Relationship Id="rId7" Type="http://schemas.openxmlformats.org/officeDocument/2006/relationships/image" Target="../media/image126.png"/><Relationship Id="rId71" Type="http://schemas.openxmlformats.org/officeDocument/2006/relationships/image" Target="../media/image158.png"/><Relationship Id="rId92" Type="http://schemas.openxmlformats.org/officeDocument/2006/relationships/customXml" Target="../ink/ink169.xml"/><Relationship Id="rId162" Type="http://schemas.openxmlformats.org/officeDocument/2006/relationships/customXml" Target="../ink/ink204.xml"/><Relationship Id="rId2" Type="http://schemas.openxmlformats.org/officeDocument/2006/relationships/customXml" Target="../ink/ink124.xml"/><Relationship Id="rId29" Type="http://schemas.openxmlformats.org/officeDocument/2006/relationships/image" Target="../media/image137.png"/><Relationship Id="rId24" Type="http://schemas.openxmlformats.org/officeDocument/2006/relationships/customXml" Target="../ink/ink135.xml"/><Relationship Id="rId40" Type="http://schemas.openxmlformats.org/officeDocument/2006/relationships/customXml" Target="../ink/ink143.xml"/><Relationship Id="rId45" Type="http://schemas.openxmlformats.org/officeDocument/2006/relationships/image" Target="../media/image145.png"/><Relationship Id="rId66" Type="http://schemas.openxmlformats.org/officeDocument/2006/relationships/customXml" Target="../ink/ink156.xml"/><Relationship Id="rId87" Type="http://schemas.openxmlformats.org/officeDocument/2006/relationships/image" Target="../media/image166.png"/><Relationship Id="rId110" Type="http://schemas.openxmlformats.org/officeDocument/2006/relationships/customXml" Target="../ink/ink178.xml"/><Relationship Id="rId115" Type="http://schemas.openxmlformats.org/officeDocument/2006/relationships/image" Target="../media/image180.png"/><Relationship Id="rId131" Type="http://schemas.openxmlformats.org/officeDocument/2006/relationships/image" Target="../media/image188.png"/><Relationship Id="rId136" Type="http://schemas.openxmlformats.org/officeDocument/2006/relationships/customXml" Target="../ink/ink191.xml"/><Relationship Id="rId157" Type="http://schemas.openxmlformats.org/officeDocument/2006/relationships/image" Target="../media/image201.png"/><Relationship Id="rId61" Type="http://schemas.openxmlformats.org/officeDocument/2006/relationships/image" Target="../media/image153.png"/><Relationship Id="rId82" Type="http://schemas.openxmlformats.org/officeDocument/2006/relationships/customXml" Target="../ink/ink164.xml"/><Relationship Id="rId152" Type="http://schemas.openxmlformats.org/officeDocument/2006/relationships/customXml" Target="../ink/ink199.xml"/><Relationship Id="rId173" Type="http://schemas.openxmlformats.org/officeDocument/2006/relationships/image" Target="../media/image209.png"/><Relationship Id="rId19" Type="http://schemas.openxmlformats.org/officeDocument/2006/relationships/image" Target="../media/image132.png"/><Relationship Id="rId14" Type="http://schemas.openxmlformats.org/officeDocument/2006/relationships/customXml" Target="../ink/ink130.xml"/><Relationship Id="rId30" Type="http://schemas.openxmlformats.org/officeDocument/2006/relationships/customXml" Target="../ink/ink138.xml"/><Relationship Id="rId35" Type="http://schemas.openxmlformats.org/officeDocument/2006/relationships/image" Target="../media/image140.png"/><Relationship Id="rId56" Type="http://schemas.openxmlformats.org/officeDocument/2006/relationships/customXml" Target="../ink/ink151.xml"/><Relationship Id="rId77" Type="http://schemas.openxmlformats.org/officeDocument/2006/relationships/image" Target="../media/image161.png"/><Relationship Id="rId100" Type="http://schemas.openxmlformats.org/officeDocument/2006/relationships/customXml" Target="../ink/ink173.xml"/><Relationship Id="rId105" Type="http://schemas.openxmlformats.org/officeDocument/2006/relationships/image" Target="../media/image175.png"/><Relationship Id="rId126" Type="http://schemas.openxmlformats.org/officeDocument/2006/relationships/customXml" Target="../ink/ink186.xml"/><Relationship Id="rId147" Type="http://schemas.openxmlformats.org/officeDocument/2006/relationships/image" Target="../media/image196.png"/><Relationship Id="rId168" Type="http://schemas.openxmlformats.org/officeDocument/2006/relationships/customXml" Target="../ink/ink207.xml"/><Relationship Id="rId8" Type="http://schemas.openxmlformats.org/officeDocument/2006/relationships/customXml" Target="../ink/ink127.xml"/><Relationship Id="rId51" Type="http://schemas.openxmlformats.org/officeDocument/2006/relationships/image" Target="../media/image148.png"/><Relationship Id="rId72" Type="http://schemas.openxmlformats.org/officeDocument/2006/relationships/customXml" Target="../ink/ink159.xml"/><Relationship Id="rId93" Type="http://schemas.openxmlformats.org/officeDocument/2006/relationships/image" Target="../media/image169.png"/><Relationship Id="rId98" Type="http://schemas.openxmlformats.org/officeDocument/2006/relationships/customXml" Target="../ink/ink172.xml"/><Relationship Id="rId121" Type="http://schemas.openxmlformats.org/officeDocument/2006/relationships/image" Target="../media/image183.png"/><Relationship Id="rId142" Type="http://schemas.openxmlformats.org/officeDocument/2006/relationships/customXml" Target="../ink/ink194.xml"/><Relationship Id="rId163" Type="http://schemas.openxmlformats.org/officeDocument/2006/relationships/image" Target="../media/image204.png"/><Relationship Id="rId3" Type="http://schemas.openxmlformats.org/officeDocument/2006/relationships/image" Target="../media/image124.png"/><Relationship Id="rId25" Type="http://schemas.openxmlformats.org/officeDocument/2006/relationships/image" Target="../media/image135.png"/><Relationship Id="rId46" Type="http://schemas.openxmlformats.org/officeDocument/2006/relationships/customXml" Target="../ink/ink146.xml"/><Relationship Id="rId67" Type="http://schemas.openxmlformats.org/officeDocument/2006/relationships/image" Target="../media/image156.png"/><Relationship Id="rId116" Type="http://schemas.openxmlformats.org/officeDocument/2006/relationships/customXml" Target="../ink/ink181.xml"/><Relationship Id="rId137" Type="http://schemas.openxmlformats.org/officeDocument/2006/relationships/image" Target="../media/image191.png"/><Relationship Id="rId158" Type="http://schemas.openxmlformats.org/officeDocument/2006/relationships/customXml" Target="../ink/ink202.xml"/><Relationship Id="rId20" Type="http://schemas.openxmlformats.org/officeDocument/2006/relationships/customXml" Target="../ink/ink133.xml"/><Relationship Id="rId41" Type="http://schemas.openxmlformats.org/officeDocument/2006/relationships/image" Target="../media/image143.png"/><Relationship Id="rId62" Type="http://schemas.openxmlformats.org/officeDocument/2006/relationships/customXml" Target="../ink/ink154.xml"/><Relationship Id="rId83" Type="http://schemas.openxmlformats.org/officeDocument/2006/relationships/image" Target="../media/image164.png"/><Relationship Id="rId88" Type="http://schemas.openxmlformats.org/officeDocument/2006/relationships/customXml" Target="../ink/ink167.xml"/><Relationship Id="rId111" Type="http://schemas.openxmlformats.org/officeDocument/2006/relationships/image" Target="../media/image178.png"/><Relationship Id="rId132" Type="http://schemas.openxmlformats.org/officeDocument/2006/relationships/customXml" Target="../ink/ink189.xml"/><Relationship Id="rId153" Type="http://schemas.openxmlformats.org/officeDocument/2006/relationships/image" Target="../media/image199.png"/><Relationship Id="rId15" Type="http://schemas.openxmlformats.org/officeDocument/2006/relationships/image" Target="../media/image130.png"/><Relationship Id="rId36" Type="http://schemas.openxmlformats.org/officeDocument/2006/relationships/customXml" Target="../ink/ink141.xml"/><Relationship Id="rId57" Type="http://schemas.openxmlformats.org/officeDocument/2006/relationships/image" Target="../media/image151.png"/><Relationship Id="rId106" Type="http://schemas.openxmlformats.org/officeDocument/2006/relationships/customXml" Target="../ink/ink176.xml"/><Relationship Id="rId127" Type="http://schemas.openxmlformats.org/officeDocument/2006/relationships/image" Target="../media/image186.png"/><Relationship Id="rId10" Type="http://schemas.openxmlformats.org/officeDocument/2006/relationships/customXml" Target="../ink/ink128.xml"/><Relationship Id="rId31" Type="http://schemas.openxmlformats.org/officeDocument/2006/relationships/image" Target="../media/image138.png"/><Relationship Id="rId52" Type="http://schemas.openxmlformats.org/officeDocument/2006/relationships/customXml" Target="../ink/ink149.xml"/><Relationship Id="rId73" Type="http://schemas.openxmlformats.org/officeDocument/2006/relationships/image" Target="../media/image159.png"/><Relationship Id="rId78" Type="http://schemas.openxmlformats.org/officeDocument/2006/relationships/customXml" Target="../ink/ink162.xml"/><Relationship Id="rId94" Type="http://schemas.openxmlformats.org/officeDocument/2006/relationships/customXml" Target="../ink/ink170.xml"/><Relationship Id="rId99" Type="http://schemas.openxmlformats.org/officeDocument/2006/relationships/image" Target="../media/image172.png"/><Relationship Id="rId101" Type="http://schemas.openxmlformats.org/officeDocument/2006/relationships/image" Target="../media/image173.png"/><Relationship Id="rId122" Type="http://schemas.openxmlformats.org/officeDocument/2006/relationships/customXml" Target="../ink/ink184.xml"/><Relationship Id="rId143" Type="http://schemas.openxmlformats.org/officeDocument/2006/relationships/image" Target="../media/image194.png"/><Relationship Id="rId148" Type="http://schemas.openxmlformats.org/officeDocument/2006/relationships/customXml" Target="../ink/ink197.xml"/><Relationship Id="rId164" Type="http://schemas.openxmlformats.org/officeDocument/2006/relationships/customXml" Target="../ink/ink205.xml"/><Relationship Id="rId169" Type="http://schemas.openxmlformats.org/officeDocument/2006/relationships/image" Target="../media/image207.png"/><Relationship Id="rId4" Type="http://schemas.openxmlformats.org/officeDocument/2006/relationships/customXml" Target="../ink/ink125.xml"/><Relationship Id="rId9" Type="http://schemas.openxmlformats.org/officeDocument/2006/relationships/image" Target="../media/image127.png"/><Relationship Id="rId26" Type="http://schemas.openxmlformats.org/officeDocument/2006/relationships/customXml" Target="../ink/ink136.xml"/><Relationship Id="rId47" Type="http://schemas.openxmlformats.org/officeDocument/2006/relationships/image" Target="../media/image146.png"/><Relationship Id="rId68" Type="http://schemas.openxmlformats.org/officeDocument/2006/relationships/customXml" Target="../ink/ink157.xml"/><Relationship Id="rId89" Type="http://schemas.openxmlformats.org/officeDocument/2006/relationships/image" Target="../media/image167.png"/><Relationship Id="rId112" Type="http://schemas.openxmlformats.org/officeDocument/2006/relationships/customXml" Target="../ink/ink179.xml"/><Relationship Id="rId133" Type="http://schemas.openxmlformats.org/officeDocument/2006/relationships/image" Target="../media/image189.png"/><Relationship Id="rId154" Type="http://schemas.openxmlformats.org/officeDocument/2006/relationships/customXml" Target="../ink/ink200.xml"/><Relationship Id="rId16" Type="http://schemas.openxmlformats.org/officeDocument/2006/relationships/customXml" Target="../ink/ink131.xml"/><Relationship Id="rId37" Type="http://schemas.openxmlformats.org/officeDocument/2006/relationships/image" Target="../media/image141.png"/><Relationship Id="rId58" Type="http://schemas.openxmlformats.org/officeDocument/2006/relationships/customXml" Target="../ink/ink152.xml"/><Relationship Id="rId79" Type="http://schemas.openxmlformats.org/officeDocument/2006/relationships/image" Target="../media/image162.png"/><Relationship Id="rId102" Type="http://schemas.openxmlformats.org/officeDocument/2006/relationships/customXml" Target="../ink/ink174.xml"/><Relationship Id="rId123" Type="http://schemas.openxmlformats.org/officeDocument/2006/relationships/image" Target="../media/image184.png"/><Relationship Id="rId144" Type="http://schemas.openxmlformats.org/officeDocument/2006/relationships/customXml" Target="../ink/ink195.xml"/><Relationship Id="rId90" Type="http://schemas.openxmlformats.org/officeDocument/2006/relationships/customXml" Target="../ink/ink168.xml"/><Relationship Id="rId165" Type="http://schemas.openxmlformats.org/officeDocument/2006/relationships/image" Target="../media/image205.png"/><Relationship Id="rId27" Type="http://schemas.openxmlformats.org/officeDocument/2006/relationships/image" Target="../media/image136.png"/><Relationship Id="rId48" Type="http://schemas.openxmlformats.org/officeDocument/2006/relationships/customXml" Target="../ink/ink147.xml"/><Relationship Id="rId69" Type="http://schemas.openxmlformats.org/officeDocument/2006/relationships/image" Target="../media/image157.png"/><Relationship Id="rId113" Type="http://schemas.openxmlformats.org/officeDocument/2006/relationships/image" Target="../media/image179.png"/><Relationship Id="rId134" Type="http://schemas.openxmlformats.org/officeDocument/2006/relationships/customXml" Target="../ink/ink190.xml"/><Relationship Id="rId80" Type="http://schemas.openxmlformats.org/officeDocument/2006/relationships/customXml" Target="../ink/ink163.xml"/><Relationship Id="rId155" Type="http://schemas.openxmlformats.org/officeDocument/2006/relationships/image" Target="../media/image200.png"/><Relationship Id="rId17" Type="http://schemas.openxmlformats.org/officeDocument/2006/relationships/image" Target="../media/image131.png"/><Relationship Id="rId38" Type="http://schemas.openxmlformats.org/officeDocument/2006/relationships/customXml" Target="../ink/ink142.xml"/><Relationship Id="rId59" Type="http://schemas.openxmlformats.org/officeDocument/2006/relationships/image" Target="../media/image152.png"/><Relationship Id="rId103" Type="http://schemas.openxmlformats.org/officeDocument/2006/relationships/image" Target="../media/image174.png"/><Relationship Id="rId124" Type="http://schemas.openxmlformats.org/officeDocument/2006/relationships/customXml" Target="../ink/ink185.xml"/><Relationship Id="rId70" Type="http://schemas.openxmlformats.org/officeDocument/2006/relationships/customXml" Target="../ink/ink158.xml"/><Relationship Id="rId91" Type="http://schemas.openxmlformats.org/officeDocument/2006/relationships/image" Target="../media/image168.png"/><Relationship Id="rId145" Type="http://schemas.openxmlformats.org/officeDocument/2006/relationships/image" Target="../media/image195.png"/><Relationship Id="rId166" Type="http://schemas.openxmlformats.org/officeDocument/2006/relationships/customXml" Target="../ink/ink206.xml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customXml" Target="../ink/ink222.xml"/><Relationship Id="rId117" Type="http://schemas.openxmlformats.org/officeDocument/2006/relationships/image" Target="../media/image267.png"/><Relationship Id="rId21" Type="http://schemas.openxmlformats.org/officeDocument/2006/relationships/image" Target="../media/image219.png"/><Relationship Id="rId42" Type="http://schemas.openxmlformats.org/officeDocument/2006/relationships/customXml" Target="../ink/ink230.xml"/><Relationship Id="rId47" Type="http://schemas.openxmlformats.org/officeDocument/2006/relationships/image" Target="../media/image232.png"/><Relationship Id="rId63" Type="http://schemas.openxmlformats.org/officeDocument/2006/relationships/image" Target="../media/image240.png"/><Relationship Id="rId68" Type="http://schemas.openxmlformats.org/officeDocument/2006/relationships/customXml" Target="../ink/ink243.xml"/><Relationship Id="rId84" Type="http://schemas.openxmlformats.org/officeDocument/2006/relationships/customXml" Target="../ink/ink251.xml"/><Relationship Id="rId89" Type="http://schemas.openxmlformats.org/officeDocument/2006/relationships/image" Target="../media/image253.png"/><Relationship Id="rId112" Type="http://schemas.openxmlformats.org/officeDocument/2006/relationships/customXml" Target="../ink/ink265.xml"/><Relationship Id="rId16" Type="http://schemas.openxmlformats.org/officeDocument/2006/relationships/customXml" Target="../ink/ink217.xml"/><Relationship Id="rId107" Type="http://schemas.openxmlformats.org/officeDocument/2006/relationships/image" Target="../media/image262.png"/><Relationship Id="rId11" Type="http://schemas.openxmlformats.org/officeDocument/2006/relationships/image" Target="../media/image214.png"/><Relationship Id="rId32" Type="http://schemas.openxmlformats.org/officeDocument/2006/relationships/customXml" Target="../ink/ink225.xml"/><Relationship Id="rId37" Type="http://schemas.openxmlformats.org/officeDocument/2006/relationships/image" Target="../media/image227.png"/><Relationship Id="rId53" Type="http://schemas.openxmlformats.org/officeDocument/2006/relationships/image" Target="../media/image235.png"/><Relationship Id="rId58" Type="http://schemas.openxmlformats.org/officeDocument/2006/relationships/customXml" Target="../ink/ink238.xml"/><Relationship Id="rId74" Type="http://schemas.openxmlformats.org/officeDocument/2006/relationships/customXml" Target="../ink/ink246.xml"/><Relationship Id="rId79" Type="http://schemas.openxmlformats.org/officeDocument/2006/relationships/image" Target="../media/image248.png"/><Relationship Id="rId102" Type="http://schemas.openxmlformats.org/officeDocument/2006/relationships/customXml" Target="../ink/ink260.xml"/><Relationship Id="rId123" Type="http://schemas.openxmlformats.org/officeDocument/2006/relationships/image" Target="../media/image270.png"/><Relationship Id="rId5" Type="http://schemas.openxmlformats.org/officeDocument/2006/relationships/image" Target="../media/image211.png"/><Relationship Id="rId90" Type="http://schemas.openxmlformats.org/officeDocument/2006/relationships/customXml" Target="../ink/ink254.xml"/><Relationship Id="rId95" Type="http://schemas.openxmlformats.org/officeDocument/2006/relationships/image" Target="../media/image256.png"/><Relationship Id="rId22" Type="http://schemas.openxmlformats.org/officeDocument/2006/relationships/customXml" Target="../ink/ink220.xml"/><Relationship Id="rId27" Type="http://schemas.openxmlformats.org/officeDocument/2006/relationships/image" Target="../media/image222.png"/><Relationship Id="rId43" Type="http://schemas.openxmlformats.org/officeDocument/2006/relationships/image" Target="../media/image230.png"/><Relationship Id="rId48" Type="http://schemas.openxmlformats.org/officeDocument/2006/relationships/customXml" Target="../ink/ink233.xml"/><Relationship Id="rId64" Type="http://schemas.openxmlformats.org/officeDocument/2006/relationships/customXml" Target="../ink/ink241.xml"/><Relationship Id="rId69" Type="http://schemas.openxmlformats.org/officeDocument/2006/relationships/image" Target="../media/image243.png"/><Relationship Id="rId113" Type="http://schemas.openxmlformats.org/officeDocument/2006/relationships/image" Target="../media/image265.png"/><Relationship Id="rId118" Type="http://schemas.openxmlformats.org/officeDocument/2006/relationships/customXml" Target="../ink/ink268.xml"/><Relationship Id="rId80" Type="http://schemas.openxmlformats.org/officeDocument/2006/relationships/customXml" Target="../ink/ink249.xml"/><Relationship Id="rId85" Type="http://schemas.openxmlformats.org/officeDocument/2006/relationships/image" Target="../media/image251.png"/><Relationship Id="rId12" Type="http://schemas.openxmlformats.org/officeDocument/2006/relationships/customXml" Target="../ink/ink215.xml"/><Relationship Id="rId17" Type="http://schemas.openxmlformats.org/officeDocument/2006/relationships/image" Target="../media/image217.png"/><Relationship Id="rId33" Type="http://schemas.openxmlformats.org/officeDocument/2006/relationships/image" Target="../media/image225.png"/><Relationship Id="rId38" Type="http://schemas.openxmlformats.org/officeDocument/2006/relationships/customXml" Target="../ink/ink228.xml"/><Relationship Id="rId59" Type="http://schemas.openxmlformats.org/officeDocument/2006/relationships/image" Target="../media/image238.png"/><Relationship Id="rId103" Type="http://schemas.openxmlformats.org/officeDocument/2006/relationships/image" Target="../media/image260.png"/><Relationship Id="rId108" Type="http://schemas.openxmlformats.org/officeDocument/2006/relationships/customXml" Target="../ink/ink263.xml"/><Relationship Id="rId54" Type="http://schemas.openxmlformats.org/officeDocument/2006/relationships/customXml" Target="../ink/ink236.xml"/><Relationship Id="rId70" Type="http://schemas.openxmlformats.org/officeDocument/2006/relationships/customXml" Target="../ink/ink244.xml"/><Relationship Id="rId75" Type="http://schemas.openxmlformats.org/officeDocument/2006/relationships/image" Target="../media/image246.png"/><Relationship Id="rId91" Type="http://schemas.openxmlformats.org/officeDocument/2006/relationships/image" Target="../media/image254.png"/><Relationship Id="rId96" Type="http://schemas.openxmlformats.org/officeDocument/2006/relationships/customXml" Target="../ink/ink257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212.xml"/><Relationship Id="rId23" Type="http://schemas.openxmlformats.org/officeDocument/2006/relationships/image" Target="../media/image220.png"/><Relationship Id="rId28" Type="http://schemas.openxmlformats.org/officeDocument/2006/relationships/customXml" Target="../ink/ink223.xml"/><Relationship Id="rId49" Type="http://schemas.openxmlformats.org/officeDocument/2006/relationships/image" Target="../media/image233.png"/><Relationship Id="rId114" Type="http://schemas.openxmlformats.org/officeDocument/2006/relationships/customXml" Target="../ink/ink266.xml"/><Relationship Id="rId119" Type="http://schemas.openxmlformats.org/officeDocument/2006/relationships/image" Target="../media/image268.png"/><Relationship Id="rId44" Type="http://schemas.openxmlformats.org/officeDocument/2006/relationships/customXml" Target="../ink/ink231.xml"/><Relationship Id="rId60" Type="http://schemas.openxmlformats.org/officeDocument/2006/relationships/customXml" Target="../ink/ink239.xml"/><Relationship Id="rId65" Type="http://schemas.openxmlformats.org/officeDocument/2006/relationships/image" Target="../media/image241.png"/><Relationship Id="rId81" Type="http://schemas.openxmlformats.org/officeDocument/2006/relationships/image" Target="../media/image249.png"/><Relationship Id="rId86" Type="http://schemas.openxmlformats.org/officeDocument/2006/relationships/customXml" Target="../ink/ink252.xml"/><Relationship Id="rId4" Type="http://schemas.openxmlformats.org/officeDocument/2006/relationships/customXml" Target="../ink/ink211.xml"/><Relationship Id="rId9" Type="http://schemas.openxmlformats.org/officeDocument/2006/relationships/image" Target="../media/image213.png"/><Relationship Id="rId13" Type="http://schemas.openxmlformats.org/officeDocument/2006/relationships/image" Target="../media/image215.png"/><Relationship Id="rId18" Type="http://schemas.openxmlformats.org/officeDocument/2006/relationships/customXml" Target="../ink/ink218.xml"/><Relationship Id="rId39" Type="http://schemas.openxmlformats.org/officeDocument/2006/relationships/image" Target="../media/image228.png"/><Relationship Id="rId109" Type="http://schemas.openxmlformats.org/officeDocument/2006/relationships/image" Target="../media/image263.png"/><Relationship Id="rId34" Type="http://schemas.openxmlformats.org/officeDocument/2006/relationships/customXml" Target="../ink/ink226.xml"/><Relationship Id="rId50" Type="http://schemas.openxmlformats.org/officeDocument/2006/relationships/customXml" Target="../ink/ink234.xml"/><Relationship Id="rId55" Type="http://schemas.openxmlformats.org/officeDocument/2006/relationships/image" Target="../media/image236.png"/><Relationship Id="rId76" Type="http://schemas.openxmlformats.org/officeDocument/2006/relationships/customXml" Target="../ink/ink247.xml"/><Relationship Id="rId97" Type="http://schemas.openxmlformats.org/officeDocument/2006/relationships/image" Target="../media/image257.png"/><Relationship Id="rId104" Type="http://schemas.openxmlformats.org/officeDocument/2006/relationships/customXml" Target="../ink/ink261.xml"/><Relationship Id="rId120" Type="http://schemas.openxmlformats.org/officeDocument/2006/relationships/customXml" Target="../ink/ink269.xml"/><Relationship Id="rId7" Type="http://schemas.openxmlformats.org/officeDocument/2006/relationships/image" Target="../media/image212.png"/><Relationship Id="rId71" Type="http://schemas.openxmlformats.org/officeDocument/2006/relationships/image" Target="../media/image244.png"/><Relationship Id="rId92" Type="http://schemas.openxmlformats.org/officeDocument/2006/relationships/customXml" Target="../ink/ink255.xml"/><Relationship Id="rId2" Type="http://schemas.openxmlformats.org/officeDocument/2006/relationships/customXml" Target="../ink/ink210.xml"/><Relationship Id="rId29" Type="http://schemas.openxmlformats.org/officeDocument/2006/relationships/image" Target="../media/image223.png"/><Relationship Id="rId24" Type="http://schemas.openxmlformats.org/officeDocument/2006/relationships/customXml" Target="../ink/ink221.xml"/><Relationship Id="rId40" Type="http://schemas.openxmlformats.org/officeDocument/2006/relationships/customXml" Target="../ink/ink229.xml"/><Relationship Id="rId45" Type="http://schemas.openxmlformats.org/officeDocument/2006/relationships/image" Target="../media/image231.png"/><Relationship Id="rId66" Type="http://schemas.openxmlformats.org/officeDocument/2006/relationships/customXml" Target="../ink/ink242.xml"/><Relationship Id="rId87" Type="http://schemas.openxmlformats.org/officeDocument/2006/relationships/image" Target="../media/image252.png"/><Relationship Id="rId110" Type="http://schemas.openxmlformats.org/officeDocument/2006/relationships/customXml" Target="../ink/ink264.xml"/><Relationship Id="rId115" Type="http://schemas.openxmlformats.org/officeDocument/2006/relationships/image" Target="../media/image266.png"/><Relationship Id="rId61" Type="http://schemas.openxmlformats.org/officeDocument/2006/relationships/image" Target="../media/image239.png"/><Relationship Id="rId82" Type="http://schemas.openxmlformats.org/officeDocument/2006/relationships/customXml" Target="../ink/ink250.xml"/><Relationship Id="rId19" Type="http://schemas.openxmlformats.org/officeDocument/2006/relationships/image" Target="../media/image218.png"/><Relationship Id="rId14" Type="http://schemas.openxmlformats.org/officeDocument/2006/relationships/customXml" Target="../ink/ink216.xml"/><Relationship Id="rId30" Type="http://schemas.openxmlformats.org/officeDocument/2006/relationships/customXml" Target="../ink/ink224.xml"/><Relationship Id="rId35" Type="http://schemas.openxmlformats.org/officeDocument/2006/relationships/image" Target="../media/image226.png"/><Relationship Id="rId56" Type="http://schemas.openxmlformats.org/officeDocument/2006/relationships/customXml" Target="../ink/ink237.xml"/><Relationship Id="rId77" Type="http://schemas.openxmlformats.org/officeDocument/2006/relationships/image" Target="../media/image247.png"/><Relationship Id="rId100" Type="http://schemas.openxmlformats.org/officeDocument/2006/relationships/customXml" Target="../ink/ink259.xml"/><Relationship Id="rId105" Type="http://schemas.openxmlformats.org/officeDocument/2006/relationships/image" Target="../media/image261.png"/><Relationship Id="rId8" Type="http://schemas.openxmlformats.org/officeDocument/2006/relationships/customXml" Target="../ink/ink213.xml"/><Relationship Id="rId51" Type="http://schemas.openxmlformats.org/officeDocument/2006/relationships/image" Target="../media/image234.png"/><Relationship Id="rId72" Type="http://schemas.openxmlformats.org/officeDocument/2006/relationships/customXml" Target="../ink/ink245.xml"/><Relationship Id="rId93" Type="http://schemas.openxmlformats.org/officeDocument/2006/relationships/image" Target="../media/image255.png"/><Relationship Id="rId98" Type="http://schemas.openxmlformats.org/officeDocument/2006/relationships/customXml" Target="../ink/ink258.xml"/><Relationship Id="rId121" Type="http://schemas.openxmlformats.org/officeDocument/2006/relationships/image" Target="../media/image269.png"/><Relationship Id="rId3" Type="http://schemas.openxmlformats.org/officeDocument/2006/relationships/image" Target="../media/image210.png"/><Relationship Id="rId25" Type="http://schemas.openxmlformats.org/officeDocument/2006/relationships/image" Target="../media/image221.png"/><Relationship Id="rId46" Type="http://schemas.openxmlformats.org/officeDocument/2006/relationships/customXml" Target="../ink/ink232.xml"/><Relationship Id="rId67" Type="http://schemas.openxmlformats.org/officeDocument/2006/relationships/image" Target="../media/image242.png"/><Relationship Id="rId116" Type="http://schemas.openxmlformats.org/officeDocument/2006/relationships/customXml" Target="../ink/ink267.xml"/><Relationship Id="rId20" Type="http://schemas.openxmlformats.org/officeDocument/2006/relationships/customXml" Target="../ink/ink219.xml"/><Relationship Id="rId41" Type="http://schemas.openxmlformats.org/officeDocument/2006/relationships/image" Target="../media/image229.png"/><Relationship Id="rId62" Type="http://schemas.openxmlformats.org/officeDocument/2006/relationships/customXml" Target="../ink/ink240.xml"/><Relationship Id="rId83" Type="http://schemas.openxmlformats.org/officeDocument/2006/relationships/image" Target="../media/image250.png"/><Relationship Id="rId88" Type="http://schemas.openxmlformats.org/officeDocument/2006/relationships/customXml" Target="../ink/ink253.xml"/><Relationship Id="rId111" Type="http://schemas.openxmlformats.org/officeDocument/2006/relationships/image" Target="../media/image264.png"/><Relationship Id="rId15" Type="http://schemas.openxmlformats.org/officeDocument/2006/relationships/image" Target="../media/image216.png"/><Relationship Id="rId36" Type="http://schemas.openxmlformats.org/officeDocument/2006/relationships/customXml" Target="../ink/ink227.xml"/><Relationship Id="rId57" Type="http://schemas.openxmlformats.org/officeDocument/2006/relationships/image" Target="../media/image237.png"/><Relationship Id="rId106" Type="http://schemas.openxmlformats.org/officeDocument/2006/relationships/customXml" Target="../ink/ink262.xml"/><Relationship Id="rId10" Type="http://schemas.openxmlformats.org/officeDocument/2006/relationships/customXml" Target="../ink/ink214.xml"/><Relationship Id="rId31" Type="http://schemas.openxmlformats.org/officeDocument/2006/relationships/image" Target="../media/image224.png"/><Relationship Id="rId52" Type="http://schemas.openxmlformats.org/officeDocument/2006/relationships/customXml" Target="../ink/ink235.xml"/><Relationship Id="rId73" Type="http://schemas.openxmlformats.org/officeDocument/2006/relationships/image" Target="../media/image245.png"/><Relationship Id="rId78" Type="http://schemas.openxmlformats.org/officeDocument/2006/relationships/customXml" Target="../ink/ink248.xml"/><Relationship Id="rId94" Type="http://schemas.openxmlformats.org/officeDocument/2006/relationships/customXml" Target="../ink/ink256.xml"/><Relationship Id="rId99" Type="http://schemas.openxmlformats.org/officeDocument/2006/relationships/image" Target="../media/image258.png"/><Relationship Id="rId101" Type="http://schemas.openxmlformats.org/officeDocument/2006/relationships/image" Target="../media/image259.png"/><Relationship Id="rId122" Type="http://schemas.openxmlformats.org/officeDocument/2006/relationships/customXml" Target="../ink/ink27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6D3D0D01-872B-5133-C1AB-7CC61C72E08E}"/>
              </a:ext>
            </a:extLst>
          </p:cNvPr>
          <p:cNvGrpSpPr/>
          <p:nvPr/>
        </p:nvGrpSpPr>
        <p:grpSpPr>
          <a:xfrm>
            <a:off x="528171" y="527060"/>
            <a:ext cx="2929680" cy="1356120"/>
            <a:chOff x="528171" y="527060"/>
            <a:chExt cx="2929680" cy="1356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1F3EC2F-E09A-2F74-A41B-B30E9D26EC87}"/>
                    </a:ext>
                  </a:extLst>
                </p14:cNvPr>
                <p14:cNvContentPartPr/>
                <p14:nvPr/>
              </p14:nvContentPartPr>
              <p14:xfrm>
                <a:off x="528171" y="563780"/>
                <a:ext cx="424440" cy="13194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1F3EC2F-E09A-2F74-A41B-B30E9D26EC87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22051" y="557660"/>
                  <a:ext cx="436680" cy="13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83A0DFA-034A-30B8-AF5F-F567F9C0799B}"/>
                    </a:ext>
                  </a:extLst>
                </p14:cNvPr>
                <p14:cNvContentPartPr/>
                <p14:nvPr/>
              </p14:nvContentPartPr>
              <p14:xfrm>
                <a:off x="845691" y="527060"/>
                <a:ext cx="463680" cy="770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83A0DFA-034A-30B8-AF5F-F567F9C0799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39571" y="520940"/>
                  <a:ext cx="47592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66D00F73-CBC9-6D85-E552-B7FDA4C18833}"/>
                    </a:ext>
                  </a:extLst>
                </p14:cNvPr>
                <p14:cNvContentPartPr/>
                <p14:nvPr/>
              </p14:nvContentPartPr>
              <p14:xfrm>
                <a:off x="771891" y="936020"/>
                <a:ext cx="325080" cy="507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66D00F73-CBC9-6D85-E552-B7FDA4C1883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765771" y="929900"/>
                  <a:ext cx="3373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2038D67B-17F0-8764-48BB-69BFC93FF50B}"/>
                    </a:ext>
                  </a:extLst>
                </p14:cNvPr>
                <p14:cNvContentPartPr/>
                <p14:nvPr/>
              </p14:nvContentPartPr>
              <p14:xfrm>
                <a:off x="1289571" y="1016300"/>
                <a:ext cx="194760" cy="306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2038D67B-17F0-8764-48BB-69BFC93FF50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283451" y="1010180"/>
                  <a:ext cx="20700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E5C13B4-2149-DE2A-A79A-69CB5201A30A}"/>
                    </a:ext>
                  </a:extLst>
                </p14:cNvPr>
                <p14:cNvContentPartPr/>
                <p14:nvPr/>
              </p14:nvContentPartPr>
              <p14:xfrm>
                <a:off x="1576131" y="1106300"/>
                <a:ext cx="197640" cy="3913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E5C13B4-2149-DE2A-A79A-69CB5201A30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570011" y="1100180"/>
                  <a:ext cx="209880" cy="40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B03E7C3-E774-E79B-F15F-4AA8248572A4}"/>
                    </a:ext>
                  </a:extLst>
                </p14:cNvPr>
                <p14:cNvContentPartPr/>
                <p14:nvPr/>
              </p14:nvContentPartPr>
              <p14:xfrm>
                <a:off x="1901211" y="1066340"/>
                <a:ext cx="369000" cy="3362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B03E7C3-E774-E79B-F15F-4AA8248572A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895091" y="1060220"/>
                  <a:ext cx="38124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71F3C0D-9667-3DD3-6E57-7AE51EB05E46}"/>
                    </a:ext>
                  </a:extLst>
                </p14:cNvPr>
                <p14:cNvContentPartPr/>
                <p14:nvPr/>
              </p14:nvContentPartPr>
              <p14:xfrm>
                <a:off x="2420691" y="876260"/>
                <a:ext cx="88560" cy="4831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71F3C0D-9667-3DD3-6E57-7AE51EB05E4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414571" y="870140"/>
                  <a:ext cx="100800" cy="49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10092A2-AFE0-5E74-A8E1-9ACDC9051B0D}"/>
                    </a:ext>
                  </a:extLst>
                </p14:cNvPr>
                <p14:cNvContentPartPr/>
                <p14:nvPr/>
              </p14:nvContentPartPr>
              <p14:xfrm>
                <a:off x="2196411" y="1202780"/>
                <a:ext cx="409680" cy="1504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10092A2-AFE0-5E74-A8E1-9ACDC9051B0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190291" y="1196660"/>
                  <a:ext cx="421920" cy="16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2BA6B32-5382-6AFD-0FDD-724288F561CA}"/>
                    </a:ext>
                  </a:extLst>
                </p14:cNvPr>
                <p14:cNvContentPartPr/>
                <p14:nvPr/>
              </p14:nvContentPartPr>
              <p14:xfrm>
                <a:off x="2713731" y="996860"/>
                <a:ext cx="21960" cy="30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2BA6B32-5382-6AFD-0FDD-724288F561C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707611" y="990740"/>
                  <a:ext cx="3420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B29CB1A1-6910-0CF6-E2A8-451B3A2F44AF}"/>
                    </a:ext>
                  </a:extLst>
                </p14:cNvPr>
                <p14:cNvContentPartPr/>
                <p14:nvPr/>
              </p14:nvContentPartPr>
              <p14:xfrm>
                <a:off x="2773491" y="1168580"/>
                <a:ext cx="193320" cy="2394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B29CB1A1-6910-0CF6-E2A8-451B3A2F44AF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67371" y="1162460"/>
                  <a:ext cx="2055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8EE3CF82-CEE0-A0EA-0A4C-0A5D2EA9CF26}"/>
                    </a:ext>
                  </a:extLst>
                </p14:cNvPr>
                <p14:cNvContentPartPr/>
                <p14:nvPr/>
              </p14:nvContentPartPr>
              <p14:xfrm>
                <a:off x="3044211" y="1101980"/>
                <a:ext cx="413640" cy="4006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8EE3CF82-CEE0-A0EA-0A4C-0A5D2EA9CF2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038091" y="1095860"/>
                  <a:ext cx="425880" cy="41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37463B2-7EC6-658A-0FD4-E0C90ACC46F6}"/>
                  </a:ext>
                </a:extLst>
              </p14:cNvPr>
              <p14:cNvContentPartPr/>
              <p14:nvPr/>
            </p14:nvContentPartPr>
            <p14:xfrm>
              <a:off x="3852051" y="1034660"/>
              <a:ext cx="35280" cy="903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37463B2-7EC6-658A-0FD4-E0C90ACC46F6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845931" y="1028540"/>
                <a:ext cx="47520" cy="10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D7DC08A-7839-D356-7748-3BBD30D8979D}"/>
                  </a:ext>
                </a:extLst>
              </p14:cNvPr>
              <p14:cNvContentPartPr/>
              <p14:nvPr/>
            </p14:nvContentPartPr>
            <p14:xfrm>
              <a:off x="3893091" y="1535060"/>
              <a:ext cx="31680" cy="25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D7DC08A-7839-D356-7748-3BBD30D8979D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886971" y="1528940"/>
                <a:ext cx="43920" cy="1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276AC0D-2A88-7A9C-3634-159ED50793FD}"/>
                  </a:ext>
                </a:extLst>
              </p14:cNvPr>
              <p14:cNvContentPartPr/>
              <p14:nvPr/>
            </p14:nvContentPartPr>
            <p14:xfrm>
              <a:off x="4170291" y="1275860"/>
              <a:ext cx="173880" cy="882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276AC0D-2A88-7A9C-3634-159ED50793FD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164171" y="1269740"/>
                <a:ext cx="186120" cy="100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EAE40BDF-388A-BEC2-527F-82914213DBCE}"/>
              </a:ext>
            </a:extLst>
          </p:cNvPr>
          <p:cNvGrpSpPr/>
          <p:nvPr/>
        </p:nvGrpSpPr>
        <p:grpSpPr>
          <a:xfrm>
            <a:off x="5048035" y="924860"/>
            <a:ext cx="3047400" cy="811080"/>
            <a:chOff x="5048035" y="924860"/>
            <a:chExt cx="3047400" cy="811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8053651-CE31-DA0F-DFE5-12F5725D42CC}"/>
                    </a:ext>
                  </a:extLst>
                </p14:cNvPr>
                <p14:cNvContentPartPr/>
                <p14:nvPr/>
              </p14:nvContentPartPr>
              <p14:xfrm>
                <a:off x="5048035" y="924860"/>
                <a:ext cx="555120" cy="8110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8053651-CE31-DA0F-DFE5-12F5725D42C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041915" y="918740"/>
                  <a:ext cx="567360" cy="82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BEAAF72-F808-F537-0947-8AE9C59048D4}"/>
                    </a:ext>
                  </a:extLst>
                </p14:cNvPr>
                <p14:cNvContentPartPr/>
                <p14:nvPr/>
              </p14:nvContentPartPr>
              <p14:xfrm>
                <a:off x="5049475" y="1380980"/>
                <a:ext cx="486360" cy="63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BEAAF72-F808-F537-0947-8AE9C59048D4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043355" y="1374860"/>
                  <a:ext cx="4986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64D83D5-5EF4-DBF5-05BD-39806DDB8F28}"/>
                    </a:ext>
                  </a:extLst>
                </p14:cNvPr>
                <p14:cNvContentPartPr/>
                <p14:nvPr/>
              </p14:nvContentPartPr>
              <p14:xfrm>
                <a:off x="6002395" y="939260"/>
                <a:ext cx="356040" cy="67140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64D83D5-5EF4-DBF5-05BD-39806DDB8F28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996275" y="933140"/>
                  <a:ext cx="368280" cy="68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442E80C0-0520-884A-7D1B-6D3CCBF0CA2F}"/>
                    </a:ext>
                  </a:extLst>
                </p14:cNvPr>
                <p14:cNvContentPartPr/>
                <p14:nvPr/>
              </p14:nvContentPartPr>
              <p14:xfrm>
                <a:off x="6573355" y="949340"/>
                <a:ext cx="89640" cy="644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442E80C0-0520-884A-7D1B-6D3CCBF0CA2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567235" y="943220"/>
                  <a:ext cx="101880" cy="65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18FFB1B-A125-4C4B-E86C-EE7CE1E051B4}"/>
                    </a:ext>
                  </a:extLst>
                </p14:cNvPr>
                <p14:cNvContentPartPr/>
                <p14:nvPr/>
              </p14:nvContentPartPr>
              <p14:xfrm>
                <a:off x="6860635" y="1300700"/>
                <a:ext cx="154440" cy="27792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18FFB1B-A125-4C4B-E86C-EE7CE1E051B4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854515" y="1294580"/>
                  <a:ext cx="16668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C642E50-5838-4801-BCC0-A6E7364063A6}"/>
                    </a:ext>
                  </a:extLst>
                </p14:cNvPr>
                <p14:cNvContentPartPr/>
                <p14:nvPr/>
              </p14:nvContentPartPr>
              <p14:xfrm>
                <a:off x="7147915" y="1145180"/>
                <a:ext cx="947520" cy="4734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C642E50-5838-4801-BCC0-A6E7364063A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141795" y="1139060"/>
                  <a:ext cx="959760" cy="485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7C555558-0C89-01E0-2AA3-D2AB03FE2032}"/>
                  </a:ext>
                </a:extLst>
              </p14:cNvPr>
              <p14:cNvContentPartPr/>
              <p14:nvPr/>
            </p14:nvContentPartPr>
            <p14:xfrm>
              <a:off x="9461275" y="886700"/>
              <a:ext cx="861480" cy="139248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7C555558-0C89-01E0-2AA3-D2AB03FE203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9455155" y="880580"/>
                <a:ext cx="873720" cy="140472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6786925D-CEF4-3776-725E-52FBD6E4AE22}"/>
              </a:ext>
            </a:extLst>
          </p:cNvPr>
          <p:cNvGrpSpPr/>
          <p:nvPr/>
        </p:nvGrpSpPr>
        <p:grpSpPr>
          <a:xfrm>
            <a:off x="1021795" y="2167940"/>
            <a:ext cx="1639440" cy="700200"/>
            <a:chOff x="1021795" y="2167940"/>
            <a:chExt cx="1639440" cy="700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9FD8D39-4476-7F53-BC39-247A15F43200}"/>
                    </a:ext>
                  </a:extLst>
                </p14:cNvPr>
                <p14:cNvContentPartPr/>
                <p14:nvPr/>
              </p14:nvContentPartPr>
              <p14:xfrm>
                <a:off x="1021795" y="2245340"/>
                <a:ext cx="594720" cy="5806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9FD8D39-4476-7F53-BC39-247A15F43200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15675" y="2239220"/>
                  <a:ext cx="606960" cy="59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C0AD38E-62A6-F35E-D2CE-D55B701F6EBD}"/>
                    </a:ext>
                  </a:extLst>
                </p14:cNvPr>
                <p14:cNvContentPartPr/>
                <p14:nvPr/>
              </p14:nvContentPartPr>
              <p14:xfrm>
                <a:off x="1635595" y="2167940"/>
                <a:ext cx="1025640" cy="700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C0AD38E-62A6-F35E-D2CE-D55B701F6EBD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629475" y="2161820"/>
                  <a:ext cx="1037880" cy="71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E96DF91-74F5-A10F-0A6E-79A309392D74}"/>
                  </a:ext>
                </a:extLst>
              </p14:cNvPr>
              <p14:cNvContentPartPr/>
              <p14:nvPr/>
            </p14:nvContentPartPr>
            <p14:xfrm>
              <a:off x="3221395" y="2799380"/>
              <a:ext cx="86040" cy="15228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E96DF91-74F5-A10F-0A6E-79A309392D7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3215275" y="2793260"/>
                <a:ext cx="98280" cy="16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47" name="Group 46">
            <a:extLst>
              <a:ext uri="{FF2B5EF4-FFF2-40B4-BE49-F238E27FC236}">
                <a16:creationId xmlns:a16="http://schemas.microsoft.com/office/drawing/2014/main" id="{550D3E89-27E1-574F-E3DB-739F352FFAD0}"/>
              </a:ext>
            </a:extLst>
          </p:cNvPr>
          <p:cNvGrpSpPr/>
          <p:nvPr/>
        </p:nvGrpSpPr>
        <p:grpSpPr>
          <a:xfrm>
            <a:off x="3766795" y="2329580"/>
            <a:ext cx="2445840" cy="652680"/>
            <a:chOff x="3766795" y="2329580"/>
            <a:chExt cx="2445840" cy="6526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9A77C89-D8AD-18A0-D4F8-FED4E72DB064}"/>
                    </a:ext>
                  </a:extLst>
                </p14:cNvPr>
                <p14:cNvContentPartPr/>
                <p14:nvPr/>
              </p14:nvContentPartPr>
              <p14:xfrm>
                <a:off x="3766795" y="2453780"/>
                <a:ext cx="507600" cy="3560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9A77C89-D8AD-18A0-D4F8-FED4E72DB06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3760675" y="2447660"/>
                  <a:ext cx="51984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82E65B7-6614-C780-0560-3CDE1EE8C53C}"/>
                    </a:ext>
                  </a:extLst>
                </p14:cNvPr>
                <p14:cNvContentPartPr/>
                <p14:nvPr/>
              </p14:nvContentPartPr>
              <p14:xfrm>
                <a:off x="4394995" y="2506340"/>
                <a:ext cx="610920" cy="47592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82E65B7-6614-C780-0560-3CDE1EE8C53C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388875" y="2500220"/>
                  <a:ext cx="623160" cy="48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156AB59-61C4-A676-FA5C-78816C8B6454}"/>
                    </a:ext>
                  </a:extLst>
                </p14:cNvPr>
                <p14:cNvContentPartPr/>
                <p14:nvPr/>
              </p14:nvContentPartPr>
              <p14:xfrm>
                <a:off x="5163955" y="2329580"/>
                <a:ext cx="43920" cy="1209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156AB59-61C4-A676-FA5C-78816C8B645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157835" y="2323460"/>
                  <a:ext cx="561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379DC0C-51E2-2FA1-1B88-3559A44C4726}"/>
                    </a:ext>
                  </a:extLst>
                </p14:cNvPr>
                <p14:cNvContentPartPr/>
                <p14:nvPr/>
              </p14:nvContentPartPr>
              <p14:xfrm>
                <a:off x="5266195" y="2403380"/>
                <a:ext cx="177480" cy="5277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379DC0C-51E2-2FA1-1B88-3559A44C472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260075" y="2397260"/>
                  <a:ext cx="189720" cy="54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6A1EBAD9-BD61-E1C8-525F-0A646CE2B218}"/>
                    </a:ext>
                  </a:extLst>
                </p14:cNvPr>
                <p14:cNvContentPartPr/>
                <p14:nvPr/>
              </p14:nvContentPartPr>
              <p14:xfrm>
                <a:off x="5265115" y="2566100"/>
                <a:ext cx="380160" cy="3661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6A1EBAD9-BD61-E1C8-525F-0A646CE2B21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258995" y="2559980"/>
                  <a:ext cx="39240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8C2A2C2-6F68-6A62-65A9-C9FF0EC4539C}"/>
                    </a:ext>
                  </a:extLst>
                </p14:cNvPr>
                <p14:cNvContentPartPr/>
                <p14:nvPr/>
              </p14:nvContentPartPr>
              <p14:xfrm>
                <a:off x="5513515" y="2709740"/>
                <a:ext cx="699120" cy="247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8C2A2C2-6F68-6A62-65A9-C9FF0EC4539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507395" y="2703620"/>
                  <a:ext cx="711360" cy="25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2505800-6587-31B2-1C06-036CE06E22A3}"/>
              </a:ext>
            </a:extLst>
          </p:cNvPr>
          <p:cNvGrpSpPr/>
          <p:nvPr/>
        </p:nvGrpSpPr>
        <p:grpSpPr>
          <a:xfrm>
            <a:off x="7431955" y="2486900"/>
            <a:ext cx="542520" cy="484200"/>
            <a:chOff x="7431955" y="2486900"/>
            <a:chExt cx="542520" cy="484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BEF6F32-2E13-BE43-5BC2-AD53FA451C58}"/>
                    </a:ext>
                  </a:extLst>
                </p14:cNvPr>
                <p14:cNvContentPartPr/>
                <p14:nvPr/>
              </p14:nvContentPartPr>
              <p14:xfrm>
                <a:off x="7497115" y="2486900"/>
                <a:ext cx="101160" cy="4842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BEF6F32-2E13-BE43-5BC2-AD53FA451C5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490995" y="2480780"/>
                  <a:ext cx="113400" cy="49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687708D-43CC-8418-E17F-092919EC2D7C}"/>
                    </a:ext>
                  </a:extLst>
                </p14:cNvPr>
                <p14:cNvContentPartPr/>
                <p14:nvPr/>
              </p14:nvContentPartPr>
              <p14:xfrm>
                <a:off x="7431955" y="2652140"/>
                <a:ext cx="542520" cy="3027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687708D-43CC-8418-E17F-092919EC2D7C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425835" y="2646020"/>
                  <a:ext cx="554760" cy="315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B7D883E-7480-C3BB-1EFB-61D08C01A816}"/>
              </a:ext>
            </a:extLst>
          </p:cNvPr>
          <p:cNvGrpSpPr/>
          <p:nvPr/>
        </p:nvGrpSpPr>
        <p:grpSpPr>
          <a:xfrm>
            <a:off x="8981755" y="2260100"/>
            <a:ext cx="2388960" cy="1072440"/>
            <a:chOff x="8981755" y="2260100"/>
            <a:chExt cx="2388960" cy="1072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AB290D8-D276-5FF4-A491-8B3617F8773C}"/>
                    </a:ext>
                  </a:extLst>
                </p14:cNvPr>
                <p14:cNvContentPartPr/>
                <p14:nvPr/>
              </p14:nvContentPartPr>
              <p14:xfrm>
                <a:off x="8981755" y="2384660"/>
                <a:ext cx="298440" cy="9270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AB290D8-D276-5FF4-A491-8B3617F8773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975635" y="2378540"/>
                  <a:ext cx="310680" cy="9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B90F2E8-188E-1FBA-9140-2BDE76CB9D7A}"/>
                    </a:ext>
                  </a:extLst>
                </p14:cNvPr>
                <p14:cNvContentPartPr/>
                <p14:nvPr/>
              </p14:nvContentPartPr>
              <p14:xfrm>
                <a:off x="9215395" y="2591300"/>
                <a:ext cx="252360" cy="3096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B90F2E8-188E-1FBA-9140-2BDE76CB9D7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209275" y="2585180"/>
                  <a:ext cx="2646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34660DB-DA85-0E60-EA15-34C7C3BF6CC0}"/>
                    </a:ext>
                  </a:extLst>
                </p14:cNvPr>
                <p14:cNvContentPartPr/>
                <p14:nvPr/>
              </p14:nvContentPartPr>
              <p14:xfrm>
                <a:off x="9609595" y="2567540"/>
                <a:ext cx="209880" cy="3211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34660DB-DA85-0E60-EA15-34C7C3BF6CC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603475" y="2561420"/>
                  <a:ext cx="22212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1B710C3-9722-18F2-BD82-45D940479432}"/>
                    </a:ext>
                  </a:extLst>
                </p14:cNvPr>
                <p14:cNvContentPartPr/>
                <p14:nvPr/>
              </p14:nvContentPartPr>
              <p14:xfrm>
                <a:off x="9918115" y="2511740"/>
                <a:ext cx="270720" cy="3358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81B710C3-9722-18F2-BD82-45D94047943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911995" y="2505620"/>
                  <a:ext cx="28296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D9D0417-BFDF-EB69-31EE-22A35A18296E}"/>
                    </a:ext>
                  </a:extLst>
                </p14:cNvPr>
                <p14:cNvContentPartPr/>
                <p14:nvPr/>
              </p14:nvContentPartPr>
              <p14:xfrm>
                <a:off x="10196035" y="2260100"/>
                <a:ext cx="464400" cy="10724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DD9D0417-BFDF-EB69-31EE-22A35A18296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189915" y="2253980"/>
                  <a:ext cx="476640" cy="108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80038DB-9473-F201-9720-EC424CF6CBAD}"/>
                    </a:ext>
                  </a:extLst>
                </p14:cNvPr>
                <p14:cNvContentPartPr/>
                <p14:nvPr/>
              </p14:nvContentPartPr>
              <p14:xfrm>
                <a:off x="10738195" y="2493380"/>
                <a:ext cx="328320" cy="3063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80038DB-9473-F201-9720-EC424CF6CBA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732075" y="2487260"/>
                  <a:ext cx="34056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46F06D7-008A-C40A-34EB-31263216BDE9}"/>
                    </a:ext>
                  </a:extLst>
                </p14:cNvPr>
                <p14:cNvContentPartPr/>
                <p14:nvPr/>
              </p14:nvContentPartPr>
              <p14:xfrm>
                <a:off x="11096755" y="2559620"/>
                <a:ext cx="273960" cy="34668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46F06D7-008A-C40A-34EB-31263216BDE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090635" y="2553500"/>
                  <a:ext cx="286200" cy="35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C7637924-10EB-83BB-648C-06B0B2FE794D}"/>
                  </a:ext>
                </a:extLst>
              </p14:cNvPr>
              <p14:cNvContentPartPr/>
              <p14:nvPr/>
            </p14:nvContentPartPr>
            <p14:xfrm>
              <a:off x="1296475" y="3650420"/>
              <a:ext cx="423360" cy="40932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C7637924-10EB-83BB-648C-06B0B2FE794D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1290355" y="3644300"/>
                <a:ext cx="435600" cy="421560"/>
              </a:xfrm>
              <a:prstGeom prst="rect">
                <a:avLst/>
              </a:prstGeom>
            </p:spPr>
          </p:pic>
        </mc:Fallback>
      </mc:AlternateContent>
      <p:grpSp>
        <p:nvGrpSpPr>
          <p:cNvPr id="62" name="Group 61">
            <a:extLst>
              <a:ext uri="{FF2B5EF4-FFF2-40B4-BE49-F238E27FC236}">
                <a16:creationId xmlns:a16="http://schemas.microsoft.com/office/drawing/2014/main" id="{C94DA1D4-1855-B960-EE24-5CB276DAAF28}"/>
              </a:ext>
            </a:extLst>
          </p:cNvPr>
          <p:cNvGrpSpPr/>
          <p:nvPr/>
        </p:nvGrpSpPr>
        <p:grpSpPr>
          <a:xfrm>
            <a:off x="2386915" y="3295820"/>
            <a:ext cx="3383640" cy="1022400"/>
            <a:chOff x="2386915" y="3295820"/>
            <a:chExt cx="3383640" cy="102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06410DF-8B52-4EAA-A53F-265F7B2D0A61}"/>
                    </a:ext>
                  </a:extLst>
                </p14:cNvPr>
                <p14:cNvContentPartPr/>
                <p14:nvPr/>
              </p14:nvContentPartPr>
              <p14:xfrm>
                <a:off x="2386915" y="3295820"/>
                <a:ext cx="180000" cy="10224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06410DF-8B52-4EAA-A53F-265F7B2D0A61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380795" y="3289700"/>
                  <a:ext cx="192240" cy="103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66007646-9CB3-B290-6457-098245D10AC3}"/>
                    </a:ext>
                  </a:extLst>
                </p14:cNvPr>
                <p14:cNvContentPartPr/>
                <p14:nvPr/>
              </p14:nvContentPartPr>
              <p14:xfrm>
                <a:off x="2390155" y="3620180"/>
                <a:ext cx="203760" cy="2394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66007646-9CB3-B290-6457-098245D10AC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384035" y="3614060"/>
                  <a:ext cx="21600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3A33D64-C14E-9121-1AF9-E1A484C2CEC9}"/>
                    </a:ext>
                  </a:extLst>
                </p14:cNvPr>
                <p14:cNvContentPartPr/>
                <p14:nvPr/>
              </p14:nvContentPartPr>
              <p14:xfrm>
                <a:off x="2841595" y="3700100"/>
                <a:ext cx="159480" cy="2422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3A33D64-C14E-9121-1AF9-E1A484C2CEC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835475" y="3693980"/>
                  <a:ext cx="17172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D5D1F04-8B33-BB10-36E3-90E7A7241513}"/>
                    </a:ext>
                  </a:extLst>
                </p14:cNvPr>
                <p14:cNvContentPartPr/>
                <p14:nvPr/>
              </p14:nvContentPartPr>
              <p14:xfrm>
                <a:off x="3147595" y="3516500"/>
                <a:ext cx="463320" cy="3729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D5D1F04-8B33-BB10-36E3-90E7A724151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141475" y="3510380"/>
                  <a:ext cx="475560" cy="38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B07DD6A6-0D0A-197F-A56A-ADD94BB269FC}"/>
                    </a:ext>
                  </a:extLst>
                </p14:cNvPr>
                <p14:cNvContentPartPr/>
                <p14:nvPr/>
              </p14:nvContentPartPr>
              <p14:xfrm>
                <a:off x="3525235" y="3713060"/>
                <a:ext cx="381240" cy="1738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B07DD6A6-0D0A-197F-A56A-ADD94BB269F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519115" y="3706940"/>
                  <a:ext cx="39348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D6AC1B2-8EA5-C883-9F62-A6DAB8E0C94D}"/>
                    </a:ext>
                  </a:extLst>
                </p14:cNvPr>
                <p14:cNvContentPartPr/>
                <p14:nvPr/>
              </p14:nvContentPartPr>
              <p14:xfrm>
                <a:off x="4019515" y="3407060"/>
                <a:ext cx="32760" cy="698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D6AC1B2-8EA5-C883-9F62-A6DAB8E0C94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013395" y="3400940"/>
                  <a:ext cx="4500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0542A9A-5B4C-7623-5B8F-AC7EFA315D2B}"/>
                    </a:ext>
                  </a:extLst>
                </p14:cNvPr>
                <p14:cNvContentPartPr/>
                <p14:nvPr/>
              </p14:nvContentPartPr>
              <p14:xfrm>
                <a:off x="4122475" y="3435140"/>
                <a:ext cx="1301040" cy="4780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0542A9A-5B4C-7623-5B8F-AC7EFA315D2B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116355" y="3429020"/>
                  <a:ext cx="1313280" cy="49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4D40033-719F-130D-504D-FC463887B539}"/>
                    </a:ext>
                  </a:extLst>
                </p14:cNvPr>
                <p14:cNvContentPartPr/>
                <p14:nvPr/>
              </p14:nvContentPartPr>
              <p14:xfrm>
                <a:off x="5490475" y="3632420"/>
                <a:ext cx="280080" cy="3402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4D40033-719F-130D-504D-FC463887B53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484355" y="3626300"/>
                  <a:ext cx="292320" cy="35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3A4E6CD2-D2C4-6F67-A662-B89B772D052A}"/>
              </a:ext>
            </a:extLst>
          </p:cNvPr>
          <p:cNvGrpSpPr/>
          <p:nvPr/>
        </p:nvGrpSpPr>
        <p:grpSpPr>
          <a:xfrm>
            <a:off x="7094275" y="3533420"/>
            <a:ext cx="1902960" cy="658800"/>
            <a:chOff x="7094275" y="3533420"/>
            <a:chExt cx="1902960" cy="65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C5E0A47B-3857-45D3-3609-1A612045280F}"/>
                    </a:ext>
                  </a:extLst>
                </p14:cNvPr>
                <p14:cNvContentPartPr/>
                <p14:nvPr/>
              </p14:nvContentPartPr>
              <p14:xfrm>
                <a:off x="7102195" y="3533420"/>
                <a:ext cx="93240" cy="6588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C5E0A47B-3857-45D3-3609-1A612045280F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096075" y="3527300"/>
                  <a:ext cx="105480" cy="67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854385F-2D4E-1BFD-19A9-D48466DE6A07}"/>
                    </a:ext>
                  </a:extLst>
                </p14:cNvPr>
                <p14:cNvContentPartPr/>
                <p14:nvPr/>
              </p14:nvContentPartPr>
              <p14:xfrm>
                <a:off x="7094275" y="3809180"/>
                <a:ext cx="1024560" cy="3337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854385F-2D4E-1BFD-19A9-D48466DE6A0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088155" y="3803060"/>
                  <a:ext cx="103680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E3DB995-CFA7-9801-EA38-50F056CAB006}"/>
                    </a:ext>
                  </a:extLst>
                </p14:cNvPr>
                <p14:cNvContentPartPr/>
                <p14:nvPr/>
              </p14:nvContentPartPr>
              <p14:xfrm>
                <a:off x="8358235" y="3617660"/>
                <a:ext cx="639000" cy="4777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E3DB995-CFA7-9801-EA38-50F056CAB00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352115" y="3611540"/>
                  <a:ext cx="651240" cy="489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9B40ACB0-3F95-96E1-9754-B91474F15BF4}"/>
                  </a:ext>
                </a:extLst>
              </p14:cNvPr>
              <p14:cNvContentPartPr/>
              <p14:nvPr/>
            </p14:nvContentPartPr>
            <p14:xfrm>
              <a:off x="9447955" y="3856700"/>
              <a:ext cx="93240" cy="3276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9B40ACB0-3F95-96E1-9754-B91474F15BF4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9441835" y="3850580"/>
                <a:ext cx="10548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4D6AAB8E-98CE-4284-84D5-A988F022EDA6}"/>
                  </a:ext>
                </a:extLst>
              </p14:cNvPr>
              <p14:cNvContentPartPr/>
              <p14:nvPr/>
            </p14:nvContentPartPr>
            <p14:xfrm>
              <a:off x="1423195" y="4738700"/>
              <a:ext cx="5187600" cy="300960"/>
            </p14:xfrm>
          </p:contentPart>
        </mc:Choice>
        <mc:Fallback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4D6AAB8E-98CE-4284-84D5-A988F022EDA6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417075" y="4732580"/>
                <a:ext cx="5199840" cy="313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66858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E1A1F86-64C7-7737-4024-A4C9DC51FF72}"/>
              </a:ext>
            </a:extLst>
          </p:cNvPr>
          <p:cNvGrpSpPr/>
          <p:nvPr/>
        </p:nvGrpSpPr>
        <p:grpSpPr>
          <a:xfrm>
            <a:off x="1831795" y="322940"/>
            <a:ext cx="1143720" cy="1154880"/>
            <a:chOff x="1831795" y="322940"/>
            <a:chExt cx="1143720" cy="1154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AD0083F-04D7-5EF9-86B0-3E0BE7BE7CF5}"/>
                    </a:ext>
                  </a:extLst>
                </p14:cNvPr>
                <p14:cNvContentPartPr/>
                <p14:nvPr/>
              </p14:nvContentPartPr>
              <p14:xfrm>
                <a:off x="1831795" y="378740"/>
                <a:ext cx="306720" cy="10098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AD0083F-04D7-5EF9-86B0-3E0BE7BE7CF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825675" y="372620"/>
                  <a:ext cx="318960" cy="10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80B0DBF-B086-8EBD-B409-F2DC388DC885}"/>
                    </a:ext>
                  </a:extLst>
                </p14:cNvPr>
                <p14:cNvContentPartPr/>
                <p14:nvPr/>
              </p14:nvContentPartPr>
              <p14:xfrm>
                <a:off x="2695795" y="441020"/>
                <a:ext cx="143640" cy="7329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80B0DBF-B086-8EBD-B409-F2DC388DC885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689675" y="434900"/>
                  <a:ext cx="155880" cy="74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094969CF-0F5D-DBD7-1BEE-D4648ADD486C}"/>
                    </a:ext>
                  </a:extLst>
                </p14:cNvPr>
                <p14:cNvContentPartPr/>
                <p14:nvPr/>
              </p14:nvContentPartPr>
              <p14:xfrm>
                <a:off x="2474755" y="322940"/>
                <a:ext cx="414000" cy="1630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094969CF-0F5D-DBD7-1BEE-D4648ADD486C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468635" y="316820"/>
                  <a:ext cx="42624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939D5C1-204F-4766-4F82-B9E3D11EB140}"/>
                    </a:ext>
                  </a:extLst>
                </p14:cNvPr>
                <p14:cNvContentPartPr/>
                <p14:nvPr/>
              </p14:nvContentPartPr>
              <p14:xfrm>
                <a:off x="2473675" y="1231220"/>
                <a:ext cx="501840" cy="246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939D5C1-204F-4766-4F82-B9E3D11EB14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467555" y="1225100"/>
                  <a:ext cx="514080" cy="258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E453D29F-571F-4724-A566-38A6560B44BB}"/>
              </a:ext>
            </a:extLst>
          </p:cNvPr>
          <p:cNvGrpSpPr/>
          <p:nvPr/>
        </p:nvGrpSpPr>
        <p:grpSpPr>
          <a:xfrm>
            <a:off x="4200595" y="680060"/>
            <a:ext cx="323640" cy="385560"/>
            <a:chOff x="4200595" y="680060"/>
            <a:chExt cx="323640" cy="385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EBB0F15F-C5E2-10B2-A9A3-AFB1DBA98D0C}"/>
                    </a:ext>
                  </a:extLst>
                </p14:cNvPr>
                <p14:cNvContentPartPr/>
                <p14:nvPr/>
              </p14:nvContentPartPr>
              <p14:xfrm>
                <a:off x="4202755" y="680060"/>
                <a:ext cx="257040" cy="676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EBB0F15F-C5E2-10B2-A9A3-AFB1DBA98D0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196635" y="673940"/>
                  <a:ext cx="269280" cy="7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FE22FDC-8A13-EAE6-F7F0-DFDB08A5BE51}"/>
                    </a:ext>
                  </a:extLst>
                </p14:cNvPr>
                <p14:cNvContentPartPr/>
                <p14:nvPr/>
              </p14:nvContentPartPr>
              <p14:xfrm>
                <a:off x="4200595" y="939260"/>
                <a:ext cx="323640" cy="126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FE22FDC-8A13-EAE6-F7F0-DFDB08A5BE5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194475" y="933140"/>
                  <a:ext cx="335880" cy="13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C3CFE422-580B-C7B5-06E6-DEEE546A1FC8}"/>
              </a:ext>
            </a:extLst>
          </p:cNvPr>
          <p:cNvGrpSpPr/>
          <p:nvPr/>
        </p:nvGrpSpPr>
        <p:grpSpPr>
          <a:xfrm>
            <a:off x="5717995" y="126020"/>
            <a:ext cx="5249520" cy="2614320"/>
            <a:chOff x="5717995" y="126020"/>
            <a:chExt cx="5249520" cy="2614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24DEF65-D104-DAFE-B4AF-054D76B9CA22}"/>
                    </a:ext>
                  </a:extLst>
                </p14:cNvPr>
                <p14:cNvContentPartPr/>
                <p14:nvPr/>
              </p14:nvContentPartPr>
              <p14:xfrm>
                <a:off x="5717995" y="381260"/>
                <a:ext cx="108720" cy="8546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24DEF65-D104-DAFE-B4AF-054D76B9CA22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711875" y="375140"/>
                  <a:ext cx="120960" cy="86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E3FC729-CDFB-1B27-995F-8502C767DF2F}"/>
                    </a:ext>
                  </a:extLst>
                </p14:cNvPr>
                <p14:cNvContentPartPr/>
                <p14:nvPr/>
              </p14:nvContentPartPr>
              <p14:xfrm>
                <a:off x="5804035" y="126020"/>
                <a:ext cx="623880" cy="621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E3FC729-CDFB-1B27-995F-8502C767DF2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797915" y="119900"/>
                  <a:ext cx="636120" cy="63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307517D-9A4D-F58C-7AC6-9BF20591A4A6}"/>
                    </a:ext>
                  </a:extLst>
                </p14:cNvPr>
                <p14:cNvContentPartPr/>
                <p14:nvPr/>
              </p14:nvContentPartPr>
              <p14:xfrm>
                <a:off x="6747955" y="554780"/>
                <a:ext cx="371880" cy="3762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307517D-9A4D-F58C-7AC6-9BF20591A4A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741835" y="548660"/>
                  <a:ext cx="38412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8547CDB-7BE8-AACD-76B2-838B925B6108}"/>
                    </a:ext>
                  </a:extLst>
                </p14:cNvPr>
                <p14:cNvContentPartPr/>
                <p14:nvPr/>
              </p14:nvContentPartPr>
              <p14:xfrm>
                <a:off x="6809875" y="448940"/>
                <a:ext cx="532080" cy="4658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8547CDB-7BE8-AACD-76B2-838B925B6108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803755" y="442820"/>
                  <a:ext cx="544320" cy="47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8833466-36EF-4629-1547-EE40D875660A}"/>
                    </a:ext>
                  </a:extLst>
                </p14:cNvPr>
                <p14:cNvContentPartPr/>
                <p14:nvPr/>
              </p14:nvContentPartPr>
              <p14:xfrm>
                <a:off x="7374355" y="278660"/>
                <a:ext cx="567000" cy="5979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8833466-36EF-4629-1547-EE40D875660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368235" y="272540"/>
                  <a:ext cx="579240" cy="61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446BC89-D27A-59C7-9C39-E2703C07CBAB}"/>
                    </a:ext>
                  </a:extLst>
                </p14:cNvPr>
                <p14:cNvContentPartPr/>
                <p14:nvPr/>
              </p14:nvContentPartPr>
              <p14:xfrm>
                <a:off x="8414035" y="409700"/>
                <a:ext cx="349560" cy="26316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446BC89-D27A-59C7-9C39-E2703C07CBA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407915" y="403580"/>
                  <a:ext cx="36180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A9ED5A3F-AEE8-79A9-7F35-0E0C40792197}"/>
                    </a:ext>
                  </a:extLst>
                </p14:cNvPr>
                <p14:cNvContentPartPr/>
                <p14:nvPr/>
              </p14:nvContentPartPr>
              <p14:xfrm>
                <a:off x="8367595" y="385940"/>
                <a:ext cx="473040" cy="3888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A9ED5A3F-AEE8-79A9-7F35-0E0C4079219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361475" y="379820"/>
                  <a:ext cx="48528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43F0F332-03E7-B013-0CCA-9A6F64325D6D}"/>
                    </a:ext>
                  </a:extLst>
                </p14:cNvPr>
                <p14:cNvContentPartPr/>
                <p14:nvPr/>
              </p14:nvContentPartPr>
              <p14:xfrm>
                <a:off x="9254995" y="218900"/>
                <a:ext cx="553680" cy="698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43F0F332-03E7-B013-0CCA-9A6F64325D6D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248875" y="212780"/>
                  <a:ext cx="56592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9E29F7B-FEDB-08B9-A4D7-50B71CADABFD}"/>
                    </a:ext>
                  </a:extLst>
                </p14:cNvPr>
                <p14:cNvContentPartPr/>
                <p14:nvPr/>
              </p14:nvContentPartPr>
              <p14:xfrm>
                <a:off x="9344275" y="366140"/>
                <a:ext cx="251280" cy="4788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9E29F7B-FEDB-08B9-A4D7-50B71CADABF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338155" y="360020"/>
                  <a:ext cx="26352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78690DA-7A72-1EED-A34F-F6B4380BAD85}"/>
                    </a:ext>
                  </a:extLst>
                </p14:cNvPr>
                <p14:cNvContentPartPr/>
                <p14:nvPr/>
              </p14:nvContentPartPr>
              <p14:xfrm>
                <a:off x="5771275" y="1422740"/>
                <a:ext cx="4489920" cy="254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78690DA-7A72-1EED-A34F-F6B4380BAD8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765155" y="1416620"/>
                  <a:ext cx="4502160" cy="26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787C2721-B9D9-7040-DE9A-63DA046B0DC3}"/>
                    </a:ext>
                  </a:extLst>
                </p14:cNvPr>
                <p14:cNvContentPartPr/>
                <p14:nvPr/>
              </p14:nvContentPartPr>
              <p14:xfrm>
                <a:off x="7588195" y="1658180"/>
                <a:ext cx="65880" cy="5850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787C2721-B9D9-7040-DE9A-63DA046B0DC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582075" y="1652060"/>
                  <a:ext cx="78120" cy="59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73E19F3-47DB-8DBF-D634-C133FD367D93}"/>
                    </a:ext>
                  </a:extLst>
                </p14:cNvPr>
                <p14:cNvContentPartPr/>
                <p14:nvPr/>
              </p14:nvContentPartPr>
              <p14:xfrm>
                <a:off x="8264995" y="1738820"/>
                <a:ext cx="1004400" cy="4251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73E19F3-47DB-8DBF-D634-C133FD367D93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258875" y="1732700"/>
                  <a:ext cx="101664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70001438-0051-49A1-0B62-7B0FF4D24B17}"/>
                    </a:ext>
                  </a:extLst>
                </p14:cNvPr>
                <p14:cNvContentPartPr/>
                <p14:nvPr/>
              </p14:nvContentPartPr>
              <p14:xfrm>
                <a:off x="9838915" y="226820"/>
                <a:ext cx="1128600" cy="25135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70001438-0051-49A1-0B62-7B0FF4D24B1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832795" y="220700"/>
                  <a:ext cx="1140840" cy="252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46314BE-BB95-8344-4BE9-655CD9E29C2F}"/>
                    </a:ext>
                  </a:extLst>
                </p14:cNvPr>
                <p14:cNvContentPartPr/>
                <p14:nvPr/>
              </p14:nvContentPartPr>
              <p14:xfrm>
                <a:off x="10357315" y="2485820"/>
                <a:ext cx="27000" cy="428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46314BE-BB95-8344-4BE9-655CD9E29C2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351195" y="2479700"/>
                  <a:ext cx="39240" cy="5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88CBFBDE-445C-0485-FB64-EFE48BE26FD2}"/>
                  </a:ext>
                </a:extLst>
              </p14:cNvPr>
              <p14:cNvContentPartPr/>
              <p14:nvPr/>
            </p14:nvContentPartPr>
            <p14:xfrm>
              <a:off x="2102515" y="2330660"/>
              <a:ext cx="3624840" cy="1198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88CBFBDE-445C-0485-FB64-EFE48BE26FD2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2096395" y="2324540"/>
                <a:ext cx="363708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36F8989-1B9A-17AF-37CC-B17D51DBCD9C}"/>
                  </a:ext>
                </a:extLst>
              </p14:cNvPr>
              <p14:cNvContentPartPr/>
              <p14:nvPr/>
            </p14:nvContentPartPr>
            <p14:xfrm>
              <a:off x="5719075" y="2963180"/>
              <a:ext cx="2914200" cy="900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36F8989-1B9A-17AF-37CC-B17D51DBCD9C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712955" y="2957060"/>
                <a:ext cx="2926440" cy="102240"/>
              </a:xfrm>
              <a:prstGeom prst="rect">
                <a:avLst/>
              </a:prstGeom>
            </p:spPr>
          </p:pic>
        </mc:Fallback>
      </mc:AlternateContent>
      <p:grpSp>
        <p:nvGrpSpPr>
          <p:cNvPr id="82" name="Group 81">
            <a:extLst>
              <a:ext uri="{FF2B5EF4-FFF2-40B4-BE49-F238E27FC236}">
                <a16:creationId xmlns:a16="http://schemas.microsoft.com/office/drawing/2014/main" id="{2825E355-F8BD-7A2D-B5A0-8460D08D7489}"/>
              </a:ext>
            </a:extLst>
          </p:cNvPr>
          <p:cNvGrpSpPr/>
          <p:nvPr/>
        </p:nvGrpSpPr>
        <p:grpSpPr>
          <a:xfrm>
            <a:off x="342835" y="3105380"/>
            <a:ext cx="10011240" cy="3565440"/>
            <a:chOff x="342835" y="3105380"/>
            <a:chExt cx="10011240" cy="35654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9968E02-D9B0-D625-E548-E60E7E1774FF}"/>
                    </a:ext>
                  </a:extLst>
                </p14:cNvPr>
                <p14:cNvContentPartPr/>
                <p14:nvPr/>
              </p14:nvContentPartPr>
              <p14:xfrm>
                <a:off x="1061395" y="3849860"/>
                <a:ext cx="327600" cy="71352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9968E02-D9B0-D625-E548-E60E7E1774FF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55275" y="3843740"/>
                  <a:ext cx="339840" cy="72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97E2A46-953C-D51B-E809-857DD4667C3E}"/>
                    </a:ext>
                  </a:extLst>
                </p14:cNvPr>
                <p14:cNvContentPartPr/>
                <p14:nvPr/>
              </p14:nvContentPartPr>
              <p14:xfrm>
                <a:off x="1592395" y="3778220"/>
                <a:ext cx="306360" cy="9392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97E2A46-953C-D51B-E809-857DD4667C3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586275" y="3772100"/>
                  <a:ext cx="318600" cy="9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6A82F25A-EBBE-2C6A-A365-157EE15154A8}"/>
                    </a:ext>
                  </a:extLst>
                </p14:cNvPr>
                <p14:cNvContentPartPr/>
                <p14:nvPr/>
              </p14:nvContentPartPr>
              <p14:xfrm>
                <a:off x="2056795" y="4009340"/>
                <a:ext cx="805680" cy="1922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6A82F25A-EBBE-2C6A-A365-157EE15154A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050675" y="4003220"/>
                  <a:ext cx="81792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E58F254-3383-567A-4100-9F0C06A2C9D0}"/>
                    </a:ext>
                  </a:extLst>
                </p14:cNvPr>
                <p14:cNvContentPartPr/>
                <p14:nvPr/>
              </p14:nvContentPartPr>
              <p14:xfrm>
                <a:off x="2911435" y="3582740"/>
                <a:ext cx="183600" cy="8622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E58F254-3383-567A-4100-9F0C06A2C9D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905315" y="3576620"/>
                  <a:ext cx="195840" cy="87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2B1C337F-3DB2-F48D-89ED-6E999E454A56}"/>
                    </a:ext>
                  </a:extLst>
                </p14:cNvPr>
                <p14:cNvContentPartPr/>
                <p14:nvPr/>
              </p14:nvContentPartPr>
              <p14:xfrm>
                <a:off x="2949955" y="3818900"/>
                <a:ext cx="313200" cy="2340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B1C337F-3DB2-F48D-89ED-6E999E454A5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943835" y="3812780"/>
                  <a:ext cx="3254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9EB351BC-01D7-69B7-F091-F687D4AFD3FD}"/>
                    </a:ext>
                  </a:extLst>
                </p14:cNvPr>
                <p14:cNvContentPartPr/>
                <p14:nvPr/>
              </p14:nvContentPartPr>
              <p14:xfrm>
                <a:off x="3292675" y="3749780"/>
                <a:ext cx="256680" cy="1843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9EB351BC-01D7-69B7-F091-F687D4AFD3F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286555" y="3743660"/>
                  <a:ext cx="2689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405167A-3912-F477-7358-654FA1CFA36E}"/>
                    </a:ext>
                  </a:extLst>
                </p14:cNvPr>
                <p14:cNvContentPartPr/>
                <p14:nvPr/>
              </p14:nvContentPartPr>
              <p14:xfrm>
                <a:off x="3505795" y="3625220"/>
                <a:ext cx="292320" cy="3301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405167A-3912-F477-7358-654FA1CFA36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499675" y="3619100"/>
                  <a:ext cx="304560" cy="34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4CCA097D-6671-B41E-633A-1F4AFF94A1D5}"/>
                    </a:ext>
                  </a:extLst>
                </p14:cNvPr>
                <p14:cNvContentPartPr/>
                <p14:nvPr/>
              </p14:nvContentPartPr>
              <p14:xfrm>
                <a:off x="3892435" y="3353060"/>
                <a:ext cx="750600" cy="473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4CCA097D-6671-B41E-633A-1F4AFF94A1D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886315" y="3346940"/>
                  <a:ext cx="76284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0578E73-04BC-9DFC-2358-12CF355B6DAE}"/>
                    </a:ext>
                  </a:extLst>
                </p14:cNvPr>
                <p14:cNvContentPartPr/>
                <p14:nvPr/>
              </p14:nvContentPartPr>
              <p14:xfrm>
                <a:off x="4488595" y="3367460"/>
                <a:ext cx="1231560" cy="4352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0578E73-04BC-9DFC-2358-12CF355B6DA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4482475" y="3361340"/>
                  <a:ext cx="1243800" cy="44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2867F64-A2FA-EEC6-91D7-764E5FEB08BD}"/>
                    </a:ext>
                  </a:extLst>
                </p14:cNvPr>
                <p14:cNvContentPartPr/>
                <p14:nvPr/>
              </p14:nvContentPartPr>
              <p14:xfrm>
                <a:off x="5889715" y="3510020"/>
                <a:ext cx="60480" cy="133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2867F64-A2FA-EEC6-91D7-764E5FEB08BD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883595" y="3503900"/>
                  <a:ext cx="7272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3FA2F34-8EFF-1D74-F65E-8D10B4879A96}"/>
                    </a:ext>
                  </a:extLst>
                </p14:cNvPr>
                <p14:cNvContentPartPr/>
                <p14:nvPr/>
              </p14:nvContentPartPr>
              <p14:xfrm>
                <a:off x="5993395" y="3578420"/>
                <a:ext cx="131760" cy="2390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B3FA2F34-8EFF-1D74-F65E-8D10B4879A9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987275" y="3572300"/>
                  <a:ext cx="14400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8CD715E-9A68-27C3-922B-2AC926F2AF42}"/>
                    </a:ext>
                  </a:extLst>
                </p14:cNvPr>
                <p14:cNvContentPartPr/>
                <p14:nvPr/>
              </p14:nvContentPartPr>
              <p14:xfrm>
                <a:off x="6531235" y="3334700"/>
                <a:ext cx="151200" cy="3999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8CD715E-9A68-27C3-922B-2AC926F2AF4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525115" y="3328580"/>
                  <a:ext cx="16344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435BEAF3-BD5A-CC86-9CE9-C4B1F45B6882}"/>
                    </a:ext>
                  </a:extLst>
                </p14:cNvPr>
                <p14:cNvContentPartPr/>
                <p14:nvPr/>
              </p14:nvContentPartPr>
              <p14:xfrm>
                <a:off x="6480475" y="3314900"/>
                <a:ext cx="199440" cy="6624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35BEAF3-BD5A-CC86-9CE9-C4B1F45B688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474355" y="3308780"/>
                  <a:ext cx="211680" cy="67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E12BAFE-6A9F-56DA-9C46-BA5F308B345C}"/>
                    </a:ext>
                  </a:extLst>
                </p14:cNvPr>
                <p14:cNvContentPartPr/>
                <p14:nvPr/>
              </p14:nvContentPartPr>
              <p14:xfrm>
                <a:off x="6839755" y="3209420"/>
                <a:ext cx="1165320" cy="4647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E12BAFE-6A9F-56DA-9C46-BA5F308B345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833635" y="3203300"/>
                  <a:ext cx="1177560" cy="47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57F00FB-4C3B-A0CC-1248-7140D5D4E92C}"/>
                    </a:ext>
                  </a:extLst>
                </p14:cNvPr>
                <p14:cNvContentPartPr/>
                <p14:nvPr/>
              </p14:nvContentPartPr>
              <p14:xfrm>
                <a:off x="8326555" y="3105380"/>
                <a:ext cx="374400" cy="4896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57F00FB-4C3B-A0CC-1248-7140D5D4E92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320435" y="3099260"/>
                  <a:ext cx="386640" cy="50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9ABA3E15-E20D-5609-86C0-900EC394738D}"/>
                    </a:ext>
                  </a:extLst>
                </p14:cNvPr>
                <p14:cNvContentPartPr/>
                <p14:nvPr/>
              </p14:nvContentPartPr>
              <p14:xfrm>
                <a:off x="8691955" y="3115100"/>
                <a:ext cx="1179720" cy="4258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9ABA3E15-E20D-5609-86C0-900EC394738D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685835" y="3108980"/>
                  <a:ext cx="1191960" cy="43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0C6C8E8-A76D-E48F-A50D-2BDA22BA76EA}"/>
                    </a:ext>
                  </a:extLst>
                </p14:cNvPr>
                <p14:cNvContentPartPr/>
                <p14:nvPr/>
              </p14:nvContentPartPr>
              <p14:xfrm>
                <a:off x="9878515" y="3121940"/>
                <a:ext cx="314640" cy="1076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0C6C8E8-A76D-E48F-A50D-2BDA22BA76E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872395" y="3115820"/>
                  <a:ext cx="32688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EEF0C76-A1EA-BB65-C84A-5B626B6C33CF}"/>
                    </a:ext>
                  </a:extLst>
                </p14:cNvPr>
                <p14:cNvContentPartPr/>
                <p14:nvPr/>
              </p14:nvContentPartPr>
              <p14:xfrm>
                <a:off x="1280995" y="5200580"/>
                <a:ext cx="300960" cy="6620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EEF0C76-A1EA-BB65-C84A-5B626B6C33C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274875" y="5194460"/>
                  <a:ext cx="313200" cy="67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A348473-11AC-3A51-2564-5495AD95E075}"/>
                    </a:ext>
                  </a:extLst>
                </p14:cNvPr>
                <p14:cNvContentPartPr/>
                <p14:nvPr/>
              </p14:nvContentPartPr>
              <p14:xfrm>
                <a:off x="1657555" y="4990700"/>
                <a:ext cx="404640" cy="6825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A348473-11AC-3A51-2564-5495AD95E075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651435" y="4984580"/>
                  <a:ext cx="416880" cy="69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C25B039-B069-9085-9C00-23A5BD71B978}"/>
                    </a:ext>
                  </a:extLst>
                </p14:cNvPr>
                <p14:cNvContentPartPr/>
                <p14:nvPr/>
              </p14:nvContentPartPr>
              <p14:xfrm>
                <a:off x="2435155" y="5071700"/>
                <a:ext cx="353520" cy="1274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C25B039-B069-9085-9C00-23A5BD71B97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429035" y="5065580"/>
                  <a:ext cx="365760" cy="13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9469967-3F53-F0AE-6BE6-4C7CD9C8C36B}"/>
                    </a:ext>
                  </a:extLst>
                </p14:cNvPr>
                <p14:cNvContentPartPr/>
                <p14:nvPr/>
              </p14:nvContentPartPr>
              <p14:xfrm>
                <a:off x="3349195" y="4508300"/>
                <a:ext cx="456120" cy="54756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9469967-3F53-F0AE-6BE6-4C7CD9C8C36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343075" y="4502180"/>
                  <a:ext cx="468360" cy="55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7B59469-62CA-B72F-47D8-936A6836FA4B}"/>
                    </a:ext>
                  </a:extLst>
                </p14:cNvPr>
                <p14:cNvContentPartPr/>
                <p14:nvPr/>
              </p14:nvContentPartPr>
              <p14:xfrm>
                <a:off x="3974875" y="4461860"/>
                <a:ext cx="65520" cy="590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7B59469-62CA-B72F-47D8-936A6836FA4B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968755" y="4455740"/>
                  <a:ext cx="777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2AA31DE-B5FF-9E92-0673-387F275A1544}"/>
                    </a:ext>
                  </a:extLst>
                </p14:cNvPr>
                <p14:cNvContentPartPr/>
                <p14:nvPr/>
              </p14:nvContentPartPr>
              <p14:xfrm>
                <a:off x="4087195" y="4593620"/>
                <a:ext cx="329400" cy="7218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2AA31DE-B5FF-9E92-0673-387F275A154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081075" y="4587500"/>
                  <a:ext cx="341640" cy="73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A949DE4C-C325-B1A9-C326-57FD792A455D}"/>
                    </a:ext>
                  </a:extLst>
                </p14:cNvPr>
                <p14:cNvContentPartPr/>
                <p14:nvPr/>
              </p14:nvContentPartPr>
              <p14:xfrm>
                <a:off x="4636915" y="4695140"/>
                <a:ext cx="111240" cy="2347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949DE4C-C325-B1A9-C326-57FD792A455D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630795" y="4689020"/>
                  <a:ext cx="123480" cy="24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40768B8-DBE8-A789-BFB8-7E03C4C42222}"/>
                    </a:ext>
                  </a:extLst>
                </p14:cNvPr>
                <p14:cNvContentPartPr/>
                <p14:nvPr/>
              </p14:nvContentPartPr>
              <p14:xfrm>
                <a:off x="5068195" y="4037420"/>
                <a:ext cx="299880" cy="8337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40768B8-DBE8-A789-BFB8-7E03C4C4222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062075" y="4031300"/>
                  <a:ext cx="312120" cy="84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68301DB-0C20-BF9A-98E7-D37D2F9F8233}"/>
                    </a:ext>
                  </a:extLst>
                </p14:cNvPr>
                <p14:cNvContentPartPr/>
                <p14:nvPr/>
              </p14:nvContentPartPr>
              <p14:xfrm>
                <a:off x="5474275" y="4186460"/>
                <a:ext cx="518400" cy="54180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68301DB-0C20-BF9A-98E7-D37D2F9F823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468155" y="4180340"/>
                  <a:ext cx="530640" cy="55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09F428A-E3C3-E190-817D-89CCEB147EB2}"/>
                    </a:ext>
                  </a:extLst>
                </p14:cNvPr>
                <p14:cNvContentPartPr/>
                <p14:nvPr/>
              </p14:nvContentPartPr>
              <p14:xfrm>
                <a:off x="6080515" y="4254860"/>
                <a:ext cx="590040" cy="2898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09F428A-E3C3-E190-817D-89CCEB147EB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074395" y="4248740"/>
                  <a:ext cx="60228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6C54791-F9F0-5C52-6C43-22968D70FF23}"/>
                    </a:ext>
                  </a:extLst>
                </p14:cNvPr>
                <p14:cNvContentPartPr/>
                <p14:nvPr/>
              </p14:nvContentPartPr>
              <p14:xfrm>
                <a:off x="6732475" y="4147220"/>
                <a:ext cx="327240" cy="3625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6C54791-F9F0-5C52-6C43-22968D70FF2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726355" y="4141100"/>
                  <a:ext cx="33948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18B06E4-1F2F-B2A8-0A1E-480A40D52473}"/>
                    </a:ext>
                  </a:extLst>
                </p14:cNvPr>
                <p14:cNvContentPartPr/>
                <p14:nvPr/>
              </p14:nvContentPartPr>
              <p14:xfrm>
                <a:off x="7161235" y="4138940"/>
                <a:ext cx="336240" cy="2955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18B06E4-1F2F-B2A8-0A1E-480A40D5247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155115" y="4132820"/>
                  <a:ext cx="34848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F36F4CCE-6E99-E063-955F-B38EE6292B79}"/>
                    </a:ext>
                  </a:extLst>
                </p14:cNvPr>
                <p14:cNvContentPartPr/>
                <p14:nvPr/>
              </p14:nvContentPartPr>
              <p14:xfrm>
                <a:off x="8124235" y="3718460"/>
                <a:ext cx="492120" cy="5990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F36F4CCE-6E99-E063-955F-B38EE6292B7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118115" y="3712340"/>
                  <a:ext cx="504360" cy="61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7D1AB00-112B-59A5-5C74-7BC21E2A58B6}"/>
                    </a:ext>
                  </a:extLst>
                </p14:cNvPr>
                <p14:cNvContentPartPr/>
                <p14:nvPr/>
              </p14:nvContentPartPr>
              <p14:xfrm>
                <a:off x="8648755" y="3854180"/>
                <a:ext cx="540720" cy="3474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7D1AB00-112B-59A5-5C74-7BC21E2A58B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642635" y="3848060"/>
                  <a:ext cx="55296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39A7BC8-BF8D-7B31-2630-F1580DADD996}"/>
                    </a:ext>
                  </a:extLst>
                </p14:cNvPr>
                <p14:cNvContentPartPr/>
                <p14:nvPr/>
              </p14:nvContentPartPr>
              <p14:xfrm>
                <a:off x="9497635" y="3638180"/>
                <a:ext cx="675360" cy="3052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39A7BC8-BF8D-7B31-2630-F1580DADD99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491515" y="3632060"/>
                  <a:ext cx="687600" cy="31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AE40406-FE4C-C7DF-0182-DE26D7716D0C}"/>
                    </a:ext>
                  </a:extLst>
                </p14:cNvPr>
                <p14:cNvContentPartPr/>
                <p14:nvPr/>
              </p14:nvContentPartPr>
              <p14:xfrm>
                <a:off x="10330675" y="3683900"/>
                <a:ext cx="23400" cy="406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AE40406-FE4C-C7DF-0182-DE26D7716D0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324555" y="3677780"/>
                  <a:ext cx="3564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E216B88-995A-1E2E-AFC4-103D4CC64D40}"/>
                    </a:ext>
                  </a:extLst>
                </p14:cNvPr>
                <p14:cNvContentPartPr/>
                <p14:nvPr/>
              </p14:nvContentPartPr>
              <p14:xfrm>
                <a:off x="1954555" y="5899700"/>
                <a:ext cx="290160" cy="4701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E216B88-995A-1E2E-AFC4-103D4CC64D4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948435" y="5893580"/>
                  <a:ext cx="302400" cy="48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D211D4D-DF26-B6E6-220E-D0A5FEC2E5A8}"/>
                    </a:ext>
                  </a:extLst>
                </p14:cNvPr>
                <p14:cNvContentPartPr/>
                <p14:nvPr/>
              </p14:nvContentPartPr>
              <p14:xfrm>
                <a:off x="2421835" y="5623220"/>
                <a:ext cx="466920" cy="68724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D211D4D-DF26-B6E6-220E-D0A5FEC2E5A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415715" y="5617100"/>
                  <a:ext cx="479160" cy="69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9D99FBE-7498-9881-6CED-8124F66D443A}"/>
                    </a:ext>
                  </a:extLst>
                </p14:cNvPr>
                <p14:cNvContentPartPr/>
                <p14:nvPr/>
              </p14:nvContentPartPr>
              <p14:xfrm>
                <a:off x="3353875" y="5822660"/>
                <a:ext cx="535680" cy="1134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9D99FBE-7498-9881-6CED-8124F66D443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347755" y="5816540"/>
                  <a:ext cx="54792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C38A5BA-FF22-BBD8-C031-37525AF1D7C9}"/>
                    </a:ext>
                  </a:extLst>
                </p14:cNvPr>
                <p14:cNvContentPartPr/>
                <p14:nvPr/>
              </p14:nvContentPartPr>
              <p14:xfrm>
                <a:off x="4609195" y="5470220"/>
                <a:ext cx="30600" cy="4788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C38A5BA-FF22-BBD8-C031-37525AF1D7C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603075" y="5464100"/>
                  <a:ext cx="4284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B458F58-BA93-12A2-ACC0-895FC99A1FB5}"/>
                    </a:ext>
                  </a:extLst>
                </p14:cNvPr>
                <p14:cNvContentPartPr/>
                <p14:nvPr/>
              </p14:nvContentPartPr>
              <p14:xfrm>
                <a:off x="4658875" y="5459420"/>
                <a:ext cx="841680" cy="2955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B458F58-BA93-12A2-ACC0-895FC99A1FB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652755" y="5453300"/>
                  <a:ext cx="85392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607A33B-05F7-8FE2-A106-1E3CDC34AC24}"/>
                    </a:ext>
                  </a:extLst>
                </p14:cNvPr>
                <p14:cNvContentPartPr/>
                <p14:nvPr/>
              </p14:nvContentPartPr>
              <p14:xfrm>
                <a:off x="5506315" y="5224700"/>
                <a:ext cx="38880" cy="241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607A33B-05F7-8FE2-A106-1E3CDC34AC2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500195" y="5218580"/>
                  <a:ext cx="511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14A1B27-F919-2423-80C4-1A6DFD8CAA16}"/>
                    </a:ext>
                  </a:extLst>
                </p14:cNvPr>
                <p14:cNvContentPartPr/>
                <p14:nvPr/>
              </p14:nvContentPartPr>
              <p14:xfrm>
                <a:off x="5595235" y="5023100"/>
                <a:ext cx="720000" cy="6307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14A1B27-F919-2423-80C4-1A6DFD8CAA1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589115" y="5016980"/>
                  <a:ext cx="732240" cy="64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92487EA5-B8C3-2D04-6D9F-2945C1644C14}"/>
                    </a:ext>
                  </a:extLst>
                </p14:cNvPr>
                <p14:cNvContentPartPr/>
                <p14:nvPr/>
              </p14:nvContentPartPr>
              <p14:xfrm>
                <a:off x="6598915" y="4982780"/>
                <a:ext cx="308880" cy="3898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92487EA5-B8C3-2D04-6D9F-2945C1644C14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592795" y="4976660"/>
                  <a:ext cx="32112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A0239FB6-D962-FD81-C649-7721E038E787}"/>
                    </a:ext>
                  </a:extLst>
                </p14:cNvPr>
                <p14:cNvContentPartPr/>
                <p14:nvPr/>
              </p14:nvContentPartPr>
              <p14:xfrm>
                <a:off x="7083475" y="5254220"/>
                <a:ext cx="136800" cy="26532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A0239FB6-D962-FD81-C649-7721E038E78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077355" y="5248100"/>
                  <a:ext cx="14904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EF7CC166-E700-F20A-BBCC-21A090A53A85}"/>
                    </a:ext>
                  </a:extLst>
                </p14:cNvPr>
                <p14:cNvContentPartPr/>
                <p14:nvPr/>
              </p14:nvContentPartPr>
              <p14:xfrm>
                <a:off x="7585675" y="4601180"/>
                <a:ext cx="932040" cy="6130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EF7CC166-E700-F20A-BBCC-21A090A53A8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579555" y="4595060"/>
                  <a:ext cx="944280" cy="62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38C4B4B-69DF-4ECB-6BAD-0B60BB68F49A}"/>
                    </a:ext>
                  </a:extLst>
                </p14:cNvPr>
                <p14:cNvContentPartPr/>
                <p14:nvPr/>
              </p14:nvContentPartPr>
              <p14:xfrm>
                <a:off x="8673235" y="4480220"/>
                <a:ext cx="327960" cy="4744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38C4B4B-69DF-4ECB-6BAD-0B60BB68F49A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667115" y="4474100"/>
                  <a:ext cx="340200" cy="48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851AD94-1B83-A04C-CD49-42674EFBBA63}"/>
                    </a:ext>
                  </a:extLst>
                </p14:cNvPr>
                <p14:cNvContentPartPr/>
                <p14:nvPr/>
              </p14:nvContentPartPr>
              <p14:xfrm>
                <a:off x="9010195" y="4395620"/>
                <a:ext cx="89640" cy="4464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851AD94-1B83-A04C-CD49-42674EFBBA6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004075" y="4389500"/>
                  <a:ext cx="101880" cy="45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985C146-FFDC-8A56-3D5F-D872EB193CA9}"/>
                    </a:ext>
                  </a:extLst>
                </p14:cNvPr>
                <p14:cNvContentPartPr/>
                <p14:nvPr/>
              </p14:nvContentPartPr>
              <p14:xfrm>
                <a:off x="9299995" y="4559780"/>
                <a:ext cx="495720" cy="6487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985C146-FFDC-8A56-3D5F-D872EB193CA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293875" y="4553660"/>
                  <a:ext cx="507960" cy="66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72DB01D-FD90-2902-A7B2-B15F0284BC21}"/>
                    </a:ext>
                  </a:extLst>
                </p14:cNvPr>
                <p14:cNvContentPartPr/>
                <p14:nvPr/>
              </p14:nvContentPartPr>
              <p14:xfrm>
                <a:off x="9915955" y="4546460"/>
                <a:ext cx="63000" cy="536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72DB01D-FD90-2902-A7B2-B15F0284BC21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909835" y="4540340"/>
                  <a:ext cx="75240" cy="6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2941DF8F-4CF2-5A61-EBB0-4ADE57997D06}"/>
                    </a:ext>
                  </a:extLst>
                </p14:cNvPr>
                <p14:cNvContentPartPr/>
                <p14:nvPr/>
              </p14:nvContentPartPr>
              <p14:xfrm>
                <a:off x="342835" y="3942020"/>
                <a:ext cx="1546560" cy="27288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2941DF8F-4CF2-5A61-EBB0-4ADE57997D0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36715" y="3935900"/>
                  <a:ext cx="1558800" cy="2741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0422227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>
            <a:extLst>
              <a:ext uri="{FF2B5EF4-FFF2-40B4-BE49-F238E27FC236}">
                <a16:creationId xmlns:a16="http://schemas.microsoft.com/office/drawing/2014/main" id="{8C6EA762-30B9-2305-DF0A-93A702454FFC}"/>
              </a:ext>
            </a:extLst>
          </p:cNvPr>
          <p:cNvGrpSpPr/>
          <p:nvPr/>
        </p:nvGrpSpPr>
        <p:grpSpPr>
          <a:xfrm>
            <a:off x="1245355" y="69140"/>
            <a:ext cx="11016720" cy="3645360"/>
            <a:chOff x="1245355" y="69140"/>
            <a:chExt cx="11016720" cy="364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3056386E-258D-7979-8CE5-FC709B134B96}"/>
                    </a:ext>
                  </a:extLst>
                </p14:cNvPr>
                <p14:cNvContentPartPr/>
                <p14:nvPr/>
              </p14:nvContentPartPr>
              <p14:xfrm>
                <a:off x="1470715" y="1130420"/>
                <a:ext cx="321120" cy="22536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3056386E-258D-7979-8CE5-FC709B134B96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64595" y="1124300"/>
                  <a:ext cx="33336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B30F43A-AFB1-4190-9E43-69C466604F86}"/>
                    </a:ext>
                  </a:extLst>
                </p14:cNvPr>
                <p14:cNvContentPartPr/>
                <p14:nvPr/>
              </p14:nvContentPartPr>
              <p14:xfrm>
                <a:off x="1920355" y="799220"/>
                <a:ext cx="101520" cy="6350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B30F43A-AFB1-4190-9E43-69C466604F8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914235" y="793100"/>
                  <a:ext cx="113760" cy="64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547635C-D2C4-3C76-BF80-BBEA2B7EC757}"/>
                    </a:ext>
                  </a:extLst>
                </p14:cNvPr>
                <p14:cNvContentPartPr/>
                <p14:nvPr/>
              </p14:nvContentPartPr>
              <p14:xfrm>
                <a:off x="2144275" y="1004060"/>
                <a:ext cx="333360" cy="3121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547635C-D2C4-3C76-BF80-BBEA2B7EC75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38155" y="997940"/>
                  <a:ext cx="34560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AEE76A6-E090-331E-DBC8-BD03ABD4631E}"/>
                    </a:ext>
                  </a:extLst>
                </p14:cNvPr>
                <p14:cNvContentPartPr/>
                <p14:nvPr/>
              </p14:nvContentPartPr>
              <p14:xfrm>
                <a:off x="2558275" y="763580"/>
                <a:ext cx="423360" cy="11577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AEE76A6-E090-331E-DBC8-BD03ABD4631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552155" y="757460"/>
                  <a:ext cx="435600" cy="11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126315E-404E-F025-BB0A-33B512244962}"/>
                    </a:ext>
                  </a:extLst>
                </p14:cNvPr>
                <p14:cNvContentPartPr/>
                <p14:nvPr/>
              </p14:nvContentPartPr>
              <p14:xfrm>
                <a:off x="3147595" y="1134740"/>
                <a:ext cx="19800" cy="450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126315E-404E-F025-BB0A-33B51224496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141475" y="1128620"/>
                  <a:ext cx="3204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F512FA7-36E8-18F8-8F61-EE756143A2A1}"/>
                    </a:ext>
                  </a:extLst>
                </p14:cNvPr>
                <p14:cNvContentPartPr/>
                <p14:nvPr/>
              </p14:nvContentPartPr>
              <p14:xfrm>
                <a:off x="1446235" y="1156700"/>
                <a:ext cx="441720" cy="3200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F512FA7-36E8-18F8-8F61-EE756143A2A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40115" y="1150580"/>
                  <a:ext cx="45396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BDF4742E-49F2-B69C-48E8-E9B3375825BF}"/>
                    </a:ext>
                  </a:extLst>
                </p14:cNvPr>
                <p14:cNvContentPartPr/>
                <p14:nvPr/>
              </p14:nvContentPartPr>
              <p14:xfrm>
                <a:off x="1563235" y="1452620"/>
                <a:ext cx="341640" cy="622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BDF4742E-49F2-B69C-48E8-E9B3375825BF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557115" y="1446500"/>
                  <a:ext cx="35388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BC25694-9B97-FC5A-EB81-557DAE041537}"/>
                    </a:ext>
                  </a:extLst>
                </p14:cNvPr>
                <p14:cNvContentPartPr/>
                <p14:nvPr/>
              </p14:nvContentPartPr>
              <p14:xfrm>
                <a:off x="1849075" y="1725140"/>
                <a:ext cx="136440" cy="144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BC25694-9B97-FC5A-EB81-557DAE04153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842955" y="1719020"/>
                  <a:ext cx="148680" cy="2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CA6413E-81E2-10BC-5D3E-45C0860CA823}"/>
                    </a:ext>
                  </a:extLst>
                </p14:cNvPr>
                <p14:cNvContentPartPr/>
                <p14:nvPr/>
              </p14:nvContentPartPr>
              <p14:xfrm>
                <a:off x="3385915" y="637220"/>
                <a:ext cx="571680" cy="7671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CA6413E-81E2-10BC-5D3E-45C0860CA82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379795" y="631100"/>
                  <a:ext cx="583920" cy="77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28BBFF0-2404-8880-C6F5-2B540A517FF4}"/>
                    </a:ext>
                  </a:extLst>
                </p14:cNvPr>
                <p14:cNvContentPartPr/>
                <p14:nvPr/>
              </p14:nvContentPartPr>
              <p14:xfrm>
                <a:off x="4146595" y="1078580"/>
                <a:ext cx="29880" cy="2854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28BBFF0-2404-8880-C6F5-2B540A517FF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140475" y="1072460"/>
                  <a:ext cx="4212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EED4A92-A450-1E6E-8A9C-5B13E42C2443}"/>
                    </a:ext>
                  </a:extLst>
                </p14:cNvPr>
                <p14:cNvContentPartPr/>
                <p14:nvPr/>
              </p14:nvContentPartPr>
              <p14:xfrm>
                <a:off x="4180075" y="822260"/>
                <a:ext cx="43920" cy="439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EED4A92-A450-1E6E-8A9C-5B13E42C244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173955" y="816140"/>
                  <a:ext cx="56160" cy="5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A49B90E4-A997-C4E2-903D-191A447BE0CB}"/>
                    </a:ext>
                  </a:extLst>
                </p14:cNvPr>
                <p14:cNvContentPartPr/>
                <p14:nvPr/>
              </p14:nvContentPartPr>
              <p14:xfrm>
                <a:off x="4315075" y="952220"/>
                <a:ext cx="734760" cy="7264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A49B90E4-A997-C4E2-903D-191A447BE0C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308955" y="946100"/>
                  <a:ext cx="747000" cy="73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EF88C79-E69F-284C-AF39-72A38C475740}"/>
                    </a:ext>
                  </a:extLst>
                </p14:cNvPr>
                <p14:cNvContentPartPr/>
                <p14:nvPr/>
              </p14:nvContentPartPr>
              <p14:xfrm>
                <a:off x="4979275" y="1204220"/>
                <a:ext cx="176040" cy="217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EF88C79-E69F-284C-AF39-72A38C475740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973155" y="1198100"/>
                  <a:ext cx="18828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3613DED-511F-8540-8C4B-99A7CBE1579C}"/>
                    </a:ext>
                  </a:extLst>
                </p14:cNvPr>
                <p14:cNvContentPartPr/>
                <p14:nvPr/>
              </p14:nvContentPartPr>
              <p14:xfrm>
                <a:off x="5298955" y="982820"/>
                <a:ext cx="46080" cy="3661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3613DED-511F-8540-8C4B-99A7CBE1579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292835" y="976700"/>
                  <a:ext cx="58320" cy="37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6D0C8DF-DD40-F75E-241A-AFFCF743FBC0}"/>
                    </a:ext>
                  </a:extLst>
                </p14:cNvPr>
                <p14:cNvContentPartPr/>
                <p14:nvPr/>
              </p14:nvContentPartPr>
              <p14:xfrm>
                <a:off x="5461675" y="1220060"/>
                <a:ext cx="322200" cy="2728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6D0C8DF-DD40-F75E-241A-AFFCF743FBC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455555" y="1213940"/>
                  <a:ext cx="33444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D511A59-0BC7-BB8D-3477-C4F662EEC8ED}"/>
                    </a:ext>
                  </a:extLst>
                </p14:cNvPr>
                <p14:cNvContentPartPr/>
                <p14:nvPr/>
              </p14:nvContentPartPr>
              <p14:xfrm>
                <a:off x="5581195" y="1488260"/>
                <a:ext cx="386280" cy="5148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D511A59-0BC7-BB8D-3477-C4F662EEC8ED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575075" y="1482140"/>
                  <a:ext cx="39852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1D67A56-D6C4-2396-73FA-88FEA50D8094}"/>
                    </a:ext>
                  </a:extLst>
                </p14:cNvPr>
                <p14:cNvContentPartPr/>
                <p14:nvPr/>
              </p14:nvContentPartPr>
              <p14:xfrm>
                <a:off x="6004195" y="1479620"/>
                <a:ext cx="329400" cy="230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1D67A56-D6C4-2396-73FA-88FEA50D809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998075" y="1473500"/>
                  <a:ext cx="3416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866724E1-531D-3735-619B-FD4DB16FDCDA}"/>
                    </a:ext>
                  </a:extLst>
                </p14:cNvPr>
                <p14:cNvContentPartPr/>
                <p14:nvPr/>
              </p14:nvContentPartPr>
              <p14:xfrm>
                <a:off x="6536995" y="1111700"/>
                <a:ext cx="57240" cy="3128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866724E1-531D-3735-619B-FD4DB16FDCD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530875" y="1105580"/>
                  <a:ext cx="69480" cy="32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91C6904-53E2-E704-F985-F228C9C65F86}"/>
                    </a:ext>
                  </a:extLst>
                </p14:cNvPr>
                <p14:cNvContentPartPr/>
                <p14:nvPr/>
              </p14:nvContentPartPr>
              <p14:xfrm>
                <a:off x="6682075" y="869780"/>
                <a:ext cx="59400" cy="4716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B91C6904-53E2-E704-F985-F228C9C65F8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675955" y="863660"/>
                  <a:ext cx="7164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167DC69-CA3F-363B-A9EC-4BBE9CF3381B}"/>
                    </a:ext>
                  </a:extLst>
                </p14:cNvPr>
                <p14:cNvContentPartPr/>
                <p14:nvPr/>
              </p14:nvContentPartPr>
              <p14:xfrm>
                <a:off x="6815995" y="1036820"/>
                <a:ext cx="682920" cy="4204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167DC69-CA3F-363B-A9EC-4BBE9CF3381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809875" y="1030700"/>
                  <a:ext cx="69516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D7A00EC-22AF-D56C-2F6D-546FBE28D67A}"/>
                    </a:ext>
                  </a:extLst>
                </p14:cNvPr>
                <p14:cNvContentPartPr/>
                <p14:nvPr/>
              </p14:nvContentPartPr>
              <p14:xfrm>
                <a:off x="7359595" y="1216100"/>
                <a:ext cx="218520" cy="514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D7A00EC-22AF-D56C-2F6D-546FBE28D67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353475" y="1209980"/>
                  <a:ext cx="230760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73B51E64-F970-3CC6-6450-526C16B76429}"/>
                    </a:ext>
                  </a:extLst>
                </p14:cNvPr>
                <p14:cNvContentPartPr/>
                <p14:nvPr/>
              </p14:nvContentPartPr>
              <p14:xfrm>
                <a:off x="7628515" y="1195580"/>
                <a:ext cx="180000" cy="19584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73B51E64-F970-3CC6-6450-526C16B7642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622395" y="1189460"/>
                  <a:ext cx="19224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6DB16A32-7D00-679B-F914-984EDED4C42A}"/>
                    </a:ext>
                  </a:extLst>
                </p14:cNvPr>
                <p14:cNvContentPartPr/>
                <p14:nvPr/>
              </p14:nvContentPartPr>
              <p14:xfrm>
                <a:off x="8013715" y="1045820"/>
                <a:ext cx="633960" cy="472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6DB16A32-7D00-679B-F914-984EDED4C42A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007595" y="1039700"/>
                  <a:ext cx="646200" cy="48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534BADB-5446-2FDB-FB6C-4227A87E56AE}"/>
                    </a:ext>
                  </a:extLst>
                </p14:cNvPr>
                <p14:cNvContentPartPr/>
                <p14:nvPr/>
              </p14:nvContentPartPr>
              <p14:xfrm>
                <a:off x="8657035" y="1339580"/>
                <a:ext cx="236520" cy="2736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534BADB-5446-2FDB-FB6C-4227A87E56A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650915" y="1333460"/>
                  <a:ext cx="2487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4E6D2C5-C0A0-3C83-1B53-62DE1B7D876D}"/>
                    </a:ext>
                  </a:extLst>
                </p14:cNvPr>
                <p14:cNvContentPartPr/>
                <p14:nvPr/>
              </p14:nvContentPartPr>
              <p14:xfrm>
                <a:off x="9416275" y="932780"/>
                <a:ext cx="239400" cy="721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4E6D2C5-C0A0-3C83-1B53-62DE1B7D876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410155" y="926660"/>
                  <a:ext cx="251640" cy="73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A7891F5E-1025-A0C9-9D0E-8D8AB4BCC65A}"/>
                    </a:ext>
                  </a:extLst>
                </p14:cNvPr>
                <p14:cNvContentPartPr/>
                <p14:nvPr/>
              </p14:nvContentPartPr>
              <p14:xfrm>
                <a:off x="10890115" y="865460"/>
                <a:ext cx="493200" cy="7005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A7891F5E-1025-A0C9-9D0E-8D8AB4BCC65A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883995" y="859340"/>
                  <a:ext cx="505440" cy="71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CB40CF6-8C31-CA89-DD51-99B3678EFFAB}"/>
                    </a:ext>
                  </a:extLst>
                </p14:cNvPr>
                <p14:cNvContentPartPr/>
                <p14:nvPr/>
              </p14:nvContentPartPr>
              <p14:xfrm>
                <a:off x="9821995" y="1043660"/>
                <a:ext cx="77400" cy="459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CB40CF6-8C31-CA89-DD51-99B3678EFFA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815875" y="1037540"/>
                  <a:ext cx="8964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F0B7B02-E2C1-922E-8872-92B890615FD3}"/>
                    </a:ext>
                  </a:extLst>
                </p14:cNvPr>
                <p14:cNvContentPartPr/>
                <p14:nvPr/>
              </p14:nvContentPartPr>
              <p14:xfrm>
                <a:off x="9836395" y="941060"/>
                <a:ext cx="272880" cy="2383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F0B7B02-E2C1-922E-8872-92B890615FD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830275" y="934940"/>
                  <a:ext cx="285120" cy="25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6432C1F-4490-0A4E-6CFF-BBED4A83A6A8}"/>
                    </a:ext>
                  </a:extLst>
                </p14:cNvPr>
                <p14:cNvContentPartPr/>
                <p14:nvPr/>
              </p14:nvContentPartPr>
              <p14:xfrm>
                <a:off x="10082275" y="1371260"/>
                <a:ext cx="170280" cy="2012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6432C1F-4490-0A4E-6CFF-BBED4A83A6A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076155" y="1365140"/>
                  <a:ext cx="18252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466C761-3CE7-71C3-3D14-4CF3BF5375F6}"/>
                    </a:ext>
                  </a:extLst>
                </p14:cNvPr>
                <p14:cNvContentPartPr/>
                <p14:nvPr/>
              </p14:nvContentPartPr>
              <p14:xfrm>
                <a:off x="10436515" y="920540"/>
                <a:ext cx="225000" cy="5227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466C761-3CE7-71C3-3D14-4CF3BF5375F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430395" y="914420"/>
                  <a:ext cx="237240" cy="53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D6DFAC43-2432-1C20-4988-A313F3D88F63}"/>
                    </a:ext>
                  </a:extLst>
                </p14:cNvPr>
                <p14:cNvContentPartPr/>
                <p14:nvPr/>
              </p14:nvContentPartPr>
              <p14:xfrm>
                <a:off x="10619035" y="1341740"/>
                <a:ext cx="140400" cy="1285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D6DFAC43-2432-1C20-4988-A313F3D88F6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612915" y="1335620"/>
                  <a:ext cx="1526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54F5A08-3FF3-85DB-AD6C-85EA1A137F1B}"/>
                    </a:ext>
                  </a:extLst>
                </p14:cNvPr>
                <p14:cNvContentPartPr/>
                <p14:nvPr/>
              </p14:nvContentPartPr>
              <p14:xfrm>
                <a:off x="10982995" y="975260"/>
                <a:ext cx="388800" cy="338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54F5A08-3FF3-85DB-AD6C-85EA1A137F1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976875" y="969140"/>
                  <a:ext cx="40104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FCD8B3C-E01A-C50D-1782-EEEEB302C51A}"/>
                    </a:ext>
                  </a:extLst>
                </p14:cNvPr>
                <p14:cNvContentPartPr/>
                <p14:nvPr/>
              </p14:nvContentPartPr>
              <p14:xfrm>
                <a:off x="10979395" y="1038980"/>
                <a:ext cx="117360" cy="3423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FCD8B3C-E01A-C50D-1782-EEEEB302C51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973275" y="1032860"/>
                  <a:ext cx="129600" cy="35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0032908-D1D2-FB56-48B8-7FEC979BF2BB}"/>
                    </a:ext>
                  </a:extLst>
                </p14:cNvPr>
                <p14:cNvContentPartPr/>
                <p14:nvPr/>
              </p14:nvContentPartPr>
              <p14:xfrm>
                <a:off x="10385035" y="1278740"/>
                <a:ext cx="83520" cy="2480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0032908-D1D2-FB56-48B8-7FEC979BF2B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378915" y="1272620"/>
                  <a:ext cx="9576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7BA03F9-9013-1050-1D7F-A2DEDCEBAEA6}"/>
                    </a:ext>
                  </a:extLst>
                </p14:cNvPr>
                <p14:cNvContentPartPr/>
                <p14:nvPr/>
              </p14:nvContentPartPr>
              <p14:xfrm>
                <a:off x="11530555" y="970220"/>
                <a:ext cx="11160" cy="662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7BA03F9-9013-1050-1D7F-A2DEDCEBAEA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524435" y="964100"/>
                  <a:ext cx="234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501A09AA-593A-40BC-49B4-E3CF37FADD43}"/>
                    </a:ext>
                  </a:extLst>
                </p14:cNvPr>
                <p14:cNvContentPartPr/>
                <p14:nvPr/>
              </p14:nvContentPartPr>
              <p14:xfrm>
                <a:off x="11449555" y="1541180"/>
                <a:ext cx="22320" cy="453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501A09AA-593A-40BC-49B4-E3CF37FADD4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443435" y="1535060"/>
                  <a:ext cx="3456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30E9FD1-A463-3288-372B-ED7438F5628F}"/>
                    </a:ext>
                  </a:extLst>
                </p14:cNvPr>
                <p14:cNvContentPartPr/>
                <p14:nvPr/>
              </p14:nvContentPartPr>
              <p14:xfrm>
                <a:off x="5231635" y="2526860"/>
                <a:ext cx="343800" cy="6951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30E9FD1-A463-3288-372B-ED7438F5628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225515" y="2520740"/>
                  <a:ext cx="356040" cy="70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A048585-72AE-411D-92A7-00E47CF77510}"/>
                    </a:ext>
                  </a:extLst>
                </p14:cNvPr>
                <p14:cNvContentPartPr/>
                <p14:nvPr/>
              </p14:nvContentPartPr>
              <p14:xfrm>
                <a:off x="5384635" y="2323100"/>
                <a:ext cx="322560" cy="49428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A048585-72AE-411D-92A7-00E47CF7751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5378515" y="2316980"/>
                  <a:ext cx="334800" cy="5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B12AE8F-6150-AD83-8DB1-F0F90877E3BC}"/>
                    </a:ext>
                  </a:extLst>
                </p14:cNvPr>
                <p14:cNvContentPartPr/>
                <p14:nvPr/>
              </p14:nvContentPartPr>
              <p14:xfrm>
                <a:off x="5708995" y="2568620"/>
                <a:ext cx="381240" cy="2714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B12AE8F-6150-AD83-8DB1-F0F90877E3B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5702875" y="2562500"/>
                  <a:ext cx="39348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9FF02CC-8BDC-9A37-5234-12DCB8463331}"/>
                    </a:ext>
                  </a:extLst>
                </p14:cNvPr>
                <p14:cNvContentPartPr/>
                <p14:nvPr/>
              </p14:nvContentPartPr>
              <p14:xfrm>
                <a:off x="5435035" y="2148500"/>
                <a:ext cx="244080" cy="7988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9FF02CC-8BDC-9A37-5234-12DCB846333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428915" y="2142380"/>
                  <a:ext cx="256320" cy="81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51EE6D4F-010A-0044-E0A7-8AD5449B6220}"/>
                    </a:ext>
                  </a:extLst>
                </p14:cNvPr>
                <p14:cNvContentPartPr/>
                <p14:nvPr/>
              </p14:nvContentPartPr>
              <p14:xfrm>
                <a:off x="6224875" y="2570420"/>
                <a:ext cx="31680" cy="2282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51EE6D4F-010A-0044-E0A7-8AD5449B622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6218755" y="2564300"/>
                  <a:ext cx="43920" cy="24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AD8C768E-06BE-C21B-B2F4-39C8E491D31F}"/>
                    </a:ext>
                  </a:extLst>
                </p14:cNvPr>
                <p14:cNvContentPartPr/>
                <p14:nvPr/>
              </p14:nvContentPartPr>
              <p14:xfrm>
                <a:off x="6323875" y="2300060"/>
                <a:ext cx="30600" cy="360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AD8C768E-06BE-C21B-B2F4-39C8E491D31F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317755" y="2293940"/>
                  <a:ext cx="4284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F6ED6A9-B398-DC84-CC2F-DB68036EF424}"/>
                    </a:ext>
                  </a:extLst>
                </p14:cNvPr>
                <p14:cNvContentPartPr/>
                <p14:nvPr/>
              </p14:nvContentPartPr>
              <p14:xfrm>
                <a:off x="6347995" y="2583740"/>
                <a:ext cx="583920" cy="1836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F6ED6A9-B398-DC84-CC2F-DB68036EF42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341875" y="2577620"/>
                  <a:ext cx="59616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0B7B379-49E6-CFBC-2923-8D6CB1913EC7}"/>
                    </a:ext>
                  </a:extLst>
                </p14:cNvPr>
                <p14:cNvContentPartPr/>
                <p14:nvPr/>
              </p14:nvContentPartPr>
              <p14:xfrm>
                <a:off x="6842275" y="2688500"/>
                <a:ext cx="214920" cy="306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0B7B379-49E6-CFBC-2923-8D6CB1913EC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836155" y="2682380"/>
                  <a:ext cx="227160" cy="4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007B27D-6A53-3D0E-16D4-358735BD5B67}"/>
                    </a:ext>
                  </a:extLst>
                </p14:cNvPr>
                <p14:cNvContentPartPr/>
                <p14:nvPr/>
              </p14:nvContentPartPr>
              <p14:xfrm>
                <a:off x="7650115" y="2226260"/>
                <a:ext cx="187200" cy="8305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007B27D-6A53-3D0E-16D4-358735BD5B67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643995" y="2220140"/>
                  <a:ext cx="199440" cy="84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B6844F5-8469-DB69-1CD8-F2FBD269470F}"/>
                    </a:ext>
                  </a:extLst>
                </p14:cNvPr>
                <p14:cNvContentPartPr/>
                <p14:nvPr/>
              </p14:nvContentPartPr>
              <p14:xfrm>
                <a:off x="8450395" y="2244620"/>
                <a:ext cx="118800" cy="4204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B6844F5-8469-DB69-1CD8-F2FBD269470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444275" y="2238500"/>
                  <a:ext cx="13104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155EACA9-FCA3-E1C4-0A05-710B3B36B884}"/>
                    </a:ext>
                  </a:extLst>
                </p14:cNvPr>
                <p14:cNvContentPartPr/>
                <p14:nvPr/>
              </p14:nvContentPartPr>
              <p14:xfrm>
                <a:off x="8591875" y="2162180"/>
                <a:ext cx="169200" cy="1947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155EACA9-FCA3-E1C4-0A05-710B3B36B88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585755" y="2156060"/>
                  <a:ext cx="18144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F1DC01F-1E57-52EB-B596-F6BC9D6862BA}"/>
                    </a:ext>
                  </a:extLst>
                </p14:cNvPr>
                <p14:cNvContentPartPr/>
                <p14:nvPr/>
              </p14:nvContentPartPr>
              <p14:xfrm>
                <a:off x="8987515" y="2346860"/>
                <a:ext cx="241560" cy="2196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F1DC01F-1E57-52EB-B596-F6BC9D6862B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981395" y="2340740"/>
                  <a:ext cx="2538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3E1A1C4-7F6B-6A25-FC5C-B75397EBE0B6}"/>
                    </a:ext>
                  </a:extLst>
                </p14:cNvPr>
                <p14:cNvContentPartPr/>
                <p14:nvPr/>
              </p14:nvContentPartPr>
              <p14:xfrm>
                <a:off x="9019915" y="2373860"/>
                <a:ext cx="258480" cy="1501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3E1A1C4-7F6B-6A25-FC5C-B75397EBE0B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013795" y="2367740"/>
                  <a:ext cx="27072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A5F08C2-EA58-3E39-726F-CA4CFA70BC09}"/>
                    </a:ext>
                  </a:extLst>
                </p14:cNvPr>
                <p14:cNvContentPartPr/>
                <p14:nvPr/>
              </p14:nvContentPartPr>
              <p14:xfrm>
                <a:off x="9478195" y="2062820"/>
                <a:ext cx="328320" cy="4395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A5F08C2-EA58-3E39-726F-CA4CFA70BC0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472075" y="2056700"/>
                  <a:ext cx="340560" cy="45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BDB0F9F-8AEB-251B-E9E9-61894DD3E4A5}"/>
                    </a:ext>
                  </a:extLst>
                </p14:cNvPr>
                <p14:cNvContentPartPr/>
                <p14:nvPr/>
              </p14:nvContentPartPr>
              <p14:xfrm>
                <a:off x="9938995" y="2404460"/>
                <a:ext cx="244080" cy="568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BDB0F9F-8AEB-251B-E9E9-61894DD3E4A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932875" y="2398340"/>
                  <a:ext cx="25632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33E4B54C-6E23-5926-290F-0A6A6396D329}"/>
                    </a:ext>
                  </a:extLst>
                </p14:cNvPr>
                <p14:cNvContentPartPr/>
                <p14:nvPr/>
              </p14:nvContentPartPr>
              <p14:xfrm>
                <a:off x="9968875" y="2183060"/>
                <a:ext cx="272880" cy="2739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33E4B54C-6E23-5926-290F-0A6A6396D32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962755" y="2176940"/>
                  <a:ext cx="28512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844DC04-C771-85B4-2084-3BA7DA3D1C3F}"/>
                    </a:ext>
                  </a:extLst>
                </p14:cNvPr>
                <p14:cNvContentPartPr/>
                <p14:nvPr/>
              </p14:nvContentPartPr>
              <p14:xfrm>
                <a:off x="10553875" y="2109260"/>
                <a:ext cx="489960" cy="284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844DC04-C771-85B4-2084-3BA7DA3D1C3F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547755" y="2103140"/>
                  <a:ext cx="50220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598ED2CF-E2D1-4E5C-A035-FD4D2B67C1C3}"/>
                    </a:ext>
                  </a:extLst>
                </p14:cNvPr>
                <p14:cNvContentPartPr/>
                <p14:nvPr/>
              </p14:nvContentPartPr>
              <p14:xfrm>
                <a:off x="10679155" y="2145980"/>
                <a:ext cx="119160" cy="4140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598ED2CF-E2D1-4E5C-A035-FD4D2B67C1C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673035" y="2139860"/>
                  <a:ext cx="131400" cy="42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0C96BCBF-50E3-FC6C-8552-84B27659F7DA}"/>
                    </a:ext>
                  </a:extLst>
                </p14:cNvPr>
                <p14:cNvContentPartPr/>
                <p14:nvPr/>
              </p14:nvContentPartPr>
              <p14:xfrm>
                <a:off x="8650915" y="2868860"/>
                <a:ext cx="2586240" cy="489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0C96BCBF-50E3-FC6C-8552-84B27659F7DA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644795" y="2862740"/>
                  <a:ext cx="2598480" cy="6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54B5A2D-5D1C-93A4-D96D-9125E45131FA}"/>
                    </a:ext>
                  </a:extLst>
                </p14:cNvPr>
                <p14:cNvContentPartPr/>
                <p14:nvPr/>
              </p14:nvContentPartPr>
              <p14:xfrm>
                <a:off x="9826675" y="3053180"/>
                <a:ext cx="8640" cy="1339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54B5A2D-5D1C-93A4-D96D-9125E45131FA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820555" y="3047060"/>
                  <a:ext cx="2088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55B61DFC-9013-3F26-6CC8-7F857241D6E3}"/>
                    </a:ext>
                  </a:extLst>
                </p14:cNvPr>
                <p14:cNvContentPartPr/>
                <p14:nvPr/>
              </p14:nvContentPartPr>
              <p14:xfrm>
                <a:off x="10166155" y="3045620"/>
                <a:ext cx="606960" cy="23148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55B61DFC-9013-3F26-6CC8-7F857241D6E3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160035" y="3039500"/>
                  <a:ext cx="619200" cy="24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AA90A44-B21B-788E-056C-426C2CA5F0B7}"/>
                    </a:ext>
                  </a:extLst>
                </p14:cNvPr>
                <p14:cNvContentPartPr/>
                <p14:nvPr/>
              </p14:nvContentPartPr>
              <p14:xfrm>
                <a:off x="10882915" y="2088380"/>
                <a:ext cx="946800" cy="14479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AA90A44-B21B-788E-056C-426C2CA5F0B7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876795" y="2082260"/>
                  <a:ext cx="959040" cy="146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B99E47D-BCFE-686B-EAD2-4FED29A4C19F}"/>
                    </a:ext>
                  </a:extLst>
                </p14:cNvPr>
                <p14:cNvContentPartPr/>
                <p14:nvPr/>
              </p14:nvContentPartPr>
              <p14:xfrm>
                <a:off x="4564555" y="1888940"/>
                <a:ext cx="1217160" cy="1447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B99E47D-BCFE-686B-EAD2-4FED29A4C19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558435" y="1882820"/>
                  <a:ext cx="122940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FB36F66B-5081-CA6F-9DE4-7FE33E4E755D}"/>
                    </a:ext>
                  </a:extLst>
                </p14:cNvPr>
                <p14:cNvContentPartPr/>
                <p14:nvPr/>
              </p14:nvContentPartPr>
              <p14:xfrm>
                <a:off x="9639835" y="1648460"/>
                <a:ext cx="56880" cy="936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FB36F66B-5081-CA6F-9DE4-7FE33E4E755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633715" y="1642340"/>
                  <a:ext cx="691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7DCEC45-BBAE-543E-1156-A864FA09509F}"/>
                    </a:ext>
                  </a:extLst>
                </p14:cNvPr>
                <p14:cNvContentPartPr/>
                <p14:nvPr/>
              </p14:nvContentPartPr>
              <p14:xfrm>
                <a:off x="1752955" y="2002700"/>
                <a:ext cx="2471040" cy="1328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7DCEC45-BBAE-543E-1156-A864FA09509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746835" y="1996580"/>
                  <a:ext cx="2483280" cy="14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0A7FD46-C191-177F-7202-B43EF590CE4A}"/>
                    </a:ext>
                  </a:extLst>
                </p14:cNvPr>
                <p14:cNvContentPartPr/>
                <p14:nvPr/>
              </p14:nvContentPartPr>
              <p14:xfrm>
                <a:off x="1245355" y="69140"/>
                <a:ext cx="1315800" cy="35031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0A7FD46-C191-177F-7202-B43EF590CE4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239235" y="63020"/>
                  <a:ext cx="1328040" cy="351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A4242E0-BFED-EF0B-8090-504EDC66A78F}"/>
                    </a:ext>
                  </a:extLst>
                </p14:cNvPr>
                <p14:cNvContentPartPr/>
                <p14:nvPr/>
              </p14:nvContentPartPr>
              <p14:xfrm>
                <a:off x="10776715" y="653420"/>
                <a:ext cx="1485360" cy="30438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A4242E0-BFED-EF0B-8090-504EDC66A78F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770595" y="647300"/>
                  <a:ext cx="1497600" cy="30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0878EA3-FA16-BD6D-D5EA-B6B08DD84704}"/>
                    </a:ext>
                  </a:extLst>
                </p14:cNvPr>
                <p14:cNvContentPartPr/>
                <p14:nvPr/>
              </p14:nvContentPartPr>
              <p14:xfrm>
                <a:off x="11044555" y="3695780"/>
                <a:ext cx="51120" cy="187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0878EA3-FA16-BD6D-D5EA-B6B08DD8470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038435" y="3689660"/>
                  <a:ext cx="6336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3ED77F84-2279-0A8D-02AD-14821160F0D8}"/>
              </a:ext>
            </a:extLst>
          </p:cNvPr>
          <p:cNvGrpSpPr/>
          <p:nvPr/>
        </p:nvGrpSpPr>
        <p:grpSpPr>
          <a:xfrm>
            <a:off x="780955" y="4383740"/>
            <a:ext cx="7956000" cy="1676880"/>
            <a:chOff x="780955" y="4383740"/>
            <a:chExt cx="7956000" cy="167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CC692496-DB67-CC0E-EFA3-0B9730BF24D8}"/>
                    </a:ext>
                  </a:extLst>
                </p14:cNvPr>
                <p14:cNvContentPartPr/>
                <p14:nvPr/>
              </p14:nvContentPartPr>
              <p14:xfrm>
                <a:off x="780955" y="4489220"/>
                <a:ext cx="624600" cy="10220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CC692496-DB67-CC0E-EFA3-0B9730BF24D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774835" y="4483100"/>
                  <a:ext cx="636840" cy="10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2A7A4AFF-3E21-93CA-26FE-660C37A9B843}"/>
                    </a:ext>
                  </a:extLst>
                </p14:cNvPr>
                <p14:cNvContentPartPr/>
                <p14:nvPr/>
              </p14:nvContentPartPr>
              <p14:xfrm>
                <a:off x="1521115" y="4780820"/>
                <a:ext cx="64440" cy="7956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2A7A4AFF-3E21-93CA-26FE-660C37A9B84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514995" y="4774700"/>
                  <a:ext cx="766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15C228D-750B-FD60-EF31-67A3CF164580}"/>
                    </a:ext>
                  </a:extLst>
                </p14:cNvPr>
                <p14:cNvContentPartPr/>
                <p14:nvPr/>
              </p14:nvContentPartPr>
              <p14:xfrm>
                <a:off x="1633435" y="4955780"/>
                <a:ext cx="597240" cy="54180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15C228D-750B-FD60-EF31-67A3CF16458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627315" y="4949660"/>
                  <a:ext cx="609480" cy="55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3BEA9FA3-2379-1113-AF80-FE003EE25729}"/>
                    </a:ext>
                  </a:extLst>
                </p14:cNvPr>
                <p14:cNvContentPartPr/>
                <p14:nvPr/>
              </p14:nvContentPartPr>
              <p14:xfrm>
                <a:off x="2360635" y="4992500"/>
                <a:ext cx="609120" cy="2682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3BEA9FA3-2379-1113-AF80-FE003EE2572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354515" y="4986380"/>
                  <a:ext cx="62136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AF3305EF-A84A-682D-3790-F1814BBEAFC5}"/>
                    </a:ext>
                  </a:extLst>
                </p14:cNvPr>
                <p14:cNvContentPartPr/>
                <p14:nvPr/>
              </p14:nvContentPartPr>
              <p14:xfrm>
                <a:off x="3250195" y="5260700"/>
                <a:ext cx="276480" cy="558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AF3305EF-A84A-682D-3790-F1814BBEAFC5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244075" y="5254580"/>
                  <a:ext cx="288720" cy="6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A8DE51A-A42C-8C51-CEC5-463176FEB5BF}"/>
                    </a:ext>
                  </a:extLst>
                </p14:cNvPr>
                <p14:cNvContentPartPr/>
                <p14:nvPr/>
              </p14:nvContentPartPr>
              <p14:xfrm>
                <a:off x="3890635" y="4646900"/>
                <a:ext cx="77400" cy="4957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A8DE51A-A42C-8C51-CEC5-463176FEB5BF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884515" y="4640780"/>
                  <a:ext cx="89640" cy="50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A7D5EC6-A2F4-5EE2-46BF-DBD7E3097DA7}"/>
                    </a:ext>
                  </a:extLst>
                </p14:cNvPr>
                <p14:cNvContentPartPr/>
                <p14:nvPr/>
              </p14:nvContentPartPr>
              <p14:xfrm>
                <a:off x="4056955" y="4383740"/>
                <a:ext cx="47520" cy="2088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A7D5EC6-A2F4-5EE2-46BF-DBD7E3097DA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050835" y="4377620"/>
                  <a:ext cx="597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276F5DB-42E3-CADC-E092-029AFDF4FF43}"/>
                    </a:ext>
                  </a:extLst>
                </p14:cNvPr>
                <p14:cNvContentPartPr/>
                <p14:nvPr/>
              </p14:nvContentPartPr>
              <p14:xfrm>
                <a:off x="4183315" y="4609460"/>
                <a:ext cx="797040" cy="4356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276F5DB-42E3-CADC-E092-029AFDF4FF4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4177195" y="4603340"/>
                  <a:ext cx="809280" cy="44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E8A4797-B69D-4FD4-F1D9-8E42A22F0CBE}"/>
                    </a:ext>
                  </a:extLst>
                </p14:cNvPr>
                <p14:cNvContentPartPr/>
                <p14:nvPr/>
              </p14:nvContentPartPr>
              <p14:xfrm>
                <a:off x="4741675" y="4817900"/>
                <a:ext cx="303120" cy="4176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E8A4797-B69D-4FD4-F1D9-8E42A22F0CB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735555" y="4811780"/>
                  <a:ext cx="3153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17D4B57F-0909-317F-21DF-BA23017150A0}"/>
                    </a:ext>
                  </a:extLst>
                </p14:cNvPr>
                <p14:cNvContentPartPr/>
                <p14:nvPr/>
              </p14:nvContentPartPr>
              <p14:xfrm>
                <a:off x="5197795" y="4735460"/>
                <a:ext cx="441720" cy="42192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17D4B57F-0909-317F-21DF-BA23017150A0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191675" y="4729340"/>
                  <a:ext cx="453960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07F672E-3B81-79C8-50B1-89C08EDF196D}"/>
                    </a:ext>
                  </a:extLst>
                </p14:cNvPr>
                <p14:cNvContentPartPr/>
                <p14:nvPr/>
              </p14:nvContentPartPr>
              <p14:xfrm>
                <a:off x="5641315" y="4592540"/>
                <a:ext cx="1013760" cy="58968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07F672E-3B81-79C8-50B1-89C08EDF196D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635195" y="4586420"/>
                  <a:ext cx="1026000" cy="60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102DF992-E90C-9ED7-95AE-558D4030B08C}"/>
                    </a:ext>
                  </a:extLst>
                </p14:cNvPr>
                <p14:cNvContentPartPr/>
                <p14:nvPr/>
              </p14:nvContentPartPr>
              <p14:xfrm>
                <a:off x="6655435" y="4946060"/>
                <a:ext cx="321120" cy="579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102DF992-E90C-9ED7-95AE-558D4030B08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649315" y="4939940"/>
                  <a:ext cx="33336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019102F-A887-FEA4-AC47-517A3D6041EE}"/>
                    </a:ext>
                  </a:extLst>
                </p14:cNvPr>
                <p14:cNvContentPartPr/>
                <p14:nvPr/>
              </p14:nvContentPartPr>
              <p14:xfrm>
                <a:off x="7021915" y="4913300"/>
                <a:ext cx="360" cy="36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019102F-A887-FEA4-AC47-517A3D6041E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015795" y="490718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2DDD87DB-36F3-A0D5-5F8D-27420D0A6E62}"/>
                    </a:ext>
                  </a:extLst>
                </p14:cNvPr>
                <p14:cNvContentPartPr/>
                <p14:nvPr/>
              </p14:nvContentPartPr>
              <p14:xfrm>
                <a:off x="823795" y="5590460"/>
                <a:ext cx="5214600" cy="4701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2DDD87DB-36F3-A0D5-5F8D-27420D0A6E6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17675" y="5584340"/>
                  <a:ext cx="5226840" cy="48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1424023-7ACA-B384-A67D-44130751DCF9}"/>
                    </a:ext>
                  </a:extLst>
                </p14:cNvPr>
                <p14:cNvContentPartPr/>
                <p14:nvPr/>
              </p14:nvContentPartPr>
              <p14:xfrm>
                <a:off x="7306675" y="4675700"/>
                <a:ext cx="69120" cy="273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1424023-7ACA-B384-A67D-44130751DCF9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7300555" y="4669580"/>
                  <a:ext cx="813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8DD6272-BF9F-01C0-86AF-EDF8CC466EC8}"/>
                    </a:ext>
                  </a:extLst>
                </p14:cNvPr>
                <p14:cNvContentPartPr/>
                <p14:nvPr/>
              </p14:nvContentPartPr>
              <p14:xfrm>
                <a:off x="7268515" y="4833380"/>
                <a:ext cx="318960" cy="90936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8DD6272-BF9F-01C0-86AF-EDF8CC466EC8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262395" y="4827260"/>
                  <a:ext cx="331200" cy="9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0E495DF-AE54-AC74-66DE-38E38B013208}"/>
                    </a:ext>
                  </a:extLst>
                </p14:cNvPr>
                <p14:cNvContentPartPr/>
                <p14:nvPr/>
              </p14:nvContentPartPr>
              <p14:xfrm>
                <a:off x="7909315" y="4453220"/>
                <a:ext cx="827640" cy="12571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0E495DF-AE54-AC74-66DE-38E38B013208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903195" y="4447100"/>
                  <a:ext cx="839880" cy="1269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3B9C11C9-3AA8-DB76-C325-5DBCAA215614}"/>
              </a:ext>
            </a:extLst>
          </p:cNvPr>
          <p:cNvGrpSpPr/>
          <p:nvPr/>
        </p:nvGrpSpPr>
        <p:grpSpPr>
          <a:xfrm>
            <a:off x="9442195" y="4281140"/>
            <a:ext cx="2220120" cy="1445760"/>
            <a:chOff x="9442195" y="4281140"/>
            <a:chExt cx="2220120" cy="1445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9F70CD6-5CF7-5A63-AC36-EDC5A6332B73}"/>
                    </a:ext>
                  </a:extLst>
                </p14:cNvPr>
                <p14:cNvContentPartPr/>
                <p14:nvPr/>
              </p14:nvContentPartPr>
              <p14:xfrm>
                <a:off x="9442195" y="4281140"/>
                <a:ext cx="1656360" cy="77688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9F70CD6-5CF7-5A63-AC36-EDC5A6332B73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436075" y="4275020"/>
                  <a:ext cx="1668600" cy="78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64C74B9-FD88-DD68-A6EA-13C6100F55C0}"/>
                    </a:ext>
                  </a:extLst>
                </p14:cNvPr>
                <p14:cNvContentPartPr/>
                <p14:nvPr/>
              </p14:nvContentPartPr>
              <p14:xfrm>
                <a:off x="11225275" y="4629980"/>
                <a:ext cx="13680" cy="450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64C74B9-FD88-DD68-A6EA-13C6100F55C0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1219155" y="4623860"/>
                  <a:ext cx="25920" cy="5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0214EB3E-EED6-69C6-08DD-BD3EB858D261}"/>
                    </a:ext>
                  </a:extLst>
                </p14:cNvPr>
                <p14:cNvContentPartPr/>
                <p14:nvPr/>
              </p14:nvContentPartPr>
              <p14:xfrm>
                <a:off x="11058955" y="4859300"/>
                <a:ext cx="603360" cy="460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0214EB3E-EED6-69C6-08DD-BD3EB858D261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1052835" y="4853180"/>
                  <a:ext cx="61560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A81D25A-1107-A9E7-217F-C3023C3FED39}"/>
                    </a:ext>
                  </a:extLst>
                </p14:cNvPr>
                <p14:cNvContentPartPr/>
                <p14:nvPr/>
              </p14:nvContentPartPr>
              <p14:xfrm>
                <a:off x="9958795" y="5241260"/>
                <a:ext cx="920880" cy="4669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A81D25A-1107-A9E7-217F-C3023C3FED3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952675" y="5235140"/>
                  <a:ext cx="933120" cy="47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3104636-6341-EA42-3F8D-CE86DE59C17E}"/>
                    </a:ext>
                  </a:extLst>
                </p14:cNvPr>
                <p14:cNvContentPartPr/>
                <p14:nvPr/>
              </p14:nvContentPartPr>
              <p14:xfrm>
                <a:off x="10993795" y="5483180"/>
                <a:ext cx="520200" cy="2437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3104636-6341-EA42-3F8D-CE86DE59C17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0987675" y="5477060"/>
                  <a:ext cx="532440" cy="2559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014302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56170F3F-AC5C-0B5A-CFD0-13C72D9BCEED}"/>
              </a:ext>
            </a:extLst>
          </p:cNvPr>
          <p:cNvGrpSpPr/>
          <p:nvPr/>
        </p:nvGrpSpPr>
        <p:grpSpPr>
          <a:xfrm>
            <a:off x="924235" y="359660"/>
            <a:ext cx="10611360" cy="2678760"/>
            <a:chOff x="924235" y="359660"/>
            <a:chExt cx="10611360" cy="2678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DF0E71E-9883-D1D2-451C-D8E4D4326938}"/>
                    </a:ext>
                  </a:extLst>
                </p14:cNvPr>
                <p14:cNvContentPartPr/>
                <p14:nvPr/>
              </p14:nvContentPartPr>
              <p14:xfrm>
                <a:off x="1064635" y="579620"/>
                <a:ext cx="495360" cy="9594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DF0E71E-9883-D1D2-451C-D8E4D4326938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58515" y="573500"/>
                  <a:ext cx="507600" cy="9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CCFBEC5-EEEE-6D66-F9E6-B567B8D4D36A}"/>
                    </a:ext>
                  </a:extLst>
                </p14:cNvPr>
                <p14:cNvContentPartPr/>
                <p14:nvPr/>
              </p14:nvContentPartPr>
              <p14:xfrm>
                <a:off x="924235" y="1001180"/>
                <a:ext cx="541800" cy="763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CCFBEC5-EEEE-6D66-F9E6-B567B8D4D36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18115" y="995060"/>
                  <a:ext cx="55404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19E7A43-30A7-BFC3-8D97-84CA961138D7}"/>
                    </a:ext>
                  </a:extLst>
                </p14:cNvPr>
                <p14:cNvContentPartPr/>
                <p14:nvPr/>
              </p14:nvContentPartPr>
              <p14:xfrm>
                <a:off x="1628035" y="531020"/>
                <a:ext cx="410760" cy="68940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19E7A43-30A7-BFC3-8D97-84CA961138D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621915" y="524900"/>
                  <a:ext cx="423000" cy="70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AE60E4D-91DC-D9F4-9D74-9031CFF6AE5F}"/>
                    </a:ext>
                  </a:extLst>
                </p14:cNvPr>
                <p14:cNvContentPartPr/>
                <p14:nvPr/>
              </p14:nvContentPartPr>
              <p14:xfrm>
                <a:off x="2133835" y="567020"/>
                <a:ext cx="416160" cy="4946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AE60E4D-91DC-D9F4-9D74-9031CFF6AE5F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27715" y="560900"/>
                  <a:ext cx="428400" cy="50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50A18DC-A497-350D-7D90-BF73A4714598}"/>
                    </a:ext>
                  </a:extLst>
                </p14:cNvPr>
                <p14:cNvContentPartPr/>
                <p14:nvPr/>
              </p14:nvContentPartPr>
              <p14:xfrm>
                <a:off x="2723515" y="835580"/>
                <a:ext cx="142920" cy="3362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50A18DC-A497-350D-7D90-BF73A471459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17395" y="829460"/>
                  <a:ext cx="15516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3761AE1-2B0B-886A-ACE7-83DD5CC4DD88}"/>
                    </a:ext>
                  </a:extLst>
                </p14:cNvPr>
                <p14:cNvContentPartPr/>
                <p14:nvPr/>
              </p14:nvContentPartPr>
              <p14:xfrm>
                <a:off x="2997115" y="504020"/>
                <a:ext cx="7560" cy="633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3761AE1-2B0B-886A-ACE7-83DD5CC4DD8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990995" y="497900"/>
                  <a:ext cx="1980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4BA8784-DEE7-D4AC-3F69-01D5E7C3A96D}"/>
                    </a:ext>
                  </a:extLst>
                </p14:cNvPr>
                <p14:cNvContentPartPr/>
                <p14:nvPr/>
              </p14:nvContentPartPr>
              <p14:xfrm>
                <a:off x="3048955" y="637580"/>
                <a:ext cx="84600" cy="284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4BA8784-DEE7-D4AC-3F69-01D5E7C3A96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042835" y="631460"/>
                  <a:ext cx="96840" cy="29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44CA9953-E5C6-E646-E7B9-A0ECE4AA7B12}"/>
                    </a:ext>
                  </a:extLst>
                </p14:cNvPr>
                <p14:cNvContentPartPr/>
                <p14:nvPr/>
              </p14:nvContentPartPr>
              <p14:xfrm>
                <a:off x="2998195" y="800300"/>
                <a:ext cx="254880" cy="112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44CA9953-E5C6-E646-E7B9-A0ECE4AA7B1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992075" y="794180"/>
                  <a:ext cx="2671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9278DDF-DEA7-473C-AD6E-F36CA1C3EA91}"/>
                    </a:ext>
                  </a:extLst>
                </p14:cNvPr>
                <p14:cNvContentPartPr/>
                <p14:nvPr/>
              </p14:nvContentPartPr>
              <p14:xfrm>
                <a:off x="3494995" y="686540"/>
                <a:ext cx="239040" cy="14184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9278DDF-DEA7-473C-AD6E-F36CA1C3EA9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488875" y="680420"/>
                  <a:ext cx="25128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CBF2632-F357-C123-0379-242248BD0AE2}"/>
                    </a:ext>
                  </a:extLst>
                </p14:cNvPr>
                <p14:cNvContentPartPr/>
                <p14:nvPr/>
              </p14:nvContentPartPr>
              <p14:xfrm>
                <a:off x="4466275" y="359660"/>
                <a:ext cx="273600" cy="678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CBF2632-F357-C123-0379-242248BD0AE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460155" y="353540"/>
                  <a:ext cx="285840" cy="69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77F7DC6-B5F3-1BDE-AB8A-4C1C7172819E}"/>
                    </a:ext>
                  </a:extLst>
                </p14:cNvPr>
                <p14:cNvContentPartPr/>
                <p14:nvPr/>
              </p14:nvContentPartPr>
              <p14:xfrm>
                <a:off x="5273755" y="689780"/>
                <a:ext cx="171720" cy="2988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77F7DC6-B5F3-1BDE-AB8A-4C1C7172819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267635" y="683660"/>
                  <a:ext cx="18396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EFEBF67-85BD-B868-9411-10DA462D67AC}"/>
                    </a:ext>
                  </a:extLst>
                </p14:cNvPr>
                <p14:cNvContentPartPr/>
                <p14:nvPr/>
              </p14:nvContentPartPr>
              <p14:xfrm>
                <a:off x="5553475" y="920900"/>
                <a:ext cx="106560" cy="8928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EFEBF67-85BD-B868-9411-10DA462D67A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547355" y="914780"/>
                  <a:ext cx="1188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4F9AD22-720D-24CE-AABC-0B4972AE0076}"/>
                    </a:ext>
                  </a:extLst>
                </p14:cNvPr>
                <p14:cNvContentPartPr/>
                <p14:nvPr/>
              </p14:nvContentPartPr>
              <p14:xfrm>
                <a:off x="6374995" y="549020"/>
                <a:ext cx="385560" cy="4424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4F9AD22-720D-24CE-AABC-0B4972AE007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368875" y="542900"/>
                  <a:ext cx="397800" cy="45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D7524CE-1FE4-A65F-1603-33CBC7C64FD4}"/>
                    </a:ext>
                  </a:extLst>
                </p14:cNvPr>
                <p14:cNvContentPartPr/>
                <p14:nvPr/>
              </p14:nvContentPartPr>
              <p14:xfrm>
                <a:off x="7056835" y="903620"/>
                <a:ext cx="196920" cy="1501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D7524CE-1FE4-A65F-1603-33CBC7C64FD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050715" y="897500"/>
                  <a:ext cx="2091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FC6476B-007C-1D1D-8C9C-14B9F37E9075}"/>
                    </a:ext>
                  </a:extLst>
                </p14:cNvPr>
                <p14:cNvContentPartPr/>
                <p14:nvPr/>
              </p14:nvContentPartPr>
              <p14:xfrm>
                <a:off x="7893835" y="394580"/>
                <a:ext cx="254160" cy="5788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FC6476B-007C-1D1D-8C9C-14B9F37E9075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887715" y="388460"/>
                  <a:ext cx="266400" cy="59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BF797CC7-FBAB-C471-BCA8-B1C30983C681}"/>
                    </a:ext>
                  </a:extLst>
                </p14:cNvPr>
                <p14:cNvContentPartPr/>
                <p14:nvPr/>
              </p14:nvContentPartPr>
              <p14:xfrm>
                <a:off x="3388795" y="1661060"/>
                <a:ext cx="397080" cy="3632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BF797CC7-FBAB-C471-BCA8-B1C30983C68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382675" y="1654940"/>
                  <a:ext cx="40932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B5A592E-5E17-AD1A-9112-6F7620A164F4}"/>
                    </a:ext>
                  </a:extLst>
                </p14:cNvPr>
                <p14:cNvContentPartPr/>
                <p14:nvPr/>
              </p14:nvContentPartPr>
              <p14:xfrm>
                <a:off x="3998635" y="1509140"/>
                <a:ext cx="627840" cy="10612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B5A592E-5E17-AD1A-9112-6F7620A164F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992515" y="1503020"/>
                  <a:ext cx="640080" cy="10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396C779-D4B1-AAA7-7821-AD5DF3C4D542}"/>
                    </a:ext>
                  </a:extLst>
                </p14:cNvPr>
                <p14:cNvContentPartPr/>
                <p14:nvPr/>
              </p14:nvContentPartPr>
              <p14:xfrm>
                <a:off x="5511355" y="1423820"/>
                <a:ext cx="667080" cy="52308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396C779-D4B1-AAA7-7821-AD5DF3C4D54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505235" y="1417700"/>
                  <a:ext cx="679320" cy="53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EC7267B5-9451-7508-B7FA-C1DDF316618C}"/>
                    </a:ext>
                  </a:extLst>
                </p14:cNvPr>
                <p14:cNvContentPartPr/>
                <p14:nvPr/>
              </p14:nvContentPartPr>
              <p14:xfrm>
                <a:off x="6255115" y="1599500"/>
                <a:ext cx="1026360" cy="327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EC7267B5-9451-7508-B7FA-C1DDF316618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248995" y="1593380"/>
                  <a:ext cx="1038600" cy="33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CE22B5B-B375-63AC-4863-010BD098A398}"/>
                    </a:ext>
                  </a:extLst>
                </p14:cNvPr>
                <p14:cNvContentPartPr/>
                <p14:nvPr/>
              </p14:nvContentPartPr>
              <p14:xfrm>
                <a:off x="6886555" y="1596980"/>
                <a:ext cx="358200" cy="2782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CE22B5B-B375-63AC-4863-010BD098A39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880435" y="1590860"/>
                  <a:ext cx="370440" cy="29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E27CAC0-2C1D-9AB1-1F09-1DB812594DF8}"/>
                    </a:ext>
                  </a:extLst>
                </p14:cNvPr>
                <p14:cNvContentPartPr/>
                <p14:nvPr/>
              </p14:nvContentPartPr>
              <p14:xfrm>
                <a:off x="7539235" y="1548020"/>
                <a:ext cx="95760" cy="2599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E27CAC0-2C1D-9AB1-1F09-1DB812594DF8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533115" y="1541900"/>
                  <a:ext cx="10800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82DDAD4-3DEA-4C5F-4427-2A2D664E63E3}"/>
                    </a:ext>
                  </a:extLst>
                </p14:cNvPr>
                <p14:cNvContentPartPr/>
                <p14:nvPr/>
              </p14:nvContentPartPr>
              <p14:xfrm>
                <a:off x="7550035" y="1613180"/>
                <a:ext cx="933480" cy="22932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82DDAD4-3DEA-4C5F-4427-2A2D664E63E3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543915" y="1607060"/>
                  <a:ext cx="945720" cy="24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A985468-1535-C8BB-D422-7897862DE5D6}"/>
                    </a:ext>
                  </a:extLst>
                </p14:cNvPr>
                <p14:cNvContentPartPr/>
                <p14:nvPr/>
              </p14:nvContentPartPr>
              <p14:xfrm>
                <a:off x="8681155" y="1463420"/>
                <a:ext cx="147600" cy="2574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A985468-1535-C8BB-D422-7897862DE5D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675035" y="1457300"/>
                  <a:ext cx="159840" cy="26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25E1DD24-12D9-D281-FBE7-12593CF6B68C}"/>
                    </a:ext>
                  </a:extLst>
                </p14:cNvPr>
                <p14:cNvContentPartPr/>
                <p14:nvPr/>
              </p14:nvContentPartPr>
              <p14:xfrm>
                <a:off x="8688355" y="1626140"/>
                <a:ext cx="160560" cy="720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25E1DD24-12D9-D281-FBE7-12593CF6B68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682235" y="1620020"/>
                  <a:ext cx="172800" cy="8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85AA24A-C80A-9268-0781-BF7A8E8E1EF9}"/>
                    </a:ext>
                  </a:extLst>
                </p14:cNvPr>
                <p14:cNvContentPartPr/>
                <p14:nvPr/>
              </p14:nvContentPartPr>
              <p14:xfrm>
                <a:off x="8930635" y="1578620"/>
                <a:ext cx="288720" cy="539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85AA24A-C80A-9268-0781-BF7A8E8E1EF9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924515" y="1572500"/>
                  <a:ext cx="300960" cy="55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896B8F6-3DA5-6459-40B6-AF267695696F}"/>
                    </a:ext>
                  </a:extLst>
                </p14:cNvPr>
                <p14:cNvContentPartPr/>
                <p14:nvPr/>
              </p14:nvContentPartPr>
              <p14:xfrm>
                <a:off x="9877795" y="1111340"/>
                <a:ext cx="766440" cy="6206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896B8F6-3DA5-6459-40B6-AF267695696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871675" y="1105220"/>
                  <a:ext cx="778680" cy="63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801D62D-54D8-F8EF-9304-44014E582878}"/>
                    </a:ext>
                  </a:extLst>
                </p14:cNvPr>
                <p14:cNvContentPartPr/>
                <p14:nvPr/>
              </p14:nvContentPartPr>
              <p14:xfrm>
                <a:off x="10586275" y="1374140"/>
                <a:ext cx="593640" cy="2196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801D62D-54D8-F8EF-9304-44014E58287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580155" y="1368020"/>
                  <a:ext cx="6058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BB0F1F5-5816-5777-6AF0-48900EBF1BF2}"/>
                    </a:ext>
                  </a:extLst>
                </p14:cNvPr>
                <p14:cNvContentPartPr/>
                <p14:nvPr/>
              </p14:nvContentPartPr>
              <p14:xfrm>
                <a:off x="11242195" y="1449380"/>
                <a:ext cx="30600" cy="198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BB0F1F5-5816-5777-6AF0-48900EBF1BF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236075" y="1443260"/>
                  <a:ext cx="428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B718AA24-AB22-43A6-22C8-068180B688BF}"/>
                    </a:ext>
                  </a:extLst>
                </p14:cNvPr>
                <p14:cNvContentPartPr/>
                <p14:nvPr/>
              </p14:nvContentPartPr>
              <p14:xfrm>
                <a:off x="11235355" y="1413740"/>
                <a:ext cx="215640" cy="3636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B718AA24-AB22-43A6-22C8-068180B688B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229235" y="1407620"/>
                  <a:ext cx="22788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DE8986D-B578-EB0A-A282-F84A9F3CA09F}"/>
                    </a:ext>
                  </a:extLst>
                </p14:cNvPr>
                <p14:cNvContentPartPr/>
                <p14:nvPr/>
              </p14:nvContentPartPr>
              <p14:xfrm>
                <a:off x="11518315" y="1634780"/>
                <a:ext cx="17280" cy="154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DE8986D-B578-EB0A-A282-F84A9F3CA09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512195" y="1628660"/>
                  <a:ext cx="295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7129F8F-AA88-FF56-70D5-B2C1F81C3744}"/>
                    </a:ext>
                  </a:extLst>
                </p14:cNvPr>
                <p14:cNvContentPartPr/>
                <p14:nvPr/>
              </p14:nvContentPartPr>
              <p14:xfrm>
                <a:off x="2630635" y="2535500"/>
                <a:ext cx="7036560" cy="502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7129F8F-AA88-FF56-70D5-B2C1F81C3744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624515" y="2529380"/>
                  <a:ext cx="7048800" cy="51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FA2F0C0-8225-3707-C3B5-9A97AFD692A4}"/>
                    </a:ext>
                  </a:extLst>
                </p14:cNvPr>
                <p14:cNvContentPartPr/>
                <p14:nvPr/>
              </p14:nvContentPartPr>
              <p14:xfrm>
                <a:off x="5201035" y="2293580"/>
                <a:ext cx="4393080" cy="3330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FA2F0C0-8225-3707-C3B5-9A97AFD692A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194915" y="2287460"/>
                  <a:ext cx="440532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64C7C3E-E051-2ED4-2733-C48B759B855B}"/>
                    </a:ext>
                  </a:extLst>
                </p14:cNvPr>
                <p14:cNvContentPartPr/>
                <p14:nvPr/>
              </p14:nvContentPartPr>
              <p14:xfrm>
                <a:off x="7296955" y="1958420"/>
                <a:ext cx="741960" cy="3574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64C7C3E-E051-2ED4-2733-C48B759B855B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290835" y="1952300"/>
                  <a:ext cx="75420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E9F525A1-55F0-FD8C-D606-15D154194FB9}"/>
                    </a:ext>
                  </a:extLst>
                </p14:cNvPr>
                <p14:cNvContentPartPr/>
                <p14:nvPr/>
              </p14:nvContentPartPr>
              <p14:xfrm>
                <a:off x="7201555" y="2118260"/>
                <a:ext cx="1214640" cy="19728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E9F525A1-55F0-FD8C-D606-15D154194FB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195435" y="2112140"/>
                  <a:ext cx="1226880" cy="209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2411EC7-6E68-6DAD-DB0E-24BE0C8C4FCB}"/>
              </a:ext>
            </a:extLst>
          </p:cNvPr>
          <p:cNvGrpSpPr/>
          <p:nvPr/>
        </p:nvGrpSpPr>
        <p:grpSpPr>
          <a:xfrm>
            <a:off x="1420675" y="3727460"/>
            <a:ext cx="3247920" cy="1267920"/>
            <a:chOff x="1420675" y="3727460"/>
            <a:chExt cx="3247920" cy="126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4888DA5-1F0F-1AD7-F477-E31CE0C6D684}"/>
                    </a:ext>
                  </a:extLst>
                </p14:cNvPr>
                <p14:cNvContentPartPr/>
                <p14:nvPr/>
              </p14:nvContentPartPr>
              <p14:xfrm>
                <a:off x="1809115" y="4093580"/>
                <a:ext cx="424440" cy="50868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4888DA5-1F0F-1AD7-F477-E31CE0C6D68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802995" y="4087460"/>
                  <a:ext cx="43668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80B3C51-81EB-076E-135B-CE2F0EA6D786}"/>
                    </a:ext>
                  </a:extLst>
                </p14:cNvPr>
                <p14:cNvContentPartPr/>
                <p14:nvPr/>
              </p14:nvContentPartPr>
              <p14:xfrm>
                <a:off x="2396635" y="4452140"/>
                <a:ext cx="178920" cy="1630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80B3C51-81EB-076E-135B-CE2F0EA6D78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390515" y="4446020"/>
                  <a:ext cx="19116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19F29DA-CB12-7458-572F-67C1934EFDF9}"/>
                    </a:ext>
                  </a:extLst>
                </p14:cNvPr>
                <p14:cNvContentPartPr/>
                <p14:nvPr/>
              </p14:nvContentPartPr>
              <p14:xfrm>
                <a:off x="2958595" y="4069820"/>
                <a:ext cx="308880" cy="538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19F29DA-CB12-7458-572F-67C1934EFDF9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952475" y="4063700"/>
                  <a:ext cx="321120" cy="55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09C86C0-31D4-885C-20B0-EACF45A139A5}"/>
                    </a:ext>
                  </a:extLst>
                </p14:cNvPr>
                <p14:cNvContentPartPr/>
                <p14:nvPr/>
              </p14:nvContentPartPr>
              <p14:xfrm>
                <a:off x="2967955" y="3772820"/>
                <a:ext cx="600840" cy="110592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09C86C0-31D4-885C-20B0-EACF45A139A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961835" y="3766700"/>
                  <a:ext cx="613080" cy="11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7D37F0D9-D017-E2A6-08CA-1F0AC5FCB771}"/>
                    </a:ext>
                  </a:extLst>
                </p14:cNvPr>
                <p14:cNvContentPartPr/>
                <p14:nvPr/>
              </p14:nvContentPartPr>
              <p14:xfrm>
                <a:off x="1420675" y="3727460"/>
                <a:ext cx="347760" cy="11678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7D37F0D9-D017-E2A6-08CA-1F0AC5FCB77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414555" y="3721340"/>
                  <a:ext cx="360000" cy="11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0D3A2DE-94FC-0411-3A73-0FC6794EA3D0}"/>
                    </a:ext>
                  </a:extLst>
                </p14:cNvPr>
                <p14:cNvContentPartPr/>
                <p14:nvPr/>
              </p14:nvContentPartPr>
              <p14:xfrm>
                <a:off x="2015755" y="4676780"/>
                <a:ext cx="1273320" cy="1465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0D3A2DE-94FC-0411-3A73-0FC6794EA3D0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009635" y="4670660"/>
                  <a:ext cx="1285560" cy="15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B2D351DE-6000-5C56-8426-97499151260B}"/>
                    </a:ext>
                  </a:extLst>
                </p14:cNvPr>
                <p14:cNvContentPartPr/>
                <p14:nvPr/>
              </p14:nvContentPartPr>
              <p14:xfrm>
                <a:off x="1721275" y="4737260"/>
                <a:ext cx="1438920" cy="2581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B2D351DE-6000-5C56-8426-97499151260B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715155" y="4731140"/>
                  <a:ext cx="145116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144F758-D18B-B726-DB79-973CCF2CF095}"/>
                    </a:ext>
                  </a:extLst>
                </p14:cNvPr>
                <p14:cNvContentPartPr/>
                <p14:nvPr/>
              </p14:nvContentPartPr>
              <p14:xfrm>
                <a:off x="2266315" y="4654100"/>
                <a:ext cx="1068840" cy="251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144F758-D18B-B726-DB79-973CCF2CF09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260195" y="4647980"/>
                  <a:ext cx="108108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8368BE2-14A9-F3B7-948F-8AC0F1E65C0D}"/>
                    </a:ext>
                  </a:extLst>
                </p14:cNvPr>
                <p14:cNvContentPartPr/>
                <p14:nvPr/>
              </p14:nvContentPartPr>
              <p14:xfrm>
                <a:off x="3548635" y="4188620"/>
                <a:ext cx="1096920" cy="1904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8368BE2-14A9-F3B7-948F-8AC0F1E65C0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542515" y="4182500"/>
                  <a:ext cx="11091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6052AD5-0EC4-1966-CB6D-FD8E8041EE09}"/>
                    </a:ext>
                  </a:extLst>
                </p14:cNvPr>
                <p14:cNvContentPartPr/>
                <p14:nvPr/>
              </p14:nvContentPartPr>
              <p14:xfrm>
                <a:off x="4222195" y="3901700"/>
                <a:ext cx="446400" cy="6757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6052AD5-0EC4-1966-CB6D-FD8E8041EE09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216075" y="3895580"/>
                  <a:ext cx="458640" cy="68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4E2E29D6-8578-9962-FDD7-BEA8FE1EC7D2}"/>
                  </a:ext>
                </a:extLst>
              </p14:cNvPr>
              <p14:cNvContentPartPr/>
              <p14:nvPr/>
            </p14:nvContentPartPr>
            <p14:xfrm>
              <a:off x="6813835" y="3691460"/>
              <a:ext cx="425880" cy="31608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4E2E29D6-8578-9962-FDD7-BEA8FE1EC7D2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6807715" y="3685340"/>
                <a:ext cx="43812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463B67EB-9D46-C956-9012-226FA5700E66}"/>
                  </a:ext>
                </a:extLst>
              </p14:cNvPr>
              <p14:cNvContentPartPr/>
              <p14:nvPr/>
            </p14:nvContentPartPr>
            <p14:xfrm>
              <a:off x="7574155" y="3719540"/>
              <a:ext cx="187200" cy="5472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463B67EB-9D46-C956-9012-226FA5700E66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7568035" y="3713420"/>
                <a:ext cx="19944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50E5E30F-8BC0-DE61-A51D-A3D7A05147D8}"/>
                  </a:ext>
                </a:extLst>
              </p14:cNvPr>
              <p14:cNvContentPartPr/>
              <p14:nvPr/>
            </p14:nvContentPartPr>
            <p14:xfrm>
              <a:off x="7534555" y="3916100"/>
              <a:ext cx="338040" cy="9684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50E5E30F-8BC0-DE61-A51D-A3D7A05147D8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7528435" y="3909980"/>
                <a:ext cx="350280" cy="109080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oup 71">
            <a:extLst>
              <a:ext uri="{FF2B5EF4-FFF2-40B4-BE49-F238E27FC236}">
                <a16:creationId xmlns:a16="http://schemas.microsoft.com/office/drawing/2014/main" id="{E136625E-0CD2-07C2-74B3-EDABB010D035}"/>
              </a:ext>
            </a:extLst>
          </p:cNvPr>
          <p:cNvGrpSpPr/>
          <p:nvPr/>
        </p:nvGrpSpPr>
        <p:grpSpPr>
          <a:xfrm>
            <a:off x="8381995" y="3445220"/>
            <a:ext cx="3487320" cy="752400"/>
            <a:chOff x="8381995" y="3445220"/>
            <a:chExt cx="3487320" cy="7524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2FCEEBC-F6BD-6260-610F-6FDC4EF78CAB}"/>
                    </a:ext>
                  </a:extLst>
                </p14:cNvPr>
                <p14:cNvContentPartPr/>
                <p14:nvPr/>
              </p14:nvContentPartPr>
              <p14:xfrm>
                <a:off x="8381995" y="3688220"/>
                <a:ext cx="87120" cy="22392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2FCEEBC-F6BD-6260-610F-6FDC4EF78CA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375875" y="3682100"/>
                  <a:ext cx="9936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97FF718F-297A-C472-4A4F-EE5BCD761C57}"/>
                    </a:ext>
                  </a:extLst>
                </p14:cNvPr>
                <p14:cNvContentPartPr/>
                <p14:nvPr/>
              </p14:nvContentPartPr>
              <p14:xfrm>
                <a:off x="8548675" y="3445220"/>
                <a:ext cx="21960" cy="3384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97FF718F-297A-C472-4A4F-EE5BCD761C5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542555" y="3439100"/>
                  <a:ext cx="3420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28A9A5B-D4A5-E858-2F90-69FCF190D5B3}"/>
                    </a:ext>
                  </a:extLst>
                </p14:cNvPr>
                <p14:cNvContentPartPr/>
                <p14:nvPr/>
              </p14:nvContentPartPr>
              <p14:xfrm>
                <a:off x="8578555" y="3561500"/>
                <a:ext cx="606600" cy="5295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28A9A5B-D4A5-E858-2F90-69FCF190D5B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572435" y="3555380"/>
                  <a:ext cx="618840" cy="5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0AD534A-9996-BC57-8F37-CBA0C1BBCE55}"/>
                    </a:ext>
                  </a:extLst>
                </p14:cNvPr>
                <p14:cNvContentPartPr/>
                <p14:nvPr/>
              </p14:nvContentPartPr>
              <p14:xfrm>
                <a:off x="9088315" y="3704060"/>
                <a:ext cx="709200" cy="19188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0AD534A-9996-BC57-8F37-CBA0C1BBCE55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082195" y="3697940"/>
                  <a:ext cx="7214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7282320D-CB2B-8786-33D8-6278A9E5271C}"/>
                    </a:ext>
                  </a:extLst>
                </p14:cNvPr>
                <p14:cNvContentPartPr/>
                <p14:nvPr/>
              </p14:nvContentPartPr>
              <p14:xfrm>
                <a:off x="9761515" y="3702260"/>
                <a:ext cx="241560" cy="6228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7282320D-CB2B-8786-33D8-6278A9E5271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755395" y="3696140"/>
                  <a:ext cx="253800" cy="7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EC87E8E-9CF9-1863-E0A0-33F6377D5B51}"/>
                    </a:ext>
                  </a:extLst>
                </p14:cNvPr>
                <p14:cNvContentPartPr/>
                <p14:nvPr/>
              </p14:nvContentPartPr>
              <p14:xfrm>
                <a:off x="10059235" y="3511460"/>
                <a:ext cx="244800" cy="56664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EC87E8E-9CF9-1863-E0A0-33F6377D5B5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0053115" y="3505340"/>
                  <a:ext cx="257040" cy="57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A65B7FA-F5C6-9914-D67F-9FCFDF14EBB1}"/>
                    </a:ext>
                  </a:extLst>
                </p14:cNvPr>
                <p14:cNvContentPartPr/>
                <p14:nvPr/>
              </p14:nvContentPartPr>
              <p14:xfrm>
                <a:off x="10320955" y="3790100"/>
                <a:ext cx="68040" cy="1857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A65B7FA-F5C6-9914-D67F-9FCFDF14EBB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0314835" y="3783980"/>
                  <a:ext cx="8028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C4C0CBE-7542-CCEA-F05E-2B5BEF7B1BE2}"/>
                    </a:ext>
                  </a:extLst>
                </p14:cNvPr>
                <p14:cNvContentPartPr/>
                <p14:nvPr/>
              </p14:nvContentPartPr>
              <p14:xfrm>
                <a:off x="10541635" y="3629540"/>
                <a:ext cx="10080" cy="860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C4C0CBE-7542-CCEA-F05E-2B5BEF7B1BE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535515" y="3623420"/>
                  <a:ext cx="2232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6FF20C61-7CCD-DD5B-39CA-D89B735F962F}"/>
                    </a:ext>
                  </a:extLst>
                </p14:cNvPr>
                <p14:cNvContentPartPr/>
                <p14:nvPr/>
              </p14:nvContentPartPr>
              <p14:xfrm>
                <a:off x="10558555" y="3846620"/>
                <a:ext cx="239040" cy="1033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6FF20C61-7CCD-DD5B-39CA-D89B735F962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552435" y="3840500"/>
                  <a:ext cx="25128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C579733-E374-F93A-0DCD-55E04A6CC895}"/>
                    </a:ext>
                  </a:extLst>
                </p14:cNvPr>
                <p14:cNvContentPartPr/>
                <p14:nvPr/>
              </p14:nvContentPartPr>
              <p14:xfrm>
                <a:off x="10792555" y="3880100"/>
                <a:ext cx="165600" cy="133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C579733-E374-F93A-0DCD-55E04A6CC89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786435" y="3873980"/>
                  <a:ext cx="177840" cy="2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8EE1642-F8CE-B302-4E1C-BBD9C098F18E}"/>
                    </a:ext>
                  </a:extLst>
                </p14:cNvPr>
                <p14:cNvContentPartPr/>
                <p14:nvPr/>
              </p14:nvContentPartPr>
              <p14:xfrm>
                <a:off x="10975795" y="3598220"/>
                <a:ext cx="211320" cy="5245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8EE1642-F8CE-B302-4E1C-BBD9C098F18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969675" y="3592100"/>
                  <a:ext cx="223560" cy="53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A56F714-31DC-C725-50C5-B9E52C2B31CF}"/>
                    </a:ext>
                  </a:extLst>
                </p14:cNvPr>
                <p14:cNvContentPartPr/>
                <p14:nvPr/>
              </p14:nvContentPartPr>
              <p14:xfrm>
                <a:off x="11199355" y="3835100"/>
                <a:ext cx="95040" cy="11484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A56F714-31DC-C725-50C5-B9E52C2B31C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193235" y="3828980"/>
                  <a:ext cx="10728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450D1987-02EA-DB8F-058A-E6D8B337CFDB}"/>
                    </a:ext>
                  </a:extLst>
                </p14:cNvPr>
                <p14:cNvContentPartPr/>
                <p14:nvPr/>
              </p14:nvContentPartPr>
              <p14:xfrm>
                <a:off x="11341195" y="3683900"/>
                <a:ext cx="222120" cy="3877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450D1987-02EA-DB8F-058A-E6D8B337CFD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335075" y="3677780"/>
                  <a:ext cx="234360" cy="39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7FBD8F9-9D95-6C5F-2E41-4D255F4C502C}"/>
                    </a:ext>
                  </a:extLst>
                </p14:cNvPr>
                <p14:cNvContentPartPr/>
                <p14:nvPr/>
              </p14:nvContentPartPr>
              <p14:xfrm>
                <a:off x="11597875" y="3457100"/>
                <a:ext cx="271440" cy="7405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7FBD8F9-9D95-6C5F-2E41-4D255F4C502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1591755" y="3450980"/>
                  <a:ext cx="283680" cy="752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24495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0245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842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testBI Power</dc:creator>
  <cp:lastModifiedBy>testBI Power</cp:lastModifiedBy>
  <cp:revision>1</cp:revision>
  <dcterms:created xsi:type="dcterms:W3CDTF">2026-03-11T16:51:23Z</dcterms:created>
  <dcterms:modified xsi:type="dcterms:W3CDTF">2026-03-12T06:54:13Z</dcterms:modified>
</cp:coreProperties>
</file>