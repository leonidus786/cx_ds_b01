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9" r:id="rId2"/>
    <p:sldId id="256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946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2:51.59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113 26 8153,'45'0'2374,"-36"0"1827,-10-3-2319,-4-18 2200,4 21-3975,1 0 0,0 0 0,0 0 0,0 0 0,0 0 0,0-1 0,0 1 0,0 0 1,0 0-1,0 0 0,0 0 0,0 0 0,0 0 0,0 0 0,0 0 0,0 0 0,0 0 0,0 0 0,0-1 0,-1 1 0,1 0 1,0 0-1,0 0 0,0 0 0,0 0 0,0 0 0,0 0 0,0 0 0,0 0 0,0 0 0,-1 0 0,1 0 0,0 0 0,0 0 1,0 0-1,0 0 0,0 0 0,0 0 0,0 0 0,0 0 0,-1 0 0,1 0 0,0 0 0,0 0 0,0 0 0,0 0 1,0 0-1,0 1 0,0-1 0,0 0 0,0 0 0,0 0 0,-1 0 0,1 0 0,0 0 0,0 0 0,0 0 0,0 0 0,0 0 1,0 1-1,0-1 0,0 0 0,0 0 0,0 0 0,0 0 0,0 0 0,0 0 0,0 0 0,-5 20 6596,2-1-7255,2-13-912,-5 72 1464,5-55 0,-1-1 0,-7 36 0,-34 91 15,25-94-281,2 0 0,-12 86 0,5 4-10332,22-102 3534,7-1-4274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2:51.8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104 154 14245,'-57'-75'3061,"41"48"-365,6 3-368,-1 12-224,1-4 3253,27 44-6701,3 17-445,-16-27-1247,6 33-40,0 43-3017,-4-10-5376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2:57.9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1127 70 8833,'-7'-8'911,"1"-1"0,0 0 1,0 0-1,-4-11 0,8 18 340,0 0-137,-1 1-965,1-1-1,0 1 1,-1 0 0,1 0-1,-1 0 1,0 0 0,1 1-1,-1-1 1,1 1 0,-1-1-1,0 1 1,1 0 0,-1 0 0,-4 1-1,-1 0 59,0 0-1,0 1 0,1 0 1,-14 6-1,-6 5 333,-44 28 1,68-39-480,-62 40 590,-65 56-1,103-75-521,1 1-1,2 0 1,1 2-1,-39 55 1,57-72-107,0 0 0,0 0 0,0 1 0,1-1 0,0 1 0,1 0 0,1 1 0,-4 16 0,6-20-11,0 0 1,0 0 0,0-1-1,0 1 1,1 0-1,1-1 1,-1 1 0,1-1-1,0 1 1,0-1 0,1 1-1,0-1 1,7 11-1,-8-14-5,1 1 0,1-1-1,-1 1 1,0-1-1,1 0 1,-1-1-1,1 1 1,0-1 0,0 1-1,0-1 1,0 0-1,1 0 1,6 1-1,6 2 2,0-2 0,19 3-1,-28-5-3,9 1-3,0-1-1,-1-1 1,1-1 0,0 0 0,-1-1-1,1-1 1,-1 0 0,0-1-1,0-1 1,0-1 0,0 0 0,-1-1-1,0 0 1,-1-1 0,0-1-1,25-20 1,-23 15 70,0 0 0,-1-2-1,0 0 1,-1 0 0,-1-1 0,-1-1 0,-1 0-1,0-1 1,-1 0 0,-1-1 0,-1 0-1,9-34 1,-12 34 473,-1 0 0,-2 0 0,0 0 0,-1 0 0,0 0 0,-4-22 0,3 39 743,-15 18-381,12-10-816,-1 0 0,1 0 0,1 1 0,-1-1 0,1 1 0,0 0 0,0-1 0,1 1 0,0 0 0,-1 8 0,-1 68 518,2-36-281,-44 458 1189,0-15-1527,40-382 13,-24 279 0,27-375 0,0 0 0,0-1 0,-1 1 0,0-1 0,0 0 0,-1 0 0,-1 0 0,0 0 0,0-1 0,-1 0 0,0 0 0,-1 0 0,-12 12 0,16-18 0,1-1 0,-1-1 0,0 1 0,0 0 0,0-1 0,0 1 0,0-1 0,0 0 0,0 0 0,-1 0 0,1 0 0,0-1 0,-1 0 0,1 1 0,-5-1 0,-49-6 0,44 4 0,-18-5 0,0 0 0,-37-15 0,8 3 0,-198-64 4,143 44-207,98 34 29,-117-44-4075,129 47 3518,1 0 0,-1 0 0,1 0 0,0-1-1,0 0 1,0 0 0,-4-5 0,-3-4-4452,8 9 2661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2:58.8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2 492 8869,'-1'-3'242,"1"1"0,0 0 0,0-1 0,0 1 0,0-1 0,1 1 0,-1 0 0,0-1 0,1 1 0,0 0 0,-1-1 0,1 1 0,0 0 0,0 0 0,1 0 0,-1 0 0,4-4 5077,-4 3-3977,0-2-2121,4-15 6192,0 19-1508,3 11-2887,-5-3-975,0-1 1,-1 1-1,0 0 0,0-1 0,-1 1 0,0 0 0,1 14 0,-3 56 100,0-35-75,0-12-38,3 1 1,0-1-1,2 1 0,10 38 1,-13-65-30,0 0 0,1-1 1,-1 1-1,1 0 0,0 0 1,0-1-1,0 1 0,0-1 1,1 0-1,-1 0 0,1 0 1,0 0-1,0 0 0,0 0 1,0-1-1,1 0 0,-1 1 1,1-1-1,-1 0 0,1-1 1,0 1-1,0-1 0,-1 0 1,1 1-1,0-2 0,0 1 1,0 0-1,0-1 0,1 0 1,-1 0-1,0 0 0,0 0 1,0-1-1,0 1 0,0-1 1,0 0-1,4-2 0,11-5 5,-1 0 0,0-1 0,-1-1 0,0-1 0,30-24 0,74-77 15,-107 98-20,15-17 35,-13 14-56,1 0 0,0 1-1,1 0 1,32-21 0,-46 35 18,0-1 0,0 1 0,0 0 0,0 0 0,1 0 0,-1 1 0,1 0-1,-1 0 1,1 0 0,-1 0 0,1 1 0,0-1 0,-1 1 0,1 0 0,0 1 0,-1-1 0,1 1 0,-1 0 0,1 0 0,-1 0 0,1 1 0,-1 0 0,0-1 0,0 2 0,0-1 0,0 0 0,0 1 0,0 0 0,5 4 0,0 3-10,0 1 0,-1 0 0,0 0 0,0 0 0,-1 1 0,7 18 0,-13-29 12,-1 0 0,1 1 0,-1-1-1,1 0 1,-1 0 0,1 0-1,0 0 1,0 0 0,-1 0 0,1 0-1,0 0 1,0 0 0,0 0-1,0-1 1,0 1 0,0 0 0,0 0-1,1-1 1,-1 1 0,0-1-1,0 1 1,0-1 0,1 0 0,-1 1-1,0-1 1,1 0 0,-1 0-1,0 0 1,0 0 0,1 0-1,-1 0 1,0 0 0,3-1 0,3-1-3,0-1 0,0 0 0,0-1 1,0 1-1,6-6 0,18-8-4,-22 13-2,-3 0 7,1 1 1,1 0-1,-1 0 1,0 0-1,1 1 0,-1 0 1,1 1-1,0-1 0,0 1 1,-1 1-1,1 0 0,0 0 1,0 0-1,0 1 0,7 2 1,22 10-20,-1 2 0,48 27 0,-45-21-108,62 23 1,-86-39 84,1 0 0,-1-2 0,1 1 0,0-2 0,0 0 0,0-1 0,31-2 0,-22-2 11,-1 0 1,1-2-1,-1 0 0,40-16 0,-50 15 29,-2 0-1,1 0 0,-1-1 1,0-1-1,0 0 0,-1 0 1,0-2-1,0 1 0,-1-1 1,9-12-1,18-28-1,59-110 0,12-65 49,-38 52 654,-69 170-62,0 9-24,1 10-366,0 1 1,-2-1-1,1 0 0,-2 1 0,0-1 1,-4 19-1,-28 105-10,19-83-246,-3 8 11,-26 115 0,-9 90 0,-32 206 0,81-460-66,-4 28-6,-2 62-1,8-94-491,2 0 0,-1-1-1,1 1 1,1 0 0,0-1 0,1 1-1,0-1 1,1 0 0,0 0-1,8 15 1,-11-24 145,0-1 0,1 1 1,-1 0-1,1-1 0,-1 1 0,1-1 0,0 1 0,-1-1 1,1 0-1,0 0 0,0 0 0,0 0 0,0 0 0,0 0 0,0 0 1,0 0-1,0-1 0,0 1 0,1-1 0,-1 0 0,0 0 1,0 0-1,0 0 0,0 0 0,4-1 0,-4 1 170,48-4-11977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2:59.3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 70 11169,'-10'-1'142,"8"1"69,-1 0 1,0 0-1,1-1 1,-1 1 0,1-1-1,-1 1 1,1-1-1,-1 0 1,1 0-1,0 0 1,-5-3-1,7 3-55,0-1 0,0 1 0,1 0-1,-1-1 1,0 1 0,0-1 0,1 1-1,-1-1 1,1 1 0,-1 0-1,1-1 1,0 1 0,-1 0 0,1-1-1,0 1 1,0 0 0,0 0 0,0 0-1,0 0 1,0 0 0,2-1 0,-1 0 43,0 0 1,0 0-1,0 1 1,1-1 0,-1 1-1,0-1 1,1 1-1,-1 0 1,1 0 0,-1 0-1,1 0 1,0 1-1,-1-1 1,6 0 0,47 0 945,-37 1-793,20 1 12,-1 1-1,0 3 1,0 0-1,41 13 0,-58-12-269,0 0 0,-1 1 0,0 1 0,0 1 0,0 1 0,-1 0 0,-1 1 0,0 1 0,19 18 0,-33-27-81,1 0 0,-1 1 0,0-1 0,0 1 0,0 0 0,-1 0 0,0 0 0,1 0 0,-1 1 0,-1-1 0,1 1 0,0-1 0,-1 1 0,0-1 0,0 1 0,-1 0 0,1 0 1,-1-1-1,0 1 0,0 0 0,-1 0 0,1-1 0,-1 1 0,0 0 0,-1-1 0,1 1 0,-1-1 0,1 1 0,-1-1 0,-3 5 0,-7 10-2,-1 0 0,-1-1 0,-1 0 0,-32 31 0,29-31-13,-244 232-2298,236-222 429,26-28 1840,0 1 1,-1-1 0,1 0 0,0 0 0,0 1 0,0-1-1,0 0 1,0 1 0,-1-1 0,1 0 0,0 1 0,0-1 0,0 0-1,0 1 1,0-1 0,0 0 0,0 1 0,0-1 0,0 0-1,0 1 1,0-1 0,0 0 0,0 1 0,0-1 0,1 0 0,-1 1-1,0-1 1,0 0 0,1 1 0,16 1-651,3-5 414,-1-1 0,0-1 0,0-1 0,-1-1 0,1 0 0,-2-2 0,28-15 0,-1-5-67,67-54 0,153-159 810,-17-13 3537,-198 212-2729,-45 41-836,0 3 56,3 2-351,0 0-1,0 1 0,0-1 0,-1 1 0,1 0 0,-1 1 0,0-1 0,0 1 0,-1 1 0,0-1 0,0 1 1,0 0-1,0 0 0,-1 0 0,0 1 0,5 10 0,2 3 189,0 0-1,1-2 1,1 1 0,0-1 0,2-1-1,0-1 1,1 0 0,35 27-1,-49-42-144,-3-5-37,-2-6-84,3 5-56,-2 1 0,1-1 0,0 1-1,-1-1 1,0 1 0,0 0-1,0-1 1,-1 1 0,1 0 0,-1 1-1,-5-7 1,-20-17 55,-57-42 0,53 43-165,-1 0-1174,-45-29-1,71 51 2558,28 38-26578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2:59.7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1 274 10809,'5'-3'491,"-3"1"-315,-1 1 0,0 0 0,1 0 0,-1 1 0,1-1 0,-1 0 0,1 0 0,-1 1-1,1-1 1,-1 1 0,1-1 0,0 1 0,-1-1 0,1 1 0,0 0 0,-1 0-1,1 0 1,0 0 0,-1 0 0,6 2 3149,2 16-1490,-3-9-1529,24 42 789,32 65 489,-54-98-1402,-1 0-1,0 1 0,-1 0 1,5 33-1,-7-11-49,-2 0-1,-1 1 0,-2-1 1,-3 0-1,0 0 0,-16 58 1,18-90-97,-1-1 0,0 0 0,-1 0 0,-4 7 0,0 3 46,6-14 177,4-9-69,-1 3-174,23-48-4,2 1-1,2 1 0,50-65 0,-2 23-2182,165-151 1,182-65-2028,-283 213 5362,-137 93-994,-1 0 0,1-1 0,-1 1 0,1 0 0,-1 0 0,1 0 0,-1 1 0,1-1 0,-1 1 0,1-1 0,-1 1 0,0 0 0,1 0 0,-1 0-1,0 0 1,0 0 0,4 3 0,-6-3-66,0 1 1,0 0-1,1-1 0,-1 1 0,0 0 1,-1-1-1,1 1 0,0-1 0,0 1 0,-1 0 1,1-1-1,-1 1 0,1-1 0,-2 3 0,-13 28 840,9-21-531,-181 349 5793,44-90-5787,134-251-800,0-3 71,1 1-1,-7 23 1,-3 36-4694,-11 124-16427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2:59.8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3 172 13169,'-3'-39'2236,"20"6"-191,-7 24-457,13-10-400,28-5-228,9 9-240,14 3-332,16 6-300,21 0-660,29 0-764,18 6-904,26-3-3201,17 6-4368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00.4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106 1143 10533,'-45'-25'3557,"39"21"-2337,-1-1 0,1 0 0,0-1 0,0 1 0,0-1 0,1 0 0,-9-14 0,13 18-1062,0 0 0,1 0 0,-1 0 0,1 0 0,-1 0 0,1 0 0,0 0 0,0 0 0,0-1 0,0 1 0,0 0 0,0 0 1,1 0-1,-1 0 0,1 0 0,-1 0 0,1 0 0,0-1 0,0 2 0,0-1 0,0 0 0,0 0 0,0 0 0,3-3 0,3-3 108,0 0-1,1 0 0,11-9 1,25-17 390,0 3 0,60-31 0,29-20 160,-101 60-614,-10 7-50,0 0 0,-2-2 0,0-1 1,31-35-1,88-103-17,-88 92-123,60-97-1,-10 13-12,-49 79 1,-51 67 0,0 1 0,0 0 0,1-1 0,-1 1 0,0 0 0,1-1 0,-1 1 0,1 0 0,0 0 0,-1 0 0,1 1 0,0-1 0,-1 0 0,1 1 0,0-1 0,0 1 0,-1-1 0,1 1 0,0 0 0,0-1 0,0 1 0,0 0 0,0 1 0,-1-1 0,1 0 0,0 0 0,0 1 0,0-1 0,0 1 0,-1 0 0,3 0 0,1 2 0,-1-1 0,0 0 0,0 1 0,0 0 0,0 0 0,0 0 0,-1 1 0,1-1 0,-1 1 0,5 7 0,1 5 0,-1 1 0,0 0 0,-1 1 0,-1 0 0,-1 0 0,-1 0 0,4 32 0,-3-2 0,-3 87 0,-4-93 0,-2 0 0,-2 0 0,-1 0 0,-3-1 0,-1 0 0,-2-1 0,-1-1 0,-3 0 0,-1 0 0,-1-2 0,-3-1 0,-1 0 0,-1-2 0,-2 0 0,-1-2 0,-32 29 0,17-22-29,-1-2 1,-2-1-1,-2-3 1,-58 32-1,61-47-1919,32-15-22,26-11-580,91-37-8357,-34 16-1358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01.0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619 362 11861,'-1'1'167,"0"1"1,0-1-1,0 0 0,0 1 1,0-1-1,0 0 0,0 1 1,0-1-1,0 0 0,-1 0 0,1 0 1,0 0-1,-1 0 0,1-1 1,-1 1-1,1 0 0,-1-1 1,1 1-1,-1-1 0,0 1 0,1-1 1,-1 0-1,0 1 0,1-1 1,-1 0-1,0 0 0,1 0 1,-1 0-1,-2-1 0,-3 1 367,4 0 806,4 4-1130,0 0 0,0 1 0,1-1 0,0 0 0,-1 0 0,2 0 0,-1 0 0,0 0 1,1-1-1,-1 1 0,6 4 0,-8-8-182,9 11 160,1-1 1,0 0-1,1-1 0,-1-1 1,2 1-1,17 8 1,86 38 360,-78-39-518,171 67-99,-158-66-4,0-3-1,1-1 1,0-3-1,58 5 1,-104-15 67,1 1 1,-1-1-1,0 0 1,1 0-1,-1-1 0,1 0 1,-1 0-1,0 0 0,0 0 1,0-1-1,0 0 0,0 0 1,0-1-1,0 1 0,0-1 1,-1 0-1,1 0 1,-1 0-1,0-1 0,0 0 1,0 0-1,-1 0 0,1 0 1,2-5-1,-2 0 40,1-1 0,-1 0-1,-1 0 1,0 0 0,0 0-1,-1-1 1,-1 1 0,0-1 0,0 0-1,-1 1 1,-1-12 0,-1 1 508,0-1 0,-12-40 0,-1-4 1631,6 23-839,9 43-1318,0 0 0,0 0-1,0 0 1,0 0-1,0-1 1,0 1 0,0 0-1,0 0 1,0 0 0,0 0-1,0 0 1,0-1 0,0 1-1,0 0 1,0 0-1,0 0 1,0 0 0,0 0-1,0-1 1,0 1 0,0 0-1,0 0 1,0 0-1,0 0 1,-1 0 0,1-1-1,0 1 1,0 0 0,0 0-1,0 0 1,0 0-1,0 0 1,0 0 0,-1 0-1,1 0 1,0-1 0,0 1-1,0 0 1,0 0 0,0 0-1,0 0 1,-1 0-1,1 0 1,0 0 0,0 0-1,0 0 1,0 0 0,-1 0-1,1 0 1,0 0-1,0 0 1,0 0 0,0 0-1,0 0 1,-1 0 0,1 0-1,0 0 1,-3 25 506,-10 236 1118,-68 381 0,55-514-1684,-5-1 1,-7-2-1,-4-2 0,-116 233 0,101-253-182,-4-2 0,-5-2 0,-4-4 0,-4-3 0,-156 151 1,197-213 18,-2-2 0,-74 45 0,92-63 158,-1-1-1,1 0 0,-2-2 1,1 0-1,-1-1 0,0-1 1,0-1-1,-1 0 0,-21 0 0,35-4 38,1 0 0,0 0-1,0 0 1,-1-1-1,1 0 1,0 0 0,0 0-1,0-1 1,0 1-1,0-1 1,1-1 0,-1 1-1,0 0 1,1-1-1,0 0 1,-1 0 0,-3-4-1,5 3 6,0 0-1,0 0 0,1 0 1,-1 0-1,1 0 0,0-1 1,0 1-1,0-1 0,1 1 1,-1-1-1,1 0 0,0 1 0,1-1 1,-1 0-1,1 0 0,0 0 1,0 1-1,0-1 0,2-5 1,2-13-7,0 0 0,2 1 0,1-1 0,13-29 0,49-86-27,-1 24-6,4 3 0,4 4 0,174-185 0,321-252-110,-454 438 119,39-34-40,255-241 1,-290 259 34,130-171-1,-148 146 24,-91 128 19,-2 0-1,0-1 1,-2-1 0,0 1 0,10-42 0,-17 56-1,0 0 0,-1 0 0,1-1 0,-1 1 1,0 0-1,-1 0 0,0 0 0,0 0 0,0 0 0,-1 0 1,-2-7-1,3 11 4,1 0-1,-1 0 1,0 0 0,-1 0 0,1 1 0,0-1 0,-1 0 0,1 1 0,-1-1 0,1 0 0,-1 1 0,0 0-1,1-1 1,-1 1 0,0 0 0,0 0 0,0 0 0,0 0 0,0 1 0,0-1 0,0 0 0,0 1-1,-1-1 1,1 1 0,0 0 0,0 0 0,0 0 0,-1 0 0,1 0 0,0 0 0,0 1 0,0-1-1,-3 1 1,1 1 5,0-1-1,0 1 0,0 0 0,1 0 1,-1 0-1,0 0 0,1 1 0,0 0 1,0-1-1,-1 1 0,2 0 1,-1 1-1,0-1 0,1 0 0,-1 1 1,1-1-1,0 1 0,-2 5 0,0 0 14,0 1 0,0 0-1,1 1 1,1-1-1,-1 0 1,0 14-1,2-3 17,1 1 0,1-1 0,1 1 0,0-1 0,7 24 0,35 104 112,-11-47-63,-7-10 15,-3 1-1,16 152 1,-36-212-86,-2 0 0,-1 0 0,-2-1 0,-1 1 0,-1 0 1,-2-1-1,-2 0 0,-1-1 0,-1 1 0,-1-2 0,-22 42 0,13-40-20,0 0-1,-2-2 1,-2-1-1,0 0 1,-54 46-1,35-39-655,-1-2 0,-2-2 0,-64 33 0,31-29-1634,27-19-2595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01.2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54 34 12273,'-23'-3'2544,"29"-12"1845,-26 9-2649,4-3 1148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01.8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237 261 11529,'-127'-23'2740,"65"8"1317,14 11 202,51-1-1654,7-2-2103,-1 3-264,0 1-1,1 0 1,-1 0-1,1 1 1,0 0-1,-1 1 1,15 0-1,-6-1-4,771-26 2813,-420 22-2474,-262 3-542,425-17 296,-6-32-1710,-521 51 1313,39-5-1376,0-2 0,67-21-1,-108 28 821,0-1 0,0 1-1,0-1 1,0 1 0,0-1-1,0 0 1,-1-1 0,1 1 0,0 0-1,2-4 1,3-2-4724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02.6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1703 9297,'0'0'2167,"0"-3"-316,1-5-1318,-1 1 1,1-1 0,1 1-1,-1-1 1,2 1 0,-1 0 0,1-1-1,0 1 1,7-13 0,6-4 224,25-31 0,0 0-87,-28 36-515,62-93 544,66-134 0,97-316-285,-124 277-44,-89 224-189,27-102 0,-51 161-168,0 0 0,-1 0 1,1-1-1,-1 1 0,0 0 1,1 0-1,-1-1 0,0 1 1,0 0-1,-1 0 0,1-3 1,-1 4-9,1 1 0,0 0 0,-1 0 0,1 0 1,0 0-1,-1 0 0,1 0 0,-1-1 0,1 1 1,0 0-1,-1 0 0,1 0 0,0 0 0,-1 0 1,1 0-1,0 0 0,-1 1 0,1-1 0,0 0 1,-1 0-1,1 0 0,0 0 0,-1 0 1,1 1-1,0-1 0,-1 0 0,1 0 0,0 0 1,-1 1-1,1-1 0,0 0 0,0 0 0,-1 1 1,1-1-1,0 0 0,0 1 0,0-1 0,-1 1 1,-7 8 150,1 1 0,-14 20 0,-34 73 741,-53 138 0,102-226-846,-125 345 708,109-280-592,3 1 0,-14 132 0,30-177-165,2 0-1,1 1 1,2-1 0,1 0 0,2 0 0,2 0-1,1-1 1,23 61 0,-22-74-122,1 0-1,1-1 1,1-1-1,0 0 1,2-1-1,0 0 1,2-1-1,0 0 1,0-2-1,2 0 1,0 0-1,1-2 1,0 0-1,30 15 1,-26-18 49,0-1 1,1-1-1,0-1 1,0 0-1,1-2 0,0-1 1,0-2-1,0 0 0,0-1 1,1-2-1,-1 0 1,1-2-1,-1 0 0,0-2 1,0-1-1,-1-1 1,1-1-1,-1-2 0,-1 0 1,1-1-1,-2-1 0,1-1 1,25-20-1,-16 8 259,-1-1-1,-1-2 1,-1 0-1,-2-3 1,26-35-1,-44 54 231,-1-2-1,0 1 1,10-22-1,-47 57 553,24-15-966,1-1 1,0 1-1,1 0 0,-1 0 1,2 0-1,-1 0 0,1 1 0,0-1 1,1 1-1,0-1 0,1 1 1,-1 0-1,3 15 0,-1-10-461,1 0-1,0 0 1,1 0-1,1 0 0,0 0 1,1-1-1,11 21 1,-10-23-637,1-1 0,0 0 0,16 18 1,14 4-5972,-7-10-2819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03.1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110 56 9961,'19'-55'5908,"-18"55"-5850,-1 0 1,1 0-1,0 0 1,0 0-1,-1 0 0,1 0 1,0 0-1,-1 0 1,1 0-1,0 0 1,-1 0-1,1 1 1,0-1-1,-1 0 0,1 0 1,0 1-1,-1-1 1,1 0-1,0 1 1,-1-1-1,1 1 1,2 0 91,18 11-471,0 1-1,-1 1 1,-1 1-1,23 21 1,-3-2-884,20 12-912,1-3-1,121 66 0,-168-104 2448,-1 0 0,1-1 1,0 0-1,19 3 0,-12-3 481,-19-5-724,0 1 1,-1 0-1,1-1 1,0 1 0,0 0-1,0-1 1,-1 1-1,1-1 1,0 0 0,-1 1-1,1-1 1,0 1-1,-1-1 1,1 0 0,-1 0-1,1 1 1,-1-1-1,1 0 1,-1 0-1,0 0 1,1 1 0,-1-3-1,1 2 165,0 0-104,0-1 0,0 1 0,0 0 0,-1-1 0,1 1 0,0-1 0,-1 1 0,1-1 0,-1 0 0,1 1 1,-1-1-1,0 1 0,0-1 0,0 0 0,0 1 0,0-1 0,0 0 0,0 1 0,0-1 0,-1 0 0,1 1 0,-1-1 0,1 1 0,-1-1 0,1 1 0,-1-1 1,0 1-1,0-1 0,0 1 0,0 0 0,0-1 0,0 1 0,0 0 0,-3-2 0,2 1-16,-1 0 0,1 1 0,-1-1 0,0 1 0,1-1 0,-1 1 0,0 0 0,0 0 0,0 0 0,0 1 0,0-1 0,0 1 0,0-1 0,-1 1 0,1 0 0,0 0 0,0 1 0,0-1 0,-5 2 0,-1 1 133,0 1 1,0 0-1,1 0 0,-1 1 1,1 0-1,1 1 0,-1 0 1,1 0-1,-12 12 0,-57 73 1674,67-79-1761,-188 287 2797,25 14-1673,169-309-1289,-27 51 267,-42 111 0,71-164-270,0 1-1,0 0 1,1 0-1,-1 0 0,1 0 1,-1-1-1,1 1 1,0 0-1,0 0 1,1 0-1,-1 0 1,0 0-1,1 0 1,1 3-1,-1-4-4,0 0 0,0 0 1,0-1-1,0 1 0,0 0 0,1-1 0,-1 1 0,0-1 0,1 0 1,0 1-1,-1-1 0,1 0 0,0 0 0,-1 0 0,5 1 0,3 1 5,0-1-1,0 0 0,0 0 0,1-1 0,-1 0 1,16-2-1,13-1 9,0-1-1,55-13 1,17-3-61,-85 16 24,142-11-148,-138 13 111,1 1 0,-1 2-1,46 8 1,-68-9 41,0 1 0,0 0 0,0 0 0,-1 1 0,1 0 0,-1 0 0,1 0 0,-1 1 0,0 0 0,10 9 0,-15-11 11,1 0-1,0 0 1,-1 0 0,1 0-1,-1 0 1,0 0 0,0 0-1,0 0 1,0 1 0,0-1-1,0 0 1,-1 1 0,1-1-1,-1 1 1,1-1-1,-1 1 1,0-1 0,0 1-1,0-1 1,0 1 0,-1-1-1,1 1 1,-1-1 0,1 0-1,-1 1 1,0-1 0,0 0-1,0 1 1,0-1 0,0 0-1,-1 0 1,1 0 0,-4 3-1,-4 7 0,-1-1 0,0 0 0,-1-1 0,0-1 0,-1 1-1,-16 9 1,-82 42 2,102-57 3,-83 37-296,-191 58 0,191-71-968,76-24 37,0 0 0,-31 2 0,-1-4-9111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03.6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176 64 10165,'5'8'796,"0"-1"-1,0 1 1,-1 0-1,0 0 1,0 1-1,-1-1 1,0 1 0,2 9-1,7 20 654,0-4-867,-1 0 0,-2 0-1,-1 1 1,5 58-1,-12-72-498,0-1-1,-2 0 1,0 1-1,-2-1 1,0 0-1,-1 0 1,-1 0-1,-1 0 1,-17 36-1,18-44-42,-5 8 33,0 0-1,-27 38 1,33-53-34,0 1 0,-1-1 1,0 0-1,0 0 0,-1 0 0,1-1 0,-1 0 1,0 0-1,0 0 0,-1-1 0,1 1 0,-1-2 0,1 1 1,-13 2-1,16-4-16,1-1 1,-1 0 0,1 1-1,0-1 1,-1-1 0,1 1-1,-1 0 1,1 0 0,-1-1-1,1 0 1,0 1 0,-1-1-1,1 0 1,0 0 0,0 0-1,0 0 1,0-1 0,0 1-1,0 0 1,0-1 0,0 0-1,0 1 1,1-1-1,-1 0 1,1 0 0,-1 0-1,1 0 1,0 0 0,-1 0-1,1 0 1,0-1 0,1 1-1,-2-3 1,0-3 14,0 0 1,0 0-1,1 1 1,0-1-1,0 0 0,1 0 1,0 0-1,0 0 1,3-16-1,1 9-73,1 0 0,0 1 0,1-1 0,1 1-1,0 1 1,1-1 0,0 1 0,13-14 0,4-4-474,1 2 1,35-30-1,-15 21-968,2 2-1,1 1 0,2 3 1,104-48-1,231-69-2749,-321 128 4771,45-18 3633,-106 38-1478,-14 2-2485,0 1-1,0 0 1,0 0-1,0 1 1,1 0-1,0 1 1,-1 0-1,-14 9 1,18-10-94,-38 21-296,2 1 1,0 2 0,2 2-1,1 2 1,2 2-1,1 1 1,2 1-1,-37 49 1,70-83 164,0 1 1,0-1-1,0 1 0,0-1 1,0 1-1,0 0 0,1-1 0,-1 1 1,1-1-1,-1 1 0,1 0 1,-1 1-1,1-2 24,0 0 1,0-1-1,0 1 1,1-1 0,-1 1-1,0 0 1,0-1-1,0 1 1,1-1-1,-1 1 1,0-1-1,0 1 1,1-1-1,-1 1 1,0-1-1,1 1 1,-1-1 0,1 0-1,-1 1 1,1-1-1,-1 0 1,1 1-1,-1-1 1,1 1-1,3 0 90,0 0-1,0 0 1,0 0-1,1 0 0,-1-1 1,0 0-1,0 0 0,9-1 1,5 0-45,1 1 0,-1 1 0,1 0 0,-1 1 0,1 1 0,-1 1 0,0 1 1,0 0-1,-1 1 0,0 1 0,0 1 0,0 0 0,-1 1 0,0 1 0,24 20 0,127 91-4488,-49-47-3072,-62-42 1401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03.9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64 7585,'47'-56'4098,"-46"55"-3975,-1 1-1,1-1 1,0 0-1,0 1 1,0-1 0,0 1-1,0-1 1,-1 1-1,1-1 1,0 1-1,0 0 1,0-1 0,0 1-1,0 0 1,0 0-1,0 0 1,0-1-1,1 1 1,-1 0 0,0 1-1,0-1 1,1 0-1,2 0 331,3 0-211,-1 0 1,0 1-1,1 0 1,-1 0-1,0 0 1,1 0-1,-1 1 1,0 0-1,0 1 1,0-1-1,-1 1 1,1 1-1,-1-1 1,1 0-1,-1 1 1,0 0-1,8 10 1,-1-3 0,-1 2 1,0-1 0,-1 2 0,-1-1-1,15 30 1,-14-23-155,-1 0 1,-1 0 0,-1 1-1,-1 0 1,0 1-1,-2-1 1,-1 1-1,0 0 1,-2 0-1,0 0 1,-2 0-1,0 0 1,-6 27-1,3-30-61,-22 82 83,23-91-87,0 0 0,-2-1 1,1 0-1,-1 0 0,0 0 1,-1 0-1,-13 14 0,18-21-19,0-1 1,0 0-1,0 0 0,0 0 0,0 0 1,0 0-1,0-1 0,0 1 1,0 0-1,-1 0 0,1-1 0,0 1 1,-1-1-1,1 1 0,-3 0 0,4-2-4,0 1-1,-1 0 1,1 0-1,-1 0 0,1 0 1,0-1-1,-1 1 0,1 0 1,0-1-1,-1 1 0,1 0 1,0 0-1,-1-1 1,1 1-1,0 0 0,-1-1 1,1 1-1,0-1 0,0 1 1,0 0-1,-1-1 0,1 1 1,0-1-1,0 1 1,0-1-1,0 1 0,0 0 1,0-1-1,0 1 0,0-1 1,0-4-28,0 1-1,0-1 1,1 1 0,-1-1 0,1 1 0,0 0 0,0-1 0,3-4-1,0 1-156,1 0-1,-1 0 0,2 1 1,-1 0-1,1 0 0,0 0 1,11-9-1,55-39-2088,-56 44 1676,100-68-6607,-44 34-480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04.4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638 1 5637,'-2'11'317,"1"-6"-129,0-1 1,-1 1 0,1-1 0,-1 1-1,1-1 1,-1 0 0,-1 0-1,1 0 1,-1 0 0,1 0-1,-5 5 1,4-6-50,1 0-1,0 0 1,0 1-1,0-1 1,1 1 0,-1-1-1,1 1 1,0 0-1,0 0 1,0-1 0,0 1-1,1 0 1,0 0-1,-1 0 1,2 0-1,-1 0 1,0 0 0,1 0-1,-1-1 1,1 1-1,0 0 1,1 0 0,-1-1-1,0 1 1,1 0-1,3 4 1,0 2-29,1-1 1,0 1-1,1-1 1,0 0-1,0 0 1,1-1-1,0 0 1,10 8 0,-1-5-25,-1 0 0,1-1 1,1 0-1,0-2 1,0 0-1,1-1 1,0-1-1,36 7 0,-47-12 50,0 0 0,1 0 0,-1-1 0,0 0 0,0-1 1,0 0-1,0 0 0,0-1 0,0 0 0,13-5 0,-15 4 81,-1 0 0,0 0 0,0-1 0,0 1 0,0-1 0,-1 0 0,1 0 0,-1-1 0,0 1 0,0-1 0,-1 0 0,1 0 1,-1-1-1,0 1 0,4-11 0,9-35 2191,-15 48-2045,-4 4-304,1 0 1,-1 0 0,1 0 0,0 0-1,0 0 1,0 1 0,0 0 0,0-1-1,0 1 1,0 0 0,0 0 0,0 0-1,1 0 1,-1 0 0,-2 4 0,2-3 17,-15 26 402,0 2 1,2 0-1,1 0 1,-17 63-1,13-41-66,-98 273 1052,-256 500 1,121-389-3725,238-417 1857,-1-1 0,-1 0 0,-1-2 0,-23 22 0,38-38 353,0 0 0,0 0-1,0 0 1,-1 0 0,1 0 0,0-1-1,0 1 1,-1-1 0,1 1 0,0-1-1,-1 1 1,1-1 0,0 0-1,-1 1 1,1-1 0,0 0 0,-1 0-1,1 0 1,-1 0 0,1-1 0,0 1-1,-1 0 1,1 0 0,-1-1-1,1 1 1,0-1 0,0 1 0,-1-1-1,1 0 1,0 1 0,0-1 0,0 0-1,-1 0 1,0-1 0,-1-1-31,0 0 0,1 0 0,-1 0 0,1 0 0,0 0 1,0 0-1,0-1 0,0 1 0,0-1 0,1 1 0,-2-6 0,1-5-60,0 1 0,1 0 0,0-1-1,1 1 1,1-1 0,4-23 0,23-82-312,-3 46-55,3 2 1,3 0-1,3 2 0,3 2 1,3 1-1,3 2 0,61-70 1,-53 77-436,3 1 1,2 3 0,2 3-1,120-79 1,-90 75 348,3 5-1,2 3 1,109-37 0,45-14 3834,-238 93-2715,0 0 1,0-1 0,-1-1 0,1 1-1,14-14 1,-21 17-490,-3-3-669,-8-40-4956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04.8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668 16 9765,'-8'-5'924,"-7"-5"7187,4 32-4054,-32 81-425,-18 41-1331,-159 269 964,4-7-4833,195-363 456,3 1 0,-19 64 0,31-86-243,2 1 1,-3 37 0,6-45-427,2 1 1,-1 0-1,2-1 1,5 26-1,11 20-9420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05.0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 0 9801,'-7'51'1920,"14"-33"-144,9 4-272,14 11-172,7-15-283,17 3-245,23 3-544,20 3-716,20 0-588,17 0-457,14 1-351,-4-4-2076,0 0-2753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05.2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18 664 6597,'-18'2'8059,"31"-4"-5452,45-9-1478,-30 3-732,0-2 0,-1-1 0,0-1 0,-1-2 0,0 0 0,-1-2 0,-1 0 0,32-30 0,-26 19-488,-3-2 0,0-1-1,-2-1 1,-1 0 0,36-64 0,1-21-2850,-22 38-2601,-34 68 4399,23-48-7665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06.1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362 97 11665,'32'-66'3270,"-17"36"6563,-45 63-7893,-17 30-1379,4 3-1,2 1 1,-51 117 0,53-90-1780,3 2-1,-33 147 1,65-223 824,1 0 0,0 0 0,1 40 0,3-49 178,0 0-1,0 0 1,1 0 0,1 0-1,0-1 1,0 1 0,1-1 0,8 17-1,-11-24 143,1 0-1,0 0 0,0-1 0,0 1 0,0 0 1,1-1-1,-1 0 0,1 1 0,-1-1 1,1 0-1,0 0 0,0 0 0,0-1 1,0 1-1,0-1 0,5 2 0,-2-2 20,-1 0 0,0 0 0,1 0-1,-1-1 1,1 0 0,-1 0 0,1-1 0,-1 0 0,8-1-1,5-4 43,0 0-1,-1-1 0,0 0 1,29-19-1,-16 9 248,0 1 1,1 2-1,1 1 0,0 2 1,0 1-1,1 1 0,1 2 1,44-4-1,-36 5-171,-1-1 1,0-3-1,0-1 1,46-20-1,-30 4-8,-45 20-54,1 1 0,1 0-1,-1 1 1,22-5 0,-17 5-3,-8 3-4,1 0 0,-1 1 1,1 0-1,-1 0 0,1 1 0,-1 1 0,13 1 0,107 10-105,-107-11 41,0 0 1,0-1 0,0-2-1,0 0 1,-1-1-1,1-1 1,-1-2 0,43-15-1,-18 5 32,37-18 0,-62 23 83,0 2 0,39-11 0,-26 13 52,0 1 0,1 2 1,0 2-1,-1 1 0,50 6 0,179 35-213,-179-24-291,-14-3-294,90 13-1652,-134-23 1424,0-2 1,0-1-1,-1-1 0,28-4 1,-51 5 943,1-1-508,0 0-1,0 1 1,0-1-1,0-1 1,0 1-1,0 0 1,5-4 0,2-1-2473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07.4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249 282 7061,'-197'6'3446,"157"-10"-813,40 4-2548,-1 0-1,0 0 0,1 0 0,-1 0 0,0 0 0,1-1 0,-1 1 0,1 0 1,-1-1-1,1 1 0,-1 0 0,0-1 0,1 1 0,-1 0 0,1-1 0,-1 1 1,1-1-1,0 1 0,-1-1 0,0 0 0,1 0-52,1 0 0,-1 0 0,0 1 0,0-1-1,1 0 1,-1 1 0,0-1 0,1 0 0,-1 1 0,1-1 0,-1 0 0,1 1-1,-1-1 1,1 1 0,-1-1 0,1 1 0,-1-1 0,1 1 0,0-1 0,-1 1-1,1 0 1,0-1 0,1 1 0,17-10 206,1 1-1,0 1 1,1 1 0,0 1-1,0 1 1,37-4 0,-29 4-115,660-79 872,13 43-654,-541 33-263,293-12 48,59 1-81,56 4 8,2180-2 462,-1839 37-331,425 23 127,-392-4-94,918 53 72,479 22-75,-5-32 54,-2096-76-255,1417 21 740,-1632-27-729,149 0 222,194-24 0,-361 23-265,15-2-60,40-10 0,-56 12-30,0-1 0,-1 0 1,1 0-1,-1 0 0,1 0 1,-1 0-1,0-1 0,0 0 1,0 0-1,0 0 0,0 0 1,0-1-1,-1 1 1,3-6-1,-5 8-23,0-1 1,0 0-1,0 1 0,-1-1 1,1 0-1,-1 0 0,1 0 1,-1 1-1,0-1 0,0 0 1,0 0-1,0 0 0,0 0 1,0 0-1,0 0 0,-1 1 1,1-1-1,-1 0 1,1 0-1,-1 0 0,0 1 1,0-1-1,0 0 0,0 1 1,-1-3-1,-4-4-1205,0 1 0,0 0 1,-14-11-1,15 13 351,-31-27-6844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09.1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503 1207 7985,'0'0'9608,"-3"-1"-8068,-84-5 11898,85 3-13265,1 0-171,0 1 0,0-1 0,0 1-1,0-1 1,0 0 0,1 1 0,-1-1-1,1 0 1,0 0 0,0 1 0,0-1-1,0 0 1,1-4 0,16-37-4,-17 44 2,370-706 0,-237 463 0,-107 198 0,-15 28 0,-1 0 0,-1-1 0,13-35 0,-22 53 0,0 0 0,0-1 0,1 1 0,-1 0 0,0-1 0,0 1 0,0 0 0,0-1 0,0 1 0,0 0 0,0-1 0,0 1 0,0 0 0,0-1 0,0 1 0,0 0 0,0-1 0,0 1 0,0 0 0,0-1 0,0 1 0,0 0 0,0-1 0,-1 1 0,1 0 0,0-1 0,0 1 0,0 0 0,0 0 0,-1-1 0,1 1 0,0 0 0,0 0 0,-1-1 0,1 1 0,0 0 0,-1 0 0,1 0 0,-1-1 0,-16 4 0,-26 18 0,22-7 0,0 0 0,1 2 0,0 0 0,2 2 0,0 0 0,-27 35 0,13-9 0,2 1 0,-26 53 0,29-46 0,2 2 0,3 0 0,2 2 0,-24 108 0,38-129 0,1 1 0,2-1 0,1 1 0,2 0 0,2 0 0,1 0 0,2-1 0,1 1 0,13 42 0,8-4 0,-15-44-10,-2 1-1,11 52 1,-20-77-17,0 0 0,0 0 0,-1 0 0,0 0 0,-1 0 0,1 0 0,-1 0 0,0 0-1,0 0 1,-1 0 0,0-1 0,0 1 0,0 0 0,-1-1 0,-5 9 0,3-7-1,-1-1-1,0 1 0,0-1 1,0-1-1,-1 1 0,1-1 0,-1 0 1,-1 0-1,1-1 0,-14 6 1,-5 0-23,-1-1 1,0 0-1,-50 7 1,-88 3-93,6-15-3313,137-4 1289,22 0 2122,0 0 0,0 0 1,0 0-1,0 0 0,0 0 1,0 0-1,0 0 0,0 0 0,1 0 1,-1 0-1,0 0 0,0 0 1,0-1-1,0 1 0,0 0 1,0 0-1,0 0 0,0 0 1,0 0-1,0 0 0,0 0 0,0 0 1,0 0-1,0-1 0,0 1 1,0 0-1,0 0 0,0 0 1,0 0-1,0 0 0,0 0 1,0 0-1,0 0 0,0 0 0,0-1 1,0 1-1,0 0 0,0 0 1,0 0-1,-1 0 0,1 0 1,0 0-1,0 0 0,0 0 0,0 0 1,0 0-1,0 0 0,0 0 1,0 0-1,0 0 0,0-1 1,0 1-1,-1 0 0,1 0 0,5-5-948,-1-1-1,1 1 0,0 0 0,0 0 0,1 1 0,0 0 0,0 0 0,0 0 0,10-5 0,48-14-9644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09.8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268 370 10949,'-39'-3'2230,"38"3"-2060,-1 0 0,1 0 1,-1 1-1,1-1 0,-1 0 1,1 0-1,0 1 0,-1-1 1,1 1-1,0-1 0,-1 1 1,1 0-1,0-1 0,-1 1 1,1 0-1,0 0 0,0 0 1,0 0-1,0 0 1,0 0-1,0 0 0,0 0 1,0 0-1,0 2 0,-9 8 1947,5-5-1722,2-5-260,1 1-1,-1 0 1,1 0 0,0 0 0,0 0-1,0 0 1,0 1 0,1-1-1,-1 1 1,1-1 0,-1 1 0,1-1-1,0 1 1,0 0 0,0 0-1,0 0 1,0 0 0,1-1 0,-1 1-1,1 6 1,1 2-113,0-1 0,0 1 0,1 0 0,0-1 1,1 1-1,1-1 0,-1 0 0,1 0 0,1 0 0,0 0 0,1-1 0,-1 0 0,2 0 0,-1 0 0,1-1 1,1 0-1,-1 0 0,1-1 0,1 0 0,-1-1 0,1 0 0,1 0 0,-1 0 0,1-1 0,-1-1 0,2 0 1,-1 0-1,0-1 0,21 4 0,-17-5-66,1 0 1,-1-2-1,1 1 0,-1-2 1,1 0-1,-1 0 0,0-2 1,0 1-1,0-2 1,0 0-1,0-1 0,-1 0 1,1-1-1,21-13 0,-9 2 209,-1-1-1,-2-1 0,0-1 0,0-1 0,-2 0 0,20-28 1,-11 16 442,-27 30-289,-9 25 564,-36 74 30,-7 20-440,-204 692-169,221-705-796,-5-2-1,-5-1 1,-92 162 0,122-243 414,-1 0 0,0-1 0,-1 0 1,-1-1-1,-1 0 0,0-2 0,-37 27 0,52-41 79,0 0-1,0 0 0,-1 0 1,1 0-1,0 0 0,-1 0 1,1 0-1,-1-1 0,1 1 1,-1 0-1,1-1 0,-1 0 1,1 1-1,-1-1 0,0 0 1,1 0-1,-1 0 0,1 0 1,-1 0-1,0 0 1,1 0-1,-1 0 0,1-1 1,-1 1-1,0-1 0,1 1 1,-1-1-1,1 0 0,0 1 1,-1-1-1,1 0 0,-1 0 1,1 0-1,0 0 0,0 0 1,0-1-1,0 1 0,0 0 1,0 0-1,0-1 0,0 1 1,0 0-1,0-1 0,1 1 1,-1-1-1,0 1 1,1-1-1,0 0 0,-1 1 1,1-1-1,0 1 0,0-1 1,0 0-1,0 1 0,0-1 1,0-2-1,1-12-1,1 0 0,0 0 0,1 0 1,1 1-1,0-1 0,10-22 0,49-94 80,-49 105-34,222-363-194,33 17 46,-72 104-22,-169 230 105,154-228-98,-22 18 93,-90 140 18,5-18-18,-75 127 23,5-10 38,1-1 0,0 1 0,1 1 0,9-12 0,-15 20-22,-1 0 0,1 0 0,0 0 1,0 0-1,0 0 0,0 0 0,0 0 1,0 1-1,0-1 0,0 0 0,0 0 0,0 1 1,0-1-1,0 1 0,1-1 0,-1 1 1,0 0-1,0-1 0,1 1 0,-1 0 1,0 0-1,0 0 0,1 0 0,-1 0 1,0 0-1,1 0 0,-1 0 0,0 1 1,0-1-1,1 0 0,-1 1 0,0-1 1,0 1-1,0-1 0,0 1 0,0 0 1,0 0-1,0-1 0,0 1 0,0 0 1,0 0-1,0 0 0,0 0 0,0 0 1,-1 0-1,1 0 0,0 0 0,-1 0 1,1 0-1,0 3 0,13 25 146,-2 1 1,-1 0-1,-1 1 0,6 35 0,0-3-71,14 51 109,-5 1 0,13 143 0,-36-220-171,-1-1 0,-1 0 0,-2 1 0,-11 56 0,7-68-9,-1 1-1,-1-1 1,-2 0-1,0-1 1,-2 0-1,-27 43 1,11-29-110,-3-2 1,-1 0-1,-1-2 0,-2-2 1,-1-1-1,-2-2 1,-1-2-1,-49 28 0,59-39-501,-2-1 0,0-2 0,-60 19 0,72-28-588,-1 0 0,0-2 0,-1 0 0,-25 0 0,24-6-4505,13-9-3408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10.5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 1 19198,'-23'12'11809,"36"3"-13469,-3 0-192,4 3-4089,9 15-436,4-9-5816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11.3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1212 177 17930,'-35'16'1373,"0"-3"1,-40 11 0,-8 3 1218,72-22-2340,-1 0 0,1 1-1,1 0 1,-1 1 0,1 1 0,0-1 0,0 2-1,1-1 1,0 1 0,1 1 0,0-1 0,0 1 0,-8 16-1,4-5-178,0 1 0,2 1 0,0 0 0,2 0-1,-10 46 1,16-60-186,1 0 0,1 0 0,-1 0 0,2 0 0,-1 0 0,1 0 0,0 0-1,1-1 1,0 1 0,1 0 0,0-1 0,0 1 0,0-1 0,1 0 0,1 0 0,-1 0-1,7 7 1,-5-7-22,1 0-1,0 0 1,0 0 0,1-1-1,-1-1 1,1 1-1,1-1 1,0 0-1,-1-1 1,2 0-1,-1-1 1,0 0-1,1 0 1,15 3 0,-19-5 108,0-1 0,0 0 1,0-1-1,0 0 0,0 0 1,1 0-1,-1-1 1,0 0-1,0 0 0,0 0 1,0-1-1,0 0 0,-1 0 1,1 0-1,0-1 0,-1 0 1,0 0-1,0 0 1,0-1-1,0 0 0,0 0 1,0 0-1,-1 0 0,0-1 1,7-9-1,-2 0 236,0-1-1,-1-1 1,0 0-1,-1 0 1,-1 0-1,-1-1 1,7-32-1,-10 34 230,-1 0 0,0 0 0,-2-19 1,0 8-42,1 26-388,0 0 0,0-1 0,0 1-1,-1 0 1,1 0 0,0 0 0,0 0 0,0 0 0,0 0-1,0-1 1,0 1 0,0 0 0,0 0 0,0 0-1,-1 0 1,1 0 0,0 0 0,0 0 0,0 0-1,0 0 1,0 0 0,-1 0 0,1 0 0,0-1 0,0 1-1,0 0 1,0 0 0,0 0 0,-1 0 0,1 0-1,0 0 1,0 0 0,0 0 0,0 0 0,0 1 0,-1-1-1,1 0 1,0 0 0,0 0 0,0 0 0,0 0-1,0 0 1,-1 0 0,1 0 0,0 0 0,0 0-1,0 0 1,0 1 0,0-1 0,0 0 0,0 0 0,0 0-1,-1 0 1,1 1 0,-8 5 101,3 0-65,0 0-1,1 0 1,0 1 0,0-1-1,1 1 1,-1 0 0,-2 11-1,-14 58 120,8-29-77,-261 769 373,194-632-627,-7-4-1,-144 220 1,45-135-274,137-205 179,-2-2-1,-67 59 0,117-117 261,0 1 0,0-1 0,0 0-1,0 0 1,0 0 0,0 0 0,0 0 0,0 0 0,0 0-1,0 0 1,0 0 0,0 1 0,-1-1 0,1 0 0,0 0-1,0 0 1,0 0 0,0 0 0,0 0 0,0 0 0,0 0-1,0 0 1,-1 0 0,1 0 0,0 0 0,0 0-1,0 0 1,0 0 0,0 0 0,0 0 0,0 0 0,-1 0-1,1 0 1,0 0 0,0 0 0,0 0 0,0 0 0,0 0-1,0 0 1,0 0 0,-1 0 0,1 0 0,0 0 0,0-1-1,0 1 1,0 0 0,0 0 0,0 0 0,0 0-1,0 0 1,0 0 0,0 0 0,0 0 0,0 0 0,-1-1-1,1 1 1,0 0 0,0 0 0,0 0 0,0 0 0,0 0-1,0 0 1,0 0 0,0-1 0,-1-2-15,-1 0 0,1-1 0,-1 1 0,1-1-1,0 1 1,1-1 0,-1 0 0,1 1 0,-1-1 0,1 0 0,0 1 0,0-1 0,1 0 0,-1 1 0,1-1-1,0 0 1,0 1 0,0-1 0,0 1 0,1-1 0,-1 1 0,1 0 0,2-4 0,8-11-144,0 0 0,28-31 0,-27 33 33,433-440-2420,37 36 139,-223 199 962,-215 182 1214,263-234-1321,-25-23 793,-263 271 932,-2 0 0,0-1 0,19-40 0,-36 65-127,-1-1 1,1 1-1,0 0 0,-1-1 0,1 1 1,-1-1-1,0 1 0,1-1 0,-1 1 1,0-1-1,0 1 0,0-1 0,0 1 1,0-1-1,0 1 0,-1-1 0,1 1 1,0-1-1,-1 1 0,1 0 0,-1-1 1,1 1-1,-1-1 0,0 1 0,0 0 1,0 0-1,1-1 0,-1 1 0,0 0 1,0 0-1,-1 0 0,1 0 1,0 0-1,0 0 0,0 0 0,-1 1 1,1-1-1,0 0 0,-1 1 0,1-1 1,-1 1-1,1-1 0,-1 1 0,1 0 1,-1-1-1,1 1 0,-1 0 0,1 0 1,-1 0-1,1 0 0,-1 1 0,1-1 1,-1 0-1,-1 1 0,-13 4 138,0 0-1,1 1 0,0 0 0,0 1 1,0 1-1,1 1 0,0 0 0,1 0 1,0 1-1,1 1 0,0 1 1,-12 13-1,16-16-109,-1 2 0,2-1 0,-1 1 0,1 0 0,1 0 0,0 1-1,1-1 1,0 2 0,1-1 0,0 0 0,1 1 0,0 0 0,1-1 0,0 1 0,1 26 0,2-31-77,1 1-1,0-1 1,0 0 0,1 0 0,0 0-1,0 0 1,1 0 0,0-1 0,0 1-1,1-1 1,0 0 0,0-1 0,1 1-1,-1-1 1,2 0 0,-1 0-1,0-1 1,15 9 0,1 0-126,1-2 0,0-1 1,0 0-1,1-2 0,25 7 0,-10-6-99,0-2 0,1-1 0,-1-3-1,1 0 1,0-3 0,0-2 0,63-8 0,-54 2 56,0-3 1,-1-3 0,0-1 0,-1-2-1,77-38 1,-103 42 170,-1 0 0,0-2 0,-1 0 0,0-1-1,-1-1 1,22-25 0,-16 13 104,-2-2 0,-1 0 0,29-54-1,-23 27 316,-2-2 0,-3 0 0,-2-1 0,17-94-1,-5-36 2024,13-57 1656,-45 246-4010,1 0 1,-1 1-1,0-1 0,0 0 1,1 0-1,-1 1 1,0-1-1,0 0 1,0 0-1,0 1 1,0-1-1,0 0 0,0 0 1,0 1-1,0-1 1,0 0-1,0 0 1,-1 1-1,1-1 0,0 0 1,-1 1-1,1-1 1,-1-1-1,0 2-43,1 0 1,-1 0-1,0 0 0,1 1 0,-1-1 0,0 0 0,1 0 0,-1 0 1,0 1-1,1-1 0,-1 0 0,0 1 0,1-1 0,-1 0 0,1 1 1,-1-1-1,1 1 0,-1-1 0,0 1 0,-26 32 411,18-17-434,1 0 0,1 0-1,1 1 1,-7 29 0,-11 76-34,16-71 22,-4 22-614,3 0 0,1 135 0,11-156-1930,13 73-1,-7-82-1282,2 0 1,17 44-1,1-20-7608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11.4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34 227 15741,'-33'-33'2857,"36"-9"-661,-3 20-364,20 1-352,17-12-292,17 12-304,23 9-184,20 0-620,20 3-820,7 3-744,13-6-1128,14 9-128,13 18-3029,10 3-4860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11.9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140 601 12733,'-1'-1'382,"0"1"0,0-1 0,0 1-1,0-1 1,0 0 0,0 0 0,0 1-1,0-1 1,0 0 0,0 0 0,1 0 0,-1 0-1,0 0 1,0 0 0,1 0 0,-1 0-1,1-1 1,-1 1 0,1 0 0,-1-2 0,1 0-38,0 1 1,-1-1 0,1 0 0,0 1 0,1-1 0,-1 0 0,1 1 0,-1-1 0,2-4 0,1 1-30,-1 0-1,1 0 0,0 0 1,1 0-1,-1 0 0,1 1 1,8-9-1,22-17 1104,76-53-1,1 1 179,-94 68-1358,-1 0 0,-1-1 1,0-1-1,16-23 0,29-64 192,-20 32-430,-39 70 0,-1 1 0,1 0 0,0 0 0,0 0 0,-1 0 0,1-1 0,0 1 0,0 0 0,0 1 0,0-1 0,0 0 0,0 0 0,0 0 0,2-1 0,-1 2 0,0 1 0,-1-1 0,1 0 0,-1 0 0,1 1 0,0-1 0,-1 0 0,1 1 0,-1 0 0,1-1 0,-1 1 0,0 0 0,1 0 0,-1 0 0,0 0 0,1 0 0,-1 0 0,0 0 0,1 1 0,21 27 0,-13-10 0,-1 0 0,-2 0 0,0 1 0,-1 0 0,0 0 0,-2 1 0,2 23 0,-2-21 0,3 24-36,-1 0 0,-3 1 0,-2 0 0,-2 0 0,-2 0 0,-3-1 0,-1 0 1,-2 0-1,-3 0 0,-1-1 0,-2-1 0,-3 0 0,-1-2 0,-2 0 0,-2-1 0,-2-1 0,-49 62 0,3-20-37,-3-4-1,-4-3 1,-3-3-1,-107 73 1,173-134 64,15-12 9,1 0 0,-1 0 1,0 0-1,0 0 0,0 0 0,0 0 1,0 0-1,0 0 0,0 0 1,0 0-1,0 0 0,0 0 0,0 0 1,0 0-1,1 0 0,-1 0 0,0 0 1,0 0-1,0 0 0,0 0 0,0 0 1,0 0-1,0 0 0,0 0 1,0 0-1,0 0 0,0 0 0,0 0 1,0 1-1,0-1 0,0 0 0,0 0 1,0 0-1,1 0 0,-1 0 1,0 0-1,0 0 0,0 0 0,0 0 1,0 0-1,0 0 0,0 0 0,0 1 1,0-1-1,0 0 0,0 0 0,0 0 1,0 0-1,0 0 0,0 0 1,0 0-1,-1 0 0,1 0 0,0 0 1,0 0-1,0 0 0,0 0 0,0 1 1,0-1-1,0 0 0,0 0 1,0 0-1,0 0 0,32-10 72,453-205-193,152-55-8,-627 267 123,22-8-19,66-13 1,-90 23 23,-1 0 0,1 0 1,0 1-1,-1 0 0,1 0 0,0 0 1,-1 1-1,1 1 0,-1-1 0,1 1 0,-1 0 1,0 1-1,0-1 0,12 8 0,-16-8 0,-1 0 0,1 0 0,0 0 0,-1 1 0,0-1 0,1 1 0,-1 0-1,0 0 1,-1 0 0,1 0 0,0 0 0,-1 0 0,0 0 0,2 6 0,-1-2 1,-1 0 0,0 0 0,-1 0 0,1 0 1,-1 0-1,-2 12 0,-3 5-82,0-1 0,-1 1 0,-12 24 0,16-42 33,-16 52-2503,2 1 0,-12 90 0,27-143 2157,-3 10-1036,0 7-1760,6-7-2069,11 7-4947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12.5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432 78 10081,'-2'-5'405,"-19"-50"4606,-2 38-961,29 33-3963,8 27-1736,15 83 0,-27-111 1051,0-1 1,-1 1-1,-1-1 0,0 1 0,-2 0 0,1-1 0,-2 0 0,0 1 0,0-1 0,-7 15 1,7-21 256,-32 76-1896,-6-5 5244,41-79-2898,0 0 1,0 1-1,0-1 1,0 0-1,0 0 1,0 0-1,0 0 1,0 1-1,0-1 0,0 0 1,0 0-1,0 0 1,0 0-1,0 1 1,0-1-1,0 0 1,0 0-1,1 1 986,-1-1-986,0 0 1,1 0-1,-1 1 0,0-1 1,0 0-1,0 0 1,0 0-1,0 0 1,1 0-1,-1 0 1,0 0-1,0 0 1,0 0-1,0 0 0,1 0 1,-1 0-1,0 0 1,0 0-1,0 0 1,1 0-1,17 1 2330,31-4-1666,-30 2 270,-10 1-904,-1 0-1,1 1 1,-1 0 0,1 1-1,-1 0 1,0 0 0,0 1-1,1 0 1,-2 0-1,1 1 1,0 0 0,-1 0-1,0 1 1,8 6 0,-10-8-99,-1 1 0,0 0 0,0 0 0,0 0 0,0 1-1,-1-1 1,0 1 0,0 0 0,0 0 0,0 0 0,-1 0 0,0 0 0,0 1 0,0-1 0,-1 1 0,0-1 0,0 1 0,0 0 0,-1-1 0,0 1 0,0 0 0,0-1 0,0 1 0,-1 0 0,-2 7 0,-2 5 19,0-1 0,-1 0 0,0 0 0,-2 0 0,0-1 0,0 0 0,-12 15-1,-17 18 64,-75 76 0,69-81-14,-65 89 0,103-125-104,0-1-1,1 1 1,0 0 0,0 0-1,1 1 1,0-1 0,0 1-1,-3 16 1,6-19-1,0-1 0,0 1 0,0 0 1,0 0-1,1-1 0,0 1 0,0 0 0,1-1 0,0 1 1,-1-1-1,2 1 0,-1-1 0,1 0 0,5 9 1,7 4 11,1 0 1,0 0 0,1-2 0,20 16-1,-15-14-36,-2 0-1,22 26 1,-41-42 26,1 1 0,0-1 1,-1 1-1,0-1 1,1 1-1,-1 0 1,0 0-1,0 0 1,-1 0-1,1 0 0,-1 0 1,1 0-1,-1 0 1,0 0-1,0 0 1,0 0-1,-1 0 1,1 0-1,-1 0 0,1-1 1,-1 1-1,0 0 1,-1 3-1,-1 0-16,0 0-1,0-1 0,0 1 1,-1-1-1,0 0 1,0 1-1,0-2 0,-1 1 1,-5 5-1,-9 4-18,-1 0 1,-1-1-1,0-1 0,0-1 0,-25 8 1,-117 34-39,112-38-6,36-11 32,17-5-11,25-8 11,103-27-3,187-59 108,-207 51-91,68-46-9,-157 79 35,-1-2 0,0 0-1,0-1 1,-1-1 0,20-21 0,-25 22-1,7-7 96,0-1 1,-2-1-1,-1 0 1,-1-1-1,-1-1 0,-1-1 1,-1 0-1,-1-1 0,-1 0 1,-2-1-1,8-33 0,-17 55 57,0 0-1,0-1 0,0 1 1,-1 0-1,0 0 1,0-1-1,-1 1 1,0 0-1,-2-11 0,3 15-76,-1 0-1,1 0 0,-1 1 0,0-1 1,0 0-1,1 0 0,-1 1 1,0-1-1,0 0 0,-1 1 0,1-1 1,0 1-1,0-1 0,-1 1 0,1 0 1,-1-1-1,1 1 0,-1 0 1,0 0-1,1 0 0,-1 0 0,0 0 1,0 1-1,0-1 0,0 1 0,1-1 1,-1 1-1,0-1 0,0 1 1,-2 0-1,0 0 38,0 0 0,0 1 0,0 0 0,1 0 0,-1 0 0,0 0 0,1 0 1,-1 0-1,1 1 0,-1 0 0,1 0 0,-6 4 0,3 0-12,0 0 1,0 0-1,1 0 1,0 1-1,0 0 1,0 0-1,1 0 1,0 1-1,1-1 0,-1 1 1,2 0-1,-1 0 1,1 0-1,0 0 1,1 0-1,-2 15 0,3-11-80,-1-1-1,2 0 1,-1 1-1,2-1 1,-1 0-1,2 0 1,-1 0-1,1 0 0,1 0 1,0-1-1,1 0 1,6 12-1,1-5-252,2 0 1,-1 0-1,2-2 0,0 0 0,1-1 0,33 24 0,118 63-2740,-148-91 2612,56 29-2383,109 40-1,0-16-4447,-6-9-3785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12.8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 25 11957,'-23'-24'2248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14.3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247 1296 13813,'-3'-1'2006,"-3"-1"-1490,5 2-320,-1-1 0,1 0-1,-1 1 1,1-1-1,-1 1 1,0 0 0,1 0-1,-1-1 1,0 1-1,1 0 1,-1 0 0,0 0-1,1 1 1,-1-1-1,0 0 1,1 1 0,-1-1-1,1 1 1,-1-1-1,1 1 1,-1 0 0,1 0-1,-1 0 1,1-1-1,0 2 1,-1-1 0,1 0-1,0 0 1,-2 2-1,-8 9 512,-1 0 0,2 0 0,0 1 0,1 1-1,0 0 1,0 0 0,-5 16 0,-41 113 1516,46-116-1819,-1 2-174,2 0 1,0 0-1,2 1 1,2 0-1,1 0 1,1 0-1,1 1 1,5 45-1,-2-59-217,2 1-1,-1-1 0,2 0 0,0 0 0,1-1 1,1 1-1,1-1 0,0-1 0,1 1 1,0-2-1,1 1 0,1-1 0,0-1 0,1 0 1,1 0-1,14 11 0,-9-11-111,1-1 0,0 0 0,0-1 0,2-2 0,-1 0 0,1-1-1,0 0 1,1-2 0,-1-1 0,1-1 0,1 0 0,-1-2 0,0-1 0,1 0 0,-1-2 0,23-3 0,-28 2-39,0-1-1,0 0 1,0-2 0,0 0 0,-1-1 0,0 0 0,0-1 0,-1-1 0,0-1-1,0 0 1,0-1 0,-2 0 0,1-2 0,-1 1 0,-1-1 0,0-1 0,-1 0-1,0-1 1,-1 0 0,0-1 0,8-17 0,-14 20 61,1 1-1,-1-1 1,-1 0 0,0 0-1,-1 0 1,2-24 0,1-184-663,-7 192 684,-1 1-1,-1-1 1,-1 1-1,-1 0 1,-2 0-1,-1 0 1,-1 1-1,-1 1 1,-1 0-1,-17-27 1,15 26 16,-263-417-134,273 438 186,-11-15 13,2-1 1,0 0 0,1-1-1,-12-31 1,21 47-22,1 0 0,1 0 1,-1-1-1,1 1 0,0-1 0,0 1 1,1-1-1,0 1 0,0-1 0,1 0 1,-1 1-1,1-1 0,1 1 0,-1 0 0,1-1 1,1 1-1,-1 0 0,1 0 0,0 0 1,0 0-1,8-10 0,2 2-33,0 0 0,1 1 0,1 0 0,0 1 0,1 0 0,0 2 0,0 0 0,1 0 0,20-6 0,31-12-199,74-18-1,-81 27 79,390-108-711,-42 12 509,-260 70 216,276-91 757,-415 132-573,30-7 386,-39 10-388,0 1 1,1 0-1,-1 0 1,0 0-1,0 0 1,1 0 0,-1 0-1,0 1 1,0-1-1,0 0 1,1 1-1,-1-1 1,0 1-1,0-1 1,0 1-1,0-1 1,0 1-1,0 0 1,0-1-1,0 1 1,0 0-1,0 0 1,0 0-1,-1 0 1,1 0-1,0 0 1,0 0-1,-1 0 1,2 2-1,-1 1 76,1 1 0,-1 0 0,0 0 0,-1-1 0,1 1 0,-1 0 0,0 0 0,0 0 0,0 0 0,-2 8 0,-15 52 830,11-46-706,-246 696 3568,-85 15-3814,-59-26 0,168-306 0,128-221 0,-275 513 0,257-423 0,105-229 0,1 1 0,2 0 0,2 1 0,-7 81 0,15-99 6,0 0 0,1 0 0,2 0 0,0 0 0,1 0 0,8 23 0,-9-37-52,-1 0 0,1-1 0,1 1 1,-1-1-1,1 0 0,0 0 0,1 0 1,0-1-1,0 1 0,0-1 0,1 0 1,0-1-1,0 1 0,0-1 0,1-1 1,-1 1-1,1-1 0,1 0 0,9 4 1,-13-7-5,0-1 0,-1 1 0,1-1 0,-1 1 0,1-1 0,0-1-1,-1 1 1,1 0 0,-1-1 0,1 0 0,0 0 0,-1 0 0,0 0 0,1 0 0,2-2 0,39-26-295,-36 22 273,-1 0-1,-1-1 1,1-1-1,-2 1 1,1-1-1,-1 0 1,0-1-1,6-13 1,-3 1-42,0 0 0,9-40-1,-10 26 60,-2-1-1,-2 0 0,-1-1 0,-2 1 0,-2-1 0,-1 1 0,-2 0 0,-1-1 0,-11-37 1,-18-39-61,-71-167 1,0 0 64,94 247 42,2 0 0,2 0 0,1-1-1,-2-58 1,8 74-24,0 0 0,2 0-1,0 0 1,1 0 0,1 0-1,1 1 1,0-1 0,2 1-1,0 1 1,13-24 0,1 8-229,2 0-1,1 2 1,2 0 0,1 2 0,1 1 0,53-40 0,-14 19-541,1 3-1,92-46 1,-15 23-779,3 6 1,2 7 0,186-44 0,484-71-5413,-564 123 3913,-210 42 857,-18 5-424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14.6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1301 101 12241,'-18'-18'560,"12"12"-266,0-1-1,0 1 0,-1 0 1,0 1-1,-1-1 0,1 2 0,-1-1 1,0 1-1,0 0 0,0 0 1,-13-3-1,-2 1 574,-1 2 0,0 0-1,-1 1 1,1 2 0,0 0 0,-1 2 0,1 0 0,0 2 0,0 1 0,-34 9 0,23-2-255,1 2 0,0 1 0,1 2 0,1 1 1,1 2-1,-40 29 0,15-5-280,1 3 0,3 2 0,1 2 0,3 3 0,2 1 0,3 3 0,2 1-1,-59 114 1,78-125-434,2 0 0,2 2 0,2 0-1,3 1 1,-11 69 0,20-77-156,0 1 1,3 0-1,2-1 1,1 1 0,3-1-1,1 0 1,12 43-1,-4-36-581,3-1-1,1-1 1,3 0-1,1-2 0,3 0 1,1-2-1,2-1 1,62 71-1,-52-72-1253,2-2-1,1-3 1,2 0-1,79 48 0,19-6-7354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14.9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3411 214 9925,'-33'-99'1665,"29"91"-1320,0 1-1,0-1 1,-1 1 0,0 0-1,-1 0 1,1 1-1,-1 0 1,-1 0-1,1 0 1,-1 0-1,0 1 1,0 0-1,-1 1 1,1 0 0,-1 0-1,0 0 1,0 1-1,0 1 1,0-1-1,-1 1 1,-16-2-1,21 4-187,-1 0-1,1-1 0,-1 2 1,0-1-1,1 1 1,-1-1-1,1 1 0,-1 1 1,1-1-1,0 0 0,-1 1 1,1 0-1,0 0 0,0 0 1,0 1-1,1 0 0,-1-1 1,0 1-1,1 0 0,0 1 1,-6 5-1,-2 5 238,1 0-1,0 1 1,1 0-1,-10 24 1,1 2 289,2 1 0,-15 63 0,-11 93 546,25-112-811,-16 70 517,-98 277 0,98-350-775,-3-2 1,-4-2-1,-3-1 0,-102 136 0,84-141-160,-3-3-1,-3-3 0,-3-3 0,-3-3 0,-2-4 0,-155 91 0,112-85-783,-3-6 0,-3-4-1,-1-6 1,-170 39 0,175-60-1335,-184 16-1,-125-25-7447,230-21-661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16.1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940 1 13813,'0'0'5439,"-4"2"-3797,-2 0-1272,0 1 0,0 1 0,0-1 0,1 1 0,-1 0 1,1 0-1,0 0 0,0 1 0,1 0 0,0 0 0,-1 0 0,1 0 0,1 1 0,-1 0 1,1 0-1,-3 8 0,-115 277 4939,-27 56-5037,54-162-272,-268 584 0,332-691 0,4 1 0,-20 104 0,35-124 0,3 0 0,2 1 0,5 112 0,3-144 0,1 0 0,1 0 0,2 0 0,0 0 0,2-1 0,1 0 0,1-1 0,2 0 0,0-1 0,2 0 0,0-1 0,2 0 0,1-1 0,0-1 0,2-1 0,0-1 0,2 0 0,0-1 0,24 15 0,-8-11 1,1-1 0,0-2 0,2-1 0,0-3 0,1-1 0,1-2 0,0-2 0,1-2 0,65 7 0,-40-12-22,1-2 0,-1-3-1,0-3 1,0-2 0,94-23 0,-107 14-892,-1-2 1,0-2-1,66-34 1,142-94-12527,-162 85 862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16.6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965 508 14457,'93'-167'11462,"-48"100"-8726,-26 40-1715,0-2 1,-2 0 0,14-32 0,-29 56-1018,0 0 0,0-1 0,0 1 0,-1-1 0,0 1-1,1-12 1,-2 14-4,-1 1 0,1-1 0,0 1 0,-1-1 0,0 1-1,1 0 1,-1-1 0,0 1 0,0 0 0,0 0 0,-1 0 0,1 0 0,0 0-1,-1 0 1,1 0 0,-1 0 0,-3-3 0,0 1 0,1 1 0,-1-1 0,0 1 0,0 0 0,0 0 0,0 0 0,-1 1 0,1 0 0,-1 0 0,1 0 0,-1 1 0,0 0 0,0 0 0,0 0 0,0 1 0,0-1 0,1 1 0,-1 1 0,-11 1 0,-5 3 0,1 0 0,-1 1 0,1 2 0,0 0 0,0 1 0,1 1 0,0 1 0,-20 15 0,-7 8 0,2 1 0,-40 43 0,62-55 0,1 0 0,1 2 0,2 0 0,0 1 0,2 1 0,1 1 0,1 0 0,1 1 0,1 0 0,2 1 0,1 1 0,2 0 0,1 0 0,1 1 0,1-1 0,2 1 0,2 0 0,1 0 0,1 0 0,8 50 0,12 3 0,51 134 0,-43-142 0,-4 0 0,18 94 0,-40-154 0,-1 1 0,0-1 0,-1 1 0,-2 0 0,1-1 0,-2 1 0,0 0 0,-2-1 0,-5 20 0,5-24 0,-1-1 0,-1 0 0,0 1 0,-1-2 0,0 1 0,-1-1 0,0 0 0,0-1 0,-1 0 0,-1 0 0,0-1 0,-16 12 0,3-5 0,-2-1 0,0-2 0,0 0 0,-2-1 0,1-2 0,-1 0 0,-30 5 0,23-7 0,-1-2 0,-1-2 0,1-1 0,-1-1 0,-42-5 0,77 3 0,0 1 0,0-1 0,0 0 0,-1 0 0,1 0 0,0 0 0,0-1 0,0 1 0,0 0 0,0 0 0,0-1 0,-1 1 0,1-1 0,0 1 0,0-1 0,0 1 0,0-1 0,0 0 0,1 1 0,-1-1 0,0 0 0,0 0 0,0 0 0,1 1 0,-1-1 0,0 0 0,1 0 0,-1 0 0,1 0 0,-1 0 0,1 0 0,-1-1 0,1 1 0,0 0 0,-1 0 0,1 0 0,0 0 0,0 0 0,0 0 0,0-1 0,0 1 0,0 0 0,0 0 0,1 0 0,-1 0 0,0 0 0,0-1 0,1 1 0,0-1 0,1-3 0,1 0 0,-1 0 0,1 1 0,0-1 0,0 1 0,0-1 0,1 1 0,0 0 0,6-5 0,14-8-4,1 1 0,1 1 1,0 0-1,2 3 0,38-14 0,151-36-181,-212 61 178,104-27-100,1 5 0,158-12 0,-253 34 151,0 1 0,25 3 1,-35-2-20,-1 0 1,1 0 0,-1 0 0,1 0-1,-1 1 1,0 0 0,0 0 0,0 0-1,0 1 1,0-1 0,0 1 0,3 3-1,-5-4-21,-1 0 1,1 0-1,-1 0 0,0 0 0,0 0 0,0 0 0,0 1 0,0-1 0,0 0 0,-1 0 1,1 1-1,-1-1 0,1 1 0,-1-1 0,0 0 0,0 1 0,0 3 0,-9 37-13,8-39 13,-4 11-8,-2-1 1,0 0-1,0 0 0,-1 0 1,-1-1-1,-18 22 0,5-6-171,-14 17-1673,-3 4-4114,19-18-4691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16.8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 9785,'30'6'1632,"-6"-15"-656,-4 6-684,0 9-660,7 3-504,3 3-2500,23 15-1717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17.3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215 218 12973,'-3'-9'401,"2"4"-66,0 0 0,-1 0 1,2 0-1,-1 0 0,0 0 0,1 0 0,0 0 0,0 0 1,1 0-1,-1 0 0,3-7 0,1-13 2074,-4 22-2205,0 0-1,1 0 0,-1 0 1,1 0-1,-1 0 0,1 0 0,0 0 1,0 1-1,0-1 0,1 0 1,-1 1-1,1-1 0,-1 1 0,1-1 1,0 1-1,0-1 0,0 1 1,0 0-1,0 0 0,1 0 0,-1 1 1,1-1-1,2-1 0,16-7 502,1 1 0,1 1 0,-1 1 1,1 1-1,37-5 0,-53 9-605,0 1 1,0 0 0,0 1 0,0-1 0,0 2-1,0-1 1,0 1 0,0 0 0,-1 0 0,1 1 0,0-1-1,-1 2 1,1-1 0,-1 1 0,1 0 0,9 6-1,-12-5-66,1 0-1,0 1 0,-1-1 1,0 1-1,0 0 0,0 0 1,-1 0-1,0 0 0,0 0 1,0 1-1,-1 0 0,1 0 1,-1-1-1,-1 1 0,1 0 1,-1 1-1,0-1 0,0 6 1,0 15-60,-2-1 1,-6 49 0,3-47-108,1 0 0,2 31 0,1-49 87,1 0 0,1 0-1,0-1 1,0 1-1,1-1 1,0 1-1,0-1 1,1 0-1,10 16 1,10 11-141,-17-27 93,0 0 0,-1 0 0,0 0 0,0 1-1,-1 0 1,-1 0 0,6 19 0,-9-27 83,-1 1-1,0 0 1,-1 0 0,1 0 0,-1 0 0,1 0 0,-1 0 0,0-1 0,0 1 0,0 0 0,0 0 0,0-1-1,-1 1 1,1-1 0,-1 1 0,0-1 0,0 0 0,0 0 0,0 0 0,0 0 0,0 0 0,0 0-1,-1 0 1,1-1 0,-4 3 0,-6 3-10,-1 0 0,0 0 0,0-1 0,-15 4 0,-64 16-56,-1-4-1,-102 10 1,19-3 79,156-24 18,16-4-1,9-2-20,687-58-3248,-586 54 2050,-1-5 0,160-35 0,-228 36 881,-1-2 0,0-1 0,-1-2 1,0-1-1,-1-2 0,0-2 0,-2-1 0,0-1 1,-2-1-1,44-42 0,-46 35 267,28-37 1,-46 54 172,-2-1 1,0 0-1,-1 0 1,0-1-1,-1 0 1,6-19-1,-10 29 28,-1-1 0,-1 1-1,1-1 1,-1 0 0,1 0 0,-1 1 0,-1-1-1,1 0 1,-1 0 0,0 1 0,0-1 0,0 1-1,0-1 1,-1 1 0,0-1 0,0 1 0,0 0-1,0 0 1,-1 0 0,0 0 0,0 0 0,0 0-1,0 1 1,0-1 0,-1 1 0,1 0 0,-1 0-1,0 1 1,0-1 0,0 1 0,0 0 0,-1 0-1,1 0 1,0 0 0,-1 1 0,-6-2 0,4 2 136,0 0 1,0 0-1,0 1 1,0 0-1,-1 0 1,1 1-1,0 0 0,0 0 1,0 1-1,0 0 1,0 0-1,0 0 1,1 1-1,-8 3 1,-2 3 443,0 1 0,0 0 0,-27 24 0,23-17-622,2 1 0,0 1 1,1 0-1,1 1 0,1 1 0,1 1 0,-19 37 1,28-49-113,1-1 1,0 1 0,1 0 0,0-1 0,1 2 0,0-1 0,0 0-1,1 0 1,0 1 0,1-1 0,0 0 0,1 1 0,0-1-1,1 0 1,0 0 0,0 0 0,1 0 0,0 0 0,1 0-1,0-1 1,9 16 0,-1-10 7,-1 1 0,2-2 0,0 0 0,1 0 0,0-1 0,1-1 0,1-1 0,0 0 0,0-1 0,24 12 0,19 3-685,108 33 0,-157-55 532,267 64-5960,-88-36-2731,-28-9-4527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26.6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1501 4980,'8'-2'655,"1"0"-1,-1-1 1,0 0-1,0 0 1,0-1-1,0 0 1,0 0-1,-1-1 1,0 0-1,0 0 1,0-1-1,0 0 1,-1 0-1,0-1 1,-1 1-1,7-11 1,67-123 9911,-76 135-10109,0 2 1,0-1-1,1 0 1,0 1-1,-1-1 0,1 1 1,0 0-1,9-5 0,-11 7 914,0 3-1335,-1 0 1,0 0 0,1 0 0,-1 0-1,0 0 1,0 0 0,0 0 0,0 1 0,-1-1-1,1 0 1,-1 1 0,1-1 0,-1 0-1,0 1 1,0-1 0,0 0 0,0 3 0,-8 42-142,5-36 155,-13 48-50,-3-1 0,-39 81 0,-5 15 0,51-122 0,2 0 0,2 1 0,0 1 0,3-1 0,0 1 0,1 47 0,4-67 0,1 0 0,0-1 0,1 1 0,1-1 0,0 1 0,1-1 0,0 0 0,1 0 0,1-1 0,0 1 0,0-1 0,1 0 0,1-1 0,0 0 0,0 0 0,1-1 0,1 0 0,15 13 0,-11-13-114,1 0 0,0-1 0,0-1 0,0-1 0,1 0 0,1-1 0,-1 0 0,1-2 0,-1 0 0,2 0 0,-1-2 0,25 1 0,0-3-393,0-1 0,0-3 0,81-16 0,-92 13 299,0-1-1,0-2 0,0-1 1,-2-1-1,55-31 0,-70 34 116,0 0-1,-1-1 0,0-1 0,-1 0 0,0 0 0,-1-1 0,0-1 0,-1 0 0,-1 0 0,0-1 0,0 0 0,-1-1 0,8-22 0,-9 15-24,0 0 1,-2-1-1,0 1 0,-1-1 1,-2 0-1,0 0 0,-2-1 1,0 1-1,-6-38 0,0 31 33,-1 1 0,-1 1-1,-2-1 1,0 1 0,-2 1-1,-28-47 1,10 28 30,-3 3 1,-1 0-1,-2 2 1,-1 2-1,-2 1 1,-2 3-1,-86-59 1,78 64-11,22 13 41,0-1 0,-28-24 0,53 40 21,1 1 1,-1-1-1,0 1 1,1-1-1,-1 0 0,1 0 1,0 0-1,-1 0 1,1 0-1,-1-4 0,2 5-1,-1 0 0,1 0 0,0 0-1,0 0 1,0 0 0,0 0 0,0 0-1,0 0 1,0 0 0,0 0 0,1 0-1,-1 0 1,0 0 0,1 0 0,-1 0-1,0 0 1,1 0 0,0 0 0,3-4-28,0 1 0,0 0 0,0 0 0,1 1 0,0-1 0,-1 1 1,8-4-1,-5 4-1,35-20-249,2 1 0,56-17 1,-12 4 25,254-125-337,-270 120 622,-1-2 0,101-82 0,-129 89 139,-3-1-1,-1-2 1,-2-2 0,50-68 0,-7-21 938,-30 46-107,-41 73-421,-9 20 171,-1 1-657,-12 178 848,-9 0 1,-7-2 0,-107 360-1,-216 403-1229,214-600-24,-138 357-280,117-269 280,149-409 309,1-5 7,-7 36-1,14-54 1,1 1 1,0-1-1,0 1 1,1 0-1,0-1 1,0 1-1,1-1 1,0 1-1,0 0 1,3 9-1,-2-11-4,1-1 1,0 1-1,0-1 0,0 0 0,0 1 0,0-2 0,1 1 0,0 0 1,7 5-1,-8-7 3,-1-1 0,1 1 1,-1-1-1,1 0 1,0 0-1,0 0 0,-1-1 1,1 1-1,0-1 0,0 1 1,0-1-1,0 0 0,0 0 1,5-1-1,38-9 8,-34 7-4,12-3-15,0-2-1,-1 0 1,0-2-1,0 0 1,26-18-1,98-76 42,-129 89-39,0-1-1,-1-1 1,-1 0-1,-1-1 1,0-1-1,-1 0 1,-1-1-1,-1-1 1,10-24-1,-10 17 21,-2-1 0,-1 0-1,-1-1 1,-2 0-1,-1 0 1,3-45 0,-8 24-177,-2 1 1,-2-1 0,-2 1 0,-2 0-1,-3 0 1,-2 1 0,-1 1-1,-30-65 1,-29-20-642,50 95 444,-36-80-1,57 113 314,0 0 0,1 0 1,-1 0-1,1 0 0,0-1 0,1 1 0,-1-1 1,1 1-1,0 0 0,0-1 0,1 1 0,0-1 1,0 1-1,0 0 0,2-7 0,0 6 11,1-1-1,-1 1 0,1 0 1,0 0-1,1 0 0,-1 0 1,1 1-1,0 0 0,1 0 1,-1 0-1,8-4 0,23-14-62,1 1-1,1 3 1,1 1-1,43-13 1,-38 14 2,454-154-1301,-418 146 983,99-29-856,229-81-4310,-381 123 2367,41-24 1,-48 25-2916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27.6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0 623 14101,'7'34'1024,"2"8"987,18 50 0,59 222 4560,-54-183-5353,52 135 1,-78-248-1111,2 0 0,0-1 0,2 0 1,-1-1-1,24 30 0,-26-39-24,0 0 0,0 0 0,1 0-1,0-1 1,0 0 0,0-1 0,1 0 0,0 0-1,0-1 1,0 0 0,1 0 0,-1-1 0,11 2-1,-1-2 94,-1-1-1,1-1 1,-1 0-1,1-1 1,0-1-1,-1-1 1,23-5 0,-7-1 185,-1-1 0,48-19 0,-55 16-310,-1-1 0,0-1 0,-1 0 0,0-2 0,30-27 0,-8 0-62,47-56-1,252-368 18,-179 225-137,275-306-6778,-424 526 5857,2 2-1,0 0 1,1 1-1,1 1 1,38-25-1,-58 42 832,1 0 1,0 0-1,0 0 1,0 0-1,0 0 0,0 1 1,0-1-1,0 1 1,0-1-1,0 1 0,1 0 1,-1 0-1,3 0 0,-4 0 3,0 1 0,0-1-1,0 0 1,0 0 0,-1 1-1,1-1 1,0 0 0,0 1-1,0-1 1,0 1-1,0-1 1,-1 1 0,1 0-1,0-1 1,0 1 0,-1 0-1,1-1 1,-1 1 0,1 0-1,-1 0 1,1 0-1,-1 0 1,1-1 0,-1 1-1,1 0 1,-1 0 0,0 1-1,-2 30-7064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27.8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718 96 7069,'67'-50'2392,"-64"47"-1871,1 0 0,-1 1-1,0-1 1,0 0 0,0-1 0,0 1 0,5-8 0,-8 11-430,0 0 1,0-1-1,0 1 1,0 0-1,0-1 1,0 1-1,1-1 1,-1 1-1,0 0 1,0-1-1,0 1 1,0 0-1,0-1 1,0 1-1,0-1 1,0 1 0,-1 0-1,1-1 1,0 1-1,0 0 1,0-1-1,0 1 1,0 0-1,-1-1 1,1 1-1,0 0 1,0-1-1,-1 1 1,1 0-1,0 0 1,0-1-1,-1 1 1,1 0-1,0 0 1,-1-1-1,1 1 1,0 0-1,-1 0 1,1 0-1,0 0 1,-1 0-1,1-1 1,-1 1-1,-5 0 362,-1-1-1,1 1 1,0 0-1,-1 1 1,1-1-1,-12 4 1,-12 4 133,0 1 1,1 1 0,0 1-1,-27 17 1,-106 67 1054,-34 46-395,163-114-1059,1 1 1,2 2 0,-45 57 0,67-77-172,1 1 1,1-1-1,0 1 1,-9 24-1,13-31-37,1 0 0,0 1 0,0-1 0,0 1 0,0-1 0,0 1 0,1-1 0,0 1 0,0 0 0,0-1 0,1 1 0,0-1 0,0 1 0,0-1 0,0 1 0,3 5 0,-3-8 0,0-1 0,1 1 1,-1-1-1,0 1 0,1-1 0,-1 0 1,1 1-1,0-1 0,-1 0 0,1 0 1,0 0-1,0 0 0,0-1 0,-1 1 0,1 0 1,3 0-1,33 4-149,-26-3 127,5 0-13,1 0-1,0-2 0,24-1 1,-34 0-5,1 0 0,0 1 0,-1 0 0,1 0 1,0 1-1,0 0 0,-1 0 0,1 1 1,-1 0-1,0 1 0,1 0 0,-1 0 0,0 1 1,0 0-1,8 6 0,-11-7-141,-1 1-1,0-1 1,0 1-1,0 0 1,-1 0-1,1 0 1,-1 1-1,0-1 1,0 1 0,-1 0-1,1 0 1,-1 0-1,0 0 1,1 7-1,3 31-3423,-11 4-3400,1-20-1654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28.1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329 302 10365,'0'0'3902,"0"4"-2236,0 60 1196,-9 67 1,6-107-2632,-2-1-1,0 0 1,-1 0 0,-2 0-1,0-1 1,-16 29 0,8-23-63,-1-1 0,-1-1 0,-1-1-1,-1 0 1,-2-2 0,-37 33 0,36-38 378,2 2-1,-22 23 1,41-41-137,9-7 10,368-250 1072,-199 140-1775,-77 49-544,316-204-2242,-203 144-1319,5 13-4222,-147 81 373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28.3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97 16013,'17'-9'2705,"0"6"-553,6-6-416,1-3-356,-1 6-388,21-6-804,-8 6-684,-5-3-604,-1-6-900,-17 9-908,7 0-2661,0 2-4540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30.1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2710 112 5096,'-8'-27'1090,"6"21"-188,35-6 9563,-40-7-9687,0 5 258,-1-16-472,7 27 1257,4 6-1606,38 46 269,-21-26-302,0 1-1,-2 0 0,0 2 0,15 30 0,-7 8 2,-3 1-1,-3 0 1,-3 2-1,-2 0 0,7 99 1,-17-98-188,-3-1 1,-4 1 0,-2-1-1,-3 1 1,-3-1-1,-3-1 1,-3 0 0,-3-1-1,-2-1 1,-4-1 0,-2-1-1,-3-1 1,-2-2 0,-3-1-1,-2-2 1,-3-1 0,-2-2-1,-3-2 1,-2-2 0,-1-2-1,-3-2 1,-80 53 0,55-50-297,-3-4 1,-140 56 0,-179 39-1223,-182 16-1748,-7-31-3389,472-100 4537,-142 29-4767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31.1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346 28 11317,'0'-3'2038,"1"1"-2160,-1 0 481,0 1 0,0-1 0,0 1 0,1-1 0,-1 1 0,0-1 0,1 1 0,0-1 0,-1 1 0,1 0 0,0-1 0,1-1 0,-1 3-93,0-1 0,0 1 1,0 0-1,1 0 0,-1 0 1,0 0-1,0 0 0,0 0 1,0 0-1,0 0 0,0 1 1,0-1-1,1 0 0,-1 1 0,0-1 1,0 1-1,0-1 0,0 1 1,1 0-1,-1 0-167,-1 0 0,1 1-1,0-1 1,-1 0 0,1 0-1,-1 0 1,1 1 0,-1-1 0,0 0-1,1 0 1,-1 1 0,0-1 0,0 0-1,0 1 1,0 1 0,0 0 132,5 25 268,-1 1 0,-1 0 0,-2 0-1,-1 0 1,-1 0 0,-8 49 0,-52 168 306,54-220-702,-105 303 373,54-169-348,10-33-52,-20 59-1,60-158-74,1 0 0,1 1 1,1 0-1,0 47 0,5-69-21,0 0-1,0 0 1,1 0 0,0 0-1,0 0 1,1 0 0,0-1-1,0 1 1,0 0 0,1-1-1,4 8 1,-5-11-5,1 0 1,-1-1-1,1 1 1,0 0-1,-1-1 1,1 0-1,0 1 1,0-1-1,0 0 1,1-1-1,-1 1 1,1 0-1,-1-1 1,0 0-1,1 0 1,0 0-1,-1 0 1,1-1-1,0 1 1,-1-1 0,1 0-1,0 0 1,5-1-1,9-1-33,-1-1-1,1 0 1,-1-1 0,0-2-1,0 1 1,-1-2-1,0 0 1,0-1 0,28-19-1,5-8-37,69-66 0,-32 26 91,-52 44 383,-32 30-136,6 76 920,-5-65-1053,1-1-1,0 1 0,1-1 0,-1 0 1,2 0-1,-1-1 0,1 1 0,1-1 0,0-1 1,0 1-1,0-1 0,1 0 0,0-1 1,0 0-1,16 9 0,2-1-24,1-1 1,0-2-1,0 0 0,36 7 0,32 3-1070,186 15 0,-271-35 839,97 3-4141,201-16-1,-148 1-3769,-39 9-2724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31.6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641 118 11857,'4'-12'711,"1"0"0,0 1 1,1 0-1,0 0 0,1 1 0,0-1 0,10-11 0,-3 7 809,-11 12-113,-1 5 72,1 0-1269,0 1-1,-1 0 1,1 0-1,-1 0 1,0 0-1,0 0 1,0 1-1,0-1 1,0 1 0,-1-1-1,0 1 1,0 0-1,0-1 1,0 1-1,1 7 1,0 7 203,-1 0 0,-1 22 0,-3-3-137,-2 0 0,-1-1 0,-2 0 0,-1 0 0,-2 0 0,-2-1 0,-31 61 0,-14 11 47,-76 102 1,-269 355 24,392-548-359,0-1 0,1 2 0,-7 17 0,16-33 9,0 1 0,0-1 0,1 1 0,-1-1 0,0 1 0,1-1 1,0 1-1,-1-1 0,1 1 0,0 0 0,0-1 0,0 1 0,0-1 0,0 1 0,0 0 1,0-1-1,1 1 0,-1-1 0,0 1 0,1-1 0,0 2 0,0-2 0,0 0 0,0 0-1,0 0 1,0 0-1,0 0 1,1-1 0,-1 1-1,0 0 1,0-1 0,1 1-1,-1-1 1,0 1 0,0-1-1,1 0 1,-1 0-1,1 1 1,-1-1 0,3 0-1,8-1-7,-1 0 0,0-1 0,1 0-1,14-5 1,-19 5 12,75-21-23,93-23-36,-175 46 57,313-59-103,48 33 111,-295 27-18,-1 2-1,0 4 1,99 22-1,-150-26 14,-1 1 0,0 1 0,0 0 1,-1 0-1,1 1 0,18 13 0,-29-18-3,0 1 0,1 0 0,-1 0 0,0 0 0,0 0 0,0 1-1,0-1 1,0 1 0,-1-1 0,1 1 0,-1-1 0,0 1 0,0 0 0,0 0 0,1 4 0,-1-4 0,-1 0-1,-1 0 1,1 0-1,0 0 1,-1 0 0,1-1-1,-1 1 1,0 0 0,0 0-1,0 0 1,0-1 0,-1 1-1,1 0 1,-1-1 0,0 1-1,1-1 1,-1 0 0,0 0-1,-3 2 1,-5 7 6,-1-2 1,0 1-1,-1-1 0,0-1 1,-19 10-1,-70 29 17,80-39-20,-526 185-142,268-102-2060,219-71 892,-50 18-1421,41-10-6617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31.8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402 1 15417,'-29'6'819,"-1"-1"1391,1 2 0,-50 19 0,48-13 170,24-11-2037,0 0 0,0 1 0,0 1 0,0-1 0,0 1 0,0 0-1,1 1 1,0-1 0,0 1 0,0 1 0,-9 10 0,4-2-540,0 1 1,1 0-1,1 1 1,1 0 0,0 0-1,1 1 1,0 0-1,2 1 1,-5 21 0,5 17-2531,0 8-2610,-5-25-2086,0-11-1503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32.3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391 863 8849,'-18'36'1335,"-1"-1"0,-2-1 1,-1-1-1,-29 33 0,15-26-883,-1-1 0,-65 53 0,96-87-536,-1-1 1,1 1 0,-1-1-1,0 0 1,0-1-1,-10 4 1,16-7 67,0 1 0,0-1 0,0 0 0,0 0 0,1 0 0,-1 1 0,0-1 0,0 0 0,0 0 0,0 0 0,0 0 0,0-1 0,1 1 0,-1 0 0,0 0 0,0 0 0,0-1 0,0 1 0,1-1 0,-1 1 0,0 0 0,0-1 0,1 1 0,-1-1 0,-1-1 0,1 0 6,1 0 0,-1 0 0,0 0 0,1 0 0,-1 0 1,1 0-1,0 0 0,0 0 0,0 0 0,0 0 0,0 0 0,0-1 0,1 1 0,-1 0 1,1 0-1,0-3 0,7-19-29,0 0 1,1 1 0,1-1-1,15-21 1,59-87 20,3 21 195,118-117-1,-115 139 351,3 3 0,4 5 0,4 4 0,3 4 0,138-72 0,-229 138-442,11-6 110,0 1-1,32-11 1,-50 21-110,0 0 0,1 1 0,0-1 1,-1 1-1,1 0 0,-1 1 0,1 0 1,0 0-1,0 0 0,-1 1 0,1 0 1,-1 0-1,1 1 0,7 2 0,-13-4-61,-1 1 1,1-1-1,0 0 0,0 1 0,0-1 1,-1 1-1,1 0 0,0-1 0,-1 1 1,1-1-1,-1 1 0,1 0 0,-1 0 0,1-1 1,-1 1-1,1 0 0,-1 0 0,0 0 1,1-1-1,-1 1 0,0 0 0,0 0 1,1 0-1,-1 1 0,-5 26 313,-20 21 86,8-28-208,0-1 0,-2 0 0,0-2 0,-42 32 1,22-17-3,-16 12 121,-94 105 1,134-133-317,0 2 1,1 0 0,1 1-1,1 0 1,1 0 0,1 1 0,0 1-1,2 0 1,-11 44 0,17-50-67,1 1 0,1-1 0,0 0 0,1 1 0,1-1 0,0 0 0,1 0 0,1 0 0,0 0 0,2-1 0,-1 0 0,2 0 0,14 25 0,11 11-140,2 0-1,54 59 1,-51-64 34,-25-32 93,-1 0-1,-1 1 1,0 1-1,15 33 1,-23-43 48,1 1 0,-1 0 0,-1 0 0,1 0 1,-1 0-1,0 0 0,-1 0 0,0 0 0,0 0 0,0 0 0,-1 0 1,0 0-1,0 0 0,-1 0 0,-4 13 0,0-9 9,0 1 1,0-1-1,-1-1 1,0 1-1,-1-1 1,-1 0-1,1-1 0,-1 0 1,-1 0-1,-18 13 1,-10 2 55,-69 34 0,96-52-44,-430 181 743,214-108-1873,2-7-4756,223-71 5442,0-1 1,0 1 0,0-1 0,1 1 0,-1 0 0,0 0 0,1 0 0,-1 0 0,0 0 0,1 0 0,-2 1 0,2 12-7756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13:32.4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275 0 13145,'-137'21'2128,"117"-21"-147,-17 3-553,4-3-348,9 0-200,1 3 280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00.0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1 275 11209,'24'-13'506,"-6"2"391,0 2 0,1 0 0,0 1 0,39-11 0,-41 16-627,0 1-1,0 0 0,0 2 1,1 0-1,-1 1 0,0 0 1,0 2-1,0 0 0,0 1 1,0 0-1,-1 2 0,1 0 1,-1 0-1,-1 2 1,1 0-1,25 18 0,-27-16-219,1 2 0,-2-1 0,0 2-1,0 0 1,-1 0 0,-1 1 0,0 0-1,-1 1 1,0 0 0,-1 1 0,-1 0-1,-1 1 1,0-1 0,-1 1 0,-1 1 0,4 18-1,-6-7-4,-1 1 0,-1 0 0,-1 0 0,-2 0 0,-1-1 0,-1 1 0,-15 51 0,2-26 5,-3 0 0,-2-1 0,-29 52 0,41-85 92,-2 1 1,0-2-1,-2 1 1,0-2-1,-1 0 1,-27 26-1,42-44-131,-1-1 0,1 1 0,-1-1 0,1 0 0,-1 1 0,0-1 0,1 1 0,-1-1 0,1 0 0,-1 0 0,0 1 1,1-1-1,-1 0 0,0 0 0,1 0 0,-1 0 0,0 0 0,0 0 0,1 0 0,-1 0 0,0 0 0,1 0 0,-1 0 0,0 0 0,1 0 0,-1-1 0,0 1 0,1 0 0,-1 0 0,0-1 0,1 1 0,-1 0 0,1-1 0,-1 1 0,1-1 0,-1 1 0,1-1 0,-1 1 0,1-1 0,-1 1 0,1-1 1,-1 1-1,1-1 0,0 0 0,-1 1 0,1-1 0,0 0 0,0 1 0,-1-2 0,-1-3 30,1-1 1,-1 1 0,1 0-1,0-1 1,-1-7 0,2 0 8,1-1 1,0 0 0,0 1 0,1-1 0,1 1 0,0 0 0,1-1 0,7-13 0,52-104 185,-60 126-226,272-440-2077,-63 167-2813,-107 159-785,0 13-3427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00.4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574 68 11021,'-1'0'150,"-1"0"1,1 0-1,0 0 1,-1-1-1,1 1 1,0-1-1,-1 1 1,1-1-1,0 1 1,0-1-1,-1 0 1,1 1-1,0-1 1,0 0-1,0 0 1,0 0-1,0 0 1,0 0-1,0 0 1,0 0-1,0 0 0,1-1 1,-1 1-1,0 0 1,1 0-1,-1-1 1,1 1-1,-1 0 1,1-1-1,0 1 1,0 0-1,-1-1 1,1 1-1,0-1 1,0 1-1,0 0 1,1-1-1,-1-1 1,-1 1 222,1 0 1,-1 0-1,0 0 1,0 0 0,-1 1-1,1-1 1,0 0 0,-1 0-1,1 1 1,-1-1-1,-2-2 1,-2 0 2338,16 14-1645,-8-8-989,0 1 0,0-1 0,0 1 0,0 0 0,0 0 0,0 0 0,-1 0 1,1 0-1,-1 0 0,0 0 0,0 0 0,0 1 0,0-1 0,-1 0 0,1 7 1,-1 5 192,0-1 0,-4 23 1,1-14-56,-22 131 587,10-76-524,-5 83 0,13 3-50,6-140-204,2-1 0,0 0 0,2 0 0,0 0 0,2 0 0,0 0 0,1-1 0,2 0 0,17 37 0,-20-50-23,1 0 1,-1-1-1,1 1 0,1-1 1,0 0-1,0-1 1,0 0-1,1 0 0,0-1 1,1 1-1,-1-2 1,1 1-1,0-1 0,0-1 1,1 0-1,-1 0 1,1-1-1,0 0 0,0 0 1,0-1-1,17 1 1,-6-3-1,1-1 0,-1 0 1,0-2-1,0 0 0,-1-1 0,1-1 1,-1-2-1,0 0 0,0 0 0,-1-2 1,0-1-1,0 0 0,-1-1 1,-1-1-1,0-1 0,17-15 0,-25 18 0,0 0-1,0-1 1,-1 1-1,0-2 1,-1 1-1,0-1 1,-1 0-1,0 0 1,-1-1 0,0 0-1,-1 0 1,3-16-1,-5 13-7,0 0-1,-2-1 1,1 1-1,-2 0 1,0-1 0,-1 1-1,-1 0 1,-1 0-1,-5-17 1,-2 2-9,-2 2 0,-1-1 0,-1 2 0,-2 0 0,0 1 0,-2 0 0,-1 2 0,-1 0 0,-41-36 0,29 32-44,-2 2-1,0 2 1,-1 1-1,-2 1 0,0 2 1,-75-28-1,80 38-231,0 1-1,0 1 0,-1 3 0,0 0 1,-1 2-1,1 2 0,-1 1 0,1 1 1,-40 6-1,56-3-101,0 1 0,0 0-1,0 1 1,0 1 0,1 0 0,0 2 0,-18 10-1,28-14-43,0 1 0,0 0 0,1 0 0,0 1 0,0 0 1,0 0-1,-8 12 0,11-13-113,0 0 0,0 0 0,1 1 0,0-1 0,0 0 1,0 1-1,0 0 0,1-1 0,0 1 0,1 0 0,-1-1 1,1 9-1,7 37-8512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02.0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936 23 10013,'1'0'74,"-1"-1"-1,0 1 1,0-1 0,1 0-1,-1 1 1,0-1 0,0 1 0,0-1-1,0 0 1,1 1 0,-1-1-1,0 1 1,0-1 0,0 0 0,0 1-1,0-1 1,-1 1 0,1-1-1,0 0 1,0 1 0,0-1 0,0 1-1,-1-1 1,1 1 0,0-1-1,-1 1 1,1-1 0,-1 0 0,-17-4 1646,12 5-1348,0 0 0,-1 1 0,1 0 1,0 0-1,-10 4 0,-15 7 510,2 1 0,-1 1-1,-41 29 1,-79 67 339,117-85-980,-298 266 829,267-232-971,31-27-1,-47 56-1,78-86-85,0 1-1,0 0 0,0 0 1,1 0-1,-1 0 1,1 0-1,-1 0 0,1 0 1,-2 7-1,3-10-9,0 0 0,0 1 0,0-1 0,0 1 0,0-1-1,0 0 1,0 1 0,0-1 0,0 0 0,1 1 0,-1-1 0,0 0 0,0 1 0,0-1 0,0 0 0,0 1 0,1-1 0,-1 0-1,0 1 1,0-1 0,1 0 0,-1 0 0,0 1 0,0-1 0,1 0 0,-1 0 0,0 0 0,1 1 0,-1-1 0,1 0 0,18-2 35,28-19 65,-1-2-1,-1-1 0,57-42 1,16-9 27,-39 27-27,99-52 215,-158 91-296,0 1 0,0 0 0,1 2 0,0 0 0,0 2 0,0 0 0,26-1 0,-31 5-10,0 1 1,0 0 0,-1 1-1,1 1 1,-1 1 0,1 0-1,-1 1 1,0 0 0,18 10-1,2 5-5,0 0 0,44 37 0,-59-42-32,0-1 0,0-1 0,30 14 0,-40-23 14,0 0-1,1 0 0,-1-1 0,1-1 1,0 0-1,-1 0 0,1-1 0,0-1 1,20 0-1,27-8-88,84-23 1,-24 4 49,-52 16 47,-1-4-1,68-23 0,-105 27 47,-1 0 1,0-2-1,-1-1 1,-1 0-1,0-2 1,43-37-1,26-20 823,-88 69-855,-4 2 55,3 3-9,7 1-20,-9-2-30,0 0 1,1 1-1,-1 0 1,1-1-1,-1 1 0,0 0 1,1 1-1,-1-1 1,0 1-1,0-1 0,0 1 1,0 0-1,0 0 0,0 0 1,3 4-1,5 8 21,1-1-1,0 0 0,1 0 0,1-1 1,24 17-1,-28-23-18,1-1 0,-1 0-1,1 0 1,0-1 0,0 0 0,0-1 0,0-1 0,1 1 0,0-2-1,18 1 1,18-3 3,0-2 0,-1-2-1,0-3 1,86-24 0,-13-10-20,-49 15 2,149-34 0,-206 60 10,0-1-1,-1 2 1,1 0-1,0 0 1,-1 2 0,15 2-1,80 24-72,-37-8 77,-44-14-12,330 70-928,-307-69 789,0-2-1,1-2 0,-1-3 0,0-2 0,60-9 0,-91 8 146,-1-1-1,1-1 0,-1 0 1,17-9-1,-31 12-277,1 0 0,-1 0 0,1-1 0,-1 1 0,0-1-1,0 0 1,0 0 0,0 0 0,-1-1 0,1 1 0,-1-1 0,0 0 0,0 0 0,0 0 0,-1-1 0,1 1 0,-1-1 0,0 1 0,1-6 0,-2-11-14481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02.6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51 335 7897,'-5'-2'789,"0"0"1,1-1-1,-1 1 0,1-1 1,0 0-1,0 0 1,0 0-1,0 0 0,-5-7 1,7-1 3165,13-16-1651,-5 23-2047,0 0 1,0 0-1,0 0 1,1 0-1,0 1 1,-1 0-1,1 1 0,0 0 1,10-2-1,-1-1 81,64-15 678,1 4 0,156-10 1,-176 21-796,1170-72-1176,-1154 73 554,204-8-1466,193-11-2714,-162-2-3557,-157 9-1168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03.0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265 88 13521,'-24'-33'2448,"4"15"125,-3 9-269,-4 3-344,3 0-388,4 0-324,4 3-296,-5 0 229,1 0-1545,7 3-541,3 9-2935,0 3 340,-10 0-2205,3 3-4756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07.1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6291 323 3604,'15'-20'2534,"-13"16"-2304,1 0 0,0 1-1,-1-1 1,1 1 0,0 0 0,1 0 0,-1 0 0,0 0 0,1 1-1,0-1 1,4-1 0,-2 0 139,0 0 0,-1 0 0,0 0-1,0 0 1,0-1 0,0 0 0,0 0 0,6-10-1,1 0 354,-11 11-626,0 1 0,0 0 1,-1 0-1,1-1 0,-1 1 1,0-1-1,0 1 1,0 0-1,0-1 0,-1-3 1,0 5-78,0 0 1,0 0 0,1 0-1,-1 0 1,-1 0 0,1 0-1,0 0 1,0 0 0,-1 0-1,1 1 1,-1-1 0,0 0-1,1 1 1,-1 0 0,0-1-1,0 1 1,-2-2 0,-47-17 102,-20 1 60,-127-16 1,-88 6-153,-37 11 32,0 15-1,-406 46 1,338 8-14,-571 150 1,648-111-8,-577 251-1,631-216-7,6 12 0,-338 240-1,286-138 10,236-177-13,4 3 0,-68 84-1,112-121-21,1 0-1,2 2 0,0 0 1,2 1-1,2 1 0,-20 57 1,30-74 6,1 1 0,0-1 0,2 1 0,-1 0 0,2 0 0,0 0 0,2 0 0,-1 0 0,2 0-1,0 0 1,1 0 0,0-1 0,1 1 0,1-1 0,1 0 0,0 0 0,9 15 0,-2-10-7,2 0 0,0 0 0,1-1 0,1-1-1,1-1 1,0 0 0,1-2 0,1 0-1,1-1 1,41 21 0,4-3-4,2-3-1,102 28 1,23-5 32,3-8 0,283 26 0,409-29-215,482-107 0,-12-133-112,-368-35 192,-763 163 96,-3-11 0,266-136 0,-352 144 64,133-96 0,-199 119 33,-3-3 1,-2-4 0,81-89-1,-123 119-51,-1-1 0,-2-1 0,-1-1 0,-1-1 0,-2-1 0,-1-1 0,22-62-1,-33 78-22,-2-1 0,0 1-1,-1-1 1,0 1-1,-2-1 1,0 0 0,-1 0-1,-1 0 1,-1 1 0,-1-1-1,0 0 1,-1 1-1,-1 0 1,-1 0 0,-1 0-1,0 1 1,-13-21-1,0 6 7,-2 1-1,-2 1 0,0 1 0,-2 1 0,-1 1 0,-1 2 0,-1 0 0,-2 2 0,-37-22 0,-5 3-11,-2 4 0,-2 2 1,-86-27-1,-13 8-39,-3 7 0,-323-43 1,-378 32-1847,285 66-719,202 19-1915,181-6-4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07.8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254 663 5809,'0'0'3542,"-1"-2"-1858,0-3-1013,0 0 0,0 0 0,1-1-1,0 1 1,0 0 0,0 0 0,0 0 0,2-8 0,0 8-557,-1 0 0,1 1 0,0-1 0,0 1 0,5-8 1,7-6 188,0 1-1,2 1 1,0 0 0,1 1 0,0 0 0,1 2 0,35-20 0,18-16 259,-28 17-113,47-46 0,-78 65-372,1-1 1,-2 0 0,0 0 0,0-1-1,-1-1 1,-1 0 0,9-23 0,-14 30-60,-3 6-10,1 1 0,-1-1 0,1 1 0,-1-1 0,0 0 1,-1 0-1,1 0 0,0 0 0,-1 0 0,1 0 0,-1 0 1,0 0-1,0 1 0,0-1 0,0 0 0,-1 0 0,1 0 1,-1 0-1,0 0 0,0 0 0,0 0 0,0 1 0,0-1 1,-2-2-1,0 1-4,0 0 0,0 1 0,0-1 0,-1 1 0,1 0 0,-1 0 0,0 0 0,0 1-1,0-1 1,0 1 0,0 0 0,0 0 0,0 0 0,-1 1 0,1 0 0,-1 0 0,1 0 0,-1 0 0,0 0 0,1 1 0,-1 0 0,0 0 0,1 0 0,-1 1 0,-8 1 0,-10 3 5,-1 1 0,1 1 0,0 0 0,1 2 0,0 1 0,0 0 0,1 2 0,-36 26 1,24-12 7,1 0 1,2 2-1,1 2 1,-34 42-1,51-56-10,0 1 0,1 0 0,1 0 0,1 1-1,0 0 1,1 1 0,1 0 0,1 0 0,-5 26-1,8-27-2,1 0-1,1 0 0,1 0 1,1 0-1,0 0 0,1 0 1,1 0-1,1-1 0,0 1 1,12 28-1,-6-23 0,1-1 1,1 0-1,0-1 0,2 0 1,24 28-1,92 84 9,-86-92-23,67 83-1,-107-119 9,0 1 0,0-1-1,0 1 1,-1 0-1,0 1 1,0-1-1,-1 0 1,0 1 0,2 7-1,-4-10 5,1 0-1,-1 1 0,0-1 1,0 0-1,-1 0 1,1 0-1,-1 0 0,0 0 1,0 0-1,0 0 1,-1 0-1,1 0 0,-1 0 1,0 0-1,0-1 1,-3 4-1,0 0 1,-1-1 1,0 0-1,0 0 0,-1 0 0,1-1 1,-1 0-1,-1 0 0,1-1 1,-1 0-1,-11 5 0,-13 4 12,-41 9 1,64-19-16,-60 14-589,-89 11 0,59-16-9252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08.0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97 0 12205,'-2'1'2286,"0"0"-2062,0-1 0,0 1-1,0 0 1,0 0 0,0 0-1,1 0 1,-1 0 0,0 0-1,1 0 1,-1 0 0,1 1-1,-1-1 1,1 1 0,0-1-1,-1 1 1,1-1 0,0 1-1,0 0 1,0 0 0,0-1-1,1 1 1,-1 0 0,0 0-1,1 0 1,-1 0 0,1 0-1,0 2 1,-18 86 1460,5 1-1,-2 96 1,15-185-1673,-3 202-5,3-78-900,-9 159-5528,8-244 4274,1 2-3021,3-15-3036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08.3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0 266 4664,'239'-27'3521,"-156"18"-3184,84-12 46,-129 16-253,0-2 1,-1-1 0,0-1 0,-1-3-1,0-1 1,-1-1 0,52-30-1,-10-9 882,-77 52-962,0 0 1,1 0 0,-1-1-1,0 1 1,0 0 0,0-1 0,0 1-1,0 0 1,0 0 0,-1-1-1,1 1 1,0 0 0,-1 0-1,0-3 1,0 3 47,1 0-75,0-1-1,0 1 0,-1 0 0,1 0 0,0 0 0,-1 0 0,1 0 0,-1 1 0,0-1 0,1 0 1,-1 0-1,1 0 0,-1 0 0,0 0 0,0 1 0,0-1 0,0 0 0,1 1 0,-1-1 0,0 1 1,0-1-1,0 1 0,0-1 0,-2 0 0,1 1 13,-1 0-1,0-1 1,0 1-1,0 0 1,0 0-1,1 0 1,-1 1-1,0-1 1,-4 2 0,-5 1 71,1 1 0,-1 1 0,-19 11 0,14-5-142,2 1 0,-1 1 0,1 0 0,1 0 0,1 2 1,0 0-1,0 0 0,2 1 0,0 1 0,1 0 0,0 0 1,2 1-1,0 0 0,-7 24 0,14-37-23,-1 0 0,1-1 0,1 1 0,-1 0 0,1 0 0,0 0 1,0 0-1,0-1 0,0 1 0,1 0 0,0 0 0,0 0 0,0-1 0,1 1 0,0-1 0,-1 1 0,2-1 0,-1 0 0,0 1 0,1-1 0,0 0 0,6 6 0,-4-5 42,1-1-1,0 1 0,0-1 0,0-1 1,0 1-1,0-1 0,1 0 0,0-1 1,0 0-1,-1 0 0,1 0 0,0-1 1,1 0-1,12 1 0,10-3 431,0-1 0,-1-2 1,0 0-1,53-16 0,-1 0 552,-69 18-1022,0 0-1,0 1 1,0 0 0,0 1 0,20 2 0,-18 0-1742,0 1 1,22 7 0,5 6-3494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08.6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43 6813,'47'-33'3474,"-45"32"-3261,1 0 1,0 0-1,0 0 1,0 1-1,0-1 1,-1 1-1,1 0 1,0 0-1,0 0 1,0 0-1,0 1 1,0-1-1,0 1 1,-1 0-1,1-1 0,5 4 1,1 0 2,-1 1-1,1 0 1,-1 1 0,1 0 0,-2 0-1,1 1 1,-1 0 0,0 0 0,11 16-1,-5-6-42,-1 1 0,0 0 0,-2 1 0,0 0 0,-1 0-1,-1 1 1,8 30 0,-8-18 60,-2-1 1,-1 1-1,-2 0 1,0 38-1,-3-67 277,2-5-463,19-20-771,-1-1 0,-1-1-1,22-38 1,3-2-987,97-132-5394,-87 121 2622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08.8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146 0 6749,'-1'2'131,"0"0"0,0 0 1,0 0-1,0-1 0,0 1 1,-1 0-1,1-1 0,0 1 1,-1-1-1,0 1 0,1-1 1,-1 0-1,0 0 0,1 0 1,-1 0-1,0 0 0,0 0 1,-2 1-1,1-1 68,0 0 0,1 0 1,-1 0-1,1 1 0,-1-1 0,1 1 0,-1 0 0,1-1 1,0 1-1,0 0 0,0 1 0,0-1 0,1 0 1,-4 5-1,-5 15 689,1 0 1,1 1 0,1-1-1,0 2 1,-2 24-1,-10 127 1321,14-125-1760,2 16-114,2-1 0,11 97-1,11-15-2126,7-4-3389,-11-87 710,5-8-2326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08.9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88 10125,'10'-24'4216,"4"15"-2440,-1 3-279,7-6-345,17-3-292,7 9-184,16 3-344,7-3-640,20 6-812,14-6-944,9 6-3001,1 3-4028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22.7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624 421 2976,'0'0'1863,"-2"1"-1434,-26 9 160,25-9 1411,5-2-1924,3-2-123,-3 1 92,0 1 0,1-1 0,-1 1 0,0-1 0,0 1 0,0-1 0,0 0 1,-1 0-1,1 0 0,-1 0 0,1 0 0,-1-1 0,2-2 0,32-68 1106,-34 71-171,9-29-249,-10 28-240,4-14 97,11-29 884,-14 43-1131,0 0 13,4-17 329,2 0 1,0 1-1,1-1 0,13-23 1,13-31 170,-33 71-608,11-19-158,-82 82 42,68-59-42,-20 16 245,7 3-137,1 1-1,0 0 0,2 0 1,-12 28-1,-34 101 834,25-60-419,7-24-80,-250 692 2755,219-556-3432,10 3 1,8 1-1,-15 254 1,45-346-1198,-5 63-2361,14-64-4723,0-87-737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23.6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0 594 5276,'6'9'1349,"-2"-18"3535,20-4-3070,19-3-1121,2 2 1,0 2-1,73-10 0,-94 18-549,849-91 2104,-230 61-1882,-390 22-249,1848-48 191,330-17-139,-1657 11-63,-606 39-55,-149 23-46,0-2-1,0 0 1,0-1-1,-1-1 1,0-1-1,20-13 0,-38 22-3,0 0-1,0 0 0,0 0 0,0 0 0,0 0 0,1-1 1,-1 1-1,0 0 0,0 0 0,0 0 0,0 0 0,0 0 1,0 0-1,0 0 0,0 0 0,0-1 0,0 1 0,0 0 1,0 0-1,0 0 0,1 0 0,-1 0 0,0 0 0,0-1 1,0 1-1,0 0 0,0 0 0,0 0 0,0 0 0,0 0 1,-1 0-1,1-1 0,0 1 0,0 0 0,0 0 0,0 0 1,0 0-1,0 0 0,0 0 0,0 0 0,0-1 0,0 1 1,0 0-1,0 0 0,0 0 0,-1 0 0,1 0 0,0 0 1,0 0-1,0 0 0,0 0 0,0 0 0,0 0 0,0 0 1,-1-1-1,-4-5 2,-1 1 0,0-1 0,0 1 0,0 0 0,-1 0 0,0 1 0,0-1 1,0 2-1,0-1 0,0 1 0,-1 0 0,0 0 0,0 1 0,1 0 0,-13-1 0,-14-1-70,-1 0-1,-42 2 0,-128 12-2768,138 4 1647,64-14 1105,0 1-105,-27 6 246,26-6 654,9-2-362,28-3 548,0 2-1,0 1 0,0 1 0,44 7 0,-75-7-869,0 1 0,0-1 0,1 0 0,-1 1 0,0-1 0,0 1 0,0 0 0,0 0 0,0-1 0,-1 1 0,1 0 0,0 1 0,0-1 0,-1 0 0,3 2 0,-2 0 16,-1 0 0,1-1 0,-1 1 0,1 0 0,-1 0 0,0 0 0,0 0 0,0 0 0,0 0 0,-1 0 0,1 5 0,0 6 73,-1 1 0,0-1 1,-1 0-1,-1 1 0,0-1 1,-1 0-1,0 0 0,-7 15 1,-50 114 1165,45-109-992,-12 24 199,-405 947 3468,371-829-3770,7 2 0,9 2 0,7 2 1,9 2-1,-8 224 0,34-325-327,4 0-1,3-1 0,16 86 1,-14-132-211,2-1-1,1 0 1,2 0 0,2-1 0,0-1 0,3 0-1,0-1 1,2 0 0,32 41 0,-40-62-127,-1 0 0,2-1 0,0 0 0,0 0 0,1-1 0,0 0 1,23 11-1,-32-18-31,0-1 1,0 0-1,1 0 1,-1-1-1,1 1 1,-1-1-1,1 0 1,-1 1-1,1-1 1,-1-1-1,1 1 1,-1 0-1,0-1 0,1 0 1,-1 0-1,0 0 1,1 0-1,-1-1 1,4-1-1,12-15-8246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24.3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40 474 5593,'-20'1'317,"1"-1"10038,102 6-8614,128-7 1,-117-2-1248,1373-3 1795,-479 6-1925,1389-42-58,-955-32-240,-13-66 60,-1357 134-115,235-39 51,-229 33-47,-1-2 1,99-40-1,-155 54-27,0-1-1,0 1 1,0 0-1,0-1 0,0 1 1,0 0-1,0-1 1,0 1-1,0-1 1,0 0-1,0 1 1,0-1-1,0 0 1,0 0-1,0 1 1,-1-1-1,1 0 0,0 0 1,-1 0-1,1 0 1,0 0-1,-1 0 1,1-2-1,-1 1-28,-1 0 0,0 1-1,0-1 1,0 1 0,0-1-1,0 1 1,0-1 0,0 1-1,0 0 1,-1-1 0,1 1-1,-3-2 1,-2-1-133,0-1 0,0 1 0,0 1-1,-1-1 1,1 1 0,-1 0 0,0 0 0,1 1-1,-1 0 1,-1 0 0,-7 0 0,-14-2-2574,-45 2 0,42 1-316,-43 1-5976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25.3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0 263 10721,'7'-39'2184,"3"21"-316,20-13-268,14 13-251,6 0-273,14 0-240,13-3-192,10 3-104,10 0-112,7 0-204,3 6-344,7 0-416,-4 3-568,1 3-324,-7 0-412,-14 9-445,-16 0-1791,-11 3-3021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25.5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235 39 7633,'-4'-1'396,"1"0"0,-1 0 0,1 0 1,0 0-1,0-1 0,-1 0 0,1 1 1,0-1-1,0 0 0,0 0 0,1 0 0,-1-1 1,1 1-1,-1-1 0,1 0 0,-3-3 1,4 6-207,0-1 0,0 1 0,0-1 0,-1 1 1,1 0-1,0-1 0,-1 1 0,1 0 0,0 0 1,0 0-1,-1 0 0,1 0 0,0 0 0,-1 0 1,-1 1-1,1-1 240,-2 1-190,1 0-1,0-1 0,-1 1 1,1 0-1,0 0 0,0 1 1,-1-1-1,1 1 0,0 0 1,1-1-1,-1 1 0,0 1 1,0-1-1,1 0 1,-1 1-1,1-1 0,-4 6 1,-1 1 219,0 1 0,1 0 0,1 0 1,-6 13-1,-1 8 147,2-1 0,1 2-1,2-1 1,-4 34 0,-4 130 339,15-129-1889,2 0 0,17 96 0,20 30-5201,-22-129-101,6-4-3968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25.7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21 14381,'-17'-12'5297,"48"6"-4361,19 6-384,0-3-336,14 3-692,13 0-800,13 3-756,1 0-3189,2 0-4172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25.8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1 103 9025,'0'0'5772,"3"-18"-4404,0 3-239,24 6-229,20-3-236,-4 3-392,14 3-500,4 0-756,6-3-637,-4 0-615,-6 3-1816,4 3-2973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26.0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216 0 9693,'-1'3'266,"0"-1"1,0 0-1,0 0 1,-1 0-1,1 0 1,-1 0-1,0 0 0,1 0 1,-1 0-1,0-1 1,0 1-1,0-1 1,0 1-1,0-1 1,0 0-1,-3 1 1,-19 16 1661,14-10-1382,1 1-1,1 0 1,0 1 0,0 0-1,0 0 1,1 1 0,1 0 0,0 0-1,-6 16 1,1 11 131,1 0-1,2 1 1,-4 55 0,6-44-2146,-17 71 1,14-91-1000,25-83-8266,-3 11 5542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26.3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8113,'3'1'1447,"2"0"-1194,0 0-7,-1 0-1,1 1 1,0-1 0,0 1-1,-1 0 1,1 1-1,-1-1 1,0 1-1,1 0 1,-1-1 0,0 2-1,-1-1 1,1 1-1,-1-1 1,1 1-1,3 5 1,9 16 117,-1 0 0,-2 1 0,0 0 0,-1 1 0,-2 0-1,-1 1 1,-1 0 0,-1 1 0,-2-1 0,-1 1 0,1 56 0,-14 68 377,9-149-447,3-5-169,13-7 12,0-1 1,0 0 0,-1-2-1,-1 1 1,0-2 0,0 0-1,13-14 1,38-32 625,-55 49-645,1 1 0,0 1 0,0 0-1,1 1 1,0 0 0,15-6 0,-21 11-75,0-1-1,-1 1 0,1 0 1,0 0-1,0 1 1,0 0-1,0 0 0,0 0 1,0 1-1,0 0 1,0 0-1,-1 0 0,1 1 1,0 0-1,8 4 0,-8-3-24,0 1 0,0 0 0,0 0 0,-1 1-1,0-1 1,0 1 0,0 0 0,0 1-1,-1-1 1,0 1 0,0 0 0,0 0 0,-1 0-1,5 11 1,2 10 9,-1 0-1,7 37 0,-7-25-36,2 4-354,33 107-1355,-36-131-21,18 33 0,-19-41 4,1 1 0,-1-2 0,17 18 1,8 2-5918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26.5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 0 11849,'0'0'6252,"0"3"-4331,0 11-230,-2 1-1,-5 26 0,4-26-1270,0-1 0,1 0 0,0 28-1,6 27-275,14 81-1,17-3-7970,-26-110 1632,1 14-3858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26.7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1 133 11137,'26'-12'2384,"1"0"-480,3-3-327,0 6-341,11 0-320,2 0-200,7 3-160,-3 0-456,4-3-308,-1 3-404,-3 3-472,-7-6-360,-20 6-65,13 0-87,4 3-96,-23-12-40,2 3-112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26.8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61 6205,'0'0'450,"3"-1"37,27-13 3327,-28 11-2920,-1 2-1147,17-23 3607,-2 10-1969,-6 11-3256,-16 20-3858,2-1-23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27.4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390 40 8197,'0'-2'223,"0"1"1,0-1-1,0 1 1,0-1-1,0 1 1,0-1-1,-1 1 1,1-1-1,0 1 1,-1-1 0,1 1-1,-1 0 1,0-1-1,1 1 1,-1 0-1,0-1 1,0 1-1,0 0 1,0 0-1,0 0 1,0 0-1,0 0 1,0 0-1,-1 0 1,1 0-1,0 0 1,-1 1-1,1-1 1,0 0-1,-1 1 1,1-1 0,-1 1-1,1 0 1,-1-1-1,1 1 1,-1 0-1,1 0 1,-3 0-1,-10 3 216,0 1-1,0 1 1,0 0-1,0 1 1,1 0-1,0 1 1,1 0-1,-1 1 1,1 1-1,1 0 1,0 1-1,0 0 1,-13 16-1,4-3-215,2 0-1,0 2 0,1 0 1,2 1-1,-21 47 1,29-55-181,0 1 0,1 0 0,1 0 0,0 0 0,2 1 0,0-1 0,1 1 1,1 0-1,1 0 0,1 0 0,0-1 0,2 1 0,0 0 0,1-1 0,1 0 1,1 0-1,1 0 0,1-1 0,0 0 0,1 0 0,15 21 0,21 17-52,2-2-1,64 57 0,-77-79-61,22 19-73,38 40 4,-85-82 117,0 1-1,-1 1 0,-1 0 0,0 0 0,-1 0 0,0 1 0,7 18 1,-11-24 18,-1 0 1,0 0-1,0 0 1,-1 0-1,0 0 0,0 0 1,0 0-1,-1 1 1,0-1-1,0 0 1,0-1-1,-1 1 1,0 0-1,0 0 1,-1-1-1,1 1 1,-1-1-1,0 1 1,-1-1-1,1 0 1,-1-1-1,0 1 1,-7 6-1,-2 1-98,-1 0-1,0 0 1,-1-2-1,0 1 1,0-2-1,-32 14 1,8-5-838,-37 14-1401,20-12-6456,27-11 5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27.6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 1 12781,'0'0'12521,"-17"9"-16973,4 0 1952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28.3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27 212 10401,'0'0'129,"-1"1"1,1-1-1,0 1 1,-1-1-1,1 1 1,0-1-1,-1 0 1,1 1-1,-1-1 0,1 1 1,-1-1-1,1 0 1,-1 1-1,1-1 1,-1 0-1,1 0 1,-1 1-1,0-1 1,1 0-1,-1 0 0,1 0 1,-1 0-1,0 0 1,1 0-1,-1 0 1,1 0-1,-1 0 1,0 0-1,1 0 1,-1 0-1,1 0 0,-1 0 1,0-1-1,0 1 1,-6-21 3495,7 17-3617,0 3 95,0 0 0,0-1 0,0 1 0,0 0 0,1 0 0,-1-1 0,1 1 0,-1 0 0,1 0 0,-1-1 0,1 1 0,0 0 0,-1 0 0,1 0 0,0 0 0,0 0 0,0 0 0,2-2 0,0 0 180,4-5-114,0 1 1,0 0 0,1 1 0,0-1 0,0 2 0,0-1 0,1 1 0,0 0-1,0 1 1,0 0 0,1 0 0,-1 1 0,11-2 0,19-3-83,80-6 1,-65 9-265,87-13-1065,87-8-4371,-207 25 3341,-1-1 1,31-6-1,-45 7 1440,22-5-4863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28.5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181 0 8353,'-23'3'2284,"-7"15"-272,6 0-28,18-6-292,-18 3-291,7 6-289,1 1-264,-5 14-200,11-3-104,4 3-132,2 0-392,4 3-568,4-2-720,16-1-812,-3-3-3081,3 0-4108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28.7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33 103 11537,'-31'-13'1920,"31"13"-1846,0-1 0,0 1 1,-1 0-1,1-1 1,0 1-1,0 0 1,0-1-1,0 1 1,0 0-1,0-1 1,0 1-1,0 0 1,0-1-1,0 1 0,0 0 1,0-1-1,0 1 1,0 0-1,0-1 1,0 1-1,0 0 1,1-1-1,-1 1 1,0 0-1,0-1 1,0 1-1,1 0 0,-1 0 1,0-1-1,0 1 1,0 0-1,1 0 1,-1-1-1,0 1 1,1 0-1,-1 0 1,0 0-1,1-1 1,-1 1-1,1 0 0,14-13 1085,-3 6-840,1-1 1,0 2-1,0 0 1,0 0-1,1 1 0,0 1 1,0 0-1,19-2 1,14 0-125,59 0 0,-55 7-1467,0 3 1,51 10 0,-76-10 129,-21-4 349,0 1 0,0 1 0,0-1 0,0 0 0,0 1 0,-1 0 0,1 0 0,-1 1 0,7 3 0,3 10-4270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29.1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249 32 5777,'-3'-14'2643,"11"16"540,7 4 779,-2-22-2707,-4 7-419,-12 12 711,-22 29 393,18-18-1678,0 0 1,1 1-1,1 0 1,0 0 0,-3 18-1,-6 17 149,-88 310 348,60-209-3782,-1-1-5223,20-79-1389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30.9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6746 368 5248,'5'-7'397,"-4"6"-178,0-1-1,0 1 1,0 0-1,0-1 0,-1 1 1,1-1-1,0 1 1,-1-1-1,1 1 1,-1-1-1,1-2 1,32-2 2138,-29 6-1705,19-3 562,9-10 567,-23 9-1365,-6 3 579,-2 1-954,1 0 0,-1 0 0,1-1 0,-1 1 0,1 0 0,-1 0 0,1-1 0,-1 1-1,1-1 1,-1 0 0,1 1 0,1-2 0,9-3 3769,-35-3-3725,0 1 1,0 2-1,-1 0 1,0 1-1,0 1 1,-25 1-1,-30-5-14,-1860-176 200,443 105-480,2 122-1750,391 85-3548,638-66-452,335-50 1613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32.1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2443 0 4528,'-3'0'269,"0"1"0,0-1-1,0 1 1,0 0 0,0 0-1,0 0 1,0 0 0,0 0-1,1 1 1,-1-1 0,1 1-1,-1 0 1,1-1 0,-1 1-1,1 1 1,-4 3 0,-69 65 2995,-84 81 683,32-15-2351,6 5-1,-112 173 0,-357 631-22,45 14-2308,355-620-747,-30 46-3342,124-240-1677,60-95 361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32.8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1180 31 4792,'13'-30'5569,"-16"30"-4773,1 0-668,0-1-1,1 1 1,-1 0-1,0 1 1,0-1-1,0 0 1,0 0-1,1 1 1,-1-1-1,0 1 1,0-1-1,1 1 1,-4 2-1,3-1 67,0 0-1,0 1 0,1-1 1,-1 1-1,1 0 1,-1 0-1,1-1 1,0 1-1,0 0 1,-1 6-1,-8 34 975,1 1 0,-4 56-1,2 97 754,4-56-1014,-24 257 686,-105 503 0,-287 703-2274,98-696-5313,248-736 2897,14-66-2298,24-49-1041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33.5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193 480 4516,'-140'37'4124,"88"-18"-1501,52-18-2517,0 0 0,1 0 0,-1 0 0,1-1 0,-1 1 0,1 0 0,-1 0 0,1 0-1,-1-1 1,1 1 0,0 0 0,-1-1 0,1 1 0,0 0 0,0-1 0,0 1 0,1 0 0,1 1 14,1 1 1,0-1-1,0 0 1,0 0-1,0-1 0,0 1 1,0-1-1,0 0 1,6 1-1,68 1 599,492-38 1150,1838-263-1693,-2346 289-316,653-99-2598,-241 26-2865,-238 43-70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33.8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106 602 8009,'-55'-53'1574,"50"49"-1286,1 0 1,-1-1-1,1 0 1,0 0-1,0 0 1,1-1-1,-1 1 1,1-1-1,0 0 1,1 0-1,0 0 1,-1 0-1,2 0 1,-3-10-1,4 11-178,0 0 0,1 0 1,-1 0-1,1 0 0,0 0 0,0 1 0,0-1 0,1 0 0,0 1 0,-1-1 0,2 1 0,-1 0 0,0-1 0,1 1 1,4-4-1,5-5 5,1 0 0,1 0 0,1 2 0,-1 0 0,2 1 0,-1 0 0,2 1 0,18-8 0,26-8 70,0 2 1,126-29-1,140-5 104,669-35-1159,3 68-6813,-711 26 1668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34.8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0 418 8873,'1'-1'29,"9"-13"359,1 0 0,0 0 1,1 2-1,0-1 0,1 1 1,0 1-1,1 0 0,17-10 0,28-9 798,1 3 0,1 2-1,2 3 1,90-20-1,264-31 279,-346 63-1259,-31 5-205,332-43-889,-124 35-4232,-197 15 823,-25 2-2403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34.9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7445,'13'94'2520,"7"-40"-236,-10 15-228,7 1-104,0 2-387,-1 6-329,1 10-268,0 11-192,-4 4-144,4 8-136,0 4-376,-11 2-640,-2 1-788,-4-6-860,-14-1-3209,-2 4-4316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35.9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131 3627 5865,'-1'-2'159,"0"0"1,-1 0-1,1-1 1,0 1-1,-1 0 1,1 0-1,-1 1 1,1-1-1,-1 0 1,0 0-1,0 1 1,0-1-1,0 1 1,0 0-1,0 0 1,0 0 0,-1 0-1,1 0 1,0 0-1,-1 0 1,-2 0-1,2 0 103,-1-1-1,1 0 1,0 0 0,0 0-1,0 0 1,0 0-1,0-1 1,0 1 0,1-1-1,-1 1 1,1-1-1,-1 0 1,1 0 0,0 0-1,-2-6 1,-22-49 2038,26 56-2275,-4-10 261,0 0-1,2-1 0,0 0 0,0 0 0,1 0 0,0 1 1,1-1-1,1 0 0,2-14 0,4-15 255,17-53 0,-21 85-457,24-75 391,3 1-1,77-147 1,112-145-7,-183 319-400,374-593 244,15-22-350,-34-17-1494,-352 615 1066,1-2-1424,41-104 0,-81 179 1836,1 1 1,-1-1 0,0 0-1,1 1 1,-1-1 0,0 0-1,0 1 1,0-1 0,1 0-1,-1 0 1,0 1 0,0-1-1,0 0 1,0 1-1,0-1 1,0 0 0,0 0-1,0 1 1,-1-1 0,1 0-1,0 1 1,0-1 0,0 0-1,-1 1 1,1-1 0,0 0-1,-1 1 1,1-1-1,-1 1 1,1-1 0,-1 0-1,1 1 1,-1-1 0,1 1-1,-1 0 1,1-1 0,-1 1-1,0-1 1,1 1 0,-1 0-1,0-1 1,1 1-1,-1 0 1,0 0 0,1 0-1,-1-1 1,0 1 0,0 0-1,1 0 1,-1 0 0,-1 0-1,-38 7-2068,-9 13-1342,-1 11-1481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36.6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6078 524 4172,'-7'-22'230,"-1"-6"434,-20-48 0,23 66-513,0 1 0,0 0 0,-1 1 0,0-1 1,0 1-1,-1 0 0,0 1 0,-16-13 0,-12-5 137,-1 2 0,0 2 0,-2 1 0,-1 2 1,0 1-1,-1 3 0,0 1 0,-56-10 0,-12 4 206,-2 6 0,-111 0 0,17 12 254,-302 37-1,-200 77 62,75 23-240,-817 288 0,1245-352-501,-323 166 0,429-185-48,2 5 0,3 4-1,3 4 1,2 3-1,-84 90 1,137-125-11,3 2-1,0 2 1,3 1 0,1 0 0,2 3 0,-27 60 0,43-80-6,1 0 1,1 1 0,1 0-1,1 0 1,2 0-1,-2 32 1,4-37-3,2 0 0,0-1 0,2 1 0,0 0 0,0-1 0,2 1 0,0-1 0,1 0 0,10 19 0,-2-11-3,1 0 0,1-1 0,1-1 0,2 0 1,0-2-1,1 0 0,1-1 0,1-1 0,1-1 0,38 23 0,1-4 15,2-4 0,1-2 0,79 25 0,-5-12-16,2-5-1,176 24 1,299 4-39,80-36 22,1189-98 0,-668-97-50,-905 100 47,555-192 0,-359 38 36,-434 179-22,-2-3-1,-1-4 1,-3-2 0,94-87 0,-136 111 2,-2-2 1,-1 0-1,-2-2 1,0 0-1,-2-2 1,-1 0-1,-1-1 1,12-33-1,-20 40 1,-1 0 0,-2 0 0,0 0 0,-2 0 0,0-1-1,-2 0 1,-1 0 0,-1 0 0,-1 0 0,-1 0 0,-10-48 0,1 37-2,-1 0 0,-1 1-1,-2 0 1,-1 1 0,-2 1 0,-2 0 0,0 2-1,-2 0 1,-42-43 0,10 18 3,-2 4 0,-3 1 0,-112-72-1,69 60-6,-2 5-1,-3 5 1,-158-56-1,65 43-4,-221-42 0,182 62-525,-3 10 0,0 11-1,-1 11 1,-1 10-1,-424 48 1,305 12-2786,21 14-1535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37.1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1223 450 5144,'113'-116'2245,"-104"106"-1923,-1 1 0,0-1 0,0 0 0,-1-1 0,0 0 0,-1 0 1,0 0-1,-1-1 0,0 0 0,4-18 0,-8 24-237,0 0 0,0-1 0,0 1-1,-1 0 1,0-1 0,-1 1 0,1-1 0,-1 1-1,0-1 1,-1 1 0,0 0 0,0 0 0,0 0-1,0 0 1,-1 0 0,0 0 0,0 1 0,-1-1-1,0 1 1,0 0 0,0 0 0,-8-7 0,5 6-36,-1 1 1,0-1-1,0 1 1,0 0-1,-1 1 1,1 0 0,-1 1-1,0 0 1,0 0-1,0 0 1,-1 1-1,1 1 1,-1 0-1,-9 0 1,-12 0 68,1 2 0,-1 1 0,-31 7 1,-4 4 19,1 3 1,1 2 0,1 4 0,1 2 0,1 3 0,-90 54-1,85-40-48,2 3 1,2 4-1,2 1 0,2 4 0,-68 79 0,109-113-45,2 0 1,0 1-1,-22 43 1,33-57-37,1 1 0,0-1 0,1 1 0,-1 0 1,1 0-1,1 0 0,-1 0 0,1 0 0,1 1 0,-1-1 0,1 0 1,1 0-1,-1 1 0,1-1 0,0 0 0,1 0 0,0 0 1,2 7-1,1-4 2,1 0 0,0 0 1,1-1-1,0 0 0,0 0 0,1-1 1,0 1-1,0-2 0,1 1 0,0-1 1,19 11-1,5 0 23,1-1-1,46 16 1,120 37 9,71 28 31,-256-92-91,0 1 1,0 1-1,-1 0 0,17 13 1,-28-18 0,1-1 0,-1 1 0,0 0-1,-1 0 1,1 1 0,0-1 0,-1 1 0,0-1 0,3 7 0,-4-8-2,0 0-1,-1 0 1,1 0-1,-1 1 1,0-1-1,1 0 0,-1 0 1,0 1-1,0-1 1,-1 0-1,1 1 1,0-1-1,-1 0 1,1 0-1,-1 0 1,0 1-1,0-1 1,-1 3-1,-2 1-51,0 0 1,0-1-1,0 0 1,-1 1-1,0-2 0,0 1 1,0 0-1,0-1 0,-1 0 1,-10 6-1,-7 2-359,-36 13 0,51-22 332,-70 25-2256,-2-3 0,-148 25-1,121-29-1605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37.3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9253,'34'72'1640,"-24"-21"-412,0 10-52,0-1-184,0 3-160,0 4-136,3 8-140,-3 12-127,17 112-497,-17-96-877,-3 2-487,-14-2-2700,-3-7-3109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37.9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1 663 4568,'23'-27'436,"-11"13"-142,0 1 0,0 0 0,1 1 0,0 0-1,17-10 1,-15 13-40,1 1-1,0 0 0,0 1 0,1 0 1,0 1-1,0 1 0,0 1 1,1 1-1,32-3 0,-38 6-169,1-1 0,-1 2 0,1-1 0,-1 2 0,0 0 0,1 0 1,-1 1-1,0 0 0,-1 1 0,1 1 0,-1 0 0,1 0 0,-1 1 0,18 14 0,-23-14-48,0 0 1,0 1-1,-1 0 0,0 0 1,0 0-1,0 0 0,-1 1 0,0 0 1,-1 0-1,0 0 0,0 0 1,-1 1-1,0-1 0,0 1 1,-1-1-1,0 1 0,-1 0 1,1-1-1,-3 16 0,0 1 16,-2 1-1,-1-1 0,0 0 1,-2 0-1,-15 36 1,-25 41 124,-13 36-18,52-117-141,1 0 1,1 0-1,1 1 1,-3 35-1,7-51-7,1 0 0,0 0 1,0 1-1,1-1 0,0 0 0,0 0 0,0 0 0,0 0 0,1 0 1,0 0-1,1 0 0,-1 0 0,1-1 0,0 1 0,0-1 1,1 0-1,0 0 0,0 0 0,0-1 0,5 5 0,-1-3-8,1 0-1,-1 0 1,1-1 0,1 0-1,-1-1 1,1 0-1,0-1 1,-1 1-1,2-2 1,-1 0 0,13 2-1,-2-2-4,1 0 0,0-2 0,0 0 0,0-1 0,-1-2 0,1 0 0,-1-1 1,1-1-1,-1-1 0,-1-1 0,1-1 0,-1 0 0,25-16 0,-39 20 2,0 1 0,0-1 0,0-1 1,-1 1-1,0-1 0,0 0 0,0 0 1,0 0-1,-1-1 0,0 0 0,0 0 0,-1 0 1,1 0-1,-1 0 0,-1-1 0,1 1 1,-1-1-1,1-7 0,-1 4-4,-1 0 1,-1 1-1,0-1 0,0 0 0,-1 1 0,0-1 1,0 1-1,-1-1 0,0 1 0,-1-1 1,0 1-1,-8-14 0,-28-48-164,-3 1-1,-4 2 1,-59-68 0,12 16-277,84 109 331,3 2 5,-1 1 0,1-1 1,0-1-1,-5-11 0,10 18 71,0 0 0,0 0 0,0 0 0,1 0-1,-1 0 1,1 0 0,0 0 0,-1 0 0,1 0 0,1 0-1,-1 0 1,0 0 0,1 0 0,-1 0 0,1 0 0,0 0-1,0 0 1,0 0 0,3-5 0,0 3-9,0 0 0,0 0 0,0 1 0,1-1-1,0 1 1,0 0 0,0 0 0,0 1 0,0-1 0,1 1 0,0 0 0,11-4 0,11-2-169,44-10 1,-55 15 138,88-20-369,88-21-133,-148 32 467,-1-2 0,52-25 0,-80 32 136,-1-1-1,0 0 1,0-1 0,-1-1-1,0 0 1,-1-1-1,0 0 1,-1-1-1,0 0 1,-1-1-1,11-18 1,-18 21 134,0-1-1,0 1 1,-1-1-1,0 0 1,-1-1-1,-1 1 1,1-24-1,1-9 460,-2 41-42,5 25-72,-1-8-401,14 54 250,-4 1 1,11 106-1,-7 142-120,-17-62-1220,-7-86-2898,2-82 87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38.1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550 1 4392,'47'6'2097,"-47"15"-1321,3 3-128,-16-3-68,-18 15-312,1-6 168,-10 6-88,-10-2-80,-7 2-44,-3 3-76,-1-6 60,1-6-380,6 3-164,11-5-312,-4-7-412,10-9-1292,20-6-489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38.2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11 175 8469,'-4'-48'1840,"-2"24"-544,12 0-228,1 0 432,6 9-1048,1 3-452,2 6-664,1-3-692,3 3-2320,0 0-2269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11.5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1355 112 5821,'4'-26'1647,"-3"19"-935,-1 0-1,1 0 0,1 0 0,-1 0 0,1 1 0,1-1 1,-1 1-1,1-1 0,0 1 0,9-13 3760,-13 23-3457,-15 76 802,-3-2 0,-35 88 0,12-37-623,-241 694 2352,-109 24-2338,95-220-1488,226-466-1550,-60 202 1,76-160-1298,46-166 1149,2 1 0,-4 76 0,10-102 493,1 0-1,1-1 1,2 16-1,12 19-8034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12.3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744 143 5028,'3'-5'315,"-1"1"-1,1-1 1,0 1-1,0 0 1,0 0-1,1 0 0,0 0 1,-1 1-1,1-1 1,1 1-1,-1 0 1,7-4-1,63-30 2758,-61 32-2850,24-23 3847,-35 26-3001,18-15 4347,-21 41-4822,-2 0-1,0 0 1,-8 31-1,-28 78 880,22-76-1013,-153 467 1653,52-168-1996,-90 262-3177,87-315-952,-20-9-4210,32-94-2987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13.1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1 271 5701,'0'0'105,"1"1"1,0-1-1,-1 0 1,1 0-1,-1 0 1,1 1-1,0-1 1,-1 0-1,1 0 1,0 0-1,-1 0 1,1 0-1,0 0 0,-1 0 1,1 0-1,-1 0 1,1-1-1,0 1 1,-1 0-1,1 0 1,-1 0-1,1-1 1,0 1-1,-1 0 1,1-1-1,-1 1 1,1 0-1,-1-1 1,1 0-1,7-19 1305,-7 17-1262,-1 0-1,1 0 0,0 1 0,0-1 0,0 0 1,1 0-1,-1 1 0,0-1 0,1 0 0,0 1 1,2-3-1,10-7 287,1 2 1,0 0-1,0 0 0,1 2 1,0 0-1,33-11 1,111-25 929,-139 39-1195,91-18 651,122-8 0,119 8-77,844 14 304,2 58-992,-884-34-235,40 5-421,602 11-5240,-829-37 1698,-40-8-2209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13.6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32 718 9161,'-31'3'2527,"46"-9"2177,29-5-710,-18 5-4906,864-121 4299,-400 63-3013,246-33-145,118-18-1034,-9-26-3103,-385 35-3999,-271 59 47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16.0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43 163 3656,'-1'-1'268,"1"0"-1,0 0 0,0 0 0,-1 0 0,1 0 1,0 0-1,0 0 0,0 0 0,0 0 0,0 1 1,0-1-1,0 0 0,1 0 0,-1 0 0,0 0 1,0 0-1,1 0 0,-1 0 0,1 0 0,-1 0 1,1 1-1,-1-1 0,1 0 0,-1 0 0,1 1 1,0-1-1,-1 0 0,1 1 0,1-2 0,13-4 3554,-14 4-3627,-1 0 0,1 0-1,0 0 1,0 0-1,-1 1 1,1-1-1,1 0 1,-1 1 0,0-1-1,0 1 1,3-3-1,-3 24 170,-1 0 0,-1 0 0,-1 0-1,-1 0 1,0-1 0,-12 36 0,-6 35 165,12-10-264,7-53-171,-1 1 0,-9 35 0,9-46-192,0 0-1,1 0 1,1 0-1,1 0 0,0 0 1,1 0-1,1 0 1,6 26-1,-7-40-88,3 23-278,2-23 298,0-14 63,26-114-191,2 24 195,-11 28 42,4 1 0,44-85 0,-61 139 65,3-6-36,1 1 0,22-29 0,-33 47 26,1 0-1,0 1 1,0-1-1,0 1 0,1 0 1,-1 1-1,1-1 1,0 1-1,0 0 1,0 0-1,1 0 1,-1 1-1,1 0 1,-1 0-1,1 0 1,10-1-1,-11 3 4,0 0-1,0 1 1,0 0 0,0 0 0,0 0-1,0 1 1,-1-1 0,1 1-1,0 0 1,-1 1 0,1-1 0,-1 1-1,0 0 1,0 0 0,0 0-1,0 0 1,-1 1 0,1-1 0,-1 1-1,0 0 1,0 0 0,0 1-1,2 4 1,3 6-3,0 0 0,0 1 0,-2 0 0,0 0 0,6 25 0,14 88 173,-24-125-44,9-11-241,1-1 128,-1-1 0,0 1 0,-1-2 0,0 1 0,17-22 0,8-8-94,-30 34 95,147-138 87,-130 125-32,1 1 1,1 1-1,0 1 0,1 1 0,31-12 0,-51 24-34,-1 1-1,0-1 0,1 1 1,-1 1-1,1-1 0,-1 1 0,1-1 1,-1 1-1,1 0 0,-1 1 1,0-1-1,1 1 0,-1 0 0,1 0 1,-1 0-1,0 1 0,0 0 1,1-1-1,-1 1 0,-1 1 0,1-1 1,0 1-1,0-1 0,-1 1 1,0 0-1,1 0 0,-1 1 0,0-1 1,3 5-1,2 4 31,0 0-1,0 1 1,-1 0 0,-1 0-1,0 0 1,-1 1 0,6 23 0,41 264-334,-34-98-3654,-20-112-2783,2-63-421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16.4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7053,'11'13'2004,"-9"-11"-269,1 0-194,-1 0-1231,1 1-1,-1-1 1,1 1 0,-1 0-1,0 0 1,0 0-1,0 0 1,0 0 0,-1 0-1,1 1 1,-1-1-1,0 1 1,0-1 0,0 0-1,1 8 1,2 62 1393,-3-52-1449,-8 161 1394,0-7-2329,8-132-193,-2-22-888,6 41 0,-5-59 1352,1-1 1,-1 0-1,1 0 0,-1 0 0,0 1 0,0-1 0,0 0 0,0 0 0,0 1 0,0-1 0,-1 0 0,1 0 0,-1 0 0,0 1 0,-1 2 0,1-3 181,-6 19-5812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16.6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63 9693,'70'-33'1776,"-53"27"-120,0 0-88,0 0-288,6-3-267,7 6-201,24 3-160,-11 3-280,7 0-616,1 3-568,2-3-693,-6-3-719,7 6-1820,3 6-2965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17.0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427 115 6225,'1'-1'132,"0"0"0,0 0 0,0 0 0,0-1 0,0 1 0,-1 0 0,1-1 1,-1 1-1,1 0 0,-1-1 0,1 1 0,-1-1 0,0 1 0,0-1 1,1 1-1,-1-1 0,0 1 0,-1-1 0,1 1 0,0-1 0,0 1 0,-1 0 1,1-1-1,0 1 0,-1-1 0,1 1 0,-1 0 0,0-1 0,0 1 1,-1-2-1,-9-23 1928,10 24-1906,0-1 0,0 1 0,0-1-1,0 1 1,0 0 0,-1-1 0,1 1 0,-1 0 0,1 0-1,-1 0 1,0 0 0,0 0 0,0 1 0,0-1 0,0 0-1,0 1 1,-1 0 0,1-1 0,0 1 0,-1 0-1,1 0 1,-1 0 0,1 1 0,-1-1 0,1 1 0,-1-1-1,0 1 1,1 0 0,-1 0 0,0 0 0,1 0 0,-1 0-1,0 1 1,1-1 0,-1 1 0,-2 1 0,-8 1 117,1 1 1,-1 1-1,1 0 1,1 0-1,-1 2 1,-13 8-1,0 3 62,1 1 0,0 0-1,2 2 1,-25 29 0,35-36-247,0 1 1,1 1 0,1 0 0,0 1 0,2 0 0,-1 0 0,-10 36-1,17-43-68,0 0 0,1 0 0,0 0 0,1 0 0,0 0 0,0 0-1,1 1 1,1-1 0,0 0 0,0 0 0,1-1 0,0 1 0,0 0-1,1-1 1,1 0 0,-1 0 0,2 0 0,-1-1 0,8 9 0,13 15 13,1-1 0,2-2 0,45 36 0,-32-28-15,-29-26-23,-1 0-1,0 1 1,-1 1 0,0-1 0,-1 2 0,-1-1-1,0 2 1,14 29 0,-22-41-1,0 0-1,0 0 1,-1 0 0,1 0-1,-1 0 1,0 0 0,0 0-1,0 0 1,0 0 0,0 0-1,-1 1 1,1-1 0,-1 0-1,0 0 1,0-1 0,0 1-1,0 0 1,-1 0-1,1 0 1,-1-1 0,0 1-1,0-1 1,1 1 0,-2-1-1,1 0 1,-3 3 0,-4 2-126,1 0 0,-1-1 0,-1 0 0,1-1 0,-20 8 0,5-4-618,1-1 1,-1-2-1,-37 7 1,33-10-3278,-37 1 0,29-4-3658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17.2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 10 11597,'-20'-3'1672,"0"-3"3205,33 12-5361,4 0-909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40.1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426 15 5705,'-8'-12'1580,"6"9"-114,9 16 1049,47 124 4756,-10-20-5577,5-10-484,-9-24-232,55 172 0,-85-208-865,-2 2 0,-3-1 0,-2 0 0,-1 1 0,-3 0 0,-12 84 0,6-90-312,-22 78 1,1-27-896,-4 0 1,-88 172-1,25-103-3982,-172 224 1,127-203-2300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40.5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58 673 5573,'-8'28'1049,"-1"-1"1,-15 29-1,20-46-670,1-1 0,0 1 0,1-1 0,0 1 0,1 0 0,0 0-1,0 0 1,1 0 0,1 0 0,-1 0 0,2 0 0,-1-1-1,1 1 1,1 0 0,0-1 0,0 1 0,1-1 0,5 10 0,3 5 172,2 0 1,0-1 0,2 0 0,0-2 0,27 29 0,-17-26-324,1 0-1,1-2 1,1-1-1,1-1 1,1-1-1,0-2 0,2-1 1,0-2-1,0-1 1,1-2-1,1-1 1,53 9-1,-29-11-118,-1-2 1,0-3-1,1-2 0,0-2 0,-1-4 0,114-22 0,-118 13-71,-1-2-1,0-2 0,-1-3 1,-1-2-1,-1-2 1,-1-2-1,61-46 1,-60 35-290,-2-3 0,-2-1 0,-1-3 1,-2-1-1,-3-2 0,45-69 0,115-221-4372,-81 131 728,-30 54-1404,-40 88 615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41.2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637 1 8749,'-19'27'871,"2"2"0,1 0-1,2 0 1,1 2 0,-15 48 0,-71 379 5242,26 4-4354,72-458-1748,-107 488 688,61-306-548,11-38-1339,-76 203 0,90-305-419,14-29-1032,0 0 0,-6 21 0,12-18-5184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29:41.6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1 606 10213,'5'-7'742,"1"0"1,-1 0-1,0-1 1,-1 0-1,6-15 1,-9 23-663,0-1 1,-1 1-1,1 0 0,0-1 0,0 1 1,-1 0-1,1 0 0,0 0 1,0 0-1,-1 0 0,1 0 0,0 0 1,-1 0-1,1 0 0,0 0 1,0 0-1,-1 0 0,1 0 0,0 1 1,0-1-1,-1 0 0,2 1 0,-1-1 127,5 3-23,-1 0 1,1 0-1,-1 0 1,0 1-1,1-1 1,-2 1-1,1 0 1,0 1-1,-1-1 1,0 1-1,0 0 0,5 8 1,6 5 96,294 294 1785,-248-260-1942,2-3 0,2-3 0,104 55 0,-135-84-128,0-1-1,1-2 1,1-2 0,0-1 0,1-1-1,0-3 1,0-1 0,1-1-1,0-2 1,-1-2 0,1-1 0,0-3-1,-1 0 1,1-3 0,-1-1-1,0-1 1,-1-2 0,0-2-1,0-2 1,-2 0 0,0-3 0,59-37-1,-44 17 5,-1-2-1,49-52 0,79-100-28,-140 150 26,127-148-338,165-175-4368,-193 228-2270,-78 87 163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23.5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817 313 12677,'-18'-30'1222,"-1"1"0,-2 1 0,0 0 1,-2 2-1,-2 0 0,0 2 0,-33-25 0,43 38-551,-1 0 0,0 1 1,-1 1-1,0 0 0,-21-7 0,34 15-576,-1 0 0,1-1-1,0 1 1,-1 1 0,1-1 0,-1 1-1,1 0 1,-1 0 0,1 0-1,-1 0 1,1 1 0,-1 0 0,1 0-1,0 0 1,-1 0 0,1 1-1,0 0 1,0 0 0,0 0 0,0 0-1,0 1 1,1-1 0,-1 1-1,1 0 1,-1 0 0,1 0 0,-5 6-1,-1 5 181,-1 1 0,2-1 0,0 1 0,0 1 0,2 0 0,-9 30 0,-18 110 975,27-126-1078,-62 536 107,45-325-271,-83 798-8,77-605-756,-2 10-7434,31-443 8149,-8 87-4478,10-33-1382,9-5-4475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23.8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563 155 12325,'-6'-5'249,"-73"-63"1841,28 11 3826,50 57-5829,1-1 0,-1 1 0,1 0 0,-1-1 0,1 1 0,0-1-1,-1 1 1,1-1 0,0 1 0,-1-1 0,1 1 0,0-1 0,0 1 0,0-1 0,-1 1 0,1-1 0,0 1 0,0-1 0,0 0 0,0 1 0,0-1 0,0 1 0,0-1-1,0 0 1,0 1 0,0-1 0,0 1 0,1-1 0,-1 1 0,0-1 0,0 1 0,0-1 0,1 1 0,-1-1 0,0 1 0,1-1 0,-1 1 0,0-1 0,1 1 0,-1-1-1,1 1 1,-1 0 0,1-1 0,-1 1 0,1 0 0,-1-1 0,1 1 0,-1 0 0,1 0 0,-1-1 0,1 1 0,-1 0 0,1 0 0,0 0 0,-1 0 0,1 0 0,-1 0-1,1 0 1,1 0 0,39 0 328,-16 5-241,-1 2 0,0 0 0,0 1 0,0 2 0,-1 0 1,25 16-1,-23-13-77,49 28-17,-3 4 0,-1 2 0,-2 3 0,-3 3 0,-2 3 0,-3 3 0,-2 2 0,-3 2 0,80 122 0,-110-147-102,-3 1 1,-1 1-1,-2 1 1,-1 1-1,19 72 1,-31-90 18,-2 0 0,0 0 1,-1 0-1,-2 1 1,0-1-1,-2 1 0,-1-1 1,-1 1-1,0-1 1,-2 0-1,-1 0 1,-9 23-1,0-15-8,0 0 1,-3-1-1,0 0 1,-2-2-1,-1 0 1,-1-1-1,-2-1 1,-1-2-1,-35 30 1,-34 19-205,-145 87 0,214-144 145,-419 246-1847,142-99-2378,197-104 624,44-21-1839,30-17-3672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25.1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867 178 9597,'-9'-15'469,"1"0"491,-1 0-1,-1 0 0,0 1 1,-1 1-1,0-1 0,-1 2 1,-26-21-1,30 28-781,0 1 0,0 0 0,0 0 1,0 1-1,-1 1 0,1-1 0,-1 1 0,0 0 1,0 1-1,0 0 0,0 1 0,0 0 0,0 0 0,0 1 1,1 0-1,-1 0 0,0 1 0,0 0 0,1 1 0,-1 0 1,-13 7-1,-1 1 2,0 2 0,1 0-1,0 1 1,1 2 0,1 0 0,-23 23 0,-6 12 81,2 3-1,3 1 1,-74 121-1,94-134-157,-36 88 0,54-113-78,0 0 0,1 0-1,1 1 1,1-1 0,0 1-1,2 0 1,0 0 0,2 28-1,-1-42-18,0 1-1,1-1 1,0 0-1,0 0 1,0 0-1,1 0 1,-1 0 0,1 0-1,0 0 1,0 0-1,0-1 1,1 1-1,-1-1 1,1 1-1,0-1 1,0 0-1,0 0 1,0-1-1,1 1 1,-1 0-1,1-1 1,-1 0 0,6 3-1,-2-3 10,0 0 1,0 0-1,1-1 0,-1 1 1,0-2-1,0 1 0,1-1 1,-1 0-1,0 0 0,1-1 1,-1 0-1,14-4 0,2-2 157,-1-1 0,1-1-1,-1-1 1,-1-1 0,0-1 0,-1-1-1,0-1 1,22-19 0,13-19 525,63-74 1,30-29 143,-133 142-719,1 0-1,34-20 1,-47 31-110,0 1 0,0 0 0,0-1 1,1 1-1,-1 0 0,0 1 0,1-1 1,-1 0-1,1 1 0,-1 0 0,0 0 1,1 0-1,-1 0 0,1 1 0,-1-1 1,1 1-1,-1 0 0,0 0 0,1 0 1,-1 0-1,0 1 0,0-1 0,4 4 1,-2-2-7,1 2 1,0-1-1,-1 1 1,0 0-1,0 0 1,0 0-1,-1 1 1,0 0-1,0 0 1,4 7-1,3 12 14,-2 0 1,0 1-1,-1 0 1,-2 0-1,-1 0 1,-1 1-1,1 53 0,-5 0 41,-16 112 0,-5-55-31,-5-1 0,-70 208-1,-136 246 54,144-397-36,-115 185 1,185-349-57,-2-1-1,-28 31 0,48-59 11,0 0-1,0 0 0,0 0 1,0-1-1,0 1 0,0 0 0,0 0 1,0 0-1,0 0 0,0 0 0,0 0 1,0 0-1,0 0 0,0-1 1,0 1-1,0 0 0,0 0 0,0 0 1,0 0-1,0 0 0,0 0 1,0 0-1,0 0 0,-1 0 0,1 0 1,0-1-1,0 1 0,0 0 0,0 0 1,0 0-1,0 0 0,0 0 1,0 0-1,0 0 0,0 0 0,-1 0 1,1 0-1,0 0 0,0 0 1,0 0-1,0 0 0,0 0 0,0 0 1,0 0-1,0 0 0,-1 0 1,1 0-1,0 0 0,0 0 0,0 0 1,0 0-1,0 0 0,0 0 0,0 0 1,0 0-1,-1 0 0,1 0 1,0 1-1,0-1 0,0 0 0,0 0 1,0 0-1,0 0 0,0 0 1,0 0-1,0 0 0,0 0 0,0 0 1,-4-7 0,1 0 1,0 0 0,1 0 0,0-1-1,0 1 1,1-1 0,-1 1-1,2-1 1,-1 0 0,1 0-1,0 1 1,2-11 0,3-12-8,16-56-1,-12 56-2,127-394-162,-92 311-375,100-181-1,-36 118-1311,194-240 0,165-93-9370,-266 332 643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25.8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 1019 8841,'-2'-1'225,"0"1"-1,0-1 1,0 0 0,0 0 0,0 0 0,0-1 0,1 1-1,-1 0 1,0-1 0,1 1 0,-1-1 0,1 1 0,-1-1-1,1 0 1,0 1 0,-1-1 0,1 0 0,0 0 0,1 0-1,-1 0 1,0 0 0,0 0 0,1 0 0,-1 0 0,1-1-1,0 1 1,0 0 0,-1 0 0,1 0 0,1 0 0,-1-4-1,0-4 900,3-26 3926,-2 34-4913,0 0 1,0 0 0,-1 0-1,1 1 1,0-1 0,1 1-1,-1-1 1,0 1 0,0-1-1,0 1 1,1 0 0,-1-1-1,1 1 1,-1 0 0,1 0-1,0 0 1,-1 0 0,3-1-1,6 0 109,-1 0 0,1 0-1,-1 0 1,1 2 0,0-1-1,0 1 1,15 2 0,-17-2-112,24 3 181,-1 1 0,-1 1 0,1 2-1,-1 1 1,0 1 0,41 20 0,-33-11-150,0 2 1,-1 2-1,-1 1 0,37 32 1,-55-40-146,-1 1 0,-1 1 0,-1 0 0,0 1 0,-1 0 1,-1 2-1,-1-1 0,13 30 0,-17-33-37,-2 1 0,0 0 0,-1 0 0,-1 1 0,0-1 0,-1 1 0,-1 0 0,-1 0 1,-1 0-1,0 0 0,-4 23 0,2-30 12,-1 0 0,-1-1 0,0 1 0,0-1 0,0 0 0,-2 0 0,1-1 0,-1 0 0,0 0 0,-1 0 0,0 0 0,-1-1 0,0-1 0,0 1 0,0-1 0,-1 0 0,0-1 0,-19 10 0,25-14 20,0-1-1,0 1 1,1-1-1,-1 0 1,0 0-1,0 0 1,-1 0-1,1-1 1,0 1-1,0-1 1,0 0-1,0 0 1,0 0-1,0 0 1,-1 0-1,1-1 1,0 1 0,0-1-1,0 0 1,0 0-1,0 0 1,0 0-1,0-1 1,1 1-1,-1-1 1,0 0-1,-3-3 1,3 2 19,0 0 1,0 0-1,0-1 1,1 0-1,0 1 0,-1-1 1,1 0-1,0 0 1,1 0-1,-1 0 0,1 0 1,0-1-1,0 1 1,0 0-1,0-1 1,1 1-1,0-1 0,0-4 1,3-14 107,0 0 0,2 0 1,0 1-1,2 0 0,13-31 0,57-106 223,-73 152-352,67-121-698,6 2-1,5 4 0,6 4 0,128-134 1,5 39-4299,19 22-3665,-78 77-3436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34.9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132 1270 4232,'-15'-10'504,"5"4"73,0 0 0,-1 1-1,-17-7 1,24 11-364,0-1 0,0 1 0,1-1 0,-1 0 0,1 0 0,-1 0 0,1 0 0,0 0 0,0-1 0,0 0 0,0 1-1,0-1 1,1 0 0,-5-6 0,6 6-131,0 1 0,0-1 0,1 1 0,-1-1 0,1 1-1,0-1 1,-1 1 0,1-1 0,0 1 0,0-1 0,1 1 0,-1-1-1,0 0 1,1 1 0,0 0 0,0-1 0,-1 1 0,1-1 0,1 1-1,-1 0 1,0-1 0,0 1 0,1 0 0,1-2 0,5-4 68,0 0 0,0 0 0,0 0 0,1 1 0,0 1 0,1-1 0,0 1 0,0 1 0,13-6 0,21-9 204,1 2 0,79-22 0,103-9 110,-219 48-451,799-115 650,11 45-270,-663 59-353,3416-211-85,-3114 198 17,195-9 1,598-36-58,-8-25-128,-670 34 9,-18-31-1202,-502 81 409,-1-1 0,94-37 0,-139 46 503,-1 0 1,1 0-1,0-1 0,-1 1 1,1-1-1,8-8 1,-14 11 216,1 0 0,0 0 1,0 0-1,-1 0 0,1-1 1,0 1-1,-1 0 0,1 0 0,-1 0 1,0-1-1,1 1 0,-1 0 1,0-1-1,0 1 0,0 0 1,0 0-1,0-2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38.4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74 3 3264,'0'0'1964,"-2"0"-1796,-26 3 99,25-3 115,0 0-480,-31-5-1769,31 4 771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39.0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266 15 3544,'13'-15'8935,"-15"16"-8507,-26 13 1718,27-11-1619,-21 86 2725,-9 36-2055,-7 127 171,-5 18-586,-47 293 153,75-411-666,6 265 1,21-248-167,47 238 1,-36-310-1027,-22-94 192,-2-7-390,-12-81-8370,3 24 881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39.9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780 326 4708,'0'0'263,"-1"0"0,0 0 0,0 0 0,1 0 0,-1-1-1,0 1 1,0 0 0,1-1 0,-1 1 0,0 0 0,1-1-1,-1 1 1,1-1 0,-1 1 0,1-1 0,-1 1 0,1-1-1,-1 1 1,1-1 0,-1 1 0,1-1 0,-1 0-1,1 1 1,0-1 0,-1-1 0,1 1-173,0 1-1,1-1 1,-1 0 0,0 0-1,0 0 1,1 0 0,-1 1-1,0-1 1,1 0 0,-1 0-1,1 1 1,-1-1 0,1 0-1,0 1 1,-1-1 0,1 1-1,1-2 1,3-2-51,1 0 0,-1 1-1,1-1 1,11-3 0,9-1 358,1 1-1,1 1 1,48-4 0,-32 5-79,723-66 1264,-408 43-1314,411-30-274,195-17-852,-851 66 694,-124 11 161,0 1 0,0 0-1,0 0 1,0 1-1,0 1 1,1-1 0,0 2-1,-17 11 1,18-10 40,1 0-1,-1 0 1,2 1 0,-1-1 0,1 2 0,0-1-1,0 1 1,1 0 0,0 0 0,1 0 0,0 0 0,0 1-1,1 0 1,1 0 0,-4 18 0,2 9 263,2 1 1,4 71-1,-1-82-215,6 610 2810,-54 0-1399,24-453-1199,-24 169 48,-74 458-78,84-562-266,37-246-55,3-81-582,-5 59 599,2 10 22,-1 0 1,1 0-1,-2 0 1,1 0-1,-2 0 1,1 0-1,-1 0 0,0 1 1,-1-1-1,0 1 1,0 0-1,-9-13 1,-1 5 4,-1 0 0,-1 0 0,0 2 0,-1 0 1,0 1-1,-1 0 0,-1 2 0,0 0 0,-29-12 1,-43-10-19,-2 4 0,-119-21 0,-199-13 7,350 55 26,-959-91 27,857 86 13,-531-32 151,210 15-136,462 30-116,20 0 11,0 0 0,-1 1 0,1-1 0,0 0 0,0 0 0,-1-1 0,1 1 1,0 0-1,0-1 0,0 0 0,-1 1 0,1-1 0,0 0 0,0 0 0,-3-2 0,5 3 16,0 0 0,0-1-1,1 1 1,-1-1 0,0 1-1,0 0 1,0-1 0,0 1-1,0-1 1,0 1 0,1 0-1,-1-1 1,0 1 0,0 0 0,1-1-1,-1 1 1,0 0 0,0 0-1,1-1 1,-1 1 0,0 0-1,1 0 1,-1-1 0,0 1-1,1 0 1,-1 0 0,0 0-1,1 0 1,-1-1 0,1 1-1,-1 0 1,0 0 0,1 0-1,-1 0 1,1 0 0,-1 0-1,0 0 1,2 0 0,39-10-2219,1 1 0,83-6 0,-78 10-153,88-9-5694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40.5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1 688 9945,'3'-7'655,"0"1"-1,0 0 1,1 0 0,0 1 0,0-1-1,0 1 1,1 0 0,0 0-1,0 1 1,10-8 0,20-14 308,2 1-1,1 2 1,0 2 0,71-28 0,177-46-30,-205 70-597,409-97 113,-136 58-656,262-52-1633,-325 70-2036,-260 37 569,-49 10-1728,-17 7-1395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41.7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55 6297,'-21'-54'10929,"23"55"-10717,-1 0 0,1 1 1,-1-1-1,0 1 0,1-1 1,-1 1-1,0-1 1,0 1-1,0 0 0,0 0 1,0 3-1,2 1 251,27 49 402,-3 1 1,-3 1 0,-2 1 0,22 92 0,-10 32-666,-30-149-762,-2 1-1,-1-1 0,-6 52 0,-1-31-1042,-2 14-1823,2-22-1700,-4 0-4242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42.1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0 289 8849,'47'-51'2016,"-39"43"-1161,1 0 0,0 1 0,1 1 0,-1-1 0,1 2 0,0-1-1,20-6 1,-11 4-351,-11 5-348,1 0-1,-1 1 1,1 0-1,0 0 1,0 1-1,0 0 0,0 1 1,0 0-1,0 0 1,0 1-1,0 0 1,0 1-1,0 0 0,11 4 1,-10-2-97,1 0 0,-1 1 1,0 0-1,0 1 0,0 0 0,-1 1 0,0 0 1,0 0-1,-1 1 0,0 0 0,0 0 1,-1 1-1,0 0 0,-1 0 0,9 16 1,-4-4-87,0 0 0,-1 1 1,-2 0-1,0 1 0,-1 0 1,5 34-1,-4 3-449,-3 1 0,-3 1 0,-6 78 0,5-113 339,-1-27 134,0 0 0,0 0 0,0 0 1,0 1-1,0-1 0,0 0 0,0 0 0,0 0 0,0 0 0,0 1 1,0-1-1,0 0 0,0 0 0,0 0 0,0 1 0,0-1 0,1 0 1,-1 0-1,0 0 0,0 0 0,0 0 0,0 1 0,0-1 1,1 0-1,-1 0 0,0 0 0,0 0 0,0 0 0,0 0 0,1 0 1,-1 0-1,0 0 0,0 0 0,0 1 0,0-1 0,1 0 0,-1 0 1,0 0-1,0 0 0,0 0 0,1 0 0,-1 0 0,0 0 1,0-1-1,0 1 0,1 0 0,-1 0 0,22-28-194,-12 12 173,159-274 312,-26 38 174,-115 206-307,-5 9 34,33-42-1,-49 70-141,1 0 0,0 1 0,0 0 0,1 0 0,0 1 0,0 0 0,1 0-1,0 1 1,17-8 0,-21 13-18,1-1 1,-1 1-1,0-1 0,0 2 0,1-1 1,-1 1-1,1 0 0,-1 0 0,0 1 0,1-1 1,-1 2-1,0-1 0,0 1 0,0 0 1,0 0-1,0 0 0,0 1 0,0 0 1,-1 0-1,1 0 0,-1 1 0,7 6 0,3 3 47,0 2-1,0-1 0,-1 2 1,-1 0-1,18 30 0,7 18 132,54 126-1,10 79-876,-58-147-701,-7-11-1028,17 43-4908,-18-72-152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42.6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 43 6273,'-34'-35'2050,"28"28"3875,337 18-56,158 34-5339,-326-29 17,85 9-319,919 83 251,-1-54-762,-1059-54 104,325-2 272,-300-5-1372,162-29-1,-294 35 1111,0 0-1,1-1 1,-1 1-1,0 0 1,0-1-1,0 1 1,0-1 0,0 1-1,0 0 1,0-1-1,-1 1 1,1 0-1,-1-3 1,0 1-105,-1 0 0,1 0 0,-1 0 0,0 0 0,0 0 0,0 1-1,0-1 1,-1 1 0,1-1 0,-1 1 0,1 0 0,-1 0 0,0 0 0,0 0 0,0 0 0,0 1 0,0-1 0,0 1 0,-4-1 0,-9-6-1839,-13-11-3910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42.8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784 0 8249,'0'0'6808,"0"5"-5166,1 3-1327,0 0 0,1-1 1,-1 1-1,1 0 0,1 0 1,-1-1-1,1 0 0,1 1 0,0-1 1,-1 0-1,7 8 0,13 15 510,29 32 1,-11-14-229,12 18 72,68 116 1,-101-146-573,-2 1-1,-1 0 1,-2 2 0,-2 0-1,12 55 1,-16-43-55,-2 1 1,-3-1 0,-2 1-1,-2-1 1,-2 1-1,-3 0 1,-1-1-1,-27 97 1,15-92-122,-2-1 1,-2-1 0,-3-1 0,-1-1-1,-3-2 1,-3 0 0,-63 76 0,41-66-464,-2-2 1,-2-3 0,-75 54 0,50-50-1325,-3-4 0,-95 46 0,36-27-3426,15 1-3075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44.6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204 32 7313,'0'0'1728,"1"-3"-131,3-5-2355,4-13 12317,-15 32-10681,-25 41-292,3 1 0,3 2 0,1 1 0,4 0 0,1 2 0,-16 87 0,27-91-434,3 1-1,2-1 1,3 1 0,2 0 0,2 0-1,3 0 1,2-1 0,19 66-1,-17-87-212,1 0-1,1 0 0,2-2 0,1 1 0,2-2 0,0 0 0,3-1 0,0-1 1,2 0-1,0-2 0,2-1 0,1-1 0,1-1 0,32 22 0,-38-32-119,0-1-1,1-1 0,1-1 0,0-1 1,0-1-1,1 0 0,0-2 0,0-1 1,0-1-1,1 0 0,0-2 0,31-1 1,-48-1 131,0-1 1,0 1 0,0-2 0,-1 1 0,1-1 0,0 0 0,-1 0 0,1 0 0,-1-1-1,0 0 1,0-1 0,0 1 0,0-1 0,-1 0 0,1 0 0,-1-1 0,0 0 0,7-8 0,-7 5 14,-1 1 1,0-1-1,0 0 1,0-1-1,-1 1 1,0 0-1,-1-1 1,0 1-1,-1-1 1,1 0-1,-2 0 1,1 0 0,-2-17-1,-6-33-94,-3 0 1,-33-110-1,14 63 100,26 93 26,-28-131-31,28 126 29,1-1 0,1 0-1,1 0 1,0 1 0,6-32 0,-4 41 2,0 1-1,1-1 1,1 1 0,-1 0 0,1 0 0,1 0 0,-1 1 0,1-1-1,1 1 1,-1 0 0,1 1 0,0-1 0,1 1 0,-1 1 0,1-1-1,1 1 1,-1 0 0,1 1 0,-1-1 0,13-3 0,6-3-2,0 2 0,1 1 1,0 1-1,1 1 0,31-2 1,23 1 22,0 3 1,1 4-1,-1 4 1,0 3-1,-1 4 1,0 3-1,0 4 1,-2 3 0,79 32-1,-119-37 14,0 1 0,-1 2-1,-1 1 1,-1 2 0,0 2 0,46 41-1,-69-53-13,-1 0-1,0 0 0,-1 1 0,-1 1 0,0 0 0,-1 0 0,-1 1 0,0 0 0,-1 1 0,0-1 0,-1 1 0,-1 1 0,-1-1 0,0 1 1,-1-1-1,-1 1 0,-1 0 0,0 31 0,-4-18 1,-1-1 0,-2 0 1,0 0-1,-12 31 0,-50 108 74,45-120-274,3 0 0,3 1 1,-21 89-1,37-131 69,-1 0 1,2 0 0,-1 0-1,1 0 1,0 0 0,0 0-1,1 0 1,0 0-1,0 0 1,1 0 0,0 0-1,0 0 1,0-1 0,1 1-1,0-1 1,1 0 0,-1 0-1,1 0 1,0 0 0,1 0-1,-1-1 1,1 0-1,0 0 1,0 0 0,1-1-1,0 1 1,-1-1 0,1-1-1,1 1 1,-1-1 0,0 0-1,1 0 1,0-1-1,-1 0 1,1 0 0,0-1-1,11 2 1,-1-2-139,0-1 1,0-1-1,0 0 0,-1-1 1,1-1-1,-1-1 0,1 0 1,-1-1-1,0 0 0,-1-2 1,1 0-1,-1 0 0,24-18 1,1-2-166,-2-3 0,-1-1 1,51-55-1,-36 27 489,-2-1-1,-3-3 0,-2-1 0,-4-2 1,-2-3-1,34-84 0,-71 149-30,0 0 0,-1 0 1,1 0-1,-1-1 0,0 1 0,0 0 0,-1-1 0,1 1 0,-1-1 0,0 1 0,0-1 0,0 1 0,-1 0 1,1-1-1,-1 1 0,0-1 0,-1 1 0,1 0 0,-1 0 0,1 0 0,-1 0 0,-5-7 0,5 11-19,0 0-1,-1 1 0,1-1 0,0 1 1,0-1-1,0 1 0,0 0 0,0 0 1,0 0-1,0 0 0,0 0 0,0 0 0,-2 2 1,1 0-5,0 0 0,0-1 0,0 1 0,0 0 0,1 0 0,0 0 0,-1 1-1,1-1 1,0 1 0,1-1 0,-1 1 0,1 0 0,-1-1 0,1 1 0,0 0 0,1 0 0,-1 0 0,0 0 0,1 0 0,0 0 0,0 0 0,1 5 0,0-6-13,1 1-1,-1 0 1,1-1-1,0 1 1,0-1-1,0 1 1,0-1-1,1 0 1,-1 0-1,1 0 1,0 0-1,0 0 1,0-1-1,0 1 1,0-1-1,1 0 1,-1 0-1,1 0 1,-1 0-1,1-1 1,0 0-1,0 1 1,5 0-1,7 2 10,1-1-1,0-1 1,0 0 0,0-1-1,0-1 1,0-1-1,0 0 1,0-1 0,0-1-1,32-10 1,-22 4 136,0-1 1,-1-1-1,0-2 0,-1 0 1,45-33-1,-13 6-53,2 3-1,1 2 0,2 3 1,1 2-1,76-24 0,-116 46-74,1 1 1,-1 2-1,1 0 0,0 1 0,45-1 0,-60 6 27,0-1 0,0 1 0,-1 0 0,1 1 0,-1 0 0,1 1 0,-1-1 0,1 2 0,-1-1 0,0 1 0,-1 0 0,1 1 0,-1 0 0,0 0 0,0 1 0,0-1 0,-1 1-1,1 1 1,5 7 0,-2 2 97,1 0 0,-2 1 0,-1 0 0,0 1 0,-1 0 0,0 0 0,7 37 0,11 139 603,-23-172-679,6 137 307,-7-86-1104,14 88 0,-14-156 431,1 6-83,0 0-1,1 0 1,5 15 0,-7-22-438,2 0-1,-1 0 1,0 0 0,1 0 0,-1 0-1,1-1 1,4 5 0,14 9-7054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45.0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0 188 10125,'22'9'718,"-1"0"0,1-1 0,0-2 0,1 0-1,-1-1 1,1-1 0,46 1 0,221-7 2788,-76 0-2258,1662-35 2034,-1855 36-3327,28 0-407,0-2 0,0-3 0,0-1 0,52-17 0,-60 8-1093,-40 16 1488,-1 0 0,1-1 0,-1 1 1,1 0-1,-1 0 0,0 0 0,1-1 0,-1 1 0,1 0 1,-1-1-1,1 1 0,-1 0 0,0-1 0,1 1 1,-1-1-1,0 1 0,1 0 0,-1-1 0,0 1 0,0-1 1,0 1-1,1-1 0,-1 1 0,0-1 0,0 1 0,0-1 1,0 1-1,0-1 0,0 1 0,0-1 0,0 1 1,0-1-1,0 1 0,0-1 0,0 1 0,0-1 0,0 1 1,0-1-1,-1 1 0,1-2 0,-18-15-1027,12 12 551,-11-9-865,0 1-1,-1 1 0,-1 1 1,-24-11-1,-26-6-4731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45.2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292 6 8065,'-11'-6'9193,"22"12"-6665,25 17-1212,130 129 3031,83 82-2184,-201-184-1887,-3 2-1,74 110 1,-104-138-245,-1 1-1,-1 1 1,-1 0 0,-1 1 0,-2 0 0,0 1 0,-2 0 0,-1 0 0,-2 0 0,0 1 0,-2 0 0,-1-1 0,-1 1 0,-2 0 0,-1 0 0,-1-1 0,-1 0-1,-2 0 1,-19 54 0,-2-21-429,-2-1-1,-3-2 0,-2-1 0,-3-2 0,-2-1 1,-93 95-1,-323 251-9368,375-334 6402,-60 46-6785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45.9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153 0 10273,'-2'2'205,"0"0"0,1 0 1,-1 1-1,0-1 0,1 0 0,0 1 0,-1-1 1,1 1-1,0 0 0,1-1 0,-1 1 0,0 0 1,1-1-1,-1 1 0,1 0 0,0 0 0,0-1 1,0 1-1,1 5 0,-3 24 834,-20 50 1206,-7 34-33,-28 385 1810,48-393-3591,-8 214-917,26 329 0,15-369-2657,13-98-5169,-11-103-603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46.2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664 310 8697,'-33'-128'2367,"31"122"-1970,1-1 1,0 1 0,0-1-1,0 1 1,1-1 0,0 0-1,1-11 1,1 2 454,-2 8-342,1 1 0,-1-1 0,2 1 0,-1-1 0,5-12-1,-5 18-400,0-1 0,1 1 0,-1-1 0,0 1 0,1 0 0,-1 0 0,1 0 0,0 0 0,0 0 0,0 0 0,0 0 0,0 1 0,0-1 0,0 1 0,0-1 0,1 1 0,-1 0 0,1 0 0,-1 0 0,4-1 0,6 0 72,-1 1-1,1 0 1,0 0-1,0 1 1,-1 0 0,1 2-1,0-1 1,-1 1-1,22 7 1,13 6 213,47 23 0,-59-23-244,57 28 72,-2 3 0,-2 4 0,-2 5 0,-3 2 1,-3 5-1,138 137 0,-112-87-203,-5 5 1,-6 5 0,145 245-1,-194-288-170,-3 2 0,-4 2-1,-4 1 1,44 161 0,-69-199 74,-1 0 1,-3 1-1,-1-1 1,-5 74 0,-2-85 22,-1 0 0,-2 0 0,-2-1 0,-1 0 0,-1-1-1,-28 60 1,16-53-46,-2 0 0,-1-2-1,-2 0 1,-2-2-1,-2-1 1,-1-1-1,-1-2 1,-1-2-1,-56 38 1,4-11-186,-2-5-1,-2-3 1,-114 44 0,39-31-230,-267 65-1,-179 0-1885,389-85-104,74-8-3613,98-18 7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47.0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1 238 12157,'6'0'1868,"144"1"2314,-48 1-2873,340 1 778,304-3-951,-3-35-1090,-563 20-174,225-23-144,-3-27-488,-248 20-2105,-152 44 1916,-6-2-450,-23-15-3740,-25-6-3150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47.5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 7625,'1'0'275,"-1"-1"1,0 1 0,0-1-1,1 1 1,-1-1 0,0 1-1,1-1 1,-1 1 0,1-1 0,-1 1-1,0-1 1,1 1 0,-1 0-1,1-1 1,-1 1 0,1 0-1,0-1 1,-1 1 0,1 0-1,-1 0 1,1-1 0,-1 1-1,1 0 1,0 0 0,-1 0-1,1 0 1,0 0 0,-1 0 0,1 0-1,-1 0 1,1 0 0,0 0-1,-1 0 1,1 0 0,-1 1-1,2-1 1,0 2-67,0-1 0,0 1 0,-1 0-1,1 0 1,-1-1 0,1 1 0,-1 0 0,1 0 0,-1 1 0,1 2-1,22 61-100,-2 13 327,-4 0-1,15 146 1,-28-184-342,-4-37 50,-4-25-104,0-5-204,1 0 0,2 1 0,5-44 0,-3 32-451,-1 26-241,0 0-1,1 0 0,0 1 1,1-1-1,0 1 1,5-11-1,-8 20 515,1-1 0,0 1 0,-1-1 0,1 1 0,0 0-1,0-1 1,0 1 0,0 0 0,0 0 0,0 0 0,0 0 0,0 0 0,2-2 0,-3 3 301,14-9-6659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47.8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704 154 6273,'0'-2'66,"-1"-7"433,1 1 0,-1-1-1,1 0 1,1 1 0,0-1 0,0 1-1,0-1 1,1 1 0,4-12-1,-3 16-16,-1-1 0,0 0 0,-1 1 0,1-1 0,-1 0 0,0 0 0,0 0 0,-1 0 0,1-7 0,-6 14 335,-3 0-674,-1 1 0,1 1 0,-1 0 0,1 0 0,0 1 0,1 0 0,-1 0 1,1 0-1,0 1 0,0 0 0,-11 15 0,-8 10 107,-30 50-1,34-48-51,-258 412-761,110-135-7469,106-187 234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48.0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242 1 11401,'-7'15'1528,"0"6"-264,1 0-488,-1 0 88,0 0-95,-6 24-189,0-2-132,-11 5-480,-3 6-848,-6 6-733,-14 1-2763,-3 2-3369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48.3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10017,'154'105'1804,"-77"-62"-140,3-1-128,14 0-135,0 0-273,10 3-184,10 1-240,13 11-132,7 9-116,3 1-232,0 2-512,-3-3-268,0 0-468,-6-2-392,6-10-189,0-3-255,-4-9-2100,-2-2-2797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48.4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3612,'44'99'880,"-28"-68"-124,11-7-303,0-3-109,0-3-64,6-3-128,1-6-264,9 3-360,4-9-1281,10 3 597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48.7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91 24 988,'-90'-24'-340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50.4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33 684 9193,'-4'-19'1656,"3"17"-1393,0-1-1,0 0 1,1 1 0,-1-1-1,1 0 1,0 0 0,-1 1-1,1-1 1,0 0 0,1 0-1,-1 0 1,0 1 0,1-1-1,0 0 1,0 0 0,0 1-1,0-1 1,2-4 3321,9 45-3007,-11-20-476,-1-1 1,-1 1-1,0 0 1,-2 0-1,0-1 1,-7 21-1,-5 36 362,2 33 1980,20-173-2330,2 1-1,3 1 1,4 0-1,1 0 1,30-66 0,-6 39 51,5 2 1,67-100 0,-92 161 148,0 2-1,1 0 1,31-26-1,-51 51-264,-1-1 0,1 0 0,-1 1 0,1 0-1,0-1 1,0 1 0,-1 0 0,1 0 0,0 0-1,0 0 1,0 0 0,0 1 0,0-1 0,1 1 0,-1-1-1,0 1 1,0 0 0,0-1 0,0 1 0,1 0-1,-1 1 1,0-1 0,0 0 0,0 1 0,0-1-1,0 1 1,0-1 0,0 1 0,0 0 0,0 0 0,0 0-1,0 0 1,2 2 0,1 1 55,-1 0 1,0 1-1,0-1 0,-1 1 1,0 0-1,1 0 0,-1 0 1,-1 0-1,1 0 0,-1 0 1,3 10-1,2 16 290,0 0 1,-2 0-1,-2 1 1,0 61-1,-5 308 1665,-31 312-1953,9-275-108,12-235-465,-1 6-2208,12-6-3744,7-140-3574,-3-33-231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50.9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0 467 11293,'4'-4'769,"0"-1"0,0 1-1,1 1 1,-1-1 0,1 1 0,0-1-1,8-3 1,-5 3-194,2 1 0,-1-1-1,18-3 1,3 2-605,61 0 0,-46 3 749,434-19-420,287-23-2508,-738 42 2097,0-2 1,0 0-1,-1-2 1,1-1-1,42-17 1,-98 10 162,22 14-50,-1 0 1,1 1-1,0 0 0,0 0 1,0 1-1,-10 4 0,1-1 1,-5 1 5,0 2 1,0 0-1,1 1 0,1 1 1,0 1-1,0 0 1,1 2-1,0 0 1,1 1-1,1 0 0,0 1 1,-22 30-1,33-40-23,1-1 0,-1 1 0,1 0 0,1 0 0,-1 0 0,1 1 0,0-1 1,0 0-1,0 1 0,1 0 0,0-1 0,0 1 0,0 0 0,1 0 0,-1-1 0,2 1 0,0 11 0,1-13-3,-1 0 1,0 0-1,1-1 0,0 1 1,0 0-1,0-1 1,1 1-1,-1-1 1,1 0-1,-1 0 1,1 0-1,0 0 0,0-1 1,0 1-1,1-1 1,-1 1-1,1-1 1,-1 0-1,1-1 0,0 1 1,0-1-1,0 1 1,-1-1-1,1 0 1,0-1-1,5 1 1,13 2-33,1-1 0,-1-1 1,1-1-1,-1-1 1,1-2-1,-1 0 1,0-1-1,0-1 1,29-11-1,-23 6 101,0-1 0,-1-2 0,-1-1 0,0-1 1,-1-1-1,38-32 0,-47 33-30,-1 0 1,0-1 0,-1-1-1,-1-1 1,21-35 0,38-102 14,-17 33-145,-52 116 96,0 0-1,0 0 0,1 1 1,0-1-1,0 1 0,0 0 1,1 0-1,0 0 0,0 1 1,0 0-1,0 0 0,7-4 1,-8 6-2,1 0 0,0 0 0,0 0 1,0 1-1,0 0 0,0 0 0,1 0 1,-1 1-1,0-1 0,0 1 0,0 1 0,1-1 1,-1 1-1,0 0 0,0 0 0,8 2 1,158 67 202,-168-69-286,0-1-1,-1 0 1,1 0 0,-1 0-1,1 0 1,-1-1-1,1 1 1,-1-1 0,1 1-1,-1-1 1,1 0 0,-1 0-1,0 0 1,1 0 0,-1 0-1,0-1 1,0 1 0,0-1-1,0 1 1,0-1 0,0 0-1,3-3 1,-3 3-349,0 0 1,-1 1-1,1-1 0,1 1 1,-1 0-1,0 0 0,0-1 1,0 1-1,1 1 0,-1-1 1,3 0-1,-3 0 11,18-5-5300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51.1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95 160 10121,'83'-74'2174,"-77"69"-1422,0 0 0,-1-1 0,0 0 0,0 0-1,0 0 1,-1 0 0,0-1 0,0 1 0,-1-1 0,5-13 0,-6 14 3572,-3 11-3420,-13 58 331,-18 66-279,31-127-944,-35 108-681,-30 153 1,29-68-2853,17-95-267,2 0-3875,9-54-1041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51.2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0 435 8441,'60'-64'1852,"-30"34"-412,14 0-164,13 3-292,7-6-144,16 6-160,14 3-176,16-10-440,11 4-588,6-3-620,4-3-848,9-3-1636,4 12-2181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51.5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1414 109 7753,'-1'-24'1756,"1"23"-1576,0-1 0,0 1 0,1-1 1,-1 0-1,0 1 0,-1-1 0,1 1 1,0-1-1,0 1 0,-1-1 1,1 1-1,-1-1 0,1 1 0,-1-1 1,0 1-1,1 0 0,-1-1 0,0 1 1,0 0-1,0 0 0,0 0 0,0-1 1,0 1-1,-2-1 0,-12-11 1052,12 10-687,0 0 0,-1-1 1,0 1-1,1 0 0,-1 1 0,-1-1 1,1 1-1,0 0 0,0 0 0,-10-3 1,5 4-208,0 0 0,0 0 0,-1 1 0,1 0 0,0 1 0,0 0 1,-1 0-1,1 1 0,0 0 0,0 1 0,1 0 0,-1 0 0,1 1 1,-1 0-1,1 0 0,0 1 0,0 0 0,1 1 0,0-1 0,0 1 1,0 1-1,-8 10 0,-1 1-55,2 1 0,1 0-1,0 1 1,1 0 0,1 1 0,1 1 0,-14 42 0,13-22-135,2 0 0,1 1-1,2 0 1,2 1 0,2-1 0,2 1 0,2-1 0,8 46-1,6 3-96,5 0-1,53 148 1,-57-195-141,-3 1 0,-1 0 0,-2 1 0,5 54 0,-15-83 17,0-1 0,-2 0 1,0 0-1,0 1 0,-2-1 0,0 0 1,-1-1-1,0 1 0,-2-1 1,0 1-1,-1-2 0,0 1 1,-1-1-1,-1 0 0,-12 15 1,-2-2-180,-1-2 1,-1-1 0,-1 0 0,-1-2 0,-1-1 0,-1-2 0,-1-1 0,-1-1 0,0-1 0,-2-2 0,-34 12 0,13-9-699,0-3 0,-1-2 0,0-3 0,-1-2 0,0-2 0,-71-2 0,5-14-2899,46-4-1464,14 1-4032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52.0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1 339 6357,'16'-37'1751,"1"2"0,1 0 0,2 0 0,35-42 0,-48 66-918,1 1 0,-2-1 0,1-1 0,-2 1 0,6-13 0,-2 3 762,1 3-57,-10 17-1467,0 1-1,1 0 1,-1 0 0,0 0 0,1 0 0,-1-1-1,0 1 1,1 0 0,-1 0 0,1 0 0,-1 0-1,0 0 1,1 0 0,-1 0 0,1 0 0,-1 0 0,0 0-1,1 0 1,-1 0 0,0 1 0,1-1 0,-1 0-1,0 0 1,1 0 0,-1 0 0,0 1 0,1-1-1,-1 0 1,0 0 0,1 1 0,-1-1 0,0 0-1,0 0 1,1 1 0,10 9 588,-9-6-463,1 0 0,0 0 0,-1 0 0,0 0-1,0 0 1,0 0 0,0 1 0,-1-1 0,0 1 0,0-1-1,0 1 1,1 7 0,-3 64 1498,-1-51-1170,-77 651 963,62-564-1351,7-50-257,-5 32-985,-3 104 0,18-176 229,0 77-4451,6-35-5326,1-27 63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52.2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0 170 14225,'94'-52'2289,"-40"31"115,6 6-416,4 0-380,19 3-324,28 3-320,33 3-748,23 6-580,14 0-524,3-6-756,7 0-672,-16-3-1068,-8 3-1425,1-6-3780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52.5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1 478 11021,'14'-29'693,"-10"22"-453,-1 0 1,1 0 0,0 0 0,0 0 0,0 1 0,1-1 0,0 1 0,1 1 0,-1-1 0,1 1 0,0 0 0,7-5 0,24-11 799,0 2 1,1 1-1,1 2 1,46-13-1,170-34 428,-239 60-1390,1006-174 796,-898 166-2502,0 4 0,129 12 0,-228-4 468,-1 2-1,42 10 0,-65-13 1069,-1 0-1,1 0 1,0 0 0,-1 0-1,1 0 1,0 0 0,-1 0 0,1 0-1,-1 1 1,1-1 0,-1 0-1,1 0 1,0 1 0,-1-1 0,1 0-1,-1 1 1,1-1 0,-1 1-1,1-1 1,-1 1 0,0-1-1,1 1 1,-1-1 0,0 1 0,1-1-1,-1 1 1,0-1 0,1 2-1,-14 12-3128,12-14 3150,-34 28-5078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52.8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339 9 7409,'2'1'203,"-1"-1"0,0 0 0,0 0 1,1 0-1,-1 0 0,0 0 0,0 0 0,0 0 1,1 0-1,-1-1 0,0 1 0,0 0 0,0-1 1,0 1-1,1-1 0,-1 1 0,0-1 0,0 0 1,7-4 6414,-9 19-4829,0 0-1,-7 25 1,3-12-766,-26 119 2761,-58 165 0,35-135-2928,22-66-760,-56 223-2923,66-226 642,-11 60-3701,30-138 1845,0 54-1,11 4-6790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53.1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0 169 7237,'0'0'9351,"0"-3"-7973,3-32 855,-2 31-1143,-2 1 52,1 0-993,-1 0 1,1 0-1,0 0 0,-1 0 0,2 0 0,-1 0 0,0 1 0,0-1 0,1 0 0,0 0 1,-1 0-1,1 0 0,0 1 0,0-1 0,1 0 0,-1 1 0,0-1 0,1 1 0,0-1 1,-1 1-1,1 0 0,0 0 0,0 0 0,1 0 0,-1 0 0,0 0 0,1 1 0,-1-1 1,1 1-1,2-2 0,12-4 17,0 0 0,1 1 0,-1 1 0,1 1 0,0 1 0,0 0 0,1 1 0,21 1 0,-6-1-25,349-5 551,3 28-1823,-66-2-3101,-286-16 3238,-23-2 126,0 0 0,-1-1-1,18-1 1,-26 1 398,0-1-1,-1 1 1,1-1-1,0 0 1,-1 1-1,1-1 1,-1 0 0,1 0-1,-1 0 1,1 0-1,-1 0 1,0 0-1,1 0 1,-1 0-1,0-1 1,0 1-1,2-2 1,-15-4-7629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53.3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356 146 9729,'30'-85'5716,"-21"46"-489,-8 17 1401,2 57-5939,-2-1 0,-2 1 1,-1 0-1,-8 41 0,-39 144 323,19-96-818,-1 3-3118,-69 177 0,-17-29-8721,58-155 170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55.2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10 534 5965,'14'-26'499,"-4"6"150,1 1 0,1 0 0,0 1-1,2 0 1,27-28 0,-7 10 2122,38-52-1,0-1 734,56-63 4399,-126 149-7426,-2 6-44,-4 9-305,0-1 0,0 0 1,-1 0-1,-1 0 1,0-1-1,0 0 1,-13 16-1,-8 13 69,-2 7-90,3 0-1,2 2 0,1 1 0,3 0 0,-17 66 1,30-86-85,1 1 0,1 0 1,2 0-1,1 0 1,1 0-1,1 1 1,2-1-1,1 0 1,2 0-1,14 53 0,-3-40-12,1-1 0,2 0-1,2-1 1,35 50 0,119 144 17,-84-118-56,-65-83 4,35 47-88,54 95 0,-100-150 86,-2 0 1,0 0 0,-2 1-1,-1 1 1,-2 0 0,0 0-1,-2 1 1,4 41-1,-9-55 19,-1 0 0,-1 0-1,0 0 1,-1 0 0,-1 0-1,0 0 1,-1-1 0,-1 1 0,-12 26-1,7-23-52,0-1 0,-1-1-1,0 0 1,-2 0-1,1-1 1,-30 25 0,13-17-315,0-2 0,-1 0 0,-2-3 0,0 0 0,0-2-1,-2-1 1,-66 18 0,76-26-203,0-1-1,-1-2 0,0 0 0,0-2 0,-44-1 1,52-2-281,1-2 0,0 1 0,-29-10 0,32 7-556,0 0 0,0-1 0,0 0-1,-21-15 1,-20-18-7961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55.4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1 149 13469,'22'-18'660,"1"1"0,0 1 0,1 2-1,1 0 1,1 2 0,0 0 0,0 2 0,1 1-1,41-8 1,-27 12-647,0 2-1,0 2 1,0 1-1,0 3 1,0 1-1,58 13 1,-42-3-942,-1 3 0,-1 1-1,105 53 1,-134-58 388,-2 2 0,1 0 0,-2 2 0,28 24 0,-38-28 64,-1 0 0,1 1 0,-2 0 1,0 1-1,-1 0 0,-1 1 1,15 31-1,5 31-2530,-4 1-921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55.6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145 0 6101,'-51'109'380,"35"-70"-68,-1-6-124,-3-3-360,13-17-896,-13 5-645,7 0 669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56.0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71 72 11397,'0'0'2110,"-2"-3"-188,-10-24 2818,13 30-3975,2 5-552,-1 0-1,0 1 1,-1 0 0,0-1-1,0 1 1,0 0 0,-2-1-1,0 10 1,2 22 74,0-7 29,-2 0-1,-6 47 1,-25 82-169,4-16-1029,28-144 846,0 0 0,0-1 1,0 1-1,0-1 0,1 1 0,-1-1 1,1 0-1,-1 1 0,1-1 0,-1 1 1,1-1-1,0 0 0,-1 1 0,1-1 1,0 0-1,0 0 0,0 0 0,0 1 1,0-1-1,1 0 0,-1-1 0,2 3 1,2-6-15,0 1-1,-1-1 1,1 0 0,-1 0 0,0 0-1,0-1 1,5-4 0,0-1-28,20-19-146,-1-2 1,-1-1-1,29-44 0,19-22-145,-29 42 220,107-114-153,-136 153 275,1 0 0,1 1 0,0 1 0,1 1 0,1 1 0,0 0 0,30-10 1,-41 18 20,0 1 0,1 1 0,-1 0 0,1 1 0,-1 0 0,1 0 1,0 1-1,0 1 0,-1-1 0,1 2 0,-1 0 0,1 0 0,-1 1 1,0 0-1,13 5 0,-10-2 2,-1 1 0,1 0 0,-1 0 0,-1 1 0,1 1 0,-1 0 0,-1 0 0,0 1 0,0 1 0,15 21 0,-18-23-7,1 0 1,0 0-1,15 12 1,1 3 216,-23-24-195,0 1 0,1-1 0,-1 1 0,0-1 0,0 0 1,0 1-1,0-1 0,0 0 0,0 0 0,0 0 0,1 0 1,-1 0-1,0 0 0,0 0 0,0-1 0,0 1 0,0 0 1,2-1-1,1 0 37,7-1 123,0 0 1,0 0 0,0-1 0,-1-1-1,1 1 1,-1-2 0,0 0 0,16-10 0,-12 7 45,0 1 1,1 0 0,27-9 0,-27 13-174,1 0-1,0 1 1,0 1 0,0 1-1,0 0 1,0 1-1,0 0 1,19 5 0,132 40-68,-99-25-209,32 6-1436,2-4 0,1-5 1,1-5-1,152 1 0,-190-15 1057,-1-3 1,65-12-1,-92 9 926,0-2 0,-1-2 0,0-1 0,60-29 0,-42 15 942,-14 6 1079,-1-1 0,47-33 1,-88 79 43,-23 77-433,1-13-1119,2 5-314,-10 64-1011,23-104-555,2-12-774,-2 47-1,8-74-552,1-1 1,0 1-1,6 27 0,5-2-8183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56.8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2 306 13009,'0'-5'214,"-1"-1"1,1 0-1,0 1 0,0-1 0,0 0 0,1 1 1,0-1-1,0 1 0,1-1 0,2-6 0,2 0 398,0 1-1,1 1 0,13-17 0,-17 23-450,6-9 178,1 1 0,0 1 0,1-1 0,0 2 0,1 0 1,0 0-1,1 1 0,-1 0 0,2 1 0,-1 1 0,20-8 0,-4 5-141,0 0-1,1 2 1,0 2 0,1 0-1,0 2 1,-1 2 0,38 1-1,-16 3-35,0 2 1,-1 3-1,75 19 0,-97-19-193,0 3 0,0 0 0,-1 2 0,0 0 0,-1 2 0,-1 2 0,-1 0 0,32 26 0,-43-30-18,-1 0 0,-1 1-1,0 0 1,-1 0 0,0 2 0,-1-1 0,-1 1 0,0 1-1,-1 0 1,0 0 0,-2 0 0,0 1 0,-1 0-1,0 0 1,2 27 0,-5-22-23,-1 1 0,-1 0 0,-1 0 0,-1 0 0,-1 0 0,-1-1 0,-1 1 0,-1-1 0,-11 26 0,-10 12-162,-63 105 0,57-109 113,31-52 114,-1-1-1,1 1 1,0 0-1,1 0 1,-1 0-1,1 0 1,0 0-1,0 1 1,0-1-1,0 0 1,1 0-1,0 1 1,-1-1-1,2 0 0,-1 1 1,0-1-1,1 0 1,0 0-1,0 0 1,0 1-1,1-1 1,-1 0-1,1 0 1,0 0-1,0-1 1,0 1-1,1 0 1,-1-1-1,5 4 1,6 7-64,2-2 1,-1 0 0,2 0 0,-1-2-1,25 13 1,9 7-575,-46-28 627,-1 1-1,0-1 1,0 0-1,0 1 0,0-1 1,0 1-1,0-1 1,-1 1-1,1 0 1,-1 0-1,0 0 0,0 0 1,0 0-1,0 0 1,0 0-1,-1 0 1,0 0-1,1 0 0,-1 1 1,0-1-1,0 0 1,-1 0-1,1 0 1,-1 0-1,0 0 0,1 0 1,-1 0-1,-1 0 1,1 0-1,0 0 1,-1 0-1,1 0 0,-1-1 1,0 1-1,0-1 1,0 1-1,0-1 1,0 0-1,-3 2 0,-16 14-56,0-1-1,-1-2 0,-1 0 0,0-1 0,-44 18 0,-135 42 7,124-48 19,-47 16-24,121-41-133,9 0-90,11 1 133,0 0 0,0 0 0,1-2 0,-1 0 0,32-4 0,84-22-424,-70 12 388,80-17-44,188-30 843,-317 59-458,0 1 1,-1 1-1,1 0 0,0 1 1,23 4-1,-28-3-8,1 1 0,-1 0 0,-1 0 0,1 1-1,0 0 1,-1 0 0,0 1 0,0-1 0,12 12 0,22 24 695,-29-27-609,1 0 0,1-1 0,0 0 0,30 18 0,-20-18-119,1-1-1,0-1 1,0-1-1,1-2 1,0 0-1,1-1 1,-1-2-1,32 1 1,-34-4-6,0-1 1,0-1-1,0-1 1,0-1 0,0-1-1,-1-2 1,0 0-1,0-1 1,29-14-1,-10 4-27,-33 14-94,0-1-1,0 0 1,0-1 0,0 1 0,11-10 0,-17 11-87,0 1-1,0-1 0,-1 0 0,1-1 1,-1 1-1,0 0 0,0-1 0,0 1 1,0-1-1,-1 1 0,1-1 1,-1 0-1,0 0 0,0 0 0,0 0 1,-1 0-1,1-6 0,0-15-198,1 0 0,1-1 0,2 1-1,11-39 1,-14 59 351,-1 0 1,1-1-1,1 1 1,-1 0-1,1 0 1,0 0-1,0 1 1,0-1-1,1 1 0,-1 0 1,1 0-1,0 0 1,0 0-1,1 1 1,-1-1-1,1 1 1,0 0-1,-1 1 0,1-1 1,1 1-1,-1 0 1,0 0-1,0 0 1,1 1-1,-1 0 1,1 0-1,-1 1 0,7-1 1,-3 1 33,0 1 0,-1 0 1,1 0-1,0 1 0,-1 0 0,1 0 1,-1 1-1,1 0 0,-1 1 1,0-1-1,-1 2 0,1-1 0,-1 1 1,11 8-1,-14-9-40,0 0 1,0 0 0,-1 1 0,1-1-1,-1 1 1,0-1 0,0 1-1,-1 0 1,1 0 0,-1 1-1,0-1 1,0 0 0,-1 1-1,0-1 1,0 1 0,0-1-1,0 1 1,-1 0 0,0-1-1,0 1 1,-1 0 0,1-1-1,-1 1 1,-2 5 0,-1 2 25,-1 0 1,0-1-1,-1 1 1,0-1-1,-1 0 1,-16 20-1,-60 64-2376,35-43-6038,35-41-916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56.9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10537,'7'24'3736,"13"-36"-3036,0 0-396,7 15-488,26 3-504,-6 3-232,3 3-600,4-6-1988,9 9-1965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57.1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684 0 10373,'0'0'2321,"-6"0"-250,-1 1-1653,0-1 1,-1 1 0,1 1 0,0-1 0,0 1-1,0 0 1,0 1 0,0 0 0,1 0 0,-1 0-1,1 1 1,0 0 0,0 0 0,0 0 0,1 1-1,-1 0 1,1 0 0,0 0 0,0 1 0,1 0-1,-7 10 1,-25 42 1700,3 1 0,-35 84-1,-38 137 15,54-138-1903,26-72-528,-105 250-6433,124-308 6213,-29 69-5151,-5 56-10828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57.3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29 168 15677,'-3'-1'230,"1"-1"0,-1 1-1,1 0 1,-1-1 0,1 0-1,-1 0 1,1 1 0,-4-5-1,6 5-154,0 1-1,-1-1 0,1 1 0,0-1 0,0 1 0,-1-1 1,1 1-1,0-1 0,0 0 0,0 1 0,0-1 0,0 1 1,-1-1-1,1 1 0,0-1 0,0 0 0,1 1 0,-1-1 0,0 1 1,0-1-1,0 1 0,0-1 0,0 0 0,1 1 0,-1-1 1,0 1-1,0-1 0,1 0 0,4-3 275,0-1-1,0 1 1,0 1-1,0-1 1,1 1-1,-1-1 1,11-3-1,10-4 380,0 0 0,1 2 0,0 0 0,49-7-1,123-7 809,-176 21-1399,559-16 1513,10 37-884,-414-11-620,567 23-18,1086 35-4385,-1799-65 4032,279-3-3589,-274-2 1526,-2-2 1,45-12-1,-59 12-285,15 0-7396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57.6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299 4 9673,'-47'-4'2251,"45"4"-2072,1 1 0,-1-1 0,0 0 1,1 1-1,-1-1 0,1 1 0,-1 0 1,0-1-1,1 1 0,-1 0 0,1 0 1,0 0-1,-1 0 0,1 0 0,0 0 1,0 0-1,-1 1 0,1-1 0,0 0 1,0 1-1,0-1 0,1 1 0,-1-1 1,0 1-1,0-1 0,1 1 0,-1 0 1,0 1-1,0 2 161,0 0 0,0 0 1,0 0-1,1-1 0,-1 1 0,1 0 0,0 0 1,2 7-1,1 1 118,2-1 1,-1 1 0,2-1-1,0 0 1,0 0-1,1-1 1,10 13-1,-2-2 70,213 299 3885,-67-99-2690,-49-63-719,272 409 243,-330-480-1247,-5 1 0,54 133 0,-89-184 0,-1 0 0,-2 0 0,-1 1 0,-2 0 0,-2 0 0,-2 1 0,-1 0 0,-2 0 0,-6 47 0,2-64 4,-2 0 0,-1-1-1,-1 0 1,-1 0 0,0 0 0,-2-1 0,-1 0 0,0-1-1,-1-1 1,-2 1 0,0-2 0,0 0 0,-2-1 0,0 0-1,-24 18 1,-3-2-233,-1-2 0,-2-2 0,-1-1 0,-1-3 0,-73 27 0,49-25-1226,-2-4 1,-142 26-1,32-25-2684,-2-9-3373,25-5-4943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57.7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16926,'0'0'5644,"30"0"-7052,20 3-740,-3-6-3521,0 3-4692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58.2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2148 346 13477,'1'-15'399,"-1"6"-63,1 1 0,-1-1 0,2 1 0,-1 0 0,1-1 0,0 1 0,1 0 0,0 0 0,6-11 0,-7 15 59,0-1 1,0 1 0,-1 0 0,0-1 0,0 1-1,0-1 1,0 1 0,-1-1 0,1 1-1,-1-1 1,-1-8 0,3-28 2261,-1 36-2336,0-1-1,0 0 0,0 0 1,-1 0-1,0 0 1,0 1-1,0-1 1,-1 0-1,0 0 0,0 0 1,-3-8-1,3 11-229,-1 0 1,0-1-1,1 1 0,-1 0 1,0 0-1,0 1 0,-1-1 1,1 0-1,0 1 0,-1-1 1,0 1-1,1 0 0,-1 0 1,0 0-1,0 0 0,0 0 0,-1 1 1,1-1-1,-7-1 0,2 1 20,0 1 0,-1 0 0,1 0-1,-1 1 1,1 0 0,-1 0-1,1 1 1,-14 2 0,-5 4 185,-34 12 0,21-4-147,1 3 0,1 0 0,1 3-1,1 1 1,-54 43 0,31-15-158,2 2-1,-62 74 1,81-81 9,1 2 0,3 2 0,2 2 0,-32 66 0,45-76 0,2 1 0,2 1 0,2 1 0,1 0 0,3 1 0,-5 54 0,10-32 0,3-1 0,4 1 0,2-1 0,26 122 0,2-53 0,67 167 0,-98-295 0,77 223 0,-68-188 0,-1 0 0,-2 1 0,4 68 0,-12-94 0,0 0 0,-1 1 0,-1-2 0,-1 1 0,0 0 0,-1 0 0,-1-1 0,-1 0 0,0 0 0,-1 0 0,0-1 0,-1 0 0,-1 0 0,-1-1 0,0 0 0,-1-1 0,0 0 0,-1-1 0,0 0 0,-1-1 0,-23 16 0,-3-2-10,0-3 0,-1 0 0,-2-3 1,0-2-1,-86 24 0,-229 28-1811,350-68 1713,-259 32-2759,228-31 1245,0-1-1,0-2 1,-1-2 0,-67-13-1,105 16 1224,-1 0-1,1 0 0,-1-1 0,1 1 0,-1 0 1,1-1-1,-1 1 0,1-1 0,-1 0 0,1 1 0,0-1 1,-1 0-1,1 0 0,0 0 0,-2-1 0,3 1-294,0 0-1,1-1 0,-1 1 1,0 0-1,0 0 1,1 0-1,-1 0 0,0-1 1,1 1-1,-1 0 1,1 0-1,0 0 0,-1 0 1,3-2-1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58.3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145 0 11797,'13'84'2048,"7"-23"-184,-13 2-175,-21 3 3,8 13 20,-8 14-288,-2 7-220,-1 8-232,-3 4-188,6-1-432,8-2-736,-4-4-500,0 1-728,0-16-732,-11-2-848,5-7-1869,6-9-4016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58.5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1 127 13817,'127'-48'1960,"-90"21"-275,6 12-309,4 3-308,7 0-196,6 3-184,4 9-228,6 0-292,-3-4-512,-7 8-572,1-1-764,-11 6-432,-3-3-2925,-7 3-3984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58.8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34 173 6865,'-33'21'11989,"34"-24"-11130,3-3-689,0-1 0,0 1 0,1 0 0,0 0 0,0 0 0,0 1 0,1-1 0,0 1 0,0 1 0,0-1 0,9-4 0,15-7 115,37-16-1,-64 31-259,33-14-44,0 3 1,1 1 0,0 1-1,1 2 1,0 2 0,0 1-1,0 3 1,0 0-1,1 3 1,57 7 0,-92-7-51,0 0 1,0 0-1,0 0 1,0 1-1,0-1 1,0 1-1,-1 0 1,7 4-1,0 0-234,-10-6 294,0 0 1,0 1-1,0-1 1,1 0 0,-1 0-1,0 0 1,0 0-1,0 0 1,0 0 0,0 0-1,0 0 1,0 0 0,0 0-1,1 0 1,-1 0-1,0 1 1,0-1 0,0 0-1,0 0 1,0 0-1,0 0 1,0 0 0,0 0-1,0 1 1,0-1-1,0 0 1,0 0 0,0 0-1,0 0 1,0 0 0,0 0-1,0 1 1,0-1-1,0 0 1,0 0 0,0 0-1,0 0 1,0 0-1,0 0 1,0 1 0,0-1-1,0 0 1,0 0-1,0 0 1,0 0 0,0 0-1,0 0 1,0 1-1,-1-1 1,1 0 0,0 0-1,0 0 1,-5 11-448,-1 1 1,-1-2-1,1 1 0,-2-1 1,0 0-1,0 0 1,-14 12-1,20-20 103,25 4-59,-15-5 400,0-1-1,0 0 1,0 0-1,0-1 0,0 0 1,0-1-1,0 1 1,-1-2-1,13-4 1,1 1 8,99-36 94,5-1-12,-109 39-357,0 0 1,1 1-1,0 1 0,-1 1 1,30 1-1,-28 2-327,-1 2-1,0 0 1,20 8-1,10 2-1111,7 1-1466,5 2-1241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58.9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212 214 8869,'-24'-60'1472,"4"33"88,14 15-280,-11-9-76,0 0-156,0 6-208,-3 0-171,7 3-177,-1-1-200,1 4-532,3 0-564,-10 9-2881,0 3-95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1:02.3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1 634 2976,'41'-23'551,"11"-5"576,51-38 0,-20 1-690,-38 29-151,1 1 0,64-35-1,-63 45-167,1 3 0,1 2-1,0 2 1,78-18-1,101-7 64,318-18-1,236 33-105,-585 24-34,4406-7 1185,-3794 29-943,1146 5 22,-1927-23-286,646-36-25,-634 29-74,66-20 0,-102 26-97,-7-1-464,1 1 595,1 0-13,-1 0 1,1 0-1,-1 0 0,1 0 0,-1 0 0,1 1 0,-1-1 0,1 0 0,-1 1 0,0-1 0,1 1 0,-1 0 1,0-1-1,1 1 0,-1 0 0,0 0 0,1 0 0,-1 0 0,0 1 0,1-1 0,-1 0 0,0 1 0,1-1 0,-1 1 1,1-1-1,-1 1 0,0 0 0,1 0 0,-3 1 0,4-1 17,-1 0 0,1 0 1,0 0-1,0 1 0,-1-1 0,1 0 1,0 0-1,0 0 0,0 0 1,0 0-1,0 0 0,1 0 0,-1 1 1,0-1-1,0 0 0,1 0 0,0 1 1,-1 0-65,1 1 24,-1-1 0,1 1 0,0 0 0,0 0 0,0-1 0,0 1 0,1-1 0,-1 1 0,1-1 0,0 0 0,-1 1 0,1-1 0,0 0 0,0 0 0,0 0 0,3 1 0,2 2-225,0-1 0,1 0 0,-1 0 1,13 4-1,25 9-100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1:02.7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46 4300,'14'-7'221,"0"0"-1,1 1 0,0 0 0,-1 1 0,2 1 1,-1 1-1,0 0 0,1 1 0,0 1 0,-1 0 0,27 2 1,490 35 1291,427 85-753,-705-85-659,1072 150-14,471 64-610,2-25-3683,-1338-173 2522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1:02.9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1252,'566'96'-428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59.4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70 16145,'-7'-9'1101,"-6"-6"6534,29 9-3442,-7 5-3417,27-9 276,0 2 0,68-5 0,79 6-1518,-129 6 693,925 11-506,4 32 1439,-341-12-3750,-3-9-5489,-504-18 583,-26 0-5003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0:59.6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469 0 15473,'-114'214'3849,"77"-138"-505,4-10-212,3 0-371,-7-9-209,7-2-896,-7-1-1656,7 9 0,-7 10 0,3-4 0,4 0 0,10 1 0,20-10 0,10-9-1072,14-18-1592,16 13-5857,20 2-9005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1:00.3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1 371 17054,'9'4'389,"-1"0"0,1 0 1,1-1-1,-1 0 0,0 0 1,1-1-1,-1-1 0,1 1 1,0-2-1,-1 1 0,1-1 1,0-1-1,10-1 1,-4 1-136,122-11 1927,184-41 0,-317 52-2158,16-3 45,58-11 326,93-31 1,-151 39-349,0-1 1,0-1-1,-1 0 1,0-2-1,-1 0 1,0-1-1,-1-2 1,-1 1-1,22-23 1,-35 32-38,0 0 0,0 0-1,-1-1 1,1 0 0,-1 0 0,3-5 0,-6 8-5,1 0-1,0 0 1,-1-1 0,0 1 0,1 0 0,-1 0 0,0 0-1,0 0 1,0-1 0,-1 1 0,1 0 0,0 0-1,-1 0 1,1 0 0,-1 0 0,0 0 0,0 0 0,0 0-1,0 0 1,-1-2 0,-1 0-2,0 0-1,0 0 1,0 1 0,0-1-1,-1 1 1,0 0-1,1 0 1,-1 0 0,0 1-1,-1-1 1,1 1 0,0 0-1,-1 0 1,1 0 0,-1 1-1,1 0 1,-1-1 0,0 2-1,0-1 1,0 0 0,-7 1-1,-10 1 1,0 0-1,0 1 1,-33 8 0,12 0 10,2 1 0,-1 3 0,2 1 0,0 2 0,0 1 0,2 3 0,1 1 0,0 2 1,2 1-1,1 1 0,0 3 0,-56 62 0,80-79 0,0 1 1,1 0-1,1 0 0,0 0 1,0 1-1,2 0 1,-10 28-1,14-35-9,1-1 0,-1 0 0,1 0 1,1 1-1,-1-1 0,1 0 0,1 1 0,-1-1 1,1 0-1,0 1 0,0-1 0,1 0 0,0 0 0,0 0 1,0 0-1,1 0 0,0 0 0,0-1 0,0 1 0,1-1 1,-1 0-1,7 6 0,2 1-23,1-1 0,0 0 0,1-1 0,0-1 0,0 0 0,1-1 0,0-1-1,1 0 1,16 5 0,19 3-385,83 15-1,-16-12-365,-1-6 1,214-4-1,-321-8 737,354-22-1283,-140-12 359,-174 23 557,0-2 0,66-26 0,-101 33 266,-2 1-57,-26-1 92,9 5 100,0 1 0,0 0 0,0-1-1,0 2 1,0-1 0,0 0 0,0 1-1,0 0 1,0-1 0,1 2 0,-1-1 0,0 0-1,1 1 1,-1 0 0,0-1 0,1 2-1,0-1 1,0 0 0,-4 3 0,3-2 44,2-1 1238,8-4-950,182-47 2007,-62 12-1086,-117 35-1234,0 1 1,0-1-1,0 2 0,0-1 1,0 1-1,0 0 0,-1 1 0,1 0 1,0 1-1,14 4 0,3 3-362,-1 1 0,28 16 0,31 13-917,-25-19-37,0-2 0,1-2 0,1-4 0,93 9 0,-104-19 845,-1-1-1,1-2 1,0-3-1,-1-2 1,0-2-1,54-16 1,-67 11 1139,0-2 1,-1-1-1,-1-2 1,57-39-1,-73 45 48,-8 5-455,0 0 1,1 1-1,0 0 0,16-5 0,-22 9-725,1 0 0,0 1 0,0-1 0,0 1 0,0 1 0,0-1 0,10 1 0,7 3-2041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1:00.4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 55 10637,'13'21'4196,"-23"-33"-2603,4-3 1851,2-3-4152,1-1-952,-14 13-1069,1 0-1531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1:03.2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131 142 2908,'-61'-27'800,"35"15"-192,5 9-128,-2 0 801,36-16-1181,21 4-20,9 6-24,11 0 48,6-3-116,7 6-156,0-6-476,0 3-1021,-6 3 721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1:18.7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101 100 2792,'0'0'2768,"-2"-2"-2225,-38-39 1881,38 39-1626,-4-16-131,5 16-527,1 0 0,-1-1-1,0 1 1,0 0 0,-1 0-1,1 0 1,0 0-1,-1 1 1,1-1 0,-1 0-1,-2-2 1,-6-6 2550,-12 36-2372,21-19-224,1 0-1,-1 0 1,1 1 0,1-1-1,-1 0 1,1 0 0,1 0-1,3 14 1,3 17 316,28 373 2142,-33-142-1783,4 223-39,28 38-1054,-18-342-985,8 75-2178,3-88-2787,-11-104 672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1:19.1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61 5529,'0'-2'96,"0"0"1,0 0 0,0 1 0,0-1 0,0 0 0,0 0 0,1 1 0,-1-1-1,0 0 1,1 1 0,-1-1 0,1 0 0,0 1 0,0-1 0,-1 1 0,1-1-1,0 1 1,0-1 0,0 1 0,1-1 0,-1 1 0,0 0 0,0 0 0,3-2-1,0 1 149,1-1-1,0 1 1,0 0-1,0 0 0,0 1 1,0-1-1,0 1 0,7-1 1,10 0-121,0 2 1,1-1 0,-1 2 0,0 1-1,0 1 1,0 1 0,0 1 0,0 1 0,-1 0-1,21 11 1,-16-6-112,-1 1 0,0 1 0,-1 1 1,0 2-1,-2 0 0,0 1 0,34 34 0,-52-46-15,1 0-1,-1 0 1,0 0 0,0 0 0,-1 0-1,1 1 1,-1 0 0,0 0-1,-1 0 1,0 0 0,0 0-1,0 0 1,0 0 0,-1 1-1,0-1 1,-1 1 0,1-1 0,-1 1-1,0-1 1,-1 1 0,0-1-1,0 1 1,0-1 0,-1 0-1,0 0 1,0 0 0,0 1-1,-1-2 1,0 1 0,0 0 0,0-1-1,-1 1 1,0-1 0,0 0-1,-1 0 1,-6 6 0,-15 11-55,-1-2 0,-1 0 0,-1-2 0,-1-1 0,-41 17 1,1 1-667,-11-2-3930,64-27 1812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1:19.5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5448,'4'0'877,"12"1"-667,0 1 1,-1 0 0,1 1-1,-1 1 1,0 0 0,0 1-1,0 1 1,0 0 0,-1 1-1,0 0 1,-1 1 0,0 1-1,20 17 1,-12-8-187,-1 1-1,0 1 1,-2 1 0,-1 0 0,0 1 0,-2 1-1,14 27 1,-22-36-24,-1 1 0,-1-1 0,4 20 0,-1-6 15,-7-25 112,5-5-121,26-16-342,0-1 0,-2-2 0,37-30 0,-31 23-445,27-17-1274,9 0-393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1:22.5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1545 23 4616,'-20'-6'386,"-1"1"0,0 1-1,1 1 1,-1 0-1,0 2 1,-1 1 0,1 0-1,-41 7 1,37 1-83,1 0 1,-1 2-1,1 1 1,1 0-1,-35 25 1,-99 83 573,-73 103 71,17 20-307,81-83-225,-160 248 1,272-374-367,1-1 1,1 2-1,-24 66 1,39-88-37,0 0 0,0-1 0,2 1 0,-1 0 0,1 0 0,1 0-1,1 13 1,0-17-3,0-1 0,1 0 0,-1 1 0,2-1 0,-1 0 0,1 0 0,0-1 0,0 1 0,1-1 0,0 1 0,0-1 0,8 9 0,-2-5 0,1 0 1,-1-1 0,2 0 0,-1-1-1,1 0 1,0-1 0,1-1 0,0 1-1,17 4 1,15 4 11,69 11 0,-107-25-21,609 97 104,69 13-103,-508-70 4,-3 9 0,234 98 0,-293-98 3,-4 6 0,-1 5-1,-4 4 1,135 108 0,-184-125 0,-2 2 0,-2 3 1,74 95-1,-98-108 0,-2 1 1,-2 1 0,-2 1 0,-1 0 0,-3 2-1,22 74 1,-27-66 1,-3 1 0,-3 0 0,-2 0 0,-2 1 0,-2 0 1,-11 102-1,-2-85 45,-3 0 1,-3-1-1,-3-1 1,-45 106-1,16-70 107,-4-1 1,-79 113-1,-157 168 536,-563 526 919,563-640-1230,287-271-395,3 1-1,-1-1 0,1 1 1,-1-1-1,1 1 0,0-1 1,0 0-1,0 0 0,-1 1 1,1-1-1,0 0 1,0 0-1,2 1 0,2 4 9,14 15 33,36 31 1,-33-33-30,-2 1 1,24 29 0,-14-7 3,-2 0 0,34 72-1,32 101 38,-82-186-53,147 424-9,-28 12-42,-66-197-21,-11 3-1,-12 1 1,11 459-1,-69-40 88,0-27-60,17-594-70,3 0-1,3 0 1,2-1 0,27 93 0,-26-129-36,2 0 0,1-1 0,1 0 0,2-1 0,1 0 0,1-2 0,2 0 0,0-1 0,3-1 0,44 42 0,-11-22-1377,3-2 0,2-2 0,1-3-1,120 56 1,-65-47-2816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1:24.1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 58 3984,'0'0'3961,"-13"-19"-5225,-1 1-697,8-3 225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1:23.3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 1061 4548,'-4'-17'140,"-1"2"30,1-1-1,0 1 1,2-1-1,-1 0 1,2-1-1,0 1 1,1 0-1,1 0 1,0 0-1,6-23 1,7-15 396,2 1 0,3 1 0,2 0 0,38-69 0,-39 89-330,1 0-1,1 1 0,1 0 0,2 3 0,1 0 1,2 1-1,42-32 0,-26 27-73,2 3-1,0 1 1,3 3-1,0 1 1,1 3-1,1 2 1,1 2-1,79-15 1,-84 24-76,1 3 1,0 1-1,0 2 1,0 3-1,0 1 1,0 3-1,-1 1 1,0 3-1,88 28 1,-69-11 0,-1 3 1,-1 3-1,-1 3 0,-3 2 1,95 76-1,-77-47-20,-3 3 0,-3 4 0,87 113-1,-98-103-19,-5 3-1,-3 2 1,-4 2-1,-4 2 1,-5 2-1,-3 2 0,33 140 1,-43-119-22,-6 2 1,-4 0-1,-6 1 0,-6 1 1,-4-1-1,-16 122 1,-9-64 30,-7-1 0,-71 228 0,28-182-62,-132 276 0,146-373-2,-98 227 27,149-332-15,0 1 0,2 0 0,1 1 0,0-1 0,2 1 0,1 0 0,-1 31 0,4-49-11,1 1 1,-1-1-1,1 1 1,1-1-1,-1 0 0,1 0 1,0 0-1,0 0 0,0 0 1,0 0-1,1 0 1,0-1-1,0 1 0,1-1 1,5 6-1,-3-5-13,0 0 1,0 0-1,0-1 0,1 0 0,0-1 1,0 1-1,0-1 0,0-1 0,15 5 1,4-3-56,0 0 1,1-2-1,-1-1 0,1-1 1,38-5-1,65-13-254,0-5-1,170-54 1,247-113-343,689-329 208,-795 285 1114,-425 224-498,1 0-1,-1-1 0,-1-1 1,0-1-1,18-20 0,-27 19 384,-13 8-194,-24 7 165,29-1-470,-14 3 117,-1 0 1,2 1 0,-1 1-1,0 0 1,1 1 0,0 1-1,-17 9 1,-100 73 776,73-44-465,3 3-1,-98 108 1,76-62-72,-68 106 0,97-122-239,4 1 0,3 2 0,3 2 0,-38 121 0,47-100-43,3 2 1,6 1-1,-11 143 0,25-97-104,7 0 0,6 0-1,7-1 1,7 0 0,64 244 0,129 318-719,-55-205 21,-28 9-276,-21 223 51,-98-569 680,-8 1 0,-23 228 0,4-279 183,-5 0 0,-5-1 0,-46 129 0,43-169 43,-4-1-1,-3-2 1,-4-1 0,-3-2-1,-66 88 1,36-73 27,-4-4 0,-3-3 0,-4-3 1,-3-5-1,-108 72 0,69-64-434,-3-6 1,-4-5 0,-203 78-1,208-106-3084,-151 29 0,156-42-1502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1:24.6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242 383 9289,'-71'21'2612,"51"-12"-1552,0 0 1100,0-12-1828,-3 0-24,9-9-496,-9-21-520,13-21-476,-4-30-960,1-22-1252,0-21-1761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1:24.8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7245,'50'305'924,"-19"-182"-176,5 10-124,5 6-112,9 8-8,7 19-392,3 27-236,4 18-216,-1 15-472,-6 9-1956,4 21-873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1:25.0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402 863 8165,'-130'-211'944,"80"108"-516,3-8-556,-7-25-1040,-6-9-1208,0-11-505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1:23.8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 1 6065,'-34'0'1508,"44"9"-1252,0 3-60,-6 6-128,6 15-156,7 3-256,3 0-516,10 16-1133,17 11 169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1:24.3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128 1 2860,'-54'60'324,"34"-24"-212,3-3-208,0 1-188,4 5-576,6-3 200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1:25.1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 3 5949,'-23'-3'792,"23"27"-152,27 9-140,9 22-40,15 23-192,6 34 0,6 41-200,21 34-256,6 42-328,8 46-516,12 44-1065,7 43-31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1:26.1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617 1538 6557,'-32'-43'1044,"31"42"-1003,1 1-1,-1 0 0,1-1 0,-1 1 0,0 0 1,1-1-1,-1 1 0,1 0 0,-1 0 1,0 0-1,1 0 0,-1 0 0,0 0 0,1-1 1,-1 1-1,1 1 0,-1-1 0,0 0 1,1 0-1,-1 0 0,0 0 0,1 0 0,-1 1 1,1-1-1,-1 0 0,0 0 0,1 1 1,-1-1-1,1 0 0,-1 1 0,1-1 0,-1 1 1,1-1-1,0 1 0,-1-1 0,1 1 1,-1-1-1,1 1 0,0-1 0,-1 1 0,1 1 1,-14 23 1283,13-23-1145,-5 15 354,1 1 0,0 0 0,1 0 0,1 1-1,1-1 1,0 33 0,-2 5 278,-64 557 3346,-94 300-2396,37-318-1202,26-110-217,91-449-381,-17 46-1,25-81 32,0-1 0,0 1-1,0-1 1,0 1 0,0-1 0,0 1-1,0-1 1,0 1 0,0-1-1,0 1 1,0-1 0,-1 1-1,1-1 1,0 0 0,0 1-1,0-1 1,-1 1 0,1-1 0,0 0-1,-1 1 1,1-1 0,0 0-1,-1 1 1,1-1 0,-1 0-1,1 1 1,0-1 0,-1 0-1,1 0 1,-1 0 0,1 1 0,-1-1-1,1 0 1,-1 0 0,-5-18-300,-2-53-41,2 0 0,7-118 0,0 154 286,10-173-273,72-395 1,119-192 23,-63 374 153,17 6 0,272-513 1,-368 814 150,5 3 1,4 2-1,89-104 1,-132 182 56,40-35 1,-53 55-16,0 1 0,0 0 0,1 0 0,1 2 0,23-12 0,-32 18-16,0-1 0,0 1 0,0 0 0,1 1 0,-1-1 0,1 1 0,-1 1 0,1-1 0,0 1 0,-1 0 0,1 1 0,-1-1 0,1 1 0,-1 1 0,1-1 0,-1 1 0,0 0 0,1 0 0,-1 1 0,0 0 0,-1 0 0,1 1 0,0-1 0,-1 1 1,0 0-1,0 1 0,0-1 0,0 1 0,5 7 0,5 8 31,-1 1 1,-1 1 0,-1 0-1,-1 0 1,-1 1 0,13 40-1,5 33 48,-5 0 1,-3 2-1,-5 0 0,-4 1 0,-3 111 0,-12-27-27,-54 341 0,-6-160-491,-37 227-742,58-293 361,33-217 439,-23 300-2063,32-363 2199,2 1 0,0-1 0,0 0 0,2 1 0,7 26-1,-9-40 178,1-1 0,-1 0 0,1 0 0,0 0 0,0 0 0,0 0 0,0 0 0,1-1 0,0 1 0,0-1 0,0 0 0,0 0 0,0 0 0,0 0 0,1 0 0,0-1 0,-1 1 0,1-1 0,0 0 0,0 0 0,0 0 0,0-1 0,0 0 0,1 0 0,-1 0 0,0 0 0,8 0 0,-3-1-12,0 0 0,0-1 0,0 0 0,0-1 0,-1 0 1,1 0-1,0-1 0,-1 0 0,0-1 0,0 1 0,12-9 0,5-4-77,-2-1-1,28-26 1,4-8-196,76-94 1,37-72 28,-114 145 254,72-97-50,265-338-257,-255 346 430,162-148-1,-188 209 568,4 4 0,5 6 0,3 5 0,242-125 0,-295 178 230,121-39 0,-150 59-462,0 2-1,1 2 1,0 2-1,69-2 1,-88 10-259,0 1 0,-1 0 0,1 2 0,-1 1 0,33 12 0,11 3-69,28 3-652,2-4 0,108 8 0,198-3-1036,-354-23 1459,1098-6-3438,-955-10 1076,321-65 1,-298 28-667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17:31:26.3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88 1 5076,'-81'96'1001,"75"-63"-241,9 6-20,14 7-76,6-1-20,7 3-80,14 9-88,16 4-100,14 8-180,6-3-136,7 1-124,11-1-140,-5 0-308,8-8-368,-1-7-1716,4 0-721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12.0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54 29 7013,'3'7'13437,"-19"-11"-10377,-22-10-2970,36 13 6,26-16-12481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12.3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245 28 9113,'3'-27'11464,"-6"27"-10022,-28 8 887,28-7-1373,-6 10 731,1 1-1224,0-1-1,2 2 0,-1-1 1,2 0-1,-1 1 1,-4 22-1,-16 34 214,2-18-405,1 1-1,4 1 1,1 0 0,-14 76-1,28-110-513,1 1-1,2 0 0,0 0 1,1 0-1,0 0 0,2 0 1,1-1-1,0 1 0,1-1 1,1 1-1,1-1 0,1 0 1,1-1-1,0 0 0,20 32 1,-12-29-587,0 0 0,2-1-1,0 0 1,1-2 0,1 0 0,31 21 0,-10-13-2688,1-1 0,72 30 0,-18-16-5492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12.8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294 0 7717,'0'0'7276,"-3"0"-5794,-27 6 893,26-5-1449,0-1-31,-3 0-530,1 0 1,-1 1 0,0 0-1,1 0 1,-1 1 0,1 0 0,0 0-1,0 0 1,0 1 0,0 0-1,0 0 1,0 1 0,-5 4 0,1 0 55,1 0 1,0 1-1,1 0 1,0 0-1,1 1 1,-11 18-1,2 2 9,1 0 0,2 1-1,1 1 1,-11 49 0,19-62-796,1 1 1,1 0 0,0 0 0,1-1-1,2 1 1,0 0 0,1 0 0,1 0-1,7 28 1,-3-24-1451,1 0 1,18 37-1,-14-38-1254,1-1 0,23 32 0,15 5-6526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15.9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155 17 5236,'0'0'18454,"-1"-2"-18247,0 1 0,-1 0 0,1-1 0,0 1-1,-1 0 1,1-1 0,-1 1 0,0 0 0,1 0 0,-1 0-1,0 1 1,-2-2 0,-6 12 138,0 0 0,2 1 1,-1 0-1,1 1 0,-9 18 0,-29 72 319,40-85-911,1 0 0,1 1 0,1 0 0,0 0 1,0 27-1,3-20-1756,0-1 0,2 0 0,9 41-1,8-11-4400,13 3-3828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16.8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600 37 6949,'2'-13'591,"-1"1"287,0 1 3686,-1 11-4465,0 1 1,0 0-1,0-1 0,1 1 1,-1 0-1,0-1 1,1 1-1,-1-1 0,1 1 1,-1-1-1,1 1 0,-1-1 1,0 1-1,1-1 1,0 1-1,-1-1 0,1 1 1,-1-1-1,1 0 1,0 1-1,0-1 0,0 1 43,0-1 1,-1 0-1,1 1 0,0-1 0,0 1 0,-1-1 0,1 1 0,0-1 1,-1 1-1,1 0 0,0-1 0,-1 1 0,1 0 0,-1-1 1,1 1-1,-1 0 0,0 0 0,1-1 0,-1 1 0,0 0 0,1 0 1,-1 1-1,17 104 3192,-16-94-3190,1 7 30,-1 1 0,-1-1 0,-1 1 1,-1-1-1,-1 1 0,-6 26 0,0-22-226,0-1 0,-1-1 0,-2 1 0,0-2 0,-1 0 0,-1 0 0,-1-1 0,-33 33 0,16-23-902,-1-2 0,-2-1 0,-1-2 1,-48 26-1,-47 22-4777,-8 10-3452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24.7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 55 4524,'1'-1'586,"0"-1"0,0 1-1,0-1 1,0 1-1,1-1 1,-1 1-1,0-1 1,1 1 0,-1 0-1,0 0 1,1 0-1,0 0 1,-1 0 0,1 0-1,0 0 1,-1 0-1,3 0 1,3-2-1310,-4 1 3147,3-22-122,-2 20-1190,-3 17-666,-8 33-53,-16 62 0,5-26-280,-7 105 137,18-125-197,5 2-22,2-16 9,0-43-30,0 0 1,1 0 0,-1 0-1,1 0 1,0 0 0,0-1-1,1 1 1,3 7 0,-3-6 12,-1-3 9,8 28 31,-8-31-61,0 0 0,-1 0 0,1 0 1,0 0-1,0-1 0,-1 1 0,1 0 0,0 0 0,0 0 0,-1-1 0,1 1 0,0 0 0,-1-1 0,1 1 0,0 0 0,-1-1 0,1 1 0,0-2 0,1 2 1,6-6-1,1 0 0,-1 0 1,0-1-1,0 0 0,-1 0 1,0 0-1,8-12 0,39-62-87,-27 36-105,1 1 0,41-46 1,-39 49 8,-22 30 102,0 1-1,16-18 0,-22 27 45,0 3-37,1 2 69,0 0-1,-1 0 1,1 1 0,-1 0 0,0-1-1,0 1 1,0 0 0,-1 0 0,0 0-1,1 6 1,8 25-17,-8-29 17,1 0 1,1 0-1,-1-1 0,1 1 1,0-1-1,0 0 1,1 0-1,0 0 0,0-1 1,9 8-1,-10-10-20,0 0-1,0-1 1,0 1-1,0-1 1,1 0-1,-1 0 0,1 0 1,-1-1-1,1 0 1,0 0-1,-1 0 1,1 0-1,0-1 1,0 1-1,-1-1 1,1 0-1,5-2 1,161-20-2743,-70 15 679,-80 4 1694,24-2-544,66-19 0,-64 14 478,-14 28 358,-32-14 87,8 76 1,-8-77 22,0 1-1,1-1 0,0 1 1,-1-1-1,1 0 0,0 1 1,1-1-1,-1 0 1,0 0-1,1 0 0,5 4 1,-1 0-45,-6-6 35,0-1 0,0 1 0,0 0 0,0-1 0,1 1-1,-1-1 1,0 0 0,0 1 0,1-1 0,-1 0 0,0 0 0,0 1 0,1-1-1,-1 0 1,0 0 0,1-1 0,0 1 0,3 0-1,8 0 5,0 0 0,1-1 0,-1 0 0,0-1 0,0 0 0,0-2 0,21-6 0,1-1 124,16-3 109,-50 15-179,1 1 0,-1-1 0,0 0 0,1 1 0,-1-1 0,0 1 0,0-1 0,0 1 0,0-1 1,0 1-1,-1 0 0,2 2 0,1 9 328,4 29-411,4 77-1,-10-110-625,2 8-344,-4-4-3434,-2 2-615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24.9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 12 7489,'17'-6'1892,"-4"0"3620,-26 12-6048,0 0-148,-1 3-648,4 3-2272,0 3-2149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25.8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586 868 6493,'1'-12'1012,"0"-1"0,1 0 1,1 1-1,0-1 0,6-16 1,-1 4 169,-6 17-828,-1-1 0,1 1 0,-2-1 1,1 0-1,-1 1 0,0-1 0,-1 0 1,-3-14-1,4 20-299,-1-1 1,1 1-1,-1-1 0,0 1 1,0 0-1,-1 0 0,1 0 0,-1-1 1,0 2-1,1-1 0,-1 0 1,0 0-1,-1 0 0,1 1 1,0-1-1,-1 1 0,0 0 1,1 0-1,-1 0 0,0 0 0,0 0 1,0 0-1,0 1 0,0 0 1,-6-2-1,-8 1-11,0 1 0,0 0 0,0 2 0,0 0 1,0 1-1,0 0 0,0 2 0,0 0 0,1 0 0,0 2 0,0 0 0,-19 10 0,-10 8-29,1 1 0,-78 61-1,111-78-128,1 0 0,0 1 1,0 0-1,1 1 0,0 0 0,1 1 0,0-1 0,1 2 0,0-1 0,1 1 0,-7 18 0,14-29 39,1 1 1,-1 0-1,0 0 0,1 0 1,0-1-1,-1 1 1,1-1-1,0 0 0,0 1 1,0-1-1,0 0 0,0 0 1,3 1-1,-1-1-23,1-1 0,0 0 0,0 0 0,-1 0 0,1-1 0,0 1-1,-1-1 1,1 0 0,7-3 0,40-16-482,-48 18 545,31-16-222,0-2-1,-2-1 1,0-2 0,-1-1-1,51-50 1,-59 50 220,-2 0-1,0-2 1,-2 0 0,-1-1 0,-1-1-1,-1-1 1,-1-1 0,20-54 0,4-8 259,-21 52 118,-6 0 20,-12 36 684,-1 8-698,-11 183 627,9-90-831,2-91-136,0 153 115,3-116-280,14 77 1,-14-105 113,1-1-1,1 1 1,0-1 0,0 0-1,2-1 1,-1 1-1,2-1 1,17 24-1,-17-29 28,0-1 0,1 0 0,-1 0 0,1-1 0,1 0 0,-1 0 0,1-1 0,0-1 0,0 1 0,1-2-1,-1 1 1,1-2 0,0 1 0,0-1 0,0-1 0,0 0 0,0-1 0,13 0 0,-3-1 11,-1-1 0,0-1 1,0 0-1,0-2 1,0 0-1,-1-1 0,0-1 1,0-1-1,18-11 0,-17 7-6,0-1 0,-1-1 0,-1 0-1,-1-2 1,0 0 0,0-1 0,-2-1-1,0 0 1,-1-1 0,20-36-1,-31 49 6,17-37-16,-20 42 26,1-1 1,-1 0-1,1 0 1,-1 0-1,0 0 1,0 0 0,0 0-1,0 0 1,0 0-1,0 0 1,-1 0-1,1 0 1,0 0-1,-1 1 1,0-1-1,1 0 1,-1 0-1,0 0 1,0 1-1,0-1 1,-1-1-1,0 1 6,1 1-1,-1 0 1,0 0-1,1 0 1,-1 0 0,0 0-1,1 0 1,-1 0 0,0 1-1,0-1 1,0 1-1,0-1 1,0 1 0,0 0-1,0 0 1,0 0-1,0 0 1,0 0 0,0 0-1,-3 1 1,-37 10 107,39-10-94,-12 5 21,2 1 0,-1 0 0,1 1-1,0 0 1,0 1 0,1 1 0,1 0 0,-1 1-1,2 0 1,-1 0 0,2 1 0,0 1 0,-11 16-1,18-25-48,0-1-1,1 0 0,-1 1 0,0-1 0,1 1 0,0-1 0,0 1 0,0 0 0,0 0 1,0-1-1,1 1 0,0 0 0,0 0 0,0 0 0,0-1 0,0 1 0,1 0 0,0 0 0,2 6 1,-2-7-29,1-1 1,-1 1-1,1-1 1,-1 1 0,1-1-1,0 0 1,0 0 0,0 0-1,0 0 1,1-1 0,-1 1-1,0 0 1,1-1-1,-1 0 1,1 1 0,-1-1-1,1 0 1,0 0 0,-1-1-1,1 1 1,0 0 0,0-1-1,0 0 1,0 1 0,-1-1-1,1-1 1,0 1-1,3-1 1,1 0-5,1-1-1,-1 0 1,0 0 0,0 0 0,0-1-1,0-1 1,0 1 0,-1-1-1,1 0 1,-1 0 0,0-1-1,0 0 1,-1 0 0,0 0 0,0-1-1,0 0 1,4-6 0,7-11 11,-1 0 0,-1 0 1,15-37-1,109-310 548,-82 221-21,-9 29 283,-32 81-390,-9 26-210,-1 0 1,-1 0-1,0 0 1,0-1 0,1-16-1,-5 30-172,0-1 0,0 1 0,1-1 0,-1 1 0,0-1 0,0 1-1,0-1 1,0 1 0,0-1 0,0 0 0,0 1 0,0-1 0,0 1 0,0-1-1,-1 1 1,1-1 0,0 1 0,0-1 0,0 1 0,-1-1 0,1 1 0,0-1 0,-1 1-1,1 0 1,0-1 0,-1 1 0,1-1 0,0 1 0,-1 0 0,1-1 0,-1 1-1,1 0 1,-1-1 0,1 1 0,-1 0 0,1 0 0,-1 0 0,1-1 0,-1 1-1,1 0 1,-1 0 0,1 0 0,-1 0 0,1 0 0,-1 0 0,1 0 0,-1 0 0,1 0-1,-1 0 1,1 0 0,-1 0 0,0 1 0,1-1 0,-1 0 0,1 0 0,0 0-1,-1 1 1,1-1 0,-1 0 0,1 1 0,-1-1 0,1 0 0,0 1 0,-1 0 0,-33 26 255,22-13-212,1 0 1,1 1-1,0 0 1,1 1-1,-7 17 1,-32 91 64,32-80-123,-56 171-959,-14 37-3435,42-132 207,8-2-2069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26.9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34 5777,'1'-2'781,"0"0"0,1-1 1,-1 1-1,0 0 1,1 0-1,-1 1 0,1-1 1,0 0-1,-1 0 1,1 1-1,0-1 1,3-1-1,7-3-1283,-10 5 1108,-1 4-350,2 20-47,0 0-1,-2 0 0,-2 28 0,2-36-194,0-1-1,1 0 1,0 0-1,1 0 0,1 0 1,7 19-1,-10-31-6,-1-1 0,1 1 0,0-1 0,0 1 1,0-1-1,0 0 0,0 1 0,0-1 0,1 0 0,-1 0 0,0 0 0,1 0 0,-1 0 0,1 0 0,-1 0 0,1 0 0,-1-1 0,1 1 0,-1 0 0,1-1 0,0 1 0,-1-1 0,1 0 1,0 0-1,0 0 0,-1 0 0,1 0 0,0 0 0,-1 0 0,1 0 0,3-1 0,8-2 21,-1 1-1,1-2 1,15-6 0,-13 5-17,77-36 18,-66 28-10,-18 9-29,1 1 0,0-1-1,1 2 1,-1-1 0,13-1-1,-20 4 24,0-1 0,1 0 0,-1 1 0,0-1 0,1 0 0,-1 0 0,0 0 0,0-1 0,2-1 0,3 0-31,-4 2-42,0 0-32,25-3 106,48-15-1,-72 19 14,0-1 0,0 1-1,0 0 1,0 0 0,0 0 0,0 1 0,-1-1 0,1 1-1,6 2 1,-3-2 2,-2 0-17,1 1 1,-1 0 0,1 0 0,-1 0-1,0 0 1,0 1 0,0 0 0,0 0 0,-1 0-1,1 1 1,3 4 0,0-2 13,13 10 112,-8-5-32,0-2 0,20 12 0,-28-18-103,-1-1 0,2 0 0,-1 0 0,0-1 0,0 1 0,1-1 0,-1 0 0,0-1 0,1 1 0,9-1 0,83-16 763,-95 16-518,20 0 105,-21 0-356,0 0-1,0 1 1,0-1-1,0 1 1,-1-1 0,1 1-1,0 0 1,0 0-1,-1-1 1,1 1 0,0 0-1,-1 1 1,1-1-1,-1 0 1,1 0-1,-1 1 1,0-1 0,0 1-1,1-1 1,-1 1-1,0-1 1,0 1 0,0 0-1,-1-1 1,1 1-1,0 0 1,-1 0-1,1 0 1,-1 0 0,0 0-1,1 2 1,11 47-5366,-11-51 5209,0 1 0,-1-1 0,1 1 0,0-1 0,0 1 0,0-1 0,0 0 0,-1 1 0,1-1-1,0 0 1,0 0 0,0 0 0,0 0 0,0 0 0,0 0 0,0 0 0,0 0 0,-1 0 0,1 0 0,0 0 0,1-1 0,-1 1-172,18-5-2892,-1-8-1112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27.0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7 178 5493,'13'-54'984,"-10"29"68,-9 10-288,2-3 516,1 0-780,3 0 248,-7 3-820,4 0-204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27.8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146 967 7157,'11'-10'1203,"0"0"0,0 0 0,1 1 0,17-10 1,26-21 3221,-53 38-4263,-1-1 0,1 1 0,-1-1 0,0 1 0,0-1 1,0 0-1,0 1 0,1-6 0,-1 2 89,1 3 84,-14-31 259,11 34-583,1-1 1,-1 0 0,0 1 0,1-1 0,-1 0-1,0 1 1,0-1 0,0 1 0,1-1 0,-1 1-1,0 0 1,0-1 0,0 1 0,0 0 0,0 0-1,0-1 1,0 1 0,0 0 0,0 0 0,-1 0-1,0 0 21,-9-2-10,1 1 1,0 0-1,-1 1 0,1 0 1,0 1-1,-1 0 1,1 0-1,0 1 0,0 0 1,-16 7-1,6-1-76,0 0 1,0 2-1,-34 22 0,53-31 2,1-1-1,-1 1 1,0-1-1,0 1 0,0-1 1,1 1-1,-1-1 1,0 1-1,1 0 1,-1 0-1,0-1 0,1 1 1,-1 0-1,1 0 1,-1 0-1,1-1 1,0 1-1,-1 0 1,1 0-1,0 0 0,-1 0 1,1 0-1,0 0 1,0 0-1,0 0 1,0 0-1,0 0 1,0 0-1,0 0 0,0 0 1,1 1-1,15 20-1661,-11-18 1607,-4-3 58,0 0 1,0-1 0,-1 0 0,1 1 0,0-1 0,0 1 0,0-1 0,0 0 0,0 0 0,0 0 0,-1 1 0,1-1 0,0 0 0,0 0-1,0 0 1,0 0 0,0-1 0,0 1 0,0 0 0,1 0 0,2-1-111,10 0 0,0 0 0,0-1 0,0-1 0,0 0-1,0-1 1,-1 0 0,1-1 0,-1 0 0,-1-2-1,15-7 1,13-12 266,61-51-1,-78 57 102,-2-1-1,0-1 1,27-37-1,47-81 1872,-54 77-583,-39 61-954,-5 4-326,-5 9-149,1-1 0,0 1 0,0 1 0,1-1 0,0 1 0,1 0 0,1 1 0,0-1 0,-4 21 0,3-6-85,1-1 0,2 1 0,1 49 0,1-69 1,1 0 0,0 0 0,0 0 0,1 0 0,0 0 0,0 0 0,0-1 0,1 1 0,0-1 0,0 1 0,1-1 0,-1 0 0,2-1 0,-1 1 0,0 0 0,1-1 0,0 0 0,0 0 0,1-1 0,-1 0 0,1 0 0,0 0 0,0 0 0,1-1 0,-1 0 1,1 0-1,-1-1 0,1 0 0,0 0 0,0 0 0,0-1 0,0 0 0,0-1 0,0 1 0,0-1 0,10-2 0,-6 1 16,-2 0 0,0 0-1,0-1 0,0 0 0,0 0 0,0-1 0,0 0 0,-1 0 0,0-1 0,1 0 0,-1 0 0,-1-1 0,9-7 0,-10 7 6,0 0-1,-1-1 0,0 0 0,0 0 0,0 0 0,-1 0 0,5-10 0,-8 13-14,0 1-1,1-1 1,-1 1-1,-1-1 1,1 1-1,0-1 1,-1 0-1,1 1 1,-1-1-1,0 0 1,0 0-1,0 1 1,0-1-1,0 0 1,-1 1-1,1-1 1,-1 0-1,0 1 1,1-1-1,-1 1 1,-1-1-1,1 1 1,0-1-1,-1 1 1,-2-4-1,1 3 10,0 1 0,0 0-1,0 0 1,0 0 0,0 0-1,0 0 1,-1 1 0,1-1-1,0 1 1,-1 0 0,0 0-1,1 0 1,-1 1 0,1-1-1,-1 1 1,0 0 0,1 0-1,-1 0 1,0 1 0,1-1-1,-1 1 1,-6 2 0,-6 1 7,0 1 0,0 1 0,-20 11 1,25-11-65,0 0 1,1 1-1,0 1 1,0 0-1,1 0 1,0 1-1,-12 14 1,20-21 23,1-1-1,-1 0 1,0 0 0,0 0 0,1 1 0,-1-1-1,1 0 1,-1 1 0,1-1 0,-1 0 0,1 1 0,0-1-1,0 0 1,0 1 0,0-1 0,0 1 0,0-1-1,0 0 1,0 1 0,0-1 0,1 1 0,-1-1 0,0 0-1,1 1 1,0-1 0,0 2 0,23 23-727,-20-23 698,4-1-342,21-8 7,-15 5 295,0-2 0,0 0 0,0 0 0,0-1 0,0-1-1,-1-1 1,0 0 0,0 0 0,-1-1 0,14-10 0,1-6 130,-1-2 0,-1 0 0,-2-2 0,40-56 0,-26 23 476,44-96 0,-28 18 197,-32 75-233,-6 20 482,18-88-1,-33 130-929,1 0-1,-1-1 0,0 1 0,1 0 0,-1-1 1,0 1-1,0 0 0,0-1 0,0 1 0,0 0 1,0-1-1,0 1 0,0-1 0,0 1 1,-1 0-1,1-1 0,0 1 0,-1 0 0,0 0 1,1-1-1,-1 1 0,0-1 0,-1 2-3,1 0-1,0 0 0,0 0 1,0 0-1,0 0 1,0 0-1,0 0 1,0 1-1,0-1 0,0 0 1,0 1-1,0-1 1,0 1-1,0-1 1,1 1-1,-1 0 0,0-1 1,0 1-1,0 0 1,1 0-1,-2 0 1,-9 11 89,0 0 1,-15 21 0,-2 14-628,2 1 0,-35 91 1,50-114 84,-45 131-6727,24-75-815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20.2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794 0 8661,'0'0'13468,"4"2"-13064,-1 0-361,0 0 0,0 1 1,0-1-1,0 0 0,-1 1 1,1 0-1,-1-1 0,1 1 1,-1 0-1,0 0 0,0 1 1,-1-1-1,1 0 0,-1 1 0,1-1 1,-1 1-1,0-1 0,0 1 1,-1 0-1,1-1 0,-1 1 1,1 0-1,-1-1 0,-1 1 1,1 0-1,0-1 0,-1 1 1,0 0-1,0-1 0,-2 7 1,-3 5-41,0 0 1,0 0-1,-2-1 1,0 0 0,-1 0-1,0-1 1,-1 0-1,0-1 1,-1 0 0,0 0-1,-1-1 1,0-1-1,-1 0 1,0-1 0,-18 10-1,-24 10-981,-1-1 1,-93 30-1,149-58 978,-72 22-2910,-82 14-1,73-18-1329,-9 6-3715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20.6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409 1 8185,'-4'4'883,"-12"7"7299,32 20-5684,-12-24-2330,0 1 0,0 0-1,-1 0 1,0 0 0,0 1-1,-1-1 1,0 1 0,0-1-1,-1 1 1,-1 0-1,1 0 1,-1-1 0,-2 13-1,0-9-164,0 1-1,-1-2 0,0 1 0,-1 0 0,0-1 0,-1 1 1,0-1-1,-1 0 0,0-1 0,-1 1 0,0-1 0,-1-1 1,0 0-1,0 0 0,-1 0 0,0-1 0,-1 0 1,-14 9-1,2-2-1250,-1-1-1,-1-1 1,1-1 0,-2-1 0,-49 15 0,17-8-3369,3 2-2430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21.0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627 3 9473,'-13'-3'2878,"12"3"-1847,-1 0 1,0 0-1,1 0 0,-1 0 1,0 0-1,1 1 0,-1-1 1,0 0-1,1 1 0,-1-1 1,1 1-1,-1 0 0,1-1 1,-1 1-1,-1 1 0,-4 5 626,1 3-4264,-35 105 4581,16-73-2077,-2 0 0,-2-2 0,-1-1 0,-64 63 0,44-48-1214,-63 53-3628,31-42-2966,0-8-4293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29.0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75 5753,'-16'-21'8300,"18"20"-7209,36-10 5775,-38 10-6834,0 1 0,0-1-1,1 0 1,-1 0 0,0 0 0,1 0-1,-1 1 1,1-1 0,-1 0 0,1 1 0,-1-1-1,1 0 1,-1 1 0,1-1 0,-1 0-1,1 1 1,0-1 0,0 1 0,-1-1-1,1 1 1,1-1 0,8-7 456,6-9-99,-14 15-87,1 3-279,-1-1-20,0 1 0,1-1 0,-1 1 1,0 0-1,0 0 0,0 0 0,0 0 0,0 1 0,0-1 1,0 0-1,0 1 0,0-1 0,-1 1 0,1 0 0,-1 0 1,1-1-1,-1 1 0,0 0 0,2 3 0,1 4 10,1 1-1,-2 0 0,4 13 0,9 24-206,14 9-138,-28-54 322,1 0 0,0 0-1,-1 0 1,1-1 0,0 1-1,0-1 1,0 0-1,0 1 1,0-1 0,0-1-1,4 2 1,-4-1-4,1 0-12,8-2 19,1-2-1,-1 1 1,0-1-1,0-1 1,0 0-1,0-1 1,-1 0-1,12-7 1,12-5 83,-10 9-86,0 0 0,1 2 0,0 0 0,50-3 0,50-10-45,-118 16 50,0 1 0,0 0 1,0 1-1,0 0 0,0 0 1,0 0-1,0 1 0,1 0 0,-1 1 1,0 0-1,0 0 0,0 1 1,0 0-1,14 6 0,-6-1 6,-10-4-10,1 0 1,-1 0 0,1 1-1,-1 0 1,0 0-1,10 9 1,32 27-236,-25-23 120,-18-13 107,0-2 0,-1 1-1,1 0 1,0-1 0,0 0 0,1 0 0,-1-1-1,0 0 1,1 0 0,-1 0 0,1 0-1,-1-1 1,1 0 0,-1 0 0,1 0 0,-1-1-1,0 1 1,1-2 0,7-1 0,11-5 96,-1 0 1,0-2-1,22-12 1,-20 9 54,10-6 102,16-7 105,-49 26-279,-12 113-1760,10-109 454,7 14-1926,-7-17 2899,0 1 0,1-1 0,-1 0 1,1 0-1,0 0 0,-1 1 0,1-1 0,0 0 0,0 0 0,0 0 1,-1 0-1,1 0 0,0-1 0,0 1 0,1 0 0,-1 0 1,0-1-1,0 1 0,0 0 0,0-1 0,1 1 0,-1-1 0,0 0 1,0 1-1,3-1 0,16 8-7078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29.2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105 242 6257,'-44'-39'1472,"48"15"-28,-11 0-120,0 0-276,4 2-176,3 1-168,-10 6-148,0-3-124,3 6-372,0-6-456,1 6-392,-1 0-564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29.4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79 8981,'-4'-24'1112,"1"0"460,-4 6-1136,0 6-376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30.2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660 1097 9685,'59'-78'5177,"-57"75"-3765,-2-4-969,0 0-1,-1-1 1,1 1-1,-1 0 1,-1 0-1,1 0 1,-1 0-1,-4-8 1,5 12-399,-1 0 1,1 1-1,-1-1 0,0 1 1,0 0-1,0 0 0,0-1 1,0 1-1,0 1 1,-1-1-1,1 0 0,-1 0 1,1 1-1,-1 0 1,0-1-1,1 1 0,-1 0 1,0 0-1,0 0 0,0 1 1,0-1-1,0 1 1,-3-1-1,-13 1 49,0 0-1,1 1 1,-1 1 0,0 1-1,1 0 1,-1 2 0,-33 12-1,4 3 84,-74 41-1,92-44-137,0 2 0,1 1 0,1 2 0,1 0 0,1 2 0,1 1-1,-40 51 1,61-70-45,0-1-1,0 1 1,1 1-1,0-1 1,0 0-1,0 1 1,1-1-1,0 1 0,0 0 1,0 0-1,0 10 1,2-14-45,0 0 0,0-1 0,1 1 0,-1 0 0,1 0 0,-1-1 0,1 1 0,0 0 0,0-1 0,0 1 0,0-1 0,1 1 1,-1-1-1,1 0 0,-1 1 0,1-1 0,0 0 0,0 0 0,0 0 0,0-1 0,0 1 0,1 0 0,-1-1 0,0 1 0,1-1 0,-1 0 0,1 0 0,-1 0 0,1 0 0,0 0 1,4 0-1,5 2-140,0-2 0,0 0 0,0 0 0,0-1 0,0 0 0,0-1 0,-1-1 0,1 0 0,0 0 0,0-1 0,-1-1 0,13-5 0,4-3-46,0-1-1,-1-2 1,44-31 0,-26 11 114,-2-2 0,-1-3 1,-2-1-1,-2-1 0,58-86 1,-18 7 425,67-145 0,-89 144 717,-6-3-1,49-187 1,-95 293-570,-3 16-71,-5 8-24,-21 30-110,2 1 0,1 1-1,2 1 1,-23 59 0,-46 173 155,75-222-340,-5 16 14,3 1 0,-9 75 0,22-113-104,1-1 0,1 1-1,1 0 1,2 0 0,1-1 0,1 1 0,1-1-1,10 30 1,-13-49-28,1-1 0,1 1-1,-1-1 1,1 0 0,0 0 0,1-1-1,-1 1 1,1-1 0,0 0 0,0 0 0,1-1-1,-1 0 1,1 0 0,0 0 0,0 0-1,0-1 1,1 0 0,-1 0 0,1-1-1,0 0 1,7 2 0,9 0-160,-1 0 1,1-1-1,0-1 1,0-1-1,30-4 1,-11-1-72,-1-2 1,1-1-1,-2-3 0,49-17 1,-28 3-153,-1-2-1,56-34 1,-81 40 144,38-29 0,-61 40 300,-1-1 0,0 0 0,0-1 1,-1 0-1,0 0 0,11-18 0,-20 27 11,0 0 1,0 1 0,0-1 0,0 0-1,0 0 1,-1 0 0,1 0 0,0 0 0,-1 0-1,0 0 1,1 0 0,-1 0 0,0 0-1,0 0 1,-1-4 0,1 4 2,0 1 0,-1 0 0,0 0 0,1-1 1,-1 1-1,0 0 0,0 0 0,1 0 0,-1 0 0,0 0 0,0 0 0,0 0 0,0 0 1,0 0-1,-1 0 0,1 0 0,-2 0 0,-4-2 44,0 1 0,0 0 1,-1 0-1,1 0 0,0 1 0,-13 0 1,-4 1 24,0 0 1,-1 2-1,1 1 1,0 1-1,0 1 1,1 1-1,-27 10 1,-7 7 62,-85 46 0,135-65-161,1 0 0,0 0 0,0 0 0,0 1 0,0 0 0,1 0 0,0 0 0,0 1 0,-4 6 0,8-11 1,-1 1 0,1 0 1,0 0-1,0 0 0,0 0 1,1 0-1,-1 0 0,0 0 0,1 1 1,0-1-1,-1 0 0,1 0 1,0 0-1,0 1 0,0-1 0,0 0 1,0 0-1,1 0 0,-1 1 1,1-1-1,-1 0 0,1 0 0,0 0 1,0 0-1,0 0 0,0 0 0,0 0 1,1 0-1,-1-1 0,0 1 1,1 0-1,-1-1 0,1 1 0,3 2 1,4 3-146,1-1 0,0 0 0,0-1 0,0 0-1,1 0 1,0-1 0,0-1 0,0 0 0,0 0 0,0-1 0,19 1 0,4-1-172,0-1 1,57-7-1,-75 4 380,-1 0 0,0-1 1,1-1-1,-1 0 0,25-12 1,-32 12 60,0 0 1,0-1-1,0 0 1,-1 0-1,0-1 1,0 0-1,0 0 1,-1-1-1,0 0 1,0 0-1,5-8 1,4-14 336,-1-1-1,-1 1 1,-2-2-1,11-45 1,-7 28-177,98-353 671,-37 124-579,-62 221-243,-14 56-120,0 0 0,0 0-1,0 0 1,0 0 0,0 0 0,0 0-1,0 0 1,0 0 0,0 1 0,0-1 0,0 0-1,-1 0 1,1 0 0,0 0 0,0 0 0,0 0-1,0 0 1,0 0 0,0 0 0,0 0 0,0 0-1,0 0 1,0 0 0,-1 0 0,1 0-1,0 0 1,0 0 0,0 0 0,0 0 0,0 0-1,0 0 1,0 0 0,0 0 0,0 0 0,0 0-1,-1 0 1,1 0 0,0 0 0,0 0 0,0-1-1,0 1 1,0 0 0,0 0 0,0 0-1,0 0 1,0 0 0,0 0 0,0 0 0,0 0-1,0 0 1,0 0 0,0 0 0,-1 0 0,1-1-1,0 1 1,0 0 0,0 0 0,0 0 0,0 0-1,-7 3-1,1 0 0,-1 1-1,1-1 1,-1 2 0,1-1-1,0 1 1,1 0 0,-1 0-1,1 0 1,0 1-1,0-1 1,-6 12 0,-7 11 25,-21 50-1,22-43-18,-17 37-897,-33 101-1,19-1-3477,35-91-407,8 10-2751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30.3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81 54 13873,'-24'-21'3369,"1"18"-2149,6-3 592,7-6-2204,3 0-976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31.5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1441 244 3320,'22'-32'289,"-13"18"-84,1-1-1,1 2 1,0 0 0,0 0-1,2 1 1,14-12 0,-14 14 68,-1 0-52,0 0-1,0 1 0,1 0 1,0 1-1,1 0 1,-1 1-1,1 1 0,1 0 1,0 1-1,25-5 0,-11 6 66,1 1-1,-1 1 1,1 2-1,0 1 1,0 1 0,-1 1-1,47 13 1,-29-1 199,0 2 1,-1 2-1,-1 2 1,65 42-1,-85-47-221,-1 2-1,-1 0 0,0 2 1,-1 0-1,-1 2 0,-1 0 1,-1 2-1,28 45 0,-36-51-134,-2 1 0,-1 1 0,0 0 0,-1 0 0,-2 0 0,0 1-1,-1 0 1,0 0 0,-2 0 0,-1 24 0,-3 1 52,-2-1-1,-3 0 1,-1 0 0,-18 55 0,-96 261 356,120-356-534,-193 566 314,177-495-360,-14 145-1,29-169-77,2 0 0,2 0 0,14 89-1,-9-112-30,1 0 0,1-1 0,1 0 0,2 0 0,1-1 0,1-1 0,1 0 0,1-1 0,35 44 0,-26-41-1,1-2 0,1-1 0,2-1 0,0-1 0,1-2-1,2 0 1,51 25 0,-27-21 133,0-2 0,2-3 0,0-2-1,1-3 1,1-2 0,0-3 0,1-2-1,0-3 1,0-3 0,0-2 0,0-3-1,0-2 1,0-3 0,-1-3 0,0-2-1,-1-3 1,-1-2 0,100-47 0,-125 48 215,-1-1 1,35-26-1,-57 38-121,-1-1 0,0 0 0,0 0 0,-1 0-1,0-1 1,0-1 0,-1 1 0,0-1 0,0 0-1,-1 0 1,0 0 0,3-11 0,-7 17-32,0-1 1,0 1 0,0 0 0,-1-1-1,1 1 1,-1 0 0,0-1-1,0 1 1,0 0 0,0-1 0,-1 1-1,1 0 1,-1-1 0,0 1-1,0 0 1,0 0 0,0-1-1,-4-4 1,3 5 15,-1-1 0,0 1 0,0 0-1,0 1 1,-1-1 0,1 0 0,0 1 0,-1 0 0,0 0-1,0 0 1,1 0 0,-1 0 0,-5 0 0,-6-2 117,-1 1 1,1 0-1,-1 1 1,0 1-1,0 1 1,-28 2-1,-2 4 2,1 2-1,0 1 0,0 3 0,1 2 0,1 1 0,0 3 1,2 1-1,0 2 0,1 2 0,1 1 0,1 2 0,1 2 1,2 1-1,1 2 0,1 2 0,2 0 0,-46 65 0,44-47-97,2 2-1,2 0 1,3 2-1,2 1 0,-23 86 1,20-38 26,4 1 1,-11 134-1,22-66-64,13 243 0,46 175-615,-29-400 131,21 351-1091,-36 1-139,-11-397 1263,-6-1 0,-6-1 1,-6 0-1,-7-3 0,-73 201 0,75-265 477,-4-2-1,-3-2 1,-3-1-1,-3-3 1,-3-1-1,-3-2 1,-3-3-1,-2-2 0,-3-2 1,-3-4-1,-2-1 1,-2-4-1,-121 71 1,73-62 187,-2-5 0,-3-5 0,-215 59 1,189-74-439,-2-6 0,-285 18 0,375-44-607,0-3 0,-89-12 0,109 6-1314,1-1 1,-59-21 0,32 2-3673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32.7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118 265 7945,'0'-5'236,"1"1"1,1 0 0,-1 0-1,1-1 1,-1 1 0,1 0-1,0 0 1,1 1 0,-1-1-1,1 0 1,-1 1 0,1 0-1,6-6 1,6-5 877,31-20 0,-16 12 1,-5 4-801,0 1-1,2 2 1,0 0-1,1 2 0,0 1 1,1 1-1,0 1 1,0 2-1,34-5 1,-59 12-291,1 0 1,-1 1 0,0-1 0,1 1 0,-1 0 0,1 0 0,-1 1-1,1-1 1,-1 1 0,0 0 0,1 0 0,-1 1 0,0-1-1,0 1 1,0 0 0,0 0 0,0 0 0,-1 1 0,1-1-1,6 7 1,-7-6-14,0 1-1,-1 0 0,0 0 0,0 0 1,0 0-1,0 0 0,0 0 0,-1 1 1,0-1-1,0 0 0,0 1 1,0-1-1,-1 1 0,0-1 0,1 1 1,-2-1-1,1 1 0,-1-1 0,-1 7 1,-10 44 120,6-36-109,2 1-1,0 0 1,-1 22 0,5-36-15,0 1 1,1 0 0,-1-1-1,1 1 1,1-1 0,-1 0-1,1 1 1,0-1 0,0 0-1,1 0 1,0 0-1,0 0 1,7 9 0,1-1 13,1-1 0,0 0 0,2 0 0,23 17 0,67 38 39,-103-68-58,70 42-48,50 32 78,-66-38 2,-30-21-53,-1 1 1,27 23-1,-38-27 16,-7-8 4,0 2-1,0-1 1,-1 0 0,0 1 0,9 12 0,-13-16-1,0 0 0,0 1 0,0-1 1,0 1-1,-1-1 0,1 0 0,-1 1 0,1-1 0,-1 1 0,0-1 0,0 1 0,0-1 0,0 1 1,-1 0-1,1-1 0,-1 0 0,1 1 0,-1-1 0,0 1 0,0-1 0,0 0 0,-2 4 0,-2 1-1,0 0 0,0 0 1,0-1-1,-1 0 0,0 0 0,0 0 0,0-1 0,-1 0 0,0 0 0,0 0 0,-9 3 0,-17 8-12,-44 15 1,48-20-5,-157 54-1159,-312 68 0,214-84-6428,216-35 1796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33.4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157 29 7181,'-43'9'11359,"27"-35"-6784,10 22-4764,-9-3 1794,14 7-1550,0 1 0,0-1 0,0 1-1,0 0 1,1-1 0,-1 1 0,0 0 0,0 0 0,1-1 0,-1 1 0,0 0 0,1 0-1,-1 0 1,1 0 0,-1 0 0,1 0 0,0 0 0,-1 0 0,1 0 0,0 0-1,0 1 1,-10 26 41,2-2-80,0-1 0,1 1 0,1 0 0,-2 30 0,0 60 97,-1 43-626,10-143 347,0 1 0,1 0 0,1-1 0,1 1 0,0-1 0,1 0 0,11 22 0,-16-37 156,1 0-1,0-1 1,0 1-1,0-1 0,0 1 1,-1-1-1,1 1 1,0-1-1,0 0 1,0 0-1,0 1 1,0-1-1,0 0 1,0 0-1,0 0 0,0 0 1,0 0-1,2 0 1,-1 0-18,2 0 13,-1 0-1,1 0 1,0-1 0,-1 1-1,1-1 1,0 1-1,-1-1 1,1-1-1,-1 1 1,0 0 0,1-1-1,-1 0 1,5-2-1,45-36-41,-19 13-8,-9 12 57,0 2 0,1 0 0,1 1 0,0 2 0,0 0 0,1 2 0,0 1 0,1 2 0,-1 0 0,1 2 0,32 0-1,-47 3 19,39-2-62,73 7 1,-114-5 56,0 0-1,0-1 1,0 0-1,0 0 1,0-2 0,12-3-1,-23 5-4,0 1-1,0-1 1,0 1-1,0-1 1,0 0-1,0 1 1,-1-1-1,1 0 1,0 0-1,-1 0 1,1 1-1,0-1 1,-1 0 0,1 0-1,-1 0 1,0 0-1,1 0 1,-1 0-1,0 0 1,1 0-1,-1 0 1,0 0-1,0-2 1,0-21-44,-3 15 40,0 1-1,-1-1 1,0 1-1,0-1 0,0 1 1,-1 1-1,-1-1 1,1 1-1,-11-11 0,-17-24-175,-1-3-2688,31 42 1601,0 0-1,0 1 1,0-1 0,0 1 0,-1 0 0,-5-3-1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34.3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460 274 10333,'1'-1'122,"0"0"0,0 0 0,-1 0 0,1 0 0,0 0 0,0 0 0,-1 0 1,1 0-1,-1 0 0,1 0 0,-1 0 0,1 0 0,-1-1 0,0 1 0,1 0 0,-1 0 0,0 0 0,0-1 0,0 1 0,0 0 0,0 0 0,0-1 1,0 1-1,-1 0 0,1 0 0,0-1 0,-1 1 0,1 0 0,-1 0 0,1 0 0,-1 0 0,0 0 0,1 0 0,-1 0 0,-1-2 0,-2-3 320,3 5-351,1 0 0,-1 1 0,0-1 0,1 1 0,-1-1 1,0 1-1,0-1 0,0 1 0,1 0 0,-1-1 0,0 1 0,0 0 0,0 0 1,0-1-1,0 1 0,0 0 0,0 0 0,0 0 0,1 0 0,-3 0 0,0 0 195,-2-1-150,1 1 0,-1 0 0,0 0 0,0 0 0,0 0 0,0 1 0,0-1 0,0 1 0,0 1 0,1-1 0,-1 1 0,0 0 0,1 0 0,0 0 0,-5 3 0,-9 6 58,0 2 0,-19 17-1,15-12 55,-190 175-1119,167-154 552,42-37 243,23 1-11,-2-3 81,0-1 0,-1 0-1,1-2 1,-1 0-1,21-6 1,7-1-12,19-4 23,-13 3-58,0 2 0,94-5 0,47 2-669,-170 12 560,-18 0-23,-1-1 16,13-4 16,-1-1-1,0 0 0,0-1 1,19-12-1,-31 18 112,0 1-37,5 1 164,-5-1-95,0 1 0,0-1 0,1 0 0,-1 1 0,0 0 0,-1 0 0,1 0 0,0 0 0,0 0 0,0 1 0,0-1 0,-1 1 0,5 3 0,0 2-126,1-1 0,0 1 0,1-1 0,0-1 0,-1 1 0,2-2 0,-1 1 0,0-1 0,1-1 0,0 1 1,0-2-1,0 1 0,0-1 0,13 0 0,0-1 76,0-1 1,0-1-1,0-1 1,0-1-1,28-8 1,-34 7 296,0-1 0,-1-1 0,0-1-1,0 0 1,0-1 0,-1-1 0,25-18 0,-17 7 690,0 0 0,-2-1 0,30-36-1,-6 10 893,-43 45-1557,-3 15-47,0 1 0,-1-1-1,0 1 1,-1-1 0,-1 0 0,0 0 0,-7 15 0,-64 229 1093,51-168-1191,4-1-65,-17 173 1,35-208-354,2 1 0,14 100 1,-9-111 116,-4-31 145,1 10-84,1 0 0,1 0-1,7 22 1,-9-41 60,-1-8-74,12-49 98,4-21-2,4 2 0,31-74 0,-13 58 8,5 2-1,3 2 1,3 3-1,67-83 1,297-305-37,-365 417 206,-35 36-137,0 1 1,2 1 0,28-23-1,-8 24 235,-34 15-198,0 1-1,0 0 0,0 0 0,0 0 0,0 0 1,0 0-1,0 0 0,-1 0 0,3 5 0,0 2 45,-1 1-1,-1-1 1,0 1-1,0 0 1,-1-1-1,1 12 1,1 11 2,3 6-5,16 150 201,-21-164-256,-1 0 1,-1 0 0,-1-1 0,-1 1 0,-12 43 0,10-51-22,-2 0 1,1 0 0,-2-1 0,0 0 0,-1-1 0,0 0-1,-20 23 1,7-10-30,0 0-278,-1 0 0,-2-2 0,0-1 0,-2-1 0,0-1 0,-2-1 0,-61 33 0,-65 18-3370,-4-15-3434,55-23-1456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34.7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0 407 4584,'1'-9'180,"2"-41"1712,10-51-1,-10 87-812,1 0-1,0 0 1,1 0-1,11-19 0,-8 16 424,-1 0 0,5-19 0,8-52 6393,-20 88-7871,0 0 0,0 0 0,0 0 0,1 1 0,-1-1 0,0 0 0,0 0 0,0 0 0,0 0 0,0 0 0,0 0 0,0 0 0,0 0 0,0 0 0,0 0 0,0 0 0,0 0 0,0 0 0,1 0 1,-1 0-1,0 0 0,0 0 0,0 0 0,0 0 0,0 0 0,0 1 0,0-1 0,0 0 0,0 0 0,1-1 0,-1 1 0,0 0 0,0 0 0,0 0 0,0 0 0,0 0 0,0 0 0,0 0 0,0 0 0,0 0 0,0 0 0,1 0 0,-1 0 0,0 0 0,0 0 1,0 0-1,0 0 0,0 0 0,0 0 0,0 0 0,0 0 0,0-1 0,0 1 0,0 0 0,6 8 320,-1 1 0,0 0 0,0 0 0,-1 0 0,0 0 0,-1 1 1,0-1-1,-1 1 0,3 18 0,-1 14 328,0 46 1,-3-34-418,1 441-2358,-13-330-3018,-7-2-4893,5-81-2467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35.1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0 174 12493,'11'-19'434,"-8"12"-225,0 0 0,1 0 0,0 1 0,0 0 0,1 0 0,0 0 0,0 0-1,0 1 1,0 0 0,1 0 0,0 0 0,12-7 0,8 0 252,0 0-1,1 2 1,0 1 0,1 1 0,0 2 0,0 0 0,1 2 0,0 1-1,51 2 1,-44 3-377,0 1 0,0 2 0,0 2 0,-1 1-1,0 2 1,0 1 0,43 21 0,-58-23-61,-1 2-1,0 0 1,-1 1 0,0 1 0,-1 1-1,0 1 1,-1 0 0,-1 1 0,-1 0-1,0 1 1,-1 1 0,-1 0-1,0 1 1,-2 0 0,0 1 0,-1 0-1,-1 1 1,-1-1 0,6 30 0,-11-39-22,4 15-90,0 0 0,1 0 0,20 43 0,-23-61 70,0 0 0,1-1 1,0 0-1,0 0 0,1 0 0,-1-1 1,1 0-1,1 0 0,-1 0 0,1-1 1,0 0-1,1 0 0,-1-1 0,1 0 1,15 6-1,-4-4-3,1-1 0,-1-1-1,1-1 1,0 0 0,1-2 0,35-1 0,-21-3 43,0-1 1,-1-1 0,40-12 0,-58 13 36,0-2 0,0 0 0,0 0 1,-1-2-1,0 1 0,-1-2 0,1 0 0,15-14 1,-23 17-22,-1 0-1,0 0 1,-1-1 0,1 0 0,-1 0 0,0 0 0,-1-1 0,0 1 0,0-1 0,-1 0 0,0 0 0,0 0-1,-1-1 1,0 1 0,0-1 0,-1 1 0,0-18 0,-2 14-22,0 0-1,-1 0 1,0 0 0,-1 1-1,-1-1 1,0 1 0,-1 0-1,1 0 1,-2 0 0,0 1-1,0-1 1,-1 2 0,0-1-1,-1 1 1,0 0 0,0 0-1,-11-7 1,-1-2-129,-2 2 0,0 0 0,0 1 1,-1 2-1,-1 0 0,-43-16 0,30 18-416,0 0-1,-1 3 1,-52-6 0,-117 2-3372,105 15-849,9 10-2800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35.8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934 966 12745,'-3'0'334,"-1"1"0,1-1 0,-1 1 0,1-1 0,-1 0 0,1 0-1,-1-1 1,1 1 0,-1-1 0,1 0 0,0 1 0,-6-3 0,5 1-69,-1 1 0,1-1-1,-1 1 1,0 1 0,0-1 0,1 1 0,-1-1-1,-6 2 1,-8 2 364,0 1-1,0 1 1,1 1 0,-1 1-1,1 0 1,-22 13-1,-103 68 1451,109-65-1721,-206 147 928,193-131-1080,1 2 0,-73 83-1,109-111-218,0 1-1,1 0 0,-9 18 1,17-30-29,0 0 0,0 0 1,0 0-1,0 0 0,1 0 1,-1 0-1,0 0 0,1 1 1,0-1-1,-1 0 0,1 0 1,0 1-1,0-1 0,0 0 0,1 0 1,-1 1-1,0-1 0,1 0 1,0 0-1,-1 0 0,1 1 1,0-1-1,0 0 0,0 0 1,0 0-1,0 0 0,1-1 1,-1 1-1,1 0 0,-1 0 1,1-1-1,0 1 0,-1-1 1,1 0-1,0 1 0,0-1 1,0 0-1,0 0 0,0 0 1,4 1-1,5 2-132,-1-1 0,1 0 1,-1 0-1,1-1 0,0-1 0,21 1 1,1-3-23,0-2 0,-1-1 0,1-2 0,-1-1 0,0-1 0,43-18 0,-21 3 56,-1-2 1,86-56-1,-81 42 102,-3-2-1,-1-2 0,-1-3 0,-3-2 0,-2-2 0,-3-2 0,-1-3 0,44-72 0,-39 43 34,-3-2 0,62-168 0,-86 190 67,-4 0-1,-2-2 1,-3 1-1,-3-2 1,1-67-1,-11 131-60,1-4 27,-1 1 1,0-1 0,0 0 0,0 0 0,-1 1-1,0-1 1,0 0 0,-1 1 0,0-1-1,-4-7 1,6 13-19,0 1-1,0-1 0,0 1 1,-1-1-1,1 1 0,0 0 1,-1-1-1,1 1 0,0-1 1,-1 1-1,1 0 0,0-1 1,-1 1-1,1 0 0,-1 0 1,1-1-1,0 1 0,-1 0 1,1 0-1,-1 0 0,1-1 1,-1 1-1,1 0 0,-1 0 1,1 0-1,-1 0 0,1 0 1,-1 0-1,1 0 0,-1 0 1,1 0-1,-1 0 0,0 1 1,-14 13 250,-7 28 162,9-9-79,1 0 0,3 1 0,-11 64 0,-1 108 283,20-192-589,-9 132 314,14 245 1,-1-360-458,1-1 1,2 0 0,0 0-1,3-1 1,0 1 0,2-2-1,0 1 1,29 46-1,-31-61-30,0 0-1,2 0 0,0-1 0,0 0 0,1-1 0,0 0 1,1-1-1,1-1 0,0 0 0,0-1 0,1 0 0,0-1 0,0-1 1,1 0-1,0-1 0,0-1 0,21 4 0,-15-5 7,-1-2 0,1-1 0,0-1 0,0 0 0,-1-2 0,1 0 0,0-2 0,-1 0 0,0-1 0,0-2 0,0 0 0,-1-1 0,38-21 0,-37 17 27,-1-1 0,0-1 0,-1-1 0,0 0 0,-2-2-1,0 0 1,0-1 0,-2-1 0,0 0 0,-1-1 0,-1 0-1,14-32 1,-22 42 100,-1 0-1,-1 0 0,1 0 0,-2-1 1,1 0-1,-2 0 0,1 1 0,-1-14 1,-1 19 42,0 0 1,-1 0 0,0 0-1,0 0 1,0 1 0,0-1-1,-1 0 1,0 0 0,0 1-1,0-1 1,0 1 0,-1 0 0,0-1-1,0 1 1,0 0 0,0 1-1,-1-1 1,1 1 0,-9-7-1,2 4 64,-1-1-1,0 2 1,0-1-1,0 2 0,-1-1 1,0 2-1,0-1 1,0 2-1,0 0 0,0 0 1,-1 1-1,1 0 1,-1 1-1,1 1 1,0 0-1,-1 0 0,1 2 1,0-1-1,0 1 1,-13 6-1,9-3 8,-1 0 1,1 2-1,0 0 0,0 1 1,1 0-1,0 1 1,1 1-1,0 0 0,1 1 1,0 1-1,1 0 0,0 1 1,-12 19-1,21-29-92,0 1 1,1-1-1,0 1 1,-1 0-1,2 0 1,-1 0-1,1 0 1,-1 0-1,1 0 1,1 0-1,-1 0 1,1 0-1,0 1 1,0-1-1,0 0 1,1 0-1,0 0 1,0 0-1,3 9 1,-1-7-84,0 0 0,1 0 0,0-1 0,1 1 0,-1-1 0,1 0 0,0-1 0,1 1 1,0-1-1,-1 0 0,2 0 0,11 7 0,-1-2-376,1-1-1,0-1 1,0-1 0,1 0-1,0-1 1,21 3 0,121 13-8106,-58-15-1740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36.3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384 664 5673,'3'-4'849,"-1"0"1,1 0 0,-1 0-1,1 1 1,0-1 0,7-5-1,5 2 6819,-30 0-6358,15 6-1275,-1 0 0,0 1 0,0-1 0,0 0 1,1 1-1,-1-1 0,0 1 0,0-1 0,0 1 0,0-1 1,0 1-1,0 0 0,0-1 0,0 1 0,0 0 1,0 0-1,0 0 0,-1 0 0,1 0 0,-1 0 1,-5 2 107,-1 0 1,1 0 0,0 1 0,0 0 0,1 0-1,-1 1 1,1 0 0,-1 0 0,-7 7-1,-53 51 736,64-59-836,-25 28 204,0 2-1,3 0 1,0 1-1,2 2 1,2 0-1,1 1 1,2 1-1,-22 70 1,36-95-228,1 0-1,0 0 0,1 0 1,1 0-1,0 0 1,1 1-1,0-1 1,1 0-1,1 1 1,5 22-1,-5-27-85,1-1-1,0 0 0,0 0 1,1 0-1,0-1 1,1 1-1,0-1 0,0 0 1,0 0-1,1 0 1,0-1-1,0 0 1,1 0-1,-1-1 0,1 0 1,0 0-1,13 6 1,-3-3-80,1-1 1,0-1 0,1-1 0,0-1 0,-1 0 0,1-1-1,0-1 1,0-1 0,1-1 0,29-3 0,-7-2-296,0-2 1,-1-2-1,69-24 1,-61 13 57,-2-1 0,0-2 0,-2-3 0,0-1-1,-2-3 1,-1-1 0,-2-2 0,-1-1 0,-2-3 0,-1-1 0,-2-1 0,-2-2-1,-1-1 1,-3-2 0,-1 0 0,38-89 0,-32 42 961,-3-1-1,-5-2 1,17-115-1,-39 186-86,-1-1-1,-1 1 0,0-1 0,-2 1 1,-7-45-1,7 63-289,0 1 1,0-1 0,0 1-1,0-1 1,-1 1 0,-3-7-1,5 10-161,-1 1 0,1 0-1,-1-1 1,1 1 0,-1-1 0,1 1 0,-1 0-1,1-1 1,-1 1 0,1 0 0,-1 0-1,0-1 1,1 1 0,-1 0 0,1 0-1,-1 0 1,0 0 0,1 0 0,-1 0-1,0 0 1,1 0 0,-1 0 0,1 0-1,-1 0 1,0 0 0,1 0 0,-1 1-1,1-1 1,-1 0 0,0 0 0,1 1-1,-1-1 1,1 0 0,-1 1 0,1-1-1,-1 0 1,1 1 0,-1-1 0,1 1-1,0-1 1,-1 1 0,1-1 0,-1 2-1,-6 5 243,0 1 0,0 0 0,0 1 0,1 0 0,0 0 0,1 0 0,0 0 0,1 1 0,-4 12 0,-4 16 304,-8 45 0,9-33-211,-10 50-104,-16 200 1,29-97-4242,7 0-7629,1-151 1911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36.8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478 26 5949,'1'-2'303,"1"0"1,-1 0 0,1 0 0,0 0 0,0 1 0,-1-1-1,1 1 1,0-1 0,1 1 0,-1 0 0,0-1 0,0 1-1,0 1 1,1-1 0,-1 0 0,1 0 0,-1 1 0,0-1 0,1 1-1,-1 0 1,1 0 0,-1 0 0,1 0 0,6 1 7693,-14-2-7357,-14 1-437,0 0 1,-1 1-1,1 1 0,0 1 0,0 0 1,1 2-1,-1 0 0,1 1 0,0 1 1,0 0-1,-26 17 0,16-8-142,1 2 0,0 1 0,1 1 0,2 1-1,0 1 1,-26 32 0,40-43-107,2 1 1,-1 0-1,1 0 1,1 1-1,0 0 0,1 0 1,0 1-1,-4 17 1,8-24 11,1 0 0,0-1 0,0 1 1,0 0-1,1 0 0,0 0 1,1 0-1,-1 0 0,1 0 0,1 0 1,-1-1-1,1 1 0,0-1 1,1 1-1,-1-1 0,1 1 0,1-1 1,-1 0-1,6 6 0,-5-6 16,1-1-1,0 1 1,0-1-1,1 0 1,-1-1-1,1 1 1,0-1 0,0 0-1,1-1 1,-1 1-1,1-1 1,0-1-1,-1 1 1,1-1-1,1 0 1,-1-1-1,14 2 1,3-3 82,0 0 0,-1-2-1,1-1 1,25-6 0,10 0 185,-55 9-360,1 0 0,-1 0 1,0 1-1,1-1 0,-1 1 0,0 0 0,0 1 0,0-1 0,0 1 1,5 2-1,4 1-1153,-11-4 806,0 0 1,0 0 0,0 0-1,0 0 1,-1 0 0,1 1-1,0-1 1,-1 1 0,1-1 0,-1 1-1,1-1 1,1 5 0,7 5-4198,3-1-3172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37.1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94 10009,'8'-10'427,"1"1"0,-1 1 1,1 0-1,1 0 0,0 1 0,0 0 1,0 0-1,18-7 0,-21 11-31,1 0 1,0 1-1,0 0 0,0 0 0,0 1 0,0 0 0,0 0 0,0 1 1,0 0-1,1 1 0,-1-1 0,0 1 0,0 1 0,13 4 0,-16-4-296,1 0-1,-1 0 0,1 1 0,-1 0 0,0 0 0,0 0 1,0 1-1,-1 0 0,1 0 0,-1 0 0,0 0 0,0 1 1,0 0-1,-1-1 0,1 1 0,-1 1 0,3 7 0,-3-6-45,0 1 0,-1-1-1,0 0 1,0 1 0,-1 0-1,0-1 1,0 1 0,-1 0-1,0-1 1,0 1 0,-1 0-1,0 0 1,-3 8 0,-1 2 2,-1 0 1,-1-1 0,0 0 0,-1 0-1,-16 23 1,-61 71 103,75-99-174,14-20-198,19-22-378,118-101-7254,-101 95 3537,6-3-2575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37.4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76 79 7537,'1'1'154,"0"0"1,0 0-1,0 0 0,1 0 1,-1 0-1,0 0 1,1-1-1,-1 1 1,1-1-1,-1 1 1,1-1-1,-1 1 0,1-1 1,-1 0-1,1 0 1,-1 0-1,1 1 1,0-2-1,1 1 1,-1 0 15,0 0 0,0 0 0,0 0 0,-1 0 0,1 0 0,0 0 1,0 1-1,0-1 0,-1 1 0,1-1 0,0 1 0,-1 0 0,1-1 1,0 1-1,1 2 0,17 9 1430,-1 0 0,26 11-1,88 27 420,-106-41-1628,-21-7-285,0 0 1,1 0 0,-1-1 0,0 0-1,0 0 1,1 0 0,-1-1 0,0 0-1,1 0 1,-1-1 0,0 1 0,11-4-1,-14 3-37,1-1-1,-1 1 0,1-1 1,-1 0-1,0 0 0,0-1 0,0 1 1,0-1-1,0 1 0,0-1 1,-1 0-1,1 0 0,-1 0 0,0 0 1,0 0-1,0-1 0,0 1 1,-1-1-1,1 1 0,-1-1 1,1-6-1,0 3 106,-1 0 0,0 0 0,-1-1 1,0 1-1,0 0 0,0-1 0,-2-7 1,0 0 142,2 12-272,-1 1 1,0-1 0,0 0-1,0 1 1,0-1 0,-1 1-1,1-1 1,-1 1 0,1 0-1,-1 0 1,0-1 0,0 1-1,0 0 1,0 1 0,0-1-1,0 0 1,-1 1 0,1-1-1,-1 1 1,1 0 0,-1-1-1,1 1 1,-6-1 0,1 0 35,-1-1 0,0 1 1,0 1-1,0-1 1,0 1-1,-1 1 1,-7 0-1,-5 3 104,1 2 0,-1 1 0,1 0 0,0 1 0,1 1 0,0 1 0,-32 21 0,28-17-73,2 2 0,0 0 0,0 2 0,2 0 0,-22 25 0,33-34-90,1 0-1,1 1 1,-1 0-1,1 0 1,1 0-1,0 1 1,0 0-1,1 0 0,0 0 1,1 1-1,0-1 1,0 1-1,1-1 1,1 1-1,-1 12 1,3-15-146,1 1 1,0-1-1,0 0 1,0 0 0,1 0-1,0-1 1,1 1-1,0-1 1,0 1 0,1-1-1,-1 0 1,1-1-1,1 1 1,0-1 0,-1 0-1,2-1 1,10 9-1,10 6-915,1-2 1,0-1-1,32 14 0,134 55-8808,-75-33-346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38.2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724 331 10589,'28'-10'402,"1"-1"282,-1 0-1,-1-2 1,32-20-1,-7-3 985,-27 18 506,41-24-1,-58 38 531,-12 5-2340,-15 4 264,10-7 3735,9 0-4277,-1 1 0,0 0 0,0-1 0,1 1 1,-1-1-1,1 1 0,-1-1 0,1 0 1,0 1-1,0-1 0,0 1 0,0-1 0,0 0 1,0 1-1,0-1 0,0 1 0,0-1 1,1 0-1,-1 1 0,1-1 0,-1 1 0,1-1 1,0 1-1,-1-1 0,1 1 0,0 0 1,2-3-1,3-6 158,-5 8-206,0 1-1,0-1 1,0 0 0,0 0 0,-1 0-1,1 0 1,0 0 0,-1 0 0,1 0 0,-1 0-1,0 0 1,0 0 0,0 0 0,0 0-1,0 0 1,0 0 0,-1 0 0,1 0 0,0 0-1,-1 0 1,0 1 0,1-1 0,-1 0-1,0 0 1,0 0 0,0 1 0,0-1-1,0 0 1,-1 1 0,1-1 0,0 1 0,-1-1-1,1 1 1,-1 0 0,-2-2 0,-3-1-5,0 0-1,0 0 1,0 1 0,-1-1 0,1 2 0,-1-1 0,-10-1 0,1 1-12,0 1 1,0 0 0,0 2 0,-32 2 0,-69 16 123,99-15-133,-38 9-62,1 3 1,-103 41-1,-96 71-1129,237-117 805,0 1-1,0 0 1,1 2 0,0 0-1,1 0 1,1 2 0,-16 18-1,30-31 328,0 0 1,0-1-1,0 1 0,0 0 0,0 0 0,0 0 0,1 0 1,-1 0-1,1 0 0,-1 0 0,1 0 0,0 0 0,0 0 1,0 0-1,0 0 0,0 0 0,0 1 0,1-1 0,-1 0 1,1 0-1,-1 0 0,1 0 0,0 0 0,-1-1 0,1 1 1,0 0-1,1 0 0,-1 0 0,0-1 0,0 1 0,1-1 1,-1 1-1,1-1 0,-1 1 0,1-1 0,0 0 1,-1 0-1,1 0 0,0 0 0,0 0 0,3 1 0,6 1-23,-1-1 0,1-1 0,-1 0-1,1 0 1,0-1 0,15-1 0,71-13 75,-68 10 113,250-50 1515,-129 23 239,203-17 0,-337 47-1762,73-5 687,118 9 0,-182-1-910,1 1 1,-1 1 0,0 1-1,0 1 1,-1 1 0,0 2-1,0 0 1,0 2 0,31 19 0,-48-26-342,-1 0 1,0 1 0,0 0-1,0 0 1,5 7 0,-9-9-8,1 0 0,-2 0 0,1 0 0,0 1 0,-1-1 0,1 0 0,-1 0 0,0 1 0,0-1 0,-1 1 0,1-1 0,0 1 0,-1 6 0,-1 31-6928,3 1-4710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38.6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0 875 14505,'3'-3'336,"21"-34"4021,2 2 0,44-45 0,81-74-141,41-37-3577,146-134-639,-331 320 0,-1-1 0,1 1 0,0 0 0,1 1 0,-1-1 0,1 2 0,0-1 0,0 1 0,12-4 0,-17 7 0,0-1 0,0 1 0,0-1 0,0 1 0,0 0 0,0 0 0,0 0 0,0 0 0,0 1 0,0-1 0,0 1 0,0 0 0,0 0 0,0 0 0,0 0 0,-1 1 0,1-1 0,0 1 0,-1-1 0,1 1 0,-1 0 0,0 0 0,1 0 0,-1 0 0,0 1 0,0-1 0,-1 0 0,1 1 0,2 4 0,3 7 0,-1 1 0,-1-1 0,0 1 0,-1 0 0,-1 0 0,0 0 0,1 30 0,-3-12 0,-2 0 0,-7 55 0,-2-35-1,-2 0 1,-2 0-1,-3-1 0,-2-1 0,-2-1 1,-3-1-1,-1-1 0,-54 75 0,47-79-1107,-3-1-1,-60 56 0,84-89-542,-1 0-1,0 0 1,-26 13 0,29-21-1922,18-12 686,22-17-2344,14 2-2923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38.8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231 1 13049,'-2'0'352,"-1"0"-1,0 1 1,0 0-1,0-1 1,1 1-1,-1 0 1,0 0 0,1 1-1,-1-1 1,1 1-1,-1-1 1,1 1-1,0 0 1,0-1-1,-3 4 1,-2 1 222,2-2-212,0 1 0,1-1 0,0 1 0,0 0 0,0 1 0,1-1 0,0 1 0,0-1 0,0 1 0,-3 10 0,-18 71 2799,19-64-2604,-64 348 3799,39-122-5391,23-104-2471,6-83 711,4 5-1439,8-24-1472,8 4-5338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39.0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64 16377,'94'-21'2569,"-51"12"-353,14 6-372,14-6-360,2 3-304,8 0-316,19 0-536,17 3-868,14 6-472,-4-3-860,-3 6-796,0 3-3485,-7-3-5480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39.3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11117,'37'2'1691,"-10"-2"442,43 8 0,-59-6-1592,0 0 0,-1 1 1,1 1-1,-1 0 0,0 0 1,0 1-1,13 9 1,-6-2-201,-1 0 0,0 2 0,-1 0 1,0 0-1,-2 1 0,0 1 1,0 0-1,-1 1 0,9 20 0,-14-25-265,-1 1-1,0 0 1,-1 0-1,-1 0 1,0 0-1,-1 1 1,0 0-1,-1 0 1,0 0-1,-2 0 1,1 0-1,-2 0 1,0 0-1,-4 19 1,0-14-139,-2 1-1,0-1 1,-1 0 0,-1-1 0,-1 0 0,0-1 0,-1 0-1,-1 0 1,-1-1 0,-1-1 0,0 0 0,0-1-1,-2 0 1,1-1 0,-35 20 0,35-25-17,0 0 0,-1-1 1,1-1-1,-33 8 0,46-13 78,0 0 0,1-1-1,-1 0 1,0 1 0,0-1-1,0 0 1,0 0 0,0 0-1,0 0 1,1 0 0,-1 0-1,0-1 1,0 1 0,0-1-1,0 1 1,-3-2 0,4 1 0,0 0 0,0 0 1,0 1-1,1-1 0,-1 0 1,0 0-1,0 0 0,0-1 1,1 1-1,-1 0 0,1 0 1,-1 0-1,1 0 0,-1 0 1,1-1-1,0 1 0,-1 0 1,1-3-1,0-1-1,0-1 0,0 0 1,1 1-1,0-1 0,0 1 0,0-1 0,1 1 1,0-1-1,2-5 0,6-8 21,0 1 1,1 0-1,1 1 1,1 0-1,23-24 1,81-66 95,-106 97-114,32-23-9,1 2 0,2 2 1,1 1-1,1 3 1,2 2-1,93-30 1,-131 49-5,0 1 1,0 1 0,0 0-1,0 0 1,0 2-1,0-1 1,1 1 0,-1 1-1,0 0 1,23 6 0,-31-6-146,1 0 1,-1 1 0,1-1 0,-1 1 0,0 0 0,0 0-1,0 0 1,0 1 0,0 0 0,0-1 0,-1 1-1,1 1 1,-1-1 0,0 0 0,0 1 0,0-1-1,-1 1 1,1 0 0,-1 0 0,0 0 0,0 1 0,0-1-1,0 0 1,-1 1 0,0-1 0,0 1 0,0-1-1,0 1 1,-1-1 0,0 1 0,0 0 0,-1 5-1,0 2-1825,-2 0-1,0 1 0,-9 22 1,-4 2-6381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39.4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0 266 8133,'71'-118'1508,"-55"82"-360,4 6-156,-13 18-336,3-6-296,0 0-396,-6-1-488,2 4-500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40.2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167 194 5637,'-1'1'170,"1"-1"1,-1 1-1,1 0 1,0-1-1,-1 1 1,1-1 0,0 1-1,0 0 1,-1-1-1,1 1 1,4 13 11815,-5-16-11264,-11-23 492,11 22-624,2 0 56,4-33 770,-4 33-753,0-1-17,11-28 1257,5 38-1531,-13-4-359,-1-1 1,0 1 0,1 1 0,-1-1 0,0 0 0,0 1 0,0 0 0,-1-1 0,1 1 0,-1 0 0,1 1 0,-1-1 0,2 4 0,25 54-24,-19-38-71,120 262-3357,-129-283 3420,-1 0 0,1 0 0,0 0 1,0 0-1,0 0 0,0 0 0,0-1 0,0 1 1,1 0-1,-1-1 0,0 1 0,1-1 0,-1 0 1,1 1-1,0-1 0,-1 0 0,1 0 0,0 0 0,0 0 1,0 0-1,0 0 0,0-1 0,0 1 0,0 0 1,0-1-1,0 0 0,0 0 0,0 1 0,0-1 1,0 0-1,0 0 0,0-1 0,3 0 0,3-1 24,0-1 0,-1-1 0,1 1 0,-1-1 0,0-1 0,0 1 0,8-8 1,158-136 598,-51 41-440,47-49 14,-157 144-215,-9 8 29,1 0 0,-1 0 0,0-1 0,0 0 0,0 1 0,-1-1 0,1 0 0,1-8 0,0 4 23,-4 9-19,0-1 0,-1 0 0,1 0 0,0 0 0,0 0 0,0 0 0,0 1 1,-1-1-1,1 0 0,0 0 0,-1 0 0,1 0 0,-1 1 0,1-1 0,-1 0 0,1 1 0,-1-1 0,1 0 0,-1 1 0,0-1 0,1 1 0,-2-2 0,0 1-7,2 0 8,-1-1 0,0 1 0,0 0 0,0 0-1,0-1 1,0 1 0,-1 0 0,1 0 0,0 0 0,0 0-1,-1 1 1,1-1 0,0 0 0,-1 0 0,1 1 0,-1-1-1,1 1 1,-1 0 0,1-1 0,-1 1 0,0 0 0,1 0-1,-1 0 1,1 0 0,-1 0 0,1 0 0,-4 1 0,-2-1-15,-1 1 0,1 0 0,-1 0 1,1 1-1,0 0 0,-1 0 0,1 0 1,0 1-1,1 0 0,-1 1 1,0 0-1,1 0 0,0 0 0,0 0 1,0 1-1,1 0 0,-1 1 1,1-1-1,0 1 0,1 0 0,-1 0 1,-4 11-1,9-15 2,1 0 0,-1 0 1,1 1-1,0-1 0,0 0 0,0 0 1,0 0-1,0 0 0,1 0 0,-1 0 1,0-1-1,1 1 0,0 0 0,2 1 1,0 1 123,1 0 1,0-1 0,1 0 0,-1 0 0,1-1-1,-1 1 1,1-1 0,0-1 0,9 3 0,-16-5 46,0 0 0,0 0 1,0 0-1,0 0 0,0 0 1,0-1-1,0 1 0,1 0 1,-1 0-1,1-1 0,-1 1 1,0-2-1,-1-1 814,5 16-465,1 3-369,0-1 0,1-1 0,1 1 0,1-1-1,0 0 1,9 13 0,4 9 71,-2-3-107,-2 2 0,-1 0 0,-2 1 1,-1 0-1,9 48 0,-16-57-92,-2-1 1,-1 1 0,-1 0 0,0-1 0,-3 1 0,0 0 0,-1-1 0,-11 40-1,-4-7-389,-2-2 0,-3 0 0,-3-1-1,-2-2 1,-2 0 0,-37 47-1,28-47-53,-3-2-1,-2-1 0,-3-3 1,-1-2-1,-70 51 0,95-80 344,0-2 0,-2 0 0,1-1-1,-1-2 1,-1 0 0,-36 9 0,48-16 152,0-1 0,0 0 0,0-1 0,-1-1 1,1 0-1,-1-1 0,1-1 0,-1 0 0,1-1 0,0 0 1,0-1-1,0-1 0,-24-9 0,33 11-69,0 0 0,1 0-1,-1 0 1,1-1 0,0 0 0,-1 0 0,1 0-1,0-1 1,1 1 0,-1-1 0,1 0 0,0 0-1,0 0 1,0-1 0,0 1 0,1 0 0,-1-1-1,1 0 1,0 0 0,1 0 0,-1 0 0,1 0-1,0 0 1,0 0 0,1 0 0,-1 0 0,1 0-1,0 0 1,1-1 0,-1 1 0,1 0 0,0 0-1,0 0 1,1 0 0,0 0 0,-1 0 0,2 1 0,3-9-1,4-3-423,1 0-1,1 0 0,1 1 1,0 1-1,18-17 0,82-61-3632,-92 76 3148,63-43-4622,8 1-3250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40.3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 12 10777,'-10'-12'10897,"-20"15"-29587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18.6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96 25 6557,'6'4'12533,"-11"-12"-7605,4 6-4635,-1 0 1,1 0-1,-1 0 0,0 0 1,0 1-1,0-1 1,0 1-1,0-1 0,0 1 1,-4-2-1,5 3-254,0 0 0,0 0 0,0 0-1,0 0 1,0 0 0,-1 0 0,1 0 0,0 0-1,0 0 1,0 0 0,0 1 0,0-1 0,0 1-1,0-1 1,0 0 0,0 1 0,0 0 0,0-1-1,0 1 1,1-1 0,-2 2 0,-16 24 244,13-13-242,0-1-1,-5 26 0,6-26-163,2 0-1,0 1 0,0-1 0,1 1 1,0-1-1,2 1 0,-1 0 1,1-1-1,1 1 0,4 15 0,-5-24-1,40 109-4528,-32-93-171,20 32 0,-3-14-4908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19.0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161 4 5809,'-19'8'4161,"44"-19"8039,-27 11-12121,0 0-1,0 0 1,0-1 0,0 1-1,0 1 1,0-1 0,0 0-1,-1 0 1,1 1-1,0-1 1,0 1 0,0 0-1,0 0 1,0-1 0,1 1-1,-1 1 1,0-1 0,0 0-1,1 0 1,-1 1 0,0-1-1,1 0 1,0 1 0,-1 0-1,1-1 1,-2 4-1,-3 5 136,-1 0-1,2 1 0,-7 17 0,7-17-59,-2 5-85,-10 22 71,1 1-1,-17 68 1,30-93-668,1 1 1,0-1-1,2 1 0,0 21 0,1-25-433,1 1 0,0-1 0,0 0 0,1 0 0,1 0 0,7 16 0,4 3-4327,1-2-2862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19.4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124 10 8845,'-1'-9'13476,"-16"9"-12945,-2 0 1790,16 2-2047,1 1 0,-1-1 0,1 1 0,-1 0 0,1 0 1,0 0-1,0 0 0,-2 6 0,-4 10 85,0 1 1,2 0 0,0 0-1,-4 30 1,-3 13-167,8-36-1226,1 0 0,2 1 0,0 0 0,2-1 0,1 1 0,5 27 0,-5-42-579,1-1 0,0 1 0,1 0-1,1-1 1,9 24 0,15 10-8131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43.4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779 104 3044,'33'-55'5627,"-32"52"-5325,1 1-1,-1-1 1,1 0 0,0 1 0,0-1 0,0 1 0,0 0-1,0 0 1,5-4 0,10-12 1888,-16 16-1896,-44 2-144,39 0-168,1 0 6,-36 0 72,34 0-78,1 0-23,-1 0 54,-27 0-73,-48 6-1,77-6 57,-16 6 37,-29 8-11,45-13 2,-14 6-35,1 3 30,1 1 0,-1 0-1,2 1 1,0 1 0,0 0 0,1 0 0,1 2-1,0 0 1,1 0 0,1 1 0,-12 22 0,1 5 347,2 1 1,2 1-1,-15 62 1,-201 1027 2757,183-715-2694,44-304-180,13 191 0,-2-255-169,2-1 1,2 0-1,3 0 1,2-1-1,1-1 1,24 49-1,-23-65-39,1 0-1,2-2 1,0 1-1,2-2 1,2-1 0,0-1-1,2-1 1,1-1-1,39 30 1,-14-20-39,1-3 0,2-1 0,1-3 0,97 34 0,245 49-419,-205-72 154,-79-19-167,219 71-1,-309-83 217,-1 2 0,0 0 0,0 2 0,-1 0 0,-1 1-1,0 1 1,-1 1 0,-1 1 0,0 1 0,-1 0-1,26 35 1,-40-46-274,0 1 0,0-1 0,-1 1 0,1 0 0,-1 0-1,-1 0 1,0 0 0,0 0 0,0 0 0,-1 1 0,-1 11 0,1-10-1773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43.7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691 0 8829,'0'0'3651,"3"2"-2704,0 1-742,1 0 0,-1 1 0,0-1 0,0 1 0,0-1 0,-1 1 0,1 0 0,-1 0 0,3 8 0,16 48 933,-12-31-680,104 257 1298,24 79-1010,-105-250-688,-4 1 0,-6 1-1,-5 1 1,2 202 0,-20-238-234,-4 1 0,-3-1 0,-4 0 0,-4 0 1,-3-2-1,-3 0 0,-54 124 0,40-127-316,-4-1 1,-2-2-1,-4-3 0,-3-1 1,-3-2-1,-3-3 0,-3-2 1,-130 108-1,128-128-1519,-2-4 0,-117 56 0,176-93 1849,-90 44-4691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44.4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503 2 8521,'0'-1'5291,"-2"8"-1992,-7 24-840,-9 49-1233,-65 294 2247,-31-5-2441,32-109-1525,14-46-719,-37 130-5694,92-282 1644,5-9-3182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44.9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1 238 11201,'18'-30'580,"-7"11"62,1 1 0,0 0 0,26-28 0,-24 34-291,-1 1 0,1 1 1,1 0-1,0 1 0,0 0 0,1 2 1,0-1-1,0 2 0,1 0 1,-1 1-1,1 1 0,1 1 0,-1 0 1,0 1-1,1 1 0,-1 0 1,20 3-1,-7 1-191,0 2 0,0 1 0,0 1 1,-1 2-1,-1 0 0,1 3 0,-1 0 0,-1 1 0,-1 2 1,0 1-1,38 30 0,-34-21-109,-1 0-1,-1 3 1,-1 0-1,-2 1 1,-1 2-1,-1 0 1,-2 2-1,29 56 1,-35-54-77,-2 1 1,-1 0 0,-2 0 0,-1 1-1,-2 1 1,-2-1 0,-1 1-1,-2 0 1,-3 44 0,-2-41-26,-2-1-1,-2 1 1,-1-1 0,-2 0 0,-2-1 0,-1 0 0,-2-1 0,-27 48 0,29-62 17,-2-2 1,0 0-1,-23 24 1,28-35 18,0 0 0,-1-1 1,0-1-1,-1 0 1,0 0-1,0-1 0,-17 8 1,27-15 11,0 0 0,0 0 0,0 0 1,0-1-1,-1 1 0,1-1 0,0 1 1,0-1-1,-1 0 0,1 1 0,0-1 1,0-1-1,-1 1 0,1 0 0,-3-1 1,4 1 0,0-1 0,-1 0 0,1 1 0,0-1 0,0 0 0,0 0 0,0 1 0,0-1 0,0 0 0,0 0 1,0 0-1,0 0 0,1-1 0,-1 1 0,0 0 0,1 0 0,-1 0 0,1 0 0,-1-2 0,-1-3-2,1 0 1,0-1-1,1 1 0,-1 0 0,1-1 0,0 1 0,1 0 0,2-13 0,8-20-12,1 0-1,2 0 0,2 1 0,25-42 1,-16 28-39,217-404-33,-200 387 62,4 2-1,2 3 1,3 1-1,82-77 1,-114 122 26,1 1 1,0 1-1,1 1 1,1 1 0,0 0-1,29-12 1,-42 23 7,-1-1 0,1 2 1,0-1-1,0 1 0,0 1 1,0-1-1,0 2 0,1-1 1,-1 1-1,0 0 0,0 1 1,0 0-1,0 1 0,0 0 0,0 0 1,0 1-1,0 0 0,-1 1 1,1 0-1,14 9 0,-9-2 20,0 0 0,0 1 0,-1 1 0,-1 0 0,0 1 0,-1 0 0,0 1-1,-1 0 1,-1 1 0,-1 0 0,13 31 0,-7-8 21,-2-1 1,-1 2-1,-2 0 0,4 50 1,-6-1 15,-6 106 1,-19 90 24,-45 208-1021,-27-4-4058,72-396 3232,0 14-2890,4-9-2635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45.5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233 1128 11869,'0'0'1729,"3"1"-300,-2-1-1353,0 1 0,1-1 0,-1 0 0,1 0 0,-1 1 0,0-1 0,1 1 0,-1 0 0,0-1 0,1 1 0,-1 0 0,0 0 0,0 0 0,0-1 0,0 1 0,0 1 1,0-1-1,0 0 0,0 0 0,0 0 0,0 0 0,0 1 0,-1-1 0,1 0 0,-1 1 0,1-1 0,-1 0 0,1 1 0,-1-1 0,0 1 0,0-1 0,1 0 0,-1 1 0,0-1 0,0 1 0,-1-1 0,1 1 0,0-1 0,-1 2 0,-2 21 447,-1 0 0,-1-1 1,-2 1-1,-13 32 0,-47 90 447,-3 5-430,54-108-402,-8 16-35,-19 80 1,41-132-156,1 1-1,0 0 0,0 0 0,1 0 1,0 0-1,0 0 0,2 11 0,-2-17 44,1-1-1,-1 1 0,0 0 0,1-1 0,-1 1 0,1-1 0,0 1 0,-1-1 1,1 1-1,0-1 0,0 1 0,0-1 0,0 0 0,0 0 0,0 1 0,0-1 1,1 0-1,-1 0 0,0 0 0,1 0 0,-1 0 0,1 0 0,-1-1 0,1 1 1,-1 0-1,1-1 0,-1 1 0,1-1 0,0 0 0,-1 0 0,1 1 0,0-1 0,-1 0 1,1 0-1,0 0 0,1-1 0,14-2-30,-1-1 1,0-1-1,0 0 0,0-1 0,29-16 1,-12 6-46,152-80 18,-176 92 52,10-5 6,0 0-1,0 1 0,24-6 0,-35 12 28,1 1 0,-1 0-1,1 0 1,-1 1-1,1 0 1,-1 1-1,1 0 1,-1 0-1,1 0 1,15 6-1,10 4-51,1-2 0,0-1 0,0-2 0,1-2 1,0-1-1,0-1 0,-1-3 0,1 0 0,0-3 0,-1 0 0,1-3 0,62-19 0,-86 22-4,184-64-535,-156 51 500,-1-2 1,-1-1-1,-1-2 0,-1-2 0,35-30 0,-18 9 138,-3-2-1,65-79 0,-49 40 242,-4-2 0,-4-3 0,68-141 0,97-309 1333,-200 479-1180,32-96 864,-54 154-1291,3-7 160,-1-1 0,2 0 0,7-15 0,-10 24 229,-2 9-23,-46 279 870,21-147-1061,-8 64-503,-69 344-4665,60-363 905,24-64-2610,13-43-2315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45.7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563 0 13597,'-24'20'592,"15"-14"-286,1 0 0,0 1 1,0 0-1,1 0 0,0 1 1,0 0-1,1 0 1,0 1-1,-8 15 0,-8 18 1341,-94 193 4864,89-172-5057,-35 121-1,-5 82-584,9 3-3374,10-80-2502,6-66-4975,26-78 1274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46.0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0 112 13145,'43'-17'1875,"-31"11"-1286,1 1-1,0 0 1,17-3-1,94-17 1800,106-15-481,-195 37-1710,0 1 0,-1 2 0,1 1 0,62 10-1,-77-7-111,-1 1 0,1 0 0,-1 2 0,0 0 0,-1 1 0,1 1 0,-2 1 0,23 15 0,-28-15-32,0 0-1,0 1 1,-1 0-1,-1 0 0,0 1 1,0 1-1,-1 0 0,-1 0 1,0 1-1,-1 0 0,8 21 1,-10-19-133,-1 0 0,-1 0-1,0 1 1,-1-1 0,-1 1 0,0-1 0,-1 1 0,-1-1 0,-1 1-1,0-1 1,-1 0 0,-6 19 0,-1-2-1219,-2 1 1,-2-2-1,0 0 0,-33 51 1,10-26-3925,0-5-3082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46.1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0 335 10165,'37'-160'1804,"-10"118"-552,-14 0-168,-3 21-176,4 3-192,2 0-151,-9-1-1198,0 4-655,3 27-2908,0 0-3197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46.8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1861 9277,'10'6'1289,"25"22"4492,-32-26-5464,-1 0 0,0-1-1,0 1 1,1-1 0,-1 0 0,1 0 0,-1 0 0,1 0 0,0 0 0,4 1-1,0 0 367,-6-2-652,18 7 1721,0-2 1,27 6-1,-40-10-1575,0 0 0,0-1 0,1 0 0,-1 0 0,0 0 0,1-1 0,-1 0 0,0 0 0,0 0 0,0-1 0,0 0 1,9-4-1,8-8-28,-1 0 1,0-1-1,-1-2 0,-1 0 1,0-1-1,33-41 1,91-143-564,-100 136 182,491-791-2723,-345 498 2391,-42 74 296,-173 304 765,6 6-254,1 2 0,1-1 1,1 2-1,1 0 0,-16 46 0,21-51-119,-238 671 1708,212-584-1679,-220 804 199,209-636-990,44-242 390,2-1 0,1 1 0,2 0 0,1-1 0,15 65 0,-15-88 117,0 0 1,1 0-1,0 0 0,2 0 0,-1-1 1,1 0-1,1 0 0,-1-1 1,2 0-1,0 0 0,0 0 0,1-1 1,0 0-1,0-1 0,1 0 0,0 0 1,1-1-1,-1-1 0,1 0 0,1 0 1,-1-1-1,1 0 0,0-1 1,20 4-1,-11-5-47,0-2 0,-1 0 0,1-1 1,0-2-1,0 0 0,-1-1 0,1 0 0,22-9 1,4-3-108,0-2 1,56-29 0,0-9-94,145-103 1,76-93 712,-115 62 1252,-91 79 610,-115 107-717,-5 6-815,-17 17-314,1 2-1,1 0 1,0 1-1,-13 27 1,18-31-269,2 0-410,1-1 0,0 1 0,2 0 0,0 1 0,-5 26 0,-6 53-6390,16-72 297,7 14-4120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46.9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31 13133,'37'-30'5409,"-44"45"-7766,1-3 921,9 21-4604,7 18 315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47.5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141 0 13709,'10'15'6157,"-10"-11"-5574,-1 24-214,-1 0 0,-2 0 0,0-1 0,-13 41 0,-46 106-22,35-100-199,17-41-4,-9 44 0,20-75-53,20-4 256,-11 0-268,0 0 1,-1 0-1,1-1 1,-1 0-1,0-1 0,0 1 1,0-2-1,0 1 1,7-7-1,31-15 151,22-5-134,1 3 1,2 3 0,0 3-1,2 3 1,139-17-1,-196 34-80,0 1 0,0 1-1,0 0 1,0 2 0,0-1 0,19 6-1,-29-5-6,1 0 0,0 0 0,-1 1 1,0-1-1,1 2 0,-1-1 0,0 1 0,0 0 0,-1 0 0,1 0 0,-1 1 0,0 0 0,0 0 0,-1 1 0,0-1 0,8 12 0,-7-5 33,0-1 0,-1 1 0,0 0 0,0 0 0,-1 0 0,-1 0 0,1 17-1,-1-11-8,1 0-1,7 21 0,-9-35-16,0 1 1,1-1 0,0 0 0,0 0-1,0-1 1,0 1 0,1 0-1,-1-1 1,1 1 0,0-1 0,0 0-1,0 0 1,0 0 0,1 0-1,-1-1 1,7 4 0,-4-3-5,0-1 1,0 0-1,0 0 1,0 0-1,1-1 1,-1 0-1,0 0 1,1-1-1,-1 0 1,9 0-1,8-3-6,1-2 0,-1 0 0,0-1-1,0-1 1,22-11 0,29-16-18,-2-4 1,-1-3-1,-3-2 0,97-80 1,-165 122 17,18-13 364,30-31 1,-43 40-149,-1-1 1,0 1 0,0-1-1,0 0 1,0-1 0,-1 1-1,0-1 1,-1 1 0,4-14-1,-6 20-213,0 0-1,0 0 1,0 0-1,0 0 1,0 0-1,0 0 1,0 0-1,0 1 1,0-1-1,0 0 1,-1 0-1,1 0 1,0 0-1,0 0 1,0 0-1,0 0 1,0 0-1,0 0 1,0 0-1,0 0 1,0 0-1,-1 0 1,1 0-1,0 0 1,0 0-1,0 0 1,0 0-1,0 0 1,0 0-1,0 0 1,0 0-1,0 0 1,0 0-1,-1 0 1,1 0-1,0 0 1,0 0-1,0 0 1,0 0-1,0 0 1,0-1-1,0 1 1,0 0-1,0 0 0,0 0 1,0 0-1,0 0 1,-1 0-1,1 0 1,0 0-1,0 0 1,0 0-1,0 0 1,0-1-1,0 1 1,0 0-1,0 0 1,0 0-1,0 0 1,0 0-1,0 0 1,0 0-1,0 0 1,0-1-1,-11 5 161,-1 0 1,1 0-1,-1 1 0,1 0 0,1 1 0,-1 0 0,1 1 0,0 0 0,1 1 0,-1 0 0,2 1 0,-1-1 0,-13 20 0,11-14-209,2 1 0,-1 0-1,2 1 1,0 0 0,1 0-1,1 1 1,0 0 0,1 0-1,-3 23 1,7-34-186,0 0-1,1 0 1,0 1 0,0-1-1,0 0 1,1 0 0,0 1-1,0-1 1,1 0 0,0 0-1,0 0 1,0 0 0,1-1-1,0 1 1,0-1 0,0 1 0,0-1-1,1 0 1,0 0 0,0-1-1,1 1 1,-1-1 0,1 0-1,0 0 1,7 4 0,11 6-2426,0-2 1,1 0-1,1-2 1,41 12-1,-63-21 2263,62 20-8797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47.6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101 103 12165,'-77'-48'13849,"64"36"-12785,3 2 69,23-2-2098,4 0-111,10 9-3156,-4 0 1256,-3 0-2677,1 3-4672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13.9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476 0 7869,'0'0'12168,"-1"3"-11684,-1 3-338,1 0 1,0 0-1,0 1 1,0-1 0,1 0-1,0 0 1,1 13-1,0-14-88,-1 1-1,1 0 0,-1 0 0,0 0 0,-1-1 0,0 1 0,1 0 0,-2 0 0,1-1 0,-1 1 0,0-1 1,0 1-1,-5 9 0,-10 8 52,0 1 1,-1-2 0,-1 0-1,-35 29 1,7-13-726,-60 39-1,-11 7-5840,84-59 1593,11 4-2639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14.2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443 7 9673,'-10'-3'755,"-3"-1"204,2 5 4486,13 1-5142,0 0 0,-1 0 0,0 0 0,1 0 0,-1 1 0,0-1 0,0 1 0,0-1-1,-1 1 1,1-1 0,0 4 0,-1 2-108,0 0 1,-1 0-1,0 1 0,0-1 0,-1 0 0,-3 11 0,-13 31 347,15-37-473,-1-1-1,-1 1 1,0-1 0,-1 0 0,-8 13 0,-1-5-245,0 0 0,-1-1 0,-1-1 0,-1-1 0,-31 24 1,-29 13-2912,-4-6-3476,15-9-2536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57.7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2382 146 4720,'0'-3'86,"0"1"-1,1 0 1,-1 0-1,1 0 1,-1 0-1,1 0 1,0 0-1,0 0 1,0 0-1,0 0 1,0 0-1,0 0 1,0 0-1,1 1 1,-1-1-1,1 0 1,1-1-1,3-1 229,-1 1 0,1 0 0,0 0 0,10-4-1,11-4 640,12-5-352,1 2 0,0 2-1,1 2 1,0 1 0,1 2-1,0 2 1,65 1 0,-84 4-500,0 1 0,0 2 0,0 0 0,0 1 0,0 1 1,-1 2-1,0 0 0,0 1 0,40 22 0,-54-26-96,0 1 0,0 0 1,0 1-1,-1 0 0,0 0 0,-1 0 0,1 1 0,-1 0 0,0 1 1,-1-1-1,0 1 0,0 0 0,0 0 0,-1 1 0,-1-1 0,1 1 0,-1 0 1,-1 0-1,0 0 0,0 0 0,-1 0 0,0 1 0,0-1 0,-1 0 1,0 1-1,-1-1 0,-3 14 0,1-6-79,-1-1-1,-1 0 0,-10 22 1,-23 40-302,-3-1-1,-89 123 1,-166 151-486,-24-23 439,230-237 315,77-79 101,-72 78-108,72-75 125,2 0 0,0 0 0,1 1 0,-11 21 0,21-36-12,-1 0 0,1 0 1,0 0-1,0 0 1,-1 0-1,1 0 0,0 0 1,0 0-1,0 0 0,0 0 1,0 0-1,1 0 0,-1 0 1,0 0-1,0 0 0,1 0 1,-1 0-1,1 0 1,-1 0-1,1 0 0,-1 0 1,1 0-1,-1 0 0,1 0 1,0 0-1,-1-1 0,1 1 1,0 0-1,0-1 0,0 1 1,0 0-1,0-1 1,0 1-1,0-1 0,0 1 1,1 0-1,4 1-3,-1 0-1,0 0 1,1 0 0,0-1-1,6 1 1,-4-1 1,1-1 0,-1-1 0,1 1 0,-1-2 0,12-2 0,374-82 10,-334 73-15,150-30 20,-172 38-24,0 1-1,0 2 1,59 4-1,-92-2 23,1 1 0,0 0 0,0 0 0,-1 1 1,1-1-1,-1 1 0,1 0 0,8 5 0,-12-6 1,-1 1-1,1-1 1,0 0 0,-1 1-1,1-1 1,-1 1-1,0-1 1,1 1 0,-1 0-1,0 0 1,0-1 0,0 1-1,0 0 1,0 0 0,-1 0-1,1 0 1,0 0 0,-1 0-1,0 1 1,1-1 0,-1 0-1,0 0 1,0 0-1,0 0 1,-1 4 0,-1 3 52,0 1 0,-1-1 0,0 0 1,-1 0-1,0 0 0,0 0 0,-1 0 0,0-1 1,-1 0-1,-6 8 0,-15 16 395,-34 29-1,32-32-112,-51 52 996,-105 138 0,160-183-1140,1 1 0,1 0 0,3 2 0,1 1-1,1 0 1,3 2 0,-12 48 0,7 7-8,5 0 0,4 2 0,4 169 1,48 296-158,-37-524-64,-2-21 0,3 28-13,-1 0 1,-2 0 0,-3 0 0,-6 50 0,6-85 37,-2 1-1,0-1 1,0 0 0,-1 1 0,-1-1 0,0-1 0,0 1-1,-1-1 1,-1 0 0,0 0 0,0-1 0,-1 0 0,0 0-1,-1-1 1,0 0 0,0-1 0,-1 0 0,0 0 0,-1-1 0,-11 6-1,2-3 0,-1-1 0,0-1 0,0-2 0,-1 0 0,1-1 0,-28 3 0,-139 3 18,176-10-17,-395-15 61,-1-27 31,14 1-281,135 23-375,-181-18-2986,418 33 2123,0-1 0,1-2 0,-34-10 0,16-2-4357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58.1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1 872 7281,'0'0'9560,"3"-3"-8177,14-11-865,1 0-1,1 2 1,1 0-1,-1 1 1,2 1 0,30-11-1,138-36 359,-177 54-808,424-95 785,-226 54-588,809-153-601,-473 96-467,244-85-4332,-659 142 2140,-49 8-2798,-58 27-70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59.6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569 311 10633,'28'-110'1789,"-26"100"-1270,0-1 1,-1 0-1,0 0 0,-1 0 1,0 0-1,0 1 0,-2-1 1,-3-18-1,1 9 402,2 13-661,1 1 0,-2-1 0,1 1 0,-1 0 0,0 0 0,-1 0 0,1 0 0,-6-7 0,8 13-249,1 0 0,0 0 0,0 0 0,0 0-1,0-1 1,0 1 0,0 0 0,0 0 0,0 0 0,0 0 0,-1 0-1,1 0 1,0-1 0,0 1 0,0 0 0,0 0 0,0 0 0,0 0-1,-1 0 1,1 0 0,0 0 0,0 0 0,0 0 0,0 0 0,0 0-1,-1 0 1,1 0 0,0 0 0,0 0 0,0 0 0,0 0 0,-1 0-1,1 0 1,0 0 0,0 0 0,0 0 0,0 0 0,-1 0 0,1 0-1,0 0 1,0 0 0,0 0 0,0 0 0,0 0 0,-1 1 0,-4 1 59,-1 1 0,1 1 0,0-1 0,0 1 0,0-1 0,0 2 0,1-1 0,0 0 0,-1 1 0,2 0 0,-5 5 0,-38 68 247,31-50-204,-111 208 424,-113 301-1,221-490-521,3 1 0,-10 50 0,21-79-21,1-1-1,1 1 0,1-1 1,0 1-1,2 0 0,0-1 1,1 1-1,6 27 0,-6-39 2,1 0 0,-1 0 0,1-1 0,0 1 0,1-1 0,0 1 0,0-1 0,0-1 0,0 1 0,1 0-1,0-1 1,1 0 0,10 8 0,-7-7-20,1 0 1,0-1-1,0-1 0,0 1 0,0-2 1,1 1-1,-1-1 0,16 1 0,5 0-66,1-3-1,0 0 1,0-2-1,-1-1 1,44-9-1,-8-3-135,-1-3 0,0-3-1,-2-2 1,0-4 0,115-64 0,-104 45-72,-2-4-1,-3-2 1,-2-4 0,74-76 0,-51 25 154,-88 103 713,-10 5-198,0 0-307,-1 0 1,1 1-1,-1 0 1,1 1-1,0 0 0,0 0 1,1 0-1,-1 1 1,1 0-1,0 0 0,0 1 1,-5 6-1,4-3 1,0 0 0,0 1 0,1 0 0,0 0 0,1 1 0,0-1 0,1 1 0,-4 13 0,5-14-38,1 0-1,-1 0 1,2 0-1,0 0 0,0 0 1,0 0-1,2 0 1,-1 0-1,1 0 0,0 0 1,1 0-1,1 0 1,-1 0-1,1-1 0,1 1 1,0-1-1,0 0 1,1 0-1,0 0 1,1 0-1,10 11 0,1-3-14,1-2 0,1 0 0,0-1 0,1-1 0,1 0 0,0-2 1,1 0-1,0-2 0,0 0 0,1-2 0,0 0 0,0-1 0,1-2 0,-1 0 0,1-2 0,31 0 0,-47-2-43,0 0 1,0 0-1,0-1 1,0 0-1,0 0 1,-1-1 0,1 0-1,-1 0 1,1 0-1,-1-1 1,0-1-1,0 1 1,0-1-1,0 0 1,-1-1 0,1 0-1,-1 0 1,0 0-1,-1 0 1,0-1-1,1 0 1,-2 0-1,1-1 1,-1 1 0,0-1-1,0 0 1,-1 0-1,0 0 1,5-15-1,28-128-1075,3-9 397,-34 145 668,0-1 0,1 2 1,0-1-1,1 0 0,1 1 0,0 1 1,1-1-1,0 1 0,1 1 0,22-21 0,-26 27 31,1 0-1,0 1 0,0 0 0,1 0 1,-1 0-1,1 1 0,0 0 0,0 0 0,0 1 1,0 0-1,0 0 0,0 1 0,1 0 0,-1 1 1,0 0-1,1 0 0,-1 1 0,0 0 0,1 0 1,-1 1-1,13 4 0,5 4 8,0 1-1,-1 2 1,0 0 0,-1 2 0,0 1-1,31 27 1,-44-33 4,1-1 1,0-1-1,1 0 1,0 0-1,0-1 0,1-1 1,-1 0-1,1-1 1,1 0-1,-1-1 0,18 2 1,-24-5-9,1-1 1,-1 0-1,1 0 0,0-1 1,-1 0-1,1 0 1,-1-1-1,0-1 0,1 1 1,-1-1-1,0 0 1,0-1-1,-1 0 0,14-9 1,-6 2-6,-1 0-1,0 0 1,14-17 0,-11 14-6,1 1 0,0 0 0,0 1 0,1 1-1,1 1 1,37-14 0,-18 7-236,1 0 19,0 3 0,2 1 0,-1 2-1,45-5 1,170-11-46,-177 21 186,-16-2 78,115-32 1,-151 33 86,-14 5 53,1 1 0,-1 0 1,1 1-1,-1 0 0,0 1 1,1 1-1,-1 0 0,0 1 1,0 0-1,24 10 0,-12-5-78,-5-4-5,1-1 1,0-1-1,39 0 0,-21-1-17,9-2-42,0-2 0,-1-2 0,1-2 0,55-16 0,-77 17-29,-1 0-6,0-2 1,0 0 0,-1-2 0,0 0-1,-1-2 1,27-16 0,-47 25 41,1 1 0,0-1 0,-1 0 0,0 0 1,0 0-1,0 0 0,0-1 0,0 1 0,0-1 0,-1 1 1,0-1-1,0 0 0,0 0 0,0 0 0,0-1 1,1-7-1,-2 6-67,-1 1 0,0 0 0,0-1 1,-1 1-1,0 0 0,0-1 0,0 1 1,0 0-1,-1 0 0,0 0 0,0 0 0,0 0 1,-4-6-1,1 3-108,1 0 1,1 0-1,-1 0 1,1 0-1,1-1 0,-1 0 1,2 1-1,-1-1 1,0-15-1,2 21 169,0 0-1,1 0 0,-1-1 1,1 1-1,-1 0 1,1 0-1,0 0 1,0 0-1,1 0 1,-1 0-1,1 0 0,-1 0 1,1 1-1,0-1 1,0 1-1,0-1 1,0 1-1,0 0 1,1-1-1,-1 1 1,1 1-1,-1-1 0,1 0 1,0 0-1,0 1 1,0 0-1,0-1 1,0 1-1,6-1 1,-1 0 85,1 0 0,-1 1 0,1 0 1,0 1-1,-1 0 0,1 0 1,-1 1-1,1 0 0,0 0 1,-1 1-1,0 0 0,1 1 0,-1 0 1,0 0-1,0 1 0,-1 0 1,11 7-1,2 2 21,-1 2 1,0 0-1,-1 2 1,30 35-1,-39-42-110,0-1 0,1 0-1,0-1 1,1 0 0,-1-1 0,1 0-1,1 0 1,-1-2 0,1 1-1,0-1 1,1-1 0,-1 0-1,1-1 1,20 3 0,12-1-288,1-3 1,83-5-1,-69 1 130,235-17-4153,-235 14 970,-22 2-201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59.7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0 100 6217,'21'-21'2192,"2"12"-1412,0 0-200,1-3-348,3 6-204,6 0-288,1 3-320,2-3-124,1 0-424,-7-6-1009,-3 3-99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0:59.8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64 3000,'24'-42'168,"-34"30"-1112,20 2 256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09.0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641 746 12621,'-35'-24'798,"18"13"-18,1-2 0,0 0 0,0 0 0,-15-19 1,26 28-146,1-1 0,-1 1 0,0 1 1,0-1-1,0 1 0,0 0 1,0 0-1,-1 1 0,0-1 0,1 1 1,-1 0-1,-12-1 0,14 4-431,1 0-1,-1 1 1,0 0-1,0 0 1,1 0-1,-1 0 1,1 1-1,0-1 1,-1 1-1,1 0 1,0 0-1,1 0 1,-5 6-1,0 0 58,1 1 0,1 0-1,-1 0 1,-5 16 0,-1 2 134,-44 89 558,-76 166 239,25 9-722,97-258-485,2 1 0,1 1 0,2 0-1,1-1 1,2 2 0,4 67 0,0-88-50,1-1 1,0 0 0,1 0-1,0 0 1,2-1-1,-1 1 1,2-1-1,8 14 1,-8-19-27,0 1-1,0-1 1,1 0 0,0 0 0,1-1-1,0 0 1,0-1 0,1 0-1,-1 0 1,2-1 0,17 8-1,-14-8 7,1-1 0,-1-1 0,1 0 0,0-1 0,1 0 0,-1-2 0,0 0 0,1 0 0,-1-1 0,0-1-1,1-1 1,-1 0 0,0-1 0,0-1 0,0 0 0,0-1 0,-1-1 0,18-8 0,-11 3 22,-1-1 0,0 0 0,-1-2 0,-1 0 0,0-1 0,0-1 0,-2 0 0,0-2 0,-1 0 0,-1 0 0,18-31 0,-14 13 24,-1 0 1,-2-2-1,-2 1 0,-1-2 0,-3 1 0,0-2 0,-3 1 0,2-42 1,-5 0-40,-3 0 1,-21-157 0,-44-59-61,8 49-44,54 231 177,0-1 0,2 0 0,0 1-1,1-1 1,1 0 0,3-21 0,-2 29 5,0 1 1,1-1-1,0 1 1,1 0-1,0 0 0,0 0 1,1 0-1,0 1 0,0 0 1,1 0-1,0 0 0,14-12 1,-3 6-17,1 0 0,0 2 0,1 1 0,0 0 1,1 1-1,0 1 0,0 1 0,1 1 0,25-6 1,33-4 14,90-7 0,-162 23 3,131-10-7,253 13-1,-344 0 1,0 2 0,-1 2 0,1 2 0,-1 2 0,65 24 0,-94-28 10,0 2 0,-1 0-1,0 0 1,0 2-1,0 0 1,-2 0-1,1 2 1,-1 0-1,-1 0 1,0 1 0,-1 1-1,0 0 1,-1 1-1,-1 0 1,0 1-1,14 31 1,-13-17 21,-2 1-1,-1-1 1,-2 1 0,-1 1-1,-1-1 1,-1 1 0,-2 0-1,-5 55 1,-4-20 48,-3-2 0,-2 1 1,-27 74-1,2-32 80,-5-3-1,-86 154 1,-148 181 148,-213 197-63,-42-32-111,386-442-147,15-22 79,-92 110 42,209-233-114,0 0-1,1 2 1,-13 27 0,25-46 6,1-1-1,-1 1 1,1 0 0,-1 0 0,1-1-1,0 1 1,-1 0 0,1 0 0,0 0-1,0 0 1,-1 0 0,1-1 0,0 1-1,0 0 1,0 0 0,0 0-1,0 0 1,0 0 0,1 0 0,-1 0-1,0-1 1,0 1 0,1 0 0,-1 0-1,0 0 1,1 0 0,-1-1-1,1 1 1,-1 0 0,1-1 0,-1 1-1,1 0 1,-1-1 0,1 1 0,0 0-1,0-1 1,-1 1 0,1-1 0,0 1-1,1 0 1,0-1-22,1 1 0,0 0 0,0-1 0,0 1 0,-1-1 1,1 0-1,0 0 0,0 0 0,5-1 0,5-3-142,1-1-1,-2 0 1,1 0 0,0-1 0,14-11 0,-8 7-39,52-33-302,-2-3-1,-2-3 1,-2-3 0,-3-2 0,-2-4 0,88-107 0,-132 145 441,-2 1 0,0-2 0,-2 0 0,17-36 1,-25 47 47,-1 0 0,1 0-1,-2 0 1,1-1 0,-1 1 0,-1-1 0,0 0 0,0 1 0,-1-1 0,-1 0 0,0 1 0,-4-20-1,0 12 8,-1 1 0,-1 0 0,-1 0 0,0 1 0,-1 0 0,-1 0 0,0 1 0,-1 0 0,-1 1 0,-23-23 0,-10-2 108,-99-66 0,18 15 187,119 85-270,0 0 1,1-1-1,0 0 0,1 0 0,-1 0 1,1-1-1,0 0 0,-5-8 0,9 12-16,1 1 1,-1 0-1,0-1 0,0 1 0,1 0 0,-1-1 0,1 1 1,0-1-1,0 1 0,0-1 0,0 1 0,0 0 0,1-1 1,-1 1-1,1-1 0,-1 1 0,1 0 0,0-1 0,0 1 1,0 0-1,0 0 0,0 0 0,1 0 0,-1 0 0,1 0 1,-1 0-1,1 0 0,0 0 0,0 1 0,-1-1 0,5-2 1,9-7-144,0 1 1,1 1 0,-1 0 0,2 1 0,16-6 0,94-24-1317,-104 31 1170,787-153-11168,-549 128 5047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10.1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1258 300 5925,'23'-145'3491,"-21"137"-3085,-1 0-1,0 0 0,0 0 1,-1 0-1,0 0 0,0 0 1,-1 0-1,0 0 0,0 0 1,-3-9-1,2 13-267,1 1-1,-1 0 1,0-1 0,0 1-1,0 0 1,0 0-1,-1 0 1,1 0 0,-1 0-1,0 1 1,0-1 0,0 1-1,0 0 1,0 0 0,0 0-1,0 0 1,-1 0 0,1 1-1,-1 0 1,1-1 0,-1 1-1,0 1 1,1-1 0,-6 0-1,-8 0 114,0 0 0,0 1-1,0 1 1,-1 1-1,1 1 1,1 0 0,-1 1-1,0 1 1,-26 11-1,-9 7 382,-81 48 0,74-33-337,2 2 1,2 3-1,2 2 1,-52 56-1,35-24-69,3 2-1,-61 98 0,88-117-110,3 2 0,3 1-1,-32 83 1,55-118-104,2 1 1,1 0-1,1 0 0,1 0 1,2 1-1,1 0 0,1 0 1,1 0-1,2 0 0,7 44 1,-4-56-31,1 0 0,0-1 0,1 1 1,1-1-1,1 0 0,0-1 0,1 1 0,1-2 0,18 23 1,-11-18-35,1-1-1,2-1 1,-1 0 0,2-1 0,1-2 0,23 14 0,4-3-140,2-2 0,1-2-1,0-2 1,2-3 0,93 18 0,-59-21-138,0-3-1,0-4 1,149-9-1,-124-7 98,-1-5-1,159-41 1,-187 32 195,-1-4 1,-1-3 0,-1-4 0,-2-3 0,-2-4 0,-1-3 0,-3-3 0,-1-4-1,-3-3 1,88-87 0,-72 52 127,-5-2-1,-3-5 0,-5-2 1,-4-4-1,62-125 1,119-289 1069,-216 452-839,-53 77-41,9-2-239,1 1-1,0 1 1,1 0 0,0 0 0,-12 27 0,-29 81 77,41-99-97,-328 987-901,321-960 579,2 1 0,3 1 0,2 0 0,-4 70 0,13-116 284,0 0 0,0 0 1,0 1-1,0-1 0,1 0 0,0 0 1,0 0-1,0-1 0,1 1 0,0 0 1,0 0-1,0-1 0,0 1 0,1-1 1,0 0-1,0 1 0,0-1 0,0-1 1,1 1-1,-1 0 0,1-1 0,0 0 1,0 0-1,0 0 0,0 0 0,1 0 1,-1-1-1,1 0 0,0 0 0,-1 0 1,1-1-1,0 0 0,9 2 0,3-1-1,-1-1-1,1 0 0,0-1 0,-1-1 0,1-1 0,-1 0 0,24-7 0,113-42-102,-98 31 114,69-27 97,108-35 320,-192 71-251,0 1 0,1 2 0,77-5 0,-98 13-119,0 1 0,1 1 1,-1 1-1,0 1 1,-1 0-1,1 1 0,21 10 1,15 9 45,54 32 1,-101-51-87,7 3-1,0-1 1,1 0 0,-1-2 0,1 0 0,0 0 0,1-2-1,-1 0 1,1-1 0,0-1 0,-1 0 0,32-4-1,-26 0-63,0-1-1,-1-1 0,0-1 1,0-1-1,0-1 0,0-1 1,-1 0-1,25-17 0,-43 24 52,-1 1 0,0-1 0,1 1 0,-1-1-1,0 0 1,0 1 0,-1-1 0,1 0-1,0 0 1,0-1 0,-1 1 0,3-5-1,-4 6 12,1 0 0,-1 0 0,0 0 0,0 0 0,0 0 0,0 0 0,0 0 0,0 0 0,0 0 0,0 0-1,0 0 1,0 0 0,-1 0 0,1 0 0,0 0 0,-1 0 0,1 0 0,-1 0 0,1 0 0,-1 0 0,1 1-1,-2-3 1,-2 0-16,1 0 0,-1 1 0,0-1 0,1 1 0,-1-1 0,-1 1 0,1 1 0,0-1 0,0 0 0,-1 1 0,1 0 0,0 0 0,-8 0 0,-25-2-80,0 3-1,-1 1 0,1 1 1,0 3-1,0 1 0,1 1 1,-62 21-1,94-26 32,28 23 41,-16-22 44,0 0-1,0-1 1,0-1 0,0 1-1,0-1 1,0-1-1,14 0 1,23 3 117,-14 1 18,-1 2 0,58 19 0,-76-21-214,0 1 0,0 1-1,0 0 1,-1 1 0,0 0 0,0 0 0,-1 1-1,0 1 1,14 14 0,46 50-3940,-17-28-2230,-21-22 902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10.4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0 193 6873,'4'-14'212,"-2"1"215,1 0-1,1 1 0,0-1 1,0 1-1,2 0 0,-1 1 1,1-1-1,1 1 0,0 0 1,13-14-1,-17 21-272,1 1 0,0 0 0,0 0 0,0 1 0,0-1 0,0 1 0,0-1 0,1 1 0,-1 1 0,1-1 0,0 1 0,0-1 0,-1 1 0,1 1 0,0-1 0,0 1 0,0 0 0,0 0 0,0 0 0,-1 1 0,1-1 0,0 1 0,0 0 0,0 1 0,-1-1 0,1 1 0,-1 0 0,1 0 0,-1 0 0,0 1 0,0 0 0,0 0 0,0 0 0,0 0 0,-1 0 0,1 1 0,-1-1 0,0 1 0,0 0 0,0 0 0,-1 0 0,4 8 0,-1 0-53,-1 1-1,0 0 1,0 0 0,-2 0-1,0 0 1,0 0 0,-1 0-1,-1 15 1,-1 5 37,-2 0 0,-8 37-1,-1-24-66,-1-1-1,-3 0 1,-2-1-1,-1 0 1,-3-2-1,-33 51 1,39-66 14,-17 24 592,31-49-540,5-4-71,252-198-5444,-180 145 2888,6-4-1628,8 2-2087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10.6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685 1 6129,'-10'7'391,"0"-1"0,0 0 0,-1 0 0,1-1 0,-1-1 0,0 0 0,-1 0 0,-15 3 0,10-4 221,0 2 0,1-1 0,0 2 1,0 1-1,1 0 0,-1 0 1,2 2-1,-1 0 0,-20 17 1,-6 10 658,-60 65-1,93-92-1160,-22 25 25,2 1-1,2 2 1,1 0 0,2 2 0,1 1 0,2 0-1,2 1 1,2 2 0,-16 64 0,30-101-151,1 0 0,0 0 0,0 1 0,1-1 0,0 0 0,0 0 0,0 1 0,1-1 0,0 0 0,0 0-1,0 0 1,1 0 0,2 6 0,-2-8 7,0-1-1,1 0 1,-1 1-1,0-1 0,1 0 1,0-1-1,0 1 1,0 0-1,0-1 0,0 0 1,0 1-1,1-1 1,-1 0-1,1-1 1,0 1-1,-1-1 0,1 0 1,0 1-1,0-2 1,0 1-1,4 0 0,37 3-631,0-3-1,0-2 1,62-8-1,-84 7 322,18-2-263,17-2-1121,93 2-1,-13 8-4250,-114-2 2438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10.9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626 1 6113,'-192'70'5031,"139"-49"-3180,1 3 0,-96 60 0,133-74-1722,0 1 0,1 0 1,0 2-1,0 0 1,2 0-1,-1 1 0,2 0 1,0 1-1,0 1 0,2 0 1,0 0-1,1 1 0,-8 22 1,14-32-111,0 1 1,0 0-1,1 0 1,0 0-1,0 0 1,1-1-1,0 1 1,1 0 0,0 0-1,0 0 1,0 0-1,5 11 1,-2-8-108,0 0 1,2-1-1,-1 1 1,1-1-1,1 0 1,-1-1-1,16 16 1,-6-9-244,1-1 0,0 0 0,1-1 0,1-1-1,0-1 1,1-1 0,0-1 0,29 11 0,-7-6-819,0-1-1,1-2 1,1-3 0,-1-1 0,1-2-1,86 1 1,-50-12-2896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11.1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27 3404,'0'0'4737,"2"-2"-4231,18-20 301,-14 20-565,32 5 5,-16-2-226,0 1 0,0 1-1,41 11 1,-55-11-449,1 0-1,0-1 0,0 1 1,0-2-1,0 1 0,0-2 1,0 1-1,0-1 0,1 0 1,11-2-1,5-2-1898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11.4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1009 0 8561,'-3'5'647,"0"0"1,0-1-1,-1 0 1,1 0-1,-1 0 1,0 0 0,-5 4-1,-50 45 1719,-152 130 2103,-79 120-2379,214-211-3024,4 4 0,-74 130 0,124-189 85,-33 64-2241,26-30-2117,14-11-2527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11.7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13 7693,'4'5'259,"0"0"1,1-1 0,0 1 0,0-1 0,0 0-1,1 0 1,-1-1 0,1 0 0,0 0-1,0 0 1,0-1 0,0 1 0,0-1-1,1-1 1,-1 1 0,1-1 0,12 0-1,37 4 542,409 22 2125,-385-28-2801,-1-3 1,1-3-1,147-34 0,-198 33-130,-8 4 4,0-2 0,0-1 0,29-13 1,-47 19-57,-10 1 22,-24 4 35,1 2 0,-1 1 0,1 1 0,1 1 0,-52 24 0,30-8 1,1 2-1,-65 47 1,93-58 40,1 0 1,-29 31-1,44-41-47,0 0 1,1 1-1,-1 0 1,2 0-1,-1 0 0,1 1 1,0 0-1,0 0 1,1 0-1,0 0 0,-3 17 1,6-21-28,-1 0 0,1 0 0,0 0 0,0 0 0,0 0 0,1 0 0,0 0 0,0 0 0,0 0 0,0 0 0,0 0 0,1 0 0,-1-1 0,1 1 0,0 0 0,3 3 0,0-1-105,0-1 1,0 0-1,0 0 1,0 0-1,1-1 1,0 0-1,-1 0 1,12 5-1,2 0-491,1-2 0,0 0 0,0-1 0,0-1 0,28 3 0,33 2-2724,8 2-1292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12.2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98 154 5945,'22'60'3087,"-16"-48"-2559,-1 0-1,-1 1 1,0-1-1,0 1 1,-2 0 0,1 0-1,-1 0 1,-1 0-1,-1 0 1,0 15-1,-7 20-158,-1-1-1,-3 0 0,-1 0 0,-34 81 0,-19-9 67,64-116-227,21-13-180,3-2-70,0-2 0,-1 0 0,-1-2-1,0 0 1,34-36 0,25-19-773,265-214-3298,-279 229 3544,47-40 1152,-97 81 135,-1-1-1,0 0 0,18-26 0,-19 23 278,0 1-1,22-20 0,-34 36-390,7 21 166,1 1-453,-8-6-176,-1 0 0,0 1 0,-1 18 0,2 35 181,26 75 134,2 8-165,-28-133-274,0 1-1,-2-1 1,0 1-1,-1 0 0,0-1 1,-6 20-1,3-24-119,0-1 0,-1 1 0,-1-1 0,0-1 0,-1 1 0,-1-1 1,1 0-1,-2-1 0,0 0 0,0 0 0,-1-1 0,0 0 0,-1-1 0,0 0 0,0 0 0,-15 7 0,-20 10-1365,-1-3 0,-97 36 1,115-49 802,-150 45-6483,140-40 2627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12.4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28 5977,'0'0'3152,"11"-15"-1876,-5 3 1272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07.6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1331 1345 8101,'0'0'4439,"-10"-10"-766,8 7-3288,0-1 0,0 0-1,0 1 1,0-1-1,1 0 1,-1 0 0,1 0-1,0-1 1,0 1-1,1 0 1,-1 0-1,1 0 1,0-1 0,0 1-1,1 0 1,-1 0-1,2-7 1,2-8 664,0 1 0,9-27 1,-4 26-535,0 0 1,1 1-1,22-32 1,-14 23-158,175-221 981,-92 127-1085,-2 1-137,-28 36-69,86-133 1,-34 39-65,-117 169 4,1 0 0,-1-1-1,-1 0 1,6-12 0,-11 21 12,1 1-1,-1 0 1,0 0-1,0 0 1,0-1-1,1 1 1,-1 0-1,0 0 1,0-1-1,0 1 1,0 0-1,1 0 1,-1-1-1,0 1 1,0 0-1,0 0 1,0-1-1,0 1 1,0 0-1,0-1 1,0 1-1,0 0 1,0 0-1,0-1 1,0 1-1,0 0 1,0-1 0,0 1-1,0 0 1,-1 0-1,1-1 1,0 1-1,0 0 1,0 0-1,0-1 1,0 1-1,-1 0 1,1 0-1,0 0 1,0-1-1,0 1 1,-1 0-1,1 0 1,0 0-1,0 0 1,-1-1-1,1 1 1,0 0-1,0 0 1,-1 0-1,1 0 1,0 0-1,-1 0 1,1 0-1,0 0 1,-1 0-1,-23 10-14,-30 30-8,-31 45 30,3 3 1,-118 168-1,147-183 12,3 1 0,3 3-1,-58 132 1,91-174-13,1 0 0,2 0 0,2 1 0,1 0 0,2 1 0,1-1 0,2 1 0,2 1 0,1-1 0,1 0 0,11 57 0,2-37-6,2-1 0,2-1 1,31 64-1,91 154-138,-32-68-61,-105-197 191,25 46-133,-3 1 0,31 101 0,-52-139 110,0 0 1,-1 1-1,0-1 1,-2 1-1,0 0 1,-1 0-1,0 0 0,-2-1 1,0 1-1,-1 0 1,-1-1-1,0 0 1,-2 0-1,-7 17 0,1-10 21,-2-1 0,0-1 0,-2 0 0,0-1 0,-2-1 0,0-1 0,-1 0 0,-1-1 0,-22 15 0,-4-1-8,-1-1 0,-1-3 0,-69 29 0,3-11 69,-3-5-1,-231 48 0,-249-5-134,579-82-94,-10 1-215,-1-1-1,-35-2 1,59 0 118,-1 0 0,1-1 0,-1 0 0,1 0 0,0 0 0,-1 0 0,1-1 0,0 0 0,0 0 0,0-1 0,0 1 0,1-1 0,-1 0 0,1 0 0,-1-1 0,1 1 0,-7-8 0,11 10 127,-1 0-1,1 0 0,-1 1 1,1-1-1,-1 0 1,1 0-1,0 0 1,-1 1-1,1-1 1,0 0-1,0 0 1,0 0-1,0 0 1,-1 0-1,1 0 0,0 1 1,0-1-1,1 0 1,-1 0-1,0 0 1,0 0-1,0 0 1,1-1-1,1-3-897,1-1 0,0 0 0,0 1 1,0-1-1,6-6 0,44-52-9028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08.1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1574 10561,'52'-23'2739,"3"-4"-1110,2 4-1,103-30 1,158-13-1295,-104 23-730,-196 39 349,1-1 0,-2-1-1,1 0 1,23-12 0,-33 13 24,-1 1 0,1-1-1,-1 0 1,0 0-1,0-1 1,-1 0 0,0 0-1,0-1 1,0 1-1,-1-1 1,6-9 0,-10 13 40,1 0 0,-1 0 0,0-1 0,0 1 0,0 0 0,-1 0 1,1-1-1,-1 1 0,0 0 0,0-1 0,0 1 0,0 0 1,0-1-1,-1 1 0,1 0 0,-1 0 0,0-1 0,0 1 0,0 0 1,-2-4-1,0 3 32,1-1 1,-1 0-1,0 1 1,0 0-1,-1 0 1,1 0-1,-1 0 1,0 0-1,1 1 1,-2 0-1,-4-3 1,-3 0 103,0 0 0,-1 1 0,0 1 0,0 0 0,-1 1 0,1 0 1,-1 1-1,1 0 0,-1 1 0,0 1 0,1 0 0,-1 1 0,0 1 0,-21 5 1,11-2 56,1 1 1,0 2 0,0 1 0,0 0 0,1 2 0,1 0 0,-29 20-1,24-10 17,1 0-1,1 1 1,1 2-1,1 0 0,1 1 1,2 1-1,-28 47 1,29-40-101,2-1 1,1 2 0,2 0 0,1 1 0,2 0 0,-10 60 0,17-75-143,1-1 0,1 1 0,0 0 1,2 0-1,0 0 0,1 0 0,2-1 0,-1 1 0,2-1 1,1 0-1,0 0 0,2 0 0,0-1 0,0 0 0,2-1 1,0 0-1,2 0 0,-1-1 0,2-1 0,0 0 0,1-1 1,0 0-1,19 14 0,-1-7-141,1-2-1,0 0 1,1-3-1,1 0 1,1-3 0,0-1-1,0-1 1,1-2-1,0-2 1,1-1 0,57 1-1,-27-6 17,-1-3-1,1-3 1,-1-3 0,0-3-1,107-31 1,-107 20 173,-1-3 0,-2-3 0,-1-2 0,-1-4-1,69-48 1,-54 25 48,-2-4-1,-2-2 0,80-93 0,-59 47 186,124-189 0,33-135 565,38-178 2542,-249 522-2830,19-31 786,-49 109-374,-16 31-215,-62 171 1086,-19 62-1814,-338 912-96,287-822-2503,100-233-1164,-27 130-1,63-230 3387,-1 3-716,0 0 1,0 0-1,1 1 1,1-1 0,0 1-1,1 0 1,1-1-1,2 18 1,17 22-8425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08.3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12221,'0'0'3880,"21"3"-2427,19-3-345,20 0-252,20 3-184,28 0-140,29 0-340,24 3-624,16 0-544,11 0-660,13-6-725,20 9-2151,23 15-3501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13.6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1089 768 7905,'-44'72'2774,"-94"118"0,-526 689-78,596-780-2635,-104 141 201,170-237-83,24-21 570,1-8-318,-2 0 1,0-1 0,22-39-1,12-17 314,537-809 2125,-182 259-2268,-406 628-587,161-227 505,-132 191-251,1 2 0,2 1 1,53-43-1,-83 76-162,1 0-1,-1 0 1,1 1-1,0 0 1,0 0-1,1 1 1,-1-1 0,1 2-1,14-5 1,-19 7-59,1 0 1,-1 0-1,0 0 0,0 0 1,0 1-1,1-1 0,-1 1 1,0-1-1,0 1 1,0 0-1,0 1 0,0-1 1,0 0-1,0 1 1,0 0-1,-1 0 0,1-1 1,-1 2-1,1-1 0,-1 0 1,0 0-1,1 1 1,-1-1-1,-1 1 0,1 0 1,2 3-1,5 12 137,-1 1 0,0-1 0,-2 1 0,0 1 0,-1-1 0,-1 1 0,2 35 0,-1 7 448,-5 102 0,-21 67 168,17-190-680,-132 767 1202,-79-15-1791,135-543-113,-117 398-1892,143-436-1563,-30 234 0,83-433 3742,-5 29-2585,1 1 0,2 60 0,14-33-5930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13.8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27 175 10729,'0'-1'94,"0"1"-1,0-1 1,0 0 0,0 0 0,0 1-1,0-1 1,0 0 0,0 1 0,0-1-1,0 0 1,0 0 0,0 1 0,-1-1-1,1 0 1,0 1 0,0-1 0,-1 0-1,1 1 1,-1-1 0,1 1 0,0-1-1,-1 0 1,1 1 0,-1-1-1,0 0 1,-18 6 2839,17-4-1518,26-2 584,508-35 541,-218 17-3052,444-52-6014,-569 49 1837,-10 8-2653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14.1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9 12585,'62'30'2054,"-53"-27"-1520,-1 1 0,1-1 0,0-1-1,0 0 1,0 0 0,16 1 0,16 4 512,-26-1-632,0 1 0,-1 1-1,0 0 1,0 0 0,-1 1 0,25 23 0,-14-9-16,0 2-1,23 33 1,-10-9-23,-3 2 1,32 61-1,-50-81-310,-2 1-1,-2 1 0,0 0 1,-3 1-1,8 41 1,-9-15-9,-2-1-1,-4 111 1,-2-155-64,-1-1 0,-1 1 0,-1 0 0,0 0 0,-1-1 0,0 0 0,-1 1 0,-12 22 0,16-35 13,0-1 0,1 0 0,-1 0-1,0 0 1,0 0 0,0 0 0,0 0 0,0 0-1,0 0 1,0 0 0,0 0 0,0 0 0,0 0-1,0-1 1,-3 2 0,4-2-6,-1 0 0,0 0-1,1 0 1,-1 0 0,1 0 0,-1 0-1,0 0 1,1-1 0,-1 1 0,1 0 0,-1 0-1,1 0 1,-1-1 0,1 1 0,-1 0-1,1-1 1,-1 1 0,1 0 0,-1-1-1,1 1 1,-1-1 0,1 1 0,-1-1-1,1 0 1,-3-2-7,1-1 0,1 0-1,-1 0 1,0 0 0,1 0-1,0 0 1,0 0 0,-1-8 0,2 0-8,0 1 1,1 0-1,0 0 1,1 0-1,0-1 1,5-13-1,-3 9-3,16-50-491,2 1 1,3 1 0,3 1 0,53-88-1,171-220-6584,-163 258 2273,6 6-2697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15.1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1 251 9789,'90'56'1848,"-33"-22"474,77 61 0,-105-71-1911,39 31 325,-2 4 0,96 111 1,-144-146-662,0 0 1,-2 2 0,-1-1 0,20 49-1,-28-55-22,0 0 0,-2 1-1,0 0 1,-1 0 0,-2 0 0,0 1-1,-1 38 1,-2-47-14,-1 0 0,0 0 0,-1 0 0,-1 0 0,0-1 0,0 1 0,-1-1 0,-1 0-1,0 0 1,0-1 0,-1 0 0,0 0 0,-1-1 0,0 1 0,-1-2 0,1 1 0,-2-1 0,1 0 0,-18 9 0,19-11 22,-1-1 1,0 0-1,0-1 1,0 0-1,0 0 1,-1-1-1,1-1 1,-1 1-1,0-1 1,0-1 0,0 0-1,0 0 1,0-1-1,0-1 1,0 1-1,1-2 1,-1 1-1,0-1 1,0-1-1,1 0 1,-1 0-1,1-1 1,0 0-1,-11-7 1,16 9-50,0-1 0,0 0-1,0 0 1,1 0 0,-1 0-1,1 0 1,0-1 0,0 0 0,0 1-1,1-1 1,-1 0 0,1-1 0,0 1-1,0 0 1,1-1 0,-1 1 0,1-1-1,0 1 1,0-1 0,0 1 0,1-1-1,-1 0 1,1 0 0,0 1 0,1-1-1,-1 0 1,1 1 0,0-1 0,0 1-1,1-1 1,-1 1 0,3-5 0,5-12-125,1 1 0,0 1 0,2 0 0,0 0 0,21-23 0,-6 12-390,0 1 0,2 2 1,2 0-1,59-39 0,146-74-2280,-221 131 2615,440-249-3209,-71 40 2830,3 8 3585,-377 205-2975,4-3 416,1 0 1,0 2-1,20-7 1,-33 12-382,0 0 1,1 1-1,-1 0 0,1-1 1,-1 1-1,0 0 0,1 0 1,-1 0-1,1 0 0,-1 1 1,0-1-1,5 2 0,-6-2-61,0 1 0,0 0-1,0 0 1,0-1-1,0 1 1,0 0 0,0 0-1,-1 0 1,1 0 0,0 0-1,0 0 1,-1 0 0,1 0-1,-1 0 1,1 1 0,-1-1-1,1 0 1,-1 0 0,0 0-1,0 1 1,1-1 0,-1 0-1,0 0 1,0 1-1,-1 1 1,0 11 121,-2-1 1,0 0-1,-1 0 0,0 0 0,-1 0 1,0-1-1,-14 23 0,-4 11 83,-205 376 235,170-323-1360,54-93 822,-3 4-97,1 1-1,0 0 0,0 0 1,1 0-1,1 1 0,0-1 0,0 1 1,1 0-1,-1 14 0,4-25 149,0 0 0,0 1 0,0-1 0,0 0 1,0 0-1,1 0 0,-1 1 0,0-1 0,1 0 0,-1 0 0,1 0 0,0 0 0,-1 0 0,1 0 1,0 0-1,-1 0 0,1 0 0,0 0 0,0-1 0,0 1 0,0 0 0,0 0 0,0-1 0,0 1 1,0-1-1,0 1 0,0-1 0,0 1 0,0-1 0,1 0 0,-1 1 0,0-1 0,2 0 0,44 4-161,-41-4 136,30-3-166,0-1 0,0-2 0,-1-2 0,63-21 0,14-3 40,14 4 224,2 7 0,161-8 1,-225 29 247,126 17-1,-124-8 182,103 0 0,-115-10-324,-21 1-24,-1-1-1,0-2 1,33-7-1,-54 9-136,0 0 0,0 0 0,0 1 0,0 1 0,0 0 0,0 0 0,0 1-1,0 0 1,-1 1 0,13 5 0,-12-4-1,1 0 0,-1-1-1,1 0 1,0-1 0,-1-1-1,1 0 1,0 0 0,23-3-1,-20 0 99,0-1-1,0-1 1,0-1-1,0 0 1,-1 0-1,0-2 1,0 0-1,-1 0 0,0-1 1,0-1-1,-1 0 1,0-1-1,0 0 1,-1-1-1,-1 0 1,13-16-1,4-17 331,-17 25 191,2 1 0,1 0 0,0 0 1,24-24-1,-35 43-592,-1-1 1,0 0-1,0 1 0,0-1 1,0 0-1,1 1 1,-1 0-1,0-1 1,0 1-1,0 0 1,0-1-1,0 1 0,0 0 1,-1 0-1,3 2 1,-2-2 25,22 22 144,-1 1 0,24 34 0,31 34 69,-10-31-237,4-2 0,100 64 0,40 9-280,-207-128 225,0 0 0,0 0-1,-1 0 1,1 0-1,-1 1 1,0-1-1,-1 1 1,1 0-1,-1 0 1,0 0-1,0 0 1,0 0-1,-1 0 1,0 1-1,0-1 1,0 0 0,-1 1-1,1-1 1,-1 1-1,-2 9 1,1-3 4,-2-1 0,0 1 0,0 0-1,-1-1 1,-1 1 0,0-1 0,-8 15 0,-56 76-73,39-60 67,-78 102-241,-6-4 0,-219 206-1,-305 206-1914,526-459 1758,-1005 753-2326,796-649 2609,233-149 573,-162 60 0,231-101-322,13-4-58,0 0 1,0-1-1,1 0 1,-1 0-1,-1-1 1,1 0 0,0 0-1,0 0 1,0-1-1,-1 0 1,-11-1-1,17 1-36,-1-1 1,1 0-1,0 0 0,-1 0 0,1 0 0,0 0 0,-1 0 0,1-1 0,0 1 0,0 0 1,0-1-1,0 1 0,0 0 0,0-1 0,0 1 0,1-1 0,-1 0 0,1 1 1,-1-1-1,1 0 0,-1 1 0,1-1 0,0 0 0,0 1 0,0-1 0,0 0 0,0 1 1,0-1-1,0 0 0,1 0 0,-1 1 0,0-1 0,2-2 0,4-9 36,0-1 0,1 2 0,0-1 0,1 1 0,0 0 0,1 0 0,19-19 0,-18 20-27,53-56 127,102-86 1,89-49-124,-192 155-71,900-692-4477,-625 481 904,-126 99-882,-6 12-2509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15.8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182 669 10801,'-2'-5'292,"-4"-9"1332,1 0 0,-2 1 0,0 0 0,0 0 0,-1 0 0,-19-21 0,26 33-1503,0 1 0,-1-1 0,1 1 0,0-1 0,0 1 1,-1 0-1,1-1 0,0 1 0,0 0 0,-1 0 0,1 0 1,0 0-1,-1 0 0,1 1 0,0-1 0,-2 1 0,-1-1 187,2 1-240,-1-1 0,1 0 1,0 1-1,0 0 0,0 0 1,0-1-1,0 1 1,1 0-1,-1 1 0,0-1 1,0 0-1,1 0 0,-1 1 1,0-1-1,1 1 1,0-1-1,-1 1 0,1 0 1,0 0-1,0-1 0,0 1 1,0 0-1,0 0 1,0 0-1,-1 4 0,-3 8 152,1 1 0,-4 24 0,5-26-17,-6 37-43,2 0-1,2 0 1,3 1 0,1-1 0,3 1-1,2-1 1,2 0 0,3 0 0,23 78-1,-24-107-277,1 0 1,1 0-1,0-1 0,2 0 0,0-1 0,2 0 0,0-1 0,1-1 0,0 0 0,2-1 1,0-1-1,0-1 0,2 0 0,-1-1 0,2-1 0,0-1 0,31 13 0,-25-13-55,1-2-1,0-1 1,0-1-1,1-1 0,0-2 1,0 0-1,0-2 1,0-2-1,1 0 0,-1-2 1,0 0-1,0-3 1,47-12-1,-69 16 130,0-1-1,0 0 1,0 0-1,0 0 1,0-1 0,-1 0-1,1 0 1,-1-1-1,0 1 1,0-1 0,0 0-1,0 0 1,-1-1-1,0 0 1,1 1 0,-2-2-1,1 1 1,-1 0-1,1-1 1,-2 1 0,1-1-1,0 0 1,-1 0-1,0 0 1,-1 0 0,1 0-1,-1 0 1,-1-1 0,1 1-1,-1 0 1,0-1-1,0 1 1,-1 0 0,1-1-1,-4-10 1,-7-23-99,-1 0 0,-3 1 0,-1 1 0,-33-60 0,-17-37-55,56 111 141,2 0 0,0-1 0,-8-46 1,14 48 5,1-1 0,0 1 0,2 0 0,0 0 0,2 0 0,1 0 0,0 0 0,2 0 0,1 1 0,0 0 0,2 0 0,0 1 0,1 0 0,20-28 0,-2 9 3,1 2 0,2 1-1,1 2 1,2 1 0,1 1 0,41-28 0,-33 31 12,0 2 0,2 1 0,1 3 1,1 1-1,1 3 0,1 2 0,83-20 1,-111 33 44,1 1 0,0 1-1,0 0 1,1 2 0,-1 1 0,0 0 0,0 2 0,0 0 0,0 2 0,22 6 0,-32-6 10,1 0-1,-1 1 0,0 1 0,-1 0 1,1 1-1,-1 0 0,-1 0 0,1 1 1,-1 1-1,0 0 0,-1 0 0,0 1 0,-1 0 1,0 0-1,0 1 0,-1 0 0,-1 0 1,7 16-1,-5-6 36,0 1-1,-2 0 1,0 0 0,-1 1-1,2 37 1,-5 119 213,-10-58-129,-4 0 1,-6 0 0,-47 166-1,21-142-50,-7-1-1,-91 182 0,-270 461 109,179-395-100,210-357-87,-44 49-1,46-59-41,21-25 34,-1 0 0,0-1 0,1 1 0,-1 0 0,1 0-1,-1 0 1,0 0 0,1-1 0,-1 1 0,0 0 0,1 0 0,-1-1-1,1 1 1,-1-1 0,1 1 0,-1 0 0,1-1 0,-1 1-1,1-1 1,0 1 0,-1-1 0,1 1 0,-1-1 0,1 0 0,0 0-1,-2-5 0,0 0 0,0 0 0,1 0 0,0 0 0,1 0-1,-1 0 1,1 0 0,0-1 0,1 1 0,0 0 0,-1 0-1,2 0 1,1-7 0,1-9-14,8-56 15,-4 1-1,-4-2 0,-2 1 0,-12-98 0,-68-233-7,20 136-4,53 244 3,1 1-1,1-1 1,2 0-1,4-49 1,-2 64 8,2 0 0,0 0 0,0 1-1,1-1 1,1 1 0,0 0 0,1 1 0,0-1 0,1 1-1,0 0 1,17-20 0,-6 14-53,0 1 1,0 1-1,2 1 0,0 0 1,0 2-1,1 0 0,1 1 0,0 2 1,31-11-1,25-5-778,117-22 0,-31 16-4119,320-17 0,-218 41-2435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17.4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1322 118 8789,'55'-113'4066,"-53"109"-2321,-6 5-998,-6 4-545,1 0-1,-1 1 0,1 0 0,0 0 0,1 0 0,0 1 1,0 1-1,0 0 0,-8 11 0,-2 0 49,-468 547 2492,339-387-2468,47-59-95,-130 159 152,172-203-236,4 2-1,-74 144 0,121-209-84,-4 6 11,1 1 0,1 1 0,-9 27 0,17-41-16,0 0-1,0 0 1,0 1-1,1-1 1,0 0 0,1 1-1,1 11 1,-1-14-5,0 1 0,1 0 0,-1 0 0,1-1 0,0 1 0,1-1 0,-1 1 0,1-1 0,0 0 0,0 0 1,1 0-1,-1-1 0,10 9 0,-6-7-7,0 0-1,1 0 1,0-1 0,0 0 0,1-1 0,-1 0 0,1 0 0,9 2-1,9 1 4,-1-2-1,1 0 0,0-2 0,0-1 0,31-1 1,39-6 5,0-4 0,0-4 1,-2-5-1,121-37 0,-36-5-85,213-102 0,-234 87-20,-4-7 0,-4-6 0,180-139 0,-312 212 90,0-1 1,-1 0-1,-1-1 1,-1-1 0,-1-1-1,0 0 1,-2-1-1,14-25 1,13-33 810,-39 75-591,7-12 217,-6 11-388,0 1 0,0 0 0,1 0 0,0 0 0,-1 0 0,1 1 0,0-1 0,0 1 0,1 0 0,-1 0 0,0 0 0,1 0 0,5-2-1,1 0 15,0 1 0,0 0-1,17-3 1,-27 7-44,1-1 0,0 1-1,-1-1 1,1 1 0,0 0 0,-1-1-1,1 1 1,-1 0 0,1-1 0,-1 1-1,1 0 1,-1-1 0,0 1 0,1 0-1,-1 0 1,0 0 0,0-1 0,0 1-1,1 0 1,-1 0 0,0 0-1,0 0 1,0 1 0,0-1 8,0 6 19,0 1 0,0-1 1,0 0-1,-1 0 0,0 1 1,-1-1-1,1 0 0,-2 0 1,1 0-1,-1 0 0,0-1 1,-4 9-1,-9 11 100,-31 41-1,19-28-73,-187 243 348,-58 87-395,231-304-98,-49 85-176,81-132 214,2 1 1,0 1 0,1-1-1,1 1 1,1 0 0,-4 26-1,8-42 43,1 0 0,-1 1 0,1-1 0,0 1 1,0-1-1,1 1 0,-1-1 0,1 0 0,0 1 0,0-1 0,1 0 0,-1 0 0,1 1 0,0-1 0,0 0 0,0-1 0,1 1 0,-1 0 1,5 4-1,-1-3-7,0 0 1,1-1 0,-1 0-1,1 0 1,-1 0 0,1-1-1,0 0 1,1 0 0,-1-1-1,12 3 1,5-1-2,0 0 0,1-1 0,-1-2 0,37-1 0,100-17 11,-92 8-25,137-18 39,173-17 5,-295 38-16,1 5-1,126 13 1,-184-7-14,0 1 0,0 2 1,44 18-1,-38-13 13,58 14 1,-51-20-61,0-2 1,1-1-1,-1-2 1,74-6-1,212-35-656,-90 8-216,-154 21 425,0-3 0,0-4 0,134-46 0,-195 54 490,0-1 0,-1 0 0,0-2 0,0-1 0,-1 0 1,-1-2-1,0 0 0,22-24 0,-39 37-23,-9 32-170,0-6-140,7-19 218,0-1 0,1 0 0,-1 0-1,1 0 1,0 0 0,0 1 0,1-1 0,-1 0-1,1 0 1,0 0 0,0 0 0,1 0 0,-1 0-1,1 0 1,-1-1 0,1 1 0,5 6-1,-4-7 10,0 0 0,0 0-1,1 0 1,-1-1-1,1 1 1,0-1-1,0 0 1,0 0-1,0 0 1,0-1-1,0 1 1,0-1-1,1 0 1,-1 0 0,0-1-1,10 1 1,20 0-117,0-2 1,1-1-1,-1-2 1,0-1-1,0-2 1,-1-1 0,62-24-1,5-12 1513,110-64 1,-101 48-33,87-39 703,-193 98-1920,-1-1-1,1 1 1,-1-1-1,0 1 1,1-1-1,-1 0 1,0 0 0,0 0-1,0 0 1,0 0-1,0 0 1,-1-1-1,3-3 1,-4 5-22,1 0 1,-1 1-1,0-1 0,0 0 1,0 1-1,0-1 1,0 0-1,0 0 0,0 1 1,0-1-1,0 0 0,0 1 1,0-1-1,-1 0 0,1 0 1,0 1-1,0-1 1,-1 0-1,1 1 0,0-1 1,-1 0-1,0-1 12,-1 1 1,1 0-1,-1 0 0,1-1 0,-1 1 1,1 0-1,-1 0 0,0 1 0,1-1 1,-1 0-1,-3-1 0,-19-3 11,-1 0-1,0 1 1,0 2-1,0 0 0,-36 4 1,26-2-165,24 0 74,-1 0 0,0 2 1,0-1-1,-11 4 0,39 8-289,21 3 0,0-3 0,1-1 1,76 14-1,24 6-22,-113-24 294,-2-2 8,0 1-1,-1 1 1,0 0-1,0 2 1,-1 1-1,31 20 0,-48-27 55,0 0 0,-1 0 0,1 1 0,-1-1 0,1 1 0,-1 0 0,-1 0-1,1 0 1,-1 0 0,0 0 0,0 1 0,0-1 0,-1 1 0,0-1 0,0 1-1,1 10 1,5 23-293,-6-36 241,0 0-1,1 0 1,-1 0 0,1 0-1,0 0 1,0-1 0,0 1-1,0 0 1,0-1-1,1 0 1,-1 1 0,1-1-1,0 0 1,-1 0 0,1 0-1,0-1 1,6 3 0,5 2-273,0-1 1,25 6 0,-27-9 85,15 5-1202,0-2 0,1-1 1,47 1-1,-15-5-1388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17.5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 27 5525,'-24'-3'3176,"41"-6"-3244,3-3-836,-7 9-3841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20.5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657 121 5477,'30'-24'8588,"-16"15"-3000,-16 5-5233,0 1 0,0-1 0,0 0 0,0 1 0,-1-1 1,1 1-1,-6-5 0,1-1 483,4 5-485,0 0 0,-1 1-1,0-1 1,0 1 0,0 0 0,0 0-1,0 0 1,-1 1 0,1-1 0,-7-1 0,-3-4 3,11 7-49,0 4-176,-28 32 35,2 2-1,-36 61 1,-40 92 63,86-155-190,-49 86 7,-48 97 54,2 23-12,108-228-81,2-5 14,-1 1-1,2 0 1,-6 17 0,7-19-4,-1 0 1,1 0-1,-1 0 1,-1-1-1,-6 12 1,8-16 38,11-23-67,54-136-134,-41 102 10,-19 45 62,0 0 0,1 1-1,0-1 1,1 1 0,-1 0 0,2 0 0,-1 1 0,1-1 0,8-7 0,-11 14-181,-1 0-32,-1 1 84,0 0 0,0 1 1,0-1-1,0 0 1,0 0-1,0 1 1,0-1-1,1 1 1,-1-1-1,0 1 1,0 0-1,1-1 1,-1 1-1,0 0 1,1 0-1,-1 0 1,0 0-1,2 0 0,-1 1-110,0 0 0,-1 0-1,1 0 1,0 0-1,-1 1 1,1-1-1,-1 1 1,1-1-1,-1 1 1,2 2 0,-2-2-1030,16-12-9020,0-2 4621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21.5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 64 3176,'0'0'7072,"-1"-3"-7084,-21-55-5940,21 55 4652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22.3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2771 719 2580,'0'0'5923,"-1"2"-5806,-1 1-953,-3 14 4108,5-17-3163,0 1 1,1-1 0,-1 0 0,0 1 0,0-1 0,0 0 0,1 0 0,-1 1 0,0-1-1,1 0 1,-1 0 0,0 1 0,1-1 0,-1 0 0,0 0 0,1 0 0,-1 0 0,0 0-1,1 1 1,-1-1 0,0 0 0,1 0 0,-1 0 0,1 0 0,-1 0 0,0 0 0,1 0-1,-1 0 1,0 0 0,1 0 0,-1-1 0,1 1 0,-1 0 0,0 0 0,1 0-1,-1 0 1,0 0 0,1-1 0,-1 1 0,0 0 0,1-1 0,4-1 57,0-1 1,0 1-1,0-1 1,0-1 0,-1 1-1,1-1 1,-1 1-1,0-1 1,0 0-1,4-6 1,2-2 204,0-2 0,10-18 0,-1 0 269,-12 22-464,-1-1-1,0 1 1,0-1-1,-1 0 1,-1 0-1,4-16 1,-1-13 73,-2 0 0,-1 0 0,-3 0 0,-1-1 0,-2 1 0,-10-59 0,8 82-146,0 0 0,-2 0 0,0 0 0,-16-30 0,8 17 31,13 28-125,-1-1-1,1 1 0,0 0 1,-1 0-1,1 0 1,-1 0-1,1 0 1,-1 0-1,0 1 1,0-1-1,0 1 1,0-1-1,0 1 1,0-1-1,0 1 1,0 0-1,-1 0 0,1 0 1,0 1-1,-1-1 1,1 0-1,-1 1 1,1 0-1,-1-1 1,1 1-1,-1 0 1,1 0-1,-1 1 1,1-1-1,-3 1 1,-5 1 68,0 0 1,0 1-1,0 1 1,0 0-1,-17 9 1,13-4 86,-1 0 0,2 1-1,-1 1 1,2 0 0,-13 14 0,-55 68 924,53-59-762,-54 67 290,4 2 1,6 4-1,3 3 1,-61 140-1,112-209-537,1 1 0,2 0 0,3 1 0,1 0 0,2 1 0,2 0 0,-1 67 0,8-74-45,1-1 0,2 1 1,1-1-1,2 0 0,2 0 0,1-1 0,2 0 0,1-1 0,26 49 0,-22-55-19,1-1 0,1 0 0,1-1 0,1-2 0,2 0-1,41 35 1,167 103-83,-2-1-548,-223-156 591,0-1 1,-1 2-1,0-1 1,0 0-1,0 1 1,-1 0-1,0 0 1,4 7-1,-7-10 14,0 1 0,0-1 0,0 0 0,0 0 0,0 0 0,-1 1 0,1-1 0,-1 0-1,0 1 1,0-1 0,0 0 0,-1 1 0,1-1 0,-1 0 0,0 0 0,0 1 0,0-1 0,0 0-1,-3 6 1,-1-1-3,0-1 0,0 1-1,-1-1 1,0 0 0,0 0-1,-1 0 1,0-1-1,0 0 1,-12 7 0,-9 4-16,-41 19 0,53-29 20,-124 55-62,-2-7 1,-166 41-1,-304 45 81,-418 45-3481,1001-182 3097,-131 11-1852,143-14 1391,0-1 0,0-1 0,0-1 0,0 0 0,0-2 0,1 0 0,-18-6-1,30 9 322,1-1-1,0 1 1,-1-1-1,1 0 1,0 0-1,0 0 1,1 0-1,-1-1 1,-5-4-1,6 3-471,0 1-1,0-1 1,0 0-1,1 1 1,-1-1-1,1 0 1,-1-4-1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23.6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144 86 6389,'30'-61'11727,"-22"38"-9009,-6 22-1244,-10 16-735,-6 17-43,1 0 0,-12 48 0,5-14-195,13-44-373,-20 56 223,4 1 1,-15 89-1,35-145-324,0 0 1,1 0-1,1 1 0,2-1 1,0 0-1,1 0 0,1 0 1,2 0-1,0 0 0,1-1 1,1 1-1,14 28 0,-15-41-78,0-1 1,1 0-1,0 0 0,0 0 0,1-1 1,0 0-1,1 0 0,0-1 0,0 0 1,0-1-1,1 0 0,0 0 0,0-1 1,0 0-1,1-1 0,-1 0 0,1-1 1,0 0-1,13 1 0,5 1-97,0-2 0,1-1 0,-1-2 0,1-1 0,-1-1 0,38-7 0,-43 4 115,0-2 0,0 0-1,0-1 1,-1-1 0,0-2-1,-1 0 1,0-1 0,-1-1-1,0-2 1,-1 0 0,-1 0-1,-1-2 1,0-1 0,-1 0-1,19-26 1,-12 10 135,-3 0-1,-1-2 1,-1 0-1,-2-1 1,-2-1 0,21-78-1,-26 83 415,-9 29-392,1 0 0,-1-1 1,0 1-1,0-1 0,0 1 0,0-7 1,-17 22 892,12-6-922,-1 1 0,1-1 0,0 1 0,0 0 0,1 0 0,-1 0 0,1 0 0,1 0 0,-1 1-1,1-1 1,-2 12 0,-2 7 165,-3 50-1,8-50-420,0 1 0,2 0 1,8 48-1,-4-52-777,1 1 0,0-1 1,2-1-1,16 34 0,-21-49 223,1 0-1,0 0 1,0 0 0,1 0-1,5 5 1,16 11-4975,11 3-5373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24.3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357 0 12441,'-22'38'5942,"9"-17"-4357,2-1 0,-18 45 0,-47 144 1355,-24 74-1764,87-243-1071,-13 36-18,4 0 0,-21 142 0,42-213-92,0 1 0,1-1 0,0 0 0,0 1 1,1-1-1,-1 1 0,1-1 0,0 0 0,1 1 0,-1-1 1,1 0-1,0 0 0,0 0 0,1 0 0,-1 0 0,1-1 0,5 7 1,-4-7 2,0-1 1,0 0-1,0 0 1,0-1-1,0 1 1,1-1 0,-1 0-1,1 0 1,-1 0-1,1-1 1,0 1-1,0-1 1,0 0-1,0-1 1,-1 1 0,1-1-1,0 0 1,0 0-1,7-2 1,38-5-3,84-24-1,19-3-3,-133 31-15,1 1 1,-1 0-1,0 2 1,1 1-1,31 4 1,-47-4 20,0 0-1,-1 0 1,1 0 0,-1 1-1,1 0 1,-1 0 0,0 0 0,0 0-1,0 1 1,0 0 0,0-1 0,0 1-1,-1 1 1,0-1 0,1 0-1,-1 1 1,0 0 0,-1 0 0,1 0-1,-1 0 1,0 0 0,0 0 0,0 0-1,0 1 1,-1-1 0,1 1 0,-1 0-1,0 5 1,0 0 3,0-1-1,-1 1 1,0 0-1,-1-1 1,0 1 0,0-1-1,-1 1 1,0-1-1,-1 0 1,0 1 0,0-1-1,-9 15 1,-5 6-1,-2-1-1,0-1 1,-2 0 0,-1-2 0,-1 0-1,-2-2 1,0-1 0,-49 36 0,28-31-168,-87 40 0,130-67-18,2-16-65,1 13 239,0 0 0,0 1 0,-1-1 0,1 0 1,0 0-1,1 0 0,-1 0 0,0 0 0,1 1 0,-1-1 1,1 0-1,-1 0 0,1 1 0,0-1 0,-1 0 0,1 1 0,0-1 1,2-2-1,9-9-107,0 0 0,1 1 0,0 0 0,1 1 0,0 0 0,19-10 0,1-2-100,308-205-1013,-245 170 1008,170-75 0,-247 125 195,39-11 0,-52 17 53,0 1 0,0 0 0,0 1 0,0-1-1,0 1 1,0 1 0,0-1 0,0 1 0,11 3 0,-17-3 3,1-1-1,0 1 1,0 0 0,0-1 0,0 1-1,-1 0 1,1 1 0,0-1 0,-1 0-1,1 0 1,-1 1 0,1-1 0,-1 0-1,0 1 1,0 0 0,1-1 0,-1 1-1,0 0 1,0-1 0,1 4 0,-1 0 54,0-1 1,0 1 0,0-1 0,-1 1 0,0 0-1,1-1 1,-2 1 0,0 8 0,-2 5 265,-1-1 1,-1 1-1,-12 29 0,4-18-20,-42 120 852,50-132-1056,1 1 0,0 0 0,2 0 0,0 0 0,1 0 0,2 31 0,0-42-87,0 1 1,1 0-1,0-1 1,0 1 0,1-1-1,-1 1 1,2-1 0,-1 0-1,1 0 1,0 0-1,10 11 1,-6-9-7,1 0 0,0-1 0,0 0 0,1-1 0,0 1 0,1-2 0,10 6 0,6 0 9,0-1 0,1-1-1,0-1 1,1-2-1,47 6 1,-23-7-12,-1-2 0,1-2-1,-1-3 1,1-2 0,87-17 0,-108 13-20,0-2 0,-1-1 0,0-1 0,35-20 0,-46 21-2,-1-2-1,0 0 1,-1-1 0,0-1-1,-2-1 1,30-31 0,-38 35-9,0-1 1,-1 0-1,0 0 1,0 0-1,-1-1 0,-1 0 1,-1 0-1,1 0 1,-2-1-1,0 0 1,-1 1-1,0-1 1,-1 0-1,0 0 0,-1 0 1,-1 0-1,0 0 1,-1 0-1,0 1 1,-2-1-1,1 1 1,-2-1-1,1 1 0,-2 0 1,0 1-1,0-1 1,-1 1-1,-1 1 1,-14-19-1,1 7 7,0 1-1,-2 1 0,0 1 1,-1 1-1,-1 2 1,-1 0-1,-31-15 1,-202-81-266,224 99 150,15 6-78,-31-12-731,-73-19 0,108 35 296,0 1-1,0 0 0,-1 1 1,1 1-1,0 1 0,-1 0 1,1 1-1,-1 1 0,-17 4 1,23-3-359,-13 3-1750,14 0-2378,7 13-4243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24.8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816 1500 10525,'1'-1'40,"2"-7"328,0 0 0,0 1 0,1-1 0,0 1-1,0 0 1,1 0 0,0 0 0,0 0 0,1 1 0,0 0 0,0 0 0,0 0 0,11-6-1,-2 2 822,0-1 0,-1-1 0,-1 0 0,0-1 0,21-27 0,-32 37-964,-1 1-1,0-1 1,0 0-1,0 1 0,0-1 1,-1 0-1,1 1 0,-1-1 1,1 0-1,-1 0 1,0-3-1,0 0 214,0 6-424,0 0-1,0-1 0,0 1 0,0 0 1,0 0-1,0 0 0,0 0 1,0-1-1,0 1 0,0 0 0,0 0 1,0 0-1,0 0 0,0 0 0,0-1 1,0 1-1,0 0 0,0 0 0,0 0 1,0 0-1,0 0 0,0-1 1,0 1-1,0 0 0,-1 0 0,1 0 1,0 0-1,0 0 0,0 0 0,0-1 1,0 1-1,0 0 0,-1 0 0,1 0 1,0 0-1,0 0 0,0 0 1,0 0-1,0 0 0,0 0 0,-1 0 1,1 0-1,0 0 0,0 0 0,0 0 1,0 0-1,-1 0 0,1 0 0,0 0 1,-8-2 94,-1 0 1,1 1 0,-1 0-1,1 1 1,-1 0 0,1 0-1,-1 0 1,1 1 0,0 1-1,-1-1 1,1 2 0,0-1-1,0 1 1,-13 6 0,-13 8 237,-63 41 1,85-50-282,-116 77 346,5 6-1,-203 193 1,307-265-387,1 0 0,1 1 0,0 0-1,2 2 1,1 0 0,-23 46 0,35-66-31,1 1 0,0 0 0,0-1 0,1 1-1,-1 0 1,1-1 0,-1 1 0,1 0 0,0 0 0,0-1 0,0 1 0,0 0 0,0 0 0,1-1 0,-1 1 0,1 0 0,2 4 0,-2-4-15,1-1 0,-1 0-1,1 0 1,0 0 0,-1-1 0,1 1 0,0 0 0,0-1 0,0 1 0,0-1 0,1 0 0,-1 1 0,0-1 0,1 0 0,4 1 0,2 0-95,1 0-1,0-1 1,-1 0-1,1 0 1,0-1-1,0 0 1,0-1-1,15-3 1,10-5-281,0-1 0,0-2 1,-1-1-1,-1-2 0,53-32 0,-34 14-124,-2-2 0,74-68 1,-69 50 114,94-121 1,25-79-83,-101 128 357,-6-2 1,86-228-1,45-287 553,-185 586-201,-12 36 388,-10 27 103,-14 30 169,12-9-483,1 0 1,-6 31-1,4-17-84,-64 253 1086,-11 37-517,31-143-567,-130 482-3082,174-616 1087,-9 82 0,20-119 952,0 0 0,1 0 0,1 0 0,1 1 0,0-1 0,2 0-1,0-1 1,9 26 0,-10-37 25,0 1-1,0-1 0,1 0 1,0 0-1,0 0 0,0-1 1,6 6-1,46 36-8189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25.1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795 11 12401,'0'0'2082,"-2"-1"-290,-6-3-1118,7 4-521,0-1 0,-1 0 0,1 0 0,-1 1 0,1-1 0,-1 1 0,1 0 0,-1-1 0,1 1 0,-1 0 0,1 0 0,-1 0 0,1 0 0,-1 0 0,1 0 0,-1 0 0,1 0 0,-1 1 0,1-1 0,-1 1 0,1-1 0,-1 1 0,1 0 1,-1-1-1,1 1 0,0 0 0,0 0 0,-2 1 0,-24 14 489,0 1 0,1 2 1,1 0-1,1 2 0,1 1 1,-21 25-1,-78 85 693,-16 43-364,105-129-817,30-41-138,-53 71 140,-55 100 1,98-153-235,1 1 1,1 0-1,1 1 1,2 0-1,0 0 1,2 1-1,0 0 1,2 0-1,-1 33 1,5-54 55,0 0 0,0 0 0,1 0 0,0 0 1,0 0-1,0 0 0,0 0 0,1-1 0,0 1 1,0 0-1,0-1 0,0 1 0,1-1 0,0 0 1,5 7-1,-3-7-24,0 1 0,0-1 0,1 0 0,-1 0 1,1-1-1,0 0 0,0 0 0,0 0 0,0-1 1,10 3-1,12 1-132,-1-2 1,1-1-1,0-1 1,43-3-1,-52 0 124,546 16-749,-563-15 801,64 6-47,76 18 0,-125-20 83,0 0-1,0 1 1,-1 1-1,1 1 1,-1 0-1,-1 1 1,0 1-1,0 0 1,24 20-1,-35-25-19,-1 1-1,1-1 1,-1 0-1,0 1 0,0 0 1,-1 0-1,0 0 0,1 0 1,-2 0-1,1 0 1,-1 0-1,1 1 0,-1-1 1,-1 1-1,1-1 1,-1 1-1,0-1 0,0 1 1,-1-1-1,1 0 1,-1 1-1,-1-1 0,-1 7 1,-3 8-212,-1-1 0,-1 0 0,-1 0 1,-21 34-1,-41 42-2619,15-22-2246,36-35-371,11 3-3135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28.3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52 682 4828,'-2'-4'542,"-7"-9"-404,3 8 4230,7 5-4146,1 0 1,-1-1 0,0 1 0,0-1-1,0 0 1,0 1 0,0-1 0,0 0 0,0 0-1,0 1 1,0-1 0,0 0 0,0 0 0,0 0-1,-1 0 1,1 0 0,0-1 0,-1 1-1,1 0 1,-1 0 0,1 0 0,-1-2 0,7-27 1356,2 18-1479,3-2 53,2-12-202,-12 24 112,-1-1 40,4-7 82,0-1 0,1 1 0,10-13 3466,-18 25-3626,-1 0 0,1 1 0,0-1-1,0 1 1,0 0 0,0 0 0,0 0-1,0 0 1,1 0 0,-2 3 0,3-5-19,-21 47 116,3 1 0,1 1-1,3 0 1,2 1 0,2 0 0,3 1-1,1 0 1,4 1 0,1-1 0,2 0 0,13 74-1,-11-102-96,2-1 0,0 0 0,2 0 0,1-1 0,0 0 0,2 0 0,0-1 0,2 0 0,0-1 0,1 0 0,1-1 0,1-1 0,0 0 0,2-1 0,0 0 0,1-2 0,27 19 0,21 6-24,2-3-1,1-3 0,1-3 0,2-3 0,112 27 0,-84-32-10,1-5 0,0-4 0,169 1 0,-199-17 31,-1-3 0,0-4-1,0-2 1,-1-4 0,68-24-1,324-144 123,-401 153-126,-2-2 0,98-71-1,92-96 13,-245 196-29,20-17 9,-1-2-1,-1 0 1,0-1-1,-2-1 1,30-50 0,-37 54 96,-1 0 1,-1-1 0,-1-1-1,6-24 1,-7 19 90,0 3 37,-2-1 0,0 1 0,-1-1 0,-2 0 0,-1 0 0,0-26 0,-3 24-96,-2 0 0,0 0 0,-12-42 0,8 23 189,6 43-179,1-1 1,-6-34 23,6 35-89,-1 0 27,-13-25 68,12 25-38,1-18-115,1 18-22,-1-1-1,0 0 1,0 1 0,-1-1 0,1 1-1,-1-1 1,0 1 0,0 0 0,0 0 0,-3-4-1,0 0 3,3 4-18,-1-18 35,-3-6-2,4 21-23,0-1-1,1 1 1,0 0-1,0-1 1,1 1-1,0-11 1,0-66 45,16-32 3,-16 112-52,3-18 102,-3 17-163,1 1 0,-1 0 0,1 0 0,0 1 0,0-1 1,0 0-1,0 0 0,0 0 0,1 0 0,-1 1 1,1-1-1,-1 1 0,5-5 0,-4 5-698,-15 20-1524,10-12 1422,0-1 0,-1 0 0,0 1 0,0-2 0,0 1 0,-1 0 0,1-1 0,-1 0 0,0 0 0,0 0 0,-7 3 0,2-1-1680,-10 11-5587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29.8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168 491 4456,'-16'-3'12738,"11"9"-10303,-3 1-4201,0 0 1933,-1-1-1,1 2 1,0-1 0,1 1-1,0 0 1,0 0 0,0 1 0,1 0-1,1 0 1,-1 1 0,2 0-1,-1-1 1,1 2 0,1-1 0,-4 13-1,0 15 195,2 1 0,-2 76-1,2-11 2,-3 81-44,3-44-166,5-79-66,14 121 0,-12-167-78,1-1-1,1 1 1,0-1-1,1 1 1,0-1 0,2-1-1,0 1 1,0-1-1,18 25 1,-11-22 1,0 0 0,2-1 0,-1 0 0,2-2 0,0 0 0,29 18 0,-9-11 3,0-2-1,1-1 1,1-2 0,0-2-1,1-2 1,1-1-1,46 6 1,-34-10-13,-1-1 1,1-3-1,1-2 1,-1-2-1,0-3 0,-1-2 1,1-3-1,-1-1 1,-1-3-1,0-3 0,69-29 1,-45 9-1,-3-3 1,-1-3 0,-2-2-1,-1-4 1,-4-3-1,69-69 1,-106 94-7,-13 14 16,0-2-1,-1 0 1,0-1 0,-1 0 0,-1 0-1,15-27 1,61-113 186,-64 100-58,21-85 1,-34 106-102,-1 0 18,6-57 0,-8 42-43,-5 36-2,-1 5 11,0-1-1,0 1 1,-1 0-1,0 0 1,-1-8 0,-2-68-57,4 55 141,-2 0 0,0 0 0,-2 0 0,-2 0 1,-13-49-1,17 67-54,1 10-49,0 0 0,1 0 1,-1 0-1,0-1 0,0 1 0,0 0 1,0 0-1,0-1 0,0 1 0,0 0 1,0 0-1,-1-1 0,1 1 0,0 0 1,-1 0-1,1 0 0,-1 0 0,1 0 1,-2-2-1,1-3 8,-10-16 106,10 20-104,1-2-22,-2-10-1,2 6 12,-1-1 0,-1 1 0,1-1 1,-1 1-1,-1 0 0,-6-15 0,5 12 0,1 0-1,1 0 0,-3-22 1,-4-15 6,-2-1 24,-1 11-26,11 34 93,1 1-106,-1-7 31,-2-8-250,1 18-11,-2 10-83,-39 117-6265,26-82 1077,3-3-3188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31.1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104 0 3640,'-10'0'1263,"24"0"8347,-17 2-9482,-5 6-25,0 1-1,1 0 1,0 1 0,0 0-1,-7 14 1,4-17-65,9-7-21,1 1-1,-1-1 0,0 0 0,0 1 0,0-1 0,1 0 0,-1 1 0,0-1 0,1 1 1,-1-1-1,0 1 0,1 0 0,-1-1 0,1 1 0,-1 0 0,1-1 0,-1 1 0,1 0 1,-1-1-1,1 1 0,0 0 0,-1 0 0,1 0 0,-12 46 535,8-31-311,0-1-1,0 1 1,2 0-1,-2 22 1,28 490 2254,-15-446-2362,5 44 0,31 126 0,-40-233-126,1-1 1,1 0-1,0 0 0,1-1 0,1 0 1,1-1-1,0 1 0,1-2 0,1 0 1,0 0-1,1-1 0,1-1 0,0 0 1,1-1-1,0 0 0,31 17 0,-9-8-1,1-1 0,1-2 0,63 20 0,-39-18 46,10 3 64,149 26-1,-207-48-4,0 0-1,0-1 1,0-1 0,-1 0-1,1-1 1,0-1-1,-1 0 1,1-1 0,-1 0-1,17-9 1,-23 9-70,-1-1-1,0 0 1,-1-1 0,1 1 0,-1-1 0,0 0 0,-1-1 0,1 1 0,-1-1 0,-1 0 0,7-12-1,1-6 26,-2 0 1,9-33-1,-3 11-25,24-89 41,-27 84-80,31-76 1,-23 75 25,-3 0 0,19-104 1,-35 136-27,-1 1 1,-1-1-1,0 1 1,-2-1-1,-1 1 1,0 0-1,-9-29 1,10 42-14,-12-43-8,-40-92 0,17 74-19,4 19 43,24 36-16,1 1 0,0-1 0,-12-26-1,19 36-84,-17-17-740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32.1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133 95 6241,'-20'-33'6176,"18"29"-5608,0 1 0,1-1 0,-1 1 0,0-1 0,1 0 0,-2-7 1,5 2-387,0-6-301,-2 15 104,0-1 0,-1 1 0,1 0 0,0-1 0,-1 1 0,1 0 0,-1-1 1,1 1-1,-1 0 0,1 0 0,0-1 0,-1 1 0,1 0 0,-1 0 0,1 0 0,-1 0 1,1-1-1,-1 1 0,1 0 0,-1 0 0,1 0 0,-1 0 0,1 0 0,-1 0 0,1 0 0,-1 1 1,1-1-1,-1 0 0,1 0 0,-1 0 0,0 1 0,-15 1-288,13-1 51,-1 0-181,-26 9 156,27-9 179,0-1 46,1 1 58,0 0-1,0 0 1,-1 0-1,1 1 1,0-1-1,0 0 1,0 1-1,0 0 0,0-1 1,-1 3-1,0 9 314,2 0 0,0 0-1,0 0 1,1 0-1,3 25 1,18 69 1103,-5-32-559,9 47 140,-9-49-453,6 77 0,-21-131-489,6 66 244,-5 101 0,-4-135-234,2 1-1,2-1 1,3 0-1,2 0 1,2 0-1,18 58 1,-16-75-54,1 0 1,2-1 0,2 0-1,0-1 1,3-1-1,0-1 1,2 0 0,1-2-1,42 42 1,-55-61-12,1 0 0,0-1-1,1 0 1,0-1 0,0 0 0,24 9-1,-28-13-3,-1-1-1,1 0 0,0 0 1,1 0-1,-1-1 0,0-1 1,0 1-1,0-1 1,1 0-1,-1 0 0,0-1 1,0 0-1,0-1 0,11-3 1,13-8-1,-1-1 1,-1-2 0,0-1 0,-1-1-1,-1-1 1,-1-1 0,42-43-1,-14 6-9,-2-3-1,52-79 1,-75 96-21,-3-1 0,-2-2 1,-1 0-1,24-74 0,-34 79-36,-2 1 0,-2-2 0,-1 1 0,-3-1 0,1-81 0,-11 56-35,-19-96 0,-4-21 88,26 157-139,-1 0 1,-1 0 0,-12-40 0,15 64 38,1 0 0,-1 0 0,1 0 0,-1 0 1,1-1-1,0 1 0,0 0 0,1-6 0,0 2-258,-1 3-523,-16-16-2216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32.8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17 479 6433,'-16'-5'1519,"25"13"151,-4-4-1036,1 0 0,-1 0 0,-1 0 1,10 11-1,4 10 870,-13-19-1247,0 0 0,-1 0 0,0 0 0,0 0 0,0 1 0,-1-1 0,0 1 0,0 0 0,-1 0 0,0 0 1,1 9-1,0 4-2,0 0 0,1 0 0,1 0 0,9 21 1,8 22-34,23 58-118,-33-95-61,-2 1 0,-1 1 1,9 51-1,4 89-54,-17-113 18,-2-14 12,1 1-1,3-1 0,16 60 0,-18-89-14,-1 1 1,2-1-1,-1 0 1,2-1-1,-1 0 1,2 0-1,0 0 1,0-1-1,0 0 0,1 0 1,1-1-1,0 0 1,0-1-1,1 0 1,15 9-1,-2-5 1,1-2-1,0 0 1,0-1 0,0-2-1,1 0 1,0-2 0,40 3-1,10-4 56,106-7-1,42-11-1,245-47-1,-376 44-66,447-92-251,-12-46-106,-479 137 328,0-2 0,-2-2 1,0-2-1,-2-2 0,43-33 0,-71 45 26,-1 0 1,-1-1-1,0 0 0,-1-1 0,-1-1 0,16-25 1,-21 29 11,-1-1-1,-1 0 1,0-1 0,-1 1 0,0-1 0,-1 0 0,-1 0 0,-1-1 0,2-26-1,-6-1-1,-1 0 0,-3 1 0,-1-1-1,-2 1 1,-19-52 0,-7-35-5,20 63 16,-10-98 1,20 94-12,-16-138-149,20 207 103,0 1-1,0-1 0,0 0 0,-1 1 1,1-1-1,0 1 0,0-1 0,0 1 1,0 0-1,-1 0 0,1-1 0,0 1 1,0 0-1,-1 0 0,1 0 1,0 0-1,-2 1 0,2-1-32,-2 0-83,-1 0 1,1 0 0,-1 1-1,1-1 1,-1 1-1,1 0 1,-1 0 0,1 1-1,0-1 1,0 1 0,-1-1-1,1 1 1,0 0 0,-5 5-1,-37 38-3856,37-36 2392,-22 24-4799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33.0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7 4228,'13'-6'120,"-29"12"-1380,-1-3 1156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41.4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1 470 8329,'1'-37'581,"-1"10"114,1 0 1,1 0-1,7-29 0,32-83 4978,-33 87-3951,-3 21 338,11-43-1,-15 103 44,11 110 38,1 24-602,-12-48-836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44.0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1249 71 5609,'0'0'2808,"0"-4"-1400,3-19 590,1-16 3141,-4 39-5113,0 0-1,0-1 1,0 1 0,0 0 0,0 0 0,0 0 0,0 0 0,0 0-1,0 0 1,0 0 0,0 0 0,0-1 0,0 1 0,0 0 0,0 0-1,0 0 1,0 0 0,0 0 0,0 0 0,0 0 0,0-1 0,0 1-1,0 0 1,0 0 0,0 0 0,0 0 0,0 0 0,0 0 0,0 0-1,0 0 1,0-1 0,0 1 0,-1 0 0,1 0 0,0 0 0,0 0-1,0 0 1,0 0 0,0 0 0,0 0 0,0 0 0,0 0 0,0 0-1,-1 0 1,1 0 0,0 0 0,0 0 0,0 0 0,0 0 0,0 0-1,0 0 1,0 0 0,-1 0 0,1 0 0,0 0 0,0 0 0,0 0-1,0 0 1,0 0 0,0 0 0,0 0 0,-1 0 0,1 0 0,0 0-1,0 0 1,0 0 0,-11 19 30,-21 57 1286,-31 112 0,41-116-971,-172 603 1870,141-481-1805,-298 1263 1264,137-425-1256,57-83-568,85-282-1382,62-561 1066,-16 171-1303,18-173 868,6-77 105,0 0 1,-2 0 0,-9 30-1,12-50-97,-2-1-1,1 1 0,-1-1 0,-5 11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45.1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110 277 3708,'-20'-64'2983,"7"27"-637,6 21-1590,0 0-1,-1 0 1,0 1 0,-12-15 0,-6-12 1221,26 41-1938,0 1 0,0-1-1,0 0 1,0 0 0,0 1-1,0-1 1,0 0 0,0 1 0,0-1-1,1 0 1,-1 1 0,0-1-1,1 0 1,-1 1 0,0-1-1,1 1 1,-1-1 0,1 0-1,-1 1 1,1-1 0,-1 1-1,1-1 1,-1 1 0,1 0 0,0-1-1,18-11 285,-6 8-231,0 2 0,1-1-1,0 2 1,-1 0 0,19 0-1,-6 1 4,625 33 766,-489-18-742,3796 407 362,-507 47-495,-570-143 14,-1644-181 23,-1099-127-10,754 151-130,-689-111 65,249 109-1,-383-143 106,1-4-1,128 20 0,-167-34-9,47 5 131,143 3 1,79-23 328,-124-16-249,-74 8-58,-97 16-185,-1 0 0,1 0 1,-1-1-1,1 0 0,-1 1 1,0-2-1,0 1 0,7-5 1,-9 6 16,0-1-45,26-14 933,-31-57 1098,3 70-1371,-15 17-600,12-10-35,-16 19 66,1 0 0,2 2-1,-19 35 1,-36 89 249,38-77-229,-88 186 178,-132 284 3,-129 281 127,199-446-399,42-94-12,-243 485 75,246-498 42,-103 184-746,48-111-1414,170-300 1173,-42 72-1169,54-98 315,-1 0 0,-1-2 0,0 1 0,-24 20 0,1-11-6097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45.6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118 28 3480,'0'0'2101,"-23"0"-1873,6-3 272,-3 0-564,0-3-316,0 0-1365,3-3 609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46.6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33 5208,'4'-3'198,"0"-1"0,1 2 0,0-1-1,0 0 1,0 1 0,0 0 0,0 0 0,0 0-1,0 1 1,9-2 0,-5 3 263,0 0 0,-1 0 0,1 1 0,-1 0-1,1 1 1,12 3 0,11 4 238,1-1-1,0-2 1,0-1 0,1-1-1,-1-3 1,1 0-1,45-6 1,115-18 705,240 2 0,623 74-547,-1 45-607,-1001-93-229,1254 163 60,-7 43 61,-1221-198-153,86 15 13,892 146 27,3-29 24,-421-79 4,470 61 180,-706-69-229,844 128 60,-790-109-70,797 124-14,-1110-180 10,1099 151-9,-969-135 50,393 46-77,-380-52 67,349 31-28,-558-55 34,67 3-28,-124-10 14,0-1-1,0-1 0,0 0 0,27-8 1,-45 9-17,0-1 1,-1 0-1,1 0 1,-1 0 0,0 0-1,1-1 1,-1 1-1,0-1 1,0 0-1,-1 0 1,5-5 0,1-1 1,-9 8 0,0 0-1,0-1 1,0 1-1,0 0 1,0 0 0,0-1-1,-1 1 1,1 0 0,0 0-1,-1-1 1,1 1 0,-1 0-1,1 0 1,-1 0-1,0 0 1,-1-2 0,1 2 1,-4-8 5,-2-1 1,1 2-1,-1-1 1,0 1-1,-1 0 1,0 0-1,-10-7 1,6 4 20,10 10 5,-7-32 152,18 5-150,-9 25-2,7-13-8,12-31-1303,-18 44 697,-118-25-5899,25 8 1350,43 8 232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47.1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533 145 3408,'3'0'578,"31"-5"1021,100-19 384,-84 15-1718,-40 8-155,0 0 0,0-1 0,-1 0-1,1-1 1,0 0 0,-1 0 0,0-1-1,0 0 1,0 0 0,0-1 0,-1-1-1,8-5 1,6-8 1011,17-18 3740,-37 35-3265,-3 3-1497,-1 1 1,1-1-1,0 0 0,0 1 0,0-1 1,0 0-1,1 1 0,-1-1 0,0 1 1,1 0-1,-1-1 0,1 1 0,-1-1 0,0 4 1,-1 4 237,-36 74 641,-52 84 1,54-103-755,-22 34-588,-101 131 1,-96 69-3680,59-110-2572,98-98 139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48.8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2663 244 2376,'1'0'84,"-1"-1"-1,0 0 0,0 0 1,1 0-1,-1 1 1,0-1-1,1 0 1,-1 0-1,1 1 0,-1-1 1,1 0-1,-1 1 1,1-1-1,0 1 0,-1-1 1,1 0-1,0 1 1,-1 0-1,1-1 1,0 1-1,-1-1 0,1 1 1,0 0-1,1-1 1,19 6 1193,-19-5-1397,1 1 466,14-25 1438,5-37-634,-21 59-779,0-2-306,0 1 0,0-1 0,0 0 1,0 1-1,-1-1 0,1 0 1,-1-5-1,0 5 16,1 1 63,0 0 8,1 0-51,0-1-1,0 1 1,-1 0-1,0-1 1,1 1 0,-1-1-1,0 1 1,-1-1 0,1 0-1,-1 1 1,1-1 0,-1 0-1,0 1 1,0-1-1,-2-4 1,2 5 385,-3 2-363,0 0 0,0-1 0,1 0 0,-1 1-1,1-1 1,-1 0 0,-4-5 0,-7-4 278,9 9-367,0 0 0,-1 0 0,1 1 0,-1 0 0,0 0 0,1 0 0,-1 1 0,0 0-1,1 0 1,-1 1 0,0-1 0,1 1 0,-1 0 0,1 1 0,-1-1 0,1 1 0,-1 0 0,1 0-1,-10 7 1,-8 5 169,0 1 0,-39 33 0,57-44-142,-27 25 283,1 2 1,1 1 0,-45 63 0,-64 120 692,116-177-885,-119 200 527,10 7 0,-163 427 0,107-25-311,67 18-116,26-164-251,62-371-231,-91 226 0,-147 192-765,-36-18-34,260-451 890,-281 453-979,305-498 893,8-13-218,2 1 1,-12 23 0,24-43-240,7-20-10582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49.8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2620 0 2888,'0'0'4208,"-3"0"-3823,-31 0 4955,32 2-5025,-5 2-110,0 1 0,1 0 0,0 0 0,0 1-1,0-1 1,1 1 0,0 0 0,0 1 0,0-1 0,1 1 0,-7 13 0,10-18-186,-236 437 3768,56-99-2378,-497 948 1060,470-850-2173,-247 558 244,198-260-1012,146-297-381,17-60-819,16-133 99,58-196 643,-2 0 1,-49 77-1,64-116 358,-1-1 0,-1 0 0,0 0 0,0-1 0,-1-1 0,-12 9 0,22-17 448,-1 0 0,1 1 0,0-1 0,-1 0 1,1 0-1,0 0 0,-1 0 0,1 0 0,-1-1 0,1 1 1,0 0-1,-1 0 0,1 0 0,0 0 0,-1 0 0,1 0 1,0 0-1,-1-1 0,1 1 0,0 0 0,0 0 0,-1-1 1,1 1-1,0 0 0,0 0 0,-1-1 0,1 1 0,0 0 1,0 0-1,0-1 0,-1 1 0,1 0 0,0-1 0,0 0 1,-10-8-5311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51.0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3376 293 1792,'-19'-1'564,"0"0"1,-1-1-1,1-1 0,-36-10 1,45 10-266,0-1 1,0 0 0,1 0 0,-1-1 0,1 0 0,0-1 0,0 0 0,1 0 0,0-1 0,-12-11 0,-2-20 613,15 24-566,7 13-326,-1 0 1,1 0 0,0 0-1,-1-1 1,1 1 0,0 0-1,0 0 1,0 0 0,0 0-1,0 0 1,0 0 0,0-1-1,1 1 1,-1 0 0,0 0-1,1-1 1,1-4 41,-2-1 47,1 0-1,-1 0 1,-1 0-1,1 0 1,-1 0-1,-1 0 1,1 0-1,-1 0 1,0 0-1,-5-11 1,5 15 115,0 1 8,-26-18 257,25 18-202,1 1 21,0-1-241,-1 1-1,1 0 1,0 0 0,0 0 0,-1 0 0,1 0-1,0 0 1,-1 1 0,1-1 0,-1 1-1,1 0 1,-1-1 0,1 1 0,-1 0 0,1 0-1,-1 1 1,1-1 0,0 1 0,-1-1 0,1 1-1,-1 0 1,1 0 0,0 0 0,-1 0 0,1 0-1,0 0 1,0 0 0,0 1 0,0-1 0,-3 4-1,-8 6 199,0 1-1,1 1 0,0 0 0,-14 20 0,-6 6 201,-16 16 135,-128 163 1026,-148 329 435,49 29-958,116-142-751,43 13-118,-9 56-167,70-305-2,-19 89-88,7-25 151,20-91 83,-71 260 145,89-324-279,-5-2 0,-4-1 1,-70 135-1,63-161-37,-4-3 1,-67 80-1,-437 481 203,525-605-248,-38 41 16,-61 86 1,93-115-19,26-34-57,0 1 0,0 0 0,1 0-1,1 0 1,-10 19 0,15-27-80,1-1 1,-1 1-1,0-1 0,1 1 0,-1-1 0,1 1 1,-1-1-1,1 1 0,0 0 0,0-1 1,-1 1-1,1-1 0,0 1 0,0 0 0,1-1 1,0 4-1,-1-4 49,1-1 0,-1 0-1,1 1 1,-1-1 0,1 1 0,-1-1-1,1 0 1,-1 1 0,1-1 0,0 0 0,-1 0-1,1 0 1,0 1 0,-1-1 0,1 0-1,0 0 1,-1 0 0,1 0 0,0 0 0,-1 0-1,1 0 1,0 0 0,-1-1 0,1 1-1,0 0 1,-1 0 0,2-1 0,9-3-1295,1-1 0,-1 0 0,14-10 0,-10 6-432,39-18-6109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52.2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3373 140 3596,'-7'-12'683,"2"5"97,1 0 0,1 0 0,-1-1 0,-3-11 0,6 16-30,-1 1-161,-4-5-276,-1 0 0,0 0 0,0 1 1,0 0-1,-1 1 0,0-1 0,0 2 0,0-1 1,-1 1-1,-17-6 0,18 8-170,-1 0-1,0 0 1,0 1-1,0 0 0,0 1 1,0 0-1,0 1 1,0 0-1,0 0 1,1 0-1,-1 1 1,0 1-1,1 0 1,-1 0-1,1 0 0,0 1 1,0 0-1,-13 10 1,-7 6 409,2 1 1,0 1-1,-37 41 1,21-12 204,3 1 0,-64 111-1,95-149-665,-127 258 1206,82-156-843,-311 680 939,204-376-1078,104-262-299,-99 310-7,-68 176 70,110-418-99,31-68 66,-90 154-11,103-197-1,-77 178 1,88-155 37,-12 40-94,40-111 39,-3-1 0,-3-1 0,-45 60 0,36-55-13,-41 47 37,26-39-76,-178 217 94,212-264-94,-14 23-15,2 2 1,2 1 0,-41 93-1,76-148 43,-9 17-216,2 0-1,-11 32 1,18-46-18,-1-1 0,1 1 0,0 0 0,1 0 0,-1-1 0,1 1 0,0 0 0,0 0 0,0 0 0,1-1 0,-1 1 0,1 0 0,1-1 0,-1 1 0,1 0 0,-1-1 0,4 6 0,-3-8-266,-1 0 0,1 0 0,0-1 0,0 1-1,0-1 1,0 0 0,0 0 0,0 1 0,0-1 0,0 0 0,0-1 0,0 1 0,0 0-1,4 0 1,14 1-7775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53.2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3603 86 5657,'46'-35'3733,"-45"34"-3266,-8-14 370,7 14-801,0-1 1,-1 0-1,1 1 1,-1-1 0,1 0-1,-1 1 1,0-1-1,1 1 1,-1-1-1,0 1 1,-1-2-1,-2 1 31,1 0 1,0 0-1,-1 1 0,1-1 0,0 1 0,-1 0 0,0 0 0,1 0 1,-1 0-1,0 1 0,1 0 0,-1-1 0,0 1 0,0 1 0,1-1 0,-5 1 1,0 1 50,1 0 0,-1 0 1,1 1-1,0 0 0,0 0 1,0 1-1,-9 6 0,-2 4 241,0 0 0,1 1-1,1 1 1,-25 30-1,-146 225 2596,119-166-2129,29-46-422,-462 727 2441,182-226-2162,-208 344-19,317-572-593,-206 339 296,193-244-101,-18 32-133,228-437-126,-318 489 114,278-438-110,-87 110-27,125-166-146,1 1 1,0 0-1,1 1 0,1 1 0,1-1 1,-15 41-1,6-21-6198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55.7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4479 36 3516,'43'9'10569,"-50"-9"-10354,0 1 0,0-2-1,0 1 1,0-1-1,0 0 1,-8-2 0,6 1-51,-72-9 94,0 4 0,-92 3 1,42 2-57,-942-12-120,-535 52-846,537 14-6423,834-40 1311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56.5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590 1106 6105,'-13'8'497,"0"0"1,0 1 0,1 1 0,0 0 0,0 1 0,1 0 0,1 1-1,0 0 1,1 1 0,-14 22 0,-29 57 1580,-52 127 0,67-138-1587,-7 25 265,-52 186-1,1 119 126,89-382-808,0-4 167,2 1 0,-3 39-1,21-79 114,-8 6-336,-2-1-1,1 1 1,-1-1-1,0 0 1,-1 0-1,0 0 0,0-1 1,1-10-1,7-84 118,-7 65-82,32-488 68,-4 48-156,-2 69 11,28-270 64,-55 653-5,14-76 122,-15 93-108,1 0-1,0 1 1,1-1-1,0 1 1,0-1-1,1 1 1,9-13-1,-13 20-24,1 0 0,0 0 0,-1 0 0,1 0 1,0 0-1,0 1 0,0-1 0,0 0 0,0 1 0,0 0 0,1-1 0,-1 1 0,0 0 0,1 0 0,-1 0 0,1 1 0,-1-1 0,1 0 0,-1 1 0,1 0 1,-1 0-1,1-1 0,0 1 0,-1 1 0,1-1 0,-1 0 0,1 1 0,-1-1 0,1 1 0,-1 0 0,1 0 0,-1 0 0,1 0 0,-1 0 0,0 0 0,0 1 1,3 1-1,4 5 73,0-1 1,0 1 0,-1 1-1,0 0 1,0 0 0,-1 0 0,8 15-1,15 28 423,-2 2 0,39 113 0,22 128 638,183 932 964,-178-758-1842,-64-322-204,122 525-2690,-123-566 1012,22 81-2368,-13-66-4735,-27-95 979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56.7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31 489 9209,'-27'-33'2672,"24"9"-1788,3 3-164,20 0-148,3-12-112,1 3-76,16-4-52,4 1-108,13-3-248,6 3-352,14-6-372,17 3-256,3 2-308,10-8-2200,0 3-1985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57.1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978 1381 4828,'-43'13'918,"0"3"0,1 1-1,1 1 1,-68 44-1,39-15-479,3 3-1,2 3 1,3 3 0,2 3-1,2 2 1,3 2-1,4 3 1,-65 106 0,98-140-347,1 0 0,-23 62 0,35-80-68,1-1 0,1 1 0,0 0 0,0 0 0,2 0 0,0 1 0,0-1 0,2 0 0,-1 1 0,4 14 0,-2-23-17,-1 0 0,1-1 0,0 1 0,1-1 0,-1 0 0,1 1 0,0-1 0,0-1 0,1 1 0,0 0 0,0-1 0,0 0 0,0 0 0,0 0 0,1 0 0,0-1 0,0 1 1,0-1-1,0-1 0,0 1 0,0-1 0,1 0 0,0 0 0,-1 0 0,1-1 0,0 0 0,6 1 0,-2-1-5,0 0 1,0-1-1,1 0 1,-1 0 0,0-1-1,0 0 1,0-1-1,0-1 1,0 1 0,-1-1-1,1-1 1,-1 0-1,0 0 1,0-1 0,9-6-1,-2-2-14,-2 0 0,0-1 0,-1 0-1,0-1 1,-1-1 0,-1 0 0,-1 0-1,0-1 1,-1-1 0,0 1 0,-2-2-1,0 1 1,6-27 0,1-21-20,-2-1 0,5-101 0,-2-81-78,-33-472 0,-122-180 380,136 872-214,3 22 34,1 0 0,-1 1 0,-1-1 0,1 0 0,-1 1 0,0-1 1,0 1-1,-1 0 0,-6-11 0,9 17-80,0 0 0,0 0 0,0 0 0,-1 1 0,1-1 0,0 0 0,0 0 0,0 0 0,0 1 0,0-1 0,0 0 0,0 0 0,0 0 0,0 0 0,-1 1 0,1-1 0,0 0 1,0 0-1,0 0 0,0 0 0,-1 0 0,1 1 0,0-1 0,0 0 0,0 0 0,-1 0 0,1 0 0,0 0 0,0 0 0,0 0 0,-1 0 0,1 0 0,0 0 0,0 0 0,0 0 0,-1 0 0,1 0 0,0 0 0,0 0 0,0 0 0,-1 0 0,1 0 0,0 0 0,0 0 0,0 0 0,-1 0 0,1-1 0,0 1 0,0 0 0,0 0 0,0 0 0,-1 0 1,1 0-1,0-1 0,0 1 0,0 0 0,0 0 0,0 0 0,0 0 0,-1-1 0,1 1 0,0 0 0,0 0 0,0 0 0,0-1 0,0 28 299,1-22-245,31 300 1841,-15-161-1393,2 39-87,65 424-73,-69-536-838,4-1 0,2-1-1,4-2 1,2 0 0,3-1-1,55 86 1,-63-119-87,1-2-1,1-1 1,36 35 0,-44-50-110,1-1 0,0 0 0,1-2 0,1 1 1,0-2-1,0-1 0,26 10 0,41 7-4094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57.5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644 636 4328,'-85'5'1249,"80"-4"-1082,-1 0 1,0 0-1,1 1 1,-1-1-1,1 1 1,0 1 0,-1-1-1,1 1 1,0 0-1,-8 7 1,-4 1 287,-18 9-34,2 1-1,1 2 1,1 1 0,1 2 0,1 1 0,1 1 0,1 1-1,2 1 1,1 2 0,2 0 0,1 1 0,1 2 0,2 0-1,-17 46 1,20-35-283,1 1-1,2 0 1,-6 53-1,15-71-90,1 1-1,2 0 1,0-1 0,2 1-1,2 0 1,8 37-1,-9-56-32,0-1-1,1 0 0,0 0 0,1 0 0,0-1 0,0 0 1,11 14-1,-14-22-27,0 1 0,0 0 1,0-1-1,0 1 1,0-1-1,1 0 0,-1 0 1,1 0-1,-1 0 0,1 0 1,-1 0-1,1-1 1,-1 1-1,1-1 0,0 0 1,3 1-1,36-4-208,-36 2 191,-1-1 0,1 0-1,0 0 1,0 0-1,-1-1 1,0 0 0,1 0-1,-1 0 1,0 0 0,-1-1-1,1 0 1,0 0-1,5-7 1,5-7-86,-1-1-1,13-22 1,-25 38 103,24-42-96,-2-1 1,-2-1 0,-3-1-1,-1-1 1,-2 0-1,-3-1 1,-2-1-1,-2 0 1,4-97-1,-11 50 52,-5-1 0,-5 1-1,-3 0 1,-32-122 0,29 158 200,-3 1 0,-3 1 0,-48-103 0,64 155-88,0 0 0,-1 0 0,0 1 0,0-1 1,-1 1-1,0 0 0,0 1 0,-7-7 0,11 13-26,1-1-1,0 0 1,0 1-1,-1-1 1,1 1-1,0 0 1,-1-1-1,1 1 1,-1 0-1,1 0 1,0 0 0,-1 0-1,1 0 1,-1 0-1,1 0 1,0 0-1,-1 1 1,1-1-1,-1 1 1,1-1-1,0 1 1,0-1-1,-1 1 1,1 0-1,0-1 1,0 1-1,0 0 1,0 0-1,-1 0 1,1 0-1,1 0 1,-1 0-1,0 0 1,-1 2 0,-3 2 50,1 1 0,0 0 0,0 0 1,0 0-1,-3 8 0,3-4 17,1 1 0,0-1 0,0 1 0,1 0 0,1 0 0,-1 19-1,6 70 342,-3-87-385,10 86 128,5-2-1,3 1 0,44 128 0,135 269-3623,-97-290-1949,-51-116 341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57.8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1 205 4816,'19'34'290,"-13"-23"-169,0-1 0,0 2 0,-1-1 0,0 0 0,-1 1 0,0 0-1,-1 0 1,0 0 0,-1 1 0,1 19 0,2 17 651,3 0 0,16 54 1,10 69 344,-31-144-976,18 245 1340,-31-215-444,-1-77-641,-4-28-275,2-1 0,2 0 1,-6-57-1,4-16-615,5-222 1,14 251-2254,24-125-1,-12 138-1196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1:58.6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1111 3780,'12'-3'462,"0"0"-1,-1-1 1,1-1-1,-1 0 1,0 0-1,0-1 1,-1-1-1,0 1 1,11-11-1,0 2-71,14-9 45,54-50-1,-80 66-390,0-1 0,-1 0 0,-1 0 0,0 0 0,0-1 0,0-1-1,-2 1 1,1-1 0,-1 0 0,-1 0 0,5-14 0,-8 21-37,-1-1-1,1 1 1,-1-1 0,1 1 0,-1-1-1,0 1 1,-1 0 0,1-1-1,-1 1 1,0-1 0,0 1 0,0 0-1,-1 0 1,0 0 0,1-1-1,-1 2 1,-1-1 0,1 0 0,0 0-1,-1 1 1,0-1 0,0 1 0,0 0-1,0 0 1,-1 0 0,1 0-1,-1 0 1,-5-2 0,3 1-6,-1 1 0,0 0 1,0 1-1,0-1 0,0 1 0,0 1 1,-1-1-1,1 1 0,-1 0 0,1 1 1,-1 0-1,1 0 0,0 0 0,-1 1 0,1 1 1,-14 3-1,3 0 4,0 2 0,0 0 0,1 1 0,-21 12 0,35-18-4,-1 1 0,0-1 0,1 1 0,0-1 0,-1 1 0,1 0 0,0 1 1,1-1-1,-1 0 0,0 1 0,1-1 0,0 1 0,0 0 0,0 0 0,0 0 0,1 0 0,0 0 1,-1 0-1,1 0 0,1 1 0,-1-1 0,1 0 0,-1 0 0,1 1 0,1 8 0,0-10 1,1 0 0,-1 0 0,0 0 0,1 0 0,-1 0 0,1 0 0,0-1 0,0 1 0,0 0 0,1-1 0,-1 1 0,0-1 0,1 0 0,0 0 0,-1 0 0,1 0 0,0-1 0,0 1 0,0-1 0,0 1 0,0-1 0,0 0 0,1 0 0,3 0 0,5 2-2,0-1 0,-1 0 0,1-1 0,0 0 0,13-2 0,-7-1 4,-1 0-1,0-2 1,0 0-1,-1-1 0,1 0 1,-1-2-1,0 0 1,-1 0-1,27-18 1,-14 5 17,-1-1 0,-1-1 0,46-51 0,-39 32 24,41-68 0,12-14-22,-85 121-20,0 0 1,1 0 0,-1 1 0,0-1 0,1 0 0,0 1-1,-1 0 1,1-1 0,0 1 0,0 0 0,-1 0 0,1 0-1,0 0 1,0 0 0,0 0 0,1 1 0,-1-1 0,0 1-1,0-1 1,4 1 0,-3 0 0,-1 1-1,0-1 1,0 1 0,0 0 0,0 0-1,0 0 1,0 0 0,0 0-1,0 0 1,0 1 0,0-1-1,-1 1 1,1-1 0,0 1-1,-1 0 1,2 2 0,4 6 28,-1-1 1,-1 1-1,0 1 0,0-1 1,-1 1-1,4 15 1,22 161 466,-14-74-428,-6 2 591,-9-113-637,0-1-1,0 1 0,0-1 0,1 0 0,-1 0 0,0 1 0,1-1 0,-1 0 0,0 0 0,1 0 0,-1-1 0,1 1 0,0 0 1,-1 0-1,1-1 0,-1 1 0,4 0 0,-4-2-17,1 1 1,0-1-1,-1 1 1,1-1-1,-1 0 1,1 1-1,-1-1 1,1 0-1,-1 0 1,1 0-1,-1 0 1,0 0-1,1 0 1,-1-1-1,2-1 1,19-26 21,-16 19-9,32-45 79,-2-2 0,-3-2 0,46-109 0,46-195 130,-81 225-108,-31 107-33,-13 31-87,0 0 0,1 0 1,-1 0-1,0 0 1,0 0-1,0-1 1,0 1-1,1 0 1,-1 0-1,0 0 1,0 0-1,0 0 1,0 0-1,1 0 1,-1 0-1,0 0 1,0 0-1,0 0 1,1 0-1,-1 0 1,0 0-1,0 0 0,0 0 1,1 0-1,-1 0 1,0 0-1,0 0 1,0 0-1,1 0 1,-1 0-1,0 0 1,0 0-1,0 0 1,1 0-1,-1 1 1,0-1-1,0 0 1,0 0-1,0 0 1,0 0-1,1 0 0,-1 1 1,0-1-1,0 0 1,0 0-1,0 0 1,0 0-1,0 1 1,0-1-1,0 0 1,0 0-1,0 0 1,0 1-1,1-1 1,-1 0-1,0 0 1,0 1-1,7 51 126,-6-36-109,9 100 127,51 376-2478,-40-402 615,42 112-1,-33-113 432,-29-87 1272,0 1 0,0-1 1,0 0-1,0 1 0,0-1 1,0 0-1,1 0 0,-1 0 1,1 0-1,0 0 0,-1 0 1,1 0-1,0-1 0,0 1 1,0-1-1,0 1 0,0-1 1,5 2-1,-6-3 10,1-1 0,-1 0 0,0 0 0,0 0 0,0 1 0,0-1 0,0 0 0,0-1 0,0 1 0,0 0 0,0 0 0,-1 0 0,2-3 0,-1 3-2,4-7 2,0 0 0,0-1 0,-1 1 0,0-1 0,0 0 0,-1-1 0,-1 1 0,3-10 0,6-80 68,-9 70 44,4-24 156,-3 21-1,0 1 0,-2-39-1,-2 65-531,0-1 0,0 1 1,0 0-1,0-1 0,-1 1 0,0 0 0,0 0 0,-1 0 1,-3-5-1,-4-6-1954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01.1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1257 4952,'1'-1'207,"1"-1"0,-1 1 0,0-1-1,1 0 1,-1 1 0,0-1-1,0 0 1,0 0 0,-1 0-1,1 0 1,0 0 0,-1 0-1,1 0 1,-1 0 0,1 0-1,-1 0 1,0 0 0,0 0-1,0 0 1,0-1 0,-1 1 0,1 0-1,0 0 1,-1 0 0,1 0-1,-1 0 1,0 0 0,0 0-1,-2-3 1,2 3 756,10-33 1399,-9 34-2211,1-2 1938,1 0-1459,9-27 384,-10 27 1194,-13-19-1990,21 58-143,-7-25-61,1-1 0,0 1 0,6 11 0,7 12-48,2 0 0,2-2 0,1 0 0,1-1 0,38 41 0,-55-68-19,-1-1 0,1 1 0,0-1 0,0 0 0,0-1 0,0 1 0,0-1 0,11 3 0,-4-1-17,-11-4 64,0 0-1,0 0 1,0 0 0,-1-1-1,1 1 1,0 0 0,0 0 0,0-1-1,-1 1 1,1-1 0,0 1-1,0-1 1,-1 1 0,1-1-1,-1 1 1,1-1 0,0 0 0,-1 1-1,1-2 1,1 1-10,2-3-1,1 1-1,-1-1 0,0 0 0,-1 0 1,1-1-1,-1 1 0,0-1 0,0 0 1,0 1-1,0-1 0,-1 0 0,0-1 1,0 1-1,2-8 0,0-9-141,-1 1 1,2-33-1,0-9-285,-3 52 350,-2 4 36,1-1 0,0 1 0,1 0 0,-1-1-1,1 1 1,1 0 0,-1 0 0,1 0 0,1 0-1,-1 1 1,1-1 0,0 1 0,8-10 0,2 2 29,-2 0 0,0-1 0,-1-1 1,-1 0-1,13-24 0,-10 16-3,26-35 1,35-23-268,-54 61 235,-19 20 59,3-3-237,-1 0 0,0 0-1,1 0 1,0 1 0,0 0 0,0-1 0,0 2 0,0-1 0,1 0-1,-1 1 1,1 0 0,0 0 0,8-2 0,-6 4 167,0 0 0,0 1 1,0 0-1,-1 1 0,1-1 0,0 1 0,0 1 1,-1-1-1,1 1 0,5 4 0,-3-6-119,36-3-79,-29 3 133,1-2-1,-1 0 1,0-1-1,0-1 1,28-7-1,-7-4-38,-20 9 106,1-2 0,-1 0 0,1-1 0,-2 0 0,21-15 0,-33 19 55,0 0 0,0-1-1,-1 1 1,0-1 0,0 0-1,0 0 1,0 0 0,2-9 0,-2 8 28,-3 2-5,0 0 0,0 0-1,0 0 1,-1 0-1,1 0 1,-1 0 0,0 0-1,0 0 1,-1 0-1,1 1 1,-4-8 0,5 11 5,-1 0 1,1 0 0,0 0 0,0 0 0,0 0 0,0-1-1,0 1 1,-1 0 0,1 0 0,0 0 0,0-1-1,0 1 1,0 0 0,0 0 0,0 0 0,0-1 0,0 1-1,0 0 1,0 0 0,-1 0 0,1-1 0,0 1-1,0 0 1,0 0 0,1-1 0,-1 1 0,0 0 0,0 0-1,0 0 1,0-1 0,0 1 0,0 0 0,0 0-1,0 0 1,0-1 0,0 1 0,1 0 0,-1 0-1,0 0 1,0 0 0,0-1 0,0 1 0,0 0 0,1 0-1,-1 0 1,0 0 0,0 0 0,0 0 0,1-1-1,-1 1 1,0 0 0,17 3 47,9 0-54,11-6-17,0-3 0,0-1-1,0-2 1,-1-1 0,43-19-1,-15-2-104,-63 30 107,1 0 0,-1 0 0,0 0 0,0 0 0,0 0 0,0 0 0,0-1 0,0 1 0,0 0 0,0-1 0,-1 1 0,1 0 0,-1-1 0,1 1 0,-1-1 0,1 1 0,0-4 0,-8 5 14,1 0 1,-1 1-1,1 0 1,0 0-1,-1 0 0,1 1 1,0-1-1,0 2 1,0-1-1,0 1 1,0-1-1,1 2 1,-1-1-1,1 1 0,0-1 1,-7 7-1,11-9 18,9 7 100,-7-7-127,-1 0-1,1 0 1,-1 0-1,1-1 1,-1 1-1,1 0 1,-1 0-1,1-1 1,0 1-1,0 0 1,-1-1-1,1 1 1,0-1-1,0 1 1,-1-1-1,1 1 1,0-1-1,0 0 1,0 1-1,0-1 1,0 0-1,0 0 1,0 0-1,1 1 1,31-5-186,0-2 0,0-1 0,0-1 0,52-21 0,-25 8-21,-57 20 176,-1 0 31,0-1 0,0 1-1,0 0 1,0 0 0,0 0-1,1 0 1,-1 0-1,0 0 1,1 1 0,2-1-1,1-1-9,19-10-111,0-2 0,-1 0 0,38-31 0,-12 9 121,-45 33-8,1 1 0,-1 0 0,1-1 0,0 2 1,-1-1-1,1 1 0,0 0 0,0 0 1,0 1-1,10 0 0,62 6-423,-64-5 353,1-1 0,0 0 0,-1 0 0,1-2 0,0 0 0,-1 0 0,24-8 1,5-5 156,45-22 1,-71 29 64,-15 7-52,19-15 83,-19 14-129,36 2-127,-36 0 12,3-1-24,9-2 50,-1 1-49,0-1 1,-1 0 0,1-1-1,-1 0 1,1-1 0,-1-1 0,-1 1-1,23-16 1,2-7-17,-23 19 77,-2 1-1,1-2 0,-1 1 0,-1-2 1,16-19-1,-10 10-253,-15 18 150,-3 2-295,-29-8-1699,28 7 782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02.1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3580 1387 2880,'-2'0'49,"0"0"-1,0 0 1,0 0-1,0 0 1,0 1-1,0-1 1,0 0-1,0 1 1,0 0-1,0-1 1,0 1-1,-2 1 1,4-1-15,1 0 1,-1 0 0,1 1-1,0-1 1,-1 0-1,1-1 1,0 1-1,0 0 1,0 0 0,0 0-1,0 0 1,0-1-1,0 1 1,0 0-1,0-1 1,0 1 0,0-1-1,2 1 1,1 1 1502,-4-2-1512,1-1 1,0 1-1,0-1 1,0 1 0,0-1-1,0 1 1,0-1-1,0 1 1,0 0 0,0 0-1,0-1 1,0 1-1,0 0 1,0 0 0,0 0-1,0 0 1,0 0-1,0 0 1,0 1 0,1-1-1,-1 0 1,1 1-1,10 0 662,-12-2-669,0 1 0,0-1 1,0 1-1,0-1 1,0 1-1,0-1 1,0 1-1,0-1 0,0 1 1,0-1-1,0 1 1,-1-1-1,1 1 0,0-1 1,0 1-1,-1-1 1,1 1-1,0 0 0,-1-1 1,1 1-1,0 0 1,-1-1-1,1 1 0,-1 0 1,1-1-1,-1 1 1,-12-12 398,1 1 1,-2 0 0,1 2-1,-2-1 1,1 1-1,-22-9 1,6 5 282,-1 1-1,-43-10 0,51 17-361,0 0-1,0 2 0,-1 1 1,1 0-1,-1 2 0,1 1 1,-1 0-1,-26 7 0,35-5-189,0 1 0,-1 0 0,2 1-1,-1 1 1,1 0 0,-1 2 0,2-1-1,-1 1 1,1 1 0,1 1 0,-1 0-1,2 0 1,-13 14 0,-5 11-136,2 1 0,2 1 1,1 2-1,2 0 0,2 1 0,1 1 0,2 1 1,3 1-1,1 0 0,1 1 0,3 0 0,-4 52 1,13-92-71,-2 10-270,2 0 0,0-1-1,3 28 1,-2-37 161,0 1 1,1 0-1,-1-1 0,1 1 0,0-1 1,0 0-1,0 0 0,1 1 0,-1-1 1,1-1-1,0 1 0,0 0 1,1-1-1,-1 1 0,7 4 0,-7-6 69,1 1-1,-1-1 1,1 1-1,0-1 1,-1 0-1,1 0 1,0-1-1,0 1 1,0-1-1,0 0 1,0 0-1,1 0 1,-1-1-1,0 1 1,0-1-1,1 0 1,-1 0 0,0-1-1,0 1 1,5-2-1,4-2 7,0 0-1,-1-1 1,1 0 0,-1 0-1,-1-2 1,1 1-1,-1-2 1,0 1 0,-1-2-1,0 1 1,0-1-1,-1-1 1,0 0 0,0 0-1,13-22 1,-2-1 160,-2-1 0,-1 0 0,-2-1 0,-1-1 0,15-60 1,-19 47 116,-1-1 1,-3-1 0,0-87-1,-11 49 106,-4 0 0,-3 0 1,-4 1-1,-43-132 0,32 138-48,-3 2 0,-77-146 1,82 183-56,-1 1 0,-2 2 0,-2 1 1,-2 1-1,-1 2 0,-58-49 0,67 67-73,0 1 0,-1 1 0,-1 1 0,-1 1 0,0 1 1,0 2-1,-1 1 0,-1 1 0,0 1 0,0 1 0,0 2 0,-32-1 0,19 4 27,0 2 0,-1 2 0,1 2 0,1 2 0,-1 1 0,1 3 0,-78 27 1,26 2 6,2 3-1,2 5 1,1 3 0,3 4 0,3 3 0,-115 105 0,94-65-84,6 5 0,3 4 0,6 5 0,-81 130-1,84-107 1,7 4 1,5 4-1,7 2 0,-54 172 0,92-219-27,3 2 0,-19 180 0,38-202-21,3 1 0,4 0 0,4 0 0,16 92-1,-11-116 8,3-1-1,2 0 0,2-1 0,37 75 0,-35-90-25,2-1-1,1 0 1,2-2 0,1-1-1,2-1 1,48 44 0,-36-41-77,3-3 1,0-1-1,2-2 1,1-2-1,92 40 0,-75-43-64,1-3-1,1-2 1,1-3-1,80 8 0,-42-15 12,1-5 0,0-4 0,0-4 0,-1-5 0,0-5 0,106-28 0,-77 7 74,-2-5 0,-2-6 1,171-88-1,-146 52 115,-3-7-1,172-134 1,-232 151-25,-3-4 1,-3-3-1,-4-4 0,126-169 1,-155 178-17,-3-2 0,-4-3 0,-3-1 0,-3-2 0,-4-2 1,39-148-1,-61 180 3,-3 0 0,-2-1 1,-3 0-1,-1-1 1,-3 1-1,-3 0 1,-1 0-1,-4 0 0,-1 0 1,-2 1-1,-3 1 1,-2 0-1,-3 1 0,-1 1 1,-3 0-1,-1 2 1,-3 1-1,-2 1 1,-1 1-1,-3 2 0,-1 1 1,-2 2-1,-42-35 1,24 31-17,-1 3 0,-2 2 0,-1 2 1,-2 3-1,-2 3 0,0 3 0,-2 2 1,-115-28-1,97 35 0,0 4 0,0 3 0,-2 4 1,1 3-1,0 4 0,-150 20 0,174-10-151,0 2-1,1 2 1,0 4 0,2 1-1,0 3 1,-57 32 0,78-34-565,1 1 1,1 1-1,1 2 1,1 1-1,2 2 1,0 1-1,2 1 1,0 1-1,3 1 1,-23 37 0,-17 51-5500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02.3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51 10 5456,'-23'-3'-1616,"-4"-3"760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04.6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0 176 2336,'104'-34'464,"-90"28"36,12-6-148,-2 3-88,6-3-72,17-3-144,-34 6-96,14-12-124,7-12-976,-8 9 332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05.0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75 1778 4584,'-1'-1'55,"1"0"-1,-1 1 1,0-1-1,1 0 0,-1 1 1,0-1-1,0 0 0,0 1 1,0-1-1,1 1 0,-1 0 1,0-1-1,0 1 0,0 0 1,0-1-1,0 1 1,0 0-1,0 0 0,0 0 1,0 0-1,0 0 0,0 0 1,0 0-1,0 0 0,0 0 1,0 1-1,0-1 1,0 0-1,0 1 0,0-1 1,1 1-1,-1-1 0,0 0 1,0 1-1,0 0 0,0-1 1,1 1-1,-2 1 0,-10 5 4214,-11 1-3555,18-10 3317,11-9-3943,0 0-1,0 0 0,1 1 0,0-1 0,1 2 0,0-1 0,1 1 0,10-9 0,91-67 272,-96 74-314,319-202 445,17 18-346,-212 120-93,470-247-31,18 37-754,273-63-1704,-752 299 289,249-48 1,-390 96 2039,4-1-346,0 0 0,0 0 1,1 1-1,-1 0 0,0 1 1,1 0-1,-1 0 0,19 4 1,3 14-2470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05.4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 1984 5697,'-4'-5'491,"1"1"1,0-1 0,1 0 0,-1-1 0,1 1 0,0 0 0,0-1 0,1 1 0,0-1 0,0 0 0,0 1-1,0-1 1,1 0 0,1-6 0,1-37 1442,3-1-1,18-77 0,-17 106-1706,1 0-1,0 0 0,2 1 0,0 0 0,2 0 1,0 1-1,1 1 0,21-26 0,-2 11-50,1 1 1,61-47-1,84-46 128,-153 109-276,324-207-1322,534-252-1,-850 460 1060,522-247-2932,-181 97-4071,-273 124 1679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06.4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91 33 2012,'-74'-27'-304,"58"21"-280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06.8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1 263 4588,'11'-4'1046,"1"2"-1,0-1 0,0 2 0,18-1 0,-21 1-815,0 1 0,0-2 0,-1 1 0,15-5 0,-1 1-69,302-74-219,97-39-5042,-305 79 2117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07.6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166 284 3092,'1'-1'28,"-1"1"-1,1-1 0,-1 0 0,1 1 1,-1-1-1,0 1 0,1-1 0,-1 0 1,0 1-1,1-1 0,-1 0 0,0 1 1,0-1-1,0 0 0,0 0 0,0 1 1,1-1-1,-1 0 0,-1-1 0,-8-1 506,7 3-431,1 0 1,0 0-1,-1 0 1,1-1-1,0 1 0,0 0 1,0-1-1,-1 1 0,1 0 1,0-1-1,0 0 0,0 1 1,-2-2-1,0-3 210,1 1 0,-1 0 0,1-1-1,1 1 1,-1-1 0,0 0 0,1 0 0,0 1-1,0-8 1,-1 1 2543,2-9-1458,-4-35 3678,3 53-4961,1 0-1,-2 0 1,1 1-1,0-1 1,0 0-1,0 0 0,-1 1 1,1-1-1,-1 1 1,1-1-1,-1 1 1,-2-2-1,1 1 151,-34-39 1412,29 31-1327,0 0 1,0 1 0,-18-15-1,25 22 47,-1 9-371,0 0 0,0 0 0,1 0-1,0-1 1,1 1 0,0 0-1,0 0 1,0 0 0,1 0 0,0 0-1,0 0 1,0 0 0,5 12-1,-1 0-10,16 58-1257,57 139 1,-77-215 1209,47 110-3290,-10-27-2933,-14-22-2280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08.0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219 325 5613,'-34'12'6584,"36"-10"-6313,0 0 0,-1 0 0,1 0 0,-1-1 0,0 1 0,1 1 0,-1-1 0,0 0 0,1 3 0,1 0 202,65 81 1994,6 15-1239,-64-90-1137,0 0 0,1 0 0,0-1 0,1 0 0,0-1 0,17 10 0,-26-18-82,1 1 1,0-1-1,0 0 1,1 0-1,-1 0 1,0 0-1,0-1 1,0 0-1,0 0 1,1 0-1,-1 0 1,0-1-1,0 0 1,0 0 0,0 0-1,0 0 1,0 0-1,0-1 1,0 0-1,0 0 1,-1 0-1,1 0 1,-1 0-1,1-1 1,-1 1-1,0-1 1,6-6-1,-4 3-4,1 0 1,-1 0-1,0-1 0,0 1 0,-1-1 0,1 0 0,-2 0 1,1-1-1,-1 1 0,0-1 0,-1 1 0,1-1 0,1-15 1,-4 4-8,-1 0 0,-1 0 1,-1 1-1,-5-21 0,4 17-24,-2-3 9,0 1-1,-2-1 1,0 1 0,-2 1 0,0 0-1,-2 0 1,-1 1 0,-20-27 0,26 39 14,-1 0 0,0 1 1,0 1-1,-1-1 0,0 1 1,-1 1-1,0-1 1,0 2-1,-1-1 0,1 2 1,-1-1-1,0 1 0,-1 1 1,1 0-1,-1 1 0,0 0 1,0 1-1,0 0 0,-17 0 1,14 2-66,1 2 0,-1-1 0,0 2 0,1 0 0,0 1 0,0 0 0,0 1-1,0 1 1,1 0 0,-14 9 0,20-11-164,0 0 0,1 0 0,0 1 0,0 0 0,0 0 0,0 0 0,1 1 0,0 0-1,0 0 1,0 0 0,1 1 0,0 0 0,0 0 0,1 0 0,-1 0 0,2 0 0,-1 1 0,1-1-1,0 1 1,-1 9 0,3-13-341,0 1-1,0 0 1,0 0-1,1 0 1,-1-1-1,1 1 1,0 0-1,1-1 1,2 9-1,17 30-4892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08.2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58 5601,'-14'-30'1984,"14"29"-1891,0 1 0,0-1 1,0 0-1,0 1 0,0-1 0,0 1 1,0-1-1,0 0 0,0 1 1,0-1-1,0 1 0,1-1 1,-1 0-1,0 1 0,0-1 0,1 1 1,-1-1-1,0 1 0,0-1 1,1 1-1,-1-1 0,1 1 1,-1-1-1,1 1 0,-1-1 0,0 1 1,1 0-1,-1-1 0,1 1 1,0 0-1,-1-1 0,1 1 0,-1 0 1,2-1-1,-1 1 277,-1-1-249,1 0 0,0 0 0,0 0 0,0 1 0,0-1 0,0 0 0,0 1 0,0-1 0,0 1 0,1-1 0,-1 1 0,0-1 0,0 1 0,0 0 0,0 0 0,1-1 0,-1 1 0,0 0 0,0 0 0,1 0 0,-1 0 0,0 1 0,0-1 0,0 0 0,1 0 0,-1 1 0,0-1 0,0 1 0,0-1 0,0 1 0,0-1 0,2 2 0,0 0 6,0 0 0,0 0 0,0 1 1,0-1-1,-1 0 0,1 1 0,-1 0 1,1 0-1,-1-1 0,0 1 0,0 1 1,-1-1-1,1 0 0,0 0 0,-1 1 1,2 4-1,1 9 317,0-1 0,1 25 0,1-2-47,97 420-81,-54-256-3412,-18-14-3427,-31-184 6285,14 99-6342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09.2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41 130 4008,'-22'5'1220,"17"-4"697,5-3-1782,0 1 1,1 0-1,-1 0 1,0 0-1,0-1 1,1 1-1,-1 0 1,0 0-1,1 0 1,0 0-1,-1-1 1,1 1-1,-1 0 1,2-1-1,-1 1-80,-1 1-1,1-1 0,-1 1 0,1-1 0,-1 1 1,0-1-1,1 0 0,-1 1 0,0-1 0,0 0 1,1 1-1,-1-1 0,0 0 0,0 1 0,0-1 1,0 0-1,0 0 0,0 1 0,0-1 0,0 0 1,0 1-1,0-1 0,0 0 0,-1 0 0,1 1 1,0-1-1,0 0 0,-1 1 0,1-1 1,0 1-1,-1-1 0,1 0 0,-1 0 0,-19-37 1681,19 36-1487,2-1-763,1-4 220,-1 6 91,-1-1 0,1 0 0,-1 0 0,1 1 0,0-1 0,0 0-1,0 1 1,-1-1 0,2 0 0,-1 1 0,0-1 0,0 1 0,0 0-1,1-1 1,-1 1 0,1 0 0,-1 0 0,1 0 0,-1 0 0,1 0-1,0 0 1,-1 1 0,3-2 0,30-9-4106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09.6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27 3376,'0'0'388,"-14"-15"-476,8 3-996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10.8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43 2608,'10'3'2220,"4"-12"-1644,-4-3 1125,-4 0-1769,1 0-408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12.5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94 5372,'74'-55'6258,"-71"53"-5216,3-4 101,1-1 0,1 1 0,-1 1 0,12-7 2386,-20 16-3335,-3 46 165,1 0-1,7 66 0,-1 23-111,-2 256-819,21-133-5428,-15-200 1105,-3-4-2943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12.9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18 133 6793,'-2'-1'340,"1"-1"-1,-1 1 1,1 0 0,-1-1 0,1 1 0,0-1 0,-1 1 0,1-1 0,0 1 0,0-1 0,0 0 0,-1-3 0,2 4-184,1 0 1,-1 0 0,0 0-1,1 0 1,-1 0 0,1 0-1,-1 0 1,1 0 0,0 0-1,-1 1 1,1-1 0,0 0 0,0 0-1,-1 0 1,1 1 0,0-1-1,0 0 1,0 1 0,0-1-1,4-1 3126,-1 4-2557,4 3-504,-1 1 0,1 0 0,-1 0 0,0 1 0,-1 0 0,0 0 1,0 0-1,9 15 0,-4-2 130,-1 1 1,13 39 0,-1 10 37,19 49 54,-34-103-405,0 0 0,1-1 0,1 1 0,1-2 0,13 17 0,-9-14-5,1-1 0,1 0 1,1-1-1,0-1 0,21 13 1,-29-21-25,1-1 1,0 0-1,0 0 1,1-1-1,-1-1 0,1 0 1,0 0-1,0-1 1,0 0-1,0-1 1,0-1-1,15 0 0,-13-1-5,-1 0 0,0-1-1,0 0 1,0-1 0,0 0-1,0-1 1,0 0-1,18-10 1,-24 10-1,0 0-1,0 0 0,-1-1 1,1 1-1,-1-1 1,0 0-1,0-1 1,-1 1-1,0-1 0,0 0 1,0 0-1,0-1 1,-1 1-1,0-1 1,-1 1-1,4-13 0,-1-3 6,-2 0-1,0 0 0,-1 0 0,-2 0 0,0-1 0,-1 1 1,-1 0-1,-2 0 0,0 0 0,-1 1 0,-1-1 1,-1 1-1,-1 0 0,-18-34 0,18 40-78,0 1 0,-1 0-1,0 1 1,-1 0 0,-1 0 0,0 1-1,-1 1 1,0-1 0,0 2 0,-2 0 0,1 1-1,-1 0 1,0 1 0,-1 0 0,0 1-1,0 1 1,0 0 0,-1 1 0,0 1 0,-26-3-1,29 6-517,1 1-1,-1 0 1,1 1-1,-1 1 1,-12 3-1,18-4-604,0 1-1,1 0 0,-1 1 0,1 0 0,0 0 0,-9 5 0,0 6-5385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13.3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219 58 11393,'-24'-36'7869,"16"26"-7211,7 9-600,0 0 0,0 0 1,0 0-1,0 0 0,0 0 1,0 0-1,0 1 0,0-1 1,-1 0-1,1 1 1,0-1-1,0 1 0,0-1 1,-1 1-1,1 0 0,0 0 1,-1-1-1,1 1 0,0 0 1,-1 0-1,1 0 0,0 0 1,-1 1-1,1-1 0,0 0 1,-1 0-1,1 1 0,0-1 1,0 1-1,0-1 0,-1 1 1,1 0-1,0-1 0,0 1 1,-1 1-1,-4 2 59,0 1-1,1 0 1,0 0 0,-7 9-1,-1 2 60,2 1 0,0 1 0,1-1 0,0 2 0,2-1 0,0 2 0,1-1 0,-8 39 0,9-24-65,1 0 1,2 0-1,1 0 1,5 55-1,0-63-76,1-1 0,2 0 0,1 0 0,0-1 0,2 0-1,1 0 1,1-1 0,1 0 0,1-1 0,1 0 0,0-1 0,34 36 0,10 2-36,2-2 0,110 79 1,-131-107-103,-16-14-38,-2 2 0,29 27 0,-48-42 128,-1 0 0,1 0 0,-1 0-1,1 1 1,-1-1 0,0 1 0,0-1-1,0 1 1,0-1 0,-1 1 0,1 0-1,-1-1 1,1 1 0,-1 0 0,0 0-1,0-1 1,0 1 0,0 0 0,-1-1-1,1 1 1,-1 0 0,0-1 0,1 1-1,-1 0 1,0-1 0,-3 4 0,1 1-18,-1 0 0,0-1 0,0 0 0,-1 0 0,0 0 0,0 0 0,0 0 0,-10 6 0,-10 6-340,0-2-1,-1-1 1,0-1-1,-2-1 0,1-1 1,-2-1-1,1-2 1,-1-1-1,-1-1 1,-46 4-1,16-10-1897,54-2 1132,0 0 0,0 0 1,1 0-1,-1-1 0,-6-3 1,-8-8-6738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13.5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7 465 12181,'0'-1'54,"-1"1"0,1 0-1,-1 0 1,1-1 0,-1 1-1,1 0 1,0 0 0,-1-1 0,1 1-1,0-1 1,-1 1 0,1 0-1,0-1 1,0 1 0,-1-1 0,1 1-1,0 0 1,0-1 0,0 1-1,0-1 1,-1 1 0,1-1 0,0 1-1,0-1 1,0 1 0,0-1 0,0 1-1,0-1 1,0 1 0,0-1-1,0 1 1,1-1 0,-1 1 0,0-1-1,0 1 1,0-1 0,0 1-1,1 0 1,-1-1 0,0 1 0,1-1-1,-1 1 1,0 0 0,1-1-1,-1 1 1,1-1 0,28-12 1429,-2 1-446,256-127 3468,-162 98-4043,233-45 1,-255 65-498,471-101-2033,-552 118 1401,1 1 0,32-1 0,-51 5 583,1-1 0,-1 0 0,0 1 0,0-1 0,1 1 0,-1-1 0,0 0 0,0 1 0,0-1 0,0 1 0,0-1 0,0 0 0,0 1 0,0-1 0,0 1 0,0-1 0,0 1 0,0-1 0,0 0 0,0 1 0,0-1 0,0 1 0,0-1 0,-1 0 0,1 1 0,0-1 0,0 0 0,0 1 0,-1-1 0,1 0 0,0 1 0,0-1 0,-1 1 0,-10 15-1912,-18-2-2178,-12 6-2368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14.4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67 7601,'-3'-33'2872,"13"18"-2328,0 3 604,3 9-1184,4 0-212,-3 12-204,-1 0-440,-6 9-736,6 15-972,0-3-725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14.6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 34 2660,'-30'-18'-776,"23"3"144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14.9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4796,'0'0'2525,"13"12"-2129,4 0-156,-7 0-44,4 0-52,2 6-28,15 15-8,-5-2-332,11-1-600,0 6-1345,13 6-151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15.9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1314 1 3624,'-33'13'277,"8"-4"94,-1 2-1,2 0 0,-1 2 1,-39 28-1,-87 95 1873,117-103-1776,-58 65 1276,-144 202-1,127-148-407,-87 168-1,136-206-692,4 2 0,-54 168 1,93-228-472,1 0 0,3 0 0,3 1 0,2 1 0,0 85 0,8-113-112,2 1 0,1-1 0,2 1 0,1-1 0,1 0 0,1-1 1,2 0-1,1 0 0,1-1 0,2-1 0,0 0 0,20 27 0,-18-33-34,1-1-1,0 0 1,2-2-1,0 0 0,1-1 1,1-1-1,0 0 1,1-2-1,0-1 1,2 0-1,36 13 0,-26-14 5,2-2-1,-1-1 1,1-1-1,0-3 0,1-1 1,-1-1-1,63-4 0,-49-3-15,-1-3-1,1-1 1,-2-3-1,1-2 1,-2-2-1,0-2 1,-1-2-1,49-28 1,-44 18-56,-2-3 0,-1-1-1,-1-3 1,-2-2 0,-2-1 0,61-73 0,-37 28-113,-3-2 0,-5-3 0,-3-3 0,-5-2 0,-4-2 0,-4-2 1,37-124-1,20-176-159,-89 333 262,-3-1 0,-3 0 0,-3-1 0,-6-74 0,0 96 22,-1-1 1,-3 2-1,-18-64 1,21 95 21,1 0 0,-2 0 0,0 0 0,-1 1 0,0 0 0,0 0 0,-1 1 0,-1 0 1,0 0-1,-1 1 0,0 0 0,0 1 0,-1 0 0,0 1 0,-17-10 0,14 11-29,1 0 0,-1 1 0,0 1 0,0 0 0,-1 1-1,0 1 1,0 0 0,1 1 0,-2 1 0,-19 0 0,15 2-88,1 1 0,-1 1-1,0 1 1,1 1 0,0 1 0,0 0-1,-18 9 1,-4 6-306,1 2 0,2 2 0,0 1 0,2 2 0,0 1 0,-32 37 0,15-12-2015,-74 98 0,46-34-1799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18.2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 27 1416,'-10'-15'-484,"7"3"164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18.3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19 3128,'0'0'1544,"-3"-18"-4164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19.6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1572 1511 11337,'4'-19'656,"-4"15"-447,1-1 0,0 0-1,0 1 1,1-1-1,-1 1 1,1-1-1,0 1 1,0 0 0,1 0-1,-1 0 1,1 0-1,0 0 1,6-6-1,69-54 3429,-60 51-3198,0-1 0,-1-1 0,0 0 0,-1-1 0,-1-1 0,17-23 0,12-25 202,-27 43-455,-1-1 1,-2-1-1,13-26 0,-12 12-58,-1-2-1,-2 1 1,10-59-1,8-128 279,-16 105-281,35-227 1105,-47 335-1093,0 0 0,-1-1 0,-1 1 0,0 0 0,-1-1 0,0 1 0,-5-19 0,6 32-133,0-1 0,0 1 1,0-1-1,0 0 0,0 1 1,0-1-1,-1 1 0,1-1 1,0 1-1,0-1 0,-1 1 1,1-1-1,0 1 0,0 0 0,-1-1 1,1 1-1,-1-1 0,1 1 1,0 0-1,-1-1 0,1 1 1,-1 0-1,1-1 0,-1 1 1,1 0-1,-1 0 0,1-1 1,-1 1-1,1 0 0,-1 0 0,1 0 1,-1 0-1,1 0 0,-1 0 1,1 0-1,-2 0 0,-24 13 106,2 4-29,2 1-1,0 1 1,0 1-1,2 1 1,1 0-1,-27 39 1,13-10 5,2 2 1,-30 68-1,34-60-2,3 2 0,-19 75 0,33-99-68,3 0 0,1 1 0,2 0 0,2-1 0,2 44 0,5-26 1,3-1 0,1 0-1,3 0 1,25 67 0,-6-40-318,4-2-1,44 77 0,-13-45-387,32 61-404,-81-139 754,-2 0-1,-1 2 1,10 40 0,-20-63 222,-1 1 0,-1 0 0,-1 0 0,0 1 0,-1-1 0,0 0 1,-1 0-1,0 0 0,-2 0 0,1 0 0,-2 0 0,-5 15 0,2-12-25,-1 1 0,-1-2 0,-1 1 0,0-2 0,-1 1 0,-1-1 0,0-1 0,-18 16 0,-5 0-77,-2-1 1,-1-2-1,-1-2 0,-1-1 1,-2-2-1,-70 26 0,-23 1-261,-1-6 0,-3-6-1,-245 34 1,229-56-1952,-234-5-1,242-18-1462,17-6-1967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20.0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996 1 10033,'-20'6'383,"12"-4"-170,0 0 0,0 1 1,0 0-1,0 0 0,1 1 1,0 0-1,-1 0 0,1 1 1,1 0-1,-1 0 1,-8 9-1,-36 38 1148,3 1-1,2 2 1,-62 98 0,-8 50-266,9 4-1,-140 382 1,208-459-994,5 1 0,6 2 1,6 1-1,5 1 0,7 0 1,5 1-1,20 214 0,-6-267-152,4 0 0,4-1 0,3 0 0,50 129 0,-50-164-22,2-1-1,2-1 1,2 0-1,2-2 0,2-2 1,1 0-1,3-2 1,69 63-1,-62-69 42,2-2 0,1-2 0,1-1 0,1-3 0,1-2 0,1-2 0,2-2 0,0-2 0,0-2 0,1-3 0,1-2 0,102 7 1,-93-15 89,0-2 1,0-3 0,0-3-1,-1-3 1,0-2 0,0-2 0,-2-4-1,1-1 1,-2-4 0,-1-2 0,54-31-1,-38 11 31,-1-3 0,124-111 1,102-145 130,-178 159-184,-6-5 0,-7-5 0,-6-4 0,-8-5 1,-7-3-1,-7-4 0,78-247 0,-119 292-37,29-168 1,-56 226-5,-2 0 0,-4-1 0,-2 0 0,-10-89 0,4 127 9,-1 0 0,-2 0 0,0 1 0,-2 0 0,-1 0 0,-2 1 0,-26-49 0,26 58-4,-1 1-1,-1-1 0,0 2 0,-2 0 1,0 1-1,0 0 0,-1 2 0,-1 0 1,-1 1-1,0 0 0,-24-10 0,12 9-25,0 2-1,-2 1 1,1 1-1,-1 2 0,-1 2 1,1 0-1,-1 3 1,-35 0-1,5 4-202,0 2 0,1 4-1,-89 20 1,75-8-421,2 4-1,0 3 0,-118 60 1,73-21-3143,-146 105-1,68-25-4536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20.2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81 200 13361,'-50'-21'2004,"30"12"1349,17-6-2197,-4-3-236,17 6-180,0 0-160,10-7 8,20-5-292,4 9-256,9-3-340,1 6-576,10 6-836,9 0-604,1-3-2989,6 6-4240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20.6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21 6229,'12'-11'67,"0"1"2337,-19 29 344,4-12-2344,0 1 0,1 0 1,0 0-1,0 0 0,1 0 1,0 1-1,1-1 0,-1 0 0,2 0 1,1 16-1,0 19 491,-1-7-366,1 0 0,2 0 0,2 0 0,1-1 0,13 40 0,-11-49-377,1 0-1,1-1 0,1 0 0,1-1 1,1-1-1,1 0 0,25 29 1,-28-40-132,0 0 0,0 0 1,1-1-1,1-1 0,0 0 1,0-1-1,1 0 0,0-1 1,1-1-1,0 0 0,0-1 1,0-1-1,1-1 0,-1 0 1,1-1-1,0-1 0,23 1 1,-11-4-78,0 0 0,0-2 0,-1-1 0,1-2 0,-1 0 0,49-19 0,-56 16 28,-1 0 1,0-2-1,0 0 1,-1-2-1,-1 0 1,0-1 0,-1 0-1,0-2 1,17-21-1,87-112 653,-119 147-496,-2 7-26,-1 19-93,-1-1 0,-1 1 0,-11 40-1,-29 72-2967,20-65-781,12-29-941,4 0-2701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21.0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134 1 10313,'1'-1'123,"0"1"1,0 0-1,0 0 0,0 0 1,-1 0-1,1 1 1,0-1-1,0 0 0,0 0 1,0 0-1,-1 1 0,1-1 1,0 0-1,0 1 1,0-1-1,-1 0 0,1 1 1,0-1-1,-1 1 0,1 0 1,0-1-1,-1 1 1,1 0-1,0 0 0,11 25 1498,-10-15-1188,0-1 0,0 1 1,-1 17-1,-4 22 50,-3 1 1,-2-1-1,-2-1 0,-23 65 1,-9 49-173,37-137-260,-15 90 135,19-103-176,1-1 0,0 0 0,0 1 0,1-1 0,1 0 0,0 0 0,5 15 0,-6-24-6,0 0 0,1 0-1,0 0 1,-1 0 0,1 0 0,0-1 0,0 1 0,1-1 0,-1 1 0,1-1 0,-1 0 0,1 0-1,0 0 1,-1 0 0,1-1 0,0 1 0,0-1 0,7 3 0,1-1 3,1 0 1,-1 0 0,24 1-1,133-1 28,4-1 37,-153 0 16,0 0 0,0 2 0,0 0 0,0 1 0,-1 1 0,31 15 0,-43-18-19,-1 0-1,0 0 1,0 1-1,-1-1 1,1 1-1,-1 0 1,0 0 0,0 1-1,5 5 1,-8-8-39,0 0 1,0 1 0,0-1 0,0 0-1,-1 0 1,1 0 0,-1 1 0,1-1 0,-1 0-1,0 1 1,0-1 0,0 0 0,0 1-1,0-1 1,0 0 0,-1 1 0,1-1-1,-1 0 1,0 1 0,1-1 0,-3 2-1,0 4 32,-1 0-1,0 0 1,-10 12-1,5-9-13,0-1 0,0-1 0,-1 1 0,-1-2 0,1 1 0,-18 9 0,-75 37 140,78-43-142,-255 113-834,184-87-2797,-1-1-4411,79-27 548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21.1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194 67 10685,'-46'-9'3976,"25"0"-2540,1 0 465,4 6-1501,-1-7-456,-3 7-780,0-6-561,3 0-471,0 3-2232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22.1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283 634 4048,'-5'2'213,"1"1"0,-1 0 0,1 0 0,-1 0 0,1 0 0,0 1 0,0 0-1,1 0 1,-7 8 0,-10 12 821,10-16-596,0 0 0,0 0 0,-13 6 0,-17 14 663,-7 19-267,37-35-354,-1-1 1,0 0-1,-17 12 2220,17-16-695,11-8-1950,0 1-1,0 0 0,0 0 1,0 0-1,0 0 0,0 0 1,0 0-1,0 0 0,0-1 1,0 1-1,0 0 0,0 0 1,0 0-1,0 0 0,-1 0 1,1 0-1,0 0 0,0 0 1,0 0-1,0 0 0,0 0 1,0-1-1,0 1 0,0 0 1,-1 0-1,1 0 0,0 0 1,0 0-1,0 0 0,0 0 1,0 0-1,0 0 0,-1 0 1,1 0-1,0 0 0,0 0 1,0 0-1,0 0 0,0 0 1,-1 1-1,16-21 829,26-26-85,35-25 275,149-106 0,103-36-1208,-70 46-2824,-88 54-3948,-145 96 5094,44-32-6488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22.3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295 0 9581,'38'61'3372,"-23"-37"-1511,19 36 0,-30-50-1563,0 0 0,0 0 0,-1 1 0,-1 0 0,1-1 0,-2 1 0,1 14 0,-2 15 15,-2 0 0,-2 0 0,-2 0-1,-1-1 1,-3 0 0,0 0 0,-33 73 0,-12 5-2807,-80 121 0,110-195 1247,-51 78-5019,45-66 189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22.6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1 154 5817,'7'-10'164,"-3"4"303,1 1 1,-1-1-1,1 1 0,9-9 0,-11 12-161,-1 1 0,1-1 0,0 1 0,-1 0 0,1-1 0,0 1 0,-1 0 0,1 1 1,0-1-1,0 0 0,0 1 0,0 0 0,0-1 0,0 1 0,0 0 0,3 1 0,6 2 243,-1 0 0,1 1 0,-1 0 0,0 1 0,0 0 0,-1 1 0,0 0 0,0 1 0,18 15 0,11 6-5,-21-16-448,0-1 0,0 0 0,1-1 0,1-2 0,-1 0-1,2 0 1,-1-2 0,1-1 0,-1 0 0,1-2 0,1 0-1,-1-2 1,0 0 0,39-4 0,-21-7-70,-38 9-25,-1 0 0,1 0-1,-1 0 1,1 0 0,-1 0 0,0 0 0,1 0 0,-1 0 0,0 0-1,0 0 1,1 0 0,-1 0 0,0 0 0,0 0 0,0 0-1,0 0 1,0 0 0,-1-2 0,1 2 1,0-3-3,0 0 1,-1 0-1,1 0 0,-1 0 0,0 0 1,0 1-1,0-1 0,0 0 1,-1 0-1,1 1 0,-1-1 1,0 1-1,-4-5 0,-38-43-94,29 35 53,-13-11-573,-52-39 0,76 62 215,-1 1-1,1 0 1,-1 1 0,1-1-1,-1 1 1,0 0-1,0 0 1,0 0 0,0 1-1,0 0 1,-1 0 0,1 0-1,0 0 1,-1 1-1,-9 1 1,12-1 94,-3 1-3634,-5 7-2083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22.8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 45 6529,'3'1'252,"-1"-2"1,0 1-1,0 0 1,1 0-1,-1-1 1,0 1-1,0-1 1,0 0-1,1 0 1,-1 0-1,0 0 1,0 0 0,0 0-1,-1 0 1,1-1-1,0 1 1,0 0-1,-1-1 1,1 0-1,-1 1 1,1-1-1,-1 0 1,0 0-1,0 0 1,2-2 0,-2 1 827,33-9 3841,-33 23-4687,0-1 0,0 0 0,-1 1 0,-1-1 0,0 1-1,-3 17 1,-23 65-341,9-32-645,-13 53-2442,9-39-2341,2-8-2626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24.2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194 103 5080,'21'-30'9348,"-12"20"-7786,-7 7-2497,0 1 2049,-4 22-733,-1 1 1,0 0-1,-2-1 0,0 0 1,-1 0-1,-2 0 1,-17 34-1,-6 19 77,-4 23-145,4 1-1,-31 164 1,57-225-300,1 0 0,2 1 1,2-1-1,1 1 0,1-1 0,3 1 1,0-1-1,3-1 0,19 59 0,-19-73-48,0-2-1,1 1 0,1-1 0,1-1 0,1 0 0,0 0 0,1-2 0,1 1 0,1-1 1,0-1-1,1-1 0,0 0 0,1-1 0,1-1 0,0-1 0,1 0 0,34 14 1,-21-14-7,1-1 1,0-1 0,0-2 0,1-2 0,0 0-1,0-3 1,1-1 0,-1-1 0,0-2 0,0-1-1,0-2 1,0-1 0,52-17 0,-50 10 68,-1 0 0,-1-3 0,0-1 0,-1-1 0,-1-2 1,-1-1-1,-1-2 0,0 0 0,-2-2 0,-1-2 0,-1 0 0,26-37 0,-17 16 30,-3-1-1,-2-1 0,-2-2 1,-3-1-1,-2-1 0,19-64 1,-30 73-52,-2 0 0,-2 0 1,-1-1-1,-3 0 0,-2 0 1,-2 0-1,-1 0 0,-11-62 1,2 55-814,-1-1 1,-33-87-1,42 136 329,0 1-1,-1 0 0,1-1 0,-1 1 0,0 1 1,0-1-1,0 0 0,0 1 0,-1-1 1,0 1-1,1 0 0,-6-2 0,2-1-1549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24.4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54 7653,'-4'6'5400,"11"-18"-4104,3 0 1013,17 3-1421,-4 6-360,8 0 52,26-3-148,-11 3-280,-2 3-332,6 0-568,10 3-724,-3-12-353,0 3-2519,0 9-3341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24.8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406 1 6029,'0'0'8526,"-2"4"-6788,-6 17-604,-1-1-1,-1 0 0,-1 0 0,-1 0 0,-18 22 0,-11 19 536,16-17-855,1 0 1,-25 71-1,27-52-1432,-17 89 0,21-73-3597,-47 130 0,42-140-1417,5 3-3290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26.4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73 6721,'17'-30'1504,"3"18"-224,4 3 800,-11-3-1276,1 3 976,2 15-1524,1-3-52,-14 27-752,4 15-228,-14-3-356,-9-3-2432,-4 4-2061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27.8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0 794 3976,'4'-4'317,"0"0"-1,0 1 0,0 0 0,0 0 0,0 0 0,1 1 0,-1-1 1,1 1-1,0 0 0,5-1 0,57-12 2268,-23 6-763,40-10 743,-80 18-2420,0 0 0,-1-1 0,1 1 0,0 0 0,-1-1 0,1 0 0,4-3 0,1 0 65,-5 3 204,-1 1-10,61-21 1803,-61 21-1976,-2 2-215,-1 1 0,1-1 0,-1 0-1,1 0 1,-1 1 0,1-1 0,0 0 0,0 0-1,0 0 1,-1 0 0,1 0 0,0 0-1,2 1 1,7 10 74,-5 3 14,-1 0-1,0 0 0,-1 0 1,1 26-1,1-6-27,13 204 295,-17-176-309,4 0 0,1-1 0,22 86 0,-12-96-47,3 1 1,2-2-1,3-1 1,1-1-1,3 0 1,2-3-1,2 0 1,1-2 0,3-2-1,2-1 1,48 42-1,-29-35-6,2-2 1,1-3-1,3-3 0,1-2 0,2-4 0,1-2 0,78 25 0,-68-32-3,1-3 0,1-4-1,1-4 1,0-2-1,1-5 1,108-2 0,-142-7 1,-1-2 1,0-2-1,0-2 1,0-2-1,-1-2 1,-1-1 0,0-3-1,-1-2 1,-1-1-1,0-3 1,-2-1-1,56-41 1,-51 27-131,-2-1-1,-1-3 1,-2-1 0,-2-2 0,-2-1 0,-2-2-1,-2-1 1,43-87 0,-62 108 44,-1-1 0,-1-1 0,-2 0 0,0 0 0,-2-1 0,-2 0 0,0 0 0,-2 0 0,-2 0 0,0-1 0,-5-41 0,-4 31-36,-1-1 0,-2 1 0,-2 1 0,-2 0 0,-1 1 0,-40-68 0,23 55 54,-2 2 0,-2 2 0,-2 1 0,-54-49 0,21 31-19,-2 3 0,-3 4 0,-164-94 0,-280-90-292,440 210 167,0 4 1,-2 3-1,-1 3 1,-143-17-1,204 37 119,0 2-1,0 0 1,0 1-1,0 2 1,0 0-1,0 1 1,0 1-1,-31 13 1,35-11-15,2 2 0,-1 0 0,1 1 0,0 1 1,1 0-1,0 1 0,1 1 0,1 1 1,0 0-1,-15 19 0,-4 14-1317,1 2 0,-39 83-1,52-95-111,-40 78-3754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29.8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416 283 5240,'19'-1'93,"-18"1"110,1 0 0,-1 0 0,0 0 1,0 0-1,1 0 0,-1 0 1,0 0-1,0-1 0,0 1 0,1 0 1,-1-1-1,0 1 0,0-1 1,2 0-1,-4-1-42,0 1 0,1-1 1,-1 1-1,0 0 0,0 0 1,0-1-1,0 1 0,0 0 0,0 0 1,-1 0-1,1 0 0,0 0 1,0 0-1,-1 0 0,1 1 0,-3-2 1,-2-1 17,1 0 1,-1 0 0,0 1 0,0-1-1,0 2 1,0-1 0,-1 1-1,1-1 1,0 2 0,0-1 0,-1 1-1,1 0 1,-1 0 0,1 1-1,0 0 1,-1 0 0,1 0 0,0 1-1,0 0 1,0 0 0,0 0-1,0 1 1,-8 5 0,-3 2 141,0 1-1,1 0 1,1 2 0,0-1 0,1 2 0,-22 25-1,18-16-190,1 0 0,2 1-1,0 1 1,2 0-1,1 1 1,0 0 0,2 1-1,2 0 1,0 0 0,2 1-1,0 0 1,2 0-1,2 1 1,0-1 0,2 1-1,1-1 1,1 1 0,2-1-1,0 0 1,2 0-1,1 0 1,2-1 0,16 39-1,-9-35-109,1 1 0,1-2 0,1-1 0,2 0 0,1-1 0,1-1 0,2-2-1,0 0 1,2-2 0,0-1 0,2 0 0,0-3 0,50 26 0,-63-38-38,1 0-1,-1-1 1,1-1-1,0-1 1,1 0-1,-1-1 1,1-1 0,-1-1-1,1 0 1,0-2-1,-1 0 1,1 0-1,-1-2 1,1 0 0,27-10-1,-24 6 10,0-2 0,-1 0 0,0-1 0,0-1 0,-2-1 0,1-1 0,-1-1 0,-1 0 0,-1-1 0,0-1 0,26-33 0,-18 15-7,-2-1-1,-1-1 0,-2-1 1,-2 0-1,-1-2 0,-2 0 1,-2 0-1,9-47 0,-10 23-3,-3-1 0,-3 1 0,-2-1 0,-9-98 0,3 129 15,-2-1 1,-1 1-1,-1 0 0,-2 1 0,-1-1 1,-1 2-1,-29-56 0,32 73-33,-1 1-1,0 0 0,-1 1 1,0 0-1,-1 1 0,0 0 1,-1 0-1,-15-10 0,17 14-56,-1 1 0,1 0 0,-2 1 0,1 0-1,-1 1 1,1 0 0,-1 1 0,0 0 0,0 1-1,-1 0 1,-17 1 0,10 1-271,1 2-1,-1 0 1,1 1 0,0 1-1,0 1 1,1 0 0,-33 15-1,22-6-1195,0 1-1,1 1 0,-50 39 1,-15 26-5164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30.5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281 131 7093,'16'-3'2433,"-34"3"1390,3 0 1892,15 21-4477,-3-6-1011,-1-1 1,0 0-1,-1 0 1,0-1-1,-1 1 0,-1-1 1,0 0-1,-14 19 1,-16 33 204,-84 220 283,111-254-687,1 0 0,1 1 0,2 1 0,1-1 0,2 1 0,1 0 0,3 46 0,2-56-29,1-1 0,1 1-1,1-1 1,1 0 0,1-1-1,1 1 1,1-2 0,1 1 0,0-2-1,2 1 1,0-2 0,1 1 0,1-2-1,1 0 1,20 17 0,-23-22-5,1-1 0,0-1 0,0 0 0,1-2 0,0 1 0,1-2 0,0 0 0,0 0 0,0-2 0,1 0 0,0-1 0,0 0 0,0-2 0,0 0 0,0-1 0,1 0 0,-1-2 0,0 0 0,1-1 0,28-7 0,-20 0 7,0 0 0,0-3 0,-1 0 0,0-1 0,-1-1 0,-1-2 0,0 0 0,-1-1 0,-1-1 0,25-29-1,-14 12 1,-2-1-1,-2-2 0,-1-1 1,-3-1-1,28-58 0,-39 67-7,0 0-1,-2-2 0,-2 1 1,-1-1-1,-2-1 1,0 0-1,0-52 0,-6 64-12,0 1 0,-2-1 0,0 1 0,-2 0 0,0-1 0,-1 2 0,-1-1 0,-1 1 0,-1 0 0,-1 0 0,0 1 0,-2 0 0,-13-18 0,5 13-147,-2 1-1,0 2 1,-1 0 0,-2 1 0,0 1 0,-1 1 0,0 1-1,-2 2 1,0 0 0,-37-13 0,27 13-856,-1 3 0,-71-14 0,69 20-1264,0 1 0,-66 2 0,-12 10-6205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31.7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1129 264 5052,'-30'21'10843,"26"-22"-10713,-54-13 286,54 14-358,0 0 1,0-1 0,0 1-1,0 1 1,0-1 0,0 1-1,0-1 1,0 1-1,0 0 1,1 0 0,-1 1-1,0-1 1,-6 5 0,-43 30 694,45-30-653,-54 44 1007,-73 76 1,-45 67 103,166-177-1135,-38 47 166,4 1 0,2 3 0,-46 91 0,81-138-207,1 1 0,1 0 0,1 1-1,1 0 1,1 0 0,-6 39 0,11-49-26,0-1 1,0 1 0,1 0 0,1 0 0,0 0-1,1-1 1,0 1 0,1-1 0,0 1 0,0-1-1,2 0 1,-1 0 0,1 0 0,13 19-1,-11-22-9,1 1-1,-1-1 0,2-1 0,-1 0 0,1 0 0,0-1 1,0 0-1,1 0 0,0-1 0,0 0 0,0-1 0,16 4 1,-4-1-26,1-1 1,0-2 0,1 0 0,46 0 0,-44-5 3,0-1 0,0-1 0,-1-1 1,1-1-1,-1-1 0,0-2 0,0 0 1,-1-2-1,0-1 0,-1 0 0,0-2 1,-1-1-1,0 0 0,-2-2 0,29-26 1,-26 19 10,-1 0 0,-2-2 1,0 0-1,-2-2 1,0 0-1,-2-1 1,-1 0-1,-2-1 1,0-1-1,-2 0 0,-1-1 1,6-39-1,-7 24-7,-3-1 0,-2 0 0,-2 0 0,-2-1 0,-2 1 0,-2 0 0,-2 0 0,-2 1 0,-22-71 0,20 89-19,-1-1 0,-2 2 0,-1 0 0,-1 0 0,-1 1 0,-34-41 0,33 48-55,-1 1-1,0 0 1,-2 2 0,0 0 0,0 1-1,-2 1 1,1 1 0,-44-18-1,32 18-233,-1 2 0,-1 2 0,1 1-1,-1 1 1,0 2 0,-1 2-1,-55 1 1,47 4-994,0 2 0,1 2 0,-1 2 0,1 2 0,-73 27 0,-25 23-6249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32.9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81 1 1088,'-74'0'-376,"68"12"132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25.2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168 0 10429,'-35'94'7192,"9"-21"-5323,2-10-1218,3 1 0,2 1 1,-9 69-1,21-89-543,3 0 0,1-1 1,3 1-1,1 0 0,11 70 0,-7-93-81,0 0 0,1 0 0,2 0 0,0-1 0,1 0 0,1 0-1,1-1 1,1-1 0,0 1 0,29 31 0,-33-43-19,0 0 0,1 0 0,0-1 0,0 0 0,0-1 0,1 0 0,0 0 0,1-1 0,-1-1 1,13 5-1,-14-7 4,1 0 1,-1-1-1,0 1 1,1-2-1,-1 0 1,1 0-1,-1 0 1,0-1-1,1-1 1,-1 1 0,0-2-1,0 1 1,15-7-1,-10 2 6,0-1-1,-1 0 1,0 0-1,0-1 1,-1-1-1,0 0 1,-1-1-1,0 0 1,-1-1-1,11-15 1,1-5 17,-2 0 0,-2-1 0,16-36 0,-19 35-31,-1 0 1,-2-1 0,-1-1-1,-2 0 1,-1 0-1,-2-1 1,3-73 0,-9 86-107,-1 0 1,-1 0-1,-1 0 1,-1 1-1,-1-1 1,-9-25-1,11 40-92,0 1 0,-1 0 0,0 0 0,0 0 0,-1 1 0,0 0-1,0 0 1,-1 0 0,0 0 0,0 1 0,-1 0 0,1 0 0,-1 1 0,0 0 0,-1 0 0,1 0-1,-1 1 1,0 0 0,-16-4 0,12 4-812,-1 1-1,-1 1 1,1 1-1,0 0 1,0 0-1,-1 1 1,1 1-1,-25 4 1,-12 11-6033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25.5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478 166 8593,'13'-30'3249,"14"-46"0,-10 16 5518,-16 65-8244,5 47 97,21 128 433,-1-60-1095,-4 2 0,5 132 0,-26-231-56,-1-1 0,0 1 0,-2-1 0,-1 1 0,-1-1 0,-1 0 0,-1 0 0,-1-1 0,-1 1 0,0-1 0,-2-1 0,0 0 0,-1 0 1,-2-1-1,1-1 0,-2 0 0,-1 0 0,0-2 0,-30 26 0,13-17-124,-1-2 0,-2-1 1,0-2-1,-50 22 0,33-21-1694,-56 15 0,104-35 1457,0-1-1,0 1 0,0 0 0,0-1 1,-1 0-1,1 0 0,0 0 0,0-1 1,0 1-1,0-1 0,0 0 0,0 0 1,0 0-1,-6-3 0,0 0-1941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25.6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11017,'84'12'1784,"-44"6"-220,4-8-252,-1-1-279,1-3-193,0 6-168,9 0-416,11 0-436,-7 3-692,-7 0-553,-7-3-443,-9 3-2204,-21-9-3005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36.6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9 9553,'15'-1'971,"-13"4"-416,-9 1 593,13-4-1201,-1 0-1,1-1 0,-1 1 1,1-2-1,-1 1 0,0 0 1,6-4-1,-3 3-246,-7 1 204,0 1-1,0 0 0,0-1 1,0 1-1,0 0 0,0 0 0,0 0 1,0 0-1,0 0 0,0 0 1,0 0-1,0 0 0,0 0 0,0 0 1,0 0-1,0 0 0,0 1 1,0-1-1,0 0 0,0 1 0,0-1 1,0 1-1,0-1 0,-1 1 1,1 0-1,0-1 0,0 1 0,-1 0 1,1-1-1,0 1 0,-1 0 1,1 0-1,0 0 0,-1 0 1,1-1-1,-1 1 0,1 1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38.8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174 1265 2660,'0'0'992,"-1"2"-586,-7 9-506,8-10 208,0-1 0,0 1-1,-1-1 1,1 1 0,0-1-1,0 1 1,-1-1 0,1 0 0,0 1-1,-1-1 1,1 1 0,-1-1-1,1 0 1,0 1 0,-1-1-1,1 0 1,-1 1 0,1-1 0,-1 0-1,1 0 1,-1 1 0,1-1-1,-1 0 1,0 0 0,1 0-1,-1 0 1,1 0 0,-1 0 0,1 0-1,-1 0 1,0 0 0,1 0-1,-1 0 1,1 0 0,-1 0-1,1 0 1,-1-1 0,1 1 0,-1 0-1,1 0 1,-1-1 0,1 1-1,-1 0 1,0-1 0,-16-3 4096,4 10-4156,-14 6 336,-50 15-1,70-25-212,4-1 1767,15-15-1244,-3 2-524,1 3-60,1 0 0,1 1 1,-1 0-1,1 1 0,1 0 0,20-9 1,91-27 252,-96 34-315,365-91 314,9 27-189,-391 72-166,1087-156 158,7 35 14,-1036 115-155,1065-95 110,-66 8-18,1467-241 1730,-2288 288-1333,174-26-132,-256 51-353,-162 22-59,32-8-689,-38 6 393,0-1 1,-1 1-1,1-1 0,-1 1 0,0 0 0,1 0 0,-1 0 0,0 1 0,0 0 1,0-1-1,-1 2 0,-7-2 0,-13-3-1598,-29-10-4397,31 16 645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39.2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43 10573,'12'-9'422,"-7"6"-187,0-1 0,-1 1 0,1 0 1,0 0-1,1 0 0,-1 1 0,0-1 0,1 1 1,-1 1-1,1-1 0,0 1 0,10-1 1,-2 1 493,-1 1 0,1 0 0,-1 1 0,1 1 1,-1 0-1,1 1 0,24 8 0,-31-7-589,1-1 0,-1 1 0,0 1 0,0-1 0,0 1 0,0 1-1,-1-1 1,0 1 0,0 0 0,-1 0 0,0 1 0,0-1 0,0 1 0,5 10 0,0 4-14,-1 1 0,-1 0 0,-1 0 0,0 1 0,3 29 0,-3 0-167,1 67 0,-7-60-788,-3-1 1,-10 64-1,5-81-1487,-24 75-1,11-55-2520,4-5-2882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39.6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235 298 5573,'-7'6'506,"0"1"0,0 0 0,1 1 0,0-1 0,1 1 1,0 0-1,0 1 0,0-1 0,1 1 0,1 0 1,-1 0-1,-2 12 0,4-7-97,0-1 0,1 0 0,0 1-1,1-1 1,0 1 0,1-1 0,6 27 0,2-8-79,1-1 0,1 0 0,2 0 0,1-2 0,1 0 0,29 41 0,-32-54-243,2 1-1,0-2 0,0 0 1,1 0-1,1-2 0,1 0 0,0-1 1,25 15-1,-34-24-67,-1 1 1,1-1-1,0-1 0,0 1 0,0-1 1,0-1-1,0 1 0,1-2 0,-1 1 1,0-1-1,1 0 0,-1-1 0,0 1 0,0-2 1,0 1-1,1-1 0,-1-1 0,14-6 1,-11 5 3,0-2 0,-1 0 1,1 0-1,-2 0 1,1-2-1,-1 1 0,0-1 1,0 0-1,-1-1 0,0 0 1,-1 0-1,10-15 0,-6 2-24,0-1 0,-2 0 0,0 0 0,-2-1 0,0 0 0,-2 0 0,-1-1 0,0 1 0,-2-1 0,-1 0 0,-1 0 0,-1 0 0,-1 1 0,-1-1 0,-2 1 0,-13-46 0,11 48-16,-1 0 0,-1 1-1,-1 0 1,0 0-1,-2 1 1,0 1 0,-2 0-1,0 1 1,-1 0 0,0 1-1,-2 1 1,0 0 0,0 2-1,-2 0 1,0 0 0,0 2-1,-1 0 1,-29-11 0,23 14-99,0 0 0,0 2 0,0 2 0,-1 0 1,-31-1-1,38 5-233,-1 1 0,1 0 0,-1 2 0,1 1 1,0 0-1,0 1 0,-29 11 0,41-12 31,0 0 0,1 1 0,0 0 0,0 1 0,0-1 0,-10 10 0,12-9-587,1 0 0,-1 0 0,1 0 0,-7 10 0,2 5-4708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40.0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406 58 6413,'-1'-3'250,"1"1"1,-1-1 0,1 0 0,0 0 0,0 0 0,0 0 0,0 0 0,0 1-1,0-1 1,1 0 0,0 0 0,-1 0 0,1 1 0,0-1 0,0 0-1,1 1 1,-1-1 0,3-4 3542,-4 9-3693,0 1-1,-1 0 1,1-1 0,-1 0 0,0 1 0,0-1 0,0 1 0,0-1 0,0 0 0,-1 0-1,1 0 1,-3 4 0,0 0 57,-105 145 755,31-30-593,23-38-179,3 2 0,-49 112 0,100-194-141,0-1-1,1 0 1,0 1-1,-1-1 1,1 1 0,0-1-1,0 1 1,1-1 0,-1 0-1,0 1 1,2 3-1,-1 1-54,-1-4 90,5-4 30,7-1-34,-1-2 1,0 0 0,0 0 0,0-1 0,-1 0 0,0-1 0,0 0-1,0-1 1,-1 0 0,12-11 0,11-13 244,40-53 1,-47 53 182,57-55-1,-21 40 303,-58 45-725,-1-1 0,0 1 0,0 0 0,1 1 1,-1-1-1,1 0 0,-1 1 0,1-1 0,-1 1 0,1 0 1,-1 0-1,1 0 0,-1 0 0,1 0 0,-1 0 1,1 1-1,-1 0 0,1-1 0,-1 1 0,0 0 1,1 0-1,-1 0 0,3 2 0,-1-1 3,0 1 0,0-1-1,0 1 1,-1 0 0,1 0 0,-1 1-1,0-1 1,0 1 0,0 0 0,0-1-1,3 7 1,0 5 12,-1 0 0,0 1 0,-1-1 0,0 1 0,-1-1 0,-1 1 0,0 20 0,-7 117-377,3-120 97,-6 44-1500,-3 1 1,-34 121 0,8-91-1656,13-38-117,-4 25-2996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40.2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161 94 11513,'0'0'2048,"-3"-18"-248,-1 0 709,-2 3-1569,2-3-40,-12 6-1016,6 0-388,-7 18-472,3 0-664,-12-3-669,-8 12-1771,7 3-3021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44.4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0 423 2320,'0'0'1832,"1"-3"-1556,1 0-170,0-1 0,-1 0 0,0 1 0,0-1 0,0 0 1,0 0-1,-1 0 0,1 0 0,-1 1 0,0-6 0,0 6-125,1 1 1,-1-1-1,1 0 0,-1 0 1,1 0-1,0 1 0,0-1 1,1 0-1,-1 1 0,0-1 1,1 1-1,0-1 0,-1 1 0,1 0 1,0 0-1,3-3 0,41-34-266,-33 29 248,30-28-385,70-81 0,-49 48-937,-15 21 519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46.6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55 2244,'142'-34'474,"-122"30"-313,-1 1 1,1 0-1,35 0 1,-9 2 53,50-5-38,0 5 1,0 4-1,115 19 1,-134-9-135,0 4 0,-1 4-1,-1 2 1,96 45 0,-116-44-10,-2 3-1,96 64 0,-92-48-8,-3 3-1,-2 1 0,59 71 0,-80-80 0,-3 0 0,-1 2 0,-1 2 0,-3 0 1,32 79-1,-37-69 46,-2 0 1,-3 1-1,-2 1 1,-2 0-1,3 78 0,-15 208 378,6-182-83,2-50-134,3-23-114,-8-82-121,-2 18 72,2-19-67,0 0 0,-1 0 0,1 0 0,0 0 0,-1 0 0,1 0 1,-1 0-1,0 0 0,0 0 0,1 0 0,-1 0 0,0-1 0,-1 1 0,1 0 1,0-1-1,0 1 0,-1-1 0,1 1 0,-3 1 0,1-4 8,0 0 0,0 0 0,1 0-1,-1 0 1,0 0 0,1-1 0,-1 0 0,1 1-1,-4-4 1,-15-48-20,20 51 9,1-18-10,-10-32 1067,10 49-710,-14-42 284,-8 4-121,21 39-392,1-2-70,2-7-115,0-6 154,0 0 1,2 1-1,8-28 1,-11 42-29,0-9-43,1 0-1,0 0 0,1 1 1,0-1-1,0 1 0,6-11 1,1-6-16,1 0 4,2 1 0,1 0 1,18-25-1,-2 3-11,-13 22-5,1 2-1,0 0 1,2 1 0,1 0-1,1 2 1,1 1 0,0 0-1,2 2 1,0 1 0,1 1-1,35-17 1,36-17-198,58-26 42,-58 32 40,-50 21 73,78-26 1,-123 49 55,45-15-9,94-15 1,-88 23-60,-18 1 40,57-1-1,128-9-18,-23 1 78,-126 13-3,340 5 48,-354 1-65,0 2-1,0 3 1,56 16-1,-93-19-9,1 1-1,-1 1 0,-1 0 0,1 2 0,-2 0 0,1 1 1,-1 1-1,-1 0 0,0 2 0,-1 0 0,21 23 0,-15-7 5,-2 0 0,-1 2 0,-1 0 0,-2 1 0,-1 1 0,12 39-1,9 15-17,68 120-1,-27-87 18,-7-11-21,-54-81 17,-2 1 0,-1 0 0,13 47 0,16 96 76,-40-162-50,1 5-1,-1 0 1,0 30-1,-2-30-22,0 0 0,5 21 0,-4-31 0,1 21 34,-2 7 10,0 3 37,0-34 183,0 0-95,2 6-85,0 3 287,4-21-154,2-28-219,-7 30 22,0 1 0,1 0 0,-1-1 0,1 1 0,4-9 0,-4 12-33,1-30-143,-3 30 288,-6-31-79,19-35-114,-13 66 79,1 0 24,3-21-28,2 1 1,1 0 0,1 0 0,1 0 0,0 1 0,2 0-1,22-32 1,-14 22-304,2 2-1,1 0 0,2 1 1,0 2-1,2 0 0,31-24 0,39-18-279,123-68 0,-154 104 509,2 3 0,0 4 1,2 2-1,1 3 0,134-22 1,-172 38 40,15-3-5,69-2-1,-102 9 31,1 2-1,-1 0 1,0 0-1,0 1 1,0 1-1,0 1 1,0 0-1,-1 0 1,19 10-1,-22-8 1,1 1-1,-1 0 1,0 1 0,-1 0-1,0 0 1,0 1-1,-1 0 1,0 1-1,0 0 1,-1 0-1,8 15 1,-7-9 6,-1-1-1,0 1 1,-2 1 0,1-1-1,-2 1 1,0 0 0,2 28-1,-1-11 18,1-1 0,17 54-1,-21-81-18,14 34 27,-12-32-47,-1 1 1,1 0-1,-1-1 0,-1 1 0,2 14 0,-2-12 2,0 0-1,1-1 1,0 0 0,9 20 0,8 27 17,9 58-47,-15-66 69,9 55 0,-21-74 222,-1 1 1,-1 0-1,-1-1 0,-10 56 0,10-81-217,1-1-1,0 1 0,0-1 1,1 0-1,0 1 1,1 5-1,1 12 176,0-7 757,5-18 1461,7-1-6222,-34 1 1349,-5 0-652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48.1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1 764 1848,'0'-3'53,"0"1"0,0 0-1,1 0 1,-1 0 0,1 0 0,-1 0-1,1 0 1,0 0 0,0 0 0,0 0 0,0 0-1,0 0 1,0 0 0,1 0 0,-1 1-1,2-3 1,1 2 128,0-1 0,0 1 0,0 0 0,0 0 0,0 0 0,6-1 0,7-4 171,3-1 297,-12 4-411,0 1 1,0 0-1,0 0 1,0 1-1,10-1 1,-12 2-187,1-1 92,-1 1 1,0 1-1,1-1 0,-1 1 0,1 0 1,8 2-1,-11-1-69,1 0-1,-1 0 1,0 1 0,1-1-1,-1 1 1,0 0-1,0 0 1,0 1 0,6 4-1,-4 0 109,0-1-1,-1 1 0,0 0 1,6 11-1,-8-13-89,1-1 0,0 1 0,0-1 0,0 0 0,0 0-1,0-1 1,1 1 0,-1-1 0,1 0 0,0 0 0,0-1 0,1 1 0,-1-1 0,0 0-1,1-1 1,-1 1 0,1-1 0,-1 0 0,1-1 0,0 1 0,6-1 0,16 0 29,-1-2 0,1-1 1,33-8-1,-10 3 39,399-58 351,289-38-267,1219-113 81,801-101-2375,-2742 316 1929,298-53-4364,-266 42 1180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48.6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1 531 3504,'20'-9'4437,"90"-30"-3194,628-138 543,16 52-1476,156 16-1115,-297 57-3128,-305 33 375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52.8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239 965 10537,'-15'-2'2030,"20"6"1017,12 11-990,-15-10-1809,-1 0-1,0 0 1,0 0 0,0 1-1,0 9 1,1 6 196,4 18 374,-3 0-1,-3 72 1,-17 79-1,14-164-703,-56 302 631,29-186-549,-14 80 5,-50 274 284,77-405-288,95-266-163,12-59-25,221-569-189,24 14-20,-189 497 162,-107 225 114,2 2 0,60-71 0,-83 114 35,1 1-1,1 1 0,1 1 1,36-27-1,-51 41-41,1 1 0,0 0 0,0 0 0,0 0 0,1 1-1,-1 0 1,1 0 0,0 1 0,0 0 0,0 0 0,0 1 0,0 0 0,0 0-1,0 1 1,1 0 0,-1 1 0,0 0 0,0 0 0,0 0 0,9 4-1,-6 0 40,0 0 0,0 1 0,-1 0-1,0 1 1,0 0 0,0 1 0,-1 0-1,0 0 1,-1 1 0,0 0 0,9 14-1,2 5 226,-1 2-1,25 57 0,-18-23 22,-2 0 0,-3 2 0,-4 0 0,-2 1 0,10 130 0,-19-74-28,-6-1 0,-22 175 0,-77 248 241,-38-4-416,-1 9-154,6 131 51,60 5-707,71-651 322,2 0-1,1 0 1,7 45 0,-5-69 92,-1 1 0,2 0 0,0-1-1,0 0 1,9 17 0,-10-23 52,1 1 0,-1-1 0,1 0 0,1 0 0,-1 0 0,1 0 0,-1-1 0,1 0 0,0 0 0,1 0 0,6 3 0,-7-5-62,0 0 0,0 0 0,0-1 0,0 1 0,1-1 0,-1 0 0,0-1 0,1 1 0,-1-1 0,1 0 0,-1-1 0,1 1 0,-1-1 0,0 0-1,1 0 1,-1-1 0,0 1 0,0-1 0,0-1 0,0 1 0,8-6 0,6-4-1480,0-1-1,-2-1 0,0 0 0,16-18 0,33-37-8010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53.0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120 447 10085,'-70'-56'2095,"65"53"-1549,-1 0-1,1-1 0,0 0 1,1 0-1,-1 0 0,1-1 0,-8-8 1,12 11-440,-1 0 1,0 0-1,1 0 1,-1 0 0,1 0-1,0 0 1,0 0-1,0 0 1,0 0-1,0 0 1,0 0-1,0 0 1,0 0 0,1 0-1,-1 0 1,1 0-1,0 0 1,-1 0-1,1 1 1,0-1 0,0 0-1,2-2 1,5-8 210,0 1 1,1 0 0,0 1-1,0 0 1,1 1-1,1 0 1,-1 0 0,1 1-1,1 1 1,-1 0-1,1 0 1,15-5 0,14-5 274,2 1-1,62-14 1,44-2 163,166-15 1,159 13-1589,172 29-4494,-215 30-3802,-233-8 993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53.4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48 13221,'-6'-18'2070,"5"15"-257,8-12 1171,-6 14-2910,0 0 1,-1 0 0,1 0-1,0 1 1,0-1 0,-1 0-1,1 0 1,0 1-1,0-1 1,0 1 0,0-1-1,0 1 1,0-1 0,0 1-1,0-1 1,0 1-1,0 0 1,0 0 0,1 0-1,-1-1 1,0 1-1,0 0 1,0 0 0,0 0-1,0 1 1,0-1 0,0 0-1,1 0 1,-1 1-1,0-1 1,1 1 0,42 20 1327,-34-16-1161,14 10-49,-1 0 0,-1 1 0,0 2 0,-1 0 0,-1 1 0,-1 1 0,-1 0 0,-1 2 0,-1 0 0,0 1 0,-2 0 0,16 36 0,-9-12-253,-2 1 1,-3 1 0,-1 1 0,-3 0 0,10 92 0,-14-34-339,-5 0 0,-5 0 0,-5 0 0,-28 155 1,28-225 338,-2 0 0,-1 0 0,-2-1 0,-1-1 0,-2 0 0,-2-1 1,-1-1-1,-23 33 0,40-65 68,0-1 1,0 0-1,-1 1 0,1-1 1,-1 0-1,1 0 0,-1 0 1,1 0-1,-1 0 1,0-1-1,0 1 0,1 0 1,-1-1-1,0 1 1,0-1-1,0 0 0,1 0 1,-1 1-1,0-1 0,0 0 1,0-1-1,0 1 1,1 0-1,-1 0 0,0-1 1,0 1-1,0-1 0,1 0 1,-4-1-1,4 0 18,-1-1 0,1 0-1,0 0 1,-1 0 0,1 0-1,1 0 1,-1 0 0,0-1-1,1 1 1,-1 0 0,1-6-1,2-40 214,2 17-101,1-1 1,2 1-1,17-52 1,46-92 62,-16 67-399,4 2 0,88-120 0,-97 153-192,229-300-3926,-61 151-4289,-117 136 220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53.6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 10801,'15'-2'473,"0"1"0,1 0-1,-1 1 1,1 1 0,-1 0 0,0 1 0,0 1 0,1 1-1,-2 0 1,1 0 0,0 2 0,16 8 0,9 6 152,-1 1 0,-1 3 0,36 28 0,-43-28-435,-1 2 0,-1 0 0,-1 2 0,-2 1 0,37 53-1,-47-59-148,-2 2 0,0 0-1,-2 1 1,-1 0 0,-1 1-1,-1 0 1,-1 0 0,5 41-1,-9-35-4,-1-1-1,-1 1 0,-2 0 1,-2 0-1,-1 0 1,-13 61-1,10-72 10,-1-1-1,0 0 1,-2 0 0,-1-1 0,0 0-1,-1 0 1,-1-2 0,-1 1-1,-1-1 1,-29 29 0,40-44 7,0 0 1,0-1 0,-1 1 0,1-1 0,-1 1-1,1-1 1,-1 0 0,0-1 0,-5 3-1,8-4-35,-1 0-1,1 1 0,0-1 0,0 0 0,-1 0 1,1 0-1,0 0 0,-1 0 0,1 0 0,0 0 1,0-1-1,-1 1 0,1 0 0,0-1 0,0 1 1,0-1-1,0 1 0,-1-1 0,1 1 0,0-1 1,0 0-1,0 0 0,0 0 0,0 1 0,1-1 1,-1 0-1,0 0 0,0 0 0,0 0 0,1 0 1,-2-3-1,-1-3 25,0-1 1,1 0 0,0 0-1,0 0 1,1 0 0,0 0-1,0-1 1,1 1 0,0 0-1,0 0 1,1-1 0,0 1-1,3-11 1,4-13 36,2 0 1,13-31-1,0 9-709,3 2 0,2 1 0,3 1 0,1 1 0,2 2 0,47-49 0,76-68-7172,-71 89-550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54.7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479 22 10093,'25'-18'2110,"-20"15"1526,-9 3-2287,-2 1-1168,1 0 1,-1 1 0,1 0-1,-1 0 1,1 0 0,-1 0-1,1 1 1,0 0 0,0 0-1,0 0 1,1 1 0,-1 0-1,1-1 1,0 2 0,0-1-1,-5 6 1,-68 81 723,-110 170 0,161-220-1005,2 0-1,2 2 1,2 1 0,2 0-1,-19 68 1,36-108 47,0 0 1,0 0-1,0 1 1,1-1-1,0 0 0,-1 0 1,2 0-1,-1 0 1,0 0-1,1 0 1,0 1-1,0-1 0,2 6 1,-2-8 18,0 0 0,1 1 0,-1-1 0,1 0 0,-1 0 0,1 0 0,0 0 0,0-1 0,-1 1 0,1 0 0,1-1 0,-1 1 0,0-1 0,0 0 0,0 0 0,5 2 0,-1-2 8,-1 0 1,1 0-1,-1 0 1,1-1-1,-1 0 0,1 0 1,-1 0-1,1-1 0,-1 0 1,1 0-1,-1 0 1,0-1-1,1 1 0,-1-1 1,0-1-1,0 1 0,0-1 1,4-3-1,30-22-37,-2-1 0,57-59 0,55-79-74,-98 107 204,-19 27 1,-29 32-20,17 26 183,-20-19-215,0 1-1,0-1 0,-1 0 1,1 1-1,-2-1 1,1 0-1,-3 7 0,-4 34-171,9-37 174,0 0 0,0-1 0,1 1 0,1-1 0,-1 1 0,1-1 0,1 0 0,0 0 0,0-1 0,1 1 0,6 9 0,-8-15-19,0 1 1,1-1 0,-1 0-1,0 0 1,1 0 0,0 0-1,0-1 1,-1 0 0,1 0-1,1 0 1,-1 0 0,0 0-1,7 1 1,-1-1 23,-1 0 1,1 0-1,-1-1 1,20 0-1,4-4 19,0-1-1,-1-2 0,41-11 0,96-40-5,-58 19-105,-87 30 70,11-2 12,59-28 1,-86 35-18,0-2 1,0 1 0,0-1 0,-1 0 0,0-1 0,0 1-1,0-1 1,-1-1 0,0 1 0,0-1 0,0 0 0,6-13 0,-10 14 4,0-1 1,0 0-1,-1 1 1,0-1-1,0 0 1,-1 0 0,1 0-1,-2 0 1,1 0-1,-3-13 1,2 11 25,0 0 0,0 0-1,1-1 1,0 1 0,1 0 0,2-14 0,11-43 1135,-12 39 2224,-19 33-3214,14-5-165,0 1 1,1 0-1,-1 0 1,0 0 0,1 0-1,-1 0 1,1 1-1,0-1 1,0 1 0,0-1-1,0 1 1,0 0-1,1 0 1,-1 0 0,-1 5-1,-1 1 15,1 1-1,0-1 1,1 1-1,-2 11 0,1-5 0,2 0-1,0 0 0,0 0 1,2 1-1,0-1 1,1 0-1,4 19 0,-4-28-21,1 0 0,0 0 0,0 0 0,0-1 0,1 1-1,0-1 1,1 0 0,-1 0 0,1 0 0,0 0 0,0-1-1,1 0 1,0 0 0,0-1 0,0 1 0,0-1-1,12 5 1,12 5-99,0-2 0,1-1-1,1-2 1,39 8 0,-6-7-120,74 3 1,-39-9-103,108-9 0,-163 1 258,0-2 1,0-2-1,-1-1 1,77-29-1,-101 30 45,0-2-1,-1 0 1,0-2-1,-1 0 1,0-1-1,-1 0 1,-1-2-1,0 0 1,0-1 0,-2 0-1,15-22 1,-5 1 226,-1-1 0,-2-1 0,-2-1 1,21-62-1,6-2 1668,-66 164-1325,3 2 1,2 0-1,-9 86 1,0 197-36,-1 2-280,-192 766-146,-171 87-245,350-1108 137,-4-2 1,-60 98-1,72-142 12,-2-1-1,-1-2 0,-3-1 1,-1-2-1,-62 52 0,54-56-19,-2-2 0,-2-2 0,-57 28 0,73-45 28,0 0-1,0-2 0,-2-2 0,1-1 1,-2-1-1,-39 3 0,64-10 6,0-2-1,0 1 1,0-2 0,0 1-1,0-1 1,1-1-1,-1 0 1,0-1-1,1 0 1,-20-8-1,24 8-6,1 0 0,0 0 0,0-1 0,0 0-1,0 0 1,1 0 0,-1 0 0,1-1 0,0 1 0,0-1-1,1 0 1,0-1 0,-1 1 0,2-1 0,-1 1-1,1-1 1,0 0 0,0 0 0,0 0 0,-1-10-1,1-3 5,1 0 1,0 0-1,2 0 0,0 0 0,1 0 0,8-32 0,3 3 2,28-66 0,-4 30-167,4 1 0,4 2 0,72-99 0,189-213-1541,-287 371 1599,834-958-7416,-545 652-292,-169 184-418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54.9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46 11841,'-13'-10'4861,"9"-8"-3621,1 0 436,26 18-6653,18 15 761,-15 9-3225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55.1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43 9025,'-17'0'1884,"38"-9"3540,-1 3-4907,0 0-1006,13 3-755,14-6-724,-3 0-1848,3 15-2533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55.2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0 148 10189,'37'-30'1952,"4"0"-336,2 12 16,7-1-295,11-2-269,12 9-236,18 3-192,16 0-664,3 12-364,14 3-880,7-6-625,-10 3-2679,-8 6-3565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56.5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602 125 6761,'4'-5'726,"-1"0"0,0 0 0,0 0 0,0 0 0,-1 0 0,4-11 0,-4 10 37,-1 3 1003,-1-1-150,0-1-1159,0 0-1,0 0 0,0-1 1,1 1-1,0 0 1,0 0-1,0 0 1,1 0-1,0 0 0,0 0 1,3-5-1,-7 14-271,0 0 0,0 0-1,0 0 1,1 1 0,0-1-1,0 0 1,0 1 0,0-1 0,1 1-1,0 6 1,-4 19 403,-59 246 2091,-168 664-1056,95-424-1417,-41 455-5486,158-804 1885,18-57-4062,7-53-2020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57.1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0 5753,'0'0'71,"0"1"0,0-1 0,-1 0 0,1 0 0,0 1 0,0-1 0,0 0 0,0 0 0,-1 1 0,1-1 0,0 0 1,0 1-1,0-1 0,0 0 0,0 1 0,0-1 0,0 0 0,0 1 0,0-1 0,0 0 0,0 1 0,0-1 0,0 0 1,0 1-1,0-1 0,0 0 0,0 0 0,1 1 0,-1-1 0,0 0 0,0 1 0,0-1 0,0 0 0,1 0 0,-1 1 0,16 6 1554,28-2 24,-31-4-1168,841 94 5374,430 13-4794,-224-40-559,994 71-92,-333-19-221,-896-67-117,-654-36-137,78 4 45,-220-20-52,0 1 0,0 1 0,-1 2 0,38 10 0,-64-14-476,2 20-4359,-4-19 4261,3 10 22,-6-5-4149,-14 6-455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57.8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118 54 4912,'-23'-5'625,"16"4"-272,0 0 1,1-1-1,-1 0 0,1 0 0,0 0 1,-10-6-1,14 7-45,0 0 0,-1 0 0,1 1 0,0-1 0,-1 1 0,1-1 0,-1 1 0,1 0 0,-1 0 0,1 0 0,-4 0 0,2 1 280,1-1 736,5-3-971,1 1 0,0 0 1,0-1-1,0 1 0,0 1 1,0-1-1,0 0 0,4 0 1,10-1-35,-1 1 0,1 0 1,0 2-1,0 0 1,24 3-1,-12-1-7,439 52 1619,-250-24-1631,1323 142 521,7-26-671,-316-30-95,-1007-94-63,1380 130 37,-5-25 22,-623-100 46,-831-40-126,-141 12 6,-1 0-1,1 0 1,-1 0-1,1 0 1,-1-1-1,0 0 0,0 0 1,5-2-1,-8 3-8,-1 1-1,1-1 1,0 1-1,-1-1 1,1 1-1,-1-1 1,1 1-1,-1-1 1,1 1-1,-1-1 1,0 0 0,1 1-1,-1-1 1,0 0-1,1 1 1,-1-1-1,0 0 1,0 1-1,0-1 1,1 0-1,-1 0 1,0 1-1,0-1 1,0 0-1,0 1 1,0-1-1,-1 0 1,1 0-1,0 1 1,0-1-1,0 0 1,-1 0-1,1 1 1,0-1-1,-1 1 1,1-1 0,0 0-1,-1 1 1,1-1-1,-1 1 1,1-1-1,-1 0 1,1 1-1,-1 0 1,-1-2-1,-5-4-1011,-1 0 0,-1 0 0,1 1 0,-1 0 0,0 0 0,-17-6 0,15 7-900,-31-16-6537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58.4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2137 109 5861,'-27'-42'3468,"22"36"-2557,0 0 0,0-1 0,1 0 0,0 0 0,1 0 0,-1-1 0,-2-8 1,6 14 179,-2 4-48,-3 2-814,1 1 0,0-1 0,1 1 0,-1 0 0,1 0 1,0 1-1,0-1 0,1 1 0,-3 8 0,-14 59 1161,14-50-957,-31 117 884,-5-2 0,-7-2-1,-108 214 1,-246 363-297,-71 40-2692,-38 64-4111,347-548 1362,53-95-1972,41-62-1507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58.8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 0 2608,'24'63'644,"-21"-41"-100,1 2-192,-1-3-68,0 3-64,1-3-44,-1 0-44,-6 6 0,-1-3-228,-13-3-248,1 1-1000,-1-10 1020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59.4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1481 27 4988,'-5'-8'1286,"4"0"5684,14 2 3684,-2 2-13227,-9 3 3953,-16 18-830,-14 28 419,2 1-1,-31 75 1,27-54-510,-135 285 786,-225 489 298,33 14-2874,327-776 922,-247 623-7245,181-503-998,66-116 274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2:59.9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1434 68 5465,'22'-30'1542,"-17"24"25,-3-13 485,-2 7 5392,-17 25-3391,10-5-3741,0 1 0,0 0-1,1 1 1,0 0-1,0 0 1,-4 12 0,-24 74 954,17-44-785,-270 645 1731,-53 72-3992,144-315-443,168-391 1786,-355 776-9104,321-703 5058,12-13-2333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00.4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1880 62 6345,'-10'-32'1656,"8"14"986,5 7 5869,-14 22-7915,0 0-1,1 1 1,1 1 0,0-1 0,-12 23-1,-32 78 1408,38-79-1530,-272 552 2822,-281 358-4268,-70-45-9014,513-743 4383,12-12-3347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01.6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409 118 4132,'3'-2'1427,"0"-2"-502,1-1 0,-1 1 0,0-1 1,0 0-1,-1 0 0,5-9 1,-6 10-558,0 1 0,1-1 0,-1 1 0,1 0 0,0 0 0,0 0 0,0 0 1,0 0-1,4-3 0,-6 5-252,1 0 1,-1 0 0,1 1 0,-1-1-1,0 0 1,0 0 0,1 1 0,-1-1-1,0 0 1,0 0 0,0 0-1,0 0 1,0 1 0,0-1 0,0 0-1,0 0 1,0-1 0,0-2 253,4-11 632,-3 12 1451,-4 5-1395,-5 5-654,0 0 0,0 0 0,1 1 0,0 0-1,0 0 1,-9 17 0,-32 64 688,13-20-641,-63 114-1021,-39 63-7268,92-170 1767,7 0-3537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02.2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592 313 7549,'-16'-18'977,"10"12"-412,0-1 1,1 1 0,0-1-1,0-1 1,1 1 0,-6-12-1,5 7 508,-1 0 0,-1 1-1,-14-21 1,13 21-284,0-1 1,1 0-1,-9-19 1,-5-23 1004,20 51-1732,1 0 0,0 0 0,0 1 0,0-1-1,0 0 1,0 0 0,1 0 0,-1 1 0,1-1 0,0 0 0,0 1 0,0-1 0,1-2-1,-1 1 54,-1 4-112,0 0 1,0 0 0,0 0-1,0 0 1,0 0 0,0 0-1,0-1 1,0 1 0,1 0-1,-1 0 1,0 0 0,0 0 0,0 0-1,0 0 1,0-1 0,0 1-1,0 0 1,0 0 0,0 0-1,0 0 1,0 0 0,0 0-1,1 0 1,-1 0 0,0 0-1,0 0 1,0-1 0,0 1-1,0 0 1,0 0 0,0 0-1,1 0 1,-1 0 0,0 0-1,0 0 1,0 0 0,0 0-1,0 0 1,0 0 0,1 0-1,-1 0 1,0 0 0,0 0-1,0 0 1,0 0 0,0 0-1,1 0 1,-1 0 0,0 0-1,0 1 1,0-1 0,0 0-1,0 0 1,0 0 0,8 2 18,-1 0 0,0 1 0,0 0 0,0 0 0,-1 0 0,1 1 0,-1 0 0,0 0 0,0 1 0,0 0 0,0 0 0,-1 0 0,0 1 0,0-1 0,-1 1 0,1 0 0,-1 1 0,0-1 0,-1 1 0,0 0 0,0 0 0,0 0 0,-1 0 0,0 0 0,1 13 0,0-2-85,-1 0 0,0 1 0,-2-1 0,0 0 0,-1 1 0,-1-1 0,-1 0 0,0 0 0,-2 0 0,0 0 0,-1 0 0,0-1 0,-18 32 0,-6-2-391,-1 0 1,-3-2-1,-44 46 1,-129 113-671,69-78 1309,138-126-157,-1 0 0,0 1 0,0-1 1,1 1-1,-1-1 0,0 1 0,1 0 0,-1-1 0,0 1 1,1-1-1,-1 1 0,1 0 0,-1 0 0,1-1 1,-1 1-1,1 0 0,0 0 0,-1 0 0,1-1 0,0 1 1,-1 1-1,27-3 273,108-23-210,-15 2-754,129-6-3100,-82 16-2191,-43 6-1542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02.7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560 253 6877,'1'-3'267,"0"0"-1,0 0 1,-1 0 0,1 0 0,-1 0 0,0 0 0,1 0 0,-1 0 0,-1 0 0,1 0 0,-1-4 0,1 3 276,0 0-213,1 0-1,-1 0 1,1 0-1,0 0 1,0 0 0,1 0-1,-1 0 1,1 0-1,0 1 1,0-1-1,0 1 1,1-1 0,-1 1-1,1 0 1,-1 0-1,5-3 1,5-7 386,1 1-1,16-11 1,-9 9-408,0 1 1,2 2-1,-1 0 1,2 1-1,-1 1 1,1 2-1,38-9 1,-55 15-271,1 0 0,-1 0 0,0 0 0,1 1 1,-1 0-1,0 0 0,1 1 0,-1-1 0,0 1 1,0 1-1,0-1 0,10 5 0,-14-5-35,0 0 0,0 0 0,0 0 1,0 0-1,-1 1 0,1-1 0,-1 1 0,1-1 0,-1 1 0,1-1 0,-1 1 0,0 0 0,0 0 0,1 0 1,-2 0-1,1-1 0,0 1 0,0 1 0,0-1 0,-1 0 0,1 0 0,-1 0 0,0 0 0,0 0 0,0 0 1,0 1-1,0-1 0,0 0 0,0 0 0,-1 0 0,1 0 0,-1 0 0,1 0 0,-1 0 0,0 0 0,0 0 1,-1 3-1,-30 52 87,22-42-85,1 0-1,1 1 1,-8 21-1,15-32 1,-1 0 0,1 0 0,0 0 0,0 0 0,0 0 0,1 0 0,0 1 0,0-1 0,0 0-1,1 0 1,0 0 0,0 0 0,0 0 0,0 0 0,4 9 0,25 40-19,-21-40 18,-1 0-1,-1 0 1,11 29 0,-16-37-4,-1-1-1,0 0 1,0 1 0,0-1 0,-1 1 0,0-1-1,0 1 1,0-1 0,-1 1 0,0-1-1,0 0 1,0 1 0,-1-1 0,0 0 0,-4 9-1,-2 1-6,-1 0-1,-1-1 0,-1 0 1,0-1-1,0 0 0,-1-1 0,-1 0 1,0-1-1,-1 0 0,-27 15 1,-4 0-2,-2-3-1,-61 21 1,-259 68-2204,324-102 606,-73 6 0,47-10-4747,52-3-408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03.2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269 89 9117,'2'-9'1174,"1"0"1,0 0 0,8-16-1,-9 20-615,0 2 1036,-2 0-130,-1-4-1304,-5-11 2539,0 18-1336,-4 14-912,4-2-328,1 1 0,0-1 1,1 1-1,0 0 1,-3 18-1,-4 71 170,10-97-289,1 7-1,-1 0-1,2-1 1,0 1-1,0 0 1,1-1-1,0 1 1,1-1-1,1 0 1,0 0-1,0 0 1,12 20-1,-14-26-12,2 0 0,-1 0 0,0-1-1,1 1 1,0-1 0,0 0-1,0 0 1,1 0 0,-1-1-1,1 1 1,0-1 0,0 0-1,0 0 1,1-1 0,-1 0-1,0 0 1,1 0 0,-1 0-1,1-1 1,0 0 0,0 0-1,-1-1 1,1 0 0,0 0-1,0 0 1,8-1 0,3-3 21,0 0-1,0-1 1,-1-1 0,1 0 0,-1-1 0,-1-1-1,0 0 1,0-1 0,0-1 0,-1 0 0,0-1-1,-1 0 1,-1-2 0,0 1 0,0-1 0,13-21-1,-23 31-2,14-19 636,21-37 0,-35 55-419,-6 4-197,-1 0 0,1 1 0,0-1 0,0 1 0,-1 0 0,1 0 0,0 0 0,0 0 0,0 1 0,0-1 0,0 1 1,1 0-1,-1 1 0,0-1 0,1 1 0,-6 4 0,-6 7 2,1 1 1,-16 19-1,17-18 23,-60 68-252,-89 103-1868,-7-7-3291,84-93-335,-1-2-3325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04.1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345 0 9213,'0'0'4242,"-2"2"-2794,-6 3-441,1 0-519,0-1-1,0 1 1,0 1 0,1-1 0,0 1 0,0 0-1,1 0 1,-8 11 0,-14 21 564,18-27-815,0 1-1,1 0 1,1 0 0,-10 22 0,15-30-210,1 1 1,-1-1-1,1 1 0,1-1 1,-1 1-1,1-1 1,-1 1-1,1 0 1,1-1-1,-1 1 0,1-1 1,-1 1-1,1 0 1,1-1-1,-1 0 1,1 1-1,-1-1 0,5 8 1,-2-6-12,0 1 0,1-1 1,0 0-1,0 0 0,0 0 0,0-1 1,1 0-1,0 0 0,0 0 0,0-1 1,1 0-1,9 5 0,-4-4 6,1 0-1,0-1 1,0-1-1,0 0 0,0 0 1,20 0-1,11-2-6,-1-2-1,1-2 1,54-11-1,-75 9 109,1 0 0,-1-2 0,-1 0 0,0-2 1,0 0-1,0-1 0,-1-2 0,-1 0 0,0-1 0,-1-1 0,0-1 0,-1 0 0,-1-1 0,30-36 0,-35 29 1785,-15 21-1092,-8 10-146,-150 154 2193,44-46-2182,26-21-723,-284 277-8453,227-228-1462,83-73-825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07.8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 1933 3696,'-4'0'1046,"1"1"-2726,-7 0 2079,-7-3 13674,27-7-12093,-2 4-1851,-1-1-1,0 0 1,0-1-1,-1 0 0,0 0 1,0 0-1,0-1 1,-1 1-1,7-16 0,4-12-1,13-37-1,-23 53-78,262-716-10,-249 685-53,2 0 1,3 2-1,54-85 1,-58 105 43,1 1 0,2 1 0,0 2 0,1 0 1,2 1-1,0 2 0,38-25 0,2 8 87,2 2 0,94-34 0,151-37 231,-229 80-269,511-131 342,-416 123-386,-145 31-29,0 1-1,0 1 1,44 4 0,-60 1-6,0 0-1,0 1 1,-1 1 0,0 1-1,1 1 1,-2 0-1,1 1 1,-1 1 0,0 0-1,-1 1 1,0 1 0,-1 0-1,0 1 1,-1 1 0,0 0-1,-1 0 1,0 2-1,15 24 1,21 30 11,20 34 13,-55-79-28,24 41 37,-2 2 0,38 105 1,-50-103-14,-4-16 55,13 63 0,-15-33-71,59 338 147,-74-400-147,6 36 19,-3 1-1,-3 80 1,-12-24 146,10-111-80,-3 31 240,3-31 1271,0-6-1546,1 0 1,-1 1-1,1-1 1,0 0 0,0 1-1,1-1 1,-1 1 0,0 0-1,3-3 1,6-16 64,-6 8-345,-2-1-1,1 0 1,-2 0-1,0 0 0,-1-18 1,-6-34-3984,5 53 2874,1 11 852,-1 1 0,1-1 0,-1 0 0,1 1 0,-1-1 0,1 1 0,-1-1 1,0 0-1,0 1 0,0 0 0,0-1 0,0 1 0,0 0 0,0-1 0,0 1 0,-3-2 0,-6-7-7256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08.7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 1254 5168,'-10'-12'1751,"20"8"90,-8 4-1680,-1-1 0,0 1-1,1 0 1,-1 0-1,0-1 1,1 1 0,-1-1-1,0 1 1,0-1-1,1 1 1,-1-1 0,0 0-1,0 0 1,0 1-1,0-1 1,0 0 0,0 0-1,1-2 1,42-74 4140,-36 56-3662,-2 0-191,20-25-118,2 1 0,2 1 0,43-47 0,4-6-74,178-233-136,-174 234 25,124-112 0,-185 191-53,0 0 0,1 2 0,0 0-1,1 1 1,1 2 0,0 0-1,39-14 1,-45 21-42,1 1 1,-1 0-1,1 1 0,0 0 0,0 2 1,0 0-1,0 1 0,0 1 0,0 1 1,0 0-1,28 8 0,-12 1 12,0 1 1,-2 2-1,1 1 0,-2 1 0,0 2 1,-1 1-1,27 23 0,-44-32-34,114 95 165,-112-90-142,0 1 0,-2 0-1,1 1 1,-2 0 0,17 32 0,-16-26 13,-1 1 0,-1 0 0,-1 1 0,-1 0 0,-1 0 0,-2 1 0,6 40 0,-11-57-53,3 24 39,-2-1 0,-1 0 1,-2 1-1,-1-1 1,-10 56-1,0-41-48,-4 13 58,-33 84-1,-88 152 15,114-245-50,12-24-20,-1-1 1,-1-1-1,-28 41 0,36-59 26,1 1-1,0 0 1,0 0 0,0 0-1,-3 16 1,-4 7 32,9-28-43,-7 14 47,3-4 62,5-10-51,-1-3-69,1 1 0,0-1 0,0 1 0,-1 0 0,1-1 0,0 1 0,0 0 0,0 0 0,0 0 0,0 0-1,0 0 1,0 0 0,0 0 0,-1 2 0,-3 1 68,11-16-109,6-9-317,13-25-1926,-3-7-3439,-9 24 956,-1 15-2457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09.4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54 1084 3404,'-3'-1'920,"-28"-7"667,28 8-216,3-1-1308,0 0-1,0 1 1,0-1 0,0 0-1,-1 1 1,1-1-1,0 0 1,-1 1 0,1-1-1,0 0 1,-1 1 0,1-1-1,-1 0 1,1 1-1,-1-1 1,1 1 0,-1-1-1,0 0 1,0 1 84,0-1 0,1 0 0,-1 1 1,0-1-1,1 0 0,-1 0 0,0 0 0,1 1 0,-1-1 0,1 0 1,-1 0-1,1 0 0,0 0 0,-1 0 0,1 0 0,0 0 1,0 0-1,0 0 0,-1-1 0,3-23 505,1 0 0,1 0 0,0 1 1,2 0-1,1 0 0,19-43 0,77-135 444,-61 129-919,2 2 0,4 2 0,80-90 0,-106 135-160,1 2 1,2 0-1,0 1 0,1 1 0,1 2 1,1 0-1,0 2 0,1 1 0,1 2 1,0 0-1,62-15 0,-46 19-15,0 1 1,0 3 0,1 2-1,94 5 1,-113 1 5,1 1 0,-1 1 0,0 1 0,0 2 0,0 1 0,-1 1 0,-1 1 0,0 2 0,34 21 0,-38-17 47,-1 0 0,-1 2-1,0 0 1,-1 2 0,-1 0-1,-1 1 1,-1 0 0,-2 2-1,0 0 1,-1 0 0,14 39-1,-14-28 42,-3 1-1,-1 0 0,5 39 0,-11-54-25,-2 1-1,-1-1 1,0 0 0,-1 0 0,-2 0-1,-9 39 1,-37 94 391,40-131-384,-2 0 0,-1 0 0,0-1 0,-21 27 0,-115 155 253,116-158-228,-30 55-1,34-53-51,-13 33 11,28-61-74,1 1 0,-10 23 0,5-22 63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11.5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46 3000,'0'0'3741,"3"-15"-3581,4 0-72,20 9-2717,19-3 1253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11.7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228 157 4440,'-80'-45'1085,"53"33"-285,7 3 20,0-3-276,6 0-44,1 3 324,-1-10-504,1 4 16,0 3-1328,-1 0-1532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13.7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3195 144 3920,'7'-43'2161,"-7"35"-1664,1 1 0,0 0 0,0-1 0,1 1 0,2-7 0,-4 13-446,0 0 1,-1 0-1,1 0 0,0 0 1,-1 0-1,1 0 0,-1 0 1,1 0-1,-1 0 0,1 1 1,-1-1-1,1 0 1,-1 0-1,0 1 0,0-1 1,1 0-1,-1 1 0,-1-2 1,1 1 66,-2-2-59,-1 0 0,1 1 0,-1-1 0,1 1 0,-1-1 0,0 1 0,0 0 0,0 1 0,0-1 0,0 1 0,0 0 0,0 0 0,-7-1 0,-56-2 152,58 4-172,-23 1 54,0 2 0,0 1 0,-53 13 0,-90 38-18,142-44-47,-814 316-386,345-89 37,480-226 285,1 1 0,0 2 0,1 0 0,1 1 0,-27 28 0,34-30 34,1 0 1,0 1-1,2 0 1,0 1-1,0 0 1,1 0 0,1 1-1,-7 26 1,-87 486 192,87-440-208,-50 414 74,22-152 54,-76 439-81,-46-9 173,-156 334 331,156-567 436,94-259-387,58-219-333,3 1-1,1 87 1,9-114-99,2-1 1,1 1-1,3-1 0,19 73 1,-15-85-65,0 1 0,3-2 0,0 0 1,2 0-1,1-2 0,40 53 0,-28-49-123,2 0 1,1-2-1,1-2 1,2-1-1,0-2 0,2-1 1,1-1-1,0-3 0,64 25 1,22-1-990,242 51 1,-181-61-2086,299 15 0,-248-37-859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14.5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4060 417 3824,'7'-18'405,"-1"0"-1,2 1 0,1 0 0,0 0 0,1 1 0,0 0 1,1 1-1,1 0 0,1 1 0,0 0 0,16-13 0,4 0-163,2 1-1,0 2 0,70-36 1,-76 46-199,0 1 1,0 2 0,1 0 0,49-9 0,-67 18-20,1 0 1,0 0-1,-1 1 0,1 1 1,0 0-1,0 1 0,0 0 1,-1 1-1,1 0 1,-1 1-1,1 1 0,-1 0 1,23 11-1,-27-10-20,1 2 0,-1-1 0,0 1 1,-1 0-1,0 1 0,0-1 0,0 1 0,-1 1 1,0-1-1,-1 1 0,0 0 0,0 1 0,-1-1 1,0 1-1,-1 0 0,0 0 0,2 11 0,0 12 15,0 0 0,-2 0 0,-1 0 0,-4 37 0,-57 639 458,31-438-332,-4 18 63,-93 380 0,76-482-149,-9-2 0,-7-3 0,-90 176 0,-125 145-17,-29-16 75,5-8-59,270-424-69,-243 408 217,27 11 970,142-249 497,107-224-1658,1 0 1,-1 1-1,1-1 1,-1 0-1,1 0 1,-1 0-1,1 0 0,-1 0 1,0 0-1,0 0 1,1 0-1,-1-1 0,0 1 1,0 0-1,0 0 1,0-1-1,0 1 1,0 0-1,0-1 0,0 1 1,-1-1-1,1 0 1,-2 1-1,0-1 6,0 0 1,0-1-1,1 1 1,-1-1-1,0 1 1,0-1-1,0 0 1,-2-2 0,-28-7-51,-31 1-29,-126 1 1,79 7 45,-663-20-644,-6 39-2008,261 16-1951,254-11 323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15.7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369 59 3820,'0'0'2957,"-3"-2"-2611,-5-6 127,-1 1 1,0 1-1,0 0 1,-11-6-1,18 11-48,-29-11 933,13 9-1132,5 2-106,12 2-118,-1 0 1,1 0 0,0 0 0,0 0 0,0 0 0,0 0 0,1 1-1,-1-1 1,0 0 0,0 1 0,1-1 0,-2 3 0,-11 37 195,-15 70 1,10-35-28,-116 478 424,122-506-582,2 1 0,2 0 0,3 0 1,1 1-1,3-1 0,1 1 0,11 66 0,-9-101-64,2 0 0,0 0 0,0 0 0,2-1 0,0 1 0,0-1 0,2-1 0,-1 1 0,2-1 0,15 19 0,-9-16-67,1 0 0,0-1 1,1 0-1,1-2 1,0 0-1,34 18 1,-9-11-86,1-2 0,0-1 0,1-3 0,1-2 0,0-1 0,63 5 0,216 7-295,-246-19 450,-16 2 6,0 3 0,103 27 0,120 53-4,-193-57-24,108 32-154,3-10 0,248 35 0,-205-60-641,363-3 0,-480-28-985,-5 1-245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16.0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1 890 1336,'72'-78'-17,"-60"62"-83,-1-1 0,0 0 0,10-22-1,-15 25 217,2 1 0,11-17 0,-8 15 187,-1-1 0,0 0 0,-2 0 0,0-1 0,-1 0 0,0 0 0,-2-1 0,0 0 0,-1 0 0,0 0 0,1-32 0,-4 27-193,-2 0-1,0 1 1,-1-1 0,-1 1-1,-1 0 1,-1 0-1,-1 0 1,-1 0-1,-12-24 1,9 25-62,-2 1 0,0 0-1,-14-19 1,19 31-303,0 0-1,0 0 1,0 0-1,-1 1 1,0 0-1,-1 1 1,1 0-1,-18-10 1,9 8-651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16.5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1 139 3452,'3'-4'422,"0"-1"-1,1 0 1,0 1-1,0-1 1,0 1-1,6-5 1,20-22 736,-20 14-684,-8 13-375,0 1-1,1-1 1,-1 0-1,1 1 1,-1 0-1,1-1 1,0 1 0,1 0-1,-1 0 1,0 1-1,1-1 1,-1 1-1,5-3 1,6-2 11,-12 6-230,3 1-2092,18 3 219,6 3-223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17.7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1 796,'-17'6'-276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26.4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94 176 2772,'-31'0'666,"25"0"2573,6-3-3065,0 0-109,-1 1-1,1 0 0,0 0 1,-1-1-1,1 1 0,-1 0 1,0 0-1,1 0 0,-1 0 1,0 0-1,0 0 1,0 0-1,-1 0 0,1 0 1,0 0-1,-1 1 0,1-1 1,-1 0-1,0 1 0,0 0 1,1-1-1,-1 1 0,0 0 1,-3-2-1,3 2 56,0-1-49,-18-21-15,18 21-12,3-1-495,0-5 194,0 0-377,1 1 0,-1-1 0,1 1 0,6-14-1,13-13-1253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26.8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128 25 3144,'0'0'4009,"-10"-12"-3549,4 0 832,-11 15-1856,3 6-432,-16-9-1141,-20 6-87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27.2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0 395 3608,'1'-13'514,"0"0"0,1 0-1,0 0 1,1 0 0,0 0 0,8-18-1,37-70 1740,-18 43-1700,-24 44-461,-1 1 1,-1-1-1,5-20 1,-3 1-4078,-3 14 574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27.5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101 94 3532,'-6'-45'1532,"-8"33"-979,1 0-149,-7 3-1249,-4 0-675,1 3 848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29.2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308 40 3836,'-7'-15'4507,"-5"-6"-3604,8 17 2077,0 8-2958,1-1 1,0 1-1,0-1 1,0 1-1,0 0 1,1 0-1,-1 0 1,1 0-1,0 1 1,0-1-1,-2 8 1,3-8-17,0 0 0,0 0 0,-1 0 0,1 0 0,-1 0 1,-3 4-1,4-6 281,-1 1 0,1-1 0,0 0 1,0 1-1,0-1 0,0 1 0,0-1 0,1 1 1,-1-1-1,0 5 0,-28 13 815,-43 34-1000,70-52-104,-1 0 0,1 0-1,0 1 1,0-1 0,0 0 0,0 1 0,0 0-1,-3 4 1,-5 7 8,-6 3-56,0 0 0,1 1 0,-14 22 0,27-38-47,-10 19 321,17-56-403,-4 31 38,-1 1-417,3-24-777,-3 24 360,-1 0-244,-10-30-3808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30.3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298 1150 3320,'-38'19'1775,"32"-15"-1509,0 0 0,0-1 0,0 0 0,-1 0 0,-8 2 0,-76 19 2171,16-14-639,27 3 329,366-130 70,-160 53-1806,505-157 259,20 35-219,295-46-1381,1046-107 0,-1334 272-1100,-467 56 1328,-180 11 344,1 1 0,81 16 0,-124-17 353,-1 0-1,1 0 0,0 0 0,0 0 0,0 0 0,-1 0 1,1 0-1,0 0 0,0 1 0,0-1 0,-1 0 1,1 1-1,0-1 0,0 0 0,-1 1 0,1-1 1,0 1-1,-1-1 0,1 1 0,0-1 0,-1 1 1,1 0-1,-1-1 0,1 1 0,-1 0 0,1-1 1,-1 1-1,0 0 0,1 0 0,-1-1 0,0 1 0,0 0 1,1 0-1,-1 0 0,0-1 0,0 1 0,0 0 1,0 0-1,0 0 0,0 0 0,0-1 0,0 1 1,0 0-1,-1 0 0,1 0 0,-1 1 0,0 1-71,-1 0-1,-1 1 1,1-1-1,0 0 1,-1 0 0,1-1-1,-1 1 1,-3 3-1,-7 2-358,0 0 0,-1-1 0,1-1 0,-1 0 1,-1 0-1,-14 3 0,24-8 267,-66 21-2273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30.6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224 1672 5577,'-67'5'694,"-39"0"1703,68-11 534,37 5-2837,0 0 0,0 1 1,0-1-1,1 0 0,-1 1 0,0-1 0,0 0 0,1 0 0,-1 0 1,1 1-1,-1-1 0,1 0 0,-1 0 0,1 0 0,-1 0 0,1 0 1,0 0-1,0 0 0,0 0 0,-1 0 0,1 0 0,0 0 1,0-1-1,0 0 154,0-2-158,0 1-1,0-1 0,0 1 1,0-1-1,1 1 0,-1 0 1,1-1-1,0 1 0,0 0 0,0-1 1,1 1-1,-1 0 0,1 0 1,-1 0-1,1 0 0,0 0 1,0 1-1,1-1 0,-1 0 1,5-2-1,6-8 177,2 2 0,27-18 0,-34 24-190,327-182 1300,26 22-677,81-13-170,710-187-1,498 7-1239,386 87-2413,-1973 272 2756,-47 5 64,-16-5 289,-1-1 0,1 1 0,0 0 1,-1-1-1,1 1 0,-1-1 0,1 1 0,0-1 0,-1 1 1,1-1-1,-1 0 0,1 1 0,-1-1 0,0 1 0,1-1 1,-1 0-1,1 0 0,-1 1 0,0-1 0,1 0 0,-1 0 1,1 0-1,-1 1 0,0-1 0,1 0 0,-2 0 0,-32 8-545,0-2 0,-47 4 0,8-1-335,-186 21-4802,172-18 1872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32.4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254 508 5120,'-9'-49'2855,"2"-1"-1,-1-52 1,3 49 175,-22-95 0,13 84-1306,14 60-1558,-1 1 0,1-1 0,-1 1 0,0-1 0,0 1 0,0-1 0,-1 1 0,1 0 0,-1 0 0,-2-4 0,4 7-132,-1 0-1,1 0 0,-1 0 0,1 0 0,-1 0 0,1 0 0,-1 0 0,1 0 1,-1 0-1,1 0 0,0 0 0,-1 0 0,1 1 0,-1-1 0,1 0 0,-1 0 1,1 0-1,0 1 0,-1-1 0,1 0 0,0 0 0,-1 1 0,1-1 0,0 0 1,-1 1-1,1-1 0,0 0 0,0 1 0,-1-1 0,1 1 0,0-1 0,0 0 1,0 1-1,-1-1 0,1 1 0,0-1 0,0 1 0,0-1 0,0 1 0,0-1 1,0 1-1,-6 19 714,-6 39 1,10-51-686,-25 213 1791,13-84-1135,-39 350 472,11 568 0,46-905-2166,39 245 0,-27-313-32,3 0 0,3-1 1,5-2-1,52 113 1,-61-157-65,1-2 0,1 0 0,44 52 0,-50-68-73,2-1 1,0-1-1,0 0 1,1-1-1,1-1 0,0-1 1,39 20-1,-34-23-2742,42 10-1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32.7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329 188 8661,'-9'-16'589,"-1"1"1,0 0-1,-1 0 0,-20-19 1,29 32-416,0 0-1,0-1 1,0 1 0,0-1 0,1 1-1,-1-1 1,1 0 0,0 0 0,-1 0 0,1 0-1,1 0 1,-1 0 0,0 0 0,1 0 0,-1 0-1,1 0 1,0 0 0,0-5 0,0 7-118,1-1 0,-1 0 1,0 1-1,1-1 0,-1 0 1,1 1-1,0-1 0,0 1 1,-1-1-1,1 1 1,0-1-1,0 1 0,0 0 1,0-1-1,1 1 0,-1 0 1,0 0-1,1 0 0,-1 0 1,0 0-1,1 0 0,-1 0 1,1 1-1,-1-1 0,1 0 1,0 1-1,-1-1 0,1 1 1,-1 0-1,1-1 0,0 1 1,0 0-1,3 0 1,15 3 51,1 0 0,0 1 0,-1 1 0,0 0 1,0 2-1,0 1 0,25 13 0,-19-10-43,44 22 42,-2 2 1,-1 4-1,-2 2 1,93 77 0,-88-56-53,-2 3 0,-3 3 0,79 108 0,-60-60-46,-5 5 0,-5 2 0,64 151 0,-100-185-31,-3 2 0,-5 2 0,-4 1 0,-4 0 0,15 156 0,-33-194 8,-3 0 1,-3 0-1,-2 0 0,-3-1 1,-2 1-1,-31 103 1,18-93 18,-4-2 0,-2-1 0,-3-1 0,-2-2 0,-54 72 0,18-41-8,-5-3 0,-127 118 0,-198 127-269,300-258-565,-3-4 0,-4-5 0,-140 65 0,208-115-1183,0-2 1,-75 16-1,51-19-3661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33.0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1541 211 10033,'-13'-17'250,"2"3"126,0 0 0,-1 1 0,0 0 0,-1 1 0,-28-20-1,25 20 194,-1 1-1,-1 0 1,0 2-1,0 0 0,-1 0 1,0 2-1,-36-9 1,31 12-392,1 0 0,-1 2 0,0 1 1,0 1-1,1 1 0,-1 1 1,0 0-1,1 2 0,0 1 1,-1 1-1,2 1 0,-1 1 1,1 1-1,1 1 0,-1 1 0,2 1 1,0 1-1,0 0 0,1 2 1,1 0-1,0 1 0,1 0 1,1 2-1,1 0 0,0 1 1,1 0-1,1 1 0,1 1 0,-14 32 1,11-14-111,2-1 0,2 2 0,1-1 0,2 2 1,2-1-1,2 1 0,1 0 0,2 0 0,7 56 1,1-39-19,3 0 1,3 0 0,2-1 0,3-1 0,47 104-1,104 138 38,25-16-76,-154-226-39,-9-11-34,-2 0 0,-2 2 0,-1 1 0,-3 1 0,18 58 0,-32-80 39,-2 1-1,-1 0 1,-1 1 0,-2-1-1,0 1 1,-2-1 0,-1 1-1,-2 0 1,0 0-1,-2-1 1,-10 37 0,1-25 0,-1-1 0,-3 0 0,0-2 0,-3 0 0,-1 0 0,-2-2 0,-1-1 0,-36 39 0,10-19-213,-2-3 1,-3-2 0,-112 79 0,109-90-541,-122 59 1,141-80 140,-2-1 0,0-3 0,0-1 0,-55 9 0,79-19-57,0 0 0,0-1-1,1 0 1,-1-2 0,0 0 0,0 0 0,1-2 0,-1 0 0,-22-8 0,21 3-1646,0 0 0,-17-12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33.4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650 704 11677,'-9'28'808,"-5"21"854,-3 0-1,-35 73 1,-47 72 66,-120 341 0,-16 223-1077,230-736-623,31-211-48,5-40 12,32-104-359,133-411 0,-136 573 191,163-322 0,-198 447 148,37-51 0,-47 77 67,1 1 0,0 1 1,1 0-1,30-23 1,-40 36 1,0 0 0,0 0 0,0 1 0,1 0 0,0 0 0,0 1 0,0 0-1,0 0 1,0 1 0,15-2 0,-17 3 2,1 1 0,-1 0 0,0 1 1,1-1-1,-1 1 0,0 0 0,0 1 0,1 0 0,-1 0 0,0 0 0,0 0 0,-1 1 0,1 0 0,9 7 0,-3-1 31,-1 1 0,0 0 0,-1 1 0,0 0 0,0 0 0,-1 1 0,-1 0 0,0 1 0,8 18 0,4 15 245,21 70 1,-39-109-286,37 127 554,-6 1-1,-5 1 0,12 199 0,-30-132-296,-29 347-1,-16-174-888,-26 329-3374,57-659 3277,-6 159-2614,19-68-3028,8-55-1839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33.6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34 610 13061,'-33'3'2060,"49"-30"-363,31-24-321,17 8-340,10 4-224,16-3-160,17-3-164,17-10-440,13 1-708,14 0-976,0-15-788,10 2-2425,13 1-3828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34.1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9680 1136 4588,'-18'-42'276,"10"22"-83,-1-1 0,-1 1 1,-1 1-1,-1 0 0,0 0 0,-24-26 1,5 14 66,-1 1 0,-2 1-1,-1 2 1,-1 1 0,-2 2 0,0 2 0,-1 1 0,-43-16 0,-11 2 114,-2 4 0,-148-28 0,101 35 74,-254-12 0,-148 46 341,216 20-10,-370 80 1,-311 148 954,596-121-845,-428 206 1,-356 279 917,61 124-60,803-487-1048,-362 366 0,529-456-342,-223 295 0,318-366-225,5 4-1,3 2 1,6 3 0,-82 213-1,119-259-72,2 2 0,4 0 0,1 0 0,-6 114 0,18-134-29,2 0 0,2 0 0,1 0 0,3 0 0,1 0 0,2-1 0,30 78-1,-22-81-3,1-1 0,2-1-1,1 0 1,2-2 0,39 45-1,-24-38-4,2-1-1,1-2 1,72 50 0,-31-35-62,2-4 1,3-3-1,1-4 1,137 44-1,-45-31-312,2-8-1,339 44 1,390-36-839,221-78 54,1-64-26,-101-37-399,1097-279-1,-880 63 860,-38-111 255,83-194 515,-1036 488 135,-7-11 0,402-348-1,-281 142 112,-280 265-166,136-206 0,-178 230-89,-4-1 0,-3-3-1,43-126 1,-64 144-37,-3-2 0,-3-1-1,-4 0 1,-2-1 0,0-79 0,-11 91-14,-3 0 1,-2 0-1,-4 0 1,-1 1-1,-4 0 1,-2 1-1,-3 0 0,-2 2 1,-3 0-1,-2 2 1,-3 1-1,-2 1 1,-3 1-1,-1 2 1,-47-50-1,11 24 5,-3 3 0,-4 3-1,-2 4 1,-3 3 0,-3 4 0,-153-80-1,61 53 2,-5 8 0,-303-88 0,174 83 30,-529-71 0,-340 82-9,792 83-50,-733 116 1,-352 224-1028,598-48-536,43 88-1691,542-212 106,52 0-1141,237-176 4247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34.9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8329,'87'174'2028,"-40"-101"-516,20 5-320,3-9-208,-3 4-188,17-1-140,13 6-180,7 1-300,-4 5-452,7-2-440,-6-1-404,-1-6-500,-6-2-2008,0-1-2177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35.0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1796 1 7393,'-311'226'992,"187"-124"-156,-7 1-68,4-4-276,-4 7-148,1-1-224,-18 22-216,-9 15-292,-17 17-996,-7 19-1276,0 21-773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35.3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188 0 9661,'-117'46'1340,"80"-19"-280,17 0-252,13-12-140,4 9-216,-1 3-472,11 6-528,7 28-512,-11-7-692,4 9-1404,6-6-1313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35.4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 1 2268,'-34'33'-696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37.8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 4 2844,'0'0'7304,"-14"-3"-6386,14 3-632,-1 0 1,1 0-1,-1 0 1,1 0-1,-1 0 1,0 0-1,1 0 1,-1 0-1,1 0 1,-1 0 0,1 0-1,-1 1 1,1-1-1,-1 0 1,1 0-1,-1 1 1,1-1-1,-1 0 1,1 0-1,-1 1 1,1-1-1,-1 1 1,1-1-1,-1 1 1,-6 16 2167,2 33-3413,4-26 1877,-14 156 416,11 201 0,40 180-587,-8-297-828,91 388 0,15-210-2864,51-15-5529,-88-246-1018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38.7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3497 1 4192,'0'0'12355,"-2"2"-12114,-7 7-182,0 0 0,-1-1 0,0-1 0,0 0 0,-1 0 0,1-1 0,-20 8 0,-94 30 131,69-26-130,-463 137 77,-12-23 25,145-38-115,-305 86-80,11 28-1529,495-138 135,153-55 592,-1 1-1,2 2 1,-39 29-1,60-41 130,1 1 0,0 0-1,0 1 1,-10 12 0,15-16 84,0 1 0,1-1 0,0 1 0,0-1-1,1 1 1,-1 0 0,-1 6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39.5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105 2158 4548,'-3'0'201,"1"0"0,-1 0-1,0 0 1,1-1-1,-1 1 1,0-1-1,1 0 1,-1 0-1,1 0 1,-1 0 0,1 0-1,0-1 1,-1 1-1,-3-4 1,-23-30 3223,17 19-2508,9 12-791,1 1 1,-1-1-1,1-1 0,0 1 0,0 0 0,1 0 1,-1-1-1,1 1 0,0-1 0,0 1 0,0-1 1,1 1-1,-1-1 0,1 0 0,0 1 1,1-1-1,-1 0 0,1 1 0,0-1 0,0 1 1,0-1-1,1 1 0,0 0 0,-1-1 0,6-6 1,-1 0-51,1 1 1,0 0 0,1 0-1,0 1 1,0 0 0,1 1-1,0-1 1,19-11-1,18-9 55,2 2-1,55-22 1,112-35-47,-129 52-105,735-242 336,15 41-311,-722 202-20,1254-301 50,-174 46-92,-1029 242 27,247-102-1,-395 139 18,-1 0-1,0-1 1,0-1 0,-1-1-1,0 0 1,-1-1-1,17-16 1,-28 24 7,0 0 1,0 0 0,-1 0-1,0 0 1,1 0 0,-1-1-1,0 1 1,-1-1 0,1 0-1,-1 0 1,1 1 0,-1-1-1,0 0 1,-1 0-1,1 0 1,-1 0 0,1 0-1,-1 0 1,0 0 0,-2-7-1,1 5-1,-1 0 0,0 1 0,0-1 0,-1 1 0,1 0 0,-1 0 0,0 0 0,-1 0 0,1 0 0,-1 1 0,0-1 0,-8-6 0,-49-50-30,59 59 266,0 7 92,-3 4-160,2 2 0,-1-1-1,2 0 1,-1 1 0,1-1-1,-1 19 1,3 75 580,1-70-549,-1-6-80,6 1121 266,-22-626-4129,2-174-2014,4-132-859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40.4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19 284 3564,'-10'-33'1542,"9"30"-1365,-1-1 0,1 1 0,0-1 0,0 1 0,0-1 0,0 0 0,1 0 0,-1 1 1,1-1-1,0 0 0,0 0 0,1 0 0,-1 1 0,2-6 0,41-130 5683,-41 133-5582,1 1-1,-1-1 1,1 1-1,1 0 1,-1 0 0,1 0-1,6-7 1,-8 10 326,12 11 1051,-11-4-1497,1 0 0,-2-1 0,1 1 0,0 0 1,-1 0-1,0 0 0,0 1 0,-1-1 0,2 8 0,8 59 793,-8-40-620,19 299 1254,-10-89-1124,69 405-2052,-16-325-1849,22-7-3782,-32-152-552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41.0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0 736 10597,'11'-51'1921,"-10"51"-1864,-1-1-1,0 1 1,1-1-1,-1 1 0,0 0 1,1-1-1,-1 1 0,1-1 1,-1 1-1,0 0 0,1-1 1,-1 1-1,1 0 0,-1 0 1,1-1-1,0 1 0,-1 0 1,1 0-1,-1 0 0,1 0 1,-1 0-1,1-1 0,-1 1 1,1 0-1,0 0 0,-1 0 1,1 1-1,-1-1 0,1 0 1,-1 0-1,1 0 0,0 0 1,-1 0-1,1 1 0,-1-1 1,1 0-1,-1 1 0,1-1 1,-1 0-1,0 1 0,1-1 1,-1 0-1,1 1 0,-1-1 1,0 1-1,1 0 0,1 0 259,38 24 823,-2 0 0,67 61-1,-35-27-601,227 200 644,106 80-603,-350-301-524,1-2 1,117 55-1,-149-81-43,1-1-1,0-1 1,0-1 0,1-2-1,0 0 1,0-1-1,0-2 1,1 0 0,-1-2-1,0 0 1,31-5 0,-26-1-4,0-1 1,-1-1 0,0-1 0,0-2 0,-1-1-1,0-1 1,30-20 0,-22 9-27,-1-1 1,-2-2-1,0-1 0,41-48 1,-17 6-368,-4-2 1,-2-3-1,-4-2 0,44-97 1,114-274-3328,-81 143-2171,-52 114-1018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44.9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0 651 4476,'2'-4'594,"0"-1"0,0-1 0,-1 1 0,1 0 0,-1 0 0,0 0 0,-1-1 0,1 1 0,-1-1 0,0 1 0,-1 0 0,1-1 0,-1 1 0,-2-8 0,0-1-315,2 12 141,4 4-273,10 17 52,0 0 1,-2 1-1,19 42 0,-19-37-11,87 194 540,31 68-114,-94-220-484,2-2-1,55 72 1,-30-59 105,98 98 0,-109-128-84,1-3-1,116 77 1,-130-99-84,1-1 0,1-3-1,0-1 1,2-2 0,68 18 0,-77-28-32,0 0 0,1-2 1,-1-1-1,1-2 0,0-2 1,-1 0-1,1-3 0,38-8 0,-37 4-17,-1-2 0,1-2 0,-2-1-1,0-2 1,44-26 0,-34 14 1,0-3-1,-3-1 1,45-44 0,1-15-136,-4-5 1,91-135-1,246-372-2873,-30-19-4674,-290 447 2882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46.3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108 799 6289,'-2'-3'255,"0"0"0,0-1 0,1 0 1,-1 0-1,1 1 0,0-1 1,0 0-1,0 0 0,0 0 1,1 0-1,-1 0 0,1 0 0,0 0 1,1 0-1,-1 0 0,1 0 1,-1 0-1,1 0 0,0 0 1,1 0-1,-1 0 0,1 1 0,4-8 1,2-6 740,0-1 1,-2 0-1,6-22 0,10-24 1024,-14 28-321,-10 25-1433,0-1 0,0 1 0,-1-1 0,-7-17 0,9 26-109,-2 1-139,-1 1-1,1-1 1,1 0-1,-1 0 0,0 0 1,0-1-1,1 1 1,0-1-1,-1 1 0,-2-5 1,1 2-21,3 4 2,1 1 1,-1-1-1,1 1 1,-1-1-1,0 1 0,1-1 1,-1 1-1,0 0 1,1-1-1,-1 1 0,0 0 1,1-1-1,-1 1 1,0 0-1,0 0 1,1 0-1,-1-1 0,0 1 1,0 0-1,0 0 1,1 0-1,-1 0 0,0 1 1,0-1-1,1 0 1,-1 0-1,0 0 0,-1 1 1,0 0-1,0 1 1,0-1 0,0 1-1,0-1 1,0 1-1,0 0 1,0 0 0,0 0-1,-1 2 1,-2 4-1,0 0 0,0 1 1,1-1-1,-5 12 0,-3 23-5,2 1 0,2 0 0,2 0 0,1 1 0,3 0 0,1 0 0,3 0 0,1 0 0,17 80 0,-13-99-67,2 0 0,0-1 1,1 0-1,1-1 1,2 0-1,0-1 1,18 23-1,-28-42 62,0 0 0,1-1 0,-1 1 1,1-1-1,0 0 0,0 0 0,0 0 0,0 0 0,0-1 1,1 0-1,-1 0 0,1 0 0,0 0 0,-1-1 0,1 1 0,0-1 1,0-1-1,0 1 0,0-1 0,0 1 0,0-1 0,0-1 1,7 0-1,-3-1 4,0 0-1,0 0 1,0-1 0,0 0 0,0-1-1,-1 0 1,0 0 0,0-1 0,0 0 0,0 0-1,11-12 1,15-18-10,-2-3 0,47-69 0,-27 34-25,-34 49 29,1 1-1,1 1 1,1 1 0,39-30-1,-55 48 13,0 0 0,0 0 0,0 1-1,0-1 1,1 1 0,-1 0 0,1 1 0,-1-1 0,1 1-1,0 1 1,-1-1 0,1 1 0,0-1 0,-1 2-1,12 0 1,4 4 18,1-1 0,38 16-1,-8-3-15,-25-11 16,0-1 0,0-1 0,0-2 0,1-1-1,-1 0 1,0-3 0,30-4 0,-18 0-4,0-3 0,0-1 0,-1-2 1,43-19-1,-65 24-10,-1-1 1,1 0-1,-1-1 0,-1-1 1,0 0-1,0-1 0,-1-1 1,-1 0-1,17-20 0,-23 24-6,-1 1 0,0-1 0,0 0 0,-1-1 0,0 1 0,0-1 0,-1 0 0,0 0 0,0 0 0,-1 0 0,0 0 0,-1-1 0,0 1 0,-1-1 0,0 1 0,0 0 0,-1-1 0,0 1 0,-3-10 0,-4-10-122,-1 0 0,-1 1 0,-2 0 0,-1 1 0,-1 0 1,-1 1-1,-1 1 0,-22-26 0,20 30-542,0 1 0,-2 1 1,-33-26-1,34 31-529,-2 0 0,0 2 1,0 0-1,-28-10 0,27 14-2211,2 4-1261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47.1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290 1 4712,'-16'33'405,"-56"132"2068,-39 99 1622,102-241-3896,-44 125 685,46-122-747,0 1-1,2 0 1,-3 49 0,8-67-105,-1-2 10,0 0 0,1 0 0,1 0 1,-1 0-1,1-1 0,0 1 0,0 0 1,1 0-1,0 0 0,4 8 0,13 17 158,-17-29-165,1-1 0,0 1 0,0-1-1,0 0 1,0 0 0,0 0 0,0 0-1,1-1 1,-1 1 0,0-1 0,1 0 0,0 0-1,-1 0 1,1-1 0,-1 1 0,1-1-1,0 0 1,-1 0 0,5 0 0,2-2 23,0 0 1,-1 0-1,1-1 0,-1 0 1,12-6-1,-5 3 3,14-9 29,0-1 1,-1-1-1,-1-1 1,0-1-1,36-35 0,-25 22-37,51-34-1,-59 46-44,2 2-1,-1 0 1,42-14-1,-62 28 8,-1 1 0,1 0-1,0 0 1,1 2 0,-1-1-1,0 1 1,1 1-1,-1 0 1,0 1 0,0 0-1,1 1 1,-1 1-1,14 4 1,21 9 135,65 34-1,-103-46-25,-1-2-1,1 1 0,0-1 0,0 0 0,0-1 0,-1 0 0,1-1 0,12 0 0,-17 0-22,-2 1-45,13 2 60,3 4-62,9 15-83,-24-19 1,1 1 0,-1-1 0,1 0-1,1 1 1,-1-2 0,0 1 0,1 0-1,-1-1 1,1 0 0,0 0 0,-1 0 0,1-1-1,0 0 1,0 0 0,6 1 0,6-2-22,0-1 0,0 0 1,0-1-1,-1-1 1,1-1-1,-1 0 1,0-1-1,0-1 0,23-11 1,11-10-45,69-47 0,-89 54 100,71-48 225,-98 66-200,19 6 5,-20-4-32,0 0 1,0 0-1,0 0 1,-1 1-1,1-1 1,0 0-1,0 1 1,-1-1-1,1 1 1,0-1 0,0 1-1,-1 0 1,1 0-1,2 1 1,0 1 3,0 0 0,1 0 0,0-1 0,0 1 0,0-1 0,0-1 0,0 1 1,0-1-1,0 1 0,1-2 0,-1 1 0,0 0 0,1-1 0,-1 0 0,0 0 1,10-2-1,11-2 80,0-2 1,27-8 0,-39 10-25,308-111 865,-237 81-529,-69 28-300,0 0 1,0 1-1,0 1 1,0 0-1,0 1 0,1 1 1,27 0-1,-34 3-55,-1 0 1,0 0-1,0 1 0,0 1 0,0-1 1,-1 1-1,1 1 0,-1-1 0,1 2 0,-1-1 1,-1 1-1,1 0 0,-1 1 0,1 0 1,7 8-1,-6-5-20,-1 1 0,1 0 1,-2 0-1,1 1 0,-1 0 1,-1 0-1,0 0 0,-1 1 0,0 0 1,0 0-1,4 24 0,-6-17 0,0 1 0,-2-1-1,0 1 1,-2 0 0,0-1 0,-1 1-1,-5 19 1,-8 22 18,-4-1 0,-2-1 0,-52 102 0,17-53-44,-5-3 0,-4-3 1,-130 158-1,102-155-82,-5-4-1,-207 166 1,304-267 84,1 0 0,-1 0 0,1 0 0,-1 0 0,1 0 0,-1 0 0,0 0 0,1 0 1,-1 0-1,1 0 0,-1-1 0,1 1 0,-1 0 0,1 0 0,-1-1 0,1 1 0,-1 0 0,1-1 0,-1 1 0,1 0 0,-1-1 0,1 1 1,0-1-1,-1 1 0,1-1 0,0 1 0,-1-1 0,1 1 0,0-1 0,-1 1 0,1-1 0,0 1 0,0-1 0,0 1 0,0-1 0,-1 0 1,1 0-2,0 0-1,-1-1 0,1 0 1,0 0-1,-1 0 0,1 0 0,0 0 1,0 0-1,0 0 0,0 0 0,1 0 1,-1 0-1,0 0 0,1 0 0,0 0 0,-1 0 1,1 1-1,1-4 0,23-31 47,-16 25-29,364-410-121,38 29-3231,-144 140-3143,-94 88-1396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47.3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293 0 10649,'-26'75'920,"8"-23"409,1 1-1,-12 76 1,10 12 3261,-1 219 0,16-236-3619,-57 543 1164,-14-52-4463,52-203-3874,23-397 5787,-1 6-1141,1 0 0,1 0 0,1 0 0,5 24 0,8 5-6576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48.1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 1111 7809,'61'-68'2166,"-56"63"-1838,-1 1 0,1 0 0,0 0 1,0 0-1,1 1 0,-1 0 0,1 0 0,0 0 1,0 1-1,0 0 0,0 0 0,0 0 0,0 1 0,9-2 1,-4 3 24,1 0 1,-1 1 0,0 0 0,0 1-1,20 5 1,-23-5-265,-1 0 0,0 1-1,0 0 1,0 0 0,0 0 0,0 1-1,-1 0 1,0 0 0,0 1-1,0 0 1,0 0 0,-1 0 0,1 1-1,-2 0 1,1 0 0,0 0-1,-1 1 1,0-1 0,-1 1 0,4 9-1,-4-7-52,0 0 0,-1-1 0,-1 1 0,1 0 0,-1 1 0,-1-1 0,1 0 0,-2 0 0,1 0 0,-1 0 0,-1 0 0,0 0 0,0 0 0,0 0 0,-1 0 0,-7 13 0,-1-3-1,0 0-1,-2-1 1,0 0 0,-1-1-1,-1 0 1,0-1-1,-21 16 1,-3-1 9,-2-1 0,-46 25 0,5-6-332,80-48-119,4-5-805,7-13 782,1 1 0,1 0 0,0 0 0,2 1 0,20-20 0,84-67-971,-48 45 806,310-279 218,-342 301 735,-35 33 763,-3 6-698,0 8-236,-1 0 0,2 0-1,-1 0 1,2 0 0,0 0 0,4 24-1,-3-30-151,0 0 0,0 0 0,0 0 0,1-1 0,0 1-1,0-1 1,1 1 0,-1-1 0,1 0 0,0 0 0,1-1-1,-1 1 1,1-1 0,0 0 0,0 0 0,6 4 0,9 2 27,0 0 1,0-2 0,1 0 0,0-1 0,0-1 0,1-1 0,0-1 0,0-1 0,29 1 0,22-4-6,108-12 1,-125 6-47,1-3 1,-1-2 0,-1-3-1,98-38 1,-112 34-54,-1-1 1,-1-3-1,-1-1 1,-1-2-1,-2-1 0,58-54 1,-19 12-220,-71 66 238,-1 2 5,0 0 8,0 1 0,0-1 0,0 1 0,0 0 0,0 0 0,0-1 0,0 1 0,0 1 0,0-1-1,0 0 1,-1 0 0,1 1 0,0-1 0,-1 1 0,2 1 0,18 33 65,1 3 5,-13-27-54,0-1 1,1 0-1,1-1 1,0 0-1,0-1 1,1 0-1,0 0 0,1-1 1,0-1-1,0 0 1,1-1-1,-1-1 1,1 0-1,23 5 1,71 8-205,-95-17 177,0 0 0,0-1 0,-1-1 0,1 0 0,0 0 0,17-5 0,-28 6 10,-1-1 1,1 1-1,0-1 1,0 0-1,0 0 1,0 0-1,-1 0 1,1 0 0,0 0-1,-1 0 1,1 0-1,-1-1 1,1 1-1,1-3 1,-3 3 5,1 0 0,-1 0 1,1 0-1,-1 0 0,0 0 1,0 0-1,1 0 0,-1 0 1,0 0-1,0 0 1,0 0-1,0 0 0,0 0 1,0 0-1,0 0 0,-1 0 1,1 0-1,0 0 0,0 0 1,-1-1-1,-2-2 0,0-1 0,0 1 0,0 0-1,0 0 1,0 0 0,-1 1 0,0-1 0,0 1-1,-7-5 1,-27-18-7,-10-7-255,-80-69 1,120 94 238,0 1 0,1-2-1,0 1 1,1-1 0,-1 0 0,2 0 0,-1-1 0,1 0 0,1 0 0,0 0-1,0-1 1,1 1 0,0-1 0,1 1 0,0-1 0,1 0 0,0 0 0,1 0-1,0 0 1,1 0 0,0 0 0,1 0 0,0 0 0,0 1 0,1-1 0,1 1-1,4-11 1,6-9-46,1 1-1,1 1 1,2 1-1,0 0 0,29-31 1,122-111-226,-91 95 233,22-16 263,-92 113 459,-7-8-545,0 1-1,-2-1 0,0 0 1,0 1-1,-6 22 1,-1 8 125,-36 356 965,-57 332-247,-91-23-1778,125-482 201,18-79 72,24-78-177,4 2-1,-14 76 0,34-147 608,1 0 1,-1 1 0,1-1-1,0 0 1,0 1 0,0-1-1,0 1 1,0-1 0,1 1-1,-1-1 1,1 0-1,0 1 1,0-1 0,1 0-1,-1 0 1,1 0 0,-1 0-1,1 0 1,3 4 0,-5-7 90,0 1 0,1-1 1,-1 0-1,1 1 0,-1-1 0,0 0 1,1 1-1,-1-1 0,1 0 1,-1 0-1,1 1 0,-1-1 0,1 0 1,-1 0-1,1 0 0,-1 0 1,1 0-1,-1 0 0,1 0 1,-1 0-1,1 0 0,-1 0 0,1 0 1,-1 0-1,1 0 0,-1 0 1,1 0-1,-1 0 0,1-1 0,0 1 1,17-14-527,10-25-158,-18 19 341,-1-1 0,0 0 1,-2 0-1,-1-1 1,7-37-1,0 2-400,13-53-949,4-10 84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48.6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1 883 5328,'8'-15'161,"1"0"187,0 0 0,18-21 0,-23 31-248,0 1 1,1 0 0,-1 0-1,1 0 1,0 1-1,0 0 1,0 0 0,0 0-1,0 0 1,1 1 0,-1 0-1,8-2 1,13-1 214,2 0 0,-1 2 0,0 2 0,1 0 0,-1 2 1,51 7-1,-34 0-113,-1 2 1,0 2 0,59 24 0,-77-25-119,-2 0 0,25 16 0,-39-21-57,-1-1 0,0 1 0,0 1 0,-1 0-1,0 0 1,0 0 0,0 1 0,6 10 0,-11-15-20,-1-1 0,0 1-1,1 0 1,-1 0 0,0 0 0,-1 0 0,1 0 0,0 0 0,-1 1 0,0-1 0,0 0 0,0 0-1,0 0 1,0 0 0,-1 0 0,1 0 0,-1 1 0,0-1 0,0 0 0,0-1 0,0 1 0,0 0 0,-1 0-1,1 0 1,-4 3 0,-1 2 28,0 0-1,-1-1 0,0 1 1,-1-1-1,0-1 0,-10 8 1,5-6-36,-1 1 0,0-1-1,0-1 1,-1-1 0,0 0 0,0-1 0,0 0 0,-23 3 0,37-9-14,1 0 0,0 0 0,-1 1 1,1-1-1,-1 0 0,1 0 0,0 0 0,0 0 1,0 0-1,0 1 0,-1-1 0,1 0 0,0 0 1,0 0-1,1 0 0,-1 0 0,0 0 0,0 0 1,0 1-1,0-1 0,1-1 0,-1 2 9,3-9-39,1 0-1,0 0 0,0 0 0,1 1 1,0 0-1,0 0 0,1 0 0,0 1 1,13-13-1,19-26-130,9-31 33,-4-1-1,43-108 1,-78 168 138,130-375 152,-122 344 56,27-104 726,-43 152-901,1 0 0,-1 0-1,0 0 1,0-1 0,1 1 0,-1 0 0,0 0-1,1 0 1,-1 0 0,1 0 0,0 1 0,-1-1-1,1 0 1,0 0 0,-1 0 0,1 0-1,0 1 1,0-1 0,0 0 0,0 1 0,0-1-1,0 0 1,0 1 0,0-1 0,0 1 0,0 0-1,0-1 1,0 1 0,0 0 0,0 0-1,0-1 1,0 1 0,0 0 0,0 0 0,1 0-1,-1 1 1,0-1 0,0 0 0,0 0 0,1 1-1,2 0 33,-1 1-1,0 0 1,0 0-1,0 0 1,0 0-1,0 0 1,0 1-1,-1-1 1,1 1 0,-1-1-1,3 5 1,139 238 1326,-21-31-878,-80-144-476,23 32-126,-56-88 34,1 0 0,1-1 1,0 0-1,23 18 1,-26-25-10,0-1 0,0 0 0,0-1 0,1 0 0,0 0 1,-1-1-1,1-1 0,0 1 0,1-2 0,-1 1 0,0-1 0,0-1 0,1 0 1,-1 0-1,0-1 0,1-1 0,-1 1 0,0-2 0,0 1 0,0-1 1,-1-1-1,1 0 0,13-8 0,8-9-221,-1 0 1,28-28-1,-55 47 188,0 3-94,3-1 166,12 3-336,-1-1 0,1-1 0,22-2 1,79-5-4778,-96 3 3558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53.0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2 132 5076,'-1'-24'2364,"1"0"0,4-32-1,-4 52-891,1 1-145,5-15 14,-6 18-1319,0-1-1,0 1 1,0 0 0,0 0-1,0 0 1,0 0 0,0 0-1,0 0 1,0 0 0,0 0-1,0-1 1,0 1-1,0 0 1,0 0 0,0 0-1,0 0 1,0 0 0,0 0-1,0 0 1,1 0 0,-1 0-1,0 0 1,0 0-1,0-1 1,0 1 0,0 0-1,0 0 1,0 0 0,0 0-1,0 0 1,1 0 0,-1 0-1,0 0 1,0 0-1,0 0 1,0 0 0,0 0-1,0 0 1,0 0 0,1 0-1,-1 0 1,0 0 0,0 0-1,0 0 1,0 0-1,0 0 1,0 1 0,0-1-1,0 0 1,1 0 0,-1 0-1,0 0 1,0 0 0,0 0-1,0 0 1,0 0 0,0 0-1,8 29 1770,-3-5-1496,96 368 2537,-37 7-1989,-38 106-411,-20-308-507,13 670-3361,-9-282-6126,-2-389 1864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53.3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56 563 6709,'-45'-140'1377,"42"127"-1027,0 0-1,1 0 0,1 0 1,0-1-1,0 1 1,2 0-1,3-26 1,1 16 435,1 0 0,16-37 0,-20 55-671,3-6 102,0 0-1,0 1 0,1-1 0,1 1 1,0 1-1,0-1 0,1 1 1,0 1-1,0-1 0,1 1 1,0 1-1,0-1 0,1 2 0,0-1 1,0 2-1,1-1 0,0 1 1,21-7-1,-13 7-60,0 1 0,0 0 0,0 2 0,1 0 0,-1 1 0,0 1 0,1 1 1,-1 0-1,1 2 0,33 8 0,-10 2-24,0 3 1,-2 1-1,0 2 1,0 2-1,-2 1 1,-1 3 0,53 42-1,-32-16-18,-2 3-1,-2 2 0,72 94 1,-77-80-177,-4 2 1,-2 2-1,-4 1 0,-3 2 1,35 108-1,-58-141-25,-2 0 0,-1 0 0,-3 2 0,-1-1-1,0 66 1,-8-77 32,0 0 0,-3-1 0,-1 0 0,-1 1 0,-2-2 0,-1 1 0,-1-1 0,-17 34 0,5-23-47,-2-1 0,-2-1 1,-2-1-1,-1-2 0,-42 44 1,23-34-144,-1-3 1,-2-1 0,-71 45 0,67-54-377,-2-3 0,-111 47-1,126-63-547,0-2-1,-1-2 1,-1-2-1,0-2 1,-46 3-1,0-9-4558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53.6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11389,'49'14'2506,"-23"-7"-1973,1 1 0,-1 0 0,-1 2 0,0 1 0,39 24 1,-37-15-388,0 2 0,-2 1 0,0 0 0,-2 2 0,-1 1 0,-1 1 0,-1 1 1,25 46-1,-8-3-146,-3 2 0,36 115 1,-50-128-52,-3 1 0,-2 1 0,-4 0 0,-2 1 0,-2 0 0,-5 119 0,-2-172 130,-1 1-1,0 0 1,-1-1 0,0 0 0,-1 1-1,0-1 1,0 0 0,-1 0-1,0-1 1,-1 1 0,0-1 0,-1 0-1,0 0 1,0-1 0,-10 11-1,15-18-46,0-1 0,0 1-1,0 0 1,0 0-1,0-1 1,-1 1 0,1-1-1,0 1 1,0-1-1,0 1 1,-1-1-1,1 0 1,0 0 0,0 1-1,-1-1 1,1 0-1,0 0 1,-1 0-1,1 0 1,0-1 0,0 1-1,-1 0 1,1 0-1,0-1 1,0 1 0,0-1-1,-1 1 1,1-1-1,-2-1 1,0 0 20,0 0 0,0 0 0,0-1 0,0 1 0,0-1 0,1 0 0,-1 1 0,-3-7 0,3 3 9,0-1 0,0 1 0,1-1 1,0 0-1,0 0 0,1 0 0,-1 0 0,1-14 0,3-64 260,0 63-249,4-46-286,4 2-1,2-1 1,4 2-1,2 0 1,3 0-1,39-81 1,-9 42-3523,4 3 1,131-179 0,-119 197-2241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53.9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164 0 5493,'-6'25'797,"2"0"1,0 0 0,2 1 0,0-1 0,2 1 0,1 0 0,7 41 0,51 170 2269,-45-183-2708,2-6 30,31 67 0,-29-73-224,-8-18-39,2-1 0,1 0 0,0-1 0,2 0 0,0-1 0,2 0-1,0-2 1,1 0 0,34 28 0,-41-39-54,1 0 0,-1 0 1,2-1-1,-1-1 0,0 0 0,1 0 1,0-2-1,1 1 0,-1-2 0,1 0 0,0 0 1,-1-1-1,1-1 0,0 0 0,0-1 1,0-1-1,0 0 0,0-1 0,23-6 0,-25 4-2,0 0 0,0-1 0,0 0 0,-1-1 0,0-1 0,0 1 0,-1-2 0,0 1 0,0-2 0,-1 1 0,0-1-1,0 0 1,-1-1 0,0 0 0,-1-1 0,0 1 0,8-17 0,-8 12-20,-1 0 1,-1-1-1,0 1 0,-1-1 1,0 0-1,-1 0 0,-1 0 1,-1 0-1,0-1 0,-1 1 1,-1 0-1,-1 0 1,-3-19-1,-1 13-34,-1 0 0,-1 1 1,-1 0-1,-1 1 0,0 0 0,-2 0 1,0 1-1,-1 1 0,-1 0 0,-1 0 1,-1 2-1,0 0 0,-1 1 1,-25-18-1,12 12-114,-1 0 0,-1 3 1,-1 0-1,0 2 0,-1 2 1,-1 1-1,-1 1 0,-36-6 1,48 14-235,-1 0 0,1 2 1,0 1-1,-1 1 1,1 1-1,-1 1 1,-27 7-1,36-6-366,0 1-1,1 1 1,0 0-1,0 1 1,0 0-1,1 2 1,0 0-1,0 0 1,1 1-1,0 1 1,-20 18-1,27-20-865,-1 0-1,2 0 1,-8 13-1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54.2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393 230 8045,'0'-5'94,"18"-152"3720,-17 154-3587,-1 0 0,0 0 0,0 0-1,0 0 1,0 0 0,0 0 0,-1 0 0,1 0 0,-1 0-1,0 0 1,0 1 0,-1-5 0,-5-19 2678,-14 38-1382,15-6-1432,0-1 0,1 0 0,-1 1 0,1 0 0,1 0 0,-1 1 0,1-1 0,0 1 1,1 0-1,-4 8 0,-26 85 464,21-59-340,-38 132 322,-20 59-116,30-107-283,5 1-1,6 1 1,-17 174 0,46-298-136,-8 137 129,9-126-106,-1 0 0,2 0 0,-1 0 0,2-1 0,0 1 0,1-1 0,10 25 0,-11-32-15,1 0-1,1 0 1,-1-1 0,1 1 0,0-1-1,1 0 1,-1 0 0,1 0-1,0-1 1,0 0 0,0 0-1,0-1 1,1 1 0,0-2-1,-1 1 1,1-1 0,0 0 0,0 0-1,8 1 1,17 2 10,1-2 0,62-1 0,-66-2-12,147-3 42,119 3-40,-225 3-105,0 4 0,82 18-1,-131-20 44,0 1-1,0 0 1,38 19-1,-53-22 41,0 0 0,-1 0 0,1 1 0,-1-1 0,0 1 0,0 0 0,0 1 0,-1-1 0,0 1 0,1 0 0,-1 0 0,-1 0 0,1 1 0,-1-1 0,0 1-1,0 0 1,2 8 0,-4-9 5,-1-1-1,1 1 0,-1 0 1,0 0-1,0-1 0,-1 1 0,0 0 1,1-1-1,-1 1 0,-1 0 1,1-1-1,-1 1 0,0-1 1,0 0-1,-3 5 0,-2 3-7,0-1-1,-2 0 1,1 0 0,-11 10-1,-1-3 0,-1-1 0,0 0 0,-1-1 0,0-2 0,-2 0 0,-28 12 0,-156 53 21,149-61-119,-1-2 1,0-3-1,-1-2 1,-122 4-1,172-15-67,-2 1-229,-1-2-1,-22-3 1,32 4-23,-1-2 1,1 1-1,-1 0 0,1-1 1,0 0-1,0 0 1,0 0-1,0-1 0,0 1 1,0-1-1,-5-5 1,8 7 220,0 0-51,0 0 0,0 1 0,1-1 0,-1 0 0,0 0 0,0 0 0,1 0 0,-1 1 0,1-1 0,-1 0 0,1 0 0,-1 0 0,1 0 0,0 0 0,-1 0 0,1-2 0,10-21-6825,-9 23 6768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54.4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71 11869,'3'-1'74,"16"-5"636,-1 0 1,1-1 0,-1-1 0,-1 0 0,20-14-1,-35 21-577,0-1-1,-1 1 0,1 0 0,0 0 0,0 0 1,0 0-1,0 0 0,0 0 0,1 0 0,-1 1 0,0-1 1,0 1-1,0 0 0,1-1 0,-1 1 0,0 0 0,0 0 1,1 0-1,-1 1 0,0-1 0,0 1 0,1-1 1,-1 1-1,0 0 0,0-1 0,0 1 0,0 0 0,0 1 1,0-1-1,0 0 0,0 0 0,-1 1 0,1-1 0,0 1 1,1 2-1,4 5 134,0 0-1,-1 1 1,0 0 0,0 0 0,5 16 0,-5-13-54,23 49 344,-2 0 1,-3 2 0,18 77 0,-28-70-612,-4 2 1,-3-1-1,-2 103 1,-11-66-1571,-30 171-1,-48 138-5157,60-302 2161,9-14-2520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55.0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1 661 9617,'53'-53'2314,"104"-81"1,-95 91-1276,2 3-1,83-37 1,-73 40-324,129-85 0,-183 106-521,0 0-1,35-38 0,-54 53-178,0-1-1,1 0 0,-1 1 0,0-1 0,0 0 0,0 0 0,0 0 0,0 1 0,0-1 0,0 0 1,-1 0-1,1-1 0,-1 1 0,1 0 0,-1 0 0,0 0 0,0 0 0,0-4 0,-1 4-9,1 1-1,-1 0 1,1-1-1,-1 1 0,0 0 1,1-1-1,-1 1 0,0 0 1,0 0-1,0 0 0,0-1 1,0 1-1,0 0 0,0 1 1,0-1-1,0 0 1,-1 0-1,1 0 0,0 1 1,0-1-1,-1 0 0,1 1 1,-1-1-1,1 1 0,-2-1 1,-11 0 9,1 0 1,0 0 0,0 1-1,0 1 1,-1 0 0,1 1-1,0 0 1,1 1-1,-1 1 1,0 0 0,1 0-1,0 1 1,0 1 0,-15 9-1,-8 6 12,2 1 0,0 2 0,-44 41 0,51-40-17,2 0-1,0 2 1,1 1-1,2 0 1,1 2-1,1 0 1,-26 58-1,39-73-9,1 1 0,0 0-1,1 0 1,1 0 0,0 0-1,1 0 1,1 0-1,1 22 1,1-26-16,1 0-1,0 0 1,1 0-1,0-1 1,1 1 0,0-1-1,0 0 1,2 0-1,-1-1 1,1 1-1,1-1 1,11 13-1,-6-10-15,0 0 0,1-1 0,1-1 0,0 0 0,1-1 0,-1 0 0,2-2 0,0 1 0,0-2 0,0 0 0,1-1 0,0-1 0,0 0 0,0-1 0,1-1 0,-1-1 0,20 0-1,-11-1 18,0-1-1,0-2 0,0 0 0,0-2 1,0-1-1,0-1 0,-1-1 0,0-1 1,-1-2-1,46-23 0,-38 11-1,-1-1-1,-2-1 1,0-2-1,-1 0 1,25-33-1,39-37 24,65-52-118,-152 143 122,0 1-1,1-1 1,0 1-1,9-6 0,-12 9-5,0 0-1,-1 0 1,1 0 0,0 1-1,-1-1 1,1 1-1,0 0 1,0 0 0,0 0-1,-1 0 1,1 0-1,0 0 1,0 1-1,3 0 1,46 10 27,-29-7-18,-1 1-1,34 12 1,68 42 32,-94-43-24,0-1 1,1-1-1,0-1 1,1-2 0,52 11-1,-44-17-7,1-2 1,-1-1-1,1-3 0,66-8 1,-94 7-10,1 1 0,-1 1 0,22 1 1,-30 0-101,-1-1 1,0 1 0,0-1 0,0 1 0,1 1-1,-1-1 1,0 1 0,0-1 0,-1 1 0,1 0 0,0 1-1,-1-1 1,1 0 0,-1 1 0,5 4 0,1 3-1209,0-1 0,0 0 0,1 0 0,0-1 0,22 13 0,4 2-5670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55.7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516 683 8485,'12'-23'297,"105"-178"2881,-69 128-279,-4-2 0,66-151 0,-79 155-1394,-28 61-1281,-6 7-61,-21 14 72,9-2-142,0 2 0,0 0 0,1 0 0,-19 21 0,-50 65 182,49-56-192,-43 49 89,5 4-1,-108 183 0,156-232-144,2 1 0,1 1 0,3 0 0,2 2 0,2 0 0,2 1 0,2 0-1,3 0 1,-2 58 0,10-54 9,17 109 0,25 51-305,-4-22-39,-28-133 175,-3 0 0,-2 0 0,-5 118 0,-3-155 112,-1 1 1,-1-1 0,0 0 0,-2 0 0,-1-1 0,-1 0 0,0 0 0,-2-1-1,0 0 1,-1 0 0,-1-1 0,-1-1 0,-25 29 0,-110 99-318,148-146 331,-1 0 1,1 0 0,0 0-1,-1 0 1,1 1-1,0-1 1,0 0-1,-1 0 1,1 0 0,0 1-1,0-1 1,-1 0-1,1 0 1,0 0 0,0 1-1,0-1 1,-1 0-1,1 1 1,0-1 0,0 0-1,0 0 1,0 1-1,0-1 1,0 0-1,0 1 1,0-1 0,0 0-1,0 1 1,0-1-1,0 0 1,0 1 0,0-1-1,0 0 1,0 1-1,0-1 1,13-2-92,25-16 27,191-87-268,-23 11-20,-37 10 154,-17 6-71,251-91 0,-390 165 262,1 0 0,-1 1 0,1 1 0,0 0 1,18 0-1,-26 1 1,-1 2 0,1-1 0,0 1-1,-1 0 1,1 0 0,-1 0 0,1 1 0,-1 0 0,0 0 0,0 0 0,0 1 0,0 0 0,0-1 0,0 2 0,7 5 0,24 28 0,-17-17 26,0-2 1,41 31-1,-34-33-1,0-1 0,1-2 0,1 0 0,51 14 0,115 19-346,-184-44 252,-5-1-257,-21 14-521,14-13 805,-1-1 1,1 1 0,-1 0 0,0-1 0,0 0-1,0 1 1,0-1 0,0 0 0,0 0-1,0-1 1,0 1 0,0-1 0,0 1-1,0-1 1,0 0 0,0 0 0,0-1-1,-1 1 1,-4-2 0,-5 1-87,12 1 121,0 0-1,0 0 1,0 0-1,0 0 1,0 0-1,0-1 0,0 1 1,0 0-1,0-1 1,0 1-1,0-1 1,0 1-1,0-1 1,0 1-1,0-1 1,0 0-1,1 1 0,-1-1 1,0 0-1,0 0 1,1 0-1,-1 0 1,1 1-1,-1-1 1,1 0-1,-1 0 1,1 0-1,-1 0 0,1 0 1,0 0-1,-1 0 1,1 0-1,0 0 1,0 0-1,0-1 1,0 1-1,0 0 0,0 0 1,0 0-1,0 0 1,1 0-1,-1-1 1,2-4-51,-1 1 0,1 0-1,0 0 1,0 0 0,0 0 0,0 0 0,1 1 0,4-6 0,17-19-294,0 1 0,54-46-1,67-39-207,-92 73 406,496-332-559,-451 309 1217,-2-4 0,167-153 0,-231 189-239,3-4 351,74-57 0,-108 91-589,0 1 0,0-1-1,1 0 1,-1 1 0,0-1 0,1 1-1,-1-1 1,1 1 0,-1-1 0,0 1-1,1 0 1,-1 0 0,1 0 0,-1 0-1,1 0 1,-1 0 0,1 0-1,-1 1 1,0-1 0,1 0 0,-1 1-1,1-1 1,-1 1 0,0 0 0,1-1-1,-1 1 1,0 0 0,0 0 0,0 0-1,1 0 1,-1 0 0,0 0 0,1 2-1,1 0 7,-1 0 0,0 0 0,1 0-1,-1 1 1,-1-1 0,1 1 0,0 0 0,-1-1 0,0 1-1,0 0 1,1 7 0,0 24-77,-2 0 0,-1-1 1,-1 1-1,-3 0 0,0-1 0,-3 0 0,-11 35 1,7-32-852,-2-1 0,-2 0 1,-29 49-1,-5-7-3129,5 3-2240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56.5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76 6873,'8'-5'475,"1"2"0,-1-1 0,1 1 1,-1 0-1,1 1 0,15-2 0,-21 3-315,0 1-1,1 0 1,-1 0-1,0 0 1,1 0-1,-1 0 1,0 1 0,0 0-1,1-1 1,-1 1-1,0 1 1,0-1-1,0 0 1,0 1-1,0-1 1,0 1-1,0 0 1,-1 0-1,1 0 1,-1 0 0,1 1-1,2 3 1,30 42 475,-3 3 0,-2 0 0,-2 2 1,-3 1-1,-2 1 0,-2 1 1,22 95-1,-29-83-544,-3 1-1,-3 1 1,-3-1 0,-3 1 0,-3 0 0,-13 89-1,8-114-148,0-7-51,-2 68 0,8-102 63,0-1 0,0 0-1,0 1 1,1-1 0,-1 0-1,1 1 1,0-1-1,0 0 1,0 0 0,0 1-1,1-1 1,-1 0-1,1 0 1,0-1 0,4 6-1,-4-7-7,-1 1-1,1-1 1,0 0 0,0 0-1,0 0 1,0 0 0,0 0-1,0 0 1,1-1-1,-1 1 1,0-1 0,0 1-1,0-1 1,1 0-1,-1 0 1,0 0 0,0 0-1,1 0 1,-1 0-1,0-1 1,0 1 0,0-1-1,0 0 1,1 0-1,-1 1 1,2-3 0,8-3-165,0 0 0,0-1 0,-1 0 1,0-1-1,13-12 0,49-53-708,-40 38 631,314-350-811,121-117 1405,-392 434-317,157-107 1,-218 165-192,1 0-1,0 1 1,1 1-1,31-10 1,-42 16 63,1 0-1,-1 1 1,1 0-1,0 0 1,0 1 0,0 0-1,0 0 1,-1 0-1,1 1 1,0 0 0,0 0-1,-1 1 1,1 0-1,-1 0 1,13 6 0,-2 2-203,-1 0 0,0 2 0,23 21 0,-37-31 564,4 3 771,-5-4-879,-1-1 0,1 1 0,-1 0 0,1-1 0,0 1 0,-1 0-1,1-1 1,0 1 0,-1-1 0,1 1 0,0-1 0,0 1-1,0-1 1,-1 0 0,1 1 0,0-1 0,0 0 0,0 1 0,0-1-1,0 0 1,-1 0 0,1 0 0,1 0 0,5-11 574,-1-1-1,0 1 1,-1-1 0,-1 0 0,4-15 0,-7 24-600,-1 0 1,1 1 0,-1-1 0,0 0-1,1 0 1,-1 0 0,-1 0 0,1 1-1,0-1 1,-1 0 0,0 0 0,1 0-1,-1 1 1,0-1 0,0 0 0,-1 1-1,1-1 1,0 1 0,-1 0-1,0-1 1,1 1 0,-1 0 0,0 0-1,0 0 1,0 0 0,-1 0 0,1 0-1,0 1 1,-1-1 0,-4-1 0,4 1-54,0 1 1,0 0 0,-1 1 0,1-1-1,0 0 1,-1 1 0,1 0-1,0 0 1,-1 0 0,1 0 0,0 0-1,-1 1 1,-3 0 0,-40 14 166,38-11-154,-7 3-18,1 0-1,0 2 1,0 0 0,0 0-1,1 2 1,1-1 0,0 2 0,0 0-1,1 0 1,-18 26 0,20-25-140,1 0 1,1 0-1,0 1 1,1 0 0,0 1-1,2 0 1,-1 0-1,2 0 1,0 0 0,1 1-1,-3 26 1,6-25-111,1-1 0,0 0 0,1 1 1,1-1-1,0 0 0,1 0 0,1-1 1,0 1-1,1-1 0,1 0 0,0 0 1,2-1-1,-1 0 0,1-1 0,1 0 1,1 0-1,0-1 0,0 0 0,17 12 1,10 7-170,2-3 0,1-1 1,1-3-1,1-1 0,1-2 0,1-1 1,1-3-1,60 14 0,35 0-759,216 20-1,52-18-845,-85-8 1761,-254-19 322,-68-7-33,0 0 0,0 0 0,0 1 0,0-1 0,0-1 0,0 1 0,0 0 0,-1 0 0,1-1 0,0 1 0,-1-1 0,1 1 0,-1-1 0,2-2 0,-2 3 26,-1 0-58,0 1 0,0-1-1,0 0 1,0 0 0,0 1 0,0-1-1,0 0 1,0 0 0,0 0-1,0 1 1,0-1 0,0 0-1,-1 1 1,1-1 0,0 0 0,0 0-1,-1 1 1,1-1 0,-1 0-1,0 0 1,0-1 28,-21-57 314,22 56-379,-1 0-1,1-1 0,0 1 1,1 0-1,-1-1 0,1 1 1,-1 0-1,1 0 0,0-1 1,0 1-1,0 0 0,1 0 1,-1 0-1,1 0 0,0 0 1,0 1-1,0-1 0,0 1 1,2-3-1,1-2 23,-3 4 474,-1 1-65,11-41 2862,-6 28-7152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56.7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144 0 1940,'0'0'112,"-10"6"-84,-17 7-24,14-4 8,-11-12-76,4 0-100,-3 3-468,-4 0 208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56.9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 0 5236,'-34'0'1873,"54"9"-1785,1-3-868,-5 19-2653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57.0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61 7629,'104'0'992,"-80"-3"-188,16 0-164,3 3-32,-13-6-52,4 3-184,-1 0-124,4 0-264,-7-6-400,1 6-804,-15-12-1820,4 3-1133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58.5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9 420,'41'-9'-152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3:59.0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35 479 4140,'44'-93'2251,"-29"64"-833,-11 18-731,0 0-1,0 0 1,-1-1 0,0 1 0,1-23 0,8-31 1450,38-107 5007,-43 143-5728,-10 52-522,-10 90 73,-11 81-249,-27 80-323,-23 147-582,65-367-90,3 0 0,2 1 0,3 0-1,9 88 1,-7-137 257,0 0 0,0-1 0,0 1 1,1-1-1,0 1 0,0-1 0,0 1 0,1-1 0,0 0 0,0 0 0,7 8 0,-7-10 13,0 0-1,0 0 1,0-1-1,1 1 1,-1-1-1,1 0 1,-1 0-1,1 0 1,0-1 0,0 1-1,0-1 1,0 0-1,0 0 1,0 0-1,0-1 1,8 1-1,4-1-17,1-1-1,-1-1 1,0 0-1,0-1 1,0-1-1,0 0 0,29-13 1,4-6 40,49-31 0,-51 26-12,1 0-64,142-71 28,-170 90 29,2 1 0,-1 0 0,1 2 0,0 1 0,0 0 0,1 2 0,28-1 0,-39 4-6,1 1 0,-1 1 0,0 0-1,1 1 1,-1 0 0,0 0-1,14 7 1,7 6-14,35 22 1,-50-26 25,0-1 0,0-1 0,1-1 0,1-1 0,-1 0 0,1-2 0,35 8-1,-26-12 29,0-2 0,0-1 0,0-1-1,-1-1 1,1-1 0,-1-2-1,0-1 1,52-21 0,-15 1 261,-1-4 1,89-57-1,-111 62-150,-2-3 1,0-1 0,-2-2-1,-1-1 1,-2-2-1,43-55 1,-62 69-196,-1-1 0,-2 0 1,0-1-1,-1-1 0,-1 0 1,-1 0-1,-2-1 0,0-1 1,-2 1-1,0-1 0,-2 0 1,-1 0-1,-1-48 0,-5 24-731,-2-1 0,-14-60 0,11 77-771,-15-36 0,14 48-708,0 0 0,-18-27-1,-12-6-7123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00.1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1101 20 11065,'1'11'2050,"-5"-14"301,-14-12-311,5 11-1744,1 2 0,-1-1 0,0 2 0,-1-1-1,1 2 1,0 0 0,-22 3 0,-99 21 723,121-22-922,-44 12 142,0 2-1,1 2 0,1 3 0,1 2 0,-93 55 1,112-56-321,0 2 0,2 1 0,1 2 1,1 1-1,1 2 0,1 1 0,2 1 0,-45 69 1,63-85-62,1 0 1,0 0-1,1 1 1,1-1-1,0 2 1,-5 27-1,10-41 114,1 1-1,0-1 1,-1 1-1,2-1 0,-1 1 1,0 0-1,1-1 1,0 1-1,0-1 1,0 1-1,1-1 0,-1 0 1,4 6-1,-3-7 17,0 0 0,1 0-1,-1 0 1,1-1 0,0 1-1,-1-1 1,1 0 0,0 0-1,1 0 1,-1 0 0,0 0-1,0-1 1,1 1 0,-1-1-1,1 0 1,-1 0 0,1 0-1,0-1 1,4 1-1,12 1-29,0-2-1,0 0 1,1-1-1,-1-1 1,37-8-1,103-36-67,-85 23 113,821-241 1911,-887 261-1905,0 0 0,0 1 0,0 1 0,1-1 1,-1 1-1,1 1 0,12 1 0,-18-1-6,0 1 0,0 0 0,-1 0 0,1 0 0,0 1 0,0 0 0,-1-1 0,1 1 0,-1 0 0,0 1 0,0-1 0,1 1 0,-1-1 0,-1 1 1,1 0-1,0 0 0,-1 0 0,1 0 0,2 6 0,17 29-79,-11-17 66,2 0 0,0-1-1,1 0 1,1-1-1,0-1 1,29 26 0,-36-37 15,1-1 1,0 0-1,0 0 1,0-1-1,1 0 1,-1-1-1,1 0 1,1-1-1,-1 0 1,17 3-1,-18-5-4,0-1 0,1 0-1,-1 0 1,0-1 0,0 0-1,0-1 1,0 0 0,0 0 0,-1-1-1,1 0 1,-1 0 0,1-1-1,8-5 1,2-3 20,0-1 0,-1-1 0,-1 0-1,21-23 1,59-74 87,-46 50 8,-47 57-106,-1 1-6,-1 0 0,1 0 1,0 0-1,-1 0 0,0 0 0,1-1 1,1-5-1,8 30-51,-4-8 68,1 13 8,-8-21-27,1 1 1,0-1 0,0 1 0,1-1-1,-1 0 1,5 6 0,-1-1-2,1 0-1,0-1 1,0 0 0,1 0 0,1-1-1,-1 0 1,1 0 0,0-1-1,1 0 1,0-1 0,0 0 0,0 0-1,18 6 1,1-4-4,0-1 0,1-1 0,-1-2 0,1-1 0,0-1 0,0-1-1,0-2 1,39-6 0,-5-3 37,-1-3 1,112-39-1,-134 35 135,-1-1-1,0-2 1,-2-1 0,0-3 0,-2 0 0,65-59-1,-100 82-14,-10 23-33,-64 121-35,13-31-27,-19 53 40,-170 334-116,-171 317-252,206-394 142,-264 601-35,450-961 158,-55 111 148,65-140-76,-2 0 1,-43 53-1,62-84-65,0-1 0,-1 0 0,1 1 0,0-1 0,0 0 0,0 0 0,-1 0 0,1 0 0,0 0 0,-1 0 0,1 0 0,-1 0 0,0-1 0,1 1 0,-1 0 0,1-1 0,-1 0 0,0 1 0,1-1 0,-1 0 0,0 0 0,0 0 0,1 0 0,-1 0 0,0 0 0,1 0 0,-1-1 0,-2 0 0,2 0 2,0 0-1,0 0 1,-1-1-1,1 1 1,0-1-1,1 0 1,-1 0-1,0 0 1,0 0-1,1 0 1,-1 0-1,1 0 1,0 0-1,0-1 1,0 1-1,0 0 1,-1-4-1,0-1 12,1 1-1,0-1 0,0 0 0,1 1 1,-1-1-1,2 0 0,-1 1 0,1-1 1,1-6-1,20-66-6,-3 28-21,3 0 0,2 2 1,2 0-1,48-67 0,154-171-54,393-343-190,50 51-32,-90 81 65,-469 398 203,243-223-40,-32-24 33,-226 216 15,-86 113 30,-1 0 0,0-1 0,-1-1 0,-1 1 1,8-33-1,-15 46-6,1 0-1,-1 0 1,-1 0 0,1 0 0,-1 0 0,0 0 0,0 0-1,-1 0 1,0 0 0,0 0 0,0 0 0,-1 0-1,0 0 1,-3-7 0,3 9 4,0 0-1,-1 1 1,1 0-1,-1 0 1,0-1-1,0 1 1,0 1-1,0-1 1,0 0-1,-1 1 1,1 0-1,-1 0 1,0 0-1,0 0 1,1 0-1,-1 1 1,0 0-1,0 0 1,0 0-1,-1 0 1,-5 0-1,2 1-2,-1 0 0,1 0 1,0 1-1,0 0 0,0 0 0,0 1 0,0 0 0,0 1 1,1-1-1,-1 2 0,1-1 0,0 1 0,0 0 0,0 0 1,0 1-1,-11 10 0,9-6 0,0 0 0,0 1 0,1 0 0,0 0 0,1 0 0,0 1-1,1 0 1,0 1 0,1-1 0,-5 15 0,5-5 6,1 0 0,0 1 0,2-1 0,0 1 0,2-1 0,0 1 0,1 0 1,2-1-1,7 34 0,7 15 2,42 102 1,45 68 121,-9-23-112,-75-164-44,-3 0-1,14 68 1,-28-99 18,0 0 0,-1 0 0,-2 0-1,0 0 1,-1 0 0,-1 0 0,-1 0 0,-1 0 0,-1-1 0,-1 1 0,-1-1 0,-11 22 0,5-16-53,-1-1 0,-1-1 1,-2 0-1,0-2 0,-1 1 1,-2-2-1,0-1 0,-38 31 0,19-22-604,-2-2 0,-1-1-1,0-2 1,-2-2 0,-1-2-1,-1-2 1,-1-2-1,-67 15 1,50-23-1766,23-9-2567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00.3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 0 13557,'-47'34'10669,"84"-25"-9389,30 6-308,13-3-324,20 0-744,31 6-652,23-9-452,30 3-684,21 0-780,16-3-3425,13 3-5372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00.8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1333 0 9485,'-17'8'553,"14"-6"-412,-1-1 1,1 0-1,-1 1 0,1 0 0,0-1 1,-1 1-1,1 1 0,0-1 1,1 0-1,-1 1 0,0 0 1,1-1-1,-1 1 0,1 0 0,0 0 1,0 0-1,0 1 0,0-1 1,1 0-1,-2 5 0,2-5-60,-1 1 160,0 0-1,1 1 1,0-1 0,0 0-1,0 1 1,0-1 0,1 1-1,-1-1 1,1 1-1,0-1 1,1 1 0,-1-1-1,1 1 1,0-1 0,0 1-1,0-1 1,1 0 0,2 6-1,2 0 76,0-1 0,1 0 0,0-1 0,1 1 0,0-1 0,0-1 0,11 8 0,73 47 1120,-45-33-947,14 12-52,409 280 1549,-358-236-1722,-4 5-1,99 107 1,-174-161-228,-1 1 1,-2 2-1,-2 0 1,-1 2-1,-2 1 1,25 59-1,-40-76-20,-1 0 0,-1 1 0,-1 0 0,-1 0-1,-2 0 1,0 1 0,-2-1 0,-1 1 0,-1 0-1,-1-1 1,-2 1 0,0-1 0,-9 30 0,4-28-28,-2 0 0,0-1 1,-2 0-1,-2-1 1,0 0-1,-20 26 0,8-17-6,-3 0 0,0-2-1,-51 43 1,7-17-43,-3-4 0,-3-3 0,-97 49-1,-26-1-521,-314 108 0,-233 24-4121,351-108-3610,251-75 80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01.0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403 76 14389,'-57'0'1784,"37"-9"-363,-20 0-305,23 3-268,-20 0 40,-13-9-312,13 6-116,0 3-108,20 2-72,-6-5-180,3 6-316,-7 9-1580,7 4-128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03.7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356 1 3792,'-1'3'56,"-2"6"150,1-1 0,-1 1 1,1 0-1,1 0 1,0 0-1,0 0 0,1 0 1,0 0-1,0 0 1,1 0-1,3 12 1,13 47 2178,39 99 1,-28-99-985,-3 1 0,28 123 1,-44-140-1035,-1 1 0,-3 0 0,-2 0-1,-6 83 1,-8-45-242,-3-1 0,-5-1 0,-56 166 0,11-91-1965,-93 168 0,54-132-2404,-1 9-2482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03.9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 40 8873,'-33'-3'4096,"66"0"-3692,34-6-52,0 0-272,14 0-448,6 3-340,10 6-156,13 6-196,4 9-2148,10 3-1405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04.0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285 1 5152,'-57'69'1129,"30"-42"-261,0 12-216,0 19-412,1 8-368,-11 3-668,-3 1-1281,-4 2 21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05.2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4068 81 2448,'-7'-9'98,"-1"0"-1,0 0 1,0 1 0,-1 0-1,-10-7 1,14 12-41,-1 0 0,0 0 0,0 1 0,0-1 0,0 1 0,0 1 0,0-1 0,0 1 0,-1 0 0,1 0 0,-11 1 0,-5 1 40,1 1 1,0 2-1,1 0 1,-1 1-1,1 1 1,-1 1-1,2 0 1,-1 2-1,1 0 1,1 2-1,-1 0 1,-23 19-1,-20 20 449,-107 112 0,156-149-486,-101 113 446,-109 154 0,-79 157 19,193-275-336,-669 1104 501,91 52-176,146-111-188,166-166-74,294-749-145,-70 490 0,114-293-94,37-416 2,4 1-1,3-1 1,3 0 0,32 115 0,-31-151-18,3 0 0,0 0 0,3-1 0,1-1 0,1-1 1,2-1-1,2-1 0,1 0 0,32 33 0,-31-41 6,1-1 0,1-1 0,1-2 0,0 0 0,2-2 0,0-1 0,1-1 0,1-2 0,0-1 0,57 14 0,-22-13-5,0-3 0,0-3 0,1-4 0,0-2 0,-1-3 1,103-14-1,-44-5-20,-2-6 0,192-66 0,-115 15 17,-4-8 0,-3-9-1,298-195 1,-353 195-194,-4-6 0,-5-6 0,-4-6-1,-5-5 1,-6-5 0,-5-5 0,173-262 0,-169 199-60,-8-6 0,-9-4 0,119-351 0,-136 288 47,-12-4-1,54-432 1,-96 436 171,-8-286 1,-25 351 72,-8 0 1,-44-212-1,38 313 3,-3 0-1,-5 1 1,-4 2 0,-4 2 0,-5 1-1,-81-134 1,85 167-13,-2 2 0,-3 1 0,-3 3 0,-1 1 1,-3 3-1,-1 2 0,-3 2 0,-2 2 0,-1 3 0,-78-39 0,76 49-12,-2 4 0,-1 2 0,-1 3 0,0 2 0,-1 3 0,-1 3 0,0 3 0,-1 3 0,-68 2 0,49 8-21,1 3 1,1 3 0,0 5 0,0 3 0,2 3 0,-130 53 0,68-11-722,2 5 0,3 7 0,-197 143 0,87-29-471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05.5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152 75 3184,'-10'-15'776,"3"0"136,-6 3-484,6 0 177,-13 3-417,3 0 52,-10 9-416,4-3-1649,-4 6 477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07.7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3183 296 3072,'-6'-44'2471,"5"39"-2252,-1-1-1,1 0 1,1 0 0,-1 0-1,1 0 1,0 0 0,0 0-1,1 0 1,0 1-1,2-9 1,6-12 272,0 0 0,25-43 1,-33 67-416,-3 1 59,-10-4-123,1 0-1,-1 0 1,1 1 0,-1 1-1,0 0 1,-1 1 0,1 0-1,-20 0 1,-23-5-44,-10-1 43,-1 3 0,0 4 0,-101 9 0,31-1-44,-598-16 21,720 9 15,-88-4 10,-24-2-70,-147 13 1,217 2 66,-100 28 0,73-14-36,-244 74 45,149-41-34,144-46 49,-15 4-39,0 2 0,-61 29 0,95-36 3,0 1 0,1 1 0,0 0-1,1 1 1,0 0 0,1 1 0,0 0 0,1 1 0,0 1 0,2 0 0,-1 0 0,2 0 0,-10 26-1,1 2-10,2 1-1,2 0 0,-14 91 0,23-108 5,2 0 0,1-1 1,0 1-1,2 0 0,1 0 0,2-1 0,12 51 0,-10-57 10,1 0 0,1-1 1,1 0-1,0-1 0,2 0 0,0 0 0,0-1 0,2-1 0,0 0 0,28 26 1,2-6-46,2-2 1,86 51 0,110 40-186,-101-55-1,487 233-953,-75-85 208,-233-127 707,347 51 0,339 4-113,-300-83-396,4-35 97,239-30 343,1-31 408,-273 7 74,1271-40 29,-952 18 314,-145 6-93,-640 33-432,556-27-2367,-616 26 1528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08.8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15495 4944 2880,'14'-9'220,"-11"7"-146,0 0-1,0 0 0,0 0 1,0 0-1,-1 0 0,1-1 1,-1 1-1,0-1 0,0 0 1,4-5-1,8-20 634,-11 21-649,0 1-1,1-1 1,-1 1-1,1 0 1,0 0-1,1 0 1,-1 0-1,1 1 1,1 0-1,-1 0 1,1 0-1,-1 1 1,8-5-1,5 1-35,0 0 0,0 2 0,1 0-1,0 1 1,0 1 0,0 0 0,34-1 0,-6 0 5,37-3 52,-44 5-84,-1-1 0,45-11 0,-42 3 14,0-1 0,0-2 0,-2-2 0,72-40-1,-97 48 9,0 0 0,-1-2 0,0 0 0,-1 0 0,0-1-1,-1 0 1,0-2 0,-1 1 0,-1-1 0,0-1-1,-1 1 1,0-2 0,-1 1 0,-1-1 0,6-20 0,-7 16 3,-2 0 0,-1-1 0,0 0 1,-1 1-1,-1-1 0,-2 0 0,-4-38 1,0 32 2,-1 0 0,-2 1 0,0-1 0,-2 2 0,-19-38 0,-12-9-28,-2 2 0,-4 2 0,-80-91-1,-187-169 34,206 220-98,15 14 87,-4 5-1,-4 3 1,-143-92 0,166 132-32,-93-39 1,-90-24 35,241 101-12,-472-161-111,179 67-217,267 86 240,-682-267-543,163-17 415,46 21 178,309 177-7,-598-282-155,-22 49 85,101 129 49,-15 65 53,-250 39 17,716 80-16,-77-4 2,-386 21 0,-297 92-756,584-44 631,-1117 78-28,259 17-740,974-76 896,152-27-73,61-11 60,-209 69 0,273-70 12,0 2 0,2 3 0,1 2 0,2 3 0,-65 49 0,81-51 1,1 2 0,2 1 1,1 2-1,2 2 1,1 1-1,2 1 0,-45 78 1,55-72-62,1 2 0,3 1 0,1 0 0,-9 53 1,-7 24 83,19-85-154,-3 0 1,-1-1-1,-2 0 1,-1-1-1,-45 62 1,32-56-415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09.8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85 2788,'15'-9'404,"-15"8"-394,0 1 1,0 0 0,0 0 0,1 0 0,-1-1 0,0 1 0,0 0-1,0 0 1,0 0 0,0-1 0,0 1 0,0 0 0,0 0 0,0-1 0,0 1-1,0 0 1,-1 0 0,1 0 0,0-1 0,0 1 0,0 0 0,0 0-1,0-1 1,0 1 0,0 0 0,0 0 0,-1 0 0,1 0 0,0-1 0,0 1-1,0 0 1,0 0 0,-1 0 0,1 0 0,0 0 0,0 0 0,0-1-1,-1 1 1,1 0 0,0 0 0,0 0 0,-1 0 0,1 0 0,0 0-1,0 0 1,0 0 0,-1 0 0,1 0 0,0 0 0,-1 0 0,-2-1 425,-10-47 1234,10 30-3664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12.2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1 250 5617,'19'-31'6333,"-17"26"-6256,1-1 0,0 2 0,0-1 0,0 0 0,1 1-1,5-7 1,6-1 59,0 0-1,0 1 0,1 1 0,1 1 0,-1 0 0,2 1 0,-1 0 1,34-8-1,5 2 37,96-11 0,667-20-1568,9 60-419,-132 1-1021,-379-18 551,15-1-448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12.6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0 200 3908,'158'9'1020,"-74"-15"-187,-7 0-465,3-3 120,7-3-96,10-3-252,14 0-192,16-10-92,10 1-132,11-6-728,12-3-685,25 0 689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14.2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392 64 6689,'-33'-21'1580,"26"3"-992,4 0 216,-21 18-448,1-6-144,-1 12-52,-6-3-24,3 9-32,-20 9-20,17 9-8,-3 6-344,-4 6-400,-3 4-2252,6 5-1029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14.7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1200 136 7337,'-19'-18'369,"-6"-7"607,-28-20-1,46 39-787,-1 1 1,1 0-1,-1 0 0,0 1 1,-1 0-1,1 1 0,-1-1 1,1 2-1,-11-3 0,-8 2-9,1 2 0,-1 0-1,1 2 1,-1 1 0,1 1-1,0 2 1,0 0 0,0 2-1,-44 17 1,16-1 18,1 3-1,1 1 1,-65 48-1,64-38-71,1 3 0,-70 70 0,101-88-88,1 0 0,1 1-1,1 1 1,2 0-1,0 1 1,1 1 0,-21 53-1,33-70-26,0 1 0,1-1 0,0 1-1,1-1 1,0 1 0,0-1 0,1 1-1,0 0 1,0-1 0,1 1 0,1-1 0,4 19-1,-1-16 7,0 0 0,0-1 1,1 1-1,0-1 0,1 0 0,1-1 0,-1 1 0,16 14 0,9 3-16,2 0 0,0-2 0,2-2 0,61 32 0,198 130-1472,-278-174 1286,0 1 0,-1 0 0,-1 2 0,0 0 0,-1 0 0,-1 2 0,0-1 0,-1 2 0,-1-1 0,-1 2 0,12 26 0,-16-28 65,0 0 0,-2 1-1,0 0 1,0 0-1,-2 0 1,0 0-1,-1 1 1,-1-1-1,-1 0 1,-1 0-1,0 1 1,-1-1-1,-8 24 1,0-8 9,-2 0 0,-1-1 0,-2-1 0,-1 0 0,-2-1 0,0-1 0,-3-1 0,0 0 0,-48 46 1,37-46 187,0 0 0,-2-2 0,-1-2 0,-1-2 0,-1-1 0,-1-1 0,-72 26 0,95-41 69,0-1-1,-1-1 1,1 0-1,-1-1 0,0-1 1,-23 1-1,36-3-111,0 0 0,0 0 0,0-1 0,0 1 0,0-1 0,0 0-1,0 0 1,0 0 0,1-1 0,-1 1 0,1-1 0,-1 0 0,1 0 0,-1 0-1,1 0 1,0-1 0,0 1 0,0-1 0,0 0 0,1 0 0,-1 0 0,1 0 0,-1 0-1,1-1 1,0 1 0,1-1 0,-1 1 0,1-1 0,-1 0 0,1 1 0,0-1-1,-1-6 1,2 2 53,-1 0 0,1 0 0,0 1-1,1-1 1,0 0 0,0 1 0,0-1-1,1 1 1,0-1 0,1 1 0,0 0-1,0 0 1,0 0 0,1 0 0,0 0-1,9-10 1,-11 14-58,1 0 1,-1 0-1,1 1 1,0-1-1,-1 1 1,1 0-1,0 0 1,1 0-1,-1 0 0,0 0 1,0 1-1,1-1 1,-1 1-1,1 0 1,-1 0-1,1 0 0,0 1 1,-1-1-1,1 1 1,0 0-1,-1 0 1,1 0-1,0 0 1,-1 1-1,1-1 0,-1 1 1,1 0-1,0 0 1,-1 1-1,0-1 1,1 1-1,-1-1 0,0 1 1,0 0-1,0 0 1,0 1-1,3 1 1,4 6 18,0 0 1,-1 0 0,0 1-1,0 0 1,-1 0-1,-1 1 1,0 0 0,-1 1-1,0-1 1,7 24 0,0 6 35,-2 1 1,7 50-1,-3 29 35,0 164 0,-24 128 80,2-199-156,-32 881-3590,28-838-226,4-96-943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15.3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154 13 5400,'0'0'92,"0"0"0,0 0 0,-1-1 0,1 1 0,0 0 0,0 0 0,0-1 0,0 1 0,0 0 0,-1-1 0,1 1 0,0 0 0,0-1-1,0 1 1,0 0 0,0 0 0,0-1 0,0 1 0,0 0 0,0-1 0,0 1 0,0 0 0,0-1 0,0 1 0,0 0 0,0-1-1,1 1 1,-1 0 0,0-1 0,0 1 0,0 0 0,0 0 0,1-1 0,-1 1 0,0 0 0,0 0 0,0-1 0,1 1 0,-1 0-1,0 0 1,0 0 0,1 0 0,-1-1 0,0 1 0,1 0 0,-1 0 0,0 0 0,1 0 0,-1 0 0,0 0 0,0 0 0,1 0 0,0 0-1,30-1 942,-13 3-1057,-1 1 0,19 6 1,-16-1 6,0 1 1,-1 1-1,0 1 1,0 0-1,-1 1 1,-1 1-1,0 1 1,-1 0-1,0 1 1,-1 1 0,-1 0-1,19 30 1,-13-16-100,-2 0 1,-1 1 0,-2 1-1,-1 1 1,-1 0 0,16 69-1,-20-51-11,-3 2 0,-1-1-1,-3 63 1,-22 158-112,-22-29 118,8-60 224,31-163-97,-9 48-35,4 0 0,1 105 1,7-165 27,1-1 0,0 1 0,1-1 0,-1 1 0,1-1 0,1 1 0,0-1 0,0 0 0,0 0 0,1 0 0,1-1 0,5 8 0,-6-9-11,1-1-1,0 0 0,1 0 0,-1 0 1,1-1-1,0 0 0,0 0 1,1-1-1,-1 1 0,1-1 1,0-1-1,-1 1 0,1-1 1,12 2-1,10-1 84,-1 0 1,1-2 0,0-2-1,31-3 1,-34 1 198,0 2-1,0 0 1,0 2 0,47 7 0,-69-7-208,0 1 1,0-1-1,0 1 1,0 0-1,-1 0 1,1 0-1,-1 1 1,1-1 0,-1 1-1,0 0 1,0 0-1,0 0 1,0 0-1,0 1 1,-1-1-1,0 1 1,0-1-1,0 1 1,0 0-1,0 0 1,-1 0-1,2 7 1,2 7 141,-2 0-1,0 0 1,1 35 0,-6 18 81,-3 1 0,-25 125 1,18-128-210,-34 298 128,-4 29-298,6-177-18,-116 345 1,99-401-240,-6-2-1,-146 249 1,183-359-38,-2-1-1,-2-2 1,-2-1 0,-49 48 0,80-90 156,0 0 0,0-1 0,0 0 0,-1 0 1,0 0-1,0-1 0,0 1 0,0-1 0,0-1 1,-1 1-1,1-1 0,-1 0 0,0-1 0,0 0 1,1 0-1,-1 0 0,0-1 0,0 0 0,0 0 0,0-1 1,-12-2-1,-26-15-2695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16.2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683 480 3896,'8'-10'411,"0"1"-1,0-1 0,1 1 1,10-8-1,-18 16-309,0 0 0,0-1-1,0 1 1,0 0 0,0-1 0,0 1 0,0 0 0,0-1 0,0 1 0,-1-1-1,1 0 1,-1 1 0,1-1 0,-1 1 0,1-1 0,-1 0 0,0 1 0,0-1-1,0 0 1,0 1 0,0-1 0,0 0 0,-1 1 0,1-1 0,0 0 0,-1 1-1,0-1 1,1 1 0,-1-1 0,0 1 0,0-1 0,-1-1 0,0-2-366,1 5 274,0-1 0,0 1 0,0-1 0,-1 1-1,1-1 1,0 1 0,0 0 0,0 0 0,-1 0 0,1 0 0,0 0-1,0 0 1,-1 0 0,1 0 0,0 0 0,0 0 0,-2 1 0,2-1 6,-59-6 268,56 6 158,1-2-226,-28-14 313,35-21-350,-7 36-182,-1 0 0,1 1 1,0-1-1,-1 1 0,1-1 0,0 1 1,-1 0-1,-3 0 0,1 2-2,0 0-1,1-1 1,-1 2-1,1-1 1,-1 1-1,1 0 1,0 0-1,0 0 1,0 1-1,1-1 1,-1 1-1,-4 6 1,-2 2 25,0 1 0,1 0 1,-11 18-1,-7 20 175,-42 103-1,-6 64 86,72-203-268,-14 37 25,-133 458 412,116-353-371,-17 176-1,41-205 22,7 171 0,7-251-82,1 1 1,3 0-1,2-1 0,3-1 1,1 1-1,33 75 1,-35-100-11,1-1 0,1-1 0,0 0 0,2-1 0,1 0 0,0-1 0,1-1 1,1-1-1,1 0 0,1-1 0,0-1 0,1-1 0,0-1 0,1-1 0,0-1 0,1-1 0,1-1 1,-1-1-1,1 0 0,44 6 0,-26-8-17,0-2-1,0-1 1,0-3 0,1-1 0,-1-2 0,0-2 0,50-12-1,-37 3 11,-1-3 0,-1-3 0,-1-1 0,91-53 0,-69 28-32,-1-3 0,98-89-1,101-138-339,-213 205 200,-3-2 1,-3-2-1,84-161 1,-108 174 123,-3 0-1,-2-2 1,-3-1-1,-3-1 1,-3 0-1,6-72 1,-14 65 3,-3 0 1,-4 0-1,-3 0 0,-3 0 1,-4 1-1,-21-85 1,19 111 28,-2 1-1,-3 0 1,-1 1 0,-2 1 0,-2 0 0,-2 2 0,-2 1 0,-1 1 0,-2 1-1,-51-51 1,43 55-14,-1 2-1,-2 2 1,-1 2-1,-1 1 1,-2 2-1,0 3 0,-1 1 1,-2 2-1,0 2 1,0 2-1,-2 2 1,0 3-1,-69-7 0,60 13-70,-1 2 0,0 2 0,0 3 0,1 3 0,-1 2-1,1 3 1,1 2 0,0 2 0,1 4 0,1 1-1,-58 31 1,27-3-923,1 3 0,-131 106 0,30 5-1680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16.6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 0 520,'-30'94'-180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16.9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 21 3424,'-37'-21'-1016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18.2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864 92 4280,'-1'-1'102,"0"0"-1,0 0 1,0 0-1,1 1 0,-1-1 1,0 0-1,0 0 1,1 0-1,-1-1 0,1 1 1,-1 0-1,1 0 0,-1 0 1,1 0-1,0 0 1,0-1-1,0 1 0,-1 0 1,1 0-1,0-2 1,1 1 69,0 1 0,0-1 1,1 1-1,-1 0 1,0-1-1,0 1 0,1 0 1,-1 0-1,1 0 1,-1 0-1,6-3 2401,-10-27 548,2 30-3036,1 0 0,-1 0 1,0-1-1,1 1 1,-1 0-1,0 0 1,0 0-1,0 1 1,1-1-1,-1 0 0,0 0 1,0 0-1,0 1 1,0-1-1,-1 0 1,1 1-1,0-1 0,0 1 1,0-1-1,0 1 1,-1 0-1,1-1 1,0 1-1,-3 0 0,-4 2 32,-1 0 0,1 1 0,0 0-1,0 0 1,0 1 0,0 0-1,1 0 1,-12 9 0,-11 5 113,-49 34-72,2 2 1,-120 113 0,147-122-253,-126 124-601,154-144 454,0 2 1,1 0 0,2 1 0,1 1-1,-15 33 1,30-56 157,1-1-1,-1 1 0,1 0 1,1 0-1,-1 0 1,1 1-1,0-1 0,0 0 1,1 0-1,0 1 1,0-1-1,0 0 1,1 1-1,0-1 0,0 0 1,1 0-1,0 0 1,0 0-1,0 0 0,0 0 1,1-1-1,0 1 1,1-1-1,-1 1 1,1-1-1,0 0 0,0-1 1,0 1-1,1-1 1,0 0-1,-1 0 0,2 0 1,-1-1-1,0 1 1,9 3-1,7 2-156,-1 0 0,2-1-1,-1-2 1,1 0 0,0-1-1,0-1 1,27 1 0,162-3-902,480-48-280,199-3 1217,-631 58 838,-249-8-585,0 1-1,0 0 1,-1 1-1,1 0 1,0 0-1,-1 1 1,14 8-1,4 5 113,27 20 0,3 3-28,-32-26-66,0 0 0,1-2 0,0-1-1,1-1 1,1-1 0,-1-1 0,1-2-1,0-1 1,1-1 0,-1-1 0,1-1-1,44-4 1,183-40 21,-50 6-510,545-95-2324,-407 65 1888,-341 66 853,1210-232-2597,-1033 193 1995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08.1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710 47 7381,'-43'-45'3371,"41"45"-3287,0-1 0,1 1 0,-1 0-1,0 0 1,0 0 0,1 0 0,-1 0 0,0 0-1,0 0 1,1 0 0,-3 1 0,1 0 64,-15 1 241,0 0-1,0 2 0,0 0 1,1 1-1,0 1 0,-29 14 1,20-7-47,2 1 0,-1 2 0,-34 28 0,19-10-40,1 2-1,2 2 1,1 1 0,2 2 0,2 2-1,2 0 1,-32 62 0,54-89-180,1-1 0,1 2 0,1-1 0,0 1 0,1-1 0,1 1 0,0 0 0,1 0 0,1 1 0,1-1 0,3 34 0,0-32-29,2-1 0,0 1 0,0-1 0,2 0 0,0 0-1,1 0 1,1-1 0,1-1 0,0 1 0,22 24 0,6 3 68,3-2 0,61 49 0,105 68-3,-140-110-179,-48-35 8,61 45-481,75 73 1,-131-109 256,-1 1 1,-2 1-1,0 1 1,-2 1-1,0 1 1,-2 1-1,14 34 1,-22-45 110,-1 1 0,0 1 0,-2-1 0,0 1 1,-2 0-1,0 1 0,-1-1 0,-1 1 0,-1-1 0,-1 22 0,-1-17 21,-1 0 0,-1 0 1,-1-1-1,-1 1 0,-2-1 0,0 0 0,-1 0 0,-1-1 0,-23 40 0,8-29 156,-1-1 0,-2-2-1,-1-1 1,-1-1-1,-2-1 1,0-2 0,-2-1-1,-1-1 1,-1-2-1,-1-2 1,0-1-1,-2-1 1,-52 16 0,73-29 36,0 0 1,0-2-1,0 0 1,-32 2 0,45-4-79,0-1 0,0 0 1,0 0-1,0-1 0,0 1 1,-1-1-1,1 0 0,0 0 1,0 0-1,0-1 1,1 1-1,-1-1 0,0 0 1,1 0-1,-1 0 0,1 0 1,-1-1-1,1 0 0,0 1 1,0-1-1,0 0 1,1-1-1,-1 1 0,1 0 1,-3-5-1,2 1 0,1 0 0,0-1 0,0 1 1,1 0-1,0 0 0,0-1 0,0 1 0,1 0 0,0-1 1,1 1-1,0-1 0,2-10 0,4-9 51,20-51 0,-26 76-58,29-69-67,3 1-1,3 2 0,3 1 1,69-89-1,-34 66 16,3 3 1,111-98-1,-140 142 78,94-64 1,-123 95 27,0 0 0,1 2 0,1 0 0,0 1 0,0 1 0,0 1 0,1 1 0,36-5 0,-52 10-20,0 1 0,1-1 1,-1 1-1,0 0 1,1 1-1,-1 0 0,0 0 1,0 0-1,1 1 1,-1 0-1,0 0 0,0 0 1,-1 1-1,1 0 1,0 0-1,-1 0 0,0 1 1,0 0-1,0 0 0,0 0 1,0 0-1,-1 1 1,6 7-1,-3 0 17,-1 0-1,1 0 1,-2 1-1,0 0 1,0 0 0,-1 0-1,-1 1 1,0-1-1,2 25 1,0 85 128,3 22-66,-5-126-128,0-1 0,1 1 1,1-1-1,0 0 1,13 28-1,-15-41 11,0 0 0,0 0 0,0 0 0,1 0 0,0-1 0,0 1 0,0-1 0,0 0 0,0 0 0,1 0 0,0-1 0,0 0 0,0 0 0,0 0 0,0 0 0,1-1 0,-1 0 0,1 0 0,0 0 0,-1-1 0,13 2 0,5-2-33,1-1 0,0 0 0,0-2 0,29-6 0,12 0 13,-34 5 15,8-1-8,-1 1 1,1 2-1,-1 1 0,74 11 1,-67 1 5,50 19-1,-12-4 11,-72-23 87,0-1 1,0 0 0,1 0-1,0-1 1,-1-1 0,1 0-1,0 0 1,0-2 0,0 1-1,18-4 1,-26 3 153,-1 0 25,69-4 294,-45 4-568,0 0 0,1-3-1,26-5 1,96-27-744,-124 30 589,0-2 1,-1-1-1,46-23 1,-47 20 74,-10 5 14,-1 0 0,0-1 0,-1 0 1,23-20-1,-30 24 63,-1 0 1,0 0-1,0-1 1,-1 1-1,1-1 1,-1 0-1,0-1 1,0 1-1,-1 0 1,0-1-1,0 1 1,0-1-1,0 0 1,-1 1-1,1-8 1,-2-7-55,0 0 1,-6-36-1,3 41 56,2 0 0,-1 0 0,2 0 0,0 0 0,0 0 0,2 0 0,3-18 0,4 5-168,1 0 1,1 1-1,1 0 0,2 1 1,21-32-1,94-114-554,-89 123 708,-36 44 46,39-43 115,-41 46-76,0 0 0,0 0-1,0 1 1,0-1 0,0 1-1,0-1 1,1 1-1,-1 0 1,1 0 0,-1 0-1,1 0 1,-1 0 0,1 0-1,-1 1 1,1-1 0,0 1-1,-1 0 1,1 0-1,0 0 1,2 0 0,-4 1-34,0-1 1,-1 0-1,1 0 1,0 0-1,0 1 1,-1-1-1,1 0 1,0 1-1,-1-1 1,1 1-1,-1-1 0,1 0 1,0 1-1,-1 0 1,1-1-1,-1 1 1,1-1-1,-1 1 1,0-1-1,1 1 1,-1 0-1,1 0 1,-1 0-1,1 21 415,-2-11-283,0 27 247,-1 0 0,-3 0 0,-13 57 1,-7-8 80,-102 322 628,-19 84-1606,124-387-1038,20-93 646,1 1 1,0-1-1,1 0 0,1 0 1,3 24-1,-4-36 655,0 0 0,0-1 0,1 1 0,-1 0 1,0-1-1,0 1 0,0-1 0,1 1 0,-1 0 0,0-1 1,1 1-1,-1-1 0,0 1 0,1-1 0,-1 1 0,1-1 0,-1 1 1,1-1-1,-1 1 0,1-1 0,-1 0 0,1 1 0,-1-1 1,1 0-1,0 1 0,26 1-6785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09.3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74 1106 12605,'-2'1'152,"1"-1"1,-1 1-1,1-1 0,-1 1 1,1-1-1,-1 1 0,1 0 1,-1 0-1,1 0 0,0 0 1,-1 0-1,1 0 0,0 0 0,0 0 1,0 0-1,0 0 0,0 1 1,0-1-1,0 0 0,0 1 1,1-1-1,-1 1 0,0-1 1,1 1-1,-1 1 0,-14 53 2019,9-32-1224,-1 6-400,1 1-1,2 0 1,-2 39-1,7-69-559,1-1 0,-1 0 0,0 1 0,0-1 0,0 0 0,0 0 0,0 0 0,0 0 0,0 0 0,0 0 0,1 0 0,-1 0 0,0-1 0,0 1 0,0 0 0,0-1 0,0 1 0,0-1 0,2 0 0,35-18-318,0-2-1,-1-1 1,49-41 0,-59 44 126,314-251-2233,-65 48 1323,-267 215 1086,546-384 391,-545 385-270,27-14 271,-36 19-304,1 0-1,0 1 1,0-1 0,0 1-1,0-1 1,0 1 0,0 0-1,0 0 1,1 0 0,-1 0-1,0 0 1,0 0-1,0 0 1,0 1 0,0-1-1,2 2 1,-3-2-38,-1 0-1,1 0 1,-1 1-1,1-1 1,-1 0-1,0 1 1,1-1-1,-1 0 1,0 1-1,1-1 1,-1 0-1,0 1 1,1-1-1,-1 1 1,0-1 0,0 1-1,1-1 1,-1 1-1,0-1 1,0 1-1,0-1 1,0 1-1,0-1 1,0 1-1,0-1 1,0 1-1,0-1 1,0 1-1,-7 20 326,-21 19 13,23-33-250,-79 101 828,-25 35-169,93-119-652,1 1-1,1 0 1,-21 55-1,34-78-131,0 0 0,0 0 0,0 0 0,1 1 0,-1-1 0,1 0 0,-1 0 0,1 1 0,0-1 0,0 0 0,0 1 0,0-1 0,1 0 0,-1 0 0,0 1 0,1-1 0,0 0 0,-1 0 0,1 0-1,0 0 1,0 1 0,0-1 0,1 0 0,-1-1 0,0 1 0,1 0 0,-1 0 0,4 2 0,2 1-143,0-1 0,1 0 0,-1 0 0,1-1 0,0 0 0,12 2-1,19 8-366,-26-6 324,0 1 0,0 0 1,0 1-1,-1 0 0,0 1 0,-1 0 1,0 1-1,0 0 0,-1 1 0,-1 0 1,0 0-1,-1 1 0,0 0 0,8 19 1,-10-18-61,-3-8 131,0 1 0,0-2-1,1 1 1,-1 0 0,7 7 0,-9-13 118,0 1 0,1-1 0,-1 1 0,0-1-1,1 1 1,-1-1 0,0 0 0,1 0 0,-1 0 0,0 1 0,1-1 0,-1 0 0,0-1 0,1 1 0,-1 0 0,3-1 0,0 1-17,10-2 43,0 0 0,0-1 0,0 0 0,0-1 1,0 0-1,-1-2 0,1 1 0,22-14 0,1 0 232,25-8 523,0 2 1,121-29-1,-177 52-741,8-2 23,-1 1-1,1 0 1,0 0 0,1 2-1,-1 0 1,0 0-1,0 1 1,1 1 0,-1 0-1,15 4 1,-1 2-514,2-1 1,-1-1 0,0-1-1,1-2 1,39-2-1,71-3-470,-128 3 1043,0 1-1,1 0 1,12 3 0,22 2 254,-14-3-242,-28-3-110,-1 1 0,1-1 1,0 1-1,0-1 0,8-2 0,31-5 35,437-67 193,-337 58-259,407-31 170,-484 35 272,-63 11-266,-9 1 7,-38-4 270,0-2 1,0-2-1,1-2 1,-73-27-1,109 35-397,0-1 0,0 0-1,1 0 1,-1 0-1,1-1 1,-1 0-1,1 0 1,0 0-1,0 0 1,1-1 0,0 0-1,-1 0 1,2 0-1,-1-1 1,-3-5-1,4 3-4,-1 0-1,2 0 1,-1 0-1,1-1 1,0 1-1,1-1 1,0 1-1,0-1 1,1 0-1,1-8 1,2-7-88,1-1 0,1 1 0,1 0-1,1 1 1,1 0 0,16-33 0,-22 52-43,-20-1-73,12 5 157,1 0-1,0 1 1,0-1 0,1 1 0,-1 0 0,0 1-1,0-1 1,0 1 0,1 0 0,-1 0-1,1 0 1,-1 1 0,1-1 0,0 1 0,0 0-1,0 1 1,0-1 0,-5 7 0,-9 9-89,1 1 0,-18 28 0,27-37 6,-6 8-143,1 1-1,1 1 1,-10 23 0,19-38 145,1 0-1,-1 0 0,1 0 1,1 0-1,0 0 1,-1 0-1,2 1 1,-1-1-1,1 0 1,0 1-1,0-1 1,1 0-1,-1 1 0,2-1 1,-1 0-1,4 10 1,-3-13 22,0 0 0,0 1 0,0-1 0,0 0 1,1 0-1,-1-1 0,1 1 0,0 0 0,0-1 0,0 0 0,0 1 1,1-1-1,-1-1 0,0 1 0,1 0 0,-1-1 0,1 0 1,0 0-1,6 2 0,3-1-142,-1 0 0,1-1 0,0 0 0,19-2 0,0-1 16,1-2 0,0-2 0,-1 0-1,34-13 1,-27 9 231,3-1 110,-1-2 0,73-33 0,-64 22 6,-2-2 0,0-2 0,-2-2 1,-2-2-1,-1-2 0,-1-2 0,71-79 0,-89 86 57,-2-1 0,-1-1 1,-2-1-1,-1-1 0,18-44 0,-33 69-93,0-1 0,0 0 0,-1 0 0,1-14 0,1 1 144,-4 20-208,0-1 1,0 0-1,0 0 1,0 0-1,0 1 1,-1-1-1,1 0 1,-1 0-1,0 1 1,0-1-1,-1-3 0,-1-1 56,3 3 164,-7 25 11,-9 58-74,13-57-170,-1-1-1,-1 1 0,-1-1 0,-1 0 0,-13 28 0,-9-1-405,-3-2 1,-1-1-1,-2-1 1,-55 53-1,54-57-2060,-41 62-1,42-53-1822,17-22 401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09.4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70 138 5136,'3'-5'80,"0"-3"58,1 1 0,0 0 0,0 0 0,1 0 0,0 0 0,0 1 0,1-1 0,-1 1-1,1 1 1,9-8 0,14-6 453,16-9-81,-42 27-529,0 0 1,-1 0-1,1 0 0,0 1 1,0-1-1,0 1 1,0 0-1,-1-1 1,1 1-1,0 1 1,0-1-1,0 0 0,0 1 1,0-1-1,3 3 1,-4-2-36,-1 0 1,0 0-1,0 1 1,0-1-1,0 1 1,-1-1-1,1 1 1,0-1-1,-1 1 0,1-1 1,-1 1-1,1-1 1,-1 1-1,0 0 1,1-1-1,-1 1 1,0 0-1,0 0 1,0-1-1,-1 1 1,1 2-1,-2 0-25,1-1 0,-1 0-1,1 0 1,-1 0 0,0 0 0,0 0-1,0 0 1,0-1 0,-1 1 0,1-1-1,-1 1 1,-5 3 0,-37 22-502,43-27 554,-138 71-2058,90-50 1281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10.0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5005 64 6437,'-260'-52'930,"233"47"-711,0 2 1,0 0-1,0 2 0,0 1 0,0 2 0,-34 5 0,36-4-35,-74 14 514,0 3-1,2 5 1,1 5-1,1 3 0,-113 58 1,14 9 417,-245 171 0,145-62-328,10 14 0,-270 271-1,-457 588 1172,842-870-1521,10 8-1,9 7 1,-173 352 0,275-474-295,4 2 0,-38 140 0,67-189-94,3 1-1,2 0 1,2 0-1,4 0 1,2 1-1,6 70 0,0-97-32,1-1 0,2 1 0,1-1 0,2-1 1,0 0-1,3 0 0,0-1 0,25 40 0,-16-36-52,3 0 1,0-2 0,2 0 0,2-2 0,63 52 0,-36-40-119,1-3 1,120 61 0,137 30-448,-101-62 220,2-10 1,246 33-1,455 8-462,1470-66-534,-936-169 1008,-1017 62 310,550-168 1,-270-21 436,-553 188-99,-4-7-1,188-130 0,-275 163-139,-3-2-1,-1-4 0,-3-2 0,-3-3 0,68-87 1,-99 108-58,-2-2 1,-1 0 0,-2-2 0,22-56 0,-33 63-32,0 0 1,-2-1-1,-2 0 1,-2-1-1,-1 1 0,0-41 1,-5 41-18,-2 0 0,-2 0 0,-1 0 0,-2 0 0,-2 1 1,-16-46-1,6 35-4,-1 0 1,-3 2-1,-2 0 1,-33-46-1,6 24-2,-2 2-1,-3 2 0,-3 3 1,-2 3-1,-98-70 0,38 44 5,-210-108-1,-159-30-76,127 85-72,-6 15 0,-386-71 0,-784-42-571,1059 194-921,-560 26 1,891 22-127,-201 37 1,299-34-222,-64 21 1,-3 19-3971,118-50 5861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10.2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848 232 9309,'-188'-81'1176,"98"60"-560,9-3-448,-3 2-332,-6 1-388,-7-3-964,-14 3-1128,4 3-765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39.6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125 43 6813,'-2'-11'681,"1"0"260,1 0 2893,-21 8-1075,-39-3 895,57 6-1877,-1 0-959,-29 6 1277,33-6-1993,0 1 0,-1 0 1,1 0-1,0 0 0,0 0 0,0 0 0,0 0 0,1 0 1,-1 0-1,0 0 0,0 0 0,1 0 0,-1 0 0,0 0 1,1 0-1,-1-1 0,1 1 0,0 1 0,-1-2 0,1 3-27,1-1-1,-1 0 1,1 0 0,0 1 0,0-1-1,-1 0 1,2 0 0,-1 0-1,0-1 1,0 1 0,0-1-1,1 1 1,-1-1 0,1 0 0,-1 1-1,5 0 1,2 2 33,88 37-197,2-4-1,132 32 1,219 26-6212,-187-43-958,-52-5-2722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40.2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601 0 8105,'9'19'342,"-5"-10"-91,0 1 0,0-1 1,-1 0-1,0 1 1,-1 0-1,0 0 1,-1-1-1,1 18 1,2 37 1090,-1-19 15,-4 73 1,-13-8-519,-5 0 0,-44 144 0,-94 205-318,83-250-248,-153 396 40,202-542-214,3 1 1,-15 72-1,36-132-96,0-1 1,1 1-1,-1-1 0,1 1 0,0-1 1,0 1-1,0 0 0,1-1 1,-1 1-1,1-1 0,0 1 0,2 5 1,-2-8 3,0 0 1,0 1 0,-1-1-1,1 0 1,0 0 0,1 0 0,-1 0-1,0 1 1,0-2 0,0 1-1,1 0 1,-1 0 0,0 0-1,1-1 1,-1 1 0,1 0-1,-1-1 1,1 1 0,-1-1 0,1 0-1,-1 0 1,1 1 0,-1-1-1,1 0 1,0 0 0,-1 0-1,3-1 1,7-1 6,1 0-1,-1 0 1,0-1-1,1-1 1,-1 0-1,-1-1 1,16-8-1,71-50-166,-49 30 65,4-2-83,249-149-670,-291 179 815,0 0 0,0 0-1,0 2 1,1-1 0,-1 1-1,16-2 1,-24 4 35,1 1 0,-1 0 1,1 0-1,-1 0 0,1 0 0,0 0 0,-1 0 0,1 1 1,-1-1-1,0 1 0,1 0 0,-1 0 0,1 0 0,-1 0 1,0 0-1,0 0 0,0 1 0,1-1 0,-1 1 1,0-1-1,-1 1 0,1 0 0,0 0 0,0 0 0,-1 0 1,1 0-1,-1 0 0,0 0 0,0 0 0,0 1 1,0-1-1,2 5 0,1 14 161,0 1 1,-1-1-1,-1 1 1,-1 37-1,-2-33-35,2-1-1,1 1 1,6 29-1,-5-43-82,0 0 0,1 0-1,1-1 1,0 1 0,0-1-1,1 0 1,1-1 0,-1 1 0,2-1-1,-1-1 1,13 13 0,-7-11-15,0 0 1,1-1 0,0-1-1,0 0 1,1-1-1,0 0 1,30 9 0,-8-5 14,0-2 0,1-2 1,0-2-1,0-1 0,45 0 1,-12-5 104,133-19 1,-159 13-25,0-2-1,0-2 1,62-24 0,-94 29-107,1-1-1,-1 0 1,0-1 0,0-1 0,-1 0 0,0 0 0,0-1-1,-1-1 1,0 0 0,-1-1 0,0 0 0,-1 0-1,0-1 1,12-21 0,-7 2-13,-1 0 1,-2 0-1,-1-1 1,-1-1-1,-2 1 1,-1-1-1,-1-1 1,-1-58-1,-10 52 65,6 37-24,0 0-28,-2-10-34,2 0 84,0 13-75,0 0 1,1-1 0,-1 1-1,0 0 1,0 0-1,1 0 1,-1 0 0,0-1-1,1 1 1,-1 0 0,0 0-1,1 0 1,-1 0 0,1 0-1,-1 0 1,0 0-1,1 0 1,-1 0 0,0 0-1,1 0 1,-1 0 0,0 0-1,1 0 1,-1 1 0,0-1-1,1 0 1,-1 0 0,0 0-1,1 0 1,-1 1-1,0-1 1,0 0 0,1 0-1,-1 0 1,0 1 0,1-1-1,8 5 37,1 1-1,-1 0 1,-1 0 0,1 0-1,10 12 1,-16-16 19,3 16 134,-4-13-123,0 0 0,-1 0 0,0 0 0,0 1 0,-1-1 0,1 0 0,-1 0 0,0 1 0,-2 8 0,-12 51 564,10-50-454,0 1 0,-2 22-1,4-15-39,-1 58 292,3-73-393,0 0 1,1 0-1,1 0 1,-1 0-1,1-1 1,1 1-1,4 11 1,-4-15-13,0-1 0,0 1 0,0-1 0,0 0 0,0 0 0,1 0 0,-1 0 1,1 0-1,0-1 0,0 0 0,0 0 0,0 0 0,0 0 0,0-1 0,0 1 0,6 0 1,-2 1 15,-5-2-34,1 0 1,-1 0-1,1-1 0,-1 1 0,0-1 0,1 1 0,-1-1 0,1 0 0,-1-1 0,1 1 0,6-2 1,7-1 7,5 0 0,-1-2-1,0 0 1,1-1 0,-2-2 0,1 0-1,-1-1 1,0-1 0,-1 0 0,0-2-1,-1 0 1,19-17 0,-26 19-8,-1 0 1,0-1-1,-1 1 0,0-2 1,0 0-1,-1 0 1,12-25-1,-16 27-17,0 0 0,-1 0-1,0 0 1,-1 0 0,0 0-1,-1-1 1,0 1 0,0-1 0,-1 1-1,-1-1 1,-2-19 0,0 17 7,0 0 0,-1-1 1,-1 1-1,0 1 0,-1-1 0,0 1 1,-1 0-1,0 0 0,0 0 1,-14-13-1,9 12 2,-1 0-1,-1 1 1,0 0 0,0 1 0,-1 1 0,0 1-1,-22-11 1,11 9-101,1 1-1,-2 1 1,1 2-1,-1 0 0,0 2 1,-1 1-1,1 1 1,-1 1-1,0 1 1,-36 5-1,32 0-585,0 2 0,0 1 0,-53 19 0,61-16-1030,-38 21 1,46-21-563,0 0 1,-26 23-1,-3 16-6598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40.9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822 62 11045,'-1'-4'443,"0"-1"0,-1 1 0,1 0-1,-1 0 1,0-1 0,0 2 0,0-1 0,0 0 0,-6-6 0,6 8-268,0 1 0,0-1 0,-1 1 1,1 0-1,0-1 0,-1 1 1,1 0-1,-1 1 0,1-1 0,-1 0 1,1 1-1,-1-1 0,0 1 0,1 0 1,-1 0-1,1 0 0,-1 0 1,0 1-1,1-1 0,-3 1 0,-12 3 111,1 0 0,0 1 0,0 0-1,1 2 1,-1-1 0,1 2 0,1 0-1,-1 1 1,2 1 0,-21 16 0,2 4 20,1 1 0,-50 65 0,58-67-190,3 1-1,0 0 1,-18 41-1,32-59-129,1 0 0,0 0 0,1 1-1,0 0 1,1-1 0,1 1-1,0 0 1,1 0 0,0 0 0,1 0-1,0 1 1,3 16 0,-2-26 3,0 0 1,0 0-1,0-1 1,0 1-1,1 0 1,0 0-1,-1-1 1,1 1-1,0-1 1,1 1-1,-1-1 1,1 0-1,-1 0 1,1 0-1,0 0 1,0 0-1,1-1 1,-1 1-1,0-1 1,1 0-1,-1 0 1,1 0-1,0-1 1,0 1-1,-1-1 1,1 0-1,0 0 1,0 0-1,0 0 1,0-1-1,0 0 1,8 0-1,0-1 8,0 0 0,0-1 1,0 0-1,0-1 0,-1-1 0,1 1 0,-1-2 0,0 0 0,0 0 1,10-7-1,10-10 410,-2-1 0,-1-1 0,45-49 1,-71 70-270,-27 71 372,3-10-366,-100 250 146,75-198-226,-104 280 140,63-155-180,-72 116 64,146-324-51,10-19-26,-3 8 41,-1-1 0,-1 1 0,-15 20 0,22-34-22,3-12-56,0 0-1,1 1 0,0-1 0,1 1 0,0 0 1,0 0-1,1 0 0,0 0 0,9-13 0,-1-1-57,51-94-408,6 2 0,137-175 0,-90 152 152,192-178 0,-242 256 326,3 4 1,2 2 0,2 3-1,159-81 1,-214 124 97,0 0 1,0 1 0,1 1-1,0 1 1,1 1-1,33-4 1,-47 8-51,0 0 0,0 0 0,0 1 0,0-1 0,0 1 1,0 1-1,-1-1 0,1 1 0,0 0 0,-1 0 0,8 5 0,-9-5-7,0 1 0,-1 0 0,1 0-1,-1 0 1,0 1 0,0-1 0,0 1 0,-1 0 0,1 0-1,-1 0 1,0 0 0,0 0 0,0 0 0,0 1 0,-1-1-1,2 8 1,-1 1 20,0 0 1,-1 0-1,-1 0 0,0 0 0,-1 0 0,-4 24 0,-23 76-577,-49 83-3004,23-66-7027,49-109 2466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41.0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 0 11373,'-24'6'1900,"4"3"3441,14 12-4713,-1-2-476,17 8-620,7 18-864,-4-12-581,7 9-2655,-3 10-3561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41.4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7 109 9001,'1'0'139,"-1"-1"-1,1 1 1,-1 0 0,1 0-1,-1 0 1,0-1 0,1 1-1,-1 0 1,1-1 0,-1 1 0,0 0-1,1-1 1,-1 1 0,0-1-1,1 1 1,-1 0 0,0-1-1,1 1 1,-1-1 0,0 1 0,0-1-1,0 1 1,0-1 0,1 1-1,-1-1 1,0 1 0,0-1-1,0 1 1,0-1 0,0 1 0,0-1-1,0 1 1,0-1 0,-1 1-1,1-1 1,0 1 0,0-1-1,0 1 1,-1-2 0,-7-30 5333,3 15-4427,10-8 683,-4 24-1658,-1 0-1,1 0 0,-1 0 0,1 0 0,-1 0 1,1 0-1,0 0 0,-1 0 0,1 1 1,0-1-1,-1 0 0,1 0 0,0 1 0,0-1 1,0 1-1,0-1 0,0 1 0,0-1 1,0 1-1,0-1 0,0 1 0,0 0 0,0 0 1,1-1-1,0 2-30,0-1-1,0 1 1,0-1-1,0 1 1,0 0 0,0-1-1,-1 1 1,1 0 0,0 0-1,-1 0 1,1 1-1,0-1 1,-1 0 0,0 1-1,1-1 1,-1 1 0,0-1-1,1 1 1,-1 0 0,0-1-1,0 1 1,-1 0-1,2 2 1,1 3 12,0 0 1,0 0-1,-1 1 0,2 12 0,0 12 14,-2 0-1,-1 0 0,-6 59 0,-25 97 2,16-113 145,14-74-198,0-1 0,0 0 0,0 0-1,0 0 1,0 1 0,0-1 0,-1 0-1,1 0 1,0 0 0,0 1 0,0-1-1,0 0 1,0 0 0,0 1 0,0-1-1,0 0 1,0 0 0,0 0 0,0 1-1,0-1 1,0 0 0,0 0 0,1 1-1,-1-1 1,0 0 0,0 0 0,0 0-1,0 1 1,0-1 0,0 0 0,1 0-1,-1 0 1,0 0 0,0 1 0,0-1-1,0 0 1,1 0 0,-1 0-1,0 0 1,0 0 0,0 0 0,1 0-1,-1 1 1,0-1 0,0 0 0,0 0-1,1 0 1,-1 0 0,0 0 0,1 0-1,15-9 326,27-30-58,-30 27-113,30-26 241,1 3 1,2 1 0,76-42-1,-92 61-145,1 0 0,0 2-1,1 2 1,0 0-1,1 2 1,0 2 0,41-4-1,-65 10-197,0 0-1,-1 1 0,1 1 0,0-1 1,-1 1-1,1 1 0,0 0 1,-1 0-1,0 0 0,1 1 1,-1 0-1,7 5 0,-8-4-34,-1 0-1,0 1 0,-1-1 1,1 1-1,-1 0 1,0 1-1,0-1 1,0 1-1,-1 0 0,0 0 1,0 1-1,-1-1 1,0 1-1,3 8 1,7 28-1280,-2 0 1,-3 0-1,7 79 1,2 15-4266,-3-49-3733,-4-49-697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41.6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17 368 10865,'14'-66'2180,"-24"23"-88,3 7 13,4 18 47,-1-9-320,1 3-368,0 0-292,3 0-304,6 2-700,4 1-492,14 3-448,9-3-772,-2 9-756,9 3-3629,-3 6-5116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42.1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345 126 6617,'-22'-6'457,"-4"-2"704,0 0 0,-49-24 0,49 20 890,0 1-1,-55-14 1,23 8 1237,53 16-2229,8 0-884,-1 0 0,1 0 0,-1 0 0,1 1 0,0-1 0,-1 1 0,1 0 0,0 0 0,5 0 0,6 0 137,79 4 766,175 28 0,-107-9-663,1107 105 777,-1022-105-1055,790 63 281,-727-64-214,-322-23-2167,0-2 0,0 0-1,-19-7 1,46-12-14840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42.3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128 6 11189,'-92'-5'4213,"90"5"-3915,0 0 0,0 0 0,0 1 0,0-1 1,0 1-1,0-1 0,0 1 0,0 0 0,1 0 0,-1 0 0,0 0 0,0 0 0,1 0 0,-1 1 0,1-1 1,-1 0-1,1 1 0,0-1 0,-2 3 0,3-2-174,1 0 0,-1 0 0,1-1 0,-1 1 0,1 0 0,-1 0 0,1 0 0,0 0 1,0-1-1,0 1 0,0 0 0,3 2 0,13 17 455,1-1 0,0 0 1,2-1-1,31 23 1,-18-15-204,51 42 298,28 24 211,145 153-1,-227-213-809,-1 2 0,-2 1 0,-1 1 0,-2 2 0,-2 0 0,-2 1-1,-1 1 1,-2 1 0,12 47 0,-22-60-68,-2 0-1,-1 1 1,-1-1-1,-1 1 1,-2 0 0,-1 0-1,-6 34 1,-1-23-170,-1-1 0,-2 0 1,-1-1-1,-30 63 0,9-39-337,-2-2 0,-3-1 0,-3-2 0,-2-1 0,-90 89 0,-81 49-3127,164-157 302,-57 34 0,74-47-1573,19-11-2624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42.5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318 136 14461,'-53'-27'2625,"23"18"47,-14-12-204,27 12-116,-3-3-244,0 0-495,0 3-325,3-3 472,1 0-1464,2 3-544,-13 9-7377,7-3 4937,10 18-3553,0 6-5616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46.5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1885 380 5200,'22'-32'1066,"-12"18"123,0 0-1,-1-1 1,14-31 0,-5 5 124,2 0 0,36-54 0,-41 69-843,15-27 383,-28 50-492,-4 6-337,-8 16 31,-2 0 0,0 0-1,-27 29 1,32-38 56,0-1 0,0 2 0,1-1 1,0 1-1,1-1 0,-7 22 0,-15 73 1008,17-60-769,-350 1111 3481,-100-38-3279,110-396-329,-73-41-158,205-389 2,110-137 47,106-151-122,-1 0 0,1 0 1,0 0-1,1 0 0,-1 1 1,1-1-1,-2 8 0,1-1-3,2-10 10,1 0 1,-1-1 0,1 1-1,-1-1 1,1 1 0,-1-1-1,1 1 1,0-1-1,-1 1 1,1-1 0,0 0-1,-1 1 1,1-1-1,0 0 1,0 0 0,-1 0-1,1 1 1,0-1-1,0 0 1,0 0 0,0 0-1,6 2 32,0 0-1,1-1 1,-1 0-1,0-1 0,1 1 1,-1-1-1,0-1 1,1 1-1,8-3 1,72-18 725,-50 10-444,3 3-51,1 1 0,84-3 0,91 14-5,-107 0-166,1511 0-918,571 30-467,-1356-14 311,-483-18-3957,-348-2 1822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47.9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3738 5613,'97'-136'2846,"-90"127"-2592,107-159 3133,158-179 0,122-61-1792,-19 22-980,181-267-148,-354 407-389,163-221 22,-275 348-52,-88 116-53,0 1 1,0-1 0,0 0-1,-1 0 1,0 0 0,1 0-1,-1 0 1,0 0-1,0 0 1,-1 0 0,1-1-1,-1 1 1,1 0 0,-1 0-1,0-1 1,0-3 0,-1 0-59,2 6 62,-1 1 0,0 0 0,0-1 1,0 1-1,0 0 0,0-1 0,0 1 0,0 0 0,0-1 0,0 1 0,0 0 1,0-1-1,0 1 0,-1 0 0,1-1 0,0 1 0,0 0 0,0-1 0,0 1 1,0 0-1,-1 0 0,1-1 0,0 1 0,0 0 0,-1 0 0,1-1 0,0 1 1,0 0-1,-1 0 0,1-1 0,-1 1 0,-16-18 4,16 17 1,0 1-1,0-1 0,0 1 1,0 0-1,0 0 0,0-1 1,0 1-1,0 0 1,0 0-1,0 0 0,0 0 1,0 0-1,0 0 0,0 1 1,1-1-1,-1 0 0,0 0 1,0 1-1,0-1 0,-1 1 1,0 0 6,-45 15 0,45-15 103,-1-2-197,-2-1 72,0-1 0,1 1 0,-1-1 0,1 0 0,0 0 0,0-1 0,0 1 0,0-1 0,0 0 0,1 0 0,0 0 0,0 0 0,0-1 0,0 1 0,-2-7 0,3 8 14,-5-7-1,0 0-1,0 1 0,-1 0 1,-1 0-1,0 1 0,0 0 1,0 0-1,-14-7 0,-8-4-7,-48-20 0,4 3 42,67 32-36,0 0 1,0-1-1,1 0 0,0 0 0,0-1 0,0 0 0,0 0 1,1 0-1,0-1 0,0 0 0,1 0 0,0-1 0,0 0 0,-5-11 1,10 17 14,-1 0 0,0 0 0,1 0 0,-1 0 0,1-1 0,0 1 0,0 0-1,0 0 1,0-1 0,0 1 0,0 0 0,1 0 0,-1 0 0,1-1 0,-1 1 0,1 0 0,1-2 0,19-35 408,-14 28-379,-6 9 100,0-1-112,0 1-28,0 0 1,1 0-1,0 0 1,-1 0-1,1 1 1,0-1 0,0 0-1,0 1 1,0-1-1,0 1 1,0 0-1,0-1 1,1 1-1,-1 0 1,0 1-1,1-1 1,-1 0-1,0 0 1,4 1 0,59-7 38,-34 4-32,890-63 221,-763 58-233,841-38 5,-505 25-11,667-18-47,1 0 40,-1101 36 33,1 1 38,89-14 1,-148 16-37,-8-1-42,-12 0-117,-1 1 0,1 0 0,-1 2 0,1 0 0,-1 1-1,1 0 1,0 2 0,-27 10 0,23-7-529,2 1 1,-1 0-1,2 2 0,-1 0 0,1 2 0,-30 26 0,47-38 602,-2 2-399,-1 0 1,1 0-1,0 0 1,0 0-1,0 1 0,1-1 1,-1 1-1,1 0 0,0 0 1,0 0-1,-3 8 0,0 23-4448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49.1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9 3820,'0'-1'133,"-1"0"-1,1 1 1,-1-1-1,0 0 1,1 1 0,-1-1-1,0 1 1,1-1-1,-1 1 1,0 0-1,0-1 1,1 1-1,-1 0 1,0-1-1,0 1 1,0 0-1,0 0 1,1 0-1,-1 0 1,0 0 0,0 0-1,0 0 1,0 0-1,0 0 1,-1 0-1,2 2-107,0 0 0,1 0 0,-1-1 1,0 1-1,0 0 0,1-1 0,-1 1 0,1 0 0,0-1 0,-1 1 0,3 2 0,-2-1-517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49.5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 8 4144,'-1'-1'223,"-1"0"-1,1 0 0,-1 0 1,1 1-1,-1-1 1,1 0-1,-1 1 0,1-1 1,-1 1-1,0 0 0,1-1 1,-1 1-1,1 0 1,-1 0-1,0 0 0,1 0 1,-1 0-1,0 1 0,1-1 1,-1 0-1,0 1 0,1-1 1,-1 1-1,1 0 1,-1-1-1,-2 3 0,2-2 1721,92-3 491,66 2-1153,31 16-405,324 71 0,-150 12-1994,-186-52-492,-108-31 271,79 30 0,-139-43 1188,-1 0-1,1 0 1,-1 1-1,1 0 1,-1 0-1,0 1 1,5 5-1,-10-9-13,1 0-1,-1 1 1,1-1-1,-1 0 1,0 1-1,0-1 1,0 1-1,0 0 1,0-1-1,0 1 1,0 0-1,0-1 1,-1 1-1,1 0 1,-1 0-1,1 0 1,-1 0-1,0 0 1,0 0-1,0-1 1,0 1-1,0 0 1,0 0-1,0 0 1,-1 0-1,1 0 1,0 0-1,-2 3 1,-6 10-2992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50.0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 1 6093,'-7'2'393,"7"0"341,13 3 1281,18 7 677,-20-5-2348,1 0 0,0-1 0,0-1 0,0 0 1,0 0-1,1-1 0,0-1 0,19 3 0,-1 0 60,457 70 1512,-238-43-1650,527 104-2745,-699-122 1895,-43-8-165,-1 1 0,0 2 0,-1 1 0,0 2-1,32 16 1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50.8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1478 39 4544,'-1'0'198,"0"-1"-1,1 0 1,-1 0-1,1 0 1,-1 1-1,1-1 1,0 0-1,-1 0 1,1 0-1,0 0 1,0 0-1,-1 0 1,1 0-1,0 0 1,0 1-1,0-1 1,0 0-1,0 0 1,1 0-1,-1 0 1,0 0-1,0 0 1,0 0-1,1 0 1,-1 0-1,1 0 1,-1 1-1,0-1 1,1 0-1,0 0 1,-1 1-1,1-1 1,-1 0-1,1 0 1,0 1-1,-1-1 0,1 1 1,0-1-1,0 1 1,0-1-1,-1 1 1,1-1-1,0 1 1,1-1-1,2-1-881,-2 0 2561,2 5-1461,53 56 382,-2 2-1,89 130 1,-91-117-525,115 164 137,148 284 1,-162-259-412,44 85 13,-197-345-11,27 63 95,-26-60-87,0 0-1,-1 1 0,0-1 1,0 0-1,-1 1 0,0-1 1,0 1-1,-2 10 0,2-16-7,-1-1 0,0 1 0,1 0-1,-1-1 1,0 1 0,1 0 0,-1-1 0,0 1-1,0-1 1,0 1 0,0-1 0,1 0-1,-1 1 1,0-1 0,0 0 0,0 1 0,0-1-1,0 0 1,0 0 0,0 0 0,-1 0-1,0 0 0,-8 2-10,1 0 0,-1-1-1,0-1 1,-15 0 0,-20 1-48,-16 4 43,-241 34-450,-1023 237-2606,1245-259 2726,-324 88-2040,127-31-2736,179-47 889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51.4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 0 5424,'-3'2'1251,"-18"18"6863,919-4-4758,0 53-4898,45 77-4519,-818-124 4084,136 23-3604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52.9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457 20 8297,'0'0'2763,"-3"-1"-1653,-25-11 811,26 10-1142,-2 2-72,2-1-629,-1 0-1,0 0 0,0 1 0,0-1 0,1 1 0,-1 0 0,0 0 1,0 0-1,0 0 0,0 0 0,0 1 0,1-1 0,-1 1 0,0 0 1,0 0-1,1 0 0,-1 0 0,0 0 0,1 1 0,0-1 0,-1 1 0,1-1 1,0 1-1,-1 0 0,1 0 0,0 0 0,1 0 0,-1 1 0,0-1 1,0 0-1,1 1 0,-2 2 0,-16 23 260,0 1-1,2 0 1,2 2 0,-21 53-1,9-1 136,-33 102 234,-40 212 1,83-315-602,-8 53-13,24-120-72,0 0 1,1 0-1,0 0 1,1 1 0,1-1-1,7 27 1,-8-38-18,0-1 0,0 1-1,0 0 1,1-1 0,0 1 0,0-1 0,0 0 0,0 1-1,0-1 1,1 0 0,-1 0 0,1-1 0,0 1-1,0 0 1,0-1 0,0 0 0,5 3 0,-3-2-2,1-2-1,-1 1 1,0 0 0,0-1 0,1 0-1,-1-1 1,0 1 0,1-1 0,-1 0-1,1 0 1,6-1 0,12-4 0,-1-1-1,0-1 1,0-1-1,33-15 1,-43 17 5,110-58-136,-82 40 107,69-28 0,-98 48 18,-1 0 0,1 1 0,0 0 0,0 1 0,0 0 0,0 1 0,1 1 0,-1 0 0,13 1 0,-8 2 2,0 0 1,-1 2-1,1-1 1,-1 2-1,30 14 1,-23-9 10,1-2 0,0-1 1,1-1-1,0-1 0,0-1 0,0-1 0,1-1 0,-1-2 1,46-2-1,-22-3 40,0-3 0,0-1 0,-1-3 1,51-19-1,-79 24-5,-1-2 1,1 0-1,-2-1 1,0-1-1,0-1 1,29-23-1,-38 27-25,-1-1-1,0 0 0,-1 0 0,0-1 0,0 0 1,-1 0-1,0 0 0,-1-1 0,0 0 0,0 0 1,-1 0-1,0-1 0,-1 1 0,2-13 0,-2-1-30,0 0-1,-2 0 1,-1 0-1,-1 0 1,-5-27-1,-30-121-1495,4 20-2213,27 114 76,0-55 0,7 31-3511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53.7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220 1 7189,'-5'11'934,"1"1"0,0-1 0,1 1 0,1 0 0,-1 0 0,1 15 0,0-8-400,-1 0 1,-1 0-1,0 0 1,-1 0 0,-1-1-1,-1 0 1,-1 0-1,-12 21 1,-19 50 251,14-25-454,-35 61 1,57-119-344,1 1 0,0-1 0,0 1 0,1-1 1,-1 1-1,1 0 0,1 0 0,-1 0 1,1-1-1,1 1 0,-1 0 0,1 0 1,2 8-1,-3-14 10,0-1 0,0 0 1,0 0-1,0 0 0,0 0 1,0 0-1,0 1 0,0-1 0,0 0 1,0 0-1,0 0 0,0 0 1,0 0-1,0 0 0,0 1 0,1-1 1,-1 0-1,0 0 0,0 0 1,0 0-1,0 0 0,0 0 0,0 0 1,0 1-1,0-1 0,1 0 1,-1 0-1,0 0 0,0 0 0,0 0 1,0 0-1,0 0 0,0 0 1,1 0-1,-1 0 0,0 0 0,0 0 1,0 0-1,0 0 0,0 0 1,1 0-1,-1 0 0,0 0 0,0 0 1,0 0-1,0 0 0,0 0 1,0 0-1,1 0 0,-1 0 0,0 0 1,0 0-1,0 0 0,0-1 1,0 1-1,0 0 0,1 0 0,23-4-46,-13 3 21,0-1 0,0 0 0,17-6 0,-12 3 109,0 0 1,0 1-1,0 0 0,1 1 1,-1 1-1,1 1 0,-1 0 1,1 1-1,0 1 0,-1 0 0,1 1 1,-1 1-1,1 1 0,-1 0 1,0 1-1,24 12 0,-27-12 25,-1-1 0,1-1 0,0 0 0,0 0 0,0-2 0,17 1 0,81-6 174,-89 1-274,-1 1 0,1 1-1,-1 1 1,1 1 0,-1 1 0,0 1 0,42 11-1,-55-11-8,-1 0-1,1 1 0,-1 0 1,0 0-1,0 1 0,-1 0 1,1 0-1,-1 1 0,8 8 0,-3 0-2,0 1 0,0 1 0,8 17-1,-8-17 20,0 0 1,23 23-1,-30-33-1,-3-6-13,0 1-1,0 0 0,0-1 0,0 1 1,0-1-1,0 1 0,0-1 1,0 1-1,0-1 0,0 0 0,0 0 1,0 1-1,0-1 0,0 0 1,0 0-1,0 0 0,0 0 0,2 0 1,3 0-5,-1 0-12,0 1 0,0-1 0,0 0 0,1 0 0,-1 0 0,0-1 0,0 0 0,0 0 0,0 0 0,0-1 0,0 1-1,0-1 1,0 0 0,0-1 0,8-5 0,-11 7 2,0-1 0,0 0 1,0 0-1,0 0 0,0 0 0,0 0 0,0 0 0,-1-1 0,1 1 0,-1-1 0,0 1 0,1-1 1,-1 1-1,0-1 0,-1 1 0,1-1 0,0 0 0,-1 0 0,0 1 0,1-1 0,-1 0 0,0 0 1,0 0-1,-1 1 0,1-1 0,0 0 0,-1 0 0,0 1 0,0-1 0,-2-5 0,-37-66-121,40 73 118,-1 0 0,0-1-1,1 1 1,-1-1 0,1 1 0,0-1 0,-1 1 0,1-1-1,0 1 1,0-1 0,0 1 0,0-1 0,0 1 0,0-1-1,0 1 1,1-1 0,-1 1 0,0-1 0,1 1-1,-1-1 1,1 1 0,0 0 0,0-1 0,-1 1 0,1 0-1,2-3 1,1 0-25,0-1-1,0 1 1,1 0 0,0 1-1,5-5 1,9-3-62,1 0 0,0 1-1,37-13 1,72-16-357,-51 17 128,-41 10 226,152-39-226,-179 49 334,0 0-1,0 1 1,-1 1-1,1-1 1,0 2-1,0-1 1,0 2-1,0-1 1,0 1-1,-1 1 1,1-1-1,-1 2 1,1-1-1,-1 1 1,0 1-1,-1 0 1,1 0-1,-1 1 1,0-1-1,0 2 1,11 11-1,11 12-141,0-1-51,53 43-1,-76-68 53,0 0 0,0-1-1,0 1 1,0-1-1,15 3 1,6 3-170,3 3-530,1-1 0,0-2 0,1-1 1,-1-1-1,2-2 0,39 0 1,31-17-889,-66 12 1563,-17-1 119,-1 1 1,0 0-1,1 2 0,-1 0 1,24 7-1,-40-7-219,3-1 383,2-1-3906,11-3 1422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54.9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312 64 3040,'0'0'923,"-3"-2"-74,-20-12 56,12 12 6938,11 1-7758,-1 0 0,1 0 0,-1 0 0,1 0 0,-1 1 0,1-1 0,0 0 0,-1 0 0,1 0 0,0 0 0,0 0 0,0 0 0,-1 0 0,1 0 0,0 0 0,0 0 0,0 0 0,1 0 0,-1 0 0,0 0 0,0 0-1,1-1 1,6-21 1921,-7 23-1979,0 1 1,0-1 0,0 0 0,0 0 0,0 0 0,0 0 0,0 0-1,0 0 1,0 0 0,0 0 0,0 0 0,0 1 0,0-1-1,0 0 1,0 0 0,0 0 0,0 0 0,0 0 0,0 0-1,0 0 1,0 0 0,0 0 0,0 0 0,0 1 0,0-1 0,1 0-1,-1 0 1,0 0 0,0 0 0,0 0 0,0 0 0,0 0-1,0 0 1,0 0 0,0 0 0,0 0 0,1 0 0,-1 0-1,0 0 1,0 0 0,0 0 0,0 0 0,0 0 0,0 0 0,0 0-1,0 0 1,0 0 0,1 0 0,-2 21 338,-6 38-582,5-46 374,-16 108-340,-45 151 0,-55 112-4737,112-363 4457,-45 106-5112,36-71 685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4:56.4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0 683 4520,'125'-339'1906,"-115"313"-1472,1 0 0,2 1-1,0 1 1,2 0 0,1 0 0,0 2 0,2 0-1,31-30 1,-38 42-255,0 0-1,1 1 1,0 0-1,1 1 1,0 0-1,0 1 1,0 0-1,1 1 1,0 1-1,0 0 1,1 1-1,-1 1 1,1 0-1,0 1 1,0 0-1,0 1 1,19 2-1,-23 0-105,-1 0 0,1 1 0,-1 0 0,1 1 0,-1 1 0,0-1 0,0 2 0,0-1 0,-1 1 0,1 1 0,-1 0 0,10 8 0,-9-5-11,0 1 1,0 0-1,-2 1 1,1 0-1,-1 0 1,-1 1-1,0 0 1,9 21-1,-6-7-8,-2 1-1,0 0 0,-2 0 1,-1 1-1,-1-1 1,-2 1-1,0 0 1,-5 54-1,-2-44-45,-2-2 1,-1 1-1,-1-1 0,-3 0 0,0-1 0,-3 0 0,-19 34 0,6-19-134,-3-2 0,-2 0 1,-74 82-1,74-97-85,-1-1 0,-1-2 0,-2-2 1,-1-1-1,-1-2 0,-58 29 0,93-52 145,1-1 0,0 1 1,-1-1-1,1 0 0,-1 0 0,1 0 0,-1 0 0,1-1 0,-1 1 0,0-1 0,1 0 1,-1 0-1,0 0 0,1 0 0,-1-1 0,1 0 0,-1 0 0,1 0 0,-7-2 0,8 1-17,-1 0 0,0 0 0,0 0 0,1 0 0,0 0 0,-1-1 0,1 1 0,0-1 0,0 0 0,0 0 0,0 1 0,1-1 0,-1 0 0,1-1 0,0 1 0,0 0 0,0 0 0,-1-7 0,2 7 33,1 1 0,0-1 0,0 0 0,0 1 0,0-1 0,0 0 0,0 1 0,1-1 0,-1 1 0,1 0 0,0-1 0,-1 1 0,4-3 0,-3 5 49,-1 0 1,1 0-1,-1 0 1,0 0 0,1 0-1,-1 0 1,1 0 0,-1 0-1,0 0 1,1 1-1,-1-1 1,1 1 0,-1-1-1,0 1 1,0-1 0,1 1-1,-1 0 1,0-1-1,2 2 1,25 19 195,-27-20-186,27 25 130,-1 1 0,-1 1 1,27 39-1,39 43 751,-84-102-819,1-1 0,-1 0 0,1-1 0,0 1-1,0-2 1,1 1 0,0-1 0,0-1 0,0 0 0,21 6 0,-14-7-18,0 0 0,0-1 0,1-1 0,-1 0-1,1-2 1,20-2 0,12-6-279,0-2-1,-1-3 0,76-31 0,-68 17-1045,-56 28 1271,-1 0 0,1 0 1,-1 0-1,1 0 1,-1 0-1,1 0 0,0 0 1,-1 0-1,1 0 0,-1 0 1,1 0-1,-1 0 1,1 0-1,-1 0 0,1 0 1,0 1-1,-1-1 0,1 0 1,-1 0-1,0 1 1,1-1-1,0 1 0,18 5-106,17-7 116,0-2 0,0-2 0,0-1 0,49-16-1,137-56 29,-196 68-36,5-9-28,-12 6-54,-21 14 79,-1-1-1,0 0 1,0 1-1,0-1 1,0-1-1,1 1 1,-1 0-1,0-1 1,-3 0-1,-12-2 10,9 4-14,1 1 0,0 0 0,0 0 0,0 0 0,0 1 0,-10 5 1,12-4-52,-2-1 1,1 0 0,0-1 0,-1 1 0,1-1 0,-1-1 0,-12 2 0,33-5-35,0 0 1,0-1-1,-1-1 1,1 0-1,-1 0 1,0-2-1,17-9 1,-6 3 136,-1-1 1,0-1-1,33-29 1,-53 41 165,15 8 169,-14-5-343,-1 1 1,1-1-1,-1 1 1,0-1-1,0 1 1,0 0-1,0 0 1,0 0-1,0 0 1,0 0 0,-1 1-1,1-1 1,-1 0-1,0 1 1,2 3-1,17 49 417,-16-41-283,10 32-43,-2 2 0,-2 0 0,-2 0 0,-3 1 0,-1 0 0,-3-1 0,-1 1 0,-3 0 0,-2 0 0,-17 73-1,-33 79 52,-83 202-1,111-320 86,41-89-156,5-12-149,-1-2 0,-1 0 0,29-43 0,-13 17-78,424-489-5630,-304 358 5445,-100 116 1221,-50 57-758,0 1 0,1 0 0,-1 0 0,1 1 0,0-1 0,0 1 0,0-1 0,0 1 0,0 1 1,6-3-1,-7 3 359,17 8 350,23 11 237,-35-13-1036,1-1 0,-1 0-1,1-1 1,-1 0 0,1 0 0,0-1 0,0 0 0,0-1 0,1 0 0,13 0 0,10-4-227,0-2-1,0-1 0,-1-2 1,0-1-1,0-1 1,-1-2-1,58-31 0,-31 8-624,-1-2 0,99-85 1,-128 96 722,-1-2 0,-1-1 1,-2-1-1,-1-1 1,-1 0-1,-2-2 1,17-37-1,8-30 281,38-122 0,-68 173 145,19-46 670,-33 92-661,2 4-289,0 0 1,0-1-1,0 1 1,0 0 0,-1 1-1,1-1 1,-1 0-1,1 1 1,-1-1-1,1 1 1,-1 0 0,3 3-1,-3 1-20,-1 1 0,1-1 0,-2 1 0,1-1 1,-1 1-1,0-1 0,-1 13 0,0 1 34,-10 207 631,5-136-556,6-77-192,1-1-1,0 1 1,0-1 0,1 0 0,1 1-1,6 16 1,-9-27-9,1 0-1,0 0 0,1-1 0,-1 1 1,0 0-1,1-1 0,-1 1 1,1-1-1,0 0 0,0 1 1,0-1-1,0 0 0,0 0 0,0 0 1,0-1-1,1 1 0,-1 0 1,1-1-1,3 2 0,0-1-10,-1-1-1,0 0 0,0 1 0,1-2 1,-1 1-1,1-1 0,-1 0 0,0 0 1,11-2-1,-2 0-25,0-2 1,-1 1-1,1-2 1,-1 0-1,0 0 0,-1-1 1,19-12-1,-15 6-15,0-1 1,0-1-1,-2-1 1,0 0-1,0 0 0,-2-2 1,0 1-1,0-2 0,11-23 1,-9 11-111,-1-1 1,-1-1-1,-2 0 1,12-60 0,-20 77 94,0 0-1,-1-23 1,-1 31 67,0 6 24,0 0-1,0 0 1,1 0-1,-1 0 0,0 0 1,0 0-1,0 0 1,-1 0-1,1 0 1,0 0-1,0 0 0,-1 0 1,1 0-1,0 0 1,-1 0-1,1 0 0,-1 0 1,1 0-1,-1 0 1,1 0-1,-1 1 1,0-1-1,0 0 0,-1-1 1,2 2 1,-1 0 1,0 0-1,1 1 1,-1-1-1,0 0 1,0 0-1,1 0 0,-1 1 1,1-1-1,-1 0 1,0 1-1,1-1 1,-1 1-1,1-1 1,-1 1-1,1-1 0,-1 1 1,1-1-1,-1 1 1,1-1-1,-1 1 1,1-1-1,0 1 1,-1 0-1,1-1 0,-1 2 1,-8 19 52,1 0 0,0 0 0,-6 33 0,13-51 367,7 27-56,-6-29-363,0-1 1,0 0-1,0 0 1,0 0-1,0 0 0,0 0 1,0 0-1,0 1 1,1-1-1,-1 0 0,0 0 1,0 0-1,0 0 1,0 0-1,0 0 1,0 0-1,0 1 0,0-1 1,0 0-1,0 0 1,0 0-1,0 0 0,1 0 1,-1 0-1,0 0 1,0 0-1,0 0 0,0 0 1,0 0-1,0 1 1,1-1-1,-1 0 0,0 0 1,0 0-1,0 0 1,0 0-1,0 0 0,0 0 1,1 0-1,-1 0 1,0 0-1,0 0 1,0 0-1,0 0 0,0-1 1,0 1-1,1 0 1,-1 0-1,0 0 0,0 0 1,0 0-1,0 0 1,0 0-1,12-1-19,22-3-1570,1-1 0,56-15 0,-56 5-1758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02.2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645 0 10681,'0'0'4275,"10"10"-1253,-9-9-2924,-1 0 0,1 0-1,-1 0 1,1 0 0,-1 0 0,0 1-1,1-1 1,-1 0 0,0 0-1,0 0 1,0 1 0,0-1 0,0 0-1,0 0 1,0 0 0,0 1-1,0-1 1,-1 0 0,1 0 0,0 0-1,-1 0 1,0 2 0,-17 33 1002,8-17-511,-229 489 4806,63-140-4575,119-230-4213,-70 264 0,105-302-260,15-34-1588,9 5-4225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02.5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320 1 8773,'1'0'155,"0"0"0,0 1 0,0-1 0,0 0 0,0 1 0,0-1 0,0 0 0,0 1 1,0-1-1,0 1 0,-1 0 0,1-1 0,0 1 0,0 0 0,-1-1 0,1 1 0,0 0 0,-1 0 0,1 0 0,-1-1 1,1 1-1,-1 0 0,1 0 0,0 1 0,-2 0-7,0 0 0,0 0 1,0 0-1,0 0 0,-1-1 0,1 1 0,0 0 1,-1-1-1,1 1 0,-1-1 0,-1 2 1,-150 157 5419,131-132-5269,1 1 0,1 1 0,1 1 0,-17 39 0,26-46-192,3-12-73,1 0 0,1 1 1,0-1-1,1 2 0,0-1 0,1 0 0,0 1 0,1-1 1,-1 20-1,4-31-29,-1 1 0,0-1 0,1 0 0,-1 1 0,1-1 0,0 0 1,0 0-1,0 0 0,0 1 0,0-1 0,0 0 0,0-1 0,1 1 0,-1 0 1,1 0-1,0 0 0,-1-1 0,1 1 0,0-1 0,0 1 0,0-1 0,0 0 1,0 0-1,0 0 0,0 0 0,0 0 0,1 0 0,-1-1 0,0 1 0,4 0 1,8 0-5,0 1-1,0-2 1,0 0 0,17-2 0,10 0-140,-13 6-1152,0 0-1,35 10 0,29 6-8113,-69-17 3704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02.7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129 40 8229,'17'-39'13608,"-18"43"-12750,-17 73 728,8-26-891,-3-1 0,-29 76-1,15-50-369,21-56-166,-1 1 0,-15 30 0,41-48-96,-12-3-53,0 0 0,0 0-1,0-1 1,0 0 0,0 0-1,-1-1 1,1 0 0,-1 0-1,8-4 1,56-33-131,-50 27-15,242-162-3785,-195 128 1812,17-13-1476,-36 15-2788,-31 29-1725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03.7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1956 281 11381,'37'-43'514,"-10"11"306,2 1 0,47-39 0,-57 53 846,0-1 1,0-1 0,21-29 0,-38 45 237,-4 4-1775,0-1-1,0 1 1,-1-1 0,1 1-1,0 0 1,0 0-1,1 0 1,-1 0 0,0 1-1,0-1 1,-2 3 0,-8 4 171,-221 146 1361,6 10 0,-300 283 0,455-380-1537,3 3 0,-84 108-1,132-149-98,0 1-1,3 1 1,0 0-1,2 1 1,1 1-1,2 1 0,1 0 1,2 0-1,-12 71 1,20-80-16,1 0 1,2 0-1,0 0 0,2 0 1,9 44-1,47 120-18,-2-3-346,-54-174 321,0 1 0,-2-1 0,1 1 0,-1-1 0,-1 1 0,0 0 0,-1-1 0,-1 1 0,0-1 0,-6 22 1,4-24 9,-1 1 1,0 0-1,0-1 0,-1 0 1,-1-1-1,0 1 1,0-1-1,-1 0 1,0-1-1,0 0 1,-17 12-1,-8 4-257,0-2 0,-2-2 0,-1-1-1,0-2 1,-68 23 0,46-23-810,-1-2 0,-1-3 1,-68 6-1,112-16 306,0 0 1,-1-1 0,1-1-1,0 0 1,0-2 0,-1 1-1,1-2 1,-23-7-1,38 10 527,0 0-1,0-1 0,-1 1 0,1 0 1,0-1-1,0 0 0,0 1 0,0-1 0,0 0 1,0 1-1,0-1 0,1 0 0,-1 0 0,0 0 1,0 0-1,1 0 0,-1 0 0,0 0 0,0-1 1,1-1-759,-1 0 0,1 0 0,0 0 0,1 0 0,-1 0 0,0-1 0,2-4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03.9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782 0 14161,'-29'65'2210,"10"-19"305,-42 69-1,-81 95 2035,44-68-2883,-89 173 0,76-77-2573,16 4-3852,83-208 2350,-9 48 0,18-68 610,1 1 1,1 0-1,0 18 0,6 11-6819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04.2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1 13685,'-11'8'1372,"12"-5"915,23-4 2344,5-2-4201,318 40 2923,-277-27-3067,-55-8-237,199 36 477,-191-32-478,0 0 0,0 2 0,0 1 0,-1 0 0,-1 2 0,40 25 0,-55-31-33,-1 0 0,1 0 1,-1 0-1,1 0 0,-2 1 0,1 0 0,0 0 0,-1 0 1,-1 1-1,1-1 0,-1 1 0,0 0 0,0 0 0,-1 0 1,0 1-1,0-1 0,-1 0 0,1 1 0,-2-1 0,1 1 0,-2 12 1,-2 8 15,-2-1 1,0 1 0,-2-1 0,-16 40-1,-2 12-77,24-75 48,0-1-1,0 0 0,0 1 1,0-1-1,1 1 0,-1-1 1,1 1-1,0-1 1,0 1-1,0-1 0,1 1 1,-1-1-1,1 1 0,0-1 1,0 1-1,0-1 0,0 0 1,1 0-1,-1 1 1,1-1-1,0 0 0,0 0 1,0-1-1,0 1 0,0 0 1,1-1-1,-1 1 1,1-1-1,0 0 0,0 0 1,0 0-1,0 0 0,0 0 1,0-1-1,4 2 1,4 1 6,0 0 1,0-1 0,1-1-1,-1 1 1,1-2 0,0 0 0,-1 0-1,23-3 1,-4-1 15,-1-1 0,36-10 0,-38 7 60,0-1 0,-1-2 0,38-19 1,-56 25-55,0 0 0,-1 0 0,0-1 0,0 0 0,0 0 1,0-1-1,-1 0 0,0 0 0,0-1 0,-1 1 1,1-1-1,-1 0 0,-1-1 0,0 1 0,5-12 1,-8 13-24,1 0 0,-2-1 0,1 1 0,-1 0 0,0 0 0,0 0 0,0-1 0,-1 1 0,0 0 0,0 0 0,-1 0 0,0 0 0,0 0 0,0 0 0,-1 0 0,-4-7 1,-6-9-83,-2 1 1,-26-32-1,32 43-25,-104-116-1992,74 84-1716,0-1-4834,23 28-2049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04.9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473 41 14113,'-2'-33'2287,"2"33"-2244,0 0 0,0-1 0,0 1 0,0 0 0,0 0 0,0 0 0,0 0 0,0-1 0,0 1-1,0 0 1,0 0 0,0 0 0,0-1 0,0 1 0,0 0 0,0 0 0,0 0 0,0 0 0,0-1 0,0 1 0,0 0 0,0 0-1,0 0 1,0 0 0,0-1 0,-1 1 0,1 0 0,0 0 0,0 0 0,0 0 0,0 0 0,0-1 0,0 1 0,-1 0 0,1 0 0,0 0-1,0 0 1,0 0 0,0 0 0,-1 0 0,1 0 0,0 0 0,0-1 0,0 1 0,-1 0 0,1 0 0,0 0 0,0 0 0,0 0-1,0 0 1,-1 0 0,-24 0 2297,9-1-1244,-1 1-1,1 1 0,0 0 1,-25 6-1,20 0-846,1 1 0,-1 1 0,1 0 0,1 2 0,-1 0 0,2 1 0,0 1 0,0 1 0,2 1 0,-1 0 0,2 1 0,0 0 0,1 1 0,1 1 0,0 1 0,2 0 0,0 0 0,-8 21 0,15-32-246,2 0 0,-1 0 0,1 1 0,1-1-1,-1 0 1,1 1 0,1-1 0,0 1 0,0-1 0,0 1 0,1-1 0,0 1-1,4 11 1,-3-14-45,1 0 0,0 0-1,0 0 1,0 0 0,0-1-1,1 1 1,0-1 0,0 0-1,1 0 1,-1 0 0,1-1-1,0 0 1,0 0 0,0 0-1,1 0 1,-1-1 0,1 0-1,8 3 1,17 5-207,0-1 1,0-2-1,1-1 1,0-1-1,0-2 0,1-1 1,39-2-1,24-6-248,108-18 1,-115 8 329,-1-4-1,-1-3 1,102-41 0,-127 38 259,-2-3-1,-1-2 1,-1-3-1,-2-2 1,54-45 0,-93 67 48,-1-2 1,0 0 0,-1-1 0,25-34 0,-40 50-134,1-1 1,0 0-1,-1 1 1,0-1 0,1 0-1,-1 1 1,1-1 0,-1 0-1,0 0 1,1 1-1,-1-1 1,0 0 0,0 0-1,0 0 1,0 1-1,0-1 1,0 0 0,0 0-1,0 0 1,0 0 0,0 1-1,0-1 1,0 0-1,0 0 1,-1 0 0,1 1-1,0-1 1,-1 0-1,1 0 1,0 1 0,-1-1-1,1 0 1,-1 1 0,1-1-1,-1 1 1,0-1-1,1 0 1,-1 1 0,0-1-1,1 1 1,-1 0-1,0-1 1,-1 0 0,-1 0 11,0 0 0,0 0 0,0 0 0,-1 0 0,1 1 0,0-1 0,0 1 0,-1 0 0,1 0 0,-4 0 0,-6 3 4,0 0 1,0 0-1,1 1 0,0 1 1,0 0-1,0 1 1,0 0-1,1 1 1,0 0-1,1 1 1,-1 0-1,1 1 1,1 0-1,0 0 1,-15 20-1,22-26-18,0 1-1,0-1 1,1 0 0,0 1 0,-1-1-1,1 1 1,0 0 0,1-1-1,-1 1 1,1 0 0,-1-1 0,1 1-1,0 0 1,1-1 0,-1 1-1,1 0 1,-1-1 0,1 1-1,2 5 1,-1-4-4,0 0-1,0 0 0,0 0 1,1 0-1,0 0 0,0 0 1,0-1-1,1 1 0,0-1 1,0 0-1,0 0 0,5 3 1,10 6-25,0-2 0,1-1 0,1 0 0,0-1 0,0-1 0,0-2 0,1 0 0,0-1 1,32 3-1,22-2-35,110-6-1,-83-2-33,-99 2 89,0 0 0,-1 0 0,1 0 0,0 0-1,-1 1 1,1-1 0,-1 1 0,1 0 0,-1 0 0,1 1 0,-1-1 0,1 0 0,5 5 0,-8-4 1,1-1 1,-1 1-1,1 0 1,-1 1 0,0-1-1,0 0 1,0 0 0,0 0-1,0 1 1,-1-1 0,1 0-1,-1 1 1,1-1-1,-1 1 1,0-1 0,0 1-1,0-1 1,0 1 0,-1 4-1,-1 13 20,0-3-19,1-1-1,1 25 1,1-37 5,-1 0-1,1 0 1,-1 0 0,1 1-1,1-2 1,-1 1 0,0 0-1,1 0 1,0 0-1,0-1 1,0 1 0,0-1-1,1 1 1,-1-1 0,4 4-1,4 1-33,0 0 1,0-1-1,1-1 0,-1 1 0,1-2 0,1 1 0,18 5 0,6-1-187,45 7 0,-16-4-57,-53-9-365,1 0 0,-1 1 0,0 0 1,0 1-1,0 1 0,13 10 1,-19-13 72,2 0 24,0-1 0,0 0 0,0 0 0,1 0 0,-1-1 0,1 0 0,-1-1 1,17 1-1,6 2-417,72 10-556,190 3 1,-264-18 2305,0-2-1,0 0 0,0-2 0,-1-1 1,33-12-1,-58 17-619,0 0 1,0 0-1,0-1 1,-1 1-1,1-1 1,-1 0-1,1 0 1,-1 1-1,1-2 1,-1 1-1,0 0 1,0 0-1,0-1 1,0 1-1,2-5 1,-2 2-108,0 0-1,0 0 1,-1-1 0,1 1 0,0-8 0,-1 6-557,-1 6 350,1 0 0,-1 0-1,1 0 1,-1 0 0,1 0 0,-1 0 0,1 0 0,0 1 0,-1-1-1,1 0 1,0 0 0,-1 1 0,1-1 0,0 0 0,0 1 0,0-1-1,0 1 1,1-1 0,6-6-2505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30.3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2028 971 3324,'-14'-12'2046,"23"4"438,0 2-2603,-8 5 186,1 0 0,-1 0 0,0 0 1,0 0-1,-1 0 0,1 0 0,0 0 0,0 0 1,0-1-1,-1 1 0,1 0 0,-1 0 1,1-3-1,8-11 918,-5 10-459,-1-1 1,1 1-1,-1 0 0,0-1 1,-1 0-1,4-8 0,-6 11 223,0-15-196,-17-48 613,17 60-1154,-1 1 0,0-1 0,0 0 1,-1 0-1,0 0 0,0 1 0,0-1 0,-1 1 1,0 0-1,0-1 0,0 1 0,0 1 0,-1-1 1,0 0-1,0 1 0,0 0 0,-1 0 0,1 0 1,-1 0-1,0 1 0,0 0 0,-8-4 0,2 1-25,1 1 0,-2 0 0,1 1 1,0 0-1,-1 1 0,1 0 0,-1 1 0,0 0 0,0 1 0,-15 0 0,-3 5-61,0 1 1,0 1-1,1 2 1,0 1-1,-42 19 0,3-1-145,-141 50-294,-365 190 1,247-66 458,239-139 59,-124 114 0,195-161-2,1 1-1,1 1 1,0 0-1,1 1 1,1 1 0,1 0-1,-13 27 1,22-39-1,0-1 0,1 1 0,0-1 0,0 1 0,1 0 0,0 0 0,0 0 0,0 0 1,1 0-1,0 0 0,0 0 0,1 0 0,0 0 0,0 0 0,1 0 0,0 0 0,0-1 1,0 1-1,1-1 0,0 1 0,0-1 0,1 0 0,-1 0 0,2 0 0,-1-1 0,0 0 1,10 9-1,1-2 1,0 0 0,0-1 1,1-1-1,0 0 1,1-1-1,0-1 0,36 12 1,134 27 16,-20-18-68,0-7-1,284 0 1,-187-30-491,264-42 0,170-87-549,-530 89 887,-2-7 1,171-83-1,-273 108 149,-2-3 0,-1-2 0,105-82 1,-140 95 41,-1-2 1,-1 0-1,-1-2 1,19-29-1,-28 36 5,-2-1-1,0-1 1,-2 0-1,0-1 1,-1 0-1,9-38 1,-15 44 18,0 0 0,0-1 0,-2 0 0,0 1 0,-1-1 0,-1 0 1,0 1-1,-1-1 0,-1 0 0,-1 1 0,0 0 0,-9-22 0,3 16 20,-1 0 0,-1 1 0,-1 1 0,-1 0 0,0 0 0,-2 2 0,0 0 0,-20-18 0,-24-15 70,-2 2 0,-2 3 0,-2 3 1,-84-41-1,18 21 82,-188-62 1,172 78-146,-1 7 0,-2 6 0,-300-26 0,341 55-526,-197 16-1,229-2-649,0 3 1,1 4-1,-97 32 1,3 21-3022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30.6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151 45 8961,'-54'-36'904,"34"30"-684,0 3-716,-10 3-2340,3 0-933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33.4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928 25 8125,'3'-2'1794,"7"-3"85,1 1 0,0 0-1,21-5 1,-28 9 176,-4 9-1685,0 1 0,0 0 0,-1-1 0,0 1 0,-1-1 0,0 1 0,0-1 0,-1 0 0,-4 10 0,-28 55 148,-3 0 0,-3-3 0,-85 112 0,-180 180-3628,168-206 125,23-27-1590,-67 76-7032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33.8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0 171 11341,'91'-43'2630,"1"4"0,114-32-1,-179 66-2470,0 1-1,45-1 0,-12 1 54,-59 4-210,0 1 0,0-1-1,-1 0 1,1 1 0,0-1 0,0 1 0,-1-1-1,1 1 1,0-1 0,-1 1 0,1 0-1,0-1 1,-1 1 0,1 0 0,-1-1-1,1 1 1,-1 0 0,0 0 0,1-1 0,-1 1-1,0 0 1,1 0 0,-1 1 0,0-1 1,1 0-1,-1 0 0,0 0 1,0 1-1,0-1 0,0 0 0,0 1 0,0-1 0,0 0 1,0 1-1,-1-1 0,1 0 0,0 1 0,-1-1 0,1 0 1,-1 0-1,0 0 0,1 1 0,-1-1 0,0 0 0,1 0 1,-1 0-1,0 0 0,0 0 0,0 0 0,0 0 0,-2 0 1,-34 29 7,28-23 2,-126 90 104,76-58-55,-57 52 0,101-77-51,-1 0 0,2 2 0,0-1 0,1 2 0,1 0 0,-13 22 0,22-33-7,0 0 0,0 0 0,1 0 0,0 0 0,0 0 0,0 0 0,1 1 0,0-1 0,0 0 0,1 1-1,0-1 1,0 1 0,0-1 0,1 1 0,0-1 0,0 0 0,0 1 0,1-1 0,0 0 0,0 0 0,1 0 0,0 0 0,6 10 0,0-5 6,-1-1 0,1-1 0,1 0 0,0 0 0,0-1 0,1 0 1,0 0-1,0-2 0,24 12 0,3-2 7,74 20 0,-11-14-284,2-4 0,149 6 0,28 3-377,-32 19-1946,-195-37-3950,-29-6-440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34.8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12976 2352 5432,'1'0'231,"0"1"0,0-1 0,-1 0 0,1 0 0,0 1 0,0-1 0,-1 0 0,1 0 0,0 0 0,0 0 0,0 0 0,-1 0 0,1 0 0,0 0 0,0 0 0,-1 0 0,1 0 0,0 0 0,0-1-1,0 1 1,-1 0 0,1-1 0,0 1 0,1-1 0,-3-17 5669,-1 10-7065,1 5 3756,-2 4-2019,-54 16 24,2 3-1,0 2 1,-83 48-1,-217 165-1318,218-140 58,117-81 553,-2-1 1,0-2-1,0 0 1,-1-1-1,0-2 0,0 0 1,-1-1-1,0-2 1,-1 0-1,1-1 1,-1-2-1,1-1 0,-1 0 1,0-2-1,0-1 1,1-1-1,-27-7 1,-321-95-430,174 44 424,-1597-410 1059,-21 65 1155,-3755-801 1677,4734 1004-3573,634 152-187,-411-114-340,605 162 258,-152-49-558,143 44 61,1 0 0,0-1-1,0 0 1,1-1 0,1-1-1,-25-22 1,38 31-1,0 1 0,0-1 1,0 0-1,1-1 0,-1 1 0,1 0 0,-1 0 0,1-1 0,-1 1 0,1-1 1,0 1-1,0-1 0,0-3 0,-3-12-8011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35.7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463 152 5513,'-253'-10'8992,"195"6"-7316,35 3-640,1-1 0,0 0 0,1-2 0,-39-10 0,56 12-324,21-18 442,-9 15-1069,0-1 0,1 1-1,-1 1 1,1 0 0,0 0-1,0 1 1,0 0-1,16-3 1,86-8 325,-67 10-270,707-31 817,3 62-2833,-343 10-2409,-140 7-3912,-148-18 43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35.9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339 11 13373,'25'-10'2634,"-18"12"1057,-2 8-2888,-4-9-327,3 9 178,0 1 1,0-1 0,-1 1 0,0 0 0,-1 0 0,0 0 0,-1 1 0,0-1-1,-1 0 1,0 1 0,-3 19 0,-4 13 235,-20 70 0,-92 252-41,-18 63-5161,71-102-1026,38-104-3156,15-79-1842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36.7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19 11789,'3'15'7673,"2"-14"-6712,23 4-371,0 2 1,-1 1-1,33 13 1,53 16 65,-11-17-252,191 14-1,-249-31-413,0-2-1,0-2 1,0-2-1,-1-2 1,1-1-1,64-19 1,-102 23-40,1-1 0,-1 0 0,0 0 0,0 0 0,0-1 0,0 0 0,-1 0 0,0 0 0,8-8 0,-12 11 35,0 0 1,0 0-1,0 0 1,0-1 0,-1 1-1,1 0 1,0 0 0,0-1-1,-1 1 1,1 0-1,-1-1 1,1 1 0,-1 0-1,1-1 1,-1 1 0,0-1-1,0 1 1,0-1-1,0 1 1,0-1 0,0 1-1,0-1 1,0 1-1,-1 0 1,1-1 0,0 1-1,-1-1 1,1 1 0,-1 0-1,0-1 1,1 1-1,-1 0 1,0 0 0,0-1-1,0 1 1,0 0 0,0 0-1,0 0 1,0 0-1,0 0 1,-1 0 0,1 1-1,0-1 1,0 0 0,-1 1-1,1-1 1,0 0-1,-3 0 1,-9-4-32,0 0 0,-1 0 0,0 1 0,0 1 0,0 0 0,-1 1 0,1 0 0,-24 1 0,-120 14-138,150-12 179,-63 10-28,-1 3 0,2 3 1,0 3-1,-103 44 0,160-58 33,1 0-1,0 1 0,1 0 1,-1 0-1,1 1 0,1 1 1,0 0-1,-18 20 0,26-27 1,1 0-1,0 1 0,-1-1 0,1 1 1,0-1-1,0 1 0,0-1 0,1 1 0,-1 0 1,1-1-1,-1 1 0,1 0 0,0-1 1,0 1-1,0 0 0,0-1 0,0 1 1,1 0-1,-1-1 0,1 1 0,0 0 0,0-1 1,0 1-1,2 3 0,-1-2-2,1 1-1,0-1 1,0 1-1,0-1 1,0 0-1,1 0 1,0 0 0,-1-1-1,1 1 1,1-1-1,4 3 1,11 4-74,-1-2 0,1 0 0,0-1 1,1-1-1,0-1 0,24 3 0,128 5-651,-159-12 676,229 0-795,-203-3 613,-1-2-1,0-2 1,0-1 0,43-15-1,-69 18 82,-1-1-1,1 0 0,21-13 0,-32 17 48,28 7-194,53 3 253,-51-6 36,-1 1 0,32 8 1,-35-5-9,21 5-50,-1 2-1,48 21 0,-54-18 82,0-3 1,1-2 0,1-1 0,68 7 0,-51-8-9,26 2 61,-55-9-55,-1 1 0,0 2 1,0 1-1,0 1 1,31 14-1,-33-9 27,-1 0 0,-1 2 0,0 2 1,-1 0-1,-1 1 0,33 32 0,-39-34-49,-1 0 0,2-1 1,0-1-1,1-1 0,0-1 0,1-1 1,1 0-1,23 6 0,22 4-270,104 17 1,68 4-3230,-77-20-2399,-87-14 1057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36.8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30 8549,'0'0'5280,"3"-15"-4584,4 0-280,13 27-2044,0 0-532,-3 6-1136,13 16-1577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38.5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144 37 4048,'-3'0'1029,"-2"2"89,0-1 1,-1 0-1,1 1 0,0 0 1,-10 5-1,1 3-820,12-8 1342,2-5-1185,0-1-337,0 1 0,0 0 0,1 0 0,-1-1 1,1 1-1,0 0 0,0 0 0,0 0 0,0 0 0,0 0 0,1 0 0,-1 0 0,1 1 1,0-1-1,0 0 0,0 1 0,0-1 0,3-1 0,-3 2 1297,-6 2-1101,-4 1-171,0 0 0,0 0-1,0 1 1,0 0 0,0 0 0,0 1 0,1 0-1,-1 1 1,1 0 0,0 0 0,-12 9-1,16-11 299,8 0-30,25 5-198,2-1 0,-1-1 0,0-1 0,62-2 0,-31 0-83,724 20-264,5-27-4773,-480-8-437,6-7-3200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40.0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30 11609,'87'-24'1696,"-40"18"-216,10 6-364,13 6-211,10-3-325,18 3-596,15 0-880,25 6-837,23 6-2515,13 10-3261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40.7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7609,'0'0'4632,"3"21"-4312,1 1-64,9-13-300,0-3-324,11 6-360,-1-3-1116,1 9-1072,-1-6-1017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41.2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232 175 2876,'-174'-132'-848,"117"89"192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41.4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1 0 988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43.5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4908,'15'3'1180,"-14"-3"-988,1 0 1,0 1-1,0-1 0,-1 0 1,1 1-1,0 0 0,-1-1 1,1 1-1,0 0 0,-1 0 0,1-1 1,-1 1-1,1 0 0,-1 1 1,0-1-1,1 0 0,1 3 1,-1-2 51,1 1 1,0-1-1,0 1 1,0-1-1,0 0 0,0 0 1,0 0-1,1-1 1,-1 1-1,1-1 1,-1 0-1,1 0 1,-1 0-1,5 0 1,59 6 1772,-44-5-1566,203 7 2366,-35-2-1931,1117 171-1330,-15 109-4958,-514-103-97,-375-86 440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44.0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 4064,'77'-3'1368,"0"10"-243,10 2-185,17 3-96,13 6-184,24 3-112,23 9-108,30 12-84,34 6-132,26 4-80,31 11-388,13 6-188,14 4-384,12-4-1888,8 3-829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44.3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84 4060,'-10'-12'1501,"13"-6"-317,17-6-228,30 12-128,24 3-204,33 6-136,37-3-72,30 9-64,31 9-96,33 12-32,26 6-320,34 13-196,14 8-360,6 3-464,14 0-1428,9 4-661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47.4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77 1196 13393,'50'58'3643,"-39"-48"-3298,-1 0 0,-1 1 0,0 0 0,0 0 0,-1 1 0,-1 0 0,0 1 0,7 15-1,-6 1-56,-1 0 0,-1 0 0,-1 1 0,-2 0 0,-1 0 0,-2 40 0,-4-18-78,-2-1 0,-23 96 0,-1-50-53,-5-2 0,-54 107 0,84-193-139,0 0-1,0 0 1,-11 14 0,10-16-11,5-8-6,0-1 0,0 0 0,0 1 0,0-1 1,0 0-1,0 0 0,1 0 0,-1 0 0,1 0 0,-1-2 0,0-7 3,0-1 0,0 1-1,1 0 1,1 0 0,0 0-1,0-1 1,4-10 0,26-86-9,-13 51 8,40-115-23,93-191 0,-79 199-27,36-80 83,11 5 0,219-330-1,-321 544-14,81-109 124,-85 119-27,0 1-1,0 0 1,2 1-1,0 1 1,0 0 0,20-12-1,-31 22-51,1-1 0,-1 1 0,1 0-1,-1 0 1,1 1 0,-1-1 0,1 1-1,0 0 1,0 0 0,0 1 0,-1-1-1,1 1 1,0 0 0,0 0 0,0 1 0,0 0-1,0-1 1,-1 2 0,1-1 0,0 0-1,-1 1 1,1 0 0,-1 0 0,1 0-1,-1 1 1,0 0 0,0-1 0,0 1 0,-1 1-1,1-1 1,5 7 0,3 5 124,0 1 1,-1 1-1,-1 0 1,0 0-1,-2 1 1,12 32 0,0 11 71,-3 2 1,-3 0 0,-3 1 0,-2 0 0,-3 1 0,-5 128-1,-16-5 101,-42 206-1,-13-35-205,-35 230-1055,62-210-1178,26-2-2627,24-233 593,7-54-1467,10 1-4619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47.7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1449 11941,'-1'-2'106,"1"0"-1,-1 0 0,1 0 1,0 0-1,0 0 1,-1 0-1,2 0 0,-1 0 1,0 0-1,0 0 1,1 0-1,-1 0 1,1 0-1,-1 1 0,1-1 1,0 0-1,0 0 1,0 0-1,0 0 0,0 1 1,0-1-1,0 1 1,0-1-1,1 0 1,-1 1-1,3-2 0,4-4 165,1-1-1,0 1 0,14-7 0,-17 10-130,46-25 413,1 3 0,77-28-1,-53 24-608,1384-632-6192,-959 387 5607,-172 91 1996,-310 174-1202,16-11 504,1 2 0,60-21 0,-93 38-543,1 1 0,-1 0 0,0 0 0,1 0 0,-1 0-1,0 1 1,1 0 0,-1-1 0,1 2 0,-1-1 0,1 0 0,-1 1 0,0 0 0,1 0 0,-1 0 0,8 4 0,-10-3-31,1 0 0,-1 0-1,0 1 1,0-1 0,0 0 0,0 1 0,0-1 0,0 1 0,-1 0 0,1 0 0,-1 0 0,1 0 0,-1 0 0,0 0 0,-1 0 0,1 0 0,0 0 0,-1 0 0,0 0 0,0 0-1,0 1 1,0-1 0,-1 5 0,-1 13 288,-1 0 1,0 0-1,-2 0 0,-14 39 0,-42 79 926,49-114-1054,-224 426 2701,-23-10-1417,-110 201-1452,130-218-2545,132-233-1027,43-68-5074,51-97 95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48.0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603 6 13049,'-65'-6'1670,"65"6"-1628,0 0-1,0 1 1,-1-1-1,1 0 1,0 0-1,0 1 1,-1-1-1,1 0 1,0 0-1,0 1 0,0-1 1,0 0-1,0 1 1,0-1-1,-1 0 1,1 1-1,0-1 1,0 0-1,0 0 1,0 1-1,0-1 1,0 0-1,0 1 0,0-1 1,0 0-1,0 1 1,1-1-1,-1 0 1,0 1-1,0-1 1,0 0-1,0 0 1,0 1-1,1-1 1,-1 0-1,0 1 1,0-1-1,11 24 810,-2-3 93,6 28-833,-2 0 0,-2 1 0,-2 0 0,-3 1 0,-1 0-1,-3 0 1,-2 0 0,-8 56 0,-2-32-946,-4-1 1,-3 0-1,-3-2 0,-54 131 1,45-142 683,-2-1 0,-3-1 1,-2-2-1,-3-2 0,-2-1 1,-3-2-1,-82 75 0,120-122 160,-29 23 37,33-27-43,1 0 0,-1 0 0,0 0 0,0 0 1,0 0-1,0-1 0,0 1 0,0-1 0,0 1 0,-1-1 0,1 0 0,0 0 0,0 0 1,0 0-1,0 0 0,0 0 0,-4-2 0,5 2-1,1 0 0,-1 0 0,0-1 1,1 1-1,-1 0 0,0 0 0,1-1 0,-1 1 1,0-1-1,1 1 0,-1-1 0,1 1 0,-1-1 1,1 1-1,-1-1 0,1 1 0,-1-1 0,1 0 0,-1 1 1,1-1-1,0 0 0,-1 1 0,1-1 0,0 0 1,0 1-1,0-1 0,-1 0 0,1 0 0,0 1 1,0-2-1,8-27-8,-6 22 1,13-31-203,2 2 0,1 0 1,1 1-1,39-51 1,111-122-1605,39-23-2435,-92 113 451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48.5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67 10481,'7'-7'371,"0"1"1,0 0-1,0 0 0,1 1 1,0 0-1,0 0 0,0 1 1,1 0-1,0 0 0,-1 1 1,1 0-1,0 1 0,0 0 0,12-1 1,21 2-108,1 2-1,-1 2 1,0 1 0,-1 3 0,1 1 0,-1 2-1,-1 2 1,0 1 0,-1 3 0,0 1-1,-1 2 1,-1 1 0,39 29 0,-60-37-247,0 0 0,-1 1 1,0 0-1,-1 1 0,0 1 1,20 30-1,-28-36-17,0 0-1,-1 1 1,-1 0 0,1 0-1,-2 0 1,1 1 0,-1-1-1,-1 1 1,0 0 0,0-1 0,-1 1-1,-1 0 1,0 0 0,-1 13-1,-3-3-33,-1-1-1,0-1 0,-2 1 1,0-1-1,-1 0 0,-1-1 1,-1 1-1,0-2 1,-2 0-1,0 0 0,0-1 1,-21 20-1,-4 0-536,-1-1 1,-2-2 0,-76 49-1,20-26-1297,84-50 683,-1 0 0,0 0 0,0-2 0,0 1 0,-22 3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48.7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842 0 12981,'-35'47'636,"-1"2"948,-50 87 0,-121 216 5364,172-294-6359,-176 356 1212,42 20-3517,123-284 217,41-129 983,0 0 0,2 1 1,1-1-1,0 1 0,2 21 1,0-40 343,1 0 0,-1 0 0,0 0 0,1 0 0,0-1 0,0 1 0,0 0 0,0-1 0,0 1-1,0-1 1,0 1 0,1-1 0,0 1 0,-1-1 0,1 0 0,0 0 0,4 4 0,-5-6 29,1 1 0,-1 0-1,1 0 1,-1-1 0,1 1 0,0-1-1,-1 1 1,1-1 0,0 0-1,0 0 1,-1 0 0,1 0 0,0 0-1,-1 0 1,1 0 0,0 0 0,-1-1-1,1 1 1,0-1 0,-1 1 0,1-1-1,-1 0 1,1 0 0,0 1-1,-1-1 1,0 0 0,1 0 0,-1 0-1,0-1 1,2 0 0,35-38-3618,2-9-1770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48.9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751 11 11021,'17'-4'344,"-10"2"-64,-1 1 0,1-1 0,0 1-1,12 0 1,-17 1-125,1 1 1,0-1-1,0 1 0,0-1 1,-1 1-1,1 0 0,0 0 1,-1 0-1,1 1 0,0-1 1,-1 1-1,0-1 0,1 1 1,-1 0-1,3 3 0,-1-1-17,0-1-1,-1 1 0,1 0 0,-1 1 0,0-1 0,-1 1 0,1-1 0,-1 1 1,0 0-1,0 0 0,0 0 0,-1 0 0,0 0 0,0 0 0,0 0 0,0 0 0,-1 1 1,0-1-1,0 0 0,-2 10 0,0-3-9,0 0-1,-2 0 1,1 0 0,-2-1 0,1 0-1,-1 0 1,-11 17 0,-53 67 316,42-63-357,-1-2 1,-2 0-1,-1-3 0,-47 33 0,-146 82-90,200-127-26,-29 15-1103,0-3 0,-108 40 1,156-65 296,-1 0 1,1-1-1,-1 1 1,0-1-1,0 0 1,0-1-1,-6 1 1,-12-1-6110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49.1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359 0 13305,'-101'72'1700,"81"-35"-251,4-1-305,-1-6-164,-3 3-216,0 6-136,3 3-180,0 4-36,-3 8-364,3 0-500,0 0-604,-3-2-512,0-4-321,4-6-651,2-3-1332,7-21-2645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49.3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49 11669,'30'-9'356,"5"-1"389,1 1 0,1 1 0,56-4 0,399 13 4557,-3 36-4214,-111-7-718,665 9-1658,-993-38 1050,49-1-1930,184-24 1,-272 23 1266,1-1 1,0-1-1,-1 1 1,1-2-1,-1 0 0,12-5 1,6-11-5716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49.5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841 1 11453,'1'1'329,"0"-1"0,0 1 0,0 0 0,0 0-1,-1 0 1,1 0 0,0 0 0,-1 0 0,1 0 0,-1 0 0,1 1 0,-1-1-1,1 0 1,-1 0 0,0 0 0,0 1 0,1-1 0,-1 0 0,0 0-1,0 1 1,0-1 0,-1 2 0,-6 35 1531,1-12-346,2 7-925,2-1 0,2 1 0,0-1 0,2 1 0,2-1 0,1 1 0,9 31-1,2-4-337,-4 0 0,-2 1 0,3 83 0,-13-114-411,-1 1 0,-1-1 1,-2 0-1,-1 0 1,-1 0-1,-2-1 0,-1 0 1,-23 51-1,11-41-186,-2-1-1,-1-1 1,-2-1 0,-2-1 0,-1-2-1,-2-1 1,0-1 0,-3-2-1,-42 30 1,-135 76-3357,-6-21-4254,127-68-605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49.7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375 25 14909,'-33'21'3593,"19"-36"-2345,1 3 92,-17 6-72,6 3-216,-6-3-244,-3 3-304,6 6-704,0 3-272,0 3-540,-3-6-740,0 6-648,-14 3-3229,31-3-4644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50.9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895 3 8289,'0'0'86,"-1"0"0,1 0 1,-1-1-1,0 1 0,1 0 1,-1 0-1,1-1 0,-1 1 0,1 0 1,-1 0-1,0 0 0,1 0 1,-1 0-1,1 0 0,-1 0 1,1 0-1,-1 0 0,0 0 0,1 0 1,-1 0-1,1 1 0,-1-1 1,0 0-1,1 0 0,-1 0 1,1 1-1,-1-1 0,1 0 0,-1 1 1,1-1-1,0 1 0,-1-1 1,0 1-1,-1 1 199,2-2-199,0 1 1,-1 0-1,1-1 0,0 1 0,0 0 0,-1 0 0,1-1 0,0 1 0,0 0 0,0 0 0,0 0 1,0-1-1,0 1 0,0 0 0,0 0 0,0 0 0,1-1 0,-1 1 0,0 0 0,0 0 0,1-1 1,-1 1-1,1 1 0,0-1 166,-1 3-9,1 1-1,0 0 1,-1-1-1,0 1 1,0 0-1,0-1 0,-1 1 1,0 0-1,0-1 1,0 1-1,-3 7 1,-25 51 1062,22-50-1011,-38 66 1086,-96 130-1,-75 57-326,-33 44-2062,113-100-4979,124-191 4799,-10 23-3145,10-2-2310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51.1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0 157 11153,'148'-75'1488,"-61"51"8,0 9-88,-10 0-139,3 3-125,0 3-264,11 3-232,3 6-68,6 3-140,7 9-256,1 6-432,-8 12-488,-6 9-428,-7 15-644,-27 1-673,-23 11-1623,-27 24-3061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51.2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0 245 12365,'14'-15'1784,"19"-16"-248,11 16-91,13 0-181,0 0-288,13 0-220,14-3-124,9 0-188,15 0-324,2-3-656,17 3-788,7 0-880,-3 3-2901,-7 2-4064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51.8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446 117 7101,'-156'42'5920,"51"-13"-4308,-22 4 307,73-28 557,50-5-1357,6-3-875,-1 1-226,0 0 1,0 0-1,0 1 1,0-1-1,0 1 1,1-1-1,-1 1 1,0 0 0,1-1-1,-1 1 1,1 0-1,-1 0 1,1 0-1,0 0 1,0 0 0,-1 0-1,1 0 1,0 1-1,3-2 1,-1 2-1,-1 0-1,1 0 1,-1 1 0,1-1 0,0 1 0,-1-1-1,1 1 1,-1 0 0,0 0 0,1 1-1,4 2 1,0 0-28,0 0-1,-1 1 0,0-1 0,0 2 1,0-1-1,0 1 0,-1 0 1,8 9-1,-5-2-124,0 0 0,0 1 0,11 27 0,-12-23-123,-1 0 1,10 36-1,-17-53 255,0 0 0,0 0 0,1 0 0,-1-1-1,0 1 1,1 0 0,-1 0 0,0 0 0,1 0 0,-1 0 0,1 0 0,0-1 0,-1 1 0,1 0 0,0 0 0,-1-1 0,1 1 0,0 0 0,0-1 0,-1 1-1,1-1 1,0 1 0,0-1 0,0 0 0,0 1 0,0-1 0,0 0 0,0 1 0,0-1 0,0 0 0,0 0 0,1 0 0,2 0 9,-1 0 0,1-1 0,-1 1 0,1-1 0,-1 0 1,1 0-1,4-2 0,165-83 427,38 5 279,-182 73-517,1 1 0,-1 1 0,1 1 0,1 2 0,43 0 0,-66 4-133,1 0 0,-1 0 0,1 1 0,-1 0 0,0 0 0,0 1 0,0 0 0,0 1 0,0 0 0,-1 0 0,0 0 0,1 1 0,10 10 0,-15-12-45,0 0 0,0 1 0,-1-1 0,0 1 0,1 0 0,-1-1 0,-1 1 0,1 0 1,-1 0-1,2 6 0,8 46-211,-8-38-96,-2-9 136,1 3-467,0 0-1,1 1 1,1-1-1,8 23 1,-10-32 393,1 1 0,-1 0 1,0-1-1,1 0 0,0 1 0,0-1 1,0 0-1,0-1 0,0 1 0,1 0 1,-1-1-1,1 0 0,0 0 0,0 0 1,0 0-1,0-1 0,0 1 0,5 0 1,3 1-297,0-1 1,-1-1-1,1 0 1,0-1-1,-1 0 1,22-3 0,69-19-1314,-65 13 1556,6-3 382,0-1 0,-1-3-1,0-1 1,76-46 0,-31 8 1221,83-72 1,125-89 7044,-274 201-6786,-21 15-1555,0 0 1,0 0-1,0 0 0,0 0 1,0 0-1,0 0 1,0 0-1,0 0 1,0 0-1,0 0 0,0 0 1,0 0-1,0 0 1,0 0-1,0 1 0,1-1 1,-1 0-1,0 0 1,0 0-1,0 0 1,0 0-1,0 0 0,0 0 1,0 0-1,0 0 1,0 0-1,0 0 1,0 0-1,1 0 0,-1 0 1,0 0-1,0 0 1,0 0-1,0 0 0,0 0 1,0 0-1,0 0 1,0 0-1,0 0 1,0 0-1,0 0 0,0-1 1,1 1-1,-1 0 1,0 0-1,0 0 0,0 0 1,0 0-1,-22 28 1698,10-15-1359,-17 22 364,-12 11-412,2 1 0,3 3-1,-34 59 1,60-89-741,-105 189-3474,27-78-6455,54-85 505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52.2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43 9493,'33'10'1140,"1"-1"0,0-2 1,1-1-1,48 2 0,264 0 107,-342-8-1233,0 0-1,-1 0 1,1 0 0,0-1-1,0 0 1,-1 0 0,1 0-1,0 0 1,-1-1 0,0 0-1,1 0 1,-1 0 0,0 0-1,0-1 1,0 0 0,0 0-1,0 0 1,-1 0 0,6-7-1,-10 5 185,-5-2-78,3 4-42,1 0 0,0 0 0,-1 1 0,0-1 0,0 1 0,0-1 0,0 1 0,0 0 0,0 0 0,0 0 0,-1 1 0,1-1 0,-1 1 0,1 0 0,-8-2 0,-5 1 172,0 1 1,0 1-1,0 0 0,0 1 0,1 0 0,-1 2 0,-21 5 0,28-6-145,-1 1 0,1 0 0,0 0 0,0 1 0,0 0 0,0 1 0,1 0 0,0 0-1,0 1 1,0 0 0,1 0 0,-1 1 0,-7 9 0,13-13-82,1 0 1,0 0-1,-1-1 1,1 1-1,0 0 1,0 0-1,1 1 1,-1-1-1,1 0 1,-1 0-1,1 0 1,0 0-1,0 0 0,0 0 1,1 1-1,0 2 1,14 42 108,-9-34-191,2-1 0,0 0 0,0 0 0,1 0 0,1-1 0,0 0 0,0-1-1,1 0 1,1-1 0,0 0 0,0-1 0,25 14 0,11 3-1725,2-2 0,61 20 0,-103-41 1404,65 24-4579,1-3-2879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52.4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10113,'16'7'960,"-1"2"1,0 0-1,24 19 1,-33-22-750,1 0 1,-1 1-1,0 0 1,-1 0-1,1 0 1,-1 1-1,-1 0 1,8 16-1,-5-5-96,-1 0 1,-1 0-1,-1 1 1,0-1-1,-2 1 0,0 0 1,-1 0-1,-1 0 0,-3 23 1,-3-2-11,-1 0 1,-2 0 0,-19 53 0,-21 18 225,50-112-328,-1 0 0,0 0-1,0 0 1,0 0-1,0 0 1,0 0 0,0 0-1,0 0 1,0-1 0,0 1-1,0 0 1,1 0-1,-1 0 1,0 0 0,0 0-1,0 0 1,0 0 0,0 0-1,0 0 1,0 0 0,0 0-1,1 0 1,-1 0-1,0 0 1,0 0 0,0 0-1,0 0 1,0 1 0,0-1-1,0 0 1,0 0-1,0 0 1,1 0 0,-1 0-1,0 0 1,0 0 0,0 0-1,0 0 1,0 0 0,0 0-1,0 0 1,0 0-1,0 0 1,0 1 0,0-1-1,0 0 1,0 0 0,0 0-1,0 0 1,0 0-1,0 0 1,0 0 0,0 1-1,38-14 343,-2-2 0,56-29 0,71-52-20,-120 69-347,216-149-2815,-102 40-4697,-112 89 1643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53.4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288 0 8077,'-30'15'7461,"29"-13"-6544,-5 7-530,1-1 1,0 1-1,1 0 1,-7 17-1,-8 18 121,-130 246 799,115-204-1142,11-28-78,22-56-25,5-3-56,0 1 0,0-1 1,0 0-1,0-1 0,-1 1 0,1-1 0,0 0 0,-1 0 0,6-4 0,1 0-1,79-48 22,12-8 12,-65 43-71,9-6 62,2 2 0,0 2 1,88-27-1,-127 47 19,0 0 0,1 0 1,-1 1-1,0 0 0,0 1 0,1-1 0,-1 2 1,0-1-1,0 1 0,8 3 0,-11-3-6,0 0 0,-1 1 0,1-1 0,0 1 0,-1 0 0,1 0 0,-1 1 1,0-1-1,0 1 0,-1 0 0,1 0 0,5 8 0,-5-4-10,0 0 1,0 0-1,-1 0 0,0 1 1,0 0-1,-1-1 1,0 1-1,0 0 0,-1 0 1,0 9-1,2 9 95,1 34 10,-4-43-104,1 0 0,0 0 0,7 26 0,-6-36-23,0 0-1,1 0 1,0 0-1,0 0 0,0-1 1,1 1-1,1-1 1,-1 0-1,1 0 1,10 10-1,-9-12-10,-1-1 0,1 1 0,0-2 0,0 1 0,0-1 0,0 1 0,0-2 0,1 1 0,0-1-1,-1 0 1,1 0 0,0-1 0,10 1 0,-6-1-12,0-1 0,0 0 0,0-1 1,0 0-1,0-1 0,0 0 0,-1-1 0,1 0 0,0-1 0,-1 0 1,0 0-1,14-9 0,-9 4-51,-1-1 0,0 0-1,-1-1 1,0 0 0,0-1 0,-1-1 0,13-18 0,-22 28 38,-1-1 0,0 0-1,0 1 1,0-1 0,0 0 0,-1 0 0,1 0 0,-1-1 0,1-4 0,-3 8 19,1 1 0,-1-1 0,1 0 0,-1 0 0,1 1 0,-1-1 0,0 0 0,1 1 0,-1-1 0,0 0 0,0 1 0,1-1 0,-1 1 0,0-1 0,0 1 0,0 0 0,1-1 0,-1 1 0,-2-1 0,2 1-4,-2-1 4,-1-1 0,0 1 0,0 0 1,0 0-1,0 0 0,0 1 0,0 0 0,0-1 0,-1 1 1,1 1-1,0-1 0,0 1 0,0-1 0,0 1 0,0 0 1,0 1-1,-4 1 0,-10 4-15,0 2 1,-21 12-1,19-9 44,18-11-22,1 1 0,-1-1 1,1 0-1,-1 1 0,1 0 0,0-1 0,0 1 1,0 0-1,0 0 0,0-1 0,-2 5 0,2-3-11,-1 0 24,34 7 17,-19-12-58,0 0 1,0-1 0,0 0 0,0-1 0,-1-1 0,1 0-1,-1 0 1,0-1 0,11-8 0,29-13-124,152-46-62,-147 56 119,0-3 0,80-41 1,-108 44 115,-1-3 0,-1 0 0,-1-1 0,-1-2 0,0-1 0,29-37 0,-43 46 160,-1-1 0,14-26 0,-17 27 35,1 1 0,1 0 0,1 0 0,13-16 0,-21 31-409,0 7-311,-3 22-1112,-6 37-1777,-6 4-3783,6-27 541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53.5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61 76 10753,'0'0'9217,"6"-12"-8489,4 0 592,-3 0-1260,0-6-476,-17 9-2132,-4 0 308,-12 6-2733,-15 3-3944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5:59.2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1381 1137 2992,'33'-74'1593,"-22"46"-932,1 1 0,26-41 1,286-354 4714,-218 291-2971,-45 47 511,61-111 0,-85 134-1480,-3 17 496,-32 41-709,-16 11 137,-3 1-886,1 1 0,0 0 0,1 2 0,0 0 0,-19 19 0,-253 287 1868,-148 150-2265,227-267-1393,-312 307-2494,267-248-1283,10 5-4167,156-164 327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00.0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46 11993,'6'-4'464,"-1"0"1,2 1-1,-1 0 1,0 0-1,1 1 0,-1-1 1,1 1-1,-1 1 1,11-2-1,74-7 871,-86 9-1201,143-6 1008,0 7 1,248 31 0,291 86-1039,-663-112-109,673 157-2014,220 38-1510,-833-188 3196,103 1 0,-148-13 260,-1-1 0,0-2-1,1-2 1,-1-2 0,38-11-1,-62 13 79,-1 0 0,0-1 0,0-1 0,0 0 0,-1 0 0,1-1 0,-2-1 0,20-18 0,-29 25 43,0-1 0,-1 1 0,1-1 0,-1 0 0,1 1 0,-1-1 0,0 0 0,0 0 0,0 0-1,0 0 1,-1 0 0,1 0 0,-1 0 0,0 0 0,0 0 0,0 0 0,0-1 0,-1 1 0,1 0 0,-1 0 0,1 0 0,-1 0 0,0 0 0,-1 0 0,1 1 0,0-1 0,-1 0-1,1 1 1,-1-1 0,0 0 0,0 1 0,-4-4 0,0 1 35,0 1-1,-1-1 1,1 1 0,-1 1-1,0 0 1,0-1-1,0 2 1,-1-1 0,1 1-1,-1 1 1,1-1-1,-1 1 1,0 0 0,1 1-1,-1 0 1,0 0-1,0 1 1,1 0 0,-12 2-1,-13 4 133,1 1 0,0 2 0,-39 17 0,39-12-133,0 1 0,1 2 0,1 0 0,1 2 0,1 2 0,1 0 0,0 1 0,-30 38 0,49-52-69,-1-1-1,2 2 0,-1-1 1,1 1-1,1 0 1,0 0-1,0 1 0,1-1 1,-3 13-1,6-16-7,-1-1 1,2 1-1,-1 0 1,1 0-1,0-1 1,0 1-1,1 0 1,0-1-1,0 1 1,0 0-1,1-1 1,0 1-1,0-1 1,1 0-1,0 0 1,5 9-1,-1-5-10,1 1 0,1-1 0,-1-1 1,2 1-1,-1-1 0,1-1 0,0 0 0,1 0 0,0-1 0,0-1 0,1 0 1,21 8-1,11 1-96,-1-2 1,59 9 0,-90-20 93,90 17-612,1-6 0,0-3 0,0-6 0,164-12 0,-262 7 450,-99 1 137,91 0 449,14-9-220,-5 6-183,0 0-1,1 0 1,-1 1-1,1 0 1,0 0 0,0 1-1,0 0 1,0 0-1,12 1 1,1-2 21,21-2-11,1 1 1,0 2-1,-1 2 0,1 2 1,0 2-1,-1 1 0,77 23 1,-47 1-17,-53-21 10,1-1 1,37 10 0,-43-14-46,0 0 1,1-2 0,-1 1 0,1-2-1,-1 0 1,1 0 0,0-2-1,-1 1 1,24-5 0,-10-3 14,1-1 0,32-15 0,22-8 17,-34 16-37,-22 6-274,0 2 0,35-6-1,49-13-2863,-86 19 2829,1 1 0,-1 1 0,1 2 0,0 0 0,34 0 0,41 2-1236,-18-1-1890,-33 5 506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00.1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8581,'17'15'1076,"3"-18"-464,0 3-496,3 9-424,-2 0-572,-1 6-1820,13 6-813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02.2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1324 59 9661,'-39'-43'1883,"38"41"-1719,-1 1 0,1-1 0,-1 1 1,0 0-1,0 0 0,1 0 0,-1 0 1,0 0-1,0 0 0,0 0 0,0 1 1,0-1-1,-1 1 0,1-1 0,0 1 1,0 0-1,0 0 0,0 0 0,0 0 1,0 0-1,-1 0 0,1 1 0,0-1 1,-3 2-1,-1 0 68,-1 1 1,1 1-1,0-1 1,0 1-1,-8 6 1,3-2 263,-17 12 149,0 1-1,2 2 1,0 0 0,2 2-1,-23 29 1,-96 145 1416,115-157-1699,-551 906 3022,522-841-3270,-63 162-1,104-226-326,3-1 0,1 2 0,2-1 0,2 1 0,2 1 0,2 0 0,2 51 0,3-87 92,-1 1 1,1 0-1,0-1 0,1 0 1,0 1-1,1-1 0,0 0 1,0 0-1,1 0 0,0-1 1,1 1-1,-1-1 0,2 0 1,-1 0-1,1-1 1,0 0-1,1 0 0,0 0 1,0-1-1,0 0 0,1 0 1,0 0-1,0-1 0,0-1 1,1 1-1,-1-1 0,1-1 1,0 0-1,0 0 0,13 2 1,9 2-240,0-2 1,0-1-1,0-1 1,0-2-1,51-5 1,-37-1-23,0-2 1,0-3-1,55-19 1,-5-7-248,-2-5 0,155-92 1,-11-13 158,66-38 819,-297 181-330,34-20 367,45-18 0,-83 40-324,1 0 1,-1 0 0,1 0-1,0 0 1,0 0 0,-1 0 0,1 1-1,0-1 1,0 1 0,0 0 0,0 0-1,0 0 1,-1 0 0,1 0-1,0 1 1,0-1 0,0 1 0,0 0-1,-1 0 1,1 0 0,0 0-1,-1 0 1,1 1 0,-1-1 0,1 1-1,-1 0 1,0 0 0,0-1 0,0 1-1,0 1 1,2 1 0,-1 1 33,0 1 0,-1-1 0,1 0-1,-1 1 1,0 0 0,-1-1 0,1 1 0,-1 0 0,-1 0 0,1 0 0,-1 0 0,-1 11 0,-11 99 730,5-75-636,3 1 1,1 0-1,2-1 0,6 59 0,-4-88-170,2 0-1,0-1 1,0 1-1,1 0 0,0-1 1,1 0-1,0 0 1,1 0-1,0-1 1,1 0-1,0 0 1,0 0-1,1-1 0,1 0 1,-1-1-1,1 0 1,1 0-1,-1-1 1,20 11-1,-7-7-127,1-1 1,0 0-1,1-2 0,0-1 1,1-1-1,0-1 0,-1-1 1,1-1-1,1-1 0,-1-2 0,0 0 1,0-2-1,0 0 0,0-2 1,0-1-1,-1-1 0,1 0 1,-2-2-1,1-1 0,-1-2 1,0 0-1,22-14 0,-40 21-52,0 1 1,-1 0-1,1-1 0,-1 0 1,0 0-1,0-1 0,0 1 1,-1-1-1,1 0 0,-1 1 0,0-2 1,-1 1-1,1 0 0,-1 0 1,0-1-1,0 1 0,1-10 0,-2 9-16,-1 0-1,0-1 0,-1 1 1,1 0-1,-1 0 0,0-1 0,-1 1 1,1 0-1,-1 0 0,-1 0 0,1 0 1,-1 1-1,0-1 0,0 1 0,-7-9 1,-2-2-165,-1 1 0,-1 0 1,0 1-1,-24-17 0,-69-43-612,68 49 602,-61-50 0,95 71 323,1 0-1,0-1 1,0 1 0,0-1 0,-4-8 0,7 12 26,0 0 1,1 0-1,-1 0 1,1 0-1,-1 0 1,1 0-1,-1-1 1,1 1-1,0 0 1,-1 0-1,1 0 1,0-1-1,0 1 0,0 0 1,0 0-1,0-1 1,0 1-1,0 0 1,1 0-1,-1-1 1,0 1-1,1 0 1,-1 0-1,1 0 1,-1-1-1,1 1 1,-1 0-1,1 0 0,0 0 1,0 0-1,0 0 1,1-1-1,3-1 10,1 1-1,-1 0 0,1 0 1,0 0-1,0 1 0,0-1 1,0 1-1,0 1 1,0-1-1,0 1 0,10 1 1,-2-1-5,49 1 15,102 14 0,64 24 65,-200-34-82,370 76-244,367 59 2,-707-133 780,-1-2 0,113-7-1,-165 2-118,-20-15-74,11 13-332,0 0 0,0 0 1,0 0-1,0 0 0,-1 1 0,1 0 0,-1-1 1,1 1-1,-1 0 0,1 0 0,-1 1 1,0-1-1,1 1 0,-1 0 0,0 0 0,-4 1 1,-67 9 123,58-7-54,14-2-79,-1-1 1,0 1-1,0 0 0,0 0 1,1 1-1,-1-1 1,0 1-1,1 0 0,0 0 1,-1 0-1,-4 3 1,27 0 8,-1-2 3,1-2 0,-1-1 0,0 0 0,0-1 0,34-6 0,-1 0-2,0 2 17,111-14 228,-155 17-159,0 0 1,0 1-1,0 0 0,0 0 1,0 1-1,0 0 0,1 0 1,-1 1-1,0-1 0,0 2 1,0-1-1,0 1 0,10 4 1,-16-5-73,0 0 0,0 0 0,0 0 0,0 0 0,-1 0-1,1 0 1,0 0 0,-1 1 0,1-1 0,0 0 0,-1 0 0,1 1 0,-1-1 0,0 1 0,1-1 0,-1 0 0,0 1 0,0-1 0,0 0 0,0 1 0,0-1 0,0 1 0,-1-1 0,1 0 0,0 1 0,-1-1 0,1 0 0,-1 1-1,1-1 1,-1 0 0,-1 2 0,-26 53 455,20-43-333,-44 79 522,-67 128 134,-22 94-329,-70 139-223,186-406-308,-3-2 1,-1-1-1,-2-1 0,-71 75 1,77-94-46,-1-1 0,-1-1 0,-1-1 0,-1-1 0,0-2 1,-1-1-1,-1-1 0,-49 17 0,54-24 10,0-2 0,0 0 0,0-2 0,-1 0 0,-50 1 1,73-6 74,0-1 1,0 1 0,0 0-1,0-1 1,1 0 0,-1 0-1,0 0 1,0 0 0,1-1-1,-1 1 1,0-1 0,1 0-1,0 0 1,-1 0 0,1-1-1,0 1 1,0-1-1,-3-3 1,5 4 8,-1-1 0,0 0 0,1 0 0,0 0 1,-1 0-1,1 0 0,0 0 0,1 0 0,-1 0 0,0 0 0,1 0 0,0-1 0,0 1 0,0 0 0,0 0 0,0 0 0,1-1 1,-1 1-1,1 0 0,0 0 0,0 0 0,1-3 0,8-14-3,1-1-1,1 2 1,1 0 0,0 0 0,1 1-1,1 1 1,24-22 0,-13 13 4,54-53 163,3 3-1,3 5 1,191-121 0,-104 93 250,256-106-1,-132 88 228,-239 98-503,0 3 0,1 2-1,74-7 1,-120 19-97,1 2 0,-1-1 0,1 2 0,0 0 1,20 4-1,-31-4-51,1-1 1,-1 1 0,0 0 0,0 0-1,0 1 1,0-1 0,0 0 0,0 1-1,0 0 1,0 0 0,-1 0-1,1 0 1,-1 0 0,1 0 0,-1 1-1,0-1 1,0 1 0,0 0 0,0 0-1,0-1 1,-1 1 0,1 0-1,-1 1 1,0-1 0,0 0 0,0 0-1,0 4 1,0 0-180,-1 1 1,-1-1-1,1 1 1,-1-1-1,-1 0 0,1 1 1,-1-1-1,-1 0 1,1 0-1,-1 0 0,0-1 1,-1 1-1,-4 6 0,-3 4-827,-1 0 0,-1-1-1,-22 22 1,-16 14-2932,5-1-1775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02.4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21 109 5124,'-20'-72'1353,"23"57"-333,0-6 744,4 36-2500,7 15-1736,-4 3-597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02.7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87 6405,'7'3'306,"-1"1"0,1-1 0,-1 0 0,1 0 0,0 0 0,10 1 0,-13-3 503,16 2 382,-15-3-1072,0 0 0,0 0 1,0 0-1,0 0 0,0-1 0,0 0 0,0 0 0,0 0 1,0-1-1,0 1 0,4-4 0,53-30-81,-10 4 93,-30 23-37,1 1 0,-1 1 0,1 1-1,0 1 1,0 1 0,38 0 0,-45 4-61,-1 0-1,1 1 1,-1 1-1,1 0 1,-1 1-1,0 1 1,0 0-1,-1 1 1,23 12 0,-15-3-242,0 0 1,-1 2-1,24 24 1,32 25-4735,-33-34 575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02.8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27 103 9225,'-26'-45'6172,"36"24"-4983,0 0-69,27 12-288,26 3-200,-3 6-304,21 3-372,16 6-648,14 6-768,12 6-485,15 6-2515,13 0-3453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03.4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9 11045,'87'-9'1668,"-33"15"-304,-4-3-308,3 6-152,1-3-187,10 4-125,13 5-96,13 0-200,11 9-456,12 0-612,15 3-485,6-3-335,13 0-2536,0 0-3117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03.8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17 140 8217,'47'-26'777,"-10"5"581,49-19 0,-63 30-375,0 1 0,1 2 0,-1 0 0,28-4 1,-50 11-978,20-4 411,1 2-1,-1 0 1,1 1 0,-1 1 0,29 4-1,-42-1-366,0 0 0,1 0 0,-1 0-1,-1 1 1,1 1 0,0-1-1,-1 1 1,0 1 0,0-1 0,-1 1-1,0 0 1,0 1 0,0-1-1,-1 1 1,1 0 0,-2 1-1,1-1 1,-1 1 0,0 0 0,-1 0-1,0 0 1,4 17 0,-2-3-18,-1-1 1,-1 0-1,-1 1 1,-1 0-1,-1-1 1,0 1-1,-2-1 1,-5 27 0,-5 4 6,-3-1 1,-1 0 0,-32 66 0,-87 137 47,24-82 14,2-3-112,23-39 81,56-78-82,28-46-4,-1 1 0,0-1 0,0 0 1,-1 0-1,0 0 0,0 0 0,0-1 1,-1 0-1,0 1 0,0-2 0,0 1 0,0 0 1,-9 4-1,5-4-59,10-2-87,19-3-19,-13 0 229,87-1-1681,183 23 1,-180-10-2773,116 0 0,-138-14-908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04.0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593 1 9541,'24'9'3464,"-44"-9"-2004,0 6-296,-4 6-159,-9 9-205,-1-6-144,-6 6-168,-4 3-200,-3-3-388,-6 0-408,-7 10-436,-4-1-417,4-3-307,-1 0-2444,4 0-3077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04.3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644 37 4704,'6'-4'402,"0"0"-1,0 0 0,1 0 1,0 1-1,0 0 0,0 1 0,0-1 1,0 1-1,0 1 0,1-1 0,-1 1 1,1 1-1,11-1 0,-5 1 6,9-2 10,0 1 1,0 1-1,27 4 1,-36-1-299,0 0-1,0 1 1,-1 0 0,26 12-1,-33-13-90,-1 0-1,1 0 0,-1 1 0,1 0 0,-1 0 0,-1 0 0,1 1 1,0-1-1,-1 1 0,0 0 0,0 1 0,3 5 0,-6-8-16,0 0 1,0 0-1,0 0 0,0 0 0,0 0 0,-1 1 1,0-1-1,0 0 0,0 0 0,0 1 0,0-1 0,0 0 1,-1 0-1,-1 5 0,-14 36 47,14-41-48,-8 15 6,-1 0-1,-1-1 1,0-1-1,-1 0 1,-1-1-1,-16 14 1,13-11 0,-1 0-1,2 1 1,-16 23 0,28-34-11,-1-1 0,2 0 1,-1 1-1,1 0 0,0 0 0,1 0 0,0 0 0,0 1 0,1-1 1,0 0-1,0 1 0,1-1 0,1 12 0,2 12 31,-1-17 36,0 1 0,-2 0 0,0 0 0,-1 16 0,0-26-47,-1 0 0,1 0 1,-1 0-1,0 0 0,0-1 0,-1 1 0,0-1 0,0 1 1,0-1-1,0 0 0,-1 0 0,0 0 0,0-1 1,-7 7-1,-4 1 1,-1-1 0,0 0 0,-1-2 1,0 1-1,0-2 0,-1 0 1,-28 8-1,-137 27-484,166-39 347,-235 33-2650,155-25-1073,35-1-827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04.5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376 1 5853,'-30'21'1312,"-4"-3"-320,1 3-108,3-3-216,-4 0-172,4-3-308,-7 9-268,4-3-404,-8 7-600,5-7-1464,-1 0-665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04.7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88 8505,'107'-67'1368,"-54"55"-304,11 3-236,6 9-172,-3 0-112,7 6-124,13 9-252,14 6-344,12 7-432,11 8-464,17 3-2368,0 3-1833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05.7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1 137 8301,'1'-9'945,"1"0"-1,0 1 1,0-1 0,1 1 0,0-1 0,5-8 0,-6 13-708,0 0 0,1 1-1,-1-1 1,1 1 0,0 0 0,0-1 0,0 1 0,0 1 0,0-1 0,1 0 0,-1 1-1,1 0 1,-1 0 0,1 0 0,8-3 0,8-1-69,1 2 1,-1 0-1,1 2 1,31-1-1,92 9 151,-101-4-298,1012 82-2994,-435-30 745,503 22-1903,-643-62-99,-272-11 889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06.9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721 81 8781,'19'-6'3031,"-30"19"429,-7 7-2473,-31 35 967,-89 78 0,63-63-1474,-35 31-484,-167 175-3743,268-265 3230,0 1 1,1 0-1,0 1 0,1 0 0,-7 18 1,12-28 323,1 0 1,0 0 0,0 1 0,1-1 0,-1 1-1,1-1 1,-1 1 0,1-1 0,0 1 0,0-1-1,1 1 1,0 3 0,0-5 86,-1 0 0,1 0 0,0-1 0,0 1 0,0 0 0,0-1 0,0 1 0,1-1 0,-1 1 0,0-1 0,1 1 0,-1-1 0,1 0 0,0 0 0,-1 0 0,1 0 0,0 0 0,-1 0 0,1 0 0,0-1 0,0 1 0,0-1 0,2 1 0,4 0-27,-1 0 1,0 0-1,1-1 1,-1 0-1,0 0 1,1-1-1,-1 0 0,0-1 1,0 1-1,12-5 1,0-2 79,1 0 0,27-17 1,-2-4 123,-1-1 0,-1-3 0,56-54 0,102-129 419,-70 55-25,-68 79 293,84-81 0,-145 160-741,9-8 220,1 1 1,21-15-1,-31 23-160,1 0 0,0 0 0,1 1 0,-1 0 0,0-1 0,0 1 0,7-1 0,-9 2-46,0 0 1,1 0-1,-1 0 0,0 0 0,0 0 0,0 0 0,0 0 0,0 0 0,1 1 0,-1-1 0,0 0 0,0 1 1,0-1-1,0 1 0,0-1 0,0 1 0,0 0 0,0-1 0,0 1 0,0 0 0,-1 0 0,3 1 0,0 3 57,0 0 0,-1 0-1,1 0 1,-1 0 0,0 0-1,0 0 1,0 0-1,-1 1 1,0-1 0,0 1-1,0-1 1,0 8 0,-2 9 165,-5 41 0,1-23 4,0-3-94,2-21-43,0 0 0,0 25 1,3-38-96,0 1 1,1-1 0,-1 0 0,0 0 0,1 1 0,0-1 0,0 0 0,0 0 0,0 1 0,0-1-1,0 0 1,1 0 0,0 0 0,0-1 0,-1 1 0,2 0 0,3 4 0,-1-3 5,0-1 1,0 1-1,0-1 1,1 0-1,-1 0 1,1 0-1,0-1 1,0 0-1,0 0 0,0-1 1,0 1-1,0-1 1,10 0-1,33-2 58,0-1 0,0-3 0,82-18 0,-67 10-53,100-7 0,-144 20-33,0 0-1,1 1 1,-1 0-1,0 2 1,0 1 0,0 0-1,-1 1 1,0 2-1,23 9 1,-31-9-4,1 0-1,-2 1 1,1 0 0,-1 1 0,-1 0 0,1 1 0,-2 0-1,1 0 1,-1 1 0,-1 0 0,9 16 0,-15-26-4,0 0 0,-1 0 1,1 0-1,0 0 0,0 0 0,0 0 1,0-1-1,0 1 0,0 0 1,0-1-1,0 1 0,0 0 0,1-1 1,-1 0-1,2 1 0,3 2 11,6 3-3,0-1-1,0 0 0,1-1 0,-1 0 0,1-1 0,0 0 0,21 1 0,-16-2-3,-1 1 0,0 1 0,32 10-1,-44-12 8,4 1-70,1 1 1,-1 0-1,0 1 0,0-1 1,-1 2-1,1-1 0,-1 1 1,-1 0-1,1 1 0,9 10 1,-12-11-44,1 0 1,0 0 0,0 0 0,0-1 0,1 0-1,0 0 1,0-1 0,0 0 0,1 0-1,0 0 1,-1-1 0,1-1 0,0 1-1,0-1 1,1 0 0,-1-1 0,0 0-1,17 0 1,8-3 154,0 0 0,0-2 0,46-12-1,-61 12 123,5 1-51,0 0 0,1 2 0,-1 0-1,0 2 1,1 0 0,-1 2 0,0 0 0,0 2 0,22 7-1,-31-9-118,0 0 0,0-1-1,0-1 1,0 0 0,0-1-1,0-1 1,0 0-1,0-1 1,20-5 0,6-5-40,70-31-1,-60 22 59,127-64 839,11-4 1952,-135 65-1892,-49 23-457,-5 4-326,-25 90-1190,25-89 935,0 1 0,1-1 0,-1 1 0,1 0 0,0-1 0,0 1-1,0-1 1,1 1 0,-1 0 0,1-1 0,0 1 0,0-1 0,1 0-1,-1 1 1,1-1 0,0 0 0,1 0 0,3 6 0,-1-4-16,0-1 0,0 0 1,1 0-1,0 0 0,0-1 1,0 1-1,0-2 0,1 1 0,-1-1 1,13 5-1,0-2-8,1 0-1,0-2 1,0 0 0,1-1 0,-1-1-1,1-1 1,25-2 0,-15-3 310,-1 0 0,0-2 0,0-2 0,43-15 0,107-59 2577,-177 81-2665,38-13 661,-37 13-247,-4 5-333,-6 17-458,0 0 0,-1-1 0,-1 0 0,-1 0-1,0 0 1,-2-1 0,-18 25 0,-26 53-2135,43-74 1872,-6 15-964,-19 55 0,15-34 576,20-55 1104,11 29 1303,-9-33-1444,0 0 1,0 1-1,0-1 0,0 0 0,0 0 1,0 0-1,0 0 0,0 0 0,0 0 1,1 1-1,-1-1 0,0 0 0,0 0 1,0 0-1,0 0 0,0 0 1,0 0-1,0 0 0,0 0 0,0 0 1,1 1-1,-1-1 0,0 0 0,0 0 1,0 0-1,0 0 0,0 0 1,0 0-1,1 0 0,-1 0 0,0 0 1,0 0-1,0 0 0,0 0 0,0 0 1,0 0-1,1 0 0,-1 0 0,0 0 1,0 0-1,0 0 0,0 0 1,0 0-1,0 0 0,1 0 0,-1 0 1,0-1-1,0 1 0,0 0 0,0 0 1,0 0-1,0 0 0,0 0 0,1 0 1,0-1 12,342-100 3373,-208 74-3401,0 6 1,2 6 0,211 4-1,-339 11-45,0 0 0,0 1 0,0 1-1,0 0 1,0 0 0,11 4 0,-17-5-28,-1 0 1,1 1-1,-1-1 1,1 1-1,-1-1 1,0 1-1,1 0 1,-1 0-1,0 0 1,0 0-1,-1 0 1,1 0-1,0 0 1,-1 1-1,1-1 0,-1 1 1,0-1-1,0 1 1,0 0-1,0-1 1,0 1-1,0 0 1,-1-1-1,1 5 1,3 12-2221,0 0 0,10 26 1,-6-21-524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07.0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1 154 4864,'30'-21'1929,"0"3"191,-10-3-304,-10 9-288,0 0-132,7 0-228,-4-6-264,-3 6 389,0 0-953,-3-4-520,-4 35-7505,1-1 1176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11.8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121 372 12721,'22'-34'629,"1"1"626,-1-1 1,21-45-1,-33 57-215,14-30 4717,41-63-1,-63 113-4686,-5 34-696,-1 0 0,-1-1-1,-2 1 1,-13 38-1,7-24-213,-55 191-149,-46 182-910,25 77-11160,80-378 6400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12.6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0 234 8917,'4'-6'131,"4"-7"265,0 1 0,1-1 0,0 2 0,1-1 0,0 1 0,0 0 0,16-11 0,-25 22-380,16-14 666,1 1 0,1 1 1,0 0-1,1 1 0,0 2 1,0 0-1,26-8 0,-11 9-367,0 1-1,0 2 0,1 2 0,-1 1 0,1 1 1,0 2-1,-1 2 0,1 1 0,-1 1 1,38 12-1,-50-10-252,0 1 0,-1 1 1,0 1-1,-1 1 0,0 0 1,-1 2-1,0 0 0,-1 2 1,-1 0-1,0 1 0,-1 0 1,0 2-1,-2 0 0,0 0 0,-1 2 1,12 22-1,-13-17-45,-1 1-1,-2 1 1,-1 0-1,0 0 1,-2 1-1,-2 0 1,0 0 0,-2 0-1,-1 1 1,-1-1-1,-5 47 1,-2-26-224,-2 0 1,-2 0 0,-2-1-1,-3 0 1,-36 82 0,-41 90-972,90-213 1128,0-1 0,0 1-1,1-1 1,0 1 0,1 0 0,-1 9-1,1-15 44,0-1 6,0 0 0,0 1-1,0-1 1,0 0 0,0 0-1,0 0 1,0 0 0,0 0-1,0 0 1,0 1 0,0-1-1,0 0 1,0 0-1,0 0 1,0 0 0,0 0-1,0 0 1,0 1 0,1-1-1,-1 0 1,0 0 0,0 0-1,0 0 1,0 0 0,0 0-1,0 0 1,0 0-1,0 1 1,0-1 0,0 0-1,1 0 1,-1 0 0,0 0-1,0 0 1,0 0 0,0 0-1,0 0 1,0 0 0,1 0-1,-1 0 1,0 0-1,0 0 1,0 0 0,0 0-1,0 0 1,0 0 0,1 0-1,-1 0 1,0 0 0,0 0-1,0 0 1,0 0 0,0 0-1,0 0 1,1 0-1,-1 0 1,14-1-33,0 0 0,0-1-1,0-1 1,0 0 0,0-1-1,17-7 1,83-42 9,-32 14 139,-16 11 246,117-32 1,-179 59-343,0 0 1,1 0 0,-1 0 0,0 1 0,0 0 0,0 0 0,0 0 0,1 0 0,-1 0 0,0 1 0,0 0 0,0 0 0,0 0 0,0 0-1,0 1 1,0-1 0,0 1 0,0 0 0,-1 0 0,1 1 0,-1-1 0,0 1 0,5 4 0,-4-2-7,0 1 1,0-1-1,0 1 0,-1-1 1,0 1-1,0 0 1,-1 0-1,0 1 1,0-1-1,0 0 0,-1 1 1,0-1-1,1 12 1,-1-5-8,0 0 0,1 0 1,1 0-1,0 0 1,0 0-1,1-1 1,1 1-1,0-1 1,8 12-1,-10-19 0,0 0 0,0 0-1,1 0 1,0-1 0,0 0-1,0 1 1,0-2 0,1 1-1,0 0 1,-1-1 0,1 0 0,1 0-1,-1 0 1,0-1 0,1 0-1,-1 0 1,1 0 0,-1 0-1,1-1 1,0 0 0,0 0 0,8-1-1,7-1 1,0-1 1,-1 0-1,1-2 0,-1-1 0,37-12 0,100-52-8,-3 2 43,-144 64-47,1 1 0,-1 0 0,16-1 0,-8 0-4,-14 3 7,0-1-1,1 1 1,-1 0 0,0 0-1,1 0 1,-1 1 0,0-1-1,0 1 1,0 0 0,1 0-1,-1 1 1,0-1 0,0 1-1,-1 0 1,1 0 0,0 0-1,-1 0 1,1 1 0,3 3-1,-6-6 7,-1 1 1,1-1-1,0 1 0,0 0 0,0-1 1,0 0-1,0 1 0,0-1 0,0 0 1,1 1-1,-1-1 0,0 0 0,0 0 0,0 0 1,0 0-1,2 0 0,4 1-3,17 2 35,0 0 0,1-1 0,-1-2 0,0 0 1,44-7-1,-36 3 111,2 2 0,49 3 0,-58 3-82,-1 1 1,0 1-1,41 16 1,40 11 1,-91-29-63,0-1 0,1-1 0,-1 0 0,0-1 0,1-1 0,22-1 0,16-7-85,0-2 0,-1-3 0,0-2 0,-1-2 0,86-41 0,384-240-3824,-137 21 2490,-335 245 4052,-46 30-1494,-6 5 158,-12 10 45,8-7-933,-1 1 0,1 0 0,1 0-1,-1 0 1,1 0 0,-5 10 0,-29 45 1192,20-32-1221,1 1 0,1 0 0,2 2 0,-15 42 0,-11 80-3635,25-47-3329,16-97 5033,1 1-1,0-1 0,2 14 1,12 35-8285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13.0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727 185 9893,'-1'-51'1972,"-1"20"2039,5-49-1,-3 79-3905,-1 0 0,1 0-1,0 0 1,-1 0-1,1-1 1,0 1-1,-1 0 1,1 0 0,-1 0-1,0 0 1,1 1-1,-1-1 1,0 0 0,1 0-1,-1 0 1,0 0-1,0 1 1,0-1-1,0 0 1,0 1 0,0-1-1,0 1 1,0-1-1,0 1 1,-1-1-1,-4 4 203,0 1 0,0 0 0,0 0-1,1 1 1,0 0 0,-8 8-1,-1 1 190,-34 35 2055,-74 98-1,62-70-1365,-88 108 48,138-171-1258,-123 170-67,115-155-727,2 1 0,0 1 1,2 0-1,-16 54 1,20-55-474,-9 45-3091,18-68 2433,0 1 1,1 0-1,0 0 1,1 12-1,7 23-8200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13.2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34 10625,'17'-10'894,"-14"7"-566,1 0-1,0 1 1,0 0 0,0-1-1,1 2 1,-1-1 0,0 0 0,1 1-1,-1 0 1,1 0 0,0 0 0,8 0-1,273 1 3821,-176 6-3437,209 39 0,-290-39-586,0 2 1,0 0-1,-1 2 1,45 23-1,-65-30-109,-1 1-1,0 0 1,-1 1 0,1-1-1,-1 1 1,0 1-1,0-1 1,-1 1 0,1 0-1,-1 0 1,-1 1-1,1-1 1,-1 1-1,0 0 1,0 0 0,-1 1-1,0-1 1,-1 1-1,1-1 1,-1 1 0,-1 0-1,1 10 1,-2-8-294,-1 1 0,0-1 0,-1 0 1,0 0-1,-1 0 0,0 0 0,-1 0 1,-9 18-1,-8 25-7915,16-28-465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13.3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58 12653,'-6'-28'5765,"9"13"-4409,4 0 168,10 24-1300,-4-3-608,7 6-852,17 10-824,-10-7-3249,-1 6-4240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13.6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188 0 5188,'-28'10'623,"-73"23"6569,93-30-6205,1 0 0,0 0-1,0 1 1,-8 4 0,3-1 78,10-5 132,2-1-1054,0 0 1,1 0-1,-1 0 0,1 0 1,0 0-1,-1 0 1,1 0-1,0 0 1,0-1-1,-1 1 1,1 0-1,0 0 1,0-1-1,0 1 1,0 0-1,0-1 1,0 1-1,2 0 1,20 9 430,30 5-119,0-3 1,66 7-1,-55-10-717,385 56-3902,-11-1-4601,-200-24 75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14.7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1095 452 4796,'10'-12'837,"-1"-1"0,0-1 0,-1 0 0,0 0 0,-1 0-1,0-1 1,7-27 0,64-269 9468,-78 308-9854,-3 6 175,-7 6-266,-1 0 0,1 0-1,1 2 1,0-1 0,-14 22 0,-33 68 894,28-49-680,-188 284 1909,-28-18-1015,1 0-649,26 18-284,187-280-449,2 2 0,2 2 0,-29 100 0,48-133-65,1 0-1,1 0 1,1 0 0,1 1 0,2-1-1,1 1 1,1-1 0,1 1 0,1-1-1,1 0 1,12 37 0,-9-45-31,1-1 0,0 0 0,1-1 0,1 0 0,1 0 0,0-1 1,1 0-1,1-1 0,0-1 0,1 0 0,0-1 0,1 0 0,18 11 0,14 5-165,2-1-1,1-3 0,63 22 0,-8-10-499,2-4 0,123 19 0,225 11-2476,-130-42-223,-111-9-1907,-206-11 4402,0 0 0,0 0 0,0 0 0,-1-1 0,1-1 0,0 1 0,12-5 0,-9 3-920,16-5-4471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15.2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987 1 7709,'4'1'2299,"11"3"-331,-14-4-1833,-1 1-1,1 0 1,-1 0-1,1-1 0,-1 1 1,0 0-1,1 0 1,-1 0-1,0 0 0,1-1 1,-1 1-1,0 0 1,0 0-1,0 0 0,0 0 1,0 0-1,0 0 1,0 0-1,0 0 0,0-1 1,0 1-1,-1 0 1,1 0-1,-1 1 1,1 0 273,-2 5 8,1 0-1,-2 1 1,1-1-1,-1 0 0,0-1 1,0 1-1,-1 0 0,-7 10 1,-46 52 1760,35-43-1444,-258 267 3928,122-135-3571,-95 128-1370,221-244-711,2 2 0,2 1 1,1 1-1,3 1 0,-21 59 0,40-91 56,0 0-1,1 0 0,-2 20 1,6 18-4445,11 6-4417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15.6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0 109 10033,'13'-20'366,"-6"9"562,0-1 0,1 1 1,11-12-1,-16 20-667,0 0 1,1 0 0,-1 1 0,1-1 0,0 1 0,-1-1-1,1 1 1,0 0 0,0 1 0,1-1 0,-1 1 0,0-1-1,0 1 1,6 0 0,7 0 30,-1 1 1,1 1-1,-1 0 1,0 2-1,1-1 1,-1 2-1,0 0 1,0 1-1,29 14 1,-8-1 92,-2 2 1,66 47-1,-66-40-221,-2 2 1,0 1-1,-2 2 0,-2 1 1,46 65-1,-56-69-113,-1 2 1,-1 0-1,-2 1 0,-1 0 1,-2 2-1,-1-1 0,11 61 1,-15-45-86,-2 0 1,-2 1 0,-2 0 0,-10 91-1,3-106-98,-1 0 0,-1-1-1,-2 0 1,-1 0-1,-2-1 1,-2-1 0,-27 47-1,21-47-235,-27 32-1,46-62 292,3-6 7,5-10 50,0-1-1,1 1 1,0 0 0,1 1-1,1 0 1,0 0-1,12-12 1,81-82-21,-37 47 41,3 3-1,3 3 1,1 3 0,3 4 0,2 2 0,2 4 0,155-56 0,-188 82 72,0 2-1,89-13 1,-119 24-25,-1 0 0,1 1 0,-1 1 0,1 1 0,-1 0 0,1 1 0,-1 0 0,0 1 0,0 1 0,0 1 0,0 0 0,24 13 0,-34-15-14,1 1 1,-1 0-1,0 0 0,0 0 1,-1 1-1,1-1 0,-1 1 1,0 0-1,-1 1 0,1-1 1,-1 1-1,0-1 0,3 10 0,-2-5 27,-1 0 0,-1 0 0,0 1-1,0-1 1,-1 1 0,-1-1-1,0 17 1,-3 1 36,-1 1 0,-2-1-1,-1 0 1,-1-1 0,-12 30 0,-11 14 79,-3-1 1,-85 127 0,-110 112-1058,120-175-733,-71 96-4683,140-166 1469,17-3-2637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15.9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2824 155 9385,'33'-68'1779,"-28"59"-1369,2-10 1051,-18 6-10,3 7-1058,0 1 0,0 0 0,-1 1 1,1-1-1,-1 2 0,0-1 0,0 1 0,0 1 0,-1 0 0,1 0 1,-14-1-1,-7 2 285,-1 0 0,-40 5 0,17 2 78,0 3 0,1 2 0,0 3 0,-81 32-1,69-19-212,2 3 0,1 3 0,-66 47-1,91-54-423,1 2 0,2 2 0,1 1 0,2 2-1,1 1 1,1 1 0,2 1 0,2 1 0,1 2-1,2 1 1,2 0 0,1 1 0,2 2 0,3-1-1,1 2 1,-14 84 0,18-59-32,4 0 1,2 0-1,11 124 1,51 204-4,-52-352-97,2-1-85,-3 0 0,-1 0 0,-3 1 0,-4 62 0,1-93 76,-1 0 0,0 0 0,-1 0 0,-1 0-1,0-1 1,-1 0 0,-1 1 0,0-2 0,0 1 0,-2-1 0,1 0 0,-1 0 0,-1-1 0,0 0 0,-1-1-1,0 0 1,-22 17 0,10-13-75,-1-1-1,0-1 1,-1-1 0,0 0-1,0-2 1,-1-1-1,-1-2 1,-30 6-1,-20-2-671,-117 1-1,-278-34-3612,159-15-4867,163 17-461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16.5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67 0 10117,'-56'23'1925,"47"-18"-936,8-1 1,1-1-749,0 0 0,1 1 0,-1-1 0,1 0 0,0 0 0,0 1 0,0-1 0,0 0 0,0 0 1,1 0-1,0 0 0,-1 0 0,1-1 0,0 1 0,0 0 0,1-1 0,-1 1 0,0-1 0,1 0 0,0 0 0,-1 0 0,1 0 0,5 2 0,38 24 1100,1-3 0,79 32 0,118 27 267,704 177 742,24-60-1498,300 15-329,-131-23-298,2505 584-3234,-3393-715 2274,104 26-727,-18 19-1266,-194-47-1784,-145-60 4367,1 0 0,-1 0 0,1 0 0,-1 0 0,1 1 0,-1-1 0,1 0 0,-1 0 0,1 0 0,-1 0 0,1 1 0,-1-1 0,0 0 0,1 0 0,-1 1 0,1-1 0,-1 0-1,0 1 1,1-1 0,-1 0 0,0 1 0,1-1 0,-1 0 0,0 1 0,0-1 0,1 1 0,-1-1 0,0 1 0,0-1 0,0 1 0,0-1 0,0 1 0,0-1 0,1 0 0,-1 1 0,0 0 0,-23 13-8446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18.9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2773 70 5388,'22'-8'1088,"3"1"10470,-25 6-11449,-1 1 0,0-1 0,1 1 0,-1-1 0,0 1 0,1-1-1,-1 1 1,1-1 0,-1 0 0,1 1 0,-1-1 0,1 0 0,-1 1-1,1-1 1,0 0 0,-1 0 0,1 1 0,0-2 0,-1 0 219,1 1 0,-1-1 1,0 0-1,0 1 0,0-1 0,0 1 1,0 0-1,0-1 0,0 1 1,-1 0-1,-1-2 0,-3 0 41,0-1 0,-1 2 0,1-1 0,-1 1 0,0 0 0,0 0 0,0 0 0,0 1 0,0 1 0,-8-1 0,-23 0 307,0 2 0,0 2 0,0 1 0,-62 16 0,94-18-648,1-1 0,-1 1 0,1 1 0,0-1 0,0 1 0,0 0 0,0 0 0,1 0 0,-1 1 0,1 0 0,0-1 0,0 2 1,0-1-1,0 0 0,1 1 0,0-1 0,-4 9 0,-2 6 77,0 1 0,2 0-1,-8 29 1,3-6 72,-27 64-109,-5-1-1,-59 104 1,-134 193-102,143-249 50,-503 856-16,382-652-2,-349 596-47,418-687-1860,-21 37-4564,147-267 4268,2 1 0,-23 69-1,16-26-3859,8-20-2604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20.0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3303 86 6301,'-5'-10'473,"-9"-20"1626,13 28-884,1 0-1090,0 1 0,1-1-1,-1 0 1,0 1-1,1-1 1,-1 1 0,1-1-1,-1 0 1,1 1 0,0-1-1,0 1 1,0 0 0,0-1-1,0 1 1,0 0 0,0-1-1,0 1 1,0 0 0,0 0-1,3-1 1,3-1-7,2 0 0,-1 1 0,0 1 1,0-1-1,1 1 0,-1 0 0,1 1 0,11 1 0,-12-1-48,95 4 482,108 20 0,-69-6-342,1525 196 724,-1531-195-783,-37-7-133,-1 4-1,142 43 1,-224-54 29,1 1 0,-2 1 0,30 16 0,-41-21-22,-1 1 1,1 0-1,0 0 0,-1 0 1,0 0-1,1 1 1,-1-1-1,-1 1 0,1-1 1,0 1-1,-1 0 1,0 0-1,0 1 0,0-1 1,0 0-1,-1 1 1,0-1-1,1 1 0,-1 5 1,-1 0 74,0 1 1,-1-1-1,0 0 1,0 0-1,-1 0 1,-1 0-1,0 0 1,-7 17-1,-45 78 595,32-64-510,-19 40 177,4 3 0,4 1 1,3 1-1,-25 116 0,-31 148 399,27-126-515,-10-4-1,-119 261 0,96-287-142,-168 260 1,-156 157 15,182-276-102,-523 808 654,702-1056-603,21-35-36,10-16-29,2 0 0,-28 59-1,36-63 62,-37 56-1,11-20-110,37-61 39,-1-1 1,1 1 0,-1-1-1,0 0 1,-1 0-1,0 0 1,0-1 0,0 0-1,0 0 1,-1-1-1,-13 8 1,-21 15 8,38-26 42,-24-17-72,24 14 26,-16-13-30,13 12 29,-1 0 1,1 0-1,-1 0 0,1 1 1,-1 0-1,0 0 0,0 0 1,0 1-1,0 0 0,0 1 1,-7-1-1,-12-1 4,-383-42-41,138 17 138,-190-27-148,-724-67 14,1075 113 31,-494-51-145,581 54 110,-1 0-1,-33-13 1,55 18 37,0-1 0,0 0 0,0 0 0,0 0 0,0 0 0,1 0 0,-1 0 0,0 0 0,1-1 0,-1 1 0,0 0 0,1-1 0,0 0-1,-1 1 1,1-1 0,0 0 0,0 1 0,0-1 0,0 0 0,0 0 0,0 0 0,1 0 0,-1 0 0,1 0 0,-1 0 0,1 0 0,0 0 0,0 0 0,0 0 0,0-1 0,0 1 0,0 0 0,0 0 0,1 0 0,-1 0 0,1 0 0,1-3-1,1-4 3,1 0 1,1 0-1,-1 1 0,2 0 0,-1 0 0,12-13 0,144-147-243,-111 118-280,11-3-2934,-28 25-2102,-28 24 1550,9-6-1851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20.4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486 24 3888,'-39'-3'861,"31"3"-289,11-1-300,1 1-209,17-6-199,-19 2-57,-12-1 58,9 4 166,-1 0-1,1 1 1,-1-1 0,0 1 0,1 0 0,-1-1 0,0 1-1,1 0 1,-1 0 0,0 0 0,1 0 0,-1 0-1,0 0 1,1 0 0,-1 1 0,0-1 0,1 1 0,-1-1-1,1 1 1,-1 0 0,0 0 0,1-1 0,0 1-1,-1 0 1,1 0 0,0 0 0,-1 0 0,1 1 0,0-1-1,-2 2 1,-19 25 1458,20-25-684,-2-2-575,1 0 0,0 0 0,-1 0 0,1 1 1,0-1-1,0 1 0,0 0 0,0 0 0,-4 4 0,2-3 104,-10 8 125,-1 2 1,2 0-1,-1 1 1,2 0-1,-12 17 1,-57 87 118,50-70-1007,-57 85-4785,45-62-570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21.5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1146 1 9989,'3'19'796,"0"1"1,0 0-1,-2 0 1,-1 0-1,0 0 1,-2 0-1,0 0 1,-1 0-1,-1 0 1,-8 24-1,-32 80 959,-4-2 0,-6-2-1,-104 167 1,-246 310-1777,168-261-2144,220-314 1713,-84 135-2113,88-134 1068,0 0 1,2 0-1,0 1 0,2 0 0,-6 29 0,7 15-7093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21.9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48 6681,'7'-12'3139,"-5"9"-2676,0 0 0,1 1 1,-1-1-1,0 1 0,1-1 1,-1 1-1,1 0 0,0 0 1,0 0-1,0 1 1,6-3-1,-5 2-213,0 1-1,0 0 1,0 0 0,1 0 0,-1 1-1,0 0 1,1-1 0,5 2-1,6 2-164,0 0-1,0 1 0,0 0 1,16 8-1,2 0 585,996 265 989,889 63-1352,-1169-210-213,1642 249 229,-1487-254 236,-857-119-557,0 2 0,-1 1 0,-1 3 0,47 18 0,-91-29-32,0-1 0,0 1 1,0 0-1,0 0 0,0 0 0,0 0 1,0 0-1,-1 1 0,1-1 0,0 0 1,-1 1-1,1-1 0,-1 1 0,0 0 1,1-1-1,-1 1 0,0 0 0,0 0 1,0 0-1,0 0 0,0 2 0,-1-2-85,0 0 0,0 0-1,0 0 1,-1-1 0,1 1-1,0 0 1,-1 0 0,0-1-1,1 1 1,-1 0 0,0-1-1,0 1 1,0 0 0,0-1-1,0 1 1,0-1-1,-1 0 1,-1 3 0,-6 3-617,1-1 0,-1 1 0,0-1-1,0-1 1,-1 0 0,-10 4 0,-17 7-3504,9 2-2183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22.2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1593 27 7757,'9'-27'4600,"-22"38"1423,-12 23-1192,13-15-5495,-34 65 2665,-108 186 1218,-26-11-2138,-157 138-320,22-28-696,27 20-484,161-173-473,104-170 61,3 0 1,-29 95-1,45-126 341,1 1 0,1 0-1,0 0 1,0 0 0,3 27-1,-1-36-40,1 1-1,1-1 0,-1 0 0,1 0 1,1 0-1,3 9 0,-4-12-223,1 0 0,-1 0 0,1 0 0,0 0 0,0 0 0,0-1 0,1 1 0,-1-1 0,1 0 0,6 4 0,13 10-7163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23.8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2519 4 6185,'-30'-3'6355,"30"16"-5811,-2 0-1,0-1 0,0 1 0,-1 0 1,0-1-1,-1 0 0,-7 14 0,-45 81 714,51-98-1048,-66 108 818,-6-5-1,-168 192 1,-221 165-132,-530 366-110,759-647-581,222-177-210,-22 26 17,21-14 91,-3 3-182,-16 4-134,33-28 170,-23 21-242,8-2 168,15-19 67,2 0-92,-16 56-70,16-55 201,-16 23-357,12-20 368,-1-1 0,0 1-1,-1-2 1,0 1-1,1-1 1,-1 1 0,-1-1-1,1-1 1,0 0-1,-1 1 1,0-2 0,-12 4-1,17-4 6,1-1 0,-1 0 0,1 1 0,-1 0 0,1-1-1,-1 1 1,1 0 0,0 0 0,0-1 0,0 1 0,0 0 0,0 0-1,0 0 1,1 0 0,-1 1 0,1-1 0,-1 2 0,1 0-2,1 0 1,-1 0-1,1 0 1,0 0-1,0 0 0,1 0 1,-1-1-1,1 1 1,0-1-1,0 1 1,0-1-1,0 0 1,0 1-1,1-1 1,-1 0-1,1 0 0,0-1 1,6 5-1,7 6 1,1-1 0,23 13-1,13 4-67,2-2 0,1-3 0,66 20 0,182 38-411,-277-76 456,1847 325-642,23-145 897,-1654-165-176,1073 70 527,-849-53-436,-329-20-152,181 48 0,-228-37-190,134 63 0,-141-56-230,-63-28 320,-1-2 1,1-1 0,0 0 0,0-2 0,29 2 0,-4 0 12,-2-7-1608,-14-13-2098,-29 15 3593,0 0 0,-1 0 0,1 0 1,-1-1-1,1 1 0,-1 0 0,1-1 0,-1 1 0,1 0 0,-1-1 0,0 1 0,1-1 0,-1 1 0,1-1 0,-1 1 0,0-1 0,1 1 0,-1-1 0,0 1 0,0-1 0,1 1 0,-1-2 1,1-1-1086,9-9-4411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24.0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10293,'16'8'372,"2"0"-1,-1-1 1,1-1-1,0-1 1,0 0-1,23 2 1,112 2 448,-61-6-593,178 13 233,301 20-296,-8-4-1039,-390-32-72,213-25 1,-226-1-3614,-95 16 307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24.5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1635 83 5889,'5'-11'-398,"7"-13"3185,-10 19-1567,-1 0 0,1 1-1,-1-1 1,0 0 0,0 0 0,1-10 0,-25 12 839,14 4-1824,0 1 0,1 0 0,-1 0 0,1 1 0,-1 0 0,-15 8 0,-52 34 894,62-36-900,-256 164 2552,-117 97-1868,219-146-1737,-175 132-3098,124-76-2352,172-137 1775,8-3-2571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26.8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67 5300,'3'7'604,"1"0"-384,-5-10-129,0-6 1573,-1-5 3286,31-4-3304,-1 12-1248,-24 6 274,16-3-548,-3 3-124,-14 0 1120,0 2-883,-1 0-177,1-1 0,-1 1 0,0 0 0,1 0 0,-1 0 1,0 1-1,0-1 0,0 0 0,-1 1 0,1 0 0,-1-1 0,1 1 1,-1 0-1,2 3 0,-2 3 108,1 0 0,-1 1 0,-1-1 1,0 11-1,0-17-145,-1 42 407,-1-21-146,2 0 0,0-1-1,2 1 1,1 0-1,6 27 1,-7-46-244,0-1 1,0 0-1,0 0 0,0 0 1,1 0-1,0 0 0,0 0 1,0-1-1,0 0 0,0 1 1,1-1-1,-1 0 0,1-1 1,0 1-1,0-1 0,0 1 1,0-1-1,1 0 0,4 1 1,8 2 52,1-1 1,-1 0 0,29 2 0,72 0 82,-1-6 1,125-14-1,-154 7-133,892-89-747,-4-35-3444,-239 14-3213,-345 49-120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27.6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 1 10257,'-5'9'541,"-2"4"32,6-2 6424,16 15-5138,-12-11-1603,-1-1-1,0 1 1,-1 0-1,-1-1 1,-2 26-1,1-20-134,-10 61 592,7-60-336,1 0 0,0 1 0,2-1-1,1 30 1,0-46-305,1 0-1,0-1 0,0 1 1,0 0-1,0-1 0,1 1 0,-1-1 1,1 1-1,1-1 0,-1 0 1,0 0-1,1 0 0,0 0 1,0-1-1,0 1 0,0-1 1,1 1-1,-1-1 0,1 0 1,0-1-1,0 1 0,0-1 0,0 1 1,7 2-1,20 5 119,-1 0 0,2-2 0,58 7-1,107 0 77,-152-13-217,1002 19-174,3-77-3665,-247-30-2659,-533 56 1850,96-12-4789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30.7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336 1 13745,'3'45'2096,"-13"-27"73,-7 15-221,1-2-204,-1-1-304,-3 6-272,-4 3-236,11 9-240,-7 7-112,0 5-108,3 12-416,0 13-752,-6 2-284,-7 7-652,3 2-764,-3-6-264,6 1-2913,11 2-4548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30.9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1 320 9101,'33'-138'2236,"-13"96"-268,10 5-188,0 7-239,11 3-245,-1 6-288,17 6-228,13 6-236,10 12-36,4 3-184,7 9-412,2 15-480,5 9-604,-5 13-500,-2 2-429,-4 6-2403,-10 19-3493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31.1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31 128 12413,'-31'0'3804,"45"-10"-2279,3 1-369,-1 0-296,28-3-260,-1-3-480,11 3-780,10 3-472,9-6-524,8 0-313,13 6-2391,6-3-3357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31.5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 60 6961,'0'0'6503,"-7"13"-5756,6-9-678,1-1 1,0 1-1,0-1 1,0 1-1,0-1 1,0 1-1,1-1 1,-1 1 0,1-1-1,0 1 1,0-1-1,0 1 1,1-1-1,-1 0 1,1 0-1,4 6 1,31 47-28,5-1 53,-35-45-96,0 0 0,0 0 0,1 0 0,0-1-1,1 0 1,0-1 0,1 1 0,-1-2 0,1 0 0,13 7-1,-5-6 7,1-1-1,0-1 0,0 0 1,0-2-1,1 0 1,-1-1-1,1-1 0,29-1 1,-6-2-3,0-3 0,78-16 0,-64 6-8,0-3 0,65-29-1,102-60 9,35-13 391,-242 112-324,21-9 448,1 3-1,52-13 1,-89 26-467,0-1 0,0 1 0,0-1 0,0 1 1,0 0-1,0 0 0,0 0 0,0 0 0,0 0 1,0 1-1,0-1 0,-1 0 0,1 1 0,0-1 1,0 1-1,0 0 0,0 0 0,-1 0 0,1 0 1,0 0-1,-1 0 0,2 2 0,-1-1 38,0 1 0,0-1 1,-1 1-1,1 0 0,-1-1 0,0 1 0,0 0 0,0 0 0,0 0 1,-1 0-1,1 0 0,-1 0 0,0 0 0,0 1 0,0 2 1,-2 32 217,-2 0 0,-2-1 0,-15 52 0,16-66-400,2-11-366,1 1 1,1-1-1,0 1 1,1-1-1,0 1 1,3 21 0,-1-25-472,-1 0 1,2 0 0,-1 0 0,1 0 0,0 0 0,1-1 0,0 0 0,0 0 0,9 11 0,1-5-4822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31.9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13 6365,'20'-4'284,"-10"1"-75,0 1 1,-1 1 0,1-1 0,0 2-1,0-1 1,0 1 0,10 2 0,13 4 594,34 3 627,3-5-683,80 14 0,-47-1-310,78 16 239,-149-26-593,1-2 0,-1-1 0,43 1 0,98-10-10,-165 4-74,115-5 59,-120 6-59,0 0 0,0 0 0,1 1 0,-1-1 0,0 1 0,0-1 0,0 1 0,0 0 0,0 0 0,0 0 0,0 1 0,0-1 0,-1 1 0,1 0 0,0-1 0,-1 1 0,1 0 0,3 5 0,15 9-251,16 3-2067,75 28 0,-20-10 454,-81-31 1858,0 1 1,-1 0-1,0 0 1,16 15-1,27 20 350,-37-32-253,-2-1-712,0-1-1,1-1 1,-1 0-1,24 7 0,8 0-584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32.0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0 6113,'-11'10'3425,"6"-3"-213,8-4-1623,21-7-1219,2 0-428,-10 3-286,-19 18-10979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32.2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67 9461,'14'-24'4752,"6"18"-3804,3 3-712,-19-12-2504,2-4-1540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36.8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1403 1372 6013,'2'7'2616,"33"25"21299,-21-59-23692,2 8-223,1 2 0,1 0 0,33-25 0,-9 7 0,210-206 0,-201 183 0,-3-2 0,63-100 0,-69 90 0,-4-1 0,-2-2 0,-4-2 0,-3-1 0,37-154 0,-62 213 0,-2-1 0,0 1 0,-2-27 0,0 42 0,0 0 0,0 0 0,0 0 0,0 0 0,-1 0 0,1 0 0,0 0 0,-1 0 0,0 0 0,0 0 0,1 0 0,-1 0 0,0 1 0,0-1 0,-1 0 0,1 1 0,0-1 0,0 1 0,-3-3 0,2 3 0,1 1 0,-1-1 0,1 0 0,-1 1 0,0-1 0,0 1 0,1 0 0,-1-1 0,0 1 0,0 0 0,0 0 0,1 0 0,-1 0 0,0 1 0,0-1 0,1 0 0,-4 1 0,-3 3 0,-1-1 0,0 1 0,1 1 0,0-1 0,0 2 0,-12 8 0,-8 13 0,2 1 0,0 1 0,2 1 0,-37 60 0,16-24 0,-160 234 0,-187 367 0,359-602 19,3 1 1,4 1-1,2 1 0,3 1 1,-21 122-1,37-151-151,1 1 1,2 1-1,2-1 1,2 0-1,1 0 1,2 0-1,2 0 1,2-1-1,2 0 1,1-1-1,25 56 1,53 63-1289,-18-35 166,-67-114 1162,0 0-1,-1 1 1,0-1 0,-1 1-1,0-1 1,-1 1-1,0 0 1,0 0-1,-1 0 1,-1 0-1,0 11 1,0-15 57,-1 0 0,-1 1 1,1-1-1,-1 0 0,0 0 0,-1 0 1,1 0-1,-1 0 0,-1 0 1,1-1-1,-1 0 0,0 0 0,0 0 1,0 0-1,0 0 0,-1-1 0,0 0 1,-9 7-1,-9 3 67,-1 0 0,0-2 1,0-1-1,-1-1 0,-1 0 0,-32 6 1,-169 25 462,125-25-289,-88 13-87,-356 7 0,522-35-969,0-2 1,-44-7-1,67 8 723,0 0 0,0-1 1,0 1-1,0 0 0,0 0 0,-1-1 1,1 1-1,0-1 0,0 1 1,0-1-1,1 1 0,-1-1 1,0 0-1,0 1 0,0-1 0,0 0 1,0 0-1,1 0 0,-1 1 1,0-1-1,1 0 0,-1 0 0,1 0 1,-1 0-1,1 0 0,-1 0 1,1 0-1,0 0 0,0-1 1,-1 1-1,1 0 0,0 0 0,0 0 1,0 0-1,0 0 0,0 0 1,0 0-1,1-2 0,0-1-567,0 1 0,0-1-1,1 0 1,-1 0 0,1 1-1,0-1 1,0 1 0,1 0 0,2-4-1,37-30-9914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37.0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724 0 15313,'-29'2'14880,"26"3"-14671,-1-1 0,1 2 0,0-1-1,0 0 1,1 0 0,0 1-1,0-1 1,0 1 0,1 0 0,-1 0-1,0 11 1,-1 0-140,-33 122-69,-59 150 0,28-127-29,-116 202-1,73-154-2087,11 4-3598,60-107 1329,20-37-1725,4 5-5284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37.5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171 96 11461,'-43'-16'824,"-31"-12"1088,23 15 2337,48 13-3141,19-8 285,-3 0-1145,6 2-110,1 1 1,-1 1-1,1 0 1,1 2-1,-1 0 1,40 2-1,-23 0-86,659 2-1849,2 40-319,-633-38 2046,-45-4 266,-1 1-1,1 1 1,-1 1-1,38 10 0,-56-13-151,1 1-1,-1 0 0,1 0 0,-1 0 0,0-1 0,0 1 0,1 1 0,-1-1 0,0 0 0,0 0 1,0 0-1,0 1 0,0-1 0,0 0 0,-1 1 0,1-1 0,0 1 0,-1-1 0,1 1 0,-1-1 1,0 1-1,1-1 0,-1 1 0,0 0 0,0-1 0,0 1 0,0-1 0,0 1 0,0-1 0,0 1 1,-1 0-1,1-1 0,-1 1 0,1-1 0,-1 1 0,-1 2 0,-3 8 117,0 0 1,-1 0-1,-10 15 0,8-14-73,-22 37 227,15-25-185,1 0 0,-20 49 0,0 20-23,32-88-141,0 1 0,0-1 0,1 1 1,0 0-1,1 0 0,-1 0 0,1-1 0,0 1 0,1 0 0,0 0 1,0 0-1,0-1 0,1 1 0,0 0 0,0-1 0,1 0 0,0 1 1,0-1-1,0 0 0,6 7 0,-3-6-23,-1-1 1,1 0-1,0 0 0,0 0 1,1-1-1,0 0 0,0 0 1,0-1-1,1 0 0,-1 0 1,1 0-1,0-1 1,0-1-1,12 4 0,0-3 23,1 0-1,0-2 0,1 0 1,-1-1-1,0-1 0,0-1 1,37-9-1,-30 4 264,-1-1-1,1-2 1,-2-1-1,1-1 1,27-17-1,-38 18 431,0 0-1,23-21 1,-39 32-625,1 0 0,0 0 1,-1 0-1,1 0 1,0 0-1,-1 0 0,1 0 1,-1 0-1,1 0 1,0 0-1,-1 1 0,1-1 1,-1 0-1,1 1 1,0-1-1,-1 0 0,1 1 1,-1-1-1,1 0 1,-1 1-1,0-1 0,1 1 1,-1-1-1,1 1 1,-1-1-1,1 2 0,10 11 281,-11-3-253,-1-1 0,0 0 0,0 0 0,0 0 0,-1 0 0,0-1 0,-1 1 0,0 0 0,-5 8 0,0 6-136,0 2-409,-4 11-393,-7 42-1,13-19-2731,6-46 1017,1 0-1,4 23 1,9 19-6345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38.0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835 699 11869,'-8'-7'1052,"0"1"-1,0-1 1,-1 2-1,0-1 1,-11-5-1,13 8-781,1 1 0,-1 0 0,0 0 0,1 1 0,-1-1 0,0 2 0,0-1 0,0 1 0,0 0 0,0 0 0,1 0 0,-1 1-1,0 0 1,-10 4 0,-15 5 188,0 3 0,1 0 0,0 2 0,1 1 0,-44 32 0,-133 117 124,185-146-607,-84 78-534,90-80 322,0 1 0,1 0 1,-24 40-1,37-56 200,1 1-1,0 0 1,0-1 0,0 1-1,0 0 1,0 0 0,1 0-1,-1 0 1,1 0-1,-1 0 1,1 0 0,0 0-1,1 0 1,-1 3 0,1-5 22,-1 0 1,0 0 0,1 1-1,-1-1 1,1 0 0,0 0-1,-1 0 1,1 1 0,0-1-1,-1 0 1,1 0 0,0 0-1,0 0 1,0-1 0,0 1-1,0 0 1,0 0 0,0 0-1,0-1 1,1 1-1,-1-1 1,0 1 0,0-1-1,0 1 1,1-1 0,-1 0-1,0 1 1,1-1 0,-1 0-1,0 0 1,3 0 0,7-1-18,1-1 0,-1 0 0,0 0 0,0-1-1,0-1 1,0 0 0,0 0 0,19-12 0,-3 0-32,-1-1 0,27-22 0,76-73-323,217-246 0,73-161-272,-411 508 649,79-104 6,-85 112 163,-5 7 74,-38 61 87,4 3-1,1 0 1,4 2 0,-35 116 0,54-147-247,2 0-1,2 0 1,1 1-1,3 0 1,1 1-1,2-1 1,3 55-1,1-82-60,1 0 0,0 0 0,1 0 0,0-1 0,1 1 0,1-1 0,0 0 0,0-1-1,1 0 1,1 0 0,-1 0 0,2-1 0,0 0 0,0 0 0,11 8 0,-8-8-111,1 0 0,1-1-1,-1 0 1,2 0 0,-1-2 0,1 0 0,0-1-1,0 0 1,1-1 0,0-1 0,29 4 0,12-5-533,0-3-1,0-2 1,82-14 0,-107 11 393,9-1 69,0-2 0,44-14 0,42-9-346,-36 10-2077,-11 4-3885,-37 11-324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38.5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 1 10741,'-26'15'6216,"23"-14"-4195,2-1-1963,1 0-1,0 0 0,-1 0 0,1 0 0,-1 0 0,1 0 0,-1 0 1,1 0-1,-1 0 0,1 0 0,0 0 0,-1 0 0,1 1 0,-1-1 1,1 0-1,0 0 0,-1 1 0,1-1 0,0 0 0,-1 0 1,1 1-1,0-1 0,-1 0 0,1 1 0,0-1 0,0 0 0,-1 1 1,1-1-1,0 1 0,0-1 0,0 0 0,0 1 0,-1-1 0,1 1 1,0-1-1,0 0 0,0 1 0,0-1 0,0 1 0,0-1 1,0 1-1,0-1 0,0 0 0,0 1 0,0-1 0,1 1 0,-1-1 1,0 1-1,0-1 0,0 0 0,0 1 0,1-1 0,-1 0 0,0 1 1,1-1-1,-1 0 0,0 1 0,0-1 0,1 0 0,-1 1 0,0-1 1,1 0-1,-1 0 0,1 1 0,4 2 180,-1-1 0,1 1 0,0-1 0,-1 0 0,10 2 1,159 37 1553,223 22 0,-310-51-1530,237 33 231,241 33-711,-367-54-276,397 48-2334,-515-63 1814,141 15-2309,-77-7-4748,-79-10-1441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46.1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0 122 3468,'92'-16'391,"84"-9"694,353-7 635,-374 26-1657,396-20-96,-315 14-2547,-149 8 1450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40.3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480 139 11841,'10'-33'3402,"-9"30"-2957,0 0 0,0 0 0,0 0 0,0-1-1,0 1 1,-1 0 0,1-1 0,-1 1 0,0 0 0,0-1 0,0 1 0,-1 0 0,1-1 0,-2-3 0,2 5 1219,-1 1-1415,0-1 0,0 1 1,0-1-1,0 1 0,0-1 1,-1 1-1,1 0 0,0 0 1,-1-1-1,1 1 0,-7-4 5852,8 9-6042,-4 27 36,-2-1-1,-16 57 1,7-44-95,4-11 0,-30 60 0,29-70 0,8-19 0,-1-1 0,-11 5 0,10-5 0,-38-6 0,38 4 0,-2-1 0,-16-13 0,8 3 0,4-3 0,11 11-36,0 0 0,0 0-1,0 0 1,1-1 0,-1 1 0,1 0-1,0 0 1,0-1 0,0 1 0,0 0-1,0-1 1,1 1 0,-1 0 0,1 0-1,0 0 1,0 0 0,0-1 0,1 1-1,1-3 1,0 1-203,0 1-1,0 0 1,1-1-1,0 1 1,-1 0 0,1 0-1,1 1 1,-1-1-1,1 1 1,8-5 0,-11 7-316,0 2 478,-1-1 0,0 1 1,1-1-1,-1 0 0,0 1 0,1-1 0,-1 0 1,1 0-1,-1 0 0,0 0 0,1 0 1,-1 0-1,1 0 0,2-1 0,-3 1-5,0-1-1,1 1 0,-1 0 1,1 0-1,-1 0 1,1 0-1,-1 0 0,0 0 1,1 0-1,-1 0 1,1 1-1,-1-1 0,0 0 1,1 1-1,-1 0 1,0-1-1,1 1 0,-1 0 1,0-1-1,0 1 1,2 2-1,-3-3 56,1 0-1,-1 1 1,0-1 0,1 1 0,-1-1-1,1 0 1,-1 1 0,0-1-1,1 0 1,-1 1 0,1-1-1,-1 0 1,1 0 0,-1 0 0,1 1-1,-1-1 1,1 0 0,-1 0-1,1 0 1,-1 0 0,1 0-1,-1 0 1,1 0 0,0 0 0,-1 0-1,1 0 1,-1 0 0,1 0-1,-1 0 1,1-1 0,4-14-753,-3 6 1017,-2 7-201,4-19 71,-1 3-62,-3 15 262,2 1-306,41-28 245,-41 29-33,0-1-34,1 1-126,-1-1-1,0 1 0,0-1 0,0 0 0,0 0 1,0 1-1,0-1 0,0-1 0,-1 1 0,1 0 1,-1 0-1,0-1 0,1 1 0,-1 0 1,0-1-1,0 1 0,-1-1 0,2-4 0,-1 4 62,19-20-158,-17 18 53,-1 1 0,1-1 0,0 1 0,0-1 0,0 1 0,1 0 0,-1 0 0,7-5 0,-8 7-14,13-18 474,-89 163 808,-37 63-560,32-80-452,20-33-159,4 2 0,-46 108 0,94-186-99,0 1 0,1 0-1,1 0 1,-4 32 0,8-45-12,1 0 1,-1 0-1,1-1 1,0 1-1,1 0 0,-1 0 1,1-1-1,0 1 1,0 0-1,1-1 0,-1 1 1,1-1-1,0 1 1,0-1-1,0 0 1,1 0-1,0 0 0,-1 0 1,1 0-1,1 0 1,-1-1-1,0 0 1,1 0-1,4 4 0,1-3-3,-1 1 0,1-1-1,0 0 1,0-1-1,1 0 1,-1-1 0,0 0-1,1 0 1,0-1 0,-1 0-1,1 0 1,0-2-1,-1 1 1,11-2 0,16-4-9,-1-2 1,51-17-1,-75 21 21,156-62-23,-39 14-16,-124 50 35,0 0 1,0 1-1,0 0 0,1-1 1,-1 2-1,1-1 0,-1 1 0,1-1 1,-1 1-1,1 0 0,-1 1 1,0-1-1,1 1 0,-1 0 0,5 1 1,-4 0 6,-1 1-1,0-1 1,-1 1 0,1 0 0,0 0 0,-1 0 0,1 1-1,-1-1 1,0 1 0,0 0 0,-1-1 0,1 1 0,-1 1 0,2 3-1,24 50 59,-18-34-27,1-1 0,1 0 0,21 28-1,-15-29-18,1-1-1,1-1 0,1-1 0,1-1 0,0 0 0,1-2 1,1-1-1,1 0 0,0-2 0,0-1 0,2-1 0,-1-1 0,1-2 1,1 0-1,33 4 0,-21-7-11,1-1-1,0-2 1,0-1-1,0-3 1,0-1 0,0-2-1,-1-2 1,0-2-1,77-26 1,-96 26-6,0 0-1,-1-1 1,0-1-1,-1-1 1,0 0-1,-1-1 1,0-2-1,-1 0 1,-1 0-1,-1-2 1,0 0-1,-1 0 1,0-1-1,-2-1 1,0-1-1,-1 1 1,-1-2-1,-1 1 1,-1-1-1,-1-1 1,7-32-1,-7 14-17,-3 0 0,0-1 0,-5-73 0,-24-122-513,11 128-278,-2-16-785,-7-79-4837,22 196 4989,1 0 0,0 0 0,1 1 0,0-1 0,1-7 0,4-8-7699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41.0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1039 34 11001,'-14'-28'2144,"12"23"1702,-22 10-190,8 2-3046,0 0-1,1 2 1,0-1 0,0 2-1,1 0 1,-18 16 0,-77 81 1066,87-84-1375,-520 627 1900,504-599-2765,-46 79-1,70-104 284,1 0-1,2 1 1,0 0 0,2 1 0,-9 41-1,17-63 220,-1 0-1,2 1 1,-1-1-1,1 0 1,0 1-1,0-1 0,1 0 1,-1 1-1,1-1 1,1 0-1,2 8 1,-2-10 31,0-1 0,0 0 0,0 0 1,0 0-1,1 0 0,-1 0 1,1-1-1,0 1 0,0-1 0,0 1 1,0-1-1,0 0 0,0 0 0,0-1 1,1 1-1,-1-1 0,1 1 1,-1-1-1,1 0 0,0-1 0,4 2 1,11 1-73,1-1 0,0-1 0,0 0 0,29-4 0,83-16-91,-21 1 19,-49 12 53,20-4 58,0 3 1,96 6 0,100 34 20,-276-33 54,1 0 0,-1 1 0,1-1 0,-1 1 0,1-1 0,-1 1 0,1 0 0,-1 0 0,0 0 0,1 0 0,-1 1 0,0-1-1,4 3 1,-6-2 7,1-1-1,0 1 0,-1-1 0,1 1 1,-1-1-1,1 1 0,-1-1 0,0 1 0,0-1 1,0 1-1,0-1 0,0 1 0,0-1 0,0 1 1,0-1-1,-1 1 0,1 0 0,-1-1 1,1 0-1,-1 1 0,1-1 0,-1 1 0,-1 1 1,-30 67 626,-25 66-350,55-128-275,0 0 1,1-1 0,0 1 0,0 0-1,1 0 1,0 0 0,0-1 0,1 1-1,0 0 1,2 9 0,1 0-34,1 0 0,15 33 1,-17-43-11,1-1 1,1 1-1,-1-1 1,1 0-1,1 0 1,-1 0-1,1 0 1,0-1-1,0 0 1,0-1-1,1 1 1,-1-1-1,12 5 1,7 2-98,0-1 1,38 10 0,-39-13 83,1-2 0,0 0 0,0-1 0,0-2 0,0-1 0,1 0 0,-1-2 0,39-6 0,-48 4 31,-1-1 0,1-1 0,-1 0 1,1-1-1,-2-1 0,1 0 0,-1-1 1,0 0-1,0-1 0,-1-1 0,-1 0 1,0-1-1,0 0 0,13-16 0,-13 12-17,0-1-1,-1 1 1,-1-2 0,9-19-1,-15 28 23,-1 0 1,0-1-1,-1 1 0,1-1 0,-2 0 1,1 1-1,-1-1 0,-1 0 0,1 0 1,-2 0-1,-1-13 0,1 14-9,0 1-1,-1-1 0,0 1 1,-1 0-1,1 0 1,-1 0-1,-1 0 0,1 0 1,-1 1-1,0 0 0,-1-1 1,-6-6-1,-1 1 3,3 0 5,33 16 5,88 26-166,112 23-353,-140-40 386,0-3-1,1-5 1,0-3-1,106-11 1,-122 0 107,0-2 0,-1-4-1,0-2 1,86-36 0,-100 30 7,-1-2 0,-2-2 0,0-3 1,-3-2-1,73-61 0,24-43-67,-142 134 202,-9 3-96,1 0 1,0 0 0,1 1 0,-1 0-1,0 0 1,0 0 0,1 1-1,-1 0 1,1 0 0,0 0-1,-4 3 1,-3 2 27,-45 34 186,2 1-1,-69 74 0,-78 117-25,159-180-812,3 3 1,-34 62-1,62-98-251,1 0 1,1 0-1,1 1 1,1 0-1,1 1 1,1-1-1,1 1 1,1 0-1,-1 43 1,11-18-3292,8-2-2019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42.7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1206 1251 8649,'5'-5'274,"0"1"1,-1-1 0,1-1 0,-1 1-1,0 0 1,-1-1 0,0 0-1,0 0 1,3-6 0,-2 3 88,0 0 1,1 1-1,0 0 1,10-14-1,71-70 2025,82-102 457,-142 159-2458,180-268 1760,-182 262-1884,-2 0 1,-2-2 0,-2-1 0,-2 0-1,18-78 1,-31 110-185,-2 0 0,1 1 0,-2-1 0,0 0 0,-2-23 0,1 31-28,1 0 0,-1 0 0,0 1-1,0-1 1,0 0 0,-1 1 0,1-1 0,-1 1 0,0-1 0,0 1 0,0 0 0,0 0-1,-1 0 1,1 0 0,-1 0 0,0 1 0,0-1 0,0 1 0,0-1 0,0 1-1,0 0 1,-6-2 0,2 2 63,0 0 0,0 1 0,0-1-1,0 1 1,0 1 0,-1 0 0,1 0 0,0 0-1,0 1 1,0 0 0,-14 4 0,0 1 241,0 1 0,-36 18 1,21-5 87,1 1-1,1 2 1,-59 50 0,-83 98 940,149-144-1182,-81 89 308,4 3 0,6 6-1,-142 235 1,204-295-510,2 1 0,3 2 1,4 1-1,2 1 1,3 1-1,-15 91 1,30-117-136,2 0 1,2 1-1,2-1 1,2 1 0,1-1-1,3 1 1,2-1-1,2-1 1,2 1 0,1-1-1,25 56 1,-16-56-272,2-2 0,2-1 0,54 70 0,105 97-1502,18 22-217,-197-224 2036,0 1 1,0 1-1,-1-1 0,0 1 0,6 14 1,-9-21 70,-1 1 0,1 0 0,-1 0 0,1 0 0,-1 0 0,0 0 0,0 0 0,0 0 0,0 0 0,0 0 0,0 0 0,0 0 0,-1 0 0,1 0 0,-1 0 0,0 0 0,1 0 0,-1 0 0,0-1 0,0 1 0,0 0 0,0-1 0,0 1 0,-1 0 0,1-1 0,0 1 0,-1-1 0,1 0 0,-3 2 0,-2 0-13,0 1 0,0-1 0,0-1 0,0 1 0,0-1 0,0 0 0,-1-1 0,1 0 0,-1 0 0,1 0 0,-8 0 0,-13-2-72,-37-4 0,47 4 65,-85-14-651,-1-3 0,2-6 0,1-3 0,-156-66 0,224 80-553,0-3 0,-46-28 0,63 34-197,1-2 1,0 1 0,-21-23-1,-1-10-5636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42.9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1357 0 13525,'-144'97'2132,"71"-55"65,-1 6 27,-10-3-236,4 3-276,-1 1-344,-6 5-288,4 6-240,-1 13-171,0 2-193,4 6-460,9 7-848,8 5-169,-4 4-503,3-1-588,11 1-472,6-4-3445,10-15-5232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43.2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4 118 11445,'-1'-3'169,"0"0"0,1 0 0,-1 0 0,1-1 0,0 1 0,0 0 0,0 0 0,0 0 0,0-1-1,1 1 1,0 0 0,-1 0 0,1 0 0,0 0 0,0 0 0,1 0 0,-1 0 0,1 0 0,-1 1 0,1-1 0,0 0 0,0 1 0,0-1 0,0 1 0,1 0-1,-1 0 1,1 0 0,-1 0 0,1 0 0,0 1 0,4-3 0,2-1 41,1 1-1,1 0 1,-1 1 0,1 0-1,-1 0 1,1 1-1,0 0 1,12 1 0,47-1 39,0 4 0,0 3 0,-1 3 0,0 3 0,-1 3 1,0 3-1,-1 3 0,117 52 0,-148-54-193,0 1 0,-2 2 0,-1 1 0,0 2 0,43 41 1,-59-49-47,-1 1 0,-1 1 0,0 1 0,-2 0 0,0 1 0,-1 1 0,-1 0 0,0 0 0,-2 1 0,10 36 0,-7-11 22,-5-13-22,3-1 0,19 51 0,-23-73-8,-1 0 0,2-1 0,-1 0 0,1 0 0,1 0 0,0-1 0,0 0 0,0 0 0,2-1 0,-1 0 0,11 7 0,-1-4 2,0-1 1,0-1 0,1-1 0,0 0-1,0-2 1,1 0 0,35 5 0,-5-5 10,-1-2 0,55-3 0,-76-2 8,0-1-1,54-11 1,-72 11 3,0-1 0,-1-1 0,1 1 0,-1-2 0,0 1-1,0-2 1,-1 1 0,0-1 0,0-1 0,14-12 0,-19 14-13,0 0-1,0 0 0,-1 0 0,0-1 0,0 0 0,0 0 0,-1 0 1,0 0-1,0 0 0,0 0 0,-1 0 0,0-1 0,0 1 0,-1 0 1,1-1-1,-1 1 0,-1-1 0,1 1 0,-1 0 0,0-1 1,-4-11-1,-2-4 2,0 1-1,-1 0 1,-2 0 0,-22-38 0,15 34-221,-1 1 1,-1 0-1,-1 1 1,-32-27-1,-46-30-5019,87 72 201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43.6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680 27 7501,'57'-25'4969,"-54"23"-3678,-7 2-92,-22 2-519,0 0 0,1 2 0,-1 1 0,1 0 0,-36 15 0,-123 56 705,163-66-1224,-9 3-13,-15 6 71,1 2 0,0 2 0,-56 40 1,93-57-209,0-1 0,1 1 0,0 1 0,-1-1 0,2 1 0,-1 0 0,1 0 0,0 0 0,1 1 0,0 0 0,0 0 0,-5 14 0,8-18-37,1 0 0,-1 1 0,0-1 0,1 1 0,0-1 0,0 1 0,0-1 0,1 1 0,-1-1 0,1 0-1,0 1 1,1-1 0,-1 0 0,1 0 0,0 1 0,0-1 0,0 0 0,0-1 0,0 1 0,1 0 0,0-1 0,0 1 0,0-1 0,0 0 0,1 0 0,4 3 0,10 7-100,-1-2 1,1-1-1,1 0 0,0-1 1,0-1-1,1-1 1,0-1-1,26 5 1,25 2-145,75 2 0,-115-12 203,76 3-25,0-4 0,0-5 1,-1-4-1,1-6 0,-2-4 1,0-4-1,-2-5 0,123-48 0,-139 41 215,132-31-1,-212 62-112,0 1 0,0 0-1,0 1 1,0-1 0,0 1 0,0 1 0,0-1-1,1 1 1,-1 0 0,0 1 0,0 0 0,-1 0-1,1 1 1,0-1 0,-1 1 0,1 1-1,-1-1 1,7 6 0,-6-3-43,-1 0-1,0 0 1,0 0 0,0 1-1,-1 0 1,0 0 0,-1 0-1,1 0 1,-1 1 0,-1 0-1,1 0 1,-1 0 0,-1 0-1,3 12 1,-4-16-194,-1-1 0,1 1 0,1 0-1,-1-1 1,0 1 0,1-1 0,0 0 0,0 1 0,0-1 0,0 0-1,0 0 1,6 4 0,-3-2-661,1-1-1,-1 0 0,1 0 1,0-1-1,1 0 1,9 4-1,31 12-5373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43.8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34 112 4576,'-5'-13'400,"5"10"-304,-1 1 1,0-1-1,1 1 0,-1-1 0,0 1 1,0 0-1,-1 0 0,1-1 1,0 1-1,-1 0 0,1 0 1,-1 0-1,0 0 0,0 1 0,1-1 1,-1 0-1,-3-1 0,2 2 1394,6-2-954,5-2-436,-1 0-1,1 1 1,0-1-1,0 2 0,0-1 1,1 1-1,0 0 0,-1 1 1,1 0-1,0 0 0,10 0 1,109-3 36,-118 5-123,19 0-156,14 1 334,-13-6-4095,-11 0 667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44.3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1558 1 8917,'11'4'1186,"12"9"1353,-23-12-2450,1-1 0,-1 1 1,1 0-1,-1 0 0,0-1 0,1 1 0,-1 0 0,0 0 1,0 0-1,0 0 0,0-1 0,0 1 0,0 0 1,0 0-1,0 0 0,0 0 0,0-1 0,0 1 0,0 0 1,0 0-1,-1 0 0,1 0 0,0-1 0,-1 1 0,1 0 1,-1 0-1,1-1 0,-1 2 0,-22 35 3543,-39 47 1,15-22-1516,-294 355 4127,-34-28-5755,189-199-1797,48-51-627,-95 100-4162,98-95-3171,85-78-483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44.7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498 1 10889,'-42'21'505,"25"-13"-141,-1 2 0,1 0-1,0 0 1,1 2 0,-16 14 0,1 4 390,2 1 0,1 1 0,1 2 0,2 1 1,2 1-1,-38 75 0,39-61-537,3 0 0,1 1-1,2 0 1,3 2 0,-7 57 0,17-78-127,0 0 1,2-1-1,2 1 1,8 59 0,-6-73-66,1 0 0,1 0 0,0-1 1,1 0-1,2 0 0,-1 0 0,2-1 0,0 0 1,22 28-1,-10-21-5,1-1-1,1-1 1,1-1-1,0-1 1,2-1 0,0-1-1,1-2 1,1 0-1,42 15 1,8-3 66,2-3 0,112 19 0,-43-19 146,172 6 0,151-27 16,409-69-1586,-513 32-4428,-273 25 1056,-18 0-2520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47.7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140 28 8665,'-13'-27'8191,"11"30"-6843,-13 33 410,1 0 0,2 1 1,-7 39-1,-18 123 1089,29-144-2262,-2 22-432,4 0-1,3 0 1,3 0-1,4 1 0,3-1 1,4-1-1,35 131 1,-22-130-1699,4-1 0,51 99 0,35 32-9326,-60-118-523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47.9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102 268 14465,'-4'14'25,"-16"53"4193,-38 83 1,55-144-3986,0 1 0,0-1-1,1 1 1,0-1-1,0 1 1,1 0-1,-1 0 1,1 0 0,1 0-1,0 0 1,0-1-1,0 1 1,1 0-1,0 0 1,0 0-1,3 9 1,0-7-107,0 0 0,1 0 0,0 0 1,0-1-1,0 0 0,1 0 0,1-1 0,-1 0 0,1 0 0,16 12 1,-1-3-21,1-1 0,0-1 0,1-2 0,1 0-1,0-1 1,0-2 0,1-1 0,1 0 0,-1-2 0,1-1 0,46 2 0,-1-4-107,1-4 1,-1-2-1,87-16 0,-25-5-667,-1-6 1,-2-6 0,-1-5-1,241-113 1,-250 90-780,117-82 1,-67 27-1829,-5-4-3785,-51 34-2928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48.1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0 106 10961,'61'-12'1848,"-11"-6"-376,-33 9-292,6 0-264,1-3-319,-8 6-497,-2 0-672,-4-12-2457,0 3-871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58.6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285 49 12201,'2'-6'1160,"8"-24"11127,-9 18-12469,-25 18 660,-88 32 240,-36 9 1181,134-46-162,22-9-1411,25-11-361,-23 14 79,-7 4-39,-1-1-1,1 1 0,0-1 1,0 1-1,0 0 0,1 1 1,-1-1-1,0 0 0,0 1 1,0 0-1,1-1 0,4 2 0,-5-2-3,1 1-1,0 0 0,-1 0 0,1 0 0,0 1 1,-1-1-1,1 1 0,-1 0 0,1 0 1,-1 0-1,1 1 0,-1-1 0,0 1 0,0 0 1,0-1-1,0 2 0,0-1 0,0 0 0,0 0 1,2 4-1,2 3 6,-1 0 1,0 0-1,0 1 1,-1 0-1,5 12 1,-7-12 61,2 0 0,-1-1 0,1 0-1,1 0 1,0 0 0,0 0 0,11 11 0,-3-9 13,0-1 1,1 0-1,0-1 0,1 0 0,-1-1 0,2-1 1,-1-1-1,1 0 0,0-1 0,0-1 0,28 3 1,19 0 11,119-5 0,-132-3-29,156-8-869,342-59-1,-175-6-3069,-1-10-4419,-229 51 3511,29-6-6171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01.6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4872,'0'0'749,"23"9"-469,1 6-360,2-9-2321,-2 0 1965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54.9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1794 7 6501,'-9'-2'320,"8"1"-263,0 1 1,0-1-1,0 1 0,0-1 0,0 1 0,0 0 0,0-1 1,0 1-1,-1 0 0,1 0 0,0 0 0,0 0 1,0 0-1,0 0 0,0 0 0,-1 0 0,1 0 0,0 1 1,0-1-1,0 0 0,0 1 0,0-1 0,0 1 0,0-1 1,0 1-1,0 0 0,0-1 0,0 1 0,0 0 1,0 0-1,1-1 0,-1 1 0,0 0 0,0 0 0,1 0 1,-1 0-1,1 0 0,-1 0 0,1 0 0,-1 1 1,-9 15 762,0-1 0,-1 0 1,-1 0-1,0-2 1,-1 1-1,-27 22 1,-16 18 802,-306 357 2708,197-214-3572,-278 350 312,-58 178-2159,480-689-292,-29 67-1,17-10-3366,27-68 350,7-5-2319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55.6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61 58 9961,'-6'-4'337,"0"1"-1,1-1 1,-1 0 0,1 0-1,0-1 1,0 0 0,1 1-1,-1-2 1,1 1 0,-5-9 2722,12 16-2538,23 9-221,0 0 0,1-2 1,50 10-1,-14-3-143,647 144 343,13-35-380,-160-46-33,588 4 0,-500-76 271,-636-8-338,0 2-1,0 0 1,-1 0 0,26 7 0,-37-7-8,0-1 1,0 1 0,-1 0-1,1 0 1,0 1 0,0-1-1,-1 1 1,1-1-1,-1 1 1,1 0 0,-1 0-1,0 0 1,0 0 0,0 0-1,0 1 1,0-1 0,0 1-1,-1-1 1,1 1-1,-1 0 1,1-1 0,-1 1-1,0 0 1,0 0 0,-1 0-1,1 0 1,0 0 0,-1 0-1,0 6 1,-1 3 69,-1 0 0,-1 0 1,0-1-1,0 1 0,-1-1 1,-1 1-1,0-1 0,-13 20 1,6-8 37,-276 440 1027,244-399-1079,-270 357 175,-26-16-90,83-102-102,128-142 42,-153 251 1,262-375-62,2 0 0,-19 59 0,-14 30 43,42-105-65,1 2-1,-7 30 0,10-33 1,-1 0 0,-11 25 0,12-31-15,-1 0 1,1 0-1,-3 16 1,6-19 6,-1 0 1,0 0-1,-1 0 1,-6 11-1,8-19-3,1 1 0,-1-1-1,1 1 1,0 0 0,0 0-1,0-1 1,0 8 0,0-6-3,0-1 8,-15 21-2,-6-10-27,20-13 32,-1-1 3,-35 19 16,21-11-20,0-1 0,-30 11 0,41-17-19,0 0 0,0 0 1,0-1-1,0 0 0,-1 0 0,1-1 1,0 0-1,-1 0 0,1 0 1,0-1-1,-9-1 0,-31-9-1602,2-1 0,-68-29 0,27 9-5371,35 14-903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55.9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 0 11821,'-3'9'283,"1"0"1,1 0-1,0 0 0,0 0 0,0 0 1,1 0-1,0 0 0,1 0 0,0-1 0,1 1 1,0 0-1,3 9 0,0-4 98,2 0-1,0 0 1,0-1-1,1 0 1,1 0-1,15 17 1,-4-8-51,1-1 0,1-1 0,1-1 1,0 0-1,43 24 0,141 63 418,227 67 3,13-27-428,641 125-393,19-88-454,-141-67-940,-480-81-1328,0-22-4664,-371-13 776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57.7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101 148 4080,'-27'21'12149,"17"-30"-12078,9 8-18,1 0-1,-1 0 1,0 0-1,1 0 1,-1 0-1,1 0 0,-1 0 1,1 0-1,0-1 1,-1 1-1,1 0 1,0 0-1,0 0 1,0 0-1,0-1 1,0 1-1,0 0 1,0 0-1,0 0 1,0 0-1,1-1 1,-1 1-1,0 0 1,1 0-1,0-2 0,2-5-256,-3 5 252,-15-30 50,-25-16-155,38 47 26,-2-16-3048,2 3-2970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59.4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430 214 8765,'14'-21'5721,"-16"25"-4664,-18 33 1001,-40 53 0,12-19-1078,-72 101 690,-5 8 205,105-149-1388,11-18-120,1-1 0,0 2-1,1-1 1,-7 19 0,14-30-306,-1 0-1,1 0 0,-1 1 1,1-1-1,0 0 1,0 0-1,0 0 1,0 0-1,0 0 1,0 0-1,1 0 1,-1 0-1,1 0 0,-1 0 1,1 0-1,0 0 1,-1 0-1,1 0 1,0 0-1,1-1 1,-1 1-1,0 0 1,0-1-1,1 1 0,-1-1 1,1 1-1,-1-1 1,1 0-1,0 1 1,-1-1-1,1 0 1,0 0-1,3 1 1,3 1 56,0 0 0,-1 0 0,1-1 0,0 0 0,0-1 0,16 2 0,16-3 140,0-1-1,0-2 1,42-8-1,119-34 157,-126 26-270,1089-314-2531,-552 145-1124,-44 20-1882,-267 79-1061,-18 6-3774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01.3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205 60 7665,'-73'-51'1348,"56"48"-276,0-3 368,-6 12-948,6-3 416,-3 3-716,0 0-8,10 9-440,3 0-236,7 6-216,3 1-604,4 5-1824,3 12-1277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02.0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33 4108,'20'-30'1012,"0"27"-207,4 3-233,-4 0-132,3 0-196,-3 3-128,7 0-152,-3 0-256,-1 0-560,0-3-965,1 0 501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03.3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0 121 5116,'7'-21'1729,"16"15"-1121,1 3-64,-4-6-308,0 3 268,0-6-52,0 0-64,-3 3-76,-4 3-44,1-7-36,-1 4-136,-3 0-384,7 3-448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06.7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4 233 4960,'0'-1'95,"-1"0"-1,1 1 0,0-1 0,-1 0 1,1 0-1,0 0 0,-1 1 0,1-1 1,0 0-1,0 0 0,0 0 1,0 0-1,-1 1 0,1-1 0,0 0 1,1 0-1,-1 0 0,0 0 0,0 0 1,0 1-1,0-1 0,1 0 0,-1 0 1,0 0-1,1 1 0,-1-1 0,1 0 1,-1 0-1,1 1 0,-1-1 0,1 0 1,-1 1-1,1-1 0,0 1 0,-1-1 1,2 0-1,35-30 1103,-22 19-642,-2 2-211,2 1-1,-1-1 0,1 2 0,0 0 1,1 1-1,20-6 0,101-24 1141,-136 37-1468,107-22 1099,209-14 1,115 35-1076,-290 4-1261,85 5-4572,-98 3-583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50.2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1694 147 5829,'-3'-4'747,"0"0"1,0 0 0,0-1 0,1 0 0,0 1 0,0-1 0,0 0 0,1 0 0,-1 0 0,0-7 0,-3-49 3757,5 57-2990,-2 1-924,1 2-488,1-1 0,-1 1 0,0-1 0,0 1 0,-1 0 0,1 0 0,0-1 0,0 1 0,-1 0 0,1 0 0,0 0 0,-1 0 0,1 0 0,-1 1 0,1-1 0,-1 0 0,0 1 0,-1-1 0,0 1 8,1 0-1,-1 0 0,1 1 1,-1-1-1,1 1 1,-1-1-1,1 1 1,-1 0-1,1 0 0,-1 0 1,1 1-1,0-1 1,-4 3-1,-2 2 170,0 0 1,0 1-1,1 0 0,0 0 0,0 0 0,1 1 0,0 0 1,-8 15-1,-3 8 583,-14 39 1,20-43-404,-181 441 3341,-7 17-3714,-125 255-87,185-421 0,-53 110 0,182-408-12,-208 445-356,124-227-2188,18 8-3570,69-214 4087,-6 43 1,9-4-3771,7 0-5026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51.5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178 107 4580,'-5'-10'874,"0"-1"0,-1 1 0,0 1 0,-15-18 0,17 23-635,0 1 0,0-1 0,-1 1 0,1 0 0,-1 0-1,0 0 1,0 1 0,0 0 0,0 0 0,0 0-1,0 1 1,-10-2 0,-29-1 698,26 9-510,18-5-415,0 1 0,0-1 0,0 1 0,-1-1 0,1 1 0,0-1 0,0 1 0,0-1 0,0 1 0,0-1 0,0 1 1,0-1-1,0 1 0,0-1 0,0 1 0,0-1 0,0 1 0,1-1 0,-1 1 0,0-1 0,0 0 0,0 1 0,1-1 0,-1 1 1,0-1-1,0 1 0,1-1 0,-1 0 0,0 1 0,1-1 0,-1 0 0,1 1 0,-1-1 0,1 1 0,8 7 104,0 0 0,1 0-1,0-1 1,0 0 0,15 8-1,65 27 162,-46-23-207,139 58 139,4-7-1,199 45 1,401 54-66,616 30-91,-587-154 4,-610-51 12,-172 2-79,1 0 0,-1-3-1,60-18 1,-92 24 12,0 1 1,1-1-1,-1 0 0,0 0 1,0 0-1,0-1 0,0 1 1,0-1-1,0 1 0,0-1 1,0 1-1,-1-1 0,1 0 1,-1 0-1,1 0 0,-1 0 1,2-3-1,-3 3-4,-1 0 1,1 0-1,0-1 0,-1 1 1,0 0-1,1 0 0,-1 0 0,0 0 1,0 0-1,0 1 0,-1-1 1,1 0-1,0 0 0,-2-1 0,-1 0 10,-1-1-1,0 1 1,1 1-1,-1-1 1,0 1-1,0 0 1,-8-2-1,-10-6-113,16 8 113,0 0 0,0 0 0,0 0 1,0 1-1,-11-1 0,4 1-72,-2 0 75,12 1 221,1-2-85,-25-8 121,26 10 329,-2-1-595,0-1 89,0 1 1,0 0-1,0 0 0,-1 1 1,1-1-1,0 1 0,-1 0 0,1 0 1,-1 0-1,1 1 0,0-1 0,0 1 1,-1 0-1,1 1 0,0-1 0,0 1 1,0-1-1,0 1 0,0 0 1,1 1-1,-1-1 0,1 1 0,-1 0 1,1-1-1,0 1 0,-3 4 0,-546 621 5372,165-116-2917,-60 78-1209,-22-20-620,-278 238-45,412-453-507,162-163-139,120-131-538,51-59-160,19-10-4136,-15 7 4557,0 0 1,1 0-1,-1 0 1,0-1 0,0 1-1,0 0 1,0-1-1,-1 1 1,1-1 0,0 0-1,-1 0 1,1 0-1,-1 1 1,1-1 0,-1-1-1,0 1 1,0 0 0,0 0-1,1-3 1,2-6-1687,-1 0 0,-1 0-1,2-13 1,-4 22 1492,9-49-7567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52.4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8069,'0'1'148,"1"0"1,-1 0 0,1 0-1,-1 0 1,0 0 0,1 1 0,-1-1-1,0 0 1,0 0 0,0 0-1,0 0 1,0 1 0,0-1-1,-1 0 1,1 2 0,0 5 1155,17 0-354,128 33 3031,-25-9-2858,1805 512 1287,-1508-432-2275,18-4-50,158 46 92,-566-147-138,-18-5-19,1 0 0,-1 1 0,0 0 1,0 0-1,0 1 0,-1 0 0,1 1 0,11 8 0,-19-12-21,-1-1-1,1 1 0,0-1 0,-1 1 1,1-1-1,-1 1 0,1-1 0,-1 1 1,1-1-1,-1 1 0,0 0 0,1-1 1,-1 1-1,0 0 0,1-1 0,-1 1 1,0 0-1,0 0 0,1-1 1,-1 1-1,0 0 0,0 0 0,0-1 1,0 1-1,0 0 0,0 0 0,0-1 1,-1 1-1,1 0 0,0-1 0,0 1 1,0 0-1,-1 0 0,0 0 1,0 1-19,-1 0 1,0 0 0,0 0-1,0-1 1,0 1 0,0-1-1,-1 1 1,1-1 0,0 0-1,-4 2 1,-12 3-292,1-1 0,-22 4-1,33-8 108,-62 11-2826,26-7-2514,19-2-2320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53.4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406 0 8093,'-45'15'1360,"43"-14"-1106,-1 1 0,0-1 0,1 0-1,0 1 1,-1-1 0,1 1 0,0 0 0,0 0 0,0 0 0,0 0 0,0 0-1,0 0 1,0 0 0,1 1 0,-3 4 0,1-1 431,-24 31 1076,5-7-681,2 1-1,-23 44 1,31-49-721,-113 264 2144,108-238-2213,2 0 0,2 1 0,3 0 0,2 0-1,3 1 1,2 0 0,2 1 0,2-1 0,17 97 0,-8-80 116,-6-41-58,0 1 0,3-1 1,18 58-1,-21-79-273,1 0 0,0 0 1,0 0-1,1-1 0,0 0 1,0 0-1,1-1 0,0 1 1,0-2-1,14 12 0,-9-10 1,1-1-1,0 0 1,0-1-1,0 0 1,1-1 0,23 6-1,2-4 18,-1-1 0,1-2 0,1-2 0,63-5 1,256-42 58,-2-29-147,-259 53-68,889-227-2413,-11-43-1054,-870 259 3068,180-59-756,-17-19-1255,-268 110 2362,0-1 0,1 1 0,-1-1 0,0 1 0,0-1 0,1 0 0,-1 0 0,0 1 0,0-1 0,0 0 0,0 0 0,0 0 0,0 0 0,0 0 0,0-2 0,-1 3 39,0-1 1,-1 0-1,1 0 1,0 1-1,-1-1 1,1 0-1,-1 0 1,1 1-1,-1-1 1,1 1-1,-1-1 1,0 0-1,1 1 1,-1-1-1,0 1 1,1 0 0,-1-1-1,0 1 1,-1-1-1,-3-1-157,1-1 0,-1 2 0,1-1 0,-1 0 1,0 1-1,0 0 0,0 0 0,0 0 0,0 1 0,0 0 0,-7 0 0,-58 9-3103,56-7 2310,-59 13-4205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53.9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130 0 9077,'-4'5'416,"1"-1"1,-1 1-1,1 0 0,0 0 1,0 0-1,1 1 0,0-1 1,0 1-1,0-1 1,0 1-1,-1 10 0,-5 17 771,-22 64 1990,-23 138 1,50-216-2955,1 0 1,1 0-1,1 0 1,1 0-1,0 0 1,8 35-1,3-7 238,26 69 1,-31-97-395,1-1 1,1 0 0,1 0 0,1-1 0,0 0 0,1-1-1,1-1 1,0 1 0,17 13 0,-8-11-7,0 0 0,1-2-1,1-1 1,1-1 0,48 21 0,-20-16-33,1-2 0,1-2 1,0-3-1,1-3 0,0-2 0,57 0 0,62-6-40,300-38 0,168-73-778,-66-25-1299,-277 61 172,-284 70 1771,341-81-3223,-123 27-2467,-63 15-2351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07.2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821 528 7917,'-168'-151'1092,"101"100"-192,-13 6-156,-4-9-516,4 6-452,-21-4-688,-12-8-1976,-15-6-985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09.2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88 4932,'0'0'2367,"3"1"-1781,3 0-379,-1 1-1,1-1 1,0-1-1,0 1 1,0-1-1,0 0 1,0 0-1,-1-1 1,1 1-1,0-1 1,0-1-1,-1 1 0,1-1 1,7-3-1,-1 1-2,57-16 152,1 3 0,1 3 0,0 2 0,0 4-1,80 2 1,722 68-156,-572-33-266,2310 55-1314,-2455-88 898,307-11-4430,-378 9 1215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09.6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1568 1480 4132,'-36'-78'950,"-3"1"-1,-4 2 0,-58-79 0,12 48-753,-4 3 0,-191-161 0,-467-276-4084,619 457 2243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10.5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 70 2352,'-36'-60'-152,"12"51"-532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10.9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327 2967 4184,'-11'-8'359,"9"7"-273,0 0 0,0 0 0,0 0 0,0-1 0,1 1 1,-1-1-1,0 1 0,0-1 0,1 0 0,-1 0 1,1 1-1,0-1 0,-1 0 0,1 0 0,0 0 1,0-1-1,0-1 0,0 1 1865,-1 1-1841,1 0-1,0 0 0,0-1 0,-1 1 0,1 0 0,1-1 1,-1 1-1,0-1 0,1 1 0,-1-1 0,1 1 0,0-1 0,-1 0 1,1 1-1,1-1 0,-1 1 0,0-1 0,1 0 0,-1 1 1,2-5-1,-1 6-127,-1-2 202,-3-18-35,3 18-135,-1-1 1,0 0 0,0 0-1,0 1 1,-1-1-1,1 0 1,-1 1-1,0 0 1,0-1-1,0 1 1,0 0-1,-1 0 1,-5-5-1,-45-36-151,6 7-405,33 21 331,1-1 0,1 0 0,0 0 1,1-1-1,1-1 0,0 0 0,2 0 0,0-1 0,2 0 0,-9-39 1,3-14-46,-6-128 0,18 197 255,6-360 145,29 0 130,32-99-55,4-40-654,-57 177-1555,-13 262 991,2-42-575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11.3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487 1514 4424,'-14'-100'944,"-9"55"-275,9-3-289,-2 2-148,-5-8-100,1 0-236,4-12 192,-4-10-64,-7-11-8,0-4-8,-3-5-40,0-10-188,-7-5 48,-3-16-172,-11-5-465,1-4-735,0-3 836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11.8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1 609 3244,'60'-108'744,"-16"62"-152,-1 1-92,-3-3-216,1 3-192,5-1-176,5-11-168,-1-12-416,10 0-616,14-7 1100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16.6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1074 5184,'31'-45'1199,"-25"36"561,-6 8-1681,0-1-1,0 1 1,0 0-1,0 0 1,0-1-1,1 1 1,-1 0-1,0 0 0,1 0 1,-1 0-1,1 0 1,-1-1-1,1 1 1,-1 0-1,1 0 1,0 0-1,0 0 0,-1 0 1,1 1-1,0-1 1,0 0-1,0 0 1,2 0-1,32-10 1070,1607-334-3015,-25-108-763,-1340 360 829,-13 2-91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17.2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3753 2916,'1'-35'154,"-1"-30"539,19-128 0,138-453 1748,-145 603-2367,367-1149 1123,121 46-950,-312 754-4064,-171 351 2203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17.9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80 6913,'44'-50'1146,"-35"40"1454,-8 9-2609,0-1-1,-1 1 1,1-1-1,0 1 1,0 0-1,0-1 1,0 1 0,0 0-1,0 0 1,0-1-1,1 1 1,-1 0-1,0 0 1,3-1 0,-1 26-3108,3 5-1300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18.2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88 7961,'-3'-16'964,"3"-2"-180,0 0 176,13 6-1340,4 3-420,-7 0-2000,7 3-905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19.3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1377 0 4104,'-117'79'1344,"67"-43"-427,-11 6-73,-2 3-92,-8 9-128,-6 10-84,-6 5-20,-11 9-152,-3 7-36,-4-1-88,1 4-24,6-1-120,3 3-268,8 7-340,9-7-744,7-2-1376,13 2-741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19.9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1682 81 2848,'14'-10'177,"0"1"0,0 0-1,1 1 1,1 1 0,-1 0-1,1 1 1,0 1 0,1 0-1,-1 1 1,1 1 0,0 1-1,23-1 1,49 0-45,0 5-1,-1 3 1,1 5 0,140 32 0,-111-10-77,-1 5 0,203 94 0,-290-117-42,212 110-23,-207-103 9,0 2 0,-2 1 1,-1 1-1,45 46 0,-70-63 3,0 0 0,0 0-1,-1 1 1,-1-1 0,0 1 0,0 1 0,0-1 0,-1 1 0,-1 0-1,0 0 1,0 0 0,2 12 0,-4-8 34,0 1 0,-1-1 0,0 1 0,-1-1 0,-1 0 0,0 1 0,-8 25 0,-5 0 106,-1-1 1,-2-1-1,-2-1 0,-1 0 0,-27 34 0,3-10 187,-70 73-1,-64 47 45,41-44-156,24-19-85,-154 207 1,234-277-97,2 1 0,3 1 0,2 1 1,2 2-1,2 1 0,3 0 0,2 2 1,-11 61-1,25-93 58,2 1 1,0-1 0,2 0 0,0 0-1,2 1 1,1-1 0,1 0-1,0 0 1,2-1 0,1 1-1,1-1 1,13 26 0,-20-47-88,0-1 1,0 0 0,0 0 0,0 0 0,0 0 0,0 0 0,0 0 0,0 0 0,0 0-1,1 0 1,-1-1 0,0 1 0,1 0 0,-1-1 0,1 1 0,1 0 0,2 1 224,-7-10-223,-1 0-1,-1 0 1,1 0-1,-1 1 0,0-1 1,-1 1-1,0 0 1,0 0-1,-1 1 1,1-1-1,-2 1 0,1 1 1,-8-7-1,-31-20 45,-90-48-1,68 43-5,-281-154-10,-661-257 0,400 242-4701,471 165 1400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20.5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566 3544 3728,'0'0'4207,"3"-1"-3737,-2 1-418,1-1-1,-1 0 1,0 0 0,1 0-1,-1 0 1,0 0 0,0 0 0,0 0-1,1-1 1,-1 1 0,0 0 0,0 0-1,-1-1 1,1 1 0,0-1 0,0 1-1,-1-1 1,1 1 0,-1-1 0,1 0-1,-1 1 1,0-1 0,0 1 0,0-1-1,1 0 1,-2 1 0,1-1 0,0-2-1,-2-7 74,0 1 0,0 0 1,-8-18-1,2 5 71,-60-163 575,9 31-468,41 101-234,-135-438 301,112 336-326,-24-194 0,46 171 220,8-257 0,47-178-10,-29 541-237,22-515-1777,-29 580 1626,-1-1-1,1 0 0,-2 0 0,1 1 1,-1-1-1,-1 0 0,1 1 0,-2 0 1,-5-12-1,7 17 54,0 0 1,0 0-1,0 1 1,0-1-1,0 1 0,-1-1 1,1 1-1,-1 0 1,0 0-1,0 0 1,0 0-1,0 0 1,0 1-1,0 0 1,0-1-1,0 1 0,-1 0 1,1 0-1,0 1 1,-1-1-1,1 1 1,-1 0-1,1 0 1,0 0-1,-1 0 1,-3 1-1,1 0-198,-1 0 1,1 1-1,-1-1 0,1 2 0,0-1 0,0 1 1,0-1-1,1 2 0,-8 3 0,-17 19-1669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20.9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1046 33 3064,'37'-30'2381,"-33"28"-852,-18 9-725,5-1-816,-189 117 1406,104-62-1167,-177 125-499,68-45-1183,54-38-656,1 4-454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21.2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2392,'185'57'600,"-105"-21"-132,0-3-116,-6 7-196,0-10-56,-11 3-532,8 3-640,-1 9 332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21.8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1870 0 3732,'-10'12'1136,"-10"19"13,3-1-137,-6 9-12,-11 12 44,-13 18-88,-16 13-216,-25 5-144,-25 22-88,-28 2-84,-23 16-104,-14-3-280,-3 5-280,4-2-244,6-1-256,14-5-380,9-6-1880,11-1-1089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22.2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0 103 4392,'52'-19'697,"1"3"0,0 2 0,66-8 0,389-4 1812,-292 20-2094,1280 12-333,-1091 33-4767,-398-39 4476,69 9-2099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22.4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507 34 3120,'-1'-31'1940,"0"28"-6,2 19-1324,-1 3-533,-2 0 0,0 0-1,-1-1 1,-1 1 0,-1-1 0,0 0 0,-1 0 0,-13 24-1,-132 258-24,-26-12-1877,109-180 175,5-2-238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22.7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2716,'0'0'1275,"10"9"-464,6 13 474,-14-20-1249,-1 1 0,1 0 1,0-1-1,0 1 0,1-1 0,-1 1 1,0-1-1,1 0 0,-1 0 0,1 0 1,0 0-1,-1-1 0,1 1 0,3 0 1,106 31 444,-85-27-478,0 1 0,-1 2 0,0 0 0,49 26 0,-68-30-142,-1 0 0,1 0 0,-1 1 1,0 0-1,-1 0 0,1 1 1,-1-1-1,-1 1 0,1 0 0,-1 1 1,5 10-1,-9-17 55,0 0 1,1 1-1,-1-1 1,0 0-1,0 0 0,0 0 1,0 0-1,0 0 1,0 1-1,0-1 1,0 0-1,0 0 1,-1 0-1,1 0 0,0 0 1,-1 0-1,1 0 1,-2 2-1,0 2-224,-2 22-274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22.8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24 3412,'24'-3'460,"2"3"208,-9-6-540,0 0-216,0-3-2440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26.9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0 154 7565,'24'-45'1759,"4"33"547,-22 10-1913,0 0-1,0 0 0,0-1 0,0 0 0,0-1 1,6-4-1,20-10 719,-8 8-32,-1-1 0,34-21 0,-55 30-13,0 5-951,0-1 0,0 1 0,-1-1 0,1 1-1,-1-1 1,1 1 0,-1 0 0,0 0 0,0 0-1,-1 0 1,2 5 0,-3-1-35,1-1 0,-2 1 1,1-1-1,-1 1 0,0-1 0,-5 12 1,-8 26 188,12-30-207,0 0 0,1 0 0,1 0 0,1 0 0,0 0 0,0 0 0,1 0 0,4 16 0,-3-23-50,0 0 1,1-1-1,-1 1 1,1-1-1,1 0 1,-1 0-1,1 0 1,0 0-1,0-1 0,1 0 1,0 1-1,0-2 1,0 1-1,0 0 1,1-1-1,-1 0 1,1-1-1,12 6 0,11 4 21,2-1-1,-1-1 1,59 11-1,-33-13-32,78 5 0,233-18-1046,3-24-2697,-323 24 2971,150-17-4732,9-8-3370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27.5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 52 11553,'-10'-30'1584,"17"9"2013,3 39-4794,14 18-123,6 6-2772,0 3-3049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28.2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172 33 11073,'2'-3'255,"1"0"0,0 0 0,0 0 0,0 0 1,0 0-1,1 1 0,-1-1 0,1 1 0,-1 0 0,6-2 0,-8 3-163,0 1 0,0 0-1,1 0 1,-1 0 0,0 0 0,0-1-1,0 2 1,0-1 0,0 0 0,0 0-1,0 0 1,1 0 0,-1 1 0,0-1-1,0 1 1,0-1 0,1 1 0,0 1 6,0-1 0,0 1 0,0 0 0,-1 0-1,1-1 1,-1 1 0,1 0 0,-1 0 0,0 1 0,0-1 0,2 3 0,1 5 141,-1 1 0,1 0 0,-2 1-1,0-1 1,0 0 0,-1 1 0,0-1 0,-1 1 0,0-1-1,-3 15 1,-3 17 361,-18 60 1,13-60-310,-24 79 367,-66 158 0,82-236-558,3 1 1,1 1-1,2 1 0,3 0 0,-7 62 0,16-100-75,0-1 0,1 0 0,0 1 0,1-1 0,0 0-1,0 1 1,1-1 0,0 0 0,0 0 0,1 0 0,0 0 0,0-1 0,1 1 0,0-1 0,0 0-1,1 0 1,0 0 0,0 0 0,0-1 0,1 0 0,0 0 0,0-1 0,1 1 0,0-2 0,8 6-1,19 10 24,1-2-1,1-1 1,0-2-1,1-2 0,76 17 1,-20-12 11,125 5 1,518-21-1464,0-61-5829,-552 42 3457,44-5-4620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28.9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160 1 9929,'2'5'210,"-1"0"0,-1 1-1,1-1 1,-1 0 0,0 1 0,0-1 0,0 1 0,-1-1 0,0 0-1,0 1 1,0-1 0,-1 0 0,0 0 0,0 0 0,0 0-1,0 0 1,-5 6 0,1 1 1,-48 88 2348,33-65-1318,-29 70 0,48-101-1190,0 0-1,1 1 0,-1-1 0,1 0 0,0 1 0,0-1 0,1 0 0,-1 1 1,1-1-1,0 1 0,0-1 0,0 1 0,1-1 0,0 1 0,0-1 0,0 0 0,0 1 1,1-1-1,-1 0 0,1 0 0,0 0 0,0 0 0,1 0 0,-1-1 0,1 1 1,0-1-1,0 1 0,0-1 0,0 0 0,1 0 0,-1 0 0,1-1 0,7 5 1,9 3 46,1-1 0,-1-1 1,1-1-1,1-1 0,38 7 1,120 5-136,-152-16-36,437 9-2296,6-26-3598,-349 10 3500,156-7-4877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32.3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 29 5344,'-6'-28'977,"6"28"-935,-1 0 0,1 0 1,-1 0-1,1 0 0,-1 0 1,1 0-1,-1 0 0,0 0 0,1 0 1,-1 0-1,1 0 0,-1 0 1,1 0-1,-1 0 0,1 0 1,-1 1-1,1-1 0,-1 0 1,1 0-1,0 1 0,-1-1 1,1 0-1,-1 1 0,1-1 1,0 0-1,-1 1 0,1-1 1,-1 1-1,-10 12 952,28 0-759,2 0-1,0-2 1,1 0-1,0-1 1,36 13 0,-37-18-46,-18-5-70,0 0 0,0 0 0,0 1-1,0-1 1,0 0 0,0 1 0,0-1 0,0 0 0,0 1 0,0-1 0,0 1 0,-1-1 0,1 1-1,0 0 1,0-1 0,0 1 0,0 0 0,-1 0 0,1 0 0,0-1 0,-1 1 0,1 0 0,-1 0 0,1 0-1,-1 0 1,1 2 0,3 6-142,-5-11-13,-5-16 20,5 16 21,-20-24-188,15 9 146,20 23 58,13 8 12,17 8 9,-42-21 415,15-7-11085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33.6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6766 1669 6961,'12'-35'2300,"-11"32"-2145,-1-1-1,1 1 1,0-1-1,0 1 1,1 0 0,-1 0-1,0-1 1,1 1-1,0 0 1,0 0 0,0 0-1,0 1 1,0-1-1,1 0 1,4-3-1,1-2 233,0 0 0,0-1 0,-1 0 0,9-15-1,1-1 75,-12 19-339,0-1 0,-1 0 0,-1 0-1,1-1 1,-1 1 0,0-1 0,-1 1 0,0-1 0,0 0 0,0 0 0,-1 0 0,-1 0 0,1 0 0,-1 0 0,0 0 0,-1 0 0,-2-9 0,1 2-16,-2 0 0,0 0 0,-1 0 0,0 1-1,-2-1 1,1 1 0,-2 1 0,-8-14 0,-20-21-9,-2 2 1,-2 1-1,-2 3 1,-2 1-1,-1 2 0,-2 2 1,-82-49-1,-19 2-37,-223-90 0,96 65-50,-4 13 0,-4 11 0,-3 13 0,-323-38 0,201 61 71,-554 4-1,619 54-278,-679 107 1,450 22-732,459-101-4,2 5 0,-204 109 0,255-115-922,1 4 1,-64 54-1,35-14-3861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34.0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2341 25 7933,'-2'-3'120,"0"1"0,0 0-1,0 0 1,0 1 0,-1-1 0,1 0 0,0 1 0,-1-1 0,1 1 0,-1 0 0,0 0 0,1 0-1,-1 0 1,0 0 0,1 1 0,-1-1 0,0 1 0,0-1 0,0 1 0,0 0 0,1 0 0,-1 1 0,0-1-1,-4 2 1,-10 2 105,0 2-1,0 0 0,1 1 1,-22 13-1,-16 7 114,-198 97 231,6 10 0,-262 190 0,-190 215-789,623-472-122,2 4 0,-101 129 0,162-184 265,0 1 1,1 0-1,1 0 0,1 1 0,0 0 0,-9 30 0,17-41 56,-1-1-1,1 0 1,0 1 0,0-1-1,1 1 1,0 0-1,0-1 1,1 1-1,-1-1 1,4 11-1,-3-13 10,1 1-1,0-1 1,0 0-1,0 0 1,1 0-1,-1 0 1,1 0-1,0 0 1,0-1-1,0 1 1,1-1-1,-1 0 1,1 0-1,0 0 0,0-1 1,6 4-1,15 5-72,1-2-1,-1 0 1,2-2-1,-1-1 1,1-1-1,38 2 1,-39-3 0,104 9-706,144-5 0,134-26-3068,-209 4 1103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34.3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13 6405,'-17'-12'5428,"50"18"-5144,21 9-64,-7-12-20,17 0-408,3 3-284,10 0-440,0 0-2300,0 0-1457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35.0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286 108 12489,'-8'-24'557,"6"20"-384,0-1 0,0 0 1,1 0-1,0 0 0,0 0 0,0 0 0,0 0 0,1-1 1,0 1-1,0 0 0,1-6 0,0 8 676,-1 2-699,0 0 1,-1 1-1,1-1 0,0 0 1,-1 0-1,1 1 1,0-1-1,-1 0 1,1 1-1,-1-1 0,1 0 1,-1 1-1,1-1 1,-1 1-1,0-1 1,1 1-1,-1-1 0,0 1 1,1 0-1,-1-1 1,0 1-1,1 0 1,-1-1-1,0 1 0,0 0 1,0 0-1,1 0 1,-1-1-1,0 1 1,-1 0-1,-21 4 3038,17-3-4091,4 0 1093,-2-1-180,-75 8 38,75-7-41,-1-2-4,0 0-1,0 1 1,0-1-1,0 1 0,0 0 1,0 1-1,0-1 1,-6 2-1,7-2-1,-32 5-16,33-4-57,-17-4-7038,3 3 2018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35.1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1 154 7389,'80'-93'1156,"-40"72"-904,-23 11-1460,10 1-989,20-12-211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45.6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1682 1 7957,'-83'172'6052,"8"-14"-3268,-511 809 806,45-82-7197,429-664 284,-117 327 0,194-443 277,15-14-1054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6:45.9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60 4868,'183'-51'1387,"-174"48"-1233,0 1 0,0 1 0,0 0 0,0 0 0,0 1 0,0 0 0,0 0 0,0 1 0,0 0 0,0 1 0,0 0 0,0 0 0,11 5 0,-8-3 72,14 5 195,-2 1 1,1 1-1,-2 2 1,0 0-1,0 1 1,39 33-1,-35-22-58,0 1-1,-2 1 0,-1 1 1,27 42-1,-2 14 241,-4 1 0,67 176 0,-73-162-266,71 127 1,-84-183-374,1 0 0,2-2 0,1-2 0,3 0 0,42 38 0,-23-32-467,116 76 0,71 19-700,-129-78 626,658 418-6604,-659-405 4465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38.5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271 1 11153,'1'1'345,"0"0"-1,0 0 1,0 1 0,-1-1 0,1 1-1,0-1 1,-1 1 0,0-1 0,1 1-1,-1-1 1,0 1 0,1-1-1,-1 1 1,0 1 0,-9 40 1002,4-20-600,-82 295 1068,82-302-1928,-67 185-2191,-1 4-3512,56-141 2099,6-5-1582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39.0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2442 302 7837,'12'-92'1063,"-10"86"-943,0 0-1,0 1 0,1-1 1,-1 1-1,2 0 0,-1 0 1,0 0-1,1 0 0,0 0 1,0 1-1,0-1 0,1 1 1,-1 0-1,1 1 0,0-1 1,0 1-1,0 0 1,1 0-1,6-2 0,0-2 60,26-12-12,1 2 0,1 1 0,1 3 1,0 1-1,0 2 0,1 1 0,1 3 0,70-3 1,-84 9-120,-1 0 0,1 2 0,-1 1 0,1 1 0,-1 2 0,0 0 1,-1 2-1,29 13 0,-33-11-3,-1 1 1,-1 1-1,0 1 0,0 1 1,-1 1-1,-1 1 0,-1 0 1,0 2-1,26 32 0,-20-18-53,-1 1-1,-1 2 1,-2 0-1,-1 2 1,-3 0-1,0 0 1,-3 2-1,-1-1 0,-1 2 1,-3 0-1,-1 0 1,-2 0-1,-2 0 1,-2 44-1,-6-19-273,-2 0-1,-4-1 1,-2-1-1,-3 0 1,-3-1-1,-2-1 1,-55 109-1,24-74-452,-4-2 0,-4-4-1,-135 157 1,158-206 515,-1-3 0,-2 0 0,-2-3 0,-67 44 0,82-62 274,-1-1 0,-1-1 0,0-2 0,0-1 0,-1-1 0,-1-2 0,0-1 0,-61 8 0,-135-12 581,-20 3-224,117 11-341,1 6-1,-196 63 1,-236 120 719,412-143-882,4 6 1,2 6 0,-176 126 0,176-111-3370,87-57 319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40.1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1005 154 11673,'2'-4'301,"-1"0"0,0 0-1,-1 0 1,1 0 0,-1 0-1,1 0 1,-1-1 0,-1 1 0,1 0-1,0 0 1,-1 0 0,0-1 0,0 1-1,0 0 1,-1 0 0,1 0-1,-1 1 1,-3-5 0,4 5 673,0-2-616,-1-1 0,0 1-1,-1 0 1,1 0 0,-1 0 0,0 0 0,0 0 0,-6-6-1,-1-3 54,8 11 426,-16 18-529,14-9-285,-1 0 0,1 0 0,0 1 0,0 0 0,1 0 0,0 0 0,0 0 0,1 0 1,0 0-1,0 1 0,0-1 0,1 1 0,1 0 0,-1 7 0,1 20 52,7 64-1,-3-65-64,40 243 78,-25-174-203,11 161 1,-29-195-48,-2 0 1,-19 115 0,13-146 49,-2 0 1,-1 0-1,-2-1 1,-2-1 0,-1 0-1,-25 42 1,17-40 40,-1-2 0,-2-1 0,-2 0 1,-1-3-1,-1 0 0,-2-2 1,-1-1-1,-1-1 0,-61 36 0,52-38-75,-2-3 0,-85 33 0,110-49-185,0 0-1,-1-2 1,0-1-1,0 0 0,0-2 1,0 0-1,0-2 1,0 0-1,-27-4 1,45 4-6,-1-1 0,1 1 0,0-1 0,0 0 0,0 0 0,0 0 0,0 0 0,0-1 0,0 1 0,0-1 0,0 0 0,0 0 0,1 0 0,-1 0 0,1 0 0,0-1 0,-1 1 1,1-1-1,0 1 0,-2-5 0,-2-20-7379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40.3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1012 0 14137,'-104'136'1832,"54"-67"-219,7 1-485,-1-7-292,-6-3-160,3 3-128,-3 10-112,-11-1-84,-6 7-124,0-1-284,0 0-428,7 7-364,3-1-252,0-6-472,7-2-289,-4-13-767,8-3-1208,9 1-2581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41.2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8 730 8157,'-3'-12'660,"2"10"-427,0 0 0,1 0 0,-1 0-1,1 0 1,-1 0 0,1 0 0,0 0-1,0-1 1,0 1 0,0 0 0,0-2-1,1 1-67,0 0-1,0 1 0,1-1 1,-1 1-1,1 0 0,-1-1 0,1 1 1,0 0-1,0 0 0,0 0 0,0 0 1,0 0-1,0 1 0,0-1 1,1 1-1,-1-1 0,1 1 0,-1 0 1,1 0-1,-1 0 0,5-1 0,8-2-10,0 0 1,27-2-1,-21 4 172,205-23-644,318 6 0,-525 19 304,-1 0 0,0 2 1,1 0-1,-1 1 0,0 1 0,0 0 1,32 14-1,-43-15 32,-1 0-1,0 0 1,0 1 0,0 0 0,-1 0 0,1 1-1,-1-1 1,0 1 0,0 0 0,-1 1 0,0-1-1,1 1 1,-2 0 0,1 0 0,-1 0 0,0 0-1,0 0 1,0 1 0,-1 0 0,0-1 0,-1 1-1,1 0 1,-1 9 0,0-11 28,-1-1 0,1 0 0,0 0 0,0 0 0,0 0 0,1 0 0,-1 0-1,1 0 1,0 0 0,0-1 0,0 1 0,4 3 0,-2 0 49,-1-5-47,0 0 0,0-1 0,0 1 0,0 0 0,1-1 0,-1 0 0,0 0 0,1 0 0,-1 0 0,1-1 0,3 1 0,5-1 8,1 0 0,-1-1 0,0 0 0,0-1 0,14-4 0,46-5 213,-67 11-268,-1 0 1,0 0-1,1 0 1,-1 0-1,0 1 1,1 0-1,-1 0 1,0 0-1,0 0 1,0 1-1,1 0 1,5 3-1,-8-3-2,0-1 0,0 1 0,0 0 0,0 0 0,-1-1 0,1 1 0,0 1 0,-1-1 0,0 0 0,1 0-1,-1 0 1,0 1 0,0-1 0,0 0 0,-1 1 0,1-1 0,-1 1 0,1-1 0,-1 1 0,0-1 0,0 6 0,0-1-3,-1 0 1,0 1-1,-1-1 1,0 0 0,-3 10-1,4-16-1,1 0 0,0 0 0,-1 0 0,1 0 0,0 1 0,0-1-1,0 0 1,0 0 0,0 0 0,0 1 0,1-1 0,-1 0 0,0 0 0,1 0-1,-1 0 1,1 0 0,-1 0 0,1 0 0,-1 0 0,1 0 0,0 0 0,-1 0 0,1 0-1,0 0 1,0 0 0,1 1 0,0 0 11,0-1 1,0 1-1,0-1 0,1 1 0,-1-1 1,0 0-1,1 0 0,-1 0 0,1 0 1,4 0-1,20 0-29,-1-2 0,1-1 0,27-6-1,-30 4 51,-1 1 7,168-16 3,-161 19-18,-1 1 0,0 2 0,0 0 0,51 14 0,-30-2-88,90 38 0,-125-46-22,1-1-1,-1 0 1,1-2 0,30 7-1,-38-10 43,0 0 0,1 0 0,-1-1 0,0 0 0,1-1 0,-1 0 0,0 0 0,0 0 0,0-1 0,0 0 0,0-1 0,11-5 0,1-3-9,1-1-1,-2-1 1,0-1 0,-1 0 0,0-2 0,-1 0 0,-1-1-1,0 0 1,-1-1 0,-1-1 0,-1 0 0,-1-1-1,0-1 1,13-36 0,-15 34-166,1-1-1,1 1 0,1 1 1,1 0-1,33-39 1,99-87-143,-94 98 391,0 2-76,90-63 0,66-26 154,-95 64 101,-71 47-80,-40 25-43,27 16-186,5 11 4,-30-22 86,0 0 0,1 0 0,-1 0 0,1-1 0,0 0 0,0 0 0,0 0 1,6 2-1,12 3-21,123 43-36,-128-47 60,0 0 0,0-2 0,0 0 0,0-1-1,0 0 1,0-2 0,0 0 0,0-1 0,0-1 0,-1-1-1,32-10 1,-45 13-38,1 0 0,-1 0 0,1 0 0,-1 1 0,1-1 0,-1 1 0,1 0 0,6 1 0,1-1-78,253-8-1385,-15 1 387,130-54-3989,-326 49 2882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41.3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134 19 8925,'27'-18'8705,"-44"27"-8769,4-3-420,-21-6-565,7 6-387,-6-6-2768,-4 3-3205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41.6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564 184 5284,'-67'0'1995,"-1"2"-1,-115 20 1,19 0 2824,153-20-4207,-1-1-1,1 2 0,0 0 0,1 0 0,-16 7 0,53-12 282,-8 2-748,706-16 1290,-76 4-1575,564-79-2485,-410-12-6560,-621 75 1892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41.9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975 0 4112,'-8'1'512,"0"-1"-1,0 2 0,0-1 1,0 1-1,0 0 0,-11 5 0,15-5-222,0 0 0,1 0 0,-1 1 0,0-1 0,1 1 0,-1 0 0,1 0 0,0 0 0,0 1 0,0-1 0,1 1 0,-1-1 0,1 1 0,-3 4 0,-13 36 1801,2 0 0,-20 90 0,4-11-573,-8 1-700,-6-3-1,-74 143 1,70-173-1609,-94 130 0,-81 50-7465,94-135-1181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42.4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22 14485,'7'-21'4961,"-14"39"-5513,3 3-916,-2 0-805,-1 3-2119,4 10-3385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43.3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31 10081,'0'-3'317,"1"1"1,0 0 0,-1-1-1,1 1 1,0 0-1,0-1 1,1 1-1,-1 0 1,3-4 0,-4 6-254,1 0 0,-1-1 1,1 1-1,-1 0 1,1-1-1,-1 1 1,1 0-1,0-1 1,-1 1-1,1 0 1,-1 0-1,1 0 0,-1 0 1,1-1-1,0 1 1,-1 0-1,1 0 1,0 0-1,-1 0 1,1 0-1,-1 0 1,1 1-1,0-1 0,-1 0 1,1 0-1,-1 0 1,1 1-1,-1-1 1,1 0-1,-1 0 1,1 1-1,-1-1 1,1 1-1,-1-1 0,1 0 1,-1 1-1,1-1 1,-1 1-1,0-1 1,1 1-1,-1-1 1,1 2-1,15 19 945,-1 0 0,-2 1 0,21 42-1,25 79 466,-51-121-1219,51 136 572,128 303 243,58-15-510,-179-347-503,5-3 1,105 111 0,-60-92-152,4-5 0,5-5 0,4-6 0,177 102 0,-126-100-895,4-8-1,376 133 0,-167-118-1597,-319-94 1587,1-3 1,0-4 0,101-1 0,-142-8-157,-1-1 1,1-2 0,0-1 0,45-14 0,8-14-4484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43.5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1323 3 6249,'-1'0'20,"-13"-1"487,0 0 0,0 1 0,-18 2 0,25-1-220,0 0-1,1 1 1,0 0 0,-1 0 0,1 1-1,0 0 1,0 0 0,0 0 0,0 1-1,-5 4 1,-20 18 550,1 2 0,2 1 1,1 1-1,1 1 0,1 1 0,2 1 0,-21 41 0,-114 268 855,123-259-1332,-134 387 370,37 13-1803,108-390 130,-3-2 1,-46 102-1,60-164 177,-1 0 0,-2-1 0,0-1 0,-2 0 1,-1-1-1,-1-1 0,-2-1 0,0-1 0,-1-1 0,-33 24 0,-27 5-4854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44.9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629 10 8869,'10'-10'2938,"-20"13"1799,-13 8-955,12-5-4844,-11 8 1470,2 1 1,0 1-1,1 0 0,-22 25 0,-62 83 619,97-117-974,-44 59 176,3 2 0,3 3-1,3 1 1,3 2 0,4 2 0,-33 104-1,56-143-184,2 0 1,1 0-1,2 1 0,1 1 0,3-1 1,1 0-1,1 1 0,9 58 0,-5-74-40,1-1 0,1 1-1,1-1 1,0 0-1,2 0 1,1-1-1,0 0 1,2 0 0,0-1-1,1-1 1,1 0-1,1-1 1,1-1-1,0 0 1,22 17 0,-19-20-25,1 0 0,0-2 0,0 0 1,1-1-1,1-1 0,0-2 0,0 0 1,0-1-1,1-1 0,1-1 0,24 3 1,-28-7-24,0 0 0,0-1 0,0-1 0,-1-1 0,1-1 0,0-1 0,-1 0 0,0-1 1,0-1-1,0-1 0,-1-1 0,0-1 0,28-17 0,34-33-495,101-95 0,-169 143 489,7-5-29,0 1-1,0 1 0,1 0 1,1 2-1,0 0 1,1 1-1,41-13 1,-54 21 59,-1 1 1,1 0-1,0 1 1,0 0-1,0 0 1,0 1-1,0 0 0,0 1 1,-1 0-1,16 3 1,-18-2 15,0 1 0,0-1 0,0 1 0,-1 0 0,1 0 0,-1 1 0,0-1 0,0 1 0,0 1 0,0-1 0,-1 1 0,0-1 0,0 1 0,0 0 0,0 1 0,4 8 0,-4-7 6,-1 0 0,0 1 0,0-1 0,0 1 0,-1 0 0,0-1 0,0 1 0,-1 0-1,-1 0 1,1 1 0,-1-1 0,-2 15 0,0-10 5,-1-1-1,0 0 0,-1 0 1,0 0-1,-1-1 1,0 1-1,-12 17 1,-2-2 6,-1 0-1,-2-2 1,-1 0 0,0-2 0,-39 31 0,-17 3-212,-119 66 0,-46 33-4110,243-156 4243,0 0 0,1 1 0,-1-1 0,0 1 0,1-1 0,-1 0 0,1 1 0,-1-1 0,0 1 0,1 0 0,-1-1 0,1 1 0,0-1 0,-1 1 0,1 0 0,-1-1 0,1 1 0,0 0 0,0-1 0,-1 1 0,1 0 0,0 0 0,0-1 0,0 1 1,0 0-1,0 0 0,0-1 0,0 1 0,0 0 0,0 0 0,0 0 0,0-1 0,0 1 0,1 0 0,-1-1 0,0 1 0,1 0 0,-1-1 0,0 1 0,1 0 0,-1-1 0,1 1 0,-1 0 0,1-1 0,-1 1 0,1-1 0,-1 1 0,1-1 0,0 1 0,-1-1 1,1 0-1,0 1 0,-1-1 0,1 0 0,0 1 0,-1-1 0,1 0 0,0 0 0,1 0 0,10 2-177,1-1 0,0-1 1,0 0-1,24-3 0,-21 1 107,20-2-141,1-3-1,-1 0 0,54-20 0,99-50-270,-144 58 439,602-323-188,-411 206 1253,-222 128-746,1 1 1,-1 0-1,1 0 1,0 2-1,20-6 0,-30 10-111,-1 0-1,0 1 1,0 0-1,1-1 1,-1 1-1,0 1 1,1-1-1,-1 1 1,0-1-1,0 1 1,1 1-1,-1-1 1,0 0-1,0 1 1,0 0-1,0 0 0,-1 0 1,1 1-1,-1-1 1,1 1-1,-1 0 1,0 0-1,0 0 1,3 3-1,33 49 674,-31-41-634,1-1 1,0 0 0,1-1-1,16 16 1,-26-28-136,13 12 159,1 0 1,24 15 0,-32-23-140,0-1 1,0 0 0,1-1 0,-1 0 0,0 0 0,1 0 0,0 0 0,-1-1 0,1 0 0,11-1 0,17 0-13,1 1 1,0 1 0,0 2 0,56 13 0,-35 2-123,-32-11 80,-1 0 0,1-2 0,43 6 0,-57-12 31,1-1-1,-1 0 1,0-1 0,0 0-1,0-1 1,0 0 0,12-6-1,-11 4-4,1 1-1,1 0 0,24-3 0,-22 7-148,0 0 0,-1 1 0,1 1 0,-1 0-1,0 1 1,0 1 0,19 7 0,6 1-598,35 8-217,8 1 1134,101 42 0,-136-46-62,2-1 1,0-3-1,60 8 1,-47-9-105,37 3 2,177 2 0,-263-17 8,173-6 1770,-158 4-1277,63-3 1507,-64 3-1847,-1 2 0,1 1 0,43 7 0,-11-1-115,-47-5-26,0 0 0,0 1 0,0 0 0,12 6 0,-24-8-22,-1 0 0,1-1 0,-1 1 1,0 0-1,1-1 0,-1 1 0,0 0 1,0 0-1,0-1 0,1 1 0,-1 0 1,0 0-1,0 0 0,0-1 0,0 1 1,0 0-1,0 0 0,-1-1 0,1 1 1,0 0-1,0 0 0,0-1 0,-1 2 0,1-1-8,-1 2-55,0 0 0,0 0-1,-1 0 1,1 0 0,-1 0 0,1 0-1,-1 0 1,0 0 0,0-1-1,0 1 1,0-1 0,-1 1-1,1-1 1,-1 0 0,1 0-1,-1 0 1,-3 2 0,-56 30-1705,54-30 1390,-72 33-5845,43-16-427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45.1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1 665 4540,'111'-119'1031,"-82"86"-519,-2-2-1,-2-1 1,36-65-1,-39 62-280,7-13 44,-13 20-58,3 1-1,41-56 0,-52 79-98,0-1 0,0 1 1,1 0-1,0 0 0,1 1 0,-1 1 1,1 0-1,1 0 0,-1 1 1,1 0-1,0 0 0,0 1 0,14-3 1,-13 5 180,-1 0 1,1 0 0,0 1 0,0 1 0,-1 0 0,1 0-1,0 1 1,0 1 0,-1 0 0,1 0 0,16 7 0,-21-6-158,-1 0 0,0 0 0,-1 0 0,1 1 1,0 0-1,-1 0 0,0 0 0,0 1 1,0 0-1,-1 0 0,1 0 0,-1 1 0,-1-1 1,1 1-1,-1 0 0,0 0 0,0 0 0,0 0 1,-1 1-1,0-1 0,2 12 0,-1 3-15,-1 0 0,-1 0-1,-1 0 1,0 0-1,-2 1 1,0-1 0,-2 0-1,0-1 1,-1 1 0,-2-1-1,-16 39 1,0-12-527,-2-1 0,-2-1 0,-57 72 0,-139 132-6308,88-116-674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45.3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78 40 3640,'-2'-2'157,"1"0"-1,-1 0 0,1 0 0,-1 0 0,0 0 0,0 0 1,1 1-1,-1-1 0,0 1 0,-1-1 0,1 1 0,0 0 1,0 0-1,-1 0 0,1 0 0,0 0 0,-1 0 0,1 1 1,-5-1-1,-25-10 4956,45 23-2881,-3-6-1940,2-1 1,-1-1-1,1 0 0,0 0 0,-1-1 0,18 2 0,8 3 48,239 61 564,402 94-4273,-287-87-2210,-182-43 127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45.6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29 11389,'42'-22'1708,"-40"21"-1565,1 0 1,-1 0-1,1 1 0,-1-1 1,1 0-1,-1 1 0,1-1 1,0 1-1,-1 0 0,1 0 0,-1 0 1,1 0-1,0 0 0,-1 1 1,1-1-1,-1 1 0,1 0 1,-1 0-1,1 0 0,3 2 0,1 1 83,0 0 0,0 1 0,-1 0 0,0 0 0,7 8 0,41 44 453,-3 2 1,-3 2 0,66 110 0,-95-137-779,-1 0 1,-2 1 0,-1 0-1,17 63 1,-27-81-89,-2 1 0,0 0 0,-1-1 0,-1 1 0,-1 0 0,0 0 0,-1 0 0,-1 0 0,-1 0 0,-1-1 0,0 1 0,-9 22 0,5-22-142,-1 1 0,0-1 0,-2-1 0,0 0 0,-1-1 0,-1 0 0,0 0 0,-1-2 0,-19 16-1,5-7-793,-1-2-1,-2-1 1,0-1 0,-44 18-1,-50 18-4242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46.1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457 46 4920,'0'0'7080,"5"1"-6217,18 4-42,-1 1 0,1 1-1,-1 1 1,0 1 0,34 20-1,-34-18-329,8 8-231,-30-19-258,1 0 0,-1 0 0,0 0 0,0 0 0,0 0 1,0 0-1,0 1 0,0-1 0,1 0 0,-1 0 0,0 0 1,0 0-1,0 0 0,0 0 0,0 0 0,0 0 0,0 0 0,0 0 1,0 1-1,0-1 0,0 0 0,1 0 0,-1 0 0,0 0 1,0 0-1,0 0 0,0 1 0,0-1 0,0 0 0,0 0 0,0 0 1,0 0-1,0 0 0,0 0 0,0 1 0,0-1 0,0 0 0,0 0 1,0 0-1,-1 0 0,1 0 0,0 0 0,0 1 0,0-1 1,0 0-1,0 0 0,0 0 0,0 0 0,0 0 0,0 0 0,0 0 1,0 0-1,-1 0 0,1 0 0,0 1 0,0-1 0,-16 27 196,-2-1-1,-1-1 1,0-1 0,-26 24-1,-101 87 543,-4 3-251,107-94-372,1-1 33,-64 83 0,96-112-127,0 1 1,1-1-1,1 2 1,1-1-1,0 1 1,1 0 0,0 1-1,2-1 1,0 1-1,-3 29 1,6-38-16,1-1 1,1 1-1,-1-1 1,1 1-1,0-1 1,1 1-1,0-1 1,0 0 0,0 0-1,1 0 1,0 0-1,6 9 1,-3-7-2,1-1 1,-1 1-1,2-1 0,-1 0 1,1-1-1,0 0 1,17 11-1,-2-4 2,1-2 0,0-1 1,0-1-1,1-1 0,1-1 0,32 6 0,-22-6-9,1-3-1,-1-1 0,1-1 0,0-3 1,0 0-1,0-3 0,0-1 1,71-17-1,-87 15-1,-1-1 0,1-1 0,-1 0 1,-1-2-1,0 0 0,0-1 0,-1-1 0,0-1 1,-1 0-1,-1-1 0,0-1 0,-1-1 0,0 0 0,-2-1 1,0 0-1,19-33 0,-19 23-10,-1-1 0,-2 0 0,-1-1 1,-1 0-1,-1 0 0,-2-1 0,0 0 0,-3 0 0,-1-59 1,-4 45-111,-2-1 1,-1 1 0,-3 1 0,-1-1 0,-3 2-1,-19-48 1,22 68-148,0 0-1,-2 1 0,0 1 1,-1-1-1,-1 2 0,-29-30 1,31 37-485,0 1 0,-1 0 0,0 1 1,0 1-1,-1 0 0,-1 0 1,1 2-1,-2 0 0,1 0 1,-24-5-1,-26 2-6867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46.3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0 329 7741,'54'-46'749,"-25"20"94,1 1-1,54-34 0,-46 38-250,1 1 0,1 2 0,0 1-1,1 2 1,58-12 0,-6 8 193,135-10-1,-149 24-918,0 4 0,0 3 0,0 3 0,0 4 0,-1 3 0,0 4 0,-1 3 0,115 44 0,-167-52-449,-1 1-1,33 21 1,-55-33 528,-1 1 0,0 0 0,0-1 1,1 1-1,-1 0 0,0 0 0,0 0 1,0 0-1,0 0 0,0 0 1,0 0-1,0 0 0,0 1 0,0-1 1,-1 0-1,1 0 0,0 1 0,-1-1 1,1 1-1,-1-1 0,0 0 0,1 1 1,-1-1-1,0 1 0,0-1 1,0 1-1,0-1 0,0 1 0,0-1 1,0 1-1,0-1 0,-1 0 0,1 1 1,-1-1-1,1 1 0,-1-1 1,1 0-1,-1 1 0,0-1 0,0 0 1,-1 2-1,0 0-102,-1 0 0,0 0-1,0-1 1,0 1 0,0-1 0,-1 0 0,1 0-1,-1 0 1,1 0 0,-1 0 0,0-1 0,0 1-1,0-1 1,-4 1 0,-45 3-2314,-12 0-598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46.5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610 0 6557,'-57'100'1336,"33"-46"-236,4 7-160,7-7-216,0 3-172,-11 3-100,-6 4-52,-4 2-148,-2 0-244,-11 1-232,0-7-160,-3 0-172,-1-6-264,-6-2-772,-3-7-956,13-9-665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46.6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192 55 4916,'157'-42'1189,"-103"30"-209,-34 12-172,0 3-76,0 3-164,-17 9-40,-3 3-52,-20 6-136,-17 21-88,-6-12 20,-7 0-328,-7 10-176,-7-1-308,-6-6-640,3 0-1472,10-3-765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46.9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18 332 4544,'184'-97'1921,"-81"36"-737,-36 20-475,1 3 1,122-49 0,-187 86-648,1-1 1,-1 1 0,0 0 0,0 0 0,1 1 0,-1-1 0,1 1-1,-1-1 1,0 1 0,1 0 0,-1 0 0,1 0 0,-1 1 0,1-1 0,-1 1-1,0 0 1,0 0 0,1 0 0,-1 1 0,0-1 0,0 1 0,0-1-1,3 3 1,-4-1 15,0 0-1,0 0 0,0 0 1,0 0-1,0 0 0,-1 0 1,0 0-1,0 1 0,0-1 1,0 0-1,0 1 0,0-1 1,-1 1-1,0-1 0,0 1 1,0-1-1,0 1 0,0-1 1,-1 1-1,1-1 1,-3 7-1,-2 7 89,-1 0 0,0 0 0,-1-1 0,-1 0 0,-1 0 1,0 0-1,-1-1 0,-16 18 0,-1-2 115,-1 0 0,-52 41 1,63-58-311,-2 0 0,0-1 0,0-1-1,-2-1 1,1 0 0,-1-2 0,-1 0 0,1-2 0,-1 0 0,-1-1 0,1-2 0,-1 0 0,0-1 0,0-2 0,0 0 0,0-1-1,-38-6 1,53 4-237,0 0-1,0-1 1,1 0-1,-1-1 1,1 1-1,0-1 1,0-1-1,0 0 1,-9-8-1,16 12 209,0 1 0,-1-1 0,1 0 0,1 0 0,-1 1 0,0-1-1,0 0 1,0 0 0,0 1 0,0-1 0,1 0 0,-1 1-1,0-1 1,1 0 0,-1 1 0,0-1 0,1 0 0,-1 1 0,1-1-1,-1 1 1,1-1 0,-1 1 0,1-1 0,-1 1 0,1-1-1,1 0 1,-1 0-104,7-5-348,1 0 0,1 1 0,-1-1 0,1 2 1,0-1-1,0 1 0,0 1 0,20-4 0,25-6-2323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47.0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329 79 5432,'-87'-39'857,"50"27"-205,17 9-260,-14-6-624,-26 3-928,13 3-609,3-3 581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47.5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6962 1359 4156,'35'-66'502,"43"-89"1040,-61 119-1245,-3-1 0,0 0 0,-3-1 0,-1-1 0,-2 1 0,5-69 0,-12 80-214,-1 0 1,-1-1-1,-2 1 0,0 0 0,-2 0 0,-1 1 0,-2-1 1,0 1-1,-1 1 0,-22-41 0,16 41 18,-1 0 1,-2 1-1,0 1 0,-2 1 0,0 0 0,-1 2 0,-1 0 1,-1 1-1,-1 2 0,-40-23 0,11 11 107,-1 3 0,-2 2 0,0 3 0,-73-18-1,19 14 146,-2 5-1,-217-11 1,-236 42 372,114 29-334,3 21 1,2 18 0,-852 272 0,440-21-137,40 87-57,671-328-130,-213 170 0,299-208-49,2 2 1,3 3-1,2 3 0,3 1 0,-71 111 0,102-137-28,1 0-1,2 1 1,2 1-1,1 1 1,2 0-1,1 1 1,2 0-1,-5 48 1,12-59-52,0 1 0,3-1 1,0 1-1,1-1 1,2 1-1,1-1 0,1 0 1,1 0-1,1-1 1,2 0-1,1-1 0,20 36 1,-6-21-123,1-2 0,3 0 1,1-2-1,1-2 0,56 48 1,-10-20-354,138 86 1,-83-72 75,3-6 0,2-6 0,215 69 0,459 70-460,-372-127 1169,3-20-1,2-20 1,1-19-1,712-63 1,-930 21 402,-2-10 1,380-111-1,-478 105-296,-2-6-1,-2-6 0,-3-5 1,-2-5-1,-3-5 1,111-86-1,-161 102-116,-3-3 1,-1-3-1,-3-2 1,77-105-1,-93 105-98,-3-1 0,-3-2 0,-3-1 0,-2-2 0,33-107 0,-45 107-75,-3 0 0,-2-1 0,-4-1 0,-2 0 0,-2-89 0,-8 104-48,-2 0-1,-3 0 1,-2 0 0,-2 1-1,-2 0 1,-3 1-1,-30-66 1,18 59-81,-2 2 1,-3 2-1,-2 0 1,-3 3-1,-2 1 1,-2 1-1,-1 3 0,-3 2 1,-2 2-1,-101-69 1,96 78-426,-1 2 0,-2 3 0,-1 2 0,-1 2 0,0 3 0,-114-24 0,102 34-1585,-83-4 1,-74 11-4507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47.6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218 31 4512,'-30'-24'981,"10"18"-301,-3 15-204,-1 0-320,-6 0-504,-20 6-1553,10 3 329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50.4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3736 5056,'0'0'4833,"3"-1"-3468,8-5 52,0-1 0,0 0 0,17-15 0,-27 21-1244,9-8 417,-1 1 0,1 0 0,0 1 0,21-12-1,-29 18-352,0-1-50,12-10-34,-7 6-104,1 0-1,-2 0 1,1-1-1,-1 0 0,0 0 1,7-12-1,2-3-42,0 1-1,2 0 1,22-22 0,-1 1 5,437-473-99,46 45-78,-326 316 129,464-386-139,70-102-761,19 28-1313,-247 230-1883,-469 359 2447,37-36 1,-59 47-1300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50.6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3310 98 4888,'-6'-17'436,"5"14"-308,0-1 0,0 1 0,0-1 1,0 1-1,-1 0 0,1-1 0,-1 1 1,0 0-1,0 0 0,0 0 0,0 0 1,-1 1-1,1-1 0,-1 1 0,0-1 1,1 1-1,-1 0 0,0 0 0,-5-3 1,-6 0 165,0 1 1,0 1 0,-1-1-1,1 2 1,-1 0 0,0 1-1,-27 2 1,-112 15 1173,114-10-1180,-285 47 1279,-433 127 0,448-82-2293,-416 192-1,524-190-2479,-230 151-1,263-138-1079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50.8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4936,'50'187'1293,"-30"-82"-161,4 10-360,6 2-148,0 1-120,14 2-120,6 10-60,7 15 20,0 2-460,0 4-144,3 3-336,-6-12-476,-1-10-1312,8-11-517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51.2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634 1 5925,'-52'66'3004,"-81"79"1,89-102-2582,2 2-1,2 2 0,-67 103 0,73-91-956,1 1-1,4 2 1,-30 89 0,16-15-3903,26-72 372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51.8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1116 131 3728,'-1'-11'574,"2"0"0,-1 0-1,1 0 1,1 1-1,3-13 1,-4 21-443,0-1 1,0 0-1,0 0 1,0 1-1,1-1 0,-1 1 1,1-1-1,-1 1 1,1 0-1,0-1 0,0 1 1,0 0-1,0 0 1,0 1-1,1-1 0,-1 0 1,1 1-1,-1-1 1,1 1-1,-1 0 0,1 0 1,0 0-1,0 0 1,-1 0-1,7 0 0,24-2 96,2 1 1,-1 2-1,0 2 0,54 9 0,134 39 44,-192-42-222,313 97 161,-275-79-199,-1 4 1,118 72-1,-161-86-11,-1 0 1,-1 2 0,0 0 0,-2 1-1,0 1 1,20 26 0,-31-33-3,-1 0 0,0 0 0,0 1 0,-1-1 1,-1 2-1,-1-1 0,0 1 0,0-1 0,-2 2 1,0-1-1,0 0 0,0 30 0,-6 10-35,-12 73-1,-2 14 50,16-107-33,1-1 1,1 1-1,2-1 1,2 0-1,1 0 1,1 0-1,2-1 1,27 64-1,-20-61-10,15 35-81,-29-66 98,-1 1 1,1 0 0,-1 0 0,0 0 0,0 0 0,0 0 0,-1 0 0,0 0 0,-2 10-1,2-13 11,-1 0 0,0 0 0,0 0 0,-1-1 0,1 1 0,-1 0 0,1-1 0,-1 1 0,0-1 0,0 1 0,0-1 0,0 0 0,0 0 0,-5 3 0,1-1-4,0 0 0,0 0 1,-1-1-1,1 0 1,-14 4-1,-4-1-5,0-1-1,-44 3 1,51-8 11,0-1 1,1 0 0,-1-1 0,0-1-1,1 0 1,0-1 0,0-1-1,0-1 1,0 0 0,1-1-1,-22-13 1,-12-11 131,-88-72-1,45 28 128,-126-76 1,-223-98 64,308 184-255,-202-68-1,263 111-166,-2 3 1,0 4-1,-2 2 0,-76-2 1,80 13-1593,1 2-1,-87 13 1,73 1-2612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7:55.9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607 11 10753,'3'-4'240,"4"-3"2501,-15 23-1587,8-15-1248,-52 108 1225,32-63-1105,-3 0-1,-30 46 0,-41 44-75,-97 149-947,150-215 549,2 1-1,-35 94 1,69-153 350,1 1 0,1-1 0,0 1 0,1-1 0,0 1 0,1 0 1,0 0-1,1 0 0,3 25 0,-2-34-18,0 0-1,0 0 1,0-1 0,0 1 0,1 0-1,-1 0 1,1-1 0,0 1 0,1-1-1,-1 0 1,0 1 0,1-1-1,0 0 1,5 4 0,-4-4-148,0-1 0,0 0 0,0 0 0,0-1 0,0 1 0,0-1 0,1 0 0,-1 0 0,1 0 0,-1 0 0,0-1 0,1 0 0,-1 0 0,1 0 1,-1-1-1,7-1 0,48-8-3151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13.0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1159 0 12509,'0'0'6391,"-3"3"-4972,-50 40 467,1 3 0,2 2 0,-75 95 1,-109 184-594,219-306-1138,-105 158-1152,-159 317 1,277-491 898,-114 251-3900,85-176-1397,-29 105 0,42-96-4054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13.3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1 257 12333,'23'-73'2024,"11"49"-312,9-3-223,17 3-97,11-3-396,6 3-144,20 9-152,17-6-124,16 6-128,18 9-92,13 6-124,16 9-240,1 6-416,-1 12-580,-3 9-804,-3 9-484,-17 15-2921,-10 19-4164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13.4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58 232 14017,'-57'-9'5969,"74"3"-4385,16-9-192,17 0-220,14 0-288,30-3-140,33-6-276,37 6-752,27-3-460,17 0-824,13-3-1120,17-4-3517,13 10-5552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13.9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2451 1589 10801,'-17'-7'367,"-16"-7"1183,0 1 1,-1 2-1,-62-12 0,41 17-859,-1 2 0,0 3 0,0 3 1,0 1-1,-88 19 0,0 11-199,1 7 0,-223 95 1,-249 171 150,384-171-516,179-101-125,2 2 0,-57 53-1,88-71-49,-30 37 0,44-50 26,1 1 0,-1 1 0,2-1 0,-1 1 1,1-1-1,0 1 0,0 0 0,1 0 0,0 0 0,-2 14 0,4-18 10,0-1 0,0 1 0,0 0 0,0-1-1,0 1 1,1-1 0,-1 1 0,1-1-1,0 0 1,0 1 0,0-1 0,0 0-1,0 1 1,0-1 0,1 0 0,-1 0-1,1 0 1,-1 0 0,1 0 0,0 0-1,0-1 1,0 1 0,0-1 0,0 1-1,0-1 1,0 0 0,1 1 0,-1-1-1,0 0 1,1-1 0,-1 1 0,1 0-1,3 0 1,8 2-46,0-1-1,0-1 0,0 0 1,27-2-1,6-4 15,0-2-1,-1-1 1,0-3-1,59-22 1,-11-3-16,88-49 1,-23-2-20,189-136 1,124-143 47,-243 166 35,324-367 0,124-295 1864,-636 803-1023,-29 35-26,-16 23-346,-9 10 53,1 1-307,1 0-1,1 1 0,0 0 0,1 1 0,-11 16 0,-36 71 539,21-34-345,-237 394 1156,-118 211-2673,144-180-2666,102-157-1578,85-163-1299,21-11-4273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14.1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137 43 15373,'-100'3'2173,"83"-9"199,-3-3 4888,33-3-6203,28-3-293,22 12-116,24 3-372,24 3-484,26 12-952,27-3-409,24 6-855,10 0-772,19 3-3125,18 6-5740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14.3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1504 1 10329,'-34'39'2444,"2"1"1,-54 88-1,-34 100 2788,46-85-3534,-350 584 1717,286-527-4210,-148 225-2037,150-209-1562,11 6-3598,77-127-1018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14.6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1314 9 11397,'11'-2'363,"-1"0"1,1 0-1,0 1 1,0 0-1,0 1 1,0 0-1,1 1 0,-1 0 1,-1 0-1,1 2 1,0-1-1,0 1 0,15 7 1,-2 2 175,0 1 0,-2 1 0,1 1 0,-2 1 0,0 1 0,-1 1 0,22 24 0,-18-14-177,-1 2 0,-1 0 0,-1 1 0,27 57 0,-38-66-259,-1-1 1,-1 2 0,-1-1 0,-2 1-1,0 0 1,-1 1 0,-1-1 0,-1 1-1,-1-1 1,-2 1 0,0-1-1,-1 1 1,-2-1 0,-7 29 0,4-27-66,-2 0 1,0-1-1,-2 0 1,-1 0 0,0-2-1,-2 1 1,0-2 0,-2 0-1,0 0 1,-2-2 0,0 0-1,-37 29 1,10-15 16,-2-2 1,-1-2 0,-91 40-1,-166 46-201,299-113 137,-587 175-2063,240-77-7947,249-67 362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15.5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766 860 10273,'84'-9'9943,"-81"8"-9712,0-1 0,0 0 1,0 0-1,0 0 0,0 0 1,-1 0-1,1-1 0,-1 0 1,1 1-1,-1-1 0,0 0 1,2-3-1,4-4 515,-7 8-614,1 0 1,0 0 0,-1 0-1,1-1 1,-1 1-1,0 0 1,0-1-1,0 1 1,0-1-1,-1 0 1,1 1 0,0-1-1,-1 0 1,0-3-1,-2-44 1159,-1-1-803,6 33-416,1 1 1,0 0-1,1 0 0,1 1 1,1-1-1,14-25 0,64-92 33,-47 77-63,12-18-10,72-121-60,-120 195 29,-1-1-1,0 0 0,0 0 0,0 0 0,0 0 1,0 0-1,-1 0 0,1 0 0,-1 0 1,1 0-1,-1 0 0,1 0 0,-1 0 1,0 0-1,0-1 0,0 1 0,-1 0 1,1 0-1,0 0 0,-1 0 0,0-3 1,0 4-1,0 0 0,-1 0 0,1 0 0,0 0 0,-1 0 0,1 0 0,0 0 0,-1 0 0,1 0 0,-1 1 0,0-1 0,1 1 0,-1-1 0,1 1 0,-1-1 0,0 1 0,1 0 0,-1 0 0,0 0 1,-2 0-1,-9 1-7,0 0 1,-1 1-1,1 1 1,0 0-1,-12 5 1,-40 18 11,1 4-1,2 2 1,-71 50 0,105-65-9,-130 84-1232,5 7 1,-223 203 0,364-300 1095,1 0 1,1 0 0,0 1 0,1 1-1,0-1 1,-13 26 0,21-35 116,-1 0 1,1 1 0,0-1 0,0 1 0,0-1-1,0 1 1,0-1 0,1 1 0,0-1-1,-1 1 1,2-1 0,-1 1 0,0 0-1,0-1 1,1 1 0,0-1 0,0 1-1,0-1 1,0 0 0,1 1 0,-1-1 0,1 0-1,0 0 1,0 0 0,0 0 0,0 0-1,0 0 1,1 0 0,-1-1 0,1 0-1,0 1 1,-1-1 0,8 4 0,-1-1-3,2-1 0,-1 1 0,1-2 1,-1 0-1,1 0 0,0 0 0,0-2 0,0 1 1,0-1-1,15-1 0,-3 1-4,59-1-23,0-3 0,88-15 0,-91 9 15,-41 4 33,337-32 118,0 25 241,-362 13-318,1-1-1,-1 2 0,0 0 1,0 0-1,0 1 0,0 1 0,13 5 1,-17-5-16,-1 1 0,0 0-1,0 0 1,-1 0 0,1 1 0,-1 0 0,0 1 0,-1-1 0,0 1 0,9 13 0,-9-14-10,1 0 0,0 0-1,0-1 1,0 1 0,1-2-1,-1 1 1,1-1 0,0 0-1,15 4 1,-8-2-3,4 1 3,0 0-1,1-2 0,0 0 1,0-1-1,23 1 0,102-3-67,-105-4 60,-1-3 1,1-1 0,-1-1-1,-1-3 1,0-1 0,71-31 0,207-128-51,-92 43-39,-205 118 74,0 0 0,1 1-1,-1 1 1,42-8-1,-59 15 12,1-1-1,-1 1 1,1 0-1,0 0 0,-1 0 1,1 0-1,-1 0 0,1 1 1,0-1-1,-1 1 0,1-1 1,-1 1-1,1 0 1,-1 0-1,0 0 0,1 1 1,-1-1-1,0 0 0,4 4 1,-3-2 1,-1 0 0,0 0 0,1 1 0,-1-1 0,0 0 1,-1 1-1,1-1 0,-1 1 0,1 0 0,-1 0 0,1 6 0,0 6 6,-1 0-1,0 0 0,-1 0 1,-4 26-1,0-16-5,-15 49 1,14-56 4,0-1 0,1 1 0,0-1 0,0 28 0,4-43-5,3 39 2,-3-40-4,0 0 1,1 0 0,-1 0 0,1 0-1,0 0 1,0 0 0,-1 0 0,1-1-1,0 1 1,0 0 0,1 0 0,-1-1-1,0 1 1,1-1 0,-1 1 0,1-1-1,2 3 1,4-1-9,0 0-1,0-1 1,0 1-1,13 1 1,-2 0-2,11 0-16,0 0-1,-1-2 0,52-2 1,-32-1-5,93-3-67,-83 0 40,0 3-1,0 2 1,110 17 0,-159-16 59,-1 0 0,1 1-1,-1 0 1,0 0 0,0 1-1,8 6 1,-15-9 3,0 0 0,0 0 0,0 0 0,-1 1 0,1-1 0,-1 1 0,1-1 0,-1 1-1,1-1 1,-1 1 0,0 0 0,0 0 0,0 0 0,0-1 0,0 1 0,0 0 0,0 0 0,-1 1 0,1-1 0,-1 0 0,0 0 0,1 0 0,-1 0-1,0 0 1,0 0 0,0 0 0,-1 1 0,1-1 0,0 0 0,-1 0 0,0 0 0,1 0 0,-2 3 0,-3 3-1,1-1 0,-1 0 1,0 0-1,-1 0 0,1 0 1,-1-1-1,-1 0 0,1 0 1,-1-1-1,-12 8 0,-14 8-16,-36 16 0,47-27 5,-187 80-1279,39-20-3101,164-68 3640,0 1 1,0-1 0,0 0-1,-1 0 1,1-1 0,0 0 0,-13 1-1,7-1-1483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15.9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111 1 10993,'-3'2'1970,"-2"4"-1467,-1 0 0,1 0 0,1 1 1,-1-1-1,1 1 0,0 0 0,0 0 0,1 1 0,0-1 0,1 1 0,-3 7 0,-2 19 1179,-5 45-1,6-34-829,-24 241 2017,27-213-3089,14 141-1,-2-144-453,19 77 0,-21-122 473,0 0 1,2-1-1,1 0 1,1 0-1,1-1 0,22 33 1,-30-52 155,-1 1 0,1-1 0,0 0 0,0 0 0,1-1 0,-1 1-1,1-1 1,-1 0 0,1 0 0,0 0 0,0-1 0,1 1 0,-1-1 0,0-1 0,1 1 0,-1-1 0,1 0 0,10 1 0,-3-2-5,1 0-1,0-1 1,0-1 0,-1 0-1,1-1 1,19-6 0,295-124-98,-273 108 162,216-104 151,-246 117-125,0-2 1,37-26-1,-55 35-37,-1 0 0,1 0 0,-1-1 0,0 0 0,-1 0 0,0 0 0,0-1 0,0 0 0,0 0 0,-1 0 0,0-1 0,-1 1 0,5-14 0,-8 19-34,1 0 0,-1 0 0,0 0-1,0 0 1,0 0 0,0 0 0,0 0 0,0 0-1,0 0 1,0 0 0,-1 0 0,1 0 0,-1 0-1,0 0 1,1 1 0,-1-1 0,0 0-1,0 0 1,0 0 0,-1 1 0,1-1 0,0 1-1,0-1 1,-1 1 0,1-1 0,-1 1 0,0 0-1,1 0 1,-1 0 0,0 0 0,1 0-1,-1 0 1,0 0 0,-3 0 0,-1-1-383,0 0 0,0 1 0,1 0 0,-1 1 0,0-1 0,0 1 0,0 0 0,0 0 0,0 1 0,0 0 0,-9 2 0,-28 13-4548,15 7-2909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16.2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1 396 10053,'144'3'5785,"-133"-2"-5359,1 0 0,0 1 0,-1 1 0,1 0 0,-1 0 0,0 1-1,13 7 1,1-1-127,255 81 1039,-274-89-1323,17 4 220,49 7 1,-68-12-211,1 0 1,0-1-1,-1 0 0,1 0 1,0 0-1,0-1 0,-1 1 1,1-1-1,-1 0 0,1 0 1,0-1-1,-1 0 0,0 1 1,1-1-1,-1-1 0,0 1 1,5-4-1,-7 2-12,1 1 1,-1-1-1,0 1 1,0-1-1,0 0 0,0 0 1,-1 0-1,1 0 1,-1 0-1,0 0 1,-1 0-1,1 0 0,-1-1 1,1 1-1,-1 0 1,0 0-1,-1 0 0,0-6 1,-1-3 4,0 1 1,-1-1 0,-1 1-1,0 0 1,-6-12 0,-61-103 108,12 26-254,51 86-242,-2 1-1,0 0 1,-19-21-1,2 5-2961,3 4-3380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16.4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396 0 8733,'22'3'702,"-17"-3"-389,1 0 1,-1 1-1,1 0 0,-1 1 1,1-1-1,-1 1 0,6 2 1,-10 2 983,-6 14-551,-2 0 0,-1-1 0,0 0 0,-19 30 0,-167 236 1182,21-33-1303,129-164-345,43-85-259,24-4 44,-11-3-33,0-1 0,-1 0-1,1 0 1,-1-1-1,0-1 1,-1 0 0,1 0-1,15-15 1,27-17 4,365-199-2488,-131 100-5083,-163 85 297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16.8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652 431 6397,'-16'13'441,"12"-9"-251,0-1 1,0 1-1,-1-1 0,0 0 1,1 0-1,-1-1 1,0 1-1,-1-1 1,1 0-1,0 0 1,-1-1-1,-10 2 1,-6 1 622,0 0 0,-1 1 0,2 2 0,-1 0 0,1 1 1,0 1-1,-35 22 0,23-11-354,2 2-1,0 2 1,-47 47 0,46-38-83,-46 61 0,68-81-325,1 1 1,1 0-1,0 0 1,1 1-1,0 0 1,1 0-1,-7 32 1,12-44-49,1 1 1,-1-1-1,1 1 1,0-1 0,0 1-1,0-1 1,0 1-1,1-1 1,-1 1 0,1-1-1,0 0 1,0 1-1,0-1 1,0 0 0,1 1-1,0-1 1,-1 0-1,1 0 1,0 0 0,0-1-1,1 1 1,-1 0-1,0-1 1,1 1 0,0-1-1,-1 0 1,1 0-1,0 0 1,0 0-1,0-1 1,1 1 0,-1-1-1,0 0 1,1 0-1,-1 0 1,0 0 0,1 0-1,-1-1 1,1 0-1,-1 1 1,1-1 0,-1 0-1,8-2 1,11-2-11,-1-1 0,1-2 0,-1 0 0,0-1 0,-1-1 1,0 0-1,0-2 0,29-21 0,16-17-40,59-58 0,309-325-81,-183 149 1542,-169 190-728,-76 86-189,-16 18-327,-18 20-98,-1 13-386,1 1-1,3 2 1,-30 69-1,-48 160-3225,66-168 1550,-3 13-2546,1-1-2687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16.9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0 217 9065,'77'-105'1664,"-80"90"-452,6-7-236,1 1-576,-11 3-648,0 3-536,-6 3-2804,-4 3-2125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17.8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8789,'0'0'4418,"2"3"-3284,201 288 4784,1356 1763-3394,-835-1273-2394,44-43-25,718 506-92,-867-795-1285,-195-177-2480,-211-153-3580,-138-87-359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18.2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4673 0 8413,'3'4'164,"-1"-1"1,0 1 0,0 0-1,0 0 1,-1 0-1,1 0 1,-1 1 0,0-1-1,0 0 1,-1 0 0,1 1-1,-1-1 1,0 0-1,0 1 1,0-1 0,-1 0-1,0 1 1,0-1 0,0 0-1,0 0 1,0 0-1,-1 0 1,-3 6 0,-2 5 287,-1 0 1,-1-1-1,0 0 1,-21 24 0,-9 3 115,-1-2 0,-2-2 0,-1-2 0,-78 49 0,-205 97 552,276-155-953,-931 451 1189,-310 164-1784,448-159-3123,287-151-3090,274-157 135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18.9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1180 559 13545,'11'-16'558,"1"1"1,0 1-1,2 0 0,-1 1 0,2 0 1,0 1-1,28-18 0,211-168 3677,-158 121-3062,-53 43-23,66-64 0,-108 98-1115,0-1 0,-1 0 1,1 1-1,0-1 0,-1 0 0,1 0 0,-1 0 1,1 1-1,-1-1 0,1 0 0,-1 0 0,0 0 1,0 0-1,1 0 0,-1-2 0,0 3-27,0-1-1,0 1 1,0 0-1,0-1 1,-1 1-1,1-1 1,0 1 0,0 0-1,0-1 1,-1 1-1,1 0 1,0-1-1,0 1 1,-1 0-1,1 0 1,0-1 0,-1 1-1,1 0 1,0 0-1,-1-1 1,1 1-1,-1 0 1,1 0-1,0 0 1,-1 0 0,-2-1 7,-1 0 1,1 1 0,0-1 0,0 1 0,-1 0 0,1 0-1,0 1 1,-4 0 0,-16 4 98,1 2 0,-42 18-1,36-13-29,-383 189 1026,346-167-963,-51 28 87,2 5 0,4 5 0,-195 168 0,280-217-201,1 1 0,1 1 0,2 0 0,0 2 0,2 1 0,1 0 0,-23 51 0,34-63-25,1 0 0,1 0 0,0 0 0,2 1 0,0 0-1,0 0 1,2-1 0,0 2 0,1-1 0,1 0 0,0 0-1,1-1 1,1 1 0,1 0 0,0-1 0,12 30 0,2-9-100,0-1 1,3-1 0,1-1-1,1-1 1,45 49 0,158 137-1407,15 17-574,-229-222 1889,-1 1 0,-1-1 0,0 1 0,14 28 0,-22-39 136,0 0 0,0 0 0,-1 0 0,0 1 0,1-1 0,-1 0 0,-1 1 0,1-1 0,-1 1 0,0-1 0,0 0 0,0 1 0,0-1 0,-1 1 0,1-1 0,-1 0 0,0 1 0,-1-1 0,1 0 0,-1 0 0,0 0 0,0 0 0,0 0 0,-4 5 0,0-3-39,0 0 0,0-1 1,-1 0-1,1 0 0,-1 0 1,0-1-1,-1 0 0,1 0 0,-1-1 1,-10 3-1,-8 2-397,-52 8 1,-4-6-574,-1-4 1,0-4-1,1-3 1,-1-4-1,1-4 0,-109-25 1,107 13-3248,17-3-2542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19.1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1374 0 13053,'-1'4'1886,"-26"48"1772,-61 87-1,-50 45-836,37-52-1604,-34 52-222,-192 255-171,39-41-3953,112-123-2096,173-270 5087,-45 77-2979,23-27-1776,9 1-3732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19.4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39 11545,'17'-8'1045,"1"0"0,34-9 0,-43 15-731,-1 1 0,0 0-1,0 0 1,0 0 0,1 1-1,-1 1 1,0-1 0,0 1-1,12 3 1,3 3 124,0 0 0,-1 1 0,0 1 0,-1 1 0,1 1 0,-2 1 0,28 20 0,-38-24-350,0 1 1,-1 0 0,0 0-1,0 1 1,-1 0 0,-1 0-1,1 1 1,-2 0 0,1 0-1,-1 0 1,-1 1 0,0 0-1,-1 0 1,0 1 0,2 13-1,-4-9-31,-1 0-1,0 0 1,-1-1-1,0 1 1,-2 0-1,-5 24 1,-32 93 160,26-95-121,1 0-1,-7 46 1,18-75-90,-1 0 1,2 0 0,0-1-1,0 1 1,1 0-1,0 0 1,0 0 0,1-1-1,0 1 1,1-1-1,0 0 1,8 16-1,-5-15-1,0-1 0,1 1-1,0-1 1,0 0 0,1-1-1,0 0 1,1 0 0,0-1-1,0 0 1,17 10-1,17 6 2,0-1-1,2-2 0,0-2 0,2-2 0,58 13 0,-25-14 39,0-2-1,113 1 0,-166-13-26,-1-1-1,1-1 0,-1-2 1,43-9-1,-61 9-17,1 1-1,-1-1 1,-1-1-1,1 1 1,0-1-1,-1 0 1,0-1-1,9-7 1,-13 9-8,1 0 0,-1-1 1,0 1-1,0-1 0,-1 0 0,1 0 0,-1 0 1,1 0-1,-1 0 0,-1 0 0,1-1 0,-1 1 1,1-1-1,-1 1 0,0-1 0,0-5 1,-2 3-60,1 1 1,-1-1-1,0 0 1,0 0-1,-1 1 1,1-1-1,-2 1 1,1-1-1,-1 1 1,0 0-1,0 0 1,-1 0-1,1 1 1,-6-7-1,-7-8-629,-1 1 0,-26-23-1,11 15-1525,-2 1 0,-1 2 0,-47-24 0,73 43 1369,-55-32-7167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19.7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198 0 12817,'9'7'337,"0"1"0,0 0 0,-1 0-1,-1 1 1,1 0 0,-1 1 0,-1-1 0,0 1 0,9 19-1,2 9 757,-10-22-559,0 1-1,0-1 1,5 27 0,-11-35-420,0-1 0,0 1 0,-1 0 0,0-1 0,-1 1 0,0-1 1,0 1-1,0 0 0,-1-1 0,0 0 0,-5 11 0,0-2 39,-1 0 1,0-1-1,-2 0 0,0-1 1,0 0-1,-1-1 1,-26 25-1,18-22-17,-1 0 0,0-1 0,-1 0 0,-40 19 0,54-31-19,0 0 0,0-1 1,0 0-1,0 0 0,-15 1 1,7 0 193,9-2 598,7-3-859,0 1 1,0-1-1,0 1 1,0-1-1,0 1 1,0 0-1,1 0 1,-1-1-1,0 1 1,1 0 0,-1 0-1,2-1 1,6-4 60,5-5-19,0 1 1,1 0-1,1 1 1,27-11-1,79-25-239,-85 32-47,506-146-5676,-176 71-3209,-207 52 1510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19.9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493 0 5925,'-46'42'860,"43"-39"-736,0 0 0,0 0 0,1 0-1,0 0 1,-1 1 0,1-1 0,0 1-1,1-1 1,-1 1 0,1 0 0,0 0-1,-1 0 1,2 0 0,-1 0 0,0 6-1,0 4 154,1 0 0,3 24 0,-2-24-91,2 4 72,1 0 0,1-1 0,0 1 0,2-1 0,0 0 0,0 0 0,2-1-1,0 0 1,1-1 0,20 26 0,-15-25 58,0-1-1,1 0 1,0-1 0,1 0-1,0-1 1,1-2 0,31 16-1,143 53 2612,-176-74-2640,18 6 386,1-1 0,48 9 0,-65-18-352,0 0 1,0-1 0,0 0-1,0-2 1,0 0-1,26-6 1,-44 7-316,0 0-1,0 0 1,0 1 0,0-1 0,1 0-1,-1 0 1,0 0 0,0 0-1,0 0 1,0 0 0,0 0-1,0 0 1,1 0 0,-1 0 0,0 0-1,0 0 1,0 0 0,0 0-1,0-1 1,0 1 0,1 0-1,-1 0 1,0 0 0,0 0-1,0 0 1,0 0 0,0 0 0,0 0-1,0 0 1,1 0 0,-1 0-1,0-1 1,0 1 0,0 0-1,0 0 1,0 0 0,0 0 0,0 0-1,0 0 1,0-1 0,0 1-1,0 0 1,0 0 0,0 0-1,0 0 1,0 0 0,0 0 0,0-1-1,0 1 1,0 0 0,0 0-1,0 0 1,0 0 0,0 0-1,0 0 1,0-1 0,0 1 0,0 0-1,0 0 1,0 0 0,0 0-1,0 0 1,-1 0 0,1 0-1,0-1 1,-3-4 49,0-1 0,0 1 0,-1 0 0,0 0 0,0 0 0,0 1-1,-1-1 1,0 1 0,1 0 0,-1 0 0,-1 1 0,1 0 0,0-1 0,-1 2 0,0-1 0,0 1-1,0 0 1,-10-3 0,-15-2 131,1 2 1,-51-4-1,67 8-92,-95-3 238,0 4 1,0 5-1,-133 22 0,191-18-229,-71 20 0,104-24-77,0 2 1,0 0 0,1 1-1,0 0 1,1 1-1,-1 1 1,-17 16 0,30-24-38,1 1-1,0 0 1,-1 0 0,1 1 0,1-1 0,-1 1 0,0-1 0,1 1 0,0 0-1,0 0 1,0 0 0,0 0 0,0 0 0,1 0 0,0 1 0,0-1-1,0 0 1,1 1 0,-1-1 0,1 1 0,0-1 0,0 1 0,1-1-1,-1 1 1,1-1 0,0 0 0,0 1 0,0-1 0,1 0 0,0 0 0,3 6-1,4 5-211,0-1-1,1 0 0,1 0 0,0-1 0,1-1 0,25 21 0,3-1-847,1-3 0,45 26 0,94 42-3835,-84-48-37,2 3-3535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20.4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9206 1086 8565,'-34'-72'562,"5"7"427,-41-66 0,41 86-442,-2 2 1,-1 0-1,-2 3 1,-2 0-1,-2 3 1,-52-41-1,35 37-57,-2 2 1,-2 3 0,-1 3-1,-89-37 1,5 16 41,-3 7 1,-1 5 0,-2 7 0,-163-15-1,25 22 35,-361 12-1,166 36 88,-756 129-1,-450 238 261,559-41-550,822-233-218,-459 238 1,347-94-36,354-208-89,2 3-1,2 2 1,-100 115-1,140-143-27,1 1 0,2 1 0,1 1 1,1 1-1,1 0 0,2 1 0,-11 35 0,19-47-12,1 0 1,2 0-1,-1 1 0,2 0 0,1-1 0,0 1 0,2 0 0,0 0 0,1-1 0,1 1 0,1-1 0,1 1 0,9 25 0,-1-16-21,0-1 1,2 0-1,1-1 0,2-1 1,0 0-1,2-1 0,0-2 1,2 0-1,41 34 0,-1-8-75,3-4-1,123 66 0,7-14-154,400 138 0,240 3-62,690 101-25,24-79-120,64-58-11,8-121 340,-664-123 492,-720 15 1,461-116 1,-595 114-234,-1-5-1,-1-4 1,143-76-1,-200 88-58,-1-2 1,-2-1-1,65-60 0,-80 63-28,-1-1 0,-1-1 0,-2-1 1,-1-1-1,33-63 0,-39 61-13,-1-1 0,-2 0 0,-2-1 0,0-1 0,-3 1 0,-1-1 0,4-69 0,-11 57-2,-1 0 1,-2 0-1,-2 1 1,-3 0 0,-19-64-1,4 41 14,-2 1 0,-67-122-1,40 100 36,-87-111-1,11 45-59,-6 7-1,-6 5 1,-7 7-1,-234-170 1,128 133-95,-7 10 1,-343-157-1,-99 33-1127,495 222-445,-315-57-1,270 87-627,193 31 555,0 3-1,-67 7 1,-53 25-6042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20.6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51 190 14445,'-37'-93'1808,"27"81"-359,10-9-353,0 0-24,0 0-1332,-3 0-872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22.1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1836 242 4604,'2'-3'1185,"23"-24"765,-22 24-1154,21-14 2506,-34 13-3257,0 1 0,0 0 0,0 1 0,-1-1-1,1 2 1,-1 0 0,0 0 0,1 1 0,-1 0 0,-16 3 0,-51-2-34,72-2-5,-340-46-161,328 43 182,-118-30-45,114 26 78,-1 0 0,2-2 0,-1-1-1,-19-13 1,6-4 344,33 26-177,-2 3-99,-2 2-62,0 1 0,1 0 1,-1 0-1,0 0 0,1 1 1,0-1-1,0 1 0,1 1 0,0-1 1,-4 6-1,-39 69 745,37-60-636,-63 132 805,18-33-590,-141 312 574,75-156-595,-133 216 957,220-438-1161,3 2-1,3 1 0,-36 97 1,56-128-171,2 0 1,0 0 0,2 0 0,0 1 0,2-1-1,1 1 1,1 0 0,1-1 0,1 1 0,1 0-1,12 41 1,-9-44-116,2 0 0,1-1 0,0 0 0,2 0 0,0-1-1,2 0 1,0-1 0,1-1 0,1 0 0,1-1 0,0 0 0,2-2 0,0 0 0,0-1-1,2 0 1,0-2 0,0 0 0,1-2 0,1 0 0,0-1 0,0-1 0,35 8 0,5-5-1599,0-2 0,1-3 1,-1-2-1,75-5 0,-12-3-3511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22.8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503 10 5681,'27'-3'317,"-1"0"190,0 1 0,0 0 1,38 4-1,329 75 3079,-221-37-3112,105 23-77,261 50 93,-281-63 485,-253-49-948,-1 0 0,1 0 0,-1 0 0,1 0 0,-1 1-1,0-1 1,0 1 0,5 3 0,-7-4 5,0 0-1,0 0 1,0 0-1,0 1 1,0-1 0,0 0-1,-1 1 1,1-1-1,0 0 1,0 1 0,-1-1-1,1 1 1,-1-1-1,0 1 1,1-1 0,-1 1-1,0-1 1,0 1-1,0-1 1,0 1 0,0-1-1,0 1 1,-1 2-1,-6 25 525,0 0 0,-3 0 0,-14 31 0,-47 85 767,20-42-643,-106 247 843,-18 39-684,-367 788 72,344-764-792,189-391-111,-2-1 0,0-1 1,-1 0-1,-2 0 0,-20 23 0,28-36-8,0-1 0,0 0-1,-1 0 1,1-1 0,-1 0 0,-1 0 0,1-1-1,-1 1 1,1-2 0,-1 1 0,0-1-1,0 0 1,-1-1 0,1 0 0,-1 0-1,1-1 1,-1 0 0,-8 0 0,-1-2-32,1-2 1,-1 1 0,1-2 0,0 0-1,-19-8 1,-85-40-829,89 37 516,-298-157-5280,197 99 651,3 5-2667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24.1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3126 345 9293,'-15'-16'575,"0"0"1,-1 2 0,0 0-1,-33-22 1,-82-38 1222,97 56-1514,-19-9-126,-2 3 0,0 2 0,-2 2 0,0 3 0,-1 2 0,-71-8 0,99 19-308,1 1-1,-1 2 0,0 1 0,0 1 1,0 2-1,-36 8 0,59-9 102,0 0 0,1 1 0,-1 0 0,1 0 0,-1 1 0,1-1 0,0 1 0,0 1 0,1-1 0,-1 1 0,1 0 0,0 0 0,1 1 0,-6 6 0,-1 7 41,0 0 1,1 1 0,-9 26 0,-16 30 272,-12 11 291,-5-3 0,-95 122 0,-422 388 445,377-403-1042,-141 151-172,22 19 32,288-333 185,-32 41 169,2 2 0,-70 127 1,114-180-48,0 2 0,1-1 0,1 1 0,1 0 0,1 1 0,0 0 0,2-1 1,-1 24-1,4-38-43,1-1 0,-1 1 0,1 0 0,1-1 0,-1 1 1,1-1-1,0 1 0,0-1 0,1 0 0,-1 0 1,1 0-1,5 7 0,0-3 10,0 0 0,0 0 0,1 0 0,15 11 0,257 168-559,-268-180 378,395 208-4464,-239-133-429,-49-21-1192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24.8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3289 5 3904,'34'-2'209,"2"0"198,1 2 0,51 5 0,-4 8-25,1 4 0,-2 3 0,0 5-1,138 59 1,295 147 85,-88-65 1907,-425-165-2346,0 0 0,0 0 0,0 0 0,0 1-1,0-1 1,0 1 0,-1 0 0,1-1 0,0 1 0,-1 0 0,0 1 0,1-1 0,-1 0 0,0 1 0,0-1 0,-1 1 0,1 0 0,0 0 0,-1 0 0,1-1 0,-1 1 0,0 0 0,0 1 0,-1-1 0,1 0 0,0 0 0,-1 0 0,0 0 0,0 1 0,0-1 0,0 0 0,0 0 0,-1 0 0,0 5 0,-4 11 108,-1-1 0,0 0 0,-1 0 1,-16 29-1,9-19 66,-77 155 754,-187 277 0,142-256-702,-395 566 498,517-752-720,-547 718 1365,524-691-1350,10-12 164,-1 0 0,-40 34 0,57-57-138,0-2 0,-1 1 0,0-1 0,-1-1 0,0 0 0,0-1 0,-1 0 0,1-1 0,-1-1 0,-21 4 0,6-4 14,0-2 0,0 0 0,0-2 0,-52-7 1,-117-30-20,142 24-110,-974-239-4779,917 223 4362,-257-71-1203,-476-114-3645,612 166 2302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27.7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24 916 3636,'-11'9'1494,"11"-9"-1324,0 0-1,0 0 1,0 1 0,-1-1 0,1 0-1,0 0 1,0 1 0,0-1 0,-1 0 0,1 0-1,0 0 1,0 1 0,-1-1 0,1 0-1,0 0 1,-1 0 0,1 0 0,0 0-1,0 0 1,-1 1 0,1-1 0,0 0 0,-1 0-1,1 0 1,0 0 0,-1 0 0,1 0-1,0 0 1,0 0 0,-1 0 0,1-1-1,0 1 1,-1 0 0,1 0 0,0 0 0,-1 0-1,1 0 1,0 0 0,0-1 0,-1 1-1,1 0 1,0 0 0,0 0 0,0-1-1,-1 1 1,1 0 0,0-20 1893,1 12-1892,1 1 0,0 0 0,1 0-1,5-12 1,-3 10 63,-1 0-1,-1 0 1,1-1 0,3-17-1,2-8 160,-7 32-218,-2 0-13,6-27-43,-6 27-77,4-10 25,-1 2-99,-5 9-296,-10 12-378,5-2 774,5-6-87,-1-1 16,-11 9 225,16-9 697,26-16 317,-20 11-1501,451-205 1962,21 41-1238,-177 75-568,490-87 0,-617 155-307,1 7-1,0 7 1,0 9-1,242 26 1,-238 1-1670,300 79 0,-439-91 143,0 1 0,71 36 0,-51-10-4172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28.1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399 209 6173,'2'-11'409,"-2"0"0,0 0 1,0-1-1,-1 1 0,0 0 1,-1 0-1,0 1 0,0-1 0,-2 0 1,1 1-1,-1-1 0,-1 1 1,-7-12-1,-19-21 246,29 41-605,-2 3 5,-35 9 23,38-10-74,1 1 0,-1-1 1,0 0-1,0 0 1,0 1-1,0-1 1,0 1-1,0-1 1,1 1-1,-1-1 1,0 1-1,0-1 1,1 1-1,-1 0 1,0-1-1,1 1 1,-1 0-1,1 0 1,-1 0-1,1-1 1,-1 1-1,1 0 1,-1 0-1,1 1 1,-1 0-5,1-1 0,-1 0 0,0 1 0,0-1 0,1 0 0,-1 0 0,0 1 0,0-1 0,0 0 0,0 0 0,-1 0 0,0 1 0,-7 3-1,5-3 6,0 0 1,0 0-1,0 0 0,1 1 1,-1 0-1,1-1 0,0 1 1,-1 0-1,1 1 0,1-1 1,-1 0-1,-3 7 0,5-10-7,0 1 0,0 0 0,0 0 0,0-1 0,0 1 0,0 0 0,0-1 0,0 1 0,0-1 1,0 1-1,0-1 0,0 0 0,-1 1 0,1-1 0,0 0 0,0 0 0,-2 0 0,-1 1-3,-53 24-105,54-24-212,0 0 176,0-1 0,0 1-1,1 0 1,-1 0 0,0 0 0,0 0-1,1 1 1,-1-1 0,-2 3 0,-9 3-615,-33-2-3497,21 0 1274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28.4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2875 1 7145,'1'19'822,"0"0"0,2 0 0,0 0 0,10 31 0,32 74 2287,-26-78-2231,147 326 2699,16 45-3045,-170-385-844,-2 0 0,-1 1 1,-2 0-1,-1 1 0,3 67 0,-9-84 66,-1 1 0,0-1 0,-2 0 0,0 1 0,0-1 0,-2 0-1,0-1 1,-1 1 0,-1-1 0,0 0 0,-1-1 0,-1 0 0,-16 22 0,7-17-77,0 0-1,-2-1 1,-1-1 0,0-1 0,-1 0 0,-1-2 0,0-1 0,-42 19 0,-6-3-544,-137 37 1,71-33 250,-157 18 0,-145-7 213,-309-6 404,260-18 40,-44 18-3266,403-29 1633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29.0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882 1 9749,'-66'125'3515,"18"-29"-1728,-249 535 1813,122-236-3151,9-28-181,131-276-213,4 0 0,-23 110 0,51-183-52,0 1 0,1 0 0,1-1-1,0 1 1,2 0 0,0 0 0,1-1 0,1 1-1,1-1 1,0 1 0,10 23 0,-8-28-46,0-1 0,1 0 0,1 0 0,0 0-1,1-1 1,0 0 0,1-1 0,0 0 0,0 0 0,1-1 0,1-1 0,0 0 0,0 0 0,25 11-1,-2-4-259,0-2 0,1-2 0,1-1 0,0-2-1,1-1 1,49 3 0,232-3-2708,0-22-2643,-164 5 505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29.4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583 0 8565,'2'2'1694,"0"-1"-1516,0 1-1,0-1 1,0 1-1,0 0 1,0 0 0,-1 0-1,1-1 1,-1 2-1,0-1 1,1 0 0,-1 0-1,0 0 1,0 0-1,0 1 1,-1-1 0,1 0-1,-1 1 1,1-1-1,-1 1 1,0-1 0,1 1-1,-1-1 1,-1 1 0,1 2-1,1 9-75,0 1 235,2 0-1,7 28 0,2 4 68,0 1-332,3-2 1,19 46-1,-22-63-163,-7-16 60,-1 0-1,-1 1 0,0-1 1,0 1-1,-1-1 1,-1 1-1,0 0 0,-1 0 1,-1 0-1,0-1 1,-1 1-1,0 0 0,-1-1 1,-6 17-1,-12 31-872,-2 0 0,-43 79 1,63-135 831,1 0-1,-1 0 1,0-1 0,0 1 0,-1-1 0,1 0 0,-1 0 0,0 0 0,0 0 0,-1-1 0,1 0 0,-1 1 0,1-2 0,-1 1 0,-5 2 0,-2-1 40,0-1 0,0 0 0,0-1 0,-1-1 0,-15 1 0,-30 1-722,0-3 0,-112-14 0,93 4-2021,-9 4-1014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29.7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28 8921,'-17'-27'1704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34.7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889 148 6649,'-8'-14'1695,"0"-1"1,2 0-1,-1 0 1,-7-32-1,2 24 1514,8 16-2476,3 4 151,-3 2-124,-5-2-397,7 2-277,1 1-1,-1-1 1,0 0 0,1 1-1,-1 0 1,0-1 0,0 1-1,0 0 1,1 0 0,-1 0-1,0 0 1,0 0 0,0 0 0,1 0-1,-1 1 1,0-1 0,0 1-1,1-1 1,-1 1 0,0 0-1,1-1 1,-1 1 0,0 0-1,1 0 1,-1 0 0,1 1-1,-3 1 1,-19 17 575,1 1 0,1 0-1,-24 34 1,-52 82 382,25-33-574,44-66-350,-176 249-884,147-198-307,-60 125 0,60-81 137,52-118 808,0 0-1,2 0 1,-1 0 0,2 1-1,0-1 1,1 1 0,0 18-1,2-29 98,-1 0-1,1 0 0,0 0 0,0 0 0,0 0 0,1 0 0,0-1 0,0 1 0,0 0 1,0-1-1,1 0 0,0 1 0,0-1 0,0 0 0,0-1 0,7 7 0,-4-5 3,1-1 0,-1 0 0,1-1-1,-1 0 1,1 0 0,0 0 0,0-1-1,0 1 1,1-2 0,8 2 0,14-1-25,0 0 1,0-3 0,1 0 0,40-8-1,-67 8 49,61-7-69,114 0 0,-144 9 67,1 2 0,-1 2 0,0 1-1,65 20 1,-19-4 17,2-3 0,110 11 0,-167-26-36,170 10-611,-124-12-803,85 15 1,-154-17 1069,-5 1-199,0-1 548,1 0-1,-1 1 0,0-1 0,1 1 0,-1-1 1,1 1-1,-1 0 0,1-1 0,-1 1 0,1 0 1,-1 0-1,1 0 0,-2 2 0,11 3 14,1 0 0,-1-1 0,1 0 0,0 0 0,1-1 0,-1 0 0,15 4 1,78 16-19,-66-16 27,17 1-141,79 5 1,-68-9 114,-39-4 1,0-1 0,0-1 0,42-8 1,13-1 18,-78 10 2,0 0-1,0 0 0,-1 0 1,1 1-1,0-1 1,0 0-1,0 1 0,0-1 1,0 1-1,0 0 1,-1-1-1,1 1 1,0 0-1,-1 0 0,3 2 1,22 25 65,-22-22-63,0 1 0,-1-1 0,0 1 0,0 0 0,-1 0 0,0 0 0,2 12 0,6 52 6,-10-66-172,-1 1 1,1 0-1,-1-1 0,0 1 0,0-1 0,-1 1 0,0-1 1,0 0-1,0 0 0,-5 8 0,12-13-16,34-3 34,-1-1 0,74-19 0,-57 11 125,-17 2 28,-2-1 0,0-2 0,0-1 0,-1-2-1,-1-2 1,0-1 0,35-27 0,202-178 1428,-261 215-1304,-6 6-29,-1 0 0,0 0 0,0-1 0,0 1-1,0 0 1,-1-1 0,0 0 0,4-6 0,-5 8 201,-3 4-25,-11 15-179,0 0-1,2 1 1,0 0 0,1 1-1,1 0 1,1 1 0,0-1-1,2 1 1,0 1 0,1 0-1,2-1 1,0 1-1,1 0 1,1 40 0,2-55-137,0 0 0,0 0 1,1 0-1,0 0 0,0 0 1,0 0-1,1 0 0,0-1 1,0 0-1,0 1 0,1-1 1,0 0-1,0-1 0,0 1 1,0-1-1,1 1 0,0-1 1,0-1-1,0 1 0,0-1 1,0 0-1,1 0 0,8 3 1,12 5-139,1-2 0,1-1 0,48 8 1,-70-15 129,62 10-549,0-3 0,1-3 0,-1-3 0,1-3 0,133-19 0,-178 15 656,1-1 1,-1-1-1,35-14 0,-56 19 58,-3 5-117,0 0 0,1 0 1,0 1-1,-1-1 1,1 0-1,0 0 1,0 0-1,1-1 0,-1 1 1,0 0-1,1 0 1,0-1-1,0 1 0,0-1 1,0 1-1,0-1 1,0 0-1,0 0 1,1 0-1,-1 0 0,1 0 1,0 0-1,-1-1 1,7 3-1,6 2-64,0 0 0,1-1 0,26 4 0,-20-3-15,31 5-70,1-2 1,0-3-1,82 1 0,-134-7 148,0-1 0,-1 1-1,1 0 1,0-1 0,-1 1-1,1-1 1,0 1 0,-1-1 0,1 0-1,-1 0 1,1 0 0,1-1-1,9-2 138,-36-2-27,-1 1 1,-1 2-1,1 1 1,-42 1-1,63 1 78,6 1-103,4 2-58,-1 0 1,1-1 0,0 0-1,0 0 1,0 0-1,0-1 1,0 1-1,0-2 1,12 2-1,64-4 307,-66 1-236,21-2 221,0-1 1,0-2-1,-1-2 0,47-15 0,-59 15 33,0-2 0,0-1 0,-1-1-1,-1-1 1,0-1 0,0 0 0,22-22-1,52-47 2227,-95 81-2389,-3 24 70,1-12-326,0-1-1,1 1 0,1 0 0,0-1 0,0 1 0,1 0 1,0-1-1,0 0 0,1 1 0,1-1 0,5 11 1,-3-9-181,1-1 1,1 1 0,0-1 0,0-1 0,1 0-1,0 0 1,1 0 0,12 7 0,-8-5-125,2-1 1,-1-1 0,1-1 0,0 0 0,1-1-1,0 0 1,0-2 0,0 0 0,1-1-1,0-1 1,26 2 0,-22-4 117,0-1-1,0-2 1,0 0 0,0-1 0,0-1-1,-1-1 1,0-1 0,0-1 0,21-10-1,69-43-2314,-53 25-447,-6 6-8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34.9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141 1 7093,'-23'12'10209,"19"6"-9889,-2 0-88,-4-9-532,0 0-720,-7 3-453,4-3-1063,-11 3-1116,-9 9-2237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37.0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858 3 12981,'-5'-1'206,"0"0"-1,0 1 1,-1-1-1,1 1 1,0 1-1,0-1 1,0 1-1,0-1 1,-1 1-1,1 1 1,0-1-1,1 1 1,-1 0-1,0 0 1,0 0-1,-5 5 1,-134 72 2513,6-4-1964,25-5-1061,-197 161-1,250-169 40,58-60 242,15 13-35,-11-14 63,-1 0 1,0 0 0,1 0-1,-1 0 1,1 0 0,0 0-1,-1 0 1,1 0 0,0 0-1,-1-1 1,1 1 0,0-1-1,0 0 1,0 1 0,-1-1-1,1 0 1,0 0 0,0 0-1,2 0 1,41-7 108,-29 4-77,76-10 90,-1 3-1,1 4 0,169 12 1,-224 1-111,1 1 0,-1 1 0,-1 2 0,0 2-1,0 1 1,-2 2 0,0 1 0,38 26 0,-3-5 2,1-3 0,3-4 0,100 31-1,-48-23-1,55 19-340,-165-53 263,0-1 1,0 0 0,0-1-1,0-1 1,0 0-1,0-1 1,24-1-1,43 2 18,141 23 0,80 37-520,-216-43 44,-17-5-1023,2-2 0,124 3 1,-180-15 757,0-1 1,0-1-1,22-6 1,-10 3-2391,0 1-793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51.3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1306 459 5945,'-1'-8'1047,"1"1"0,0-1 1,1 0-1,-1 1 0,2-1 1,1-8-1,-2 12-762,-1 0 0,1 0 0,-1 0-1,0 0 1,0 0 0,-1 0 0,1 0 0,-1 0 0,0 0 0,-1-4 0,-1-2 312,-7-42 1575,5 21-1218,-2 0 0,0 0-1,-2 1 1,-2 0 0,-17-37 0,26 62-837,-1 1 0,0-1 0,0 1-1,-1 0 1,1 0 0,-1 0 0,0 1-1,0-1 1,0 1 0,0 0 0,0 0-1,-1 0 1,0 0 0,1 1 0,-6-2 0,2 2-8,1 0 1,0 0 0,-1 1 0,1 0-1,-1 1 1,1 0 0,-1 0 0,1 0 0,-13 3-1,-1 2 43,0 1 0,1 1 0,0 1 0,0 0 0,0 2-1,-26 17 1,-3 6 91,3 2-1,-70 66 1,-68 98 133,165-176-350,1 0 1,1 2 0,1 0-1,1 1 1,1 0-1,1 1 1,-10 35-1,19-51-25,2 0-1,-1 1 1,2-1-1,-1 1 0,2 0 1,-1 0-1,2-1 1,-1 1-1,4 14 0,-2-18-14,1 1 0,-1-1-1,2 0 1,-1 0 0,1 0-1,0 0 1,1 0 0,0-1-1,0 0 1,0 0 0,1 0-1,0-1 1,11 9 0,-4-5-24,0-2 0,1 1 1,0-2-1,0 0 1,0 0-1,1-1 0,0-1 1,0-1-1,1 0 0,19 2 1,7-1-57,-1-2-1,72-4 1,-69-1 59,0-3 1,-1-1-1,0-3 0,0-1 1,-1-2-1,0-2 0,61-29 1,-83 33 69,0-1 1,0-1 0,-2-1-1,1 0 1,-1-2 0,-1 0-1,-1-1 1,0 0-1,-1-2 1,-1 1 0,-1-2-1,0 0 1,-1-1 0,-1 0-1,-1 0 1,9-27 0,48-144 1859,-67 191-1881,0 0-1,0 0 0,0 0 0,0 0 1,0-1-1,0 1 0,0 0 0,0 0 1,0 0-1,0 0 0,0 0 1,0-1-1,0 1 0,0 0 0,0 0 1,0 0-1,1 0 0,-1 0 1,0-1-1,0 1 0,0 0 0,0 0 1,0 0-1,0 0 0,0 0 0,0 0 1,0 0-1,1 0 0,-1-1 1,0 1-1,0 0 0,0 0 0,0 0 1,0 0-1,0 0 0,1 0 1,-1 0-1,0 0 0,0 0 0,0 0 1,0 0-1,0 0 0,1 0 0,-1 0 1,0 0-1,0 0 0,0 0 1,0 0-1,0 0 0,1 0 0,-1 0 1,4 11 303,1 26-211,-4-26-53,32 131-29,-1-10-26,39 471 2,-64-435 0,-25 274 0,11-371 0,-4 0 0,-3-1 0,-3-1 0,-46 120 0,46-151 0,-1-1 0,-1 0 0,-3-1 0,-1-1 0,-1-1 0,-2-1 0,-1-2 0,-2 0 0,-48 40 0,39-44 0,-1-1 0,-1-1 0,-1-3 0,-1-1 0,-1-3 0,0-1 0,-2-2 0,0-2 0,-47 8 0,11-8 0,0-4 0,0-3 0,0-4 0,-109-11 0,154 6 0,1-1 0,-55-15 0,80 16-213,-1-1 1,1 1-1,-1-2 1,1 1-1,1-1 1,-1-1-1,1 0 0,0 0 1,0-1-1,0 0 1,1-1-1,-10-11 0,15 15-71,0 0 0,0-1 0,1 0 0,-1 0 0,1 0 0,0 0 0,0 0 0,1 0 0,0 0 0,0-1 0,0 1 0,0 0 0,1-1 0,0 1 0,0 0 0,0-1 0,1 1 0,0-1 0,2-8 0,1 3-840,0 1 1,0 0-1,1 0 1,0 0-1,1 0 1,0 1-1,0 0 1,15-16-1,42-32-10103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52.3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54 1464 12173,'0'0'7708,"1"5"-6668,1 35-164,-2 0 0,-2 0 0,-1 0-1,-3 0 1,-11 44 0,8-40-546,1 1 0,2 0 0,1 85 0,6-112-294,0 12 87,1-1-1,2 0 1,1 0-1,12 43 1,-15-69-113,-1 0 1,1-1-1,-1 1 1,1 0 0,0-1-1,0 1 1,4 2 0,-3-1-1,4-3 27,9-5-32,0 0 1,-1-1 0,1-1-1,-1 0 1,-1-1-1,1-1 1,-1 0 0,-1-1-1,0 0 1,17-15 0,73-75-4,16-15-44,-102 100 35,1 1 0,0 1 0,0 0-1,1 1 1,27-10 0,-41 19 18,0 0 1,0 1-1,0 0 1,0 0-1,0 1 0,0-1 1,1 1-1,-1 0 1,0 0-1,0 1 0,0 0 1,1 0-1,-1 0 1,10 4-1,-4 0 80,1 0 0,0 1-1,-1 1 1,17 13 0,70 60 439,-57-45-298,80 53 0,-105-79-208,0 0 1,1-1-1,0 0 1,1-2-1,-1 0 1,1-1-1,0-1 0,0 0 1,22 1-1,-17-4-36,-1-2-1,1 0 0,-1-1 0,1-1 1,-1-1-1,0-1 0,0-1 0,0-1 1,-1-1-1,0-1 0,-1-1 0,0 0 0,0-2 1,28-22-1,-14 7-203,-2-2 1,-1-2-1,-1-1 0,-2-1 0,-1-1 1,36-63-1,-25 35-258,42-95-1,-77 151 450,-1 1-1,-1-1 0,1 0 1,-1 1-1,0-1 0,1-11 1,-2 16 21,0 0 0,0 0 0,0 0 0,0 0 0,0 0 0,-1 0 0,1-1 1,0 1-1,0 0 0,-1 1 0,1-1 0,0 0 0,-1 0 0,1 0 0,-1 0 0,1 0 0,-1 0 1,0 0-1,1 1 0,-1-1 0,0 0 0,0 0 0,1 1 0,-1-1 0,0 1 0,0-1 0,0 1 1,0-1-1,0 1 0,0-1 0,0 1 0,0 0 0,0-1 0,0 1 0,0 0 0,0 0 1,0 0-1,0 0 0,-2 0 0,-6 2 1,0 0 1,1 0 0,-1 1-1,0 0 1,1 0-1,0 1 1,0 1-1,0-1 1,0 1 0,0 0-1,1 1 1,0 0-1,1 0 1,-1 1-1,-5 7 1,-14 16 59,1 1 0,-22 37 1,30-39-3,0 1 0,1 0 0,-17 50 0,27-63-37,1 0 0,1 1 0,0-1 1,1 1-1,1 0 0,1 0 0,0 0 0,3 24 1,0-35-64,-1-1 1,1 0-1,0 1 1,0-1-1,1 0 1,0 0-1,0 0 1,0 0 0,1-1-1,0 1 1,0-1-1,0 0 1,1 0-1,-1-1 1,1 1-1,1-1 1,-1 0 0,0 0-1,1-1 1,0 1-1,0-1 1,0-1-1,0 1 1,0-1-1,13 3 1,-11-3-63,-1-1 1,0 1-1,1-1 0,0-1 1,-1 1-1,1-1 0,-1-1 1,1 1-1,-1-1 0,1-1 1,-1 1-1,0-1 0,1-1 1,-1 1-1,0-1 0,0-1 1,-1 1-1,1-1 0,-1 0 1,0 0-1,0-1 0,8-8 1,1-5-18,-1 0 0,-1-1 1,-1-1-1,-1-1 1,16-36-1,31-118-126,-36 102 178,120-352-125,40-128 111,-133 380 370,32-217 0,-77 364-234,-1 11 13,0 0-1,-2-1 0,1 0 0,-2 1 1,0-1-1,-1 0 0,-4-23 1,5 39-50,0 0 1,0-1 0,0 1-1,0 0 1,0-1 0,0 1-1,0 0 1,0-1 0,0 1-1,0 0 1,0-1 0,-1 1-1,1 0 1,0-1 0,0 1-1,0 0 1,-1 0 0,1-1-1,0 1 1,0 0 0,-1 0-1,1-1 1,0 1 0,-1 0-1,1 0 1,0 0 0,-1 0-1,1-1 1,0 1 0,-1 0-1,1 0 1,0 0 0,-1 0-1,1 0 1,0 0 0,-1 0-1,1 0 1,0 0 0,-1 0-1,0 0 1,-13 13 375,-11 24 104,11-5-210,0 0 0,3 1 0,-11 46 0,9-30-91,-24 93 176,7 2 0,-23 285 0,50-373-422,2 0-1,3 0 1,2 1-1,2-1 1,15 56 0,-15-88-112,1-1 1,1-1-1,1 1 1,0-1-1,2-1 0,1 0 1,0 0-1,2-1 1,0-1-1,1-1 1,1 0-1,1 0 0,1-2 1,27 21-1,-32-28 68,1-1 0,-1 0 0,2-1 0,-1 0 0,1-1 0,0-1 0,0 0 0,1-1 0,-1-1 0,1 0 0,17 0 0,-12-3 12,1-1 0,-1 0 1,1-2-1,-1 0 0,0-1 0,0-2 1,29-10-1,-11-1 19,-1-2 0,-1-1-1,-1-2 1,-1-1 0,0-2 0,-2-1-1,56-59 1,197-271 1039,-175 207 899,-74 104-518,-36 43-679,0 7 23,0 19-335,0 1 0,-2-1 0,0 0 0,-8 37 0,-31 104 242,21-89-411,17-69-187,-10 41-589,2 0 1,-6 67 0,7 48-5238,9-160 5111,0 0 0,1 1 0,-1-1 1,1 0-1,-1 0 0,1 0 0,0 0 1,0 0-1,0 0 0,3 4 0,-1-1-1280,7 15-8326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52.4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 9057,'0'0'2572,"17"-3"-1868,3 0-112,-6 12-404,-1 3-448,7 6-328,17 9-516,-10-2-2196,3 2-1577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52.7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814 73 9265,'40'-33'4758,"-40"30"-4167,0-1-1,-1 0 0,1 0 0,-1 1 1,0-1-1,0 0 0,-3-6 0,3 10-350,1 0-216,0 0 1,0 0-1,0 0 1,0-1-1,0 1 1,0 0-1,0 0 0,0 0 1,0 0-1,0 0 1,0-1-1,0 1 0,0 0 1,-1 0-1,1 0 1,0 0-1,0 0 1,0 0-1,0 0 0,0-1 1,0 1-1,-1 0 1,1 0-1,0 0 0,0 0 1,0 0-1,0 0 1,0 0-1,-1 0 0,1 0 1,0 0-1,0 0 1,0 0-1,0 0 1,0 0-1,-1 0 0,1 0 1,0 0-1,0 0 1,0 0-1,0 0 0,0 0 1,-1 0-1,1 0 1,0 0-1,0 1 1,-15 1 240,1 1 1,-1 1-1,1 1 1,0 0-1,1 1 1,-1 0-1,1 1 1,0 0-1,1 1 1,0 1 0,0 0-1,-19 19 1,-8 13 95,-69 93 1,106-132-348,-195 249-560,110-141-203,47-59 211,2 1 0,3 2 0,-36 72 0,61-107 551,8-15 37,-1-1 0,1 1 0,0 0 0,0 0 0,0 0 0,1 0 0,-1 1 0,1-1 0,0 0 0,0 0 0,0 1 0,1-1 1,0 1-1,0 4 0,0-8-28,1 0 1,-1 0-1,0 0 1,1 0 0,0 0-1,-1 0 1,1-1-1,-1 1 1,1 0-1,0 0 1,0-1 0,0 1-1,-1 0 1,1-1-1,0 1 1,0-1 0,0 1-1,0-1 1,0 1-1,0-1 1,0 0-1,0 1 1,0-1 0,0 0-1,0 0 1,0 0-1,0 0 1,0 0-1,0 0 1,0 0 0,0 0-1,0 0 1,0 0-1,0-1 1,2 1 0,44-16 524,-37 12-407,140-66 2292,-119 52-1900,1 2-1,1 1 1,1 2-1,-1 1 0,50-10 1,-78 21-503,0 1 0,0 0 0,0 0 0,0 0 0,0 1 0,0 0 0,0-1 0,-1 2 1,1-1-1,0 1 0,-1-1 0,1 1 0,-1 1 0,1-1 0,-1 1 0,5 3 0,-1 0-229,-1 0 1,-1 1-1,1-1 0,-1 1 1,0 1-1,0-1 0,6 14 1,23 49-2877,-24-46 616,0-1 0,1-1 1,1 0-1,19 23 0,12 1-6838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53.6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2429 1162 9641,'41'-86'2187,"-40"81"-1948,0 1 0,0-1 0,0 0 0,0 0 0,-1 0 0,0 0 0,0 0 0,0-1 0,0 1 0,-1 0 0,0 0 0,0 1 0,-3-10 0,0 3 236,3 6-253,0 0 0,-1 0 0,0 0 0,0 1 0,0-1 0,-1 0 0,1 1 0,-1-1 0,0 1 0,-1 0 0,1 0 0,-1 0 0,0 1 0,1-1 0,-10-5 0,6 5-48,0 1-1,0 0 1,0 0 0,0 0-1,-1 1 1,0 0-1,1 1 1,-1 0 0,-13-1-1,-6 3 110,0 0 0,0 2 1,1 1-1,-53 16 0,6 2 178,1 3 0,-131 67 0,111-40-139,-134 100 0,119-71-426,3 4-1,5 5 1,3 4-1,-90 116 1,167-186 0,-21 36 0,36-52 80,0-1 0,0 1 1,1-1-1,0 1 0,1 0 0,0 0 0,0 1 0,0-1 0,0 15 0,2-21 18,0 0 0,0 0-1,0 0 1,1 1 0,-1-1-1,1 0 1,-1 0-1,1 0 1,0 0 0,0 0-1,0 0 1,0 0-1,0 0 1,0 0 0,0 0-1,0-1 1,1 1 0,-1 0-1,1-1 1,0 1-1,-1-1 1,1 0 0,0 1-1,0-1 1,0 0-1,0 0 1,0 0 0,0 0-1,0-1 1,0 1-1,0 0 1,0-1 0,0 0-1,0 1 1,1-1 0,-1 0-1,2 0 1,11 0-14,0-1 1,-1 0 0,1-1-1,19-6 1,-27 7 12,110-29-20,-1-5 0,-2-5-1,128-65 1,309-192 12,-543 293 14,97-51-60,-96 51 54,0 1 0,0-1 0,0 2 1,0-1-1,1 1 0,-1 1 0,0-1 0,1 2 1,15 0-1,-20 0 4,-1 1 1,0 1 0,0-1-1,1 1 1,-1 0 0,0-1-1,-1 2 1,1-1-1,0 0 1,0 1 0,-1 0-1,0 0 1,6 6 0,2 4-3,0 1 1,11 18 0,-3-4-2,-9-12-2,0 0 1,10 24-1,7 12-3,-9-20-33,-1 0-1,-1 2 1,-2 0 0,-2 0 0,15 67-1,10 27-130,-19-76 67,-1-9 105,-11-38 9,-1-4-4,-2 0-1,0 0 0,1 0 0,-1 0 0,0-1 1,0 1-1,1-1 0,-1 0 0,0 0 0,1 0 0,-1-1 0,0 1 0,0-1 0,1 0 0,-1 0 0,0 0 1,0 0-1,0 0 0,0-1 0,0 1 0,4-4 0,39-33 184,-1-2-1,47-55 1,-62 61-146,-1-2-1,-2 0 1,-1-2 0,-2-1-1,-2-1 1,-1-1 0,-3-1-1,-1 0 1,-2-1 0,-2-1-1,11-65 1,-17 52-55,-1 0-1,-3 0 0,-3-1 1,-2 1-1,-3 0 1,-2 0-1,-3 0 0,-28-93 1,18 88-16,-2 1 0,-3 1-1,-2 1 1,-65-101 0,68 127 15,-1 0-1,-1 2 1,-2 1-1,0 1 0,-3 1 1,0 2-1,-1 1 1,-68-38-1,51 37 16,-1 3-1,-2 1 1,0 3-1,-1 2 1,-1 3-1,0 2 1,-1 2-1,0 3 1,0 2-1,-1 2 1,1 3-1,-1 3 1,1 1-1,-1 4 1,2 1-1,-1 3 1,2 3-1,0 1 1,0 3-1,2 2 1,0 3-1,-52 33 1,18 0 31,2 4 0,4 3 0,2 4 0,4 3-1,-102 126 1,68-57 45,7 4-1,-115 222 1,148-235-22,7 4 0,-85 274-1,115-296-2,6 1 0,4 2 0,6 0 0,-1 142 0,16-197-44,1-1-1,4 1 1,2-1-1,2 0 1,27 82-1,-28-115 1,1 0 1,1-1-1,2 0 0,0-1 1,2 0-1,1-1 0,1-1 0,1-1 1,0 0-1,2-1 0,1-1 1,0-1-1,38 26 0,-31-29-43,1 0 0,1-2 0,0-2 0,1 0 0,1-2-1,-1-2 1,2 0 0,-1-3 0,49 4 0,1-6-223,0-4 0,133-18 1,-54-5-1029,-1-7 1,-1-8 0,-2-6-1,185-80 1,-154 42-3705,-1-1-3017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54.2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1 477 11081,'73'-140'2046,"-65"125"-1672,1 0 0,1 1 0,1 0 0,0 0-1,0 1 1,1 1 0,1 0 0,0 0 0,1 2-1,21-14 1,-10 6 153,13-9 251,2 1 0,1 2 0,59-24 0,-82 40-608,0 1 0,1 1 0,0 1 0,0 1 0,0 0 0,0 2 0,1 0 0,-1 1 1,1 1-1,35 4 0,-45-2-119,0 1 1,-1 0 0,1 0 0,0 0-1,-1 2 1,0-1 0,0 1-1,0 0 1,-1 1 0,0 0 0,0 0-1,0 1 1,-1 0 0,0 0-1,0 1 1,-1 0 0,0 0 0,0 0-1,-1 1 1,0 0 0,0 0-1,-1 0 1,0 1 0,3 16 0,-1-4 69,-1 1 1,-2 0 0,0 0-1,-2 1 1,0-1 0,-2 0-1,0 0 1,-2 1 0,-10 42-1,1-25 77,-1-1 0,-3-1-1,-1 0 1,-27 43 0,-100 140 606,106-167-631,-112 159 356,-145 226 284,294-438-809,-65 123 245,59-111-204,1 1-1,1 0 1,0 1 0,1-1 0,1 1 0,-2 21 0,4-33-34,1 1 0,0-1 0,1 0 0,-1 0 0,1 0 0,0 0 0,0 0 0,0 0 0,0 0 0,1 0 0,-1 0 0,1-1 0,0 1 0,1-1 1,-1 1-1,0-1 0,1 0 0,0 0 0,0 0 0,0 0 0,0 0 0,0-1 0,0 1 0,1-1 0,-1 0 0,1 0 0,0 0 0,-1 0 0,1-1 0,4 2 0,12 2 0,0 0-1,-1-1 1,1-2-1,38 2 0,30-3-834,0-5-1,1-3 1,171-37 0,-1-24-3455,-6-14-4111,-92 28-2187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54.6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968 43 11605,'-44'15'2297,"43"-15"-2197,0 0 0,1 1-1,-1-1 1,0 0 0,0 0 0,1 0 0,-1 0 0,0 0-1,0 1 1,1-1 0,-1 0 0,0-1 0,0 1 0,1 0 0,-1 0-1,0 0 1,0 0 0,1-1 0,-1 1 0,0 0 0,0 0-1,1-1 1,-1 1 0,0-1 0,1 1 0,-1-1 0,1 1-1,-1-1 1,1 1 0,-1-1 0,1 1 0,-1-1 0,0-1-1,0 1 352,-10-8 4890,12 7-5177,0 1 1,-1-1-1,1 1 0,0 0 1,0 0-1,0 0 0,0-1 1,0 1-1,0 0 0,1 0 1,-1 0-1,0 1 0,0-1 1,3-1-1,4-2-5,1 0 0,0 1 0,0 1 0,0-1 0,0 1 0,0 1-1,0-1 1,0 2 0,1-1 0,-1 1 0,0 1 0,16 2 0,3 1 114,0 2 0,52 17-1,-69-19-247,1 1-1,-1 0 0,-1 0 1,1 1-1,-1 1 0,0 0 1,0 0-1,-1 1 1,0 0-1,-1 1 0,1-1 1,-2 2-1,1-1 0,-1 1 1,-1 0-1,0 1 1,0 0-1,-1-1 0,0 2 1,-1-1-1,-1 1 0,1-1 1,-2 1-1,0 0 0,0 0 1,-1 0-1,0 0 1,-1 0-1,-1 0 0,-2 13 1,-6 13-218,-3-2 1,-1 0-1,-1 0 1,-39 66-1,-23 57-366,69-141 489,1 1 0,1-1 1,1 1-1,0 0 0,1 0 0,0 39 0,5-40 51,1-1 1,0 0-1,1 0 1,1 0-1,1-1 1,0 0-1,1 0 1,1 0-1,11 17 1,-3-4-18,13 34 0,-27-56 36,1 0 0,-1 0 0,0 0 0,-1 0 0,0 1 0,0-1 0,-1 1 0,0-1 0,0 0-1,0 1 1,-1-1 0,0 1 0,-3 9 0,0-8 0,0 1 0,0-1 0,0 0 0,-1 0 0,-1 0 1,0-1-1,0 1 0,-12 11 0,-9 5 0,-2-1 1,-1-1-1,0-2 1,-42 22-1,58-35 0,-512 256-228,401-206-258,-38 12-773,-13 5-3849,160-64 3176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55.0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1223 511 11009,'-27'-28'1504,"21"23"-1067,1 0 0,-1 0 1,1 0-1,1-1 0,-1 0 1,1 0-1,0 0 0,1 0 0,-1 0 1,1-1-1,0 0 0,1 0 0,-1 0 1,2 0-1,-1 0 0,0-8 0,1 8-204,1 0 0,0 1 0,1-1 0,0 1 0,0-1-1,0 1 1,1-1 0,0 1 0,0 0 0,6-12-1,-2 7 42,1 0 0,0 0 1,1 1-1,0-1 0,10-8 0,6-4 154,1 2 1,1 0-1,45-25 1,-36 25-105,69-29-1,-88 43-253,-1 2 0,2 0 0,-1 1 0,0 0 0,1 1 0,0 1 0,20 0 0,-33 2-56,0 0 0,0 1-1,0-1 1,-1 1 0,1 0-1,0 0 1,0 0 0,0 0-1,-1 0 1,1 1 0,-1 0-1,1 0 1,-1 0 0,0 0-1,0 0 1,0 1 0,5 4-1,-6-3-5,1 0-1,-1-1 1,0 2 0,0-1-1,0 0 1,0 0-1,-1 1 1,1-1-1,-1 0 1,-1 1 0,1-1-1,0 1 1,-1 0-1,0-1 1,-1 5 0,-2 23 27,-1-1 1,-2 0-1,-14 44 1,10-41-73,1 1 0,-5 47 1,13-70 25,0 0 0,1 0 1,1 0-1,0 0 1,1 0-1,0-1 0,0 1 1,1 0-1,1-1 0,0 0 1,6 12-1,-2-10-3,0 0-1,0 0 0,2-1 1,-1 0-1,21 18 1,63 47-76,-41-36 31,-35-28 23,0 0-25,-1 1-1,-1 1 0,0 0 1,15 19-1,-26-29 47,-1-1-1,-1 1 0,1-1 0,0 1 1,-1 0-1,0 0 0,0 0 1,-1 0-1,1 0 0,-1 0 0,0 1 1,-1-1-1,1 0 0,-1 1 1,0-1-1,0 0 0,-1 1 1,0-1-1,0 0 0,0 0 0,-3 9 1,0-6-1,1 1-1,-2-2 1,1 1 0,-1 0 0,0-1 0,-1 0 0,-11 11 0,-1-1-9,-36 24 0,-13 4-40,-2-4-1,-92 41 1,-158 50-116,-643 191-3763,817-288 1943,61-16-466,2 5-3523,54-11-2488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55.6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1034 1462 10569,'-60'-14'527,"18"4"201,-1 1 0,-1 2 0,-69-1-1,-24 7 1711,1 7 0,-165 27 0,285-30-2173,1-1-1,-1 2 1,1 0-1,-1 1 1,1 0-1,-26 15 1,39-19-203,0 0 0,0 0 0,1 0 0,-1 0 0,0 0 0,1 1 0,0-1 0,-1 1 0,1-1 0,0 1 0,-1-1 0,1 1 1,0 0-1,0 0 0,-1 2 0,2-3-39,0-1 1,0 1-1,0 0 0,0-1 1,0 1-1,0 0 1,1-1-1,-1 1 0,0-1 1,0 1-1,0 0 1,1-1-1,-1 1 0,0-1 1,1 1-1,-1-1 1,0 1-1,1-1 0,-1 1 1,1 0-1,22 11 448,-5-6-312,0-1 0,0 0 0,1-2 0,20 2 0,93 0 220,-106-4-315,235-2 383,87-12-72,90-16-82,92-14-63,90-13-75,82-11-63,79-11 38,68-11-5,67-5 12,60-2-10,9176-726 1027,-9379 772-1353,-81 7-574,-89 7-470,-100 6-541,-101 10-764,-102 13-1030,-86 8-2752,-65 9-3862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57.2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193 6 3548,'-21'-5'2985,"21"5"-2789,-1 0 0,1 0 0,-1 0 0,1 0 0,-1 0 0,1 0 0,0 0 0,-1 0 1,1 0-1,-1 0 0,1 1 0,-1-1 0,1 0 0,0 0 0,-1 1 0,1-1 0,0 0 1,-1 0-1,1 1 0,0-1 0,-1 0 0,1 1 0,0-1 0,0 1 0,-1 0 0,0 19 3967,5 1-5272,10 48 2221,-3 2 0,4 117 0,-32 308 510,-27 1-906,13-157-388,15-149-293,-74 1140-1587,84-984-1673,70 637 1,-13-697-690,13-23-1909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57.8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1818 2660,'3'-1'819,"5"-4"-496,0-1-1,-1 0 1,1 0-1,-1-1 1,7-9-1,31-25 415,1 9-309,1 2 1,71-32-1,109-34 180,-197 84-530,985-328 1281,30 78-615,885-108-365,18 92-1539,-875 130-1702,-784 107 1452,130-17-778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58.9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 10 4004,'-31'-8'1477,"25"7"2834,6 1-4238,0 1 0,0 0-1,0-1 1,1 1 0,-1 0-1,0-1 1,0 1 0,1-1-1,-1 1 1,0 0 0,1-1-1,-1 1 1,1-1 0,-1 1-1,1-1 1,-1 1 0,1-1-1,-1 0 1,1 1 0,0 0 1,0-1 1,0 1 0,-1-1 0,1 1 0,-1 0-1,1-1 1,0 1 0,-1 0 0,1-1 0,-1 1-1,0 0 1,1 0 0,-1-1 0,0 1 0,1 0-1,-1 0 1,0 0 0,0 0 0,1-1 0,-1 2 0,2 47 647,19 95 1,-7-62-1809,-11-54-1370,0 36 1,-3-24-2826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8:59.1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123 0 3564,'12'3'635,"-11"0"95,-17 5 507,0-1-1002,12-4-156,0-1 0,1 1 0,-1 0 0,1 0 0,-1 1 0,1-1 0,0 1 0,0-1 0,1 1 0,-1 0 0,1 0 0,0 0 0,0 0 0,-3 8 0,0 5 157,1-1 1,-4 30-1,-22 379 2353,26-319-2283,-2 632 885,32-1-6010,-16-509 241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00.1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2453 18 4208,'0'0'2987,"-2"-2"-2137,1 1-805,-14-13 2771,0 21-470,3 0-2805,-21 13 970,16-10-283,0 0 0,1 1 0,1 0 1,-21 20-1,31-26-164,1 0 0,0 0 0,1 0 0,-1 1-1,1-1 1,0 1 0,0 0 0,1 0 0,-1 0 0,1 0 0,1 0 0,-1 1 0,1-1 0,0 0 0,0 1 0,1-1 0,1 13 0,2 11 160,2-1 0,1 0 0,11 31 0,36 88 568,-29-86-522,354 1077 1482,-353-1046-1685,117 436 266,-31 7-197,-90-381-258,3 233-1,-26-275-147,-5 0 1,-39 206-1,20-208-228,-5-2 0,-5-1 1,-5-2-1,-55 104 0,28-86-337,-4-3 0,-164 205 0,102-173 111,-5-7 1,-7-6 0,-6-6-1,-300 202 1,202-180-1516,-500 227 1,393-230-478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00.9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 83 3200,'-31'-14'2022,"30"13"-1924,1 0 0,-1 0-1,1 0 1,-1 0-1,1 0 1,0 0-1,-1 0 1,1 0-1,0-1 1,0 1 0,0 0-1,0 0 1,0 0-1,0 0 1,0 0-1,0-3 1,0 3 85,0 0-87,0-1-1,0 1 1,-1-1-1,1 0 1,0 1-1,0-1 1,1 0 0,-1 1-1,0-1 1,0 1-1,1-1 1,-1 0-1,1 1 1,-1-1 0,1 1-1,0-1 1,0 1-1,0 0 1,0-1 0,-1 1-1,2 0 1,-1 0-1,0-1 1,0 1-1,0 0 1,1 0 0,-1 0-1,0 0 1,1 1-1,-1-1 1,1 0-1,-1 0 1,1 1 0,-1-1-1,1 1 1,-1 0-1,1-1 1,0 1-1,-1 0 1,1 0 0,2 0-1,0 0 29,1 1 0,0-1 1,0 1-1,-1 0 0,1 0 0,0 1 0,-1-1 0,1 1 0,-1 0 0,0 0 0,0 1 1,0-1-1,7 7 0,8 9 132,-1 2-1,-2 0 1,0 1 0,-1 1-1,-1 0 1,-1 1 0,-1 0 0,-1 1-1,-1 0 1,12 44 0,0 22 297,17 153 1,-36-218-471,27 525 976,-46 6-491,6-319-388,7-168-136,-17 843 359,77-4-561,-41-799-156,3-1-1,6 0 1,72 192 0,-76-249-140,2-2 0,3 0 0,1-2 0,3-1 0,2-1 0,1-2 0,2-1 0,3-2 0,72 61 1,-57-60-1541,62 34 1,72 27-4155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02.3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798 408 5949,'2'-9'263,"0"1"0,0-1 1,-1 0-1,0 0 0,-1 0 1,0 0-1,0 0 0,-1 0 1,0 0-1,0 0 0,-1 1 1,-1-1-1,1 0 1,-1 1-1,-1-1 0,-4-7 1,-38-59 3357,-81-101 0,126 201-2735,3-6-601,1 1-1,0-1 0,2 0 1,8 24-1,34 75 524,-22-60-527,167 429 973,-34 18-689,-120-349-470,-7 2 0,-7 1 0,5 195 0,-29-223-251,-6 0 0,-6-1 0,-39 176 1,27-205-376,-5 0 0,-5-1 1,-3-3-1,-87 160 1,51-135-859,-5-2 1,-133 154 0,-81 29-4511,86-123-1041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03.0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935 205 4960,'-35'-15'1169,"26"12"-826,1 0 0,0-1 0,0 0 0,0 0 0,0-1 0,1 0 0,0 0 0,0 0 0,-11-12 0,1-5 850,0-1 0,2-1 1,-19-39-1,33 60-871,-2 5 144,-1 4-311,-1 0-1,0 1 1,1-1 0,1 1-1,-1 0 1,1 0 0,0 0-1,0 0 1,1 1 0,-2 11-1,-1-1 41,-93 376 1798,28-101-1194,-169 684 602,49 9-873,111-222-365,75-619-354,7 0 0,6 1 0,34 177-1,-26-241-144,4-2 0,3 0-1,3-2 1,4 0-1,66 117 1,-60-134-472,2-2 1,3-2-1,2-2 0,2-2 1,3-2-1,107 86 0,-94-90-1301,81 43 1,83 28-4154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03.7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2017 123 4596,'0'-4'351,"1"1"0,0 0 0,-1-1 0,0 1 0,0-1 0,0 1 0,0-1-1,-1 1 1,1-1 0,-1 1 0,0 0 0,0-1 0,0 1 0,-2-3 0,2 2-46,1 1-1,-1 0 1,1 0 0,-1 0 0,1 0 0,0-1 0,0 1 0,1-6 0,0 2 252,-1 5-452,1 1-1,0-1 1,-1 1-1,1 0 1,0-1 0,0 1-1,-1-1 1,1 1-1,0 0 1,0 0-1,1 0 1,-1 0 0,0 0-1,0 0 1,1 0-1,-1 0 1,0 0-1,1 0 1,-1 1 0,1-1-1,-1 0 1,1 1-1,2-1 1,1 3 53,1 0 0,-1 1 0,0 0 0,0 0 0,0 0 0,0 0-1,-1 1 1,1 0 0,-1 0 0,0 0 0,7 9 0,5 8 247,0 1-1,-1 0 0,-1 1 1,18 43-1,33 105 489,-62-162-853,43 140 375,-6 3 0,-7 1-1,21 230 1,-37-116-217,-21 326 1,-10-403-623,-8 0 1,-9-2 0,-8-1 0,-7-2-1,-9-2 1,-120 270 0,91-277-248,-7-3 1,-8-4 0,-7-5-1,-7-5 1,-7-4 0,-188 186-1,179-221-888,-6-5-1,-4-7 1,-5-5-1,-218 116 0,124-93-2579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04.2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948 73 4732,'-92'-27'1135,"36"2"842,51 22-1766,-1 0 1,0 1 0,-1-1 0,1 1-1,-8-2 1,7 3-84,-1 0 0,0 0-1,1 0 1,-1 1 0,0 0 0,1 1-1,-1-1 1,0 1 0,1 1 0,-1 0-1,1 0 1,-1 0 0,1 1-1,0 0 1,0 0 0,0 1 0,1 0-1,-1 0 1,1 1 0,0 0 0,0 0-1,0 0 1,1 1 0,0-1 0,-8 12-1,-2 6 160,1 0-1,0 1 1,2 0-1,1 1 1,1 0-1,-7 28 1,-88 409 1992,69-278-1651,-270 1951 2035,285-1817-3142,14 2-1,45 438 0,-23-637-455,5-1-1,54 174 1,-51-224-284,4-1 0,2-1 1,3-1-1,3-2 1,61 83-1,27 6-4251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18.0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709 1531 11629,'0'0'13897,"-4"-1"-13073,3 1-768,-1 0 0,1 0 0,-1 0 0,1-1 0,-1 1 0,1 0 0,0-1 0,-1 0-1,1 1 1,0-1 0,-1 0 0,1 1 0,0-1 0,0 0 0,-1 0 0,1 0 0,0 0-1,0 0 1,0-1 0,0 1 0,0 0 0,1 0 0,-1-1 0,0 1 0,1 0 0,-1-1-1,1 1 1,-1-1 0,1 1 0,-1-1 0,1 1 0,0-1 0,0 1 0,0-1 0,0 1-1,0-1 1,0 1 0,0-1 0,1-1 0,7-46 230,2 1 1,3 0-1,20-53 1,5-16-110,-17 42-103,108-413 114,-115 424-170,-2 0 0,-3-1 0,-3 0 0,-4-100 0,-2 157-8,0 0 1,-1 0 0,-1 0-1,1 0 1,-1 0-1,0 0 1,-1 1-1,0-1 1,0 1 0,-1 0-1,0 0 1,0 0-1,0 0 1,-10-10-1,11 15 11,0 1 0,1-1-1,-1 0 1,0 1 0,0 0 0,0 0-1,0 0 1,-1 0 0,1 0-1,0 1 1,0-1 0,0 1-1,-1 0 1,1 0 0,0 0-1,0 0 1,-6 2 0,-46 13 229,44-10-190,1 0 0,0 1 1,0 0-1,0 0 0,1 1 1,0 0-1,1 1 0,-1 0 1,1 0-1,-11 16 0,-1 5 106,1 0 0,-19 40 0,15-18-33,1 2-1,3 0 1,-24 107 0,23-52-117,-5 120 1,18-93-16,18 206 0,46 133-26,-23-165-355,-30-232 273,-4 0 0,-10 82 0,5-115 21,-3 0 0,-1 0-1,-2-1 1,-32 77 0,29-89-3,-2-1 0,-1-1 0,-1 0 1,-1-1-1,-2-1 0,-1-1 0,-30 29 0,27-32-519,-1 0-1,-2-2 1,1-1-1,-60 31 1,82-48 418,0 0 0,0-1 0,0 0-1,0 0 1,0 0 0,0-1 0,-1 0 0,1 0 0,-1 0 0,1 0 0,-1-1 0,1 0 0,-1 0 0,-5-2 0,10 2 99,0 0 0,0 0 1,0 0-1,0 0 0,1-1 0,-1 1 0,0 0 0,0-1 0,0 1 0,1-1 0,-1 1 0,0-1 0,0 1 0,1-1 1,-1 1-1,0-1 0,1 0 0,-1 1 0,1-1 0,-1 0 0,1 1 0,-1-1 0,1 0 0,-1 0 0,1 0 0,0 1 1,0-1-1,-1-1 0,5-27-1984,-3 23 1584,3-9-1627,1 1 1,11-27-1,30-37-8351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18.2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829 0 13521,'-37'43'3097,"2"1"0,-56 93 0,-38 110 2855,-66 266-2002,129-320-3897,-98 306-1212,130-372-1541,-36 259 0,66-340 1739,1 0 0,2-1 0,8 66 0,-3-90 48,0-1 0,1 1 0,14 37 0,-14-46-28,1 0-1,0 0 0,1-1 0,0 0 1,1 0-1,0-1 0,12 11 0,20 14-7252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18.4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148 428 14105,'-95'-25'2711,"91"24"-2346,0 0 0,1 0 0,-1 0 0,0 1 0,0-1 1,0 1-1,0 0 0,1 0 0,-1 0 0,-5 1 0,4 1 338,22-25 2367,-8 16-2815,-1 0-1,1 0 1,0 1-1,1 1 1,0-1 0,19-6-1,72-19 544,-86 27-691,661-130-229,14 51-4891,-500 62 3225,242-19-6741,-235 25-327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18.7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12005,'0'0'1754,"2"2"-152,68 44 2125,143 107-853,-176-121-2726,-2 1 0,-2 2 0,-1 1 0,-2 1-1,-1 2 1,-2 1 0,31 62 0,-47-77-120,0 0 1,-2 2-1,-1-1 0,-1 1 0,-1 0 1,3 30-1,-8-36-17,0 0 0,-2 0 0,0 0-1,-1 1 1,-1-1 0,-1-1 0,-1 1 0,-13 34 0,7-27 1,-2-1 0,-1 0 1,-1 0-1,-25 32 0,32-47 29,-1-2-1,0 1 1,-1-1 0,0-1-1,-1 1 1,1-2-1,-2 0 1,0 0 0,0-1-1,0 0 1,-20 7 0,29-13 13,0 0 0,1 0 0,-1 0 0,0-1 0,0 1 0,1-1 0,-1 0 0,0 0 0,0 0 0,0 0 0,1 0 0,-1-1 1,0 1-1,0-1 0,1 0 0,-1 0 0,0 0 0,1 0 0,-1 0 0,1 0 0,-1-1 0,1 1 0,0-1 0,0 0 0,0 1 1,0-1-1,0 0 0,0 0 0,0-1 0,-1-1 0,0-1 26,0 0 0,1 0 0,-1 0 0,1 0 0,1-1 0,-1 1 0,1 0 0,0-1 0,0 1 0,0-1 0,1 0 0,0 1 0,1-11 0,2-2 8,1 0 0,1 0 1,1 0-1,0 1 0,1 0 1,1 0-1,15-24 0,2 3-184,1 2 0,34-36 1,0 8-315,3 2 0,2 3 1,3 3-1,123-78 1,-129 97 238,1 3 1,2 3-1,1 2 1,1 4-1,2 2 0,81-16 1,-113 32 74,0 2-1,67-2 1,-90 7 74,0 1 0,0 0 0,0 1 0,0 0 0,0 2 0,-1-1 0,1 1 1,-1 1-1,0 1 0,19 10 0,-26-12 13,0 0 1,0 1 0,-1 0-1,1 0 1,-1 0 0,0 1-1,-1-1 1,1 1-1,-1 1 1,0-1 0,-1 0-1,4 10 1,-3-5 6,0 1 0,-1-1 0,0 1 0,-1 0 0,-1-1-1,0 25 1,-3-3-88,-1 1 0,-2-1 0,-2 0-1,-15 47 1,-61 186-3941,35-98-3809,29-84-163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18.9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31 10105,'3'-30'6240,"-6"60"-6015,-1 21-694,4-12-563,10 9-424,0 10-2480,-3 8-2757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19.6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7 530 9305,'-6'11'1077,"10"-7"268,19-7 1048,-11 0-1888,-10 3-217,0 0 0,0-1 0,0 1 0,0-1 0,0 0 0,0 0 0,0 1 0,0-1 0,3-3 0,7-2 451,73-28 1747,-59 23-2054,0 0 1,33-7-1,-49 16-398,1 0 1,0 0-1,-1 1 0,1 1 0,0 0 0,-1 0 0,1 1 0,-1 1 0,16 3 0,23 8-172,1-3 0,69 7 0,-89-16 101,1 0 1,-1-3-1,1 0 0,-1-2 1,37-9-1,35-17 359,115-50 0,-89 29 220,-115 48-489,-1-1 0,1 2-1,0 0 1,0 0 0,0 1-1,0 1 1,0 0 0,0 1 0,0 0-1,17 4 1,164 37 103,0 0 58,33-14-226,-192-26 47,0-2 1,0-1-1,0-2 0,53-12 1,-65 10-29,-1-2 1,1 0-1,-1-2 1,-1-1-1,0 0 1,0-1-1,37-28 0,-50 32 5,1 0 0,-1-1 0,-1 0 0,1-1 0,-1 1 0,-1-2 0,1 1 0,5-12 0,-9 14-4,0-1-1,-1 1 0,1-1 1,-1 0-1,-1 0 0,1 0 1,-1 0-1,-1 0 0,1 0 1,-2 0-1,1 0 0,-3-12 1,2 15-7,0 0 0,-1 0 0,0 0 0,0 1 0,0-1 0,-1 0 0,0 1 0,0-1 0,0 1 0,0 0 0,0 0 0,-1 0 0,0 1 0,0-1 0,0 1 0,0 0 0,-1 0 0,1 0 0,-1 0 0,1 1 0,-1 0 0,0 0 0,0 0 0,0 1 0,0 0 0,-6-1 0,-2-1-10,0 1-1,0 1 1,-1 0-1,1 1 1,0 1-1,0 0 1,0 0 0,0 1-1,-17 5 1,18-3-34,1 0 0,0 1 0,0 0 0,0 1 0,1 0 1,0 0-1,0 1 0,0 0 0,1 1 0,-15 16 0,20-19 20,1-1-1,-1 1 1,1 0-1,0 1 1,0-1 0,0 0-1,1 1 1,0-1-1,0 1 1,1 0 0,-1 0-1,1 0 1,0 0-1,1 0 1,0 0 0,0 0-1,0 0 1,0 0-1,1 0 1,0 0 0,0-1-1,1 1 1,4 11-1,-4-11 18,1-1-1,0 0 0,0 0 0,1 1 0,-1-2 0,1 1 0,0 0 0,0-1 0,1 0 0,-1 0 0,1 0 0,0-1 0,0 1 0,0-1 0,1 0 1,-1-1-1,1 1 0,-1-1 0,1 0 0,0-1 0,0 1 0,0-1 0,0 0 0,12 0 0,-2 1 23,-12-1-2,0 0 0,0-1 0,1 0 0,-1 0 0,0 0 0,0 0 0,1-1 0,-1 1 0,0-1 0,8-3-1,26-10 152,-17 6-21,42-12 0,-59 19-122,-1 0-1,1 0 1,0 1 0,0-1 0,0 1-1,0 0 1,0 0 0,0 0-1,0 1 1,0-1 0,-1 1 0,1 0-1,0 0 1,0 0 0,-1 1-1,1-1 1,5 4 0,-1 3-1,0 0 1,0 0-1,-1 1 0,-1 0 1,1 0-1,-1 0 1,-1 1-1,0 0 0,0 0 1,-1 1-1,0-1 0,-1 1 1,0 0-1,-1 0 1,2 15-1,-1 9 21,-1-1 1,-1 1-1,-8 62 1,-9-1 11,-5-2-1,-50 144 1,62-208-32,-228 592 68,-44-17 51,182-417 312,-149 214 1,227-371-218,10-13 14,-1 1 1,-1-1 0,-1-1 0,-1-1 0,0 0 0,-30 25 0,43-41-84,1-4-19,2-11-84,1 1-1,0 0 1,1 0 0,0 0 0,1 0 0,0 0 0,12-23 0,58-96-84,-58 106-16,129-205-2087,202-250 1,98-50-3940,-140 183-1335,-114 141-547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20.1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1 800 9753,'45'-19'1470,"1"2"1,67-17 0,-18 6-209,-56 15-774,58-11 1,-45 17 741,73-1 0,-121 8-635,16 5 549,-18-5-922,0 1 1,0-1-1,0 0 1,0 0-1,0 0 1,-1 0-1,1 0 0,0-1 1,0 1-1,0-1 1,0 1-1,-1-1 1,1 1-1,0-1 1,0 0-1,2-2 1,4-1-384,-6 3 1545,-1-11-1279,1 0-1,1 0 0,-1 0 1,7-15-1,-2 6 8,5-16 3,2 1-1,1 0 1,2 2 0,2 0 0,31-45 0,130-142 987,-111 151-547,-96 122-63,10-25-410,-34 50 119,4 3 0,-58 133 0,94-187-185,2 1 0,1 0 0,1 0 0,2 0 0,0 1 0,2-1 0,1 1 0,1 0 0,1 0 0,2 0 0,1 0 0,1 0 0,8 28 0,0-16 5,3 0-1,33 64 1,51 66-42,6 13-893,-104-181 887,5 9-209,0 1-1,-1 0 1,0 0 0,3 16 0,-7-24 122,0-1 1,-1 1 0,0 0 0,0 0 0,0-1-1,0 1 1,-1 0 0,1 0 0,-1-1 0,0 1-1,0-1 1,0 1 0,0 0 0,-1-1 0,1 0-1,-1 1 1,0-1 0,0 0 0,-3 3 0,3-3-149,0-1 1,0 0 0,0 1-1,0-1 1,0 0 0,0 0 0,-1 0-1,1-1 1,-1 1 0,1-1-1,-1 1 1,0-1 0,1 0-1,-1 0 1,0 0 0,0 0-1,0 0 1,0-1 0,0 1 0,0-1-1,0 0 1,0 0 0,0 0-1,0 0 1,0-1 0,0 1-1,0-1 1,1 0 0,-1 0-1,0 0 1,0 0 0,0 0 0,1 0-1,-1-1 1,1 1 0,-1-1-1,1 0 1,-1 0 0,-1-2-1,2 2-274,0 0-1,0 0 1,1 0-1,-1 0 1,1 0-1,-1-1 0,1 1 1,-2-4-1,2-25-6841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20.3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127 6 10653,'-5'17'679,"5"-14"-497,-1 0 1,0 1 0,0-1 0,0 0 0,0 0 0,-1 0 0,1 1-1,-1-2 1,0 1 0,0 0 0,0 0 0,0 0 0,0-1 0,-1 1-1,1-1 1,-1 0 0,1 0 0,-1 0 0,-6 3 0,-71 32 10842,86-36-9855,33 4-419,1-1 1,73-3-1,91-16-1470,-86 4-93,387-32-4315,-167 10-3310,-80 6-2922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21.1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2531 14513,'31'-10'3469,"30"-14"2194,-55 21-5419,0-1 0,-1 0 0,1 0 0,-1-1-1,0 1 1,0-1 0,0 0 0,4-6 0,171-203 1836,-46 58-1806,28-56-334,-9-7-1,-10-7 1,120-256 0,-14-33-300,-79 159 75,-139 284 324,-132 286 961,6-13-406,-116 311 263,33 13-514,146-418-386,6 2 0,-16 138 0,38-209-4,2 1 0,1 0 0,2 0 0,2 0 0,1-1 0,2 1 0,2-1 0,1 0 0,2-1 0,18 39 0,-20-56-31,2-1 0,0 0 0,1 0 0,1-1 0,1-1 0,0 0 0,2-1 0,-1-1 0,2 0 0,0-1 0,1-1 0,0-1 0,29 15 0,-21-15-26,1 0 1,0-2-1,1-1 1,0-2-1,0 0 0,1-2 1,0-1-1,0-1 1,51-2-1,-45-3 31,0-2 0,-1-1 0,0-2 1,0-1-1,0-2 0,56-24 0,-46 12 17,-1-1 0,0-2 0,-2-2 0,47-41 0,-7-4 52,-4-3 0,-4-4-1,-2-2 1,-5-4 0,80-132 0,-139 204 41,-9 12 32,-16 17 21,15-12-98,-10 10 21,1 1 1,1 0-1,0 1 0,1 0 1,0 0-1,-7 21 1,-3 11 4,-15 56 1,28-77-45,1 0 0,1 0 0,1 1 0,1-1 0,1 1-1,2 0 1,1-1 0,6 37 0,-5-48-58,1-1-1,1-1 1,0 1-1,1-1 1,1 1 0,0-1-1,1-1 1,1 1-1,0-1 1,0-1 0,1 0-1,1 0 1,0 0-1,1-1 1,0-1-1,22 17 1,-12-15 0,1 0 1,0-1-1,0-1 0,1-1 0,0-1 1,1-1-1,0-1 0,0-2 0,0 0 1,0-1-1,34-1 0,-27-3 47,0 0 0,0-2-1,0-2 1,-1-1 0,0-1 0,0-1-1,-1-2 1,48-22 0,-31 6 4,0-2 0,-2-1 0,-2-3 0,52-47 0,138-162 269,-218 226-202,-7 6-14,1 1 1,1-1 0,-1 2 0,1-1 0,1 1 0,-1 1 0,1-1 0,19-7 0,-27 13-17,0 1 0,1 0 0,-1 1-1,0-1 1,1 0 0,-1 1 0,0-1 0,0 1-1,1 0 1,-1-1 0,0 1 0,0 0 0,3 3-1,0-2 30,47 27-24,-44-24 8,0 1 0,1-1 1,0-1-1,0 0 0,1 0 0,-1 0 1,1-1-1,14 2 0,-2-3 108,1-1-1,38-4 1,-37 1 188,-17 2-172,0 1 1,0-1-1,-1 1 1,1 0-1,0 1 1,0-1-1,-1 1 1,1 1-1,-1-1 0,1 1 1,-1 0-1,10 7 1,4 5 135,-1 0 1,23 23-1,-5-3-41,-1-5-386,0-1-1,2-2 1,42 22-1,-62-39-172,0-1-1,1-1 0,0-1 0,1-1 1,-1-1-1,1 0 0,0-1 0,0-2 1,29 2-1,-13-6-429,0-2 0,0-1 0,-1-2 0,0-1 1,0-1-1,-1-3 0,0 0 0,-1-2 0,35-21 0,10-1-2319,-24 15-2167,-21 12-96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21.7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251 47 8421,'2'-3'702,"-1"0"0,1 1 0,0-1-1,0 0 1,0 0 0,0 1 0,0 0 0,1-1 0,-1 1 0,1 0 0,0 0 0,-1 0 0,1 0 0,0 1 0,0-1-1,6-1 1,-3 1-327,1 0 0,-1 1 0,1 0-1,-1 1 1,1-1 0,0 1 0,-1 0 0,8 1-1,6 3-74,0 0 0,0 1-1,0 1 1,29 13-1,-40-15-187,0 1 0,0 0 0,0 0 0,-1 0 0,0 1 0,0 0 0,0 1 0,-1 0 0,8 9 0,-12-12-84,0-1 1,-1 1 0,1 0 0,-1 0 0,0 1 0,0-1-1,-1 0 1,1 1 0,-1-1 0,0 1 0,0 0 0,0-1-1,-1 1 1,1 0 0,-1-1 0,0 1 0,-1 0 0,1-1-1,-1 1 1,0 0 0,-3 8 0,-2 0-160,0 1 0,-1-1-1,0 0 1,-1-1 0,-1 1 0,0-2 0,0 1 0,-1-1 0,-1-1 0,-14 12-1,-9 4-800,-1-1-1,-48 25 0,-110 43-5040,124-62 1192,-10 6-4218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22.2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185 78 8665,'-25'-32'1967,"20"25"-321,-2-32 6115,4 39-7639,0 1 0,0-1 0,0 1 0,0-1 0,0 1 0,0 0 0,0 1 0,0-1 0,0 0 0,1 1 0,-1-1 0,0 1 0,1 0 0,-1 0 0,1 0 0,0 0 0,0 1 0,0-1 0,0 1 0,0-1 0,0 1 0,0-1 0,-1 5 0,-4 8 128,0 1 0,1-1 0,-5 23-1,3-11 8,-29 112 382,34-121-602,0 0 0,1-1-1,1 1 1,1 1 0,3 33-1,-2-51-35,-1 1-1,0 0 0,0 0 1,1 0-1,-1-1 0,1 1 1,0 0-1,0-1 0,-1 1 1,1 0-1,0-1 0,0 1 1,0-1-1,1 0 0,-1 1 1,0-1-1,0 0 0,1 0 1,-1 1-1,1-1 1,2 1-1,-1-1 2,-1 0 0,1-1 0,0 1 0,-1-1 1,1 0-1,0 1 0,-1-1 0,1-1 0,0 1 0,-1 0 0,1-1 0,-1 1 1,4-2-1,6-2 15,0-1 0,0-1 0,-1 1 0,21-15 0,4-4 196,2 2 0,0 1 1,2 2-1,0 2 0,79-22 0,-105 36-101,0 1-1,0 0 1,0 1-1,0 1 1,0 0-1,1 1 1,-1 0-1,0 1 1,0 1-1,0 0 1,-1 1-1,1 1 0,-1 0 1,0 0-1,20 13 1,11 9-294,-2 2 0,77 67 0,-77-59-483,87 79-2224,59 48-7244,-158-144 5769,2-6-2323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22.3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1 329 8605,'13'-54'1148,"14"18"268,-7 0-168,3 3-4,7 9 116,-3-7-124,0 4-211,0 3-201,-17 12-216,10-3-200,0 0-340,-7 6-444,-3-3-640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22.8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3158 19 6145,'-10'-4'207,"1"1"0,0 0 0,-1 1 1,1 0-1,-1 0 0,0 1 0,1 0 0,-1 0 1,0 1-1,0 1 0,1 0 0,-1 0 1,0 1-1,1 0 0,-1 1 0,1 0 1,-18 8-1,-29 13 723,1 3-1,1 3 1,2 2 0,-53 41-1,-184 168 1818,231-189-2299,-224 203 1513,-371 434 0,-5 185-612,531-674-1092,8 6-1,-146 350 1,219-435-146,-46 197 0,72-228-101,5 1-1,-7 185 1,23-213-86,2 1 1,3-1 0,3 0-1,2-1 1,23 68-1,-18-81-76,2-2-1,2 0 1,3-1-1,1-1 0,2-2 1,3 0-1,34 40 1,-20-35-281,2-3 0,2-1 0,3-2 0,1-2 0,1-3 0,2-2 0,77 36 0,-30-24-1453,1-4 0,3-6 0,158 37 1,99-6-6337,-357-67 8098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23.1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2117 8 10157,'-6'-3'69,"-7"-2"2266,17 26 75,16 31-550,3 0-1,57 93 1,81 89 69,-25-39-777,-73-97-728,-4 4 0,-4 2 0,-5 2 0,50 154 0,-82-197-324,-2 0 1,-3 1-1,-2 0 0,-4 1 0,-2 0 0,-3 0 1,-3 1-1,-3-1 0,-18 96 0,4-83 14,-4 0 1,-57 134-1,-100 136 22,79-187-480,-7-4-1,-6-4 0,-7-6 0,-7-6 0,-5-4 0,-157 123 0,118-125-1605,-284 173 1,258-196-2546,-289 119-1,187-114-4448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24.4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67 12089,'0'0'3460,"17"12"-1919,-1-3 923,11-6-1528,3 3-180,7-12-20,30 6-276,-6-3-200,9-3-256,4 0-364,6-3-472,7-3-704,14 3-368,-4-6-617,0-3-2003,13 6-3521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24.5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641 1 9977,'-8'4'392,"0"0"1,0 1-1,1 0 0,0 0 1,0 1-1,0 0 0,1 0 1,-8 10-1,11-11-41,0 0 0,0 0 0,1 0-1,0 0 1,0 1 0,0-1 0,1 0 0,0 1-1,0 0 1,0-1 0,0 1 0,1 0 0,0-1-1,0 1 1,3 10 0,3 7 331,1 0-1,1 0 1,1-1 0,1 0-1,1 0 1,14 20 0,9 19 245,-19-31-777,-1 0 0,-1 1 0,-2 1-1,15 63 1,-24-77-376,1 1-1,-2-1 1,-1 1 0,0 0 0,-1 0-1,-1-1 1,-1 1 0,-1-1 0,0 0-1,-10 26 1,-5 1-540,-3-1 1,-1 0-1,-2-2 0,-2-1 0,-1-1 0,-36 37 1,-20 14-2140,-115 95 0,87-89-783,-1-3-1550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24.8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 1 17122,'-21'18'2520,"11"-9"-520,0-3 4209,27-12-8718,-4-3 229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26.2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336 13 9505,'0'0'1528,"4"-1"-199,35-10 1874,-36 29-870,-2 4-1593,-2 0-1,0 0 0,-1 0 0,-8 31 0,0 12 520,-6 19-69,-3-1-1,-31 83 0,18-64-704,-53 155 382,-14 49-2108,97-299 1164,-18 65-2174,-14 93 0,34-163 2102,-1 0 0,1 1 1,0-1-1,-1 1 0,1-1 1,0 1-1,0-1 1,1 1-1,-1-1 0,0 1 1,1-1-1,0 1 0,-1-1 1,1 0-1,0 1 0,0-1 1,0 0-1,1 0 1,-1 0-1,1 0 0,-1 0 1,1 0-1,-1 0 0,1 0 1,0-1-1,0 1 0,0 0 1,0-1-1,0 0 0,0 0 1,0 1-1,1-1 1,-1 0-1,0-1 0,1 1 1,-1 0-1,1-1 0,-1 1 1,1-1-1,-1 0 0,0 0 1,1 0-1,-1 0 1,1 0-1,-1 0 0,1-1 1,-1 1-1,1-1 0,4-2 1,7-1-38,-1-2 0,1 0-1,-1 0 1,0-2 0,0 1 0,-1-2 0,0 1 0,-1-2 0,0 1 0,14-17 0,3-6 142,-2-1 1,34-55-1,-4-16 373,86-220 0,-114 252 29,-7 21-31,104-233 2969,-121 277-3089,0 0 1,0 1 0,1-1 0,0 1 0,11-11 0,-14 15-141,-1 0 0,1 1 1,1-1-1,-1 1 0,0-1 1,0 1-1,0 0 0,1 0 1,-1 0-1,1 0 0,-1 1 1,1-1-1,-1 1 0,1-1 1,-1 1-1,1 0 0,-1 0 1,1 0-1,-1 0 0,1 0 0,4 2 1,0 1 49,0 0 1,0 0-1,0 1 1,-1-1-1,0 2 1,0-1-1,0 1 1,0 0-1,-1 0 0,0 0 1,7 10-1,8 11 319,21 38 1,-29-43-302,79 142 583,-58-98-494,3-2 0,59 78 0,-81-123-263,1-1 0,0 0 1,1-2-1,1 0 0,1 0 1,0-2-1,1 0 0,0-1 1,1-1-1,0-1 0,39 14 1,-32-16-86,1-2 0,0-1 0,1-1 0,-1-1 0,1-2 0,-1-1 1,1-1-1,-1-1 0,1-2 0,-1-1 0,0-1 0,0-1 0,31-13 0,-27 7 64,-1 0-1,-1-2 0,-1-2 1,0 0-1,-1-2 0,-1-1 1,-1-1-1,-1-1 1,0-2-1,39-50 0,-36 37 6,-2-2-1,-2-1 0,-1 0 1,-3-2-1,24-66 0,-43 104 60,0 0 0,-1 0 1,1-1-1,-1 1 0,0 0 0,0-1 0,-1-7 0,1 11-3,0 1-1,0-1 1,0 1-1,0-1 1,0 1 0,0-1-1,0 1 1,0-1-1,0 1 1,0-1-1,0 1 1,0-1-1,-1 1 1,1-1-1,0 1 1,0 0-1,-1-1 1,1 1-1,0-1 1,-1 1-1,1 0 1,0-1-1,-1 1 1,1 0-1,0-1 1,-1 1 0,1 0-1,-1 0 1,1-1-1,-1 1 1,1 0-1,0 0 1,-1 0-1,1-1 1,-1 1-1,1 0 1,-1 0-1,1 0 1,-1 0-1,1 0 1,-1 0-1,1 0 1,-1 0-1,1 0 1,-1 1 0,1-1-1,-1 0 1,1 0-1,-1 0 1,1 0-1,0 1 1,-1-1-1,1 0 1,-1 0-1,1 1 1,0-1-1,-1 0 1,1 1-1,-1-1 1,1 0-1,0 1 1,0-1-1,-1 1 1,1 0 0,-11 11-84,0 2 1,1-1 0,0 2 0,1-1 0,1 1 0,0 0 0,2 1 0,-7 19-1,3-5-233,2 1 0,2-1 0,-6 52-1,11-75 194,1 0 0,-1 0 0,1 0-1,1 0 1,-1 0 0,1 0-1,1 0 1,-1 0 0,1-1 0,0 1-1,0 0 1,1-1 0,0 0 0,0 1-1,1-1 1,0 0 0,0-1-1,0 1 1,1-1 0,-1 0 0,1 0-1,0 0 1,1-1 0,-1 1 0,1-1-1,0-1 1,0 1 0,0-1-1,1 0 1,-1 0 0,1-1 0,-1 0-1,1 0 1,0-1 0,8 2 0,4-1 749,1-1 0,36-2 1,20 0 1807,-73 1-2369,-1 1 1,1 0 0,-1-1-1,1 1 1,-1 0 0,0 0-1,0 0 1,1 1 0,-1-1 0,0 0-1,0 1 1,0-1 0,0 1-1,-1 0 1,1 0 0,0 0-1,-1 0 1,1 0 0,-1 0-1,0 0 1,1 0 0,-1 0-1,0 1 1,1 3 0,3 10 91,-1-1 0,0 1 0,1 16 0,4 15 133,15 21-122,-22-64-155,0-1 0,0 1 0,1-1 0,-1 1 0,1-1 0,0 0 0,-1 0 0,1 0 0,1-1 0,-1 1 0,0-1 1,1 0-1,-1 1 0,1-1 0,7 2 0,-1 0 0,0-1 1,1 0-1,0 0 0,15 1 1,-4-3 43,-1-1 1,0 0-1,0-2 1,0 0-1,0-1 1,0-1-1,-1-1 1,1-1-1,37-17 1,-45 17 54,0-1 1,0-1 0,-1 0 0,0 0-1,-1-1 1,19-18 0,-24 19-36,0 1-1,0-1 1,-1 0 0,1 0 0,-2 0 0,1-1 0,-1 1-1,-1-1 1,1 0 0,3-19 0,-6 17-40,0-1-1,-1 1 1,0-1 0,-1 1-1,0-1 1,-1 1 0,0-1 0,-1 1-1,0 0 1,-1 0 0,0 0-1,-1 1 1,0-1 0,0 1 0,-1 0-1,-1 0 1,-13-14 0,4 4-321,-1 2 0,-1 0 1,0 1-1,-2 1 0,0 1 0,-1 0 1,-25-12-1,22 15-944,-20-11-1520,22 2-4292,14 7-820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26.4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 58 8561,'-4'-27'2192,"-9"12"-348,3 3 940,-10 9-1755,0 3 543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27.0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628 407 12201,'23'-19'4363,"-21"24"-3689,0-1 0,-1 1-1,0 0 1,0-1 0,0 1-1,0 8 1,-6 143 3112,7-96-3165,-2-19-532,2-1 0,1 1 1,13 58-1,-15-97-116,5 21-400,15 40 1,-17-56 292,-1 0-1,1 0 1,0 0 0,0-1-1,0 0 1,1 0-1,0 0 1,1-1-1,-1 1 1,8 5 0,-11-10 92,0 0 0,1 0 0,-1 0 0,0 0 0,0 0 0,1-1 0,-1 1 0,0 0 0,1-1 1,-1 0-1,1 0 0,-1 0 0,1 0 0,-1 0 0,0 0 0,1 0 0,-1-1 0,1 1 0,-1-1 1,0 0-1,1 0 0,-1 0 0,0 0 0,0 0 0,4-3 0,0 0-65,1-1 0,-1 1-1,0-2 1,0 1 0,-1-1 0,1 0-1,5-8 1,-7 6 53,1 1 0,-1-1 0,0 0 0,-1 0-1,0 0 1,0 0 0,-1-1 0,0 1 0,-1-1 0,2-12 0,-3-10-109,-4-53-1,1 52 84,2-42 1,3 52-7,1 0 0,1 1 1,0 0-1,2 0 0,1 0 1,0 1-1,2 0 0,0 0 1,1 1-1,1 0 0,1 0 1,0 2-1,1-1 0,28-26 1,7-4-146,2 1 1,69-48 0,-87 72 325,2 2 1,0 1-1,1 2 0,1 1 1,44-14-1,-77 29-44,0 1-1,-1 0 0,1 0 1,0 1-1,0-1 1,0 1-1,0-1 1,0 1-1,0 0 0,0 0 1,1 0-1,-1 0 1,0 1-1,0-1 1,0 1-1,-1 0 1,1 0-1,0 0 0,0 0 1,0 1-1,-1-1 1,1 1-1,0-1 1,-1 1-1,0 0 1,1 0-1,-1 0 0,4 5 1,-3-3 27,-1 1 1,0 0 0,0 0-1,0 0 1,0 0-1,-1 0 1,0 0-1,0 0 1,0 0-1,-1 1 1,1-1-1,-1 0 1,-1 1-1,-1 9 1,-12 52 596,-3 0-1,-3-1 1,-31 67 0,23-62-206,-109 273 756,-15-6 0,-295 482 0,310-603-1048,-344 595 148,399-638-305,68-140-74,2 0 1,2 1-1,-7 41 1,16-68-7,-1 0 1,2 0 0,-1 0 0,1 0 0,0 0-1,1 0 1,0 0 0,0 0 0,0 0 0,5 12-1,-4-17 10,-1-1-1,0 1 1,1 0-1,0-1 0,0 0 1,-1 1-1,1-1 1,1 0-1,-1 0 1,0 0-1,0 0 0,1 0 1,-1-1-1,1 1 1,0-1-1,-1 1 0,1-1 1,0 0-1,0 0 1,0-1-1,0 1 0,0 0 1,0-1-1,0 0 1,0 1-1,0-1 0,0-1 1,0 1-1,0 0 1,3-1-1,7-2-94,0 0-1,1-1 1,-2 0-1,1-1 1,-1 0-1,1-1 1,-1 0-1,-1-1 1,1 0-1,11-11 1,6-6-258,-1-2-1,37-43 1,9-22-186,-3-3 0,-5-2 0,-4-4 0,-5-2 0,72-176 0,-114 234 534,-1 0 1,-2 0-1,-3-2 0,-1 1 0,-3-1 1,-1 0-1,-5-83 0,1 115 129,0 0 0,0 0 0,1 0 0,5-21-1,-5 30-61,0 0-1,1 0 0,0 0 0,0 1 1,0-1-1,1 1 0,0 0 0,0-1 1,0 1-1,0 0 0,0 1 0,1-1 1,0 0-1,-1 1 0,6-3 1,8-4-20,1 1-1,0 1 1,0 1 0,0 1 0,1 0 0,36-5 0,-29 5-87,312-56-3234,-110 27-1898,-170 27 3307,96-14-5061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27.8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684 26 12197,'-14'-22'1650,"14"22"-1628,0-1 1,0 1 0,0 0 0,0 0 0,0 0 0,0 0 0,0-1-1,0 1 1,0 0 0,0 0 0,0 0 0,-1 0 0,1 0 0,0 0 0,0-1-1,0 1 1,0 0 0,0 0 0,0 0 0,0 0 0,0 0 0,-1 0-1,1 0 1,0 0 0,0-1 0,0 1 0,0 0 0,0 0 0,0 0-1,-1 0 1,1 0 0,0 0 0,0 0 0,0 0 0,0 0 0,-1 0-1,1 0 1,0 0 0,0 0 0,0 0 0,0 0 0,0 0 0,-1 0-1,1 0 1,0 0 0,0 0 0,0 0 0,0 1 0,0-1 0,0 0-1,-1 0 1,1 0 0,0 0 0,0 0 0,0 0 0,0 0 0,0 0 0,0 1-1,0-1 1,0 0 0,-1 0 0,1 0 0,0 0 0,0 0 0,0 1-1,-170 170 4871,105-94-3806,-92 139-1,103-128-633,-67 142-1,102-186-413,2 1 0,2 0 0,2 1-1,2 1 1,-8 75 0,18-105-51,0-1 0,1 1 1,1-1-1,0 1 0,2-1 0,0 1 0,0-1 1,11 27-1,-9-31-6,0-1 1,1 0-1,0-1 0,1 1 1,0-1-1,1-1 0,0 1 1,1-1-1,0-1 0,0 1 1,1-1-1,15 9 0,0-3-42,1-1-1,0-1 0,1-2 1,0 0-1,0-2 0,1-1 1,1-1-1,42 3 0,-8-5-81,1-2-1,114-13 1,-97 1 78,-1-4 0,-1-3-1,-1-4 1,114-46 0,-130 40 79,-1-3 1,-1-3 0,-2-2-1,-2-2 1,91-79 0,32-71 585,-178 187-598,-1-1 0,0 1 0,0 0 0,1-1 0,-1 1 1,0 0-1,1 0 0,-1-1 0,0 1 0,1 0 0,-1 0 0,1 0 0,-1-1 0,0 1 0,1 0 0,-1 0 0,1 0 0,-1 0 1,0 0-1,1 0 0,-1 0 0,1 0 0,-1 0 0,1 0 0,-1 0 0,0 0 0,1 0 0,-1 0 0,1 0 0,-1 0 0,0 0 1,1 1-1,-1-1 0,1 0 0,12 16 57,9 35-31,-18-38-32,5 6-215,-1 0 0,2 0 0,1-1 1,0-1-1,1 0 0,1 0 0,0-1 0,19 16 0,-30-31 196,1 1 0,-1-1 0,1 0 0,0 0-1,-1 0 1,1-1 0,0 1 0,0-1 0,0 1-1,3-1 1,0 1-17,-5-1 35,0 0 0,0 0 0,0 1 0,0-1 0,1 0 0,-1-1 0,0 1-1,0 0 1,0 0 0,0 0 0,0-1 0,0 1 0,0 0 0,0-1 0,0 1 0,0-1 0,0 1 0,1-2 0,3 0-10,32-5 24,0 1 1,0 2-1,1 2 0,69 4 0,24-1-55,1-8-1389,0-6 0,201-46 0,-68 3 250,-242 55 826,0 1-1,0 1 1,0 1-1,0 1 1,41 11 0,-11 3-5080,-13-3 1007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31.8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217 535 12321,'0'0'2067,"2"-2"-180,20-23 7350,-24 28-8631,-9 14-99,2 1-1,-13 32 1,10-21-332,-42 94 364,-53 180 0,101-284-515,1 1 0,0-1 1,2 1-1,1 0 0,0 0 0,1 0 0,3 32 0,-1-49 23,3-4 23,3-1-35,-2 2 12,0-1 0,0-1-1,0 1 1,0-1-1,-1 0 1,1 0-1,0 0 1,-1 0-1,1-1 1,-1 0-1,0 0 1,0 0 0,4-5-1,32-37 540,-1-3 0,60-99 0,45-120 294,-46 59-641,77-141-237,-164 330-2,1 1 0,1 0 0,0 1 0,1 1 0,1 0 0,18-15 0,-31 30 0,0 0 0,0 0 0,0 0 0,-1 1 0,1-1 0,0 0 0,0 1 0,0-1 0,0 1 0,0 0 0,0 0 0,0 0 0,0 0 0,0 0 0,0 0 0,0 0 0,0 0 0,0 1 0,0-1 0,0 1 0,0 0 0,0 0 0,0-1 0,0 1 0,0 0 0,-1 0 0,1 1 0,1 1 0,4 2 0,0 0 0,-1 1 0,0 0 0,11 13 0,-8-6 0,0 0 0,-1 1 0,-1 0 0,0 1 0,6 19 0,19 80 0,-28-98 0,120 712 0,-55-263 0,-10-198 60,-46-224-817,1-1 0,3 0 1,43 78-1,-53-108 239,0-1 1,1 0-1,1 0 0,0-1 0,0 0 0,1-1 1,19 15-1,-24-21 84,0 0 0,0-1 0,0 1 1,0-1-1,0 0 0,1 0 0,-1-1 0,0 1 1,8 0-1,-9-2-205,1 0 0,-1 0 0,1-1 1,-1 1-1,1-1 0,-1 0 0,0 0 1,1 0-1,-1-1 0,0 1 0,0-1 1,7-4-1,23-19-9393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32.0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68 483 12761,'-57'-24'2564,"47"9"4833,10 0-5725,20-12-316,27 3-312,10-6-211,13-4-165,17-5-172,20 0-372,21-3-864,12 0-453,8-1-819,2 1-980,-2 6-3501,-11 6-6008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32.5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381 63 10441,'-26'-10'3875,"-47"-26"-1,68 33-3498,-1 1 0,0-1-1,0 1 1,0 0-1,0 1 1,0-1-1,-1 1 1,1 1 0,0-1-1,0 1 1,-1 0-1,1 1 1,0-1-1,-1 1 1,1 0 0,-11 4-1,6-1-26,0 0-1,0 0 1,0 1-1,1 1 1,0 0-1,0 0 1,-17 15-1,21-15-271,-1 1-1,1 1 1,1-1-1,-1 1 1,1 0-1,1 0 1,-1 1-1,1-1 1,1 1-1,0 0 1,0 0-1,0 0 1,2 0-1,-1 1 1,1-1-1,0 1 0,1-1 1,0 1-1,1 8 1,3 16-884,1-2 1,1 1-1,2-1 1,13 34-1,-9-30-2715,2 0 0,25 46 0,6-11-7788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32.8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258 22 12025,'-3'-21'11985,"-20"27"-10529,2 0-184,5 0-147,-1 3-221,-3 12-172,-7 15-172,4-6-256,3 3-700,3 10-968,0 2-653,-10 3-1555,7 6-3209,13 1-6468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34.3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177 465 10989,'-4'-4'899,"-12"-8"6267,4 24-3934,6-5-2817,0 1-1,1 0 1,0 0-1,1 0 1,-1 0-1,2 1 1,-1 0-1,1 0 1,-3 12-1,-1 14 650,-3 42-1,5-26-210,-20 117 869,-24 238-88,48-385-1709,0 1 1,2-1-1,3 30 1,-3-48-181,13-18-585,-11 11 817,0 0 0,0 0 0,0-1 0,-1 1 1,1-1-1,-1 1 0,0-1 0,-1 0 1,1 0-1,-1 0 0,1-6 0,6-64-40,-6 50 7,7-73-244,4 1 1,4 0-1,4 2 1,5 0-1,71-171 0,-67 202-19,71-108 0,-76 135 200,2 2 1,2 1 0,1 2-1,35-30 1,-59 56 101,0 1 0,0-1 1,0 2-1,1-1 0,0 1 1,0 0-1,0 0 0,0 1 1,1 0-1,11-3 0,-19 6 16,0 0 0,0 0 0,0 0 0,0 0 1,0 0-1,1 0 0,-1 0 0,0 0 0,0 0 0,0 0 0,0 0 0,0 0 0,0 0 0,0 0 0,0 0 0,1 0 0,-1 0 0,0 0 1,0 0-1,0 0 0,0 0 0,0 0 0,0 0 0,0 0 0,0 0 0,1 0 0,-1 0 0,0 0 0,0 0 0,0 0 0,0 0 0,0 1 0,0-1 1,0 0-1,0 0 0,0 0 0,0 0 0,0 0 0,0 0 0,0 0 0,0 0 0,0 1 0,0-1 0,0 0 0,1 0 0,-1 0 0,0 0 0,0 0 1,-1 0-1,1 0 0,0 1 0,0-1 0,0 0 0,0 0 0,0 0 0,0 0 0,0 0 0,1 17 4,-1-1-1,-1 0 0,-1 0 1,0 1-1,-1-1 1,-1-1-1,0 1 1,-8 16-1,6-12-2,0 0-1,0 0 1,2 1 0,-3 40-1,7-51 11,0 0 0,1 0 0,0 0 0,1 0 0,0 0 0,1-1 0,0 1 0,0-1 0,1 0-1,0 0 1,1 0 0,0 0 0,0-1 0,10 13 0,0-6-17,0 0 0,0-2 0,2 1 0,-1-2 0,36 20 0,42 20 10,-41-25 13,-2 3 1,55 42 0,-98-65-17,0 0 0,-1 0 0,0 1 1,0 0-1,0 0 0,-1 1 1,0 0-1,-1 0 0,0 0 1,-1 1-1,1-1 0,4 19 1,-8-21-1,1-1 0,-1 1 0,-1 0 0,1 0 1,-1 0-1,0-1 0,-1 1 0,0 0 0,0 0 1,0-1-1,-1 1 0,0 0 0,0-1 1,-1 0-1,1 1 0,-2-1 0,1 0 0,0-1 1,-1 1-1,0-1 0,-6 6 0,-11 11-16,-1-1-1,-1-1 0,-1-2 1,-32 20-1,-114 57-102,74-44-324,54-28-204,-33 19-1280,31-10-2772,36-19-1707,1 4-4189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34.4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490 1 13793,'-91'21'3217,"61"9"-321,0 0-524,-4 0-472,1-2-380,-4 2-324,0 6-295,0-3-373,7 0-632,7 3-969,-4 1-903,-3-7-1264,0 3-3241,10 6-5984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35.0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303 37 12709,'1'-2'265,"-1"1"0,1-1 0,0 1 0,-1-1 0,1 0-1,-1 1 1,0-1 0,1 1 0,-1-1 0,0 0 0,0-2 0,2-10 9425,-4 14-9479,1 1-1,0-1 0,0 1 1,-1 0-1,1 0 1,0-1-1,0 1 0,0 0 1,0 0-1,0 0 0,0 0 1,1 0-1,-2 2 0,0 0 175,-22 29 590,2 2 0,2 0 0,-21 47-1,0-1-1014,17-36 40,3 0 0,1 1 0,2 1 0,2 0 0,2 1 0,-14 88 0,27-118 0,0-1 0,1 1 0,0 0 0,2 0 0,0-1 0,1 1 0,0-1 0,1 1 0,1-1 0,1-1 0,0 1 0,17 29 0,-10-26 0,0-1 0,1 0 0,1 0 0,1-2 0,0 0 0,1-1 0,1 0 0,0-1 0,22 12 0,6 0-559,2-2-1,0-3 1,1-1 0,92 23-1,-48-22-1625,169 15 0,-181-30 1026,-1-3-1,1-4 1,146-21-1,-179 14 1367,-1-3-1,-1-2 1,0-1-1,-1-3 1,-1-2-1,0-1 1,71-47-1,-110 64 13,1-1 193,-1 1 0,0-1 0,0 0 0,10-11 1865,-16 15-2181,-1 0 1,1 1-1,-1-1 1,1 1-1,-1 0 1,1-1 0,-1 1-1,1 0 1,0 0-1,0-1 1,-3 3-1,-3 2 87,-32 26-274,1 1 0,2 2 0,-43 50-1,54-56-623,-20 18-963,-8 11-1935,4 1-3580,10 4-4358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35.3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329 1 10685,'-77'27'2308,"63"-18"-136,-3 3-115,4 0-157,-4 6-296,4 3-236,0 6-260,-8 22-244,8-10-144,-7 3-120,7 6-608,3 0-568,-7 1-708,-10-4-1004,7 3-1284,3 3-1669,10 7-4192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35.6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446 396 7837,'44'-192'3169,"-37"163"-2345,-3 17-177,0-1-1,-2 1 1,1-1 0,-1 1-1,-1-1 1,-1 0-1,0-13 1,-1 18-12,1 0-1,0-1 1,1 1 0,2-16 0,-3 21 453,-1 7 17,-1 9-817,1-1 1,-1 1-1,2-1 0,0 1 1,1 0-1,0-1 1,0 1-1,2-1 0,5 18 1,45 116 674,-33-97-691,149 298 502,-84-184-550,-62-118-176,10 18 33,-3 2 0,37 112 0,-62-157-97,0-1 0,-1 1-1,-1 1 1,0-1 0,-2 0 0,-1 1 0,0-1-1,-1 0 1,-2 1 0,0-1 0,-1 0 0,0 0 0,-2-1-1,-8 20 1,1-13-152,-1-1 0,-1-1 0,-1 0-1,-1-1 1,-1-1 0,-1-1 0,-1 0 0,-1-2-1,0 0 1,-32 20 0,-25 12-1515,-150 71 0,228-122 1681,-234 104-4595,109-51-1261,28-7-3020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36.0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326 22 10005,'30'-21'10528,"-32"23"-9497,1-2-1038,-4 5 674,1-1 0,-1 0 0,1-1 0,-1 1 0,0-1 0,-1 0 0,1 0 0,-7 2 3394,33-9-3453,-17 3-525,0 1 1,0-1-1,0 1 0,0 0 0,0-1 0,0 2 0,0-1 0,6 1 1,-9 0-72,1-1-1,-1 1 1,0-1 0,0 1 0,0-1 0,0 1 0,0-1 0,0 1 0,0 0 0,0 0 0,0-1 0,-1 1 0,1 0-1,0 0 1,0 0 0,-1 0 0,1 0 0,-1 0 0,1 0 0,-1 0 0,1 0 0,-1 1 0,1-1 0,-1 0 0,0 0 0,0 0-1,0 0 1,1 1 0,-1-1 0,0 0 0,-1 0 0,1 0 0,0 0 0,0 1 0,-1 0 0,-3 18-26,0-1 0,-2 0 0,0 0 0,-2 0 0,0-1 0,-1 0 0,-19 30 0,-95 113-4119,108-142 3051,-100 116-10698,58-63-869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36.9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1150 283 9109,'8'-12'1751,"-1"-1"1,0-1-1,6-17 1,-12 28-1373,1-1 0,-1 0 0,0 0 0,-1 0 0,1 0 0,0 0 0,-1 1 0,0-1 0,0 0 0,0 0 0,-1 0 0,1 0 0,-1 0 1,0 0-1,0 0 0,-2-5 0,-17-38 3269,18 37-3027,-2 1 1,1 1-1,-1-1 1,-7-12-1,8 19-504,1-1 0,0 0 0,0 1 0,-1-1 0,1 1 0,-1 0 0,0 0 0,0 0 0,0 0 0,0 0 0,0 0 0,0 1 0,-1 0 0,1-1 0,0 1 0,-5 0 0,-7-1 52,0 0 1,0 1-1,0 1 0,0 1 1,0 0-1,0 1 0,0 0 1,-24 8-1,-5 4-199,-63 30 0,41-11 30,2 3 0,1 2 0,3 3 0,1 3 0,2 2 0,2 3 0,2 2 0,3 2 0,2 3 0,-41 62 0,73-97-56,2 0 0,0 1-1,2 1 1,0 0 0,2 1 0,0 0 0,-12 48 0,21-66-18,0 0 0,0 0 1,1 0-1,0 0 0,0 0 0,0 0 1,1 0-1,0 0 0,0 0 1,0-1-1,1 1 0,0 0 1,0 0-1,0-1 0,1 1 0,0-1 1,0 0-1,0 0 0,0 0 1,1 0-1,0-1 0,0 1 1,0-1-1,1 0 0,0 0 1,-1-1-1,1 1 0,1-1 0,-1 0 1,0 0-1,9 2 0,6 3-101,1-1 1,-1-2-1,1 0 0,1-1 0,-1-1 0,0-1 0,34-1 0,5-5-44,0-2 1,0-2-1,-1-3 1,70-23-1,221-98-27,-70-2 817,79-33 1262,-356 166-1814,21-9 324,39-10 1,-57 18-261,1 1 0,-1 0 0,1 0-1,-1 1 1,1-1 0,0 1 0,-1 1-1,1-1 1,-1 1 0,1 1-1,7 1 1,-11-1-46,0 0 0,0 0 0,0 0 0,0 0 0,0 0 0,0 1-1,-1-1 1,1 1 0,-1 0 0,0-1 0,0 1 0,0 0 0,0 1 0,0-1 0,-1 0-1,0 0 1,1 1 0,-1-1 0,0 1 0,0-1 0,-1 1 0,1-1 0,-1 1 0,0 5-1,1 11-1,-2 1-1,0-1 0,-4 21 0,4-32-55,-10 76-831,-21 193-3955,27-91-6413,11-93-1279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37.1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359 0 15421,'-71'3'2973,"15"6"-601,5 1-388,11 2-420,0 0-312,6 9-308,4 9-372,10 3-716,10 3-724,3 6-832,11 1-1020,9 2-3681,7-3-5864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37.5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753 174 13377,'-8'-121'3996,"8"119"-3778,0-1 1,0 0-1,-1 1 1,1-1-1,-1 1 1,0-1-1,1 1 0,-1-1 1,0 1-1,-1-1 1,1 1-1,0 0 1,-1 0-1,1 0 1,-1 0-1,-2-3 0,2 4-74,1 0 0,-1 0 0,0 0-1,0 0 1,0 0 0,1 0-1,-1 1 1,0-1 0,0 1 0,0-1-1,0 1 1,0 0 0,-1 0-1,1-1 1,0 2 0,-2-1 0,-3 1 80,1 0 1,0 1-1,-1 0 1,1 0-1,0 0 1,0 1-1,0 0 1,1 0 0,-1 1-1,-6 5 1,-5 6 218,2 2 0,0 0 0,1 1 0,1 0 1,1 1-1,0 0 0,-11 25 0,17-31-268,-247 565 2909,185-405-3121,-44 134 37,97-253 0,1 0 0,3 1 0,-7 100 0,18-150 9,0-2-18,-1 1 0,1 0 1,0 0-1,1 0 0,-1 0 0,1-1 0,1 6 0,-2-8-1,1 0-1,0 0 1,-1 0-1,1 0 0,0 0 1,-1 0-1,1 0 1,0 0-1,0-1 0,0 1 1,0 0-1,0-1 1,0 1-1,0 0 1,0-1-1,0 1 0,0-1 1,0 0-1,0 1 1,1-1-1,-1 0 0,0 0 1,0 1-1,0-1 1,0 0-1,1 0 0,-1-1 1,2 1-1,7-1-42,0 0 0,-1-1-1,1 0 1,-1-1 0,0 0-1,1 0 1,-1-1-1,13-8 1,9-7-138,30-23-1,-18 11 42,48-31-8,3 4 0,2 4 1,2 4-1,3 5 0,1 4 1,198-51-1,-259 83 147,-1 2 1,79-4 0,-107 11 18,0-1 0,-1 2 0,1 0 0,-1 0 1,1 1-1,-1 1 0,1 0 0,-1 0 0,0 1 0,0 1 0,-1 0 1,1 0-1,-1 1 0,17 13 0,-24-17-4,0 1 1,0 0-1,-1 0 1,1 1-1,-1-1 0,0 0 1,0 1-1,0-1 0,0 1 1,0 0-1,-1 0 1,0 0-1,0-1 0,0 1 1,0 5-1,0-2 2,-1 0-1,0-1 1,-1 1-1,0 0 1,0 0-1,0-1 1,-1 1 0,-3 8-1,-2 3 9,-1-1 0,-1-1 1,-1 1-1,0-1 0,-19 21 0,-16 14-95,-3-1-1,-2-3 1,-100 75 0,89-80-1591,-105 53 0,129-78-1273,-70 19-1,54-19-5419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38.0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629 17 14869,'0'0'59,"0"1"0,0-1-1,0 1 1,0-1 0,0 0-1,0 1 1,-1-1 0,1 1-1,0-1 1,0 0 0,-1 1-1,1-1 1,0 0 0,0 1-1,-1-1 1,1 0 0,0 1-1,-1-1 1,1 0 0,0 0-1,-1 0 1,1 1 0,0-1-1,-1 0 1,1 0 0,-1 0-1,1 0 1,-1 0 0,1 1-1,0-1 1,-1 0 0,0 0-1,0-12 2044,0-1 197,0 13-2222,1 0 1,-1 0-1,1 0 0,-1 0 1,1 1-1,-1-1 0,1 0 1,-1 0-1,1 0 0,-1 1 1,1-1-1,-1 0 0,1 1 0,-1-1 1,1 0-1,0 1 0,-1-1 1,1 1-1,0-1 0,-1 0 1,1 1-1,0-1 0,-1 1 1,1-1-1,0 1 0,0-1 1,0 1-1,-1-1 0,1 1 0,-64 112 4740,14-22-2837,-79 115 424,-138 253-2363,250-425-30,2 1 1,1 1-1,2 0 0,2 1 1,1 1-1,-7 62 0,15-85-25,1 0-1,0 0 0,1 0 0,1 0 0,0 0 1,2 0-1,-1 0 0,10 21 0,-9-26-50,1 0-1,1 0 1,0 0-1,0-1 1,1 0-1,0-1 1,1 1-1,-1-1 1,2-1 0,-1 0-1,1 0 1,17 10-1,-4-5-630,0-2-1,0 0 1,1-2-1,1 0 1,-1-2-1,1 0 0,0-2 1,1 0-1,40-1 1,7-4-3067,0-3-1,74-15 1,0-4-6860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38.4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396 1 14073,'-24'69'1872,"14"-45"-263,-6 18-253,-5-12-256,-2 4-100,-7 2-400,-7 6-312,-6 0-508,-1 9-788,-10-2-864,11 8-140,16 9-2933,4-5-3912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38.6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624 0 14477,'-81'66'1728,"31"-42"-231,-10 4-465,-4-4-212,11 0-184,-1 9-296,-6 6-656,6 0-1024,-3 13-1253,7 8-2179,10 6-3753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39.1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1248 1097 11169,'1'0'103,"-1"0"1,0 0-1,0 0 0,1-1 1,-1 1-1,0 0 0,1 0 1,-1-1-1,0 1 0,0 0 1,1 0-1,-1-1 0,0 1 1,0 0-1,0-1 0,0 1 0,1 0 1,-1-1-1,0 1 0,0 0 1,0-1-1,0 1 0,0 0 1,0-1-1,0 1 0,0-1 1,0 1-1,0 0 0,0-1 1,0 1-1,0 0 0,0-1 1,-1 1-1,1 0 0,0-1 1,0 1-1,0 0 0,0-1 1,-1 1-1,1 0 0,0-1 1,0 1-1,-1 0 0,1 0 1,0-1-1,-1 1 0,-23-9 2997,-37 2-381,39 9-2279,1 1 0,0 1 0,0 0 0,0 2 0,0 0 0,-25 13 0,31-13-235,-107 42 854,-207 115-1,261-123-1213,2 4-1,2 3 1,2 2 0,-72 74-1,113-101-168,1 0 0,2 2 0,0 0 1,-23 42-1,39-62 269,0-1 0,1 0 0,-1 1 0,1-1 1,0 1-1,0-1 0,0 1 0,1 0 0,-1-1 1,1 1-1,0 0 0,0-1 0,0 1 1,1 0-1,0 5 0,0-6-10,0 0 0,1 0 1,-1-1-1,1 1 0,-1 0 0,1-1 0,0 0 1,0 1-1,0-1 0,0 0 0,0 0 0,1 0 1,-1 0-1,1 0 0,3 2 0,2-1-78,0 1 0,1-1 0,0 0 0,0-1-1,-1 0 1,1 0 0,1-1 0,-1 0 0,0 0 0,0-1 0,12-2 0,13-3-165,0-1 1,-1-2 0,0-1 0,-1-2 0,38-17-1,-11-1-63,99-64 0,-108 58 387,-1-1-1,-3-3 1,-1-2 0,-2-2-1,-2-1 1,-2-3-1,-2-1 1,-2-1 0,-2-2-1,-2-2 1,-3-1-1,-2 0 1,19-60 0,-10-1 590,20-118 1,5-121 1194,-34 189-570,-24 154-1112,4-24 1108,3-66 1,-23 115 476,6 6-1523,0 1 0,2 0 0,0 0 0,2 1 0,0-1 1,2 1-1,-1 23 0,1-12-44,-10 148-1196,20 334-1,15-246-3570,-6-92-3091,-3-31-3786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40.1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1 680 8409,'16'-53'466,"-11"35"-217,0 0 0,1 0 1,1 1-1,1 0 0,1 1 0,0 0 1,17-23-1,6-2 334,1 1-1,3 1 1,1 2 0,1 2-1,3 1 1,0 3 0,59-35-1,-62 44-347,2 2-1,0 1 1,1 2-1,0 2 0,2 2 1,0 2-1,0 1 1,86-6-1,-104 14-137,0 2-1,0 1 0,0 1 1,-1 2-1,1 0 0,-1 1 1,0 2-1,42 16 0,-52-16-60,0 0 0,0 1 0,-1 0-1,0 1 1,0 1 0,-1 0 0,-1 0 0,0 1 0,0 1-1,-1 0 1,0 0 0,-1 1 0,-1 0 0,0 1 0,7 15-1,-5-3-2,-2 0-1,0 1 1,-2 1-1,-1-1 1,-1 1-1,-1 0 0,-1 0 1,-2 0-1,-1 0 1,-8 50-1,-4-8 21,-4-1 0,-2 0 1,-30 70-1,-149 286 9,36-89 79,142-290-177,3 1 0,1 0 0,3 2 0,1-1 0,3 1-1,-4 74 1,12-100-24,1 1 0,1-1 0,1 1-1,1-1 1,2 0 0,0 0 0,1 0-1,1-1 1,1 0 0,1 0 0,1-1-1,1 0 1,1-1 0,1 0 0,28 33-1,-19-30-42,2-1-1,1-1 0,0-1 0,2-2 1,0 0-1,1-2 0,1-1 0,52 20 1,5-6-277,164 34 1,-143-42 236,0-4 0,126 2 0,-180-18 230,-1-2-1,1-3 1,-1-2 0,0-2-1,-1-2 1,77-27 0,-125 36-61,33-15 370,-36 16-382,0 0 1,1 0 0,-1 0 0,1-1 0,-1 1-1,1 0 1,-1 0 0,0-1 0,1 1-1,-1 0 1,1-1 0,-1 1 0,0 0 0,0-1-1,1 1 1,-1 0 0,0-1 0,1 1 0,-1-1-1,0 1 1,0-1 0,0 1 0,0 0-1,1-1 1,-1 1 0,0-1 0,0 1 0,0-1-1,0 1 1,0-1 0,0 1 0,0-1 0,0 1-1,0-1 1,-1 1 0,1-1 0,0 1-1,0-1 1,0 1 0,0 0 0,-1-1 0,1 1-1,0-1 1,0 1 0,-1 0 0,1-1 0,0 1-1,-1 0 1,1-1 0,0 1 0,-1 0 0,1-1-1,-1 1 1,1 0 0,0 0 0,-1-1-1,1 1 1,-1 0 0,1 0 0,-1 0 0,0 0-1,-5-3 89,-1 1-1,1 1 0,-1-1 0,1 1 0,-1 0 0,0 1 1,1-1-1,-1 1 0,0 1 0,0-1 0,1 1 1,-1 0-1,1 1 0,-11 3 0,-7 3 207,1 0 1,-40 22-1,28-10-169,0 1 0,1 2 1,1 2-1,2 0 0,0 3 0,2 0 0,1 2 0,1 1 0,1 1 0,3 1 0,0 1 1,2 1-1,2 1 0,1 1 0,2 0 0,1 2 0,2-1 0,2 2 0,-7 44 1,12-29-75,2 0 0,2 1 0,3-1 1,9 59-1,46 219 90,-48-294-169,43 212-98,84 454-716,21 281-36,-110-562 726,-44-350 187,-2 0 0,-4 0 0,-23 128 1,18-166-18,-1 0 0,-1-1 0,-2 0 0,-1-1 0,-2 0 0,-34 53 0,32-61-43,-1-2 1,-1 0-1,-1 0 0,-1-2 0,-1-1 0,-1-1 1,-1-1-1,-35 21 0,23-19-493,0-3 0,0-1 1,-2-2-1,-61 16 0,54-20-3515,-87 8 0,41-15-5052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40.3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4 142 13645,'-3'-36'1760,"13"24"-459,0-3-601,0-3-472,-7 3-540,4 2-681,-4-5-555,1 3-2716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45.1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577 664 9997,'0'0'2515,"-3"2"-1550,-2 2-682,0 1-1,0 0 0,1 0 1,-1 0-1,1 1 0,0-1 0,1 1 1,-6 11-1,-23 61 1268,16-36-931,-154 356 2356,43-124-1939,31-73-493,91-189-501,-14 31 567,-43 73 0,60-113-380,18-21 224,112-129-328,-6-6-1,179-293 1,56-273 34,-209 415 768,-144 296-885,0-2 83,2-1 0,-1 1 0,1 0 0,1 0 0,0 0 0,0 1 0,11-10 0,-17 18-95,0 0 0,0 1 0,0-1 0,0 0 0,0 1 0,0-1 1,1 1-1,-1-1 0,0 1 0,0 0 0,1 0 0,-1-1 0,0 1 0,0 0 0,1 0 0,-1 0 0,0 0 0,0 0 0,1 1 0,-1-1 0,0 0 0,0 1 0,0-1 0,1 0 0,1 2 1,0 0 42,0 0 1,-1 0 0,1 0 0,0 1 0,-1-1 0,0 1 0,1-1 0,3 7 0,3 6 183,0 1 0,-1 1 0,-1-1-1,10 34 1,12 77 517,-21-90-576,68 512 1485,-42 5-1323,24 224-1661,-52-725 58,3 0 1,2 0 0,30 88-1,-37-131 605,0 0-1,1 0 1,0 0-1,11 15 1,-13-21-5,0-1 0,0 0 1,0 1-1,0-1 0,1-1 0,-1 1 1,1-1-1,0 1 0,-1-1 0,1 0 1,0 0-1,0-1 0,1 1 0,5 1 1,29-1-10201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45.3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34 694 14993,'-33'9'4093,"50"-27"-2445,16-12-52,11 6-184,19-10-256,35-2-232,19-12-328,33-6-292,28-7-888,23-8-468,13-3-944,24-10-800,7-2-3225,13-7-5268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45.6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617 0 12005,'-1'19'1520,"2"-1"-1,0 1 1,1-1 0,8 36-1,-3-17-310,33 266 6914,-31-191-6874,-6 1-1,-10 116 1,-65 281-1159,-36-4-94,-6 34 4,112-530 0,-7 37 0,-4 79 0,13-115 0,-1-1 0,2 1 0,-1 0 0,1-1 0,1 1 0,0-1 0,1 0 0,0 1 0,0-1 0,1-1 0,0 1 0,1 0 0,9 13 0,-11-19 0,1-1 0,0 1 0,0-1 0,0 0 0,0 0 0,0 0 0,0-1 0,1 0 0,0 1 0,-1-2 0,1 1 0,0 0 0,0-1 0,0 0 0,0 0 0,0 0 0,0-1 0,0 0 0,0 0 0,0 0 0,0-1 0,10-1 0,7-3 0,0 0 0,-1-2 0,39-17 0,-18 4-138,-2-3 0,0-1 0,-1-2 0,-1-2 0,-2-1 0,-1-2 0,-2-2 0,36-42 0,-5-10-139,-57 74 244,-1 1 1,0-1 0,-1 0-1,0 0 1,-1 0-1,5-19 1,-9 27 23,1 0 1,0-1 0,-1 1-1,0 0 1,0-1-1,0 1 1,0 0 0,-1-1-1,1 1 1,-1 0-1,0-1 1,0 1 0,0 0-1,0 0 1,-1 0-1,1 0 1,-1 0-1,1 0 1,-4-3 0,1 2-2,0 0 0,-1 0 0,1 0 0,-1 1 0,0-1 0,0 1 0,0 1 0,0-1 0,0 1 0,-8-3 0,-8-1-9,-1 1 0,0 1-1,0 1 1,-41 0 0,-25 4 12,-173 26 0,-84 49-2071,210-28-937,66-22-3567,93-28-9392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46.2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493 9 14561,'-1'-1'307,"0"0"0,0 0-1,0 1 1,0-1-1,0 0 1,0 1 0,-1-1-1,1 1 1,0-1 0,-1 1-1,1 0 1,0-1 0,-1 1-1,1 0 1,0 0-1,-1 0 1,1 0 0,0 0-1,-1 0 1,1 0 0,0 1-1,-2 0 1,-11 7 350,8-2-223,1 0 0,-1 0-1,1 0 1,0 0 0,1 1-1,-1 0 1,1 0 0,1 0 0,-6 14-1,-21 78 1861,26-82-1957,-96 472 3207,41-171-3560,-24 49 16,-12 59 0,72-284 4,22-126-11,0 1 0,1-1 0,0 1 0,2 0 0,0-1 0,6 24 0,-8-37-18,1 0 0,0-1 0,0 1 0,0 0 0,0 0 0,1-1 0,-1 1 0,1-1 0,0 1 0,-1-1 0,1 0 0,0 1 0,0-1 0,1 0 0,-1 0 0,0 0 0,1-1 0,-1 1 0,1-1 0,-1 1 0,1-1 0,0 0 0,0 0 0,0 0 0,-1 0 1,1 0-1,0-1 0,0 0 0,0 1 0,0-1 0,0 0 0,0 0 0,0-1 0,0 1 0,5-2 0,4-1-61,1 0 0,-1-2 1,1 0-1,-2 0 0,1-1 1,21-14-1,217-175-698,-169 126 615,111-72 0,-173 129 159,0 1 0,1 1 0,0 1-1,0 0 1,1 2 0,25-6 0,-37 11 23,1 0 0,0 1 0,0 0-1,0 1 1,0 0 0,0 0 0,0 1 0,0 1 0,-1-1-1,1 2 1,0-1 0,-1 2 0,1-1 0,-1 1 0,16 10-1,-13-6 16,0 0-1,-1 1 0,0 1 0,-1 0 0,0 0 0,12 18 0,43 74 198,-54-81-195,1 0 1,0-1-1,2-1 0,0 0 0,1-1 0,1 0 0,23 19 1,-31-31-35,0-2 1,1 1 0,-1-1-1,1 0 1,0-1 0,0 0 0,0 0-1,1-1 1,-1-1 0,0 1 0,1-1-1,-1-1 1,1 0 0,-1 0 0,1-1-1,-1 0 1,14-3 0,16-6-190,0-1 0,67-30 0,-66 25 53,519-224-589,-540 230 979,0 0-1,-1-2 0,-1 0 1,0-1-1,-1-1 0,0-1 0,-1 0 1,0-1-1,-2 0 0,0-1 1,18-32-1,-22 35-152,0 1 1,0 0-1,23-23 1,-14 24-98,-16 11 0,0 0 0,0 1 0,0 0 0,1-1 0,-1 1 0,0 0 0,0 0 0,0 0 0,0 1 0,0-1 0,0 0 0,0 1 0,0-1 0,1 1 0,-2 0 0,1 0 0,0 0 0,0 0 0,0 0 0,2 2 0,-1-1 0,1 2 0,-1-1 0,-1 0 0,1 0 0,0 1 0,-1 0 0,0-1 0,0 1 0,3 7 0,0 3 0,-1 1 0,0 0 0,-1 0 0,3 27 0,1 32-2,-2-32-1420,-1 2-3629,-4-23 1464,1 3-4199,2-6-4149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46.4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51 1 15121,'0'0'2629,"-14"9"-421,7 0 2500,-9-3-3680,2 3-268,28 6-480,13 12-888,3-6-752,3 0-992,11 3-1024,13 9-2297,10 10-4708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46.6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20 486 15377,'-3'-9'700,"-1"0"0,1 0 0,0-1 0,1 1-1,0-1 1,1 0 0,0 0 0,0 0 0,1 1-1,0-1 1,1 0 0,3-17 0,0 13-98,0 0 0,1 0 0,0 0 0,1 0 0,0 1-1,1 0 1,1 0 0,0 1 0,12-14 0,-1 3-255,2 0 1,0 2-1,1 0 0,2 1 1,0 2-1,33-20 0,-48 33-353,0 0-1,0 1 0,0 0 0,0 1 0,1 0 0,-1 1 0,1-1 0,0 2 0,0 0 1,0 0-1,0 0 0,0 1 0,0 1 0,0 0 0,-1 0 0,1 1 0,0 0 0,0 1 1,-1 0-1,0 0 0,1 1 0,15 10 0,-11-5 7,-1 1 0,0 0 0,0 2 0,-1-1 0,-1 1 0,0 1 0,0 0 0,-1 1 0,13 24 0,-6-5 0,-1 0 0,-2 1 0,14 48 0,-19-47 16,-2-1-1,-2 1 1,-1 0-1,-1 0 1,-2 1-1,-2-1 1,-1 0 0,-2 1-1,-9 36 1,2-25-478,-2 0 0,-2-1 1,-2 0-1,-2-2 1,-2 0-1,-29 44 0,37-68-173,0-2-1,-2 1 1,0-2-1,-1 0 1,-1-1-1,-30 23 1,32-29-530,1-1 0,-1 0 1,-29 11-1,34-16-85,0-1 0,-1 0 0,0 0 0,1-1 0,-1-1 0,-16 1 0,1-4-7600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47.8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494 113 11753,'-25'71'5406,"-65"128"0,36-93-2930,-74 214-1,0 126-1094,123-427-1364,-17 65-114,-17 140 0,38-216 77,0 0 0,1 0 0,0 0 0,0 1-1,1-1 1,0 0 0,0 0 0,1 0 0,0 0 0,1 0 0,-1 0 0,1-1 0,5 9 0,-7-15 12,0 0 1,1 1-1,-1-1 1,0 0-1,0 0 0,1 0 1,-1 0-1,1 0 1,-1 0-1,1 0 1,-1-1-1,1 1 1,0-1-1,-1 1 1,1-1-1,0 1 1,-1-1-1,1 0 1,0 0-1,0 0 1,-1 0-1,4 0 1,33-8-49,-37 7 54,15-5-31,0-1 0,0-1 0,0-1 1,-1-1-1,0 0 0,14-13 0,0 1 17,59-44-13,98-68-71,-159 117 151,1 1 0,1 2 0,0 1 0,61-19 1,-72 27 5,-1 2 0,1 1 1,0 0-1,0 1 0,0 1 1,0 0-1,-1 2 0,1 0 1,0 1-1,-1 1 0,1 0 1,-1 1-1,19 9 0,4 5 44,0 2-1,-2 2 1,-1 1-1,40 33 1,-50-35-114,2-3 0,0 0 0,1-1 0,1-2-1,1-2 1,0 0 0,1-3 0,0 0 0,1-2 0,0-2 0,0-1 0,1-1-1,-1-2 1,1-1 0,57-6 0,-74 2 5,0-2-1,0 0 1,-1 0-1,0-2 1,0 0 0,0-1-1,-1-1 1,0-1 0,0 0-1,-1-1 1,0 0-1,16-16 1,-15 12 2,-2-2 0,1 1 0,-2-2 0,0 0 0,-1-1 0,-1 0 0,-1 0 0,0-1 0,-1-1 0,6-20 0,-8 19-13,-1 1 0,-1-1 1,-1 0-1,-1-1 0,1-39 1,-4 54 14,-1 1 0,1 0 1,-1 0-1,-1 0 0,1 0 0,-1 1 1,0-1-1,0 0 0,-1 1 0,-5-11 1,5 13 9,0-1-1,0 1 1,-1-1 0,1 1 0,-1 0-1,1 1 1,-1-1 0,0 0 0,0 1 0,0 0-1,0 0 1,-1 0 0,1 1 0,-1-1-1,1 1 1,-5-1 0,1 1 7,-1 0 0,1 0 0,0 1 0,0 0-1,0 1 1,0-1 0,0 1 0,0 1 0,0 0 0,0 0 0,-10 4 0,7-1 10,-1 1 0,0 1 0,1-1 0,1 2 0,-1-1-1,-15 15 1,11-6 4,1-1-1,0 2 1,1 0-1,1 0 0,1 1 1,0 1-1,1 0 0,-10 29 1,15-36-23,1 1 1,1 0 0,0 0 0,1 0-1,0 0 1,1 0 0,1 1 0,0-1-1,1 0 1,0 0 0,1 1-1,4 16 1,-3-20-54,1-1 0,0 0 0,0 0 0,1 0 0,0 0 0,1-1 0,-1 0 0,2 0 0,-1 0 0,1-1 0,0 0 0,0 0 1,1-1-1,0 0 0,0 0 0,1-1 0,9 5 0,2-2-123,0 0 0,1-1 0,0-1 0,0-1 0,0 0 0,0-2 0,23 1 0,9-2-231,94-9 0,-48-7 171,0-4 0,-1-4 0,-2-4 0,0-5 0,-2-3-1,94-50 1,100-45 134,-282 126 91,1 1 1,-1 0 0,1 0-1,0 1 1,0 0 0,-1 0 0,1 1-1,0 0 1,0 0 0,0 0 0,0 1-1,8 2 1,-3-2-45,0 1 1,0-2-1,19 0 1,-12-3 14,-1 0 1,0-1 0,0-1-1,26-10 1,-41 14 29,69-32 379,-67 30-310,0 1 0,0-1 0,0 1 1,1 1-1,-1-1 0,0 1 1,1 0-1,-1 0 0,9 0 1,52 3 383,-44-1-325,59 7 479,-52-4-1188,57 1 0,-74-6 136,0 0 0,0-1 0,-1 0 0,1 0-1,-1-2 1,1 1 0,-1-1 0,14-8 0,-8 2 126,-1 0 0,0-2 1,-1 0-1,0 0 0,-1-2 0,18-20 1,71-102 245,-90 117 231,93-146 2358,99-208 1,-93 160 129,-80 154-754,68-93-1,-91 143-1025,-6 13-52,-6 22 22,1-15-1050,-8 42 220,-2 0 0,-20 54 0,-48 106 0,27-78 0,41-101 0,-109 318 0,103-286 0,2 0 0,3 2 0,-5 95 0,16-131 0,3 1 0,0 0 0,2-1 0,2 0 0,1 0 0,1 0 0,2 0 0,22 54 0,-24-70 0,1-1 0,0-1 0,1 1 0,1-1 0,0-1 0,0 0 0,2 0 0,-1-1 0,2-1 0,0 0 0,0 0 0,0-2 0,2 1 0,-1-2 0,1 0 0,0-1 0,1 0 0,28 8 0,-26-11-37,-1-1 0,0 0 0,1-1 1,0-1-1,0-1 0,-1 0 0,1-2 0,30-5 0,-25 1-79,-1-1 0,0 0-1,-1-2 1,0 0 0,0-2-1,24-15 1,22-21-55,-3-2 1,-2-3-1,-2-3 1,68-81-1,19-26 509,-150 168-297,1 0-1,-1 0 0,2 0 1,-1 0-1,-1 10 0,0-2 26,-3 3-130,2 0 1,1 0 0,0 1 0,1-1 0,0 0 0,3 31 0,-1-41-140,2 0 1,-1 1-1,1-1 0,0-1 1,1 1-1,-1 0 0,1 0 1,1-1-1,-1 0 0,1 1 1,0-2-1,1 1 0,-1 0 1,1-1-1,0 0 0,1 0 1,-1 0-1,12 7 0,4 0-618,0 0 0,1-1 0,1-1 0,0-1 0,0-1 0,37 7 0,6-3-1249,77 4 0,-73-11 1630,-1-3-1,80-8 0,-135 3 769,1 0 0,-1 0 0,1-2-1,-1 0 1,0 0 0,23-14 0,-11 4-1103,-1-2 0,32-26-1,-15-1-5453,-20 25-439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52.6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0 501 7201,'412'-90'1392,"-241"45"-300,17 2-224,-1 4-252,1-3-212,3 0-288,16-3-460,4-4-508,4-2-2276,-1-3-1253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52.9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669 151 5517,'-204'11'2866,"141"-7"-1316,0 3-1,0 3 0,1 3 0,-88 29 0,138-37-1015,2 0 0,-22 12 0,25-12-206,4-3-29,8 0-24,11 1-118,0 0 0,0-1 0,1-1 0,-1 0 0,19-2 0,91-13 169,-57 5-195,801-142-4329,-579 93-1160,-34 8-2134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53.1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10077,'0'18'1728,"23"0"-132,31 6-236,6-12-140,14-3-203,16 0-81,31-3-136,23-3-188,40 0-120,34-6-112,33 0-260,30 0-252,14 0-344,20-3-692,20 9-568,7-9-501,-4 3-1963,-3 3-3205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53.3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8425,'87'45'1720,"-27"-27"-460,14-9-424,6-6 44,11-3-156,9 3-144,18-6-96,16-3-104,20 3-296,10-9-272,3 0-780,1-3-928,9 3-1708,11-3-2129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55.4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2308 10465,'0'0'1902,"1"-4"-219,80-222 4572,12 2-3434,35-90-1639,-91 209-261,25-115 0,-25 40-358,-7-2 0,-9-1 1,-2-287-1,-20 324-214,1 141-309,-1 0-1,0 0 1,0 1 0,0-1-1,0 0 1,-4-8 0,5 13-31,0-1 0,-1 1 1,1-1-1,0 1 1,0-1-1,0 0 0,-1 1 1,1-1-1,0 1 0,0-1 1,-1 1-1,1-1 0,0 1 1,-1-1-1,1 1 0,-1 0 1,1-1-1,-1 1 0,1 0 1,-1-1-1,1 1 0,-1 0 1,1-1-1,-1 1 0,1 0 1,-1 0-1,1 0 0,-1 0 1,0-1-1,1 1 0,-1 0 1,1 0-1,-1 0 0,0 0 1,1 0-1,-1 0 0,1 1 1,-1-1-1,0 0 0,1 0 1,-1 0-1,1 0 0,-1 1 1,1-1-1,-1 0 0,1 1 1,-1-1-1,1 0 0,-1 1 1,1-1-1,-1 0 0,1 1 1,0-1-1,-1 1 0,-3 8 74,0-1 0,1 0-1,0 1 1,1-1-1,0 1 1,0 0-1,1 0 1,0 0-1,0 9 1,0-7-9,-15 334 1352,11-168-1004,-15 210 18,-3 96-392,27 1-167,6-326-438,30 158 0,-31-265 160,3 0-1,3-1 0,1 0 0,2-1 0,3-1 1,2-1-1,30 46 0,-52-90 358,11 15-283,1 0 0,20 22 0,-29-35 206,1-1 0,-1 0 1,1 0-1,0-1 1,0 1-1,0-1 1,0 0-1,1 0 1,-1-1-1,1 0 1,0 0-1,-1 0 1,10 1-1,-12-2 78,-1-1-1,1-1 1,-1 1 0,1 0-1,-1-1 1,1 1-1,-1-1 1,0 0 0,1 0-1,-1 1 1,0-2 0,0 1-1,0 0 1,0 0-1,0-1 1,0 1 0,0-1-1,0 0 1,0 1 0,-1-1-1,1 0 1,-1 0-1,1 0 1,-1 0 0,0 0-1,0 0 1,2-5-1,3-9-78,0 1-1,-1-1 1,4-20-1,-3 14-25,10-35-31,3 0 1,2 1 0,3 2-1,50-86 1,-58 114 145,2 2 0,1 1 0,1 0 0,0 1 0,41-32 0,-48 43 20,1 1 0,1 0 1,0 1-1,0 0 1,1 2-1,0 0 1,0 0-1,0 2 1,1 0-1,34-6 0,-42 10 15,0 1 0,-1 0 0,1 0-1,0 1 1,-1 0 0,1 0-1,0 1 1,-1 0 0,1 0 0,13 7-1,-16-6 3,-1 1-1,1-1 1,-1 1-1,0 0 0,0 0 1,0 1-1,-1-1 1,1 1-1,-1 0 0,0 0 1,-1 1-1,1-1 1,-1 1-1,3 7 0,0 2-19,-1-3-5,0-1 0,1 0 0,10 16 1,-14-24-12,0-1 0,1 1 0,-1-1 0,0 1 0,1-1 0,0 0 0,-1 0 0,1 0 0,0 0 0,0-1 0,0 1 0,0-1 0,0 0 0,0 0 1,1 0-1,-1 0 0,6 1 0,9-2-157,0 0 1,0 0-1,0-2 1,0 0-1,24-7 1,89-31-855,-127 39 1006,603-256-2495,-156 49 1793,-367 168-844,-41 19-4446,-17 9-398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56.2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495 14 12693,'-2'-12'1119,"-1"10"-74,-6 19 929,-9 20 567,-201 293 5824,177-256-7779,2 1-1,-49 136 0,72-163-485,2 0 0,2 1 0,-13 94 0,25-127-139,1 0-1,0 1 1,1-1-1,1 0 1,0 0-1,9 31 1,-7-36-33,1-1 0,-1 0 0,2 1 0,-1-2 0,1 1 0,1-1 1,0 0-1,0 0 0,0 0 0,1-1 0,11 8 0,-1-3-119,2 0 0,0-1 1,0-1-1,1 0 0,0-2 0,1-1 0,0-1 0,32 7 1,7-2-384,122 6 1,-80-15 129,0-6-1,186-27 0,-151 4 130,206-67 0,-80-6 39,-231 83 236,0-1 0,-1-1 0,0-2 0,-2-1 0,44-40-1,-41 23-8,-32 37 47,0 0-1,0 0 1,0 0-1,-1 0 1,1 0-1,-1-1 1,1 1-1,-1 0 1,1-1 0,-1 1-1,1 0 1,-1-1-1,0 1 1,0 0-1,0-1 1,0 1-1,0 0 1,0-1-1,0 1 1,0 0-1,-1-1 1,1 1 0,0 0-1,-1-1 1,1 1-1,-1 0 1,0 0-1,1-1 1,-1 1-1,0 0 1,0 0-1,1 0 1,-1 0-1,0 0 1,0 0 0,-2-1-1,-2-2-2,1 1 0,-1-1 1,0 1-1,-1 0 0,1 1 0,-8-4 0,1 3-2,-1-1 0,0 2 0,0 0 0,-1 0 0,1 1 0,0 1-1,-26 2 1,-94 20-34,117-19 34,-89 20-288,102-22 175,11-2-124,253-47-135,-199 39 353,310-33-89,-301 37-128,0-2 1,0-3 0,-1-4 0,0-2-1,74-29 1,321-155-212,-460 197 478,66-32 872,135-45 0,-201 79-831,-1-1 0,1 1 0,0 0 0,-1 0-1,1 0 1,0 1 0,0 0 0,0 0 0,0 0 0,0 0-1,-1 1 1,1 0 0,0 0 0,0 0 0,8 4 0,-10-3-105,0 1 1,1 0 0,-1-1-1,0 1 1,0 0 0,-1 1 0,1-1-1,-1 0 1,1 1 0,-1-1-1,0 1 1,-1 0 0,1 0-1,-1-1 1,1 1 0,-1 0 0,0 0-1,0 6 1,3 0-544,-1 0 1,1-1-1,1 1 1,0-1-1,0 0 0,1 0 1,0 0-1,1-1 1,9 11-1,22 13-5357,-3-13-1460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56.3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1 131 9245,'6'15'1648,"11"-18"440,7-12-1288,-4-1-152,10 4-192,30 0-312,4 0-376,16 0-440,24 0-428,6-6-724,18 0-1484,19 3-1601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19:56.8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922 1 10657,'0'1'111,"0"0"-1,0 0 1,0-1-1,-1 1 1,1 0 0,0 0-1,-1 0 1,1 0-1,-1 0 1,1 0-1,-1-1 1,1 1 0,-1 0-1,0 0 1,1-1-1,-1 1 1,0-1 0,0 1-1,1 0 1,-1-1-1,0 1 1,0-1 0,-2 1-1,-24 4 1447,2-2-862,-5 7 106,1 2-1,0 1 1,-32 19-1,-16 8 187,72-37-938,-80 35 1199,2 5 0,-117 80 1,173-103-905,2 1 0,1 1 0,0 1 0,-27 36 0,38-41-187,0 1 1,1 0-1,1 1 0,1 0 1,0 1-1,2 0 1,-8 28-1,12-27-219,1-1-1,0 1 1,2 0-1,0-1 1,2 1 0,0 0-1,1 0 1,2-1-1,0 0 1,1 1-1,1-1 1,9 20-1,-3-11-595,2 0 0,1-2 0,1 1 0,1-2-1,2 0 1,0-2 0,33 34 0,-40-48 254,1 0 0,-1-1 1,2-1-1,-1 0 0,1-1 0,1 0 0,-1-1 1,1-1-1,18 5 0,-21-7 234,1-1 1,-1 0-1,1-1 0,0-1 1,-1 0-1,1 0 0,0-1 1,0-1-1,-1 0 0,1-1 1,24-7-1,-29 6 238,0-1-1,-1 0 1,1 0-1,-1-1 1,0 0-1,0 0 1,-1-1-1,0 0 1,0 0 0,0 0-1,-1-1 1,1 0-1,-2 0 1,6-9-1,7-17 363,-1 0 0,11-38-1,-5 15-84,29-54 12,4 3-1,6 2 1,3 3 0,152-181-1,-96 155-275,-106 114-60,1 2 1,0 0-1,1 0 0,1 2 1,0 0-1,30-13 0,-45 22-18,0 0-1,0 1 1,0 0-1,-1-1 1,1 1-1,0 0 1,0 0-1,0 0 0,0 0 1,0 0-1,0 0 1,-1 0-1,1 1 1,0-1-1,0 1 1,0-1-1,-1 1 0,1 0 1,0 0-1,-1 0 1,1 0-1,0 0 1,-1 0-1,1 0 1,-1 0-1,0 1 1,1-1-1,-1 1 0,0-1 1,0 1-1,2 2 1,1 3 0,0 1 1,-1-1 0,0 0-1,0 1 1,-1 0 0,2 8-1,43 232 58,22 15-417,11 50-2685,-45-98-4540,-28-152 2344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25.8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89 8465,'3'-8'775,"-1"0"1,2-1-1,-1 1 0,1 1 1,7-13-1,-8 17 1209,3-18 2694,-6 21-4583,0 0 0,1-1 0,-1 1 1,0 0-1,0-1 0,1 1 0,-1 0 0,0 0 0,1-1 1,-1 1-1,0 0 0,1 0 0,-1-1 0,0 1 1,1 0-1,-1 0 0,0 0 0,1 0 0,-1 0 1,1-1-1,-1 1 0,1 0 0,-1 0 0,0 0 1,1 0-1,-1 0 0,1 0 0,-1 0 0,0 1 0,1-1 1,-1 0-1,1 0 0,-1 0 0,0 0 0,1 0 1,-1 1-1,0-1 0,1 0 0,-1 0 0,1 1 1,6 5 260,-1 1 0,0 1 1,0-1-1,-1 1 0,1 0 1,-2 0-1,1 0 0,-1 1 1,0 0-1,-1-1 1,0 1-1,-1 1 0,0-1 1,0 0-1,0 10 0,3 65 1287,-12 161 0,-24 18-1478,-3 42-1269,32 34-4451,24-115-5824,-6-130-433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26.4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1 499 11321,'8'-1'469,"-1"-1"-1,0 0 1,1-1-1,-1 0 1,0 0 0,10-5-1,40-12 3950,2-8-3111,-13 7-687,68-43-1,-103 56-572,0 0-1,-1 0 1,0-2-1,-1 1 0,1-1 1,-2 0-1,0-1 1,0 0-1,-1 0 1,12-25-1,-15 28-30,-1 0 0,0-1 0,-1 0 0,0 0 0,0 0 0,-1 0 1,0 0-1,-1 0 0,0 0 0,0 0 0,-1 0 0,0 0 0,0 0 0,-1 0 0,-1 0 0,1 1 0,-5-10 0,6 15-12,0 0-1,0 1 1,-1-1-1,1 1 1,0-1-1,-1 1 1,0 0-1,1 0 0,-1 0 1,0 0-1,0 0 1,0 0-1,0 0 1,-1 0-1,1 1 1,0-1-1,-1 1 1,1 0-1,-1 0 1,1 0-1,-4-1 0,2 2 2,1-1-1,-1 2 0,0-1 0,1 0 1,-1 1-1,1-1 0,-1 1 1,1 0-1,-1 0 0,1 0 0,0 1 1,-1-1-1,1 1 0,-4 3 0,-6 4 12,0 1-1,1 0 1,0 1-1,1 1 1,0 0-1,-10 15 0,9-9-2,1 0-1,1 0 1,1 1-1,0 0 1,2 1-1,0 0 1,1 0-1,1 0 1,1 1-1,1 0 1,0-1-1,2 43 1,2-50-23,0 0-1,1 1 1,0-1 0,2 0 0,-1 0 0,1 0 0,1-1 0,1 1 0,8 14 0,-8-18-33,0 0 0,1 0 0,0-1 0,0 0 0,1-1 0,0 1 0,0-2 0,0 1 0,1-1 0,0 0 0,1-1 0,16 7 0,-11-6-74,0-2 0,0 0 0,0-1-1,0 0 1,0-1 0,1-1 0,-1 0 0,1-1 0,-1-1 0,1-1-1,-1 0 1,0 0 0,22-8 0,-16 3 40,0 0 1,-1-2-1,-1 0 1,1-1-1,-1-1 1,-1-1-1,0-1 1,-1 0-1,16-16 0,-9 4 49,-1-2 0,-1 0 0,-1-1 0,-1-1-1,29-58 1,44-76 293,-72 136-61,-19 24-62,5 21 43,-2-6-147,-1 0 0,0 0 0,-1 0 0,0 0 0,-1 1 0,-1-1 0,1 14 0,-2-20-28,0-1-1,1 1 0,0-1 1,0 1-1,0-1 0,0 0 0,1 1 1,0-1-1,0 0 0,1 0 1,4 6-1,-6-9 0,1 0-1,0 0 1,0 0-1,0-1 1,1 1-1,-1-1 1,0 0 0,1 1-1,-1-1 1,0 0-1,1 0 1,-1-1-1,1 1 1,0-1 0,-1 1-1,1-1 1,-1 0-1,1 1 1,0-1-1,-1-1 1,1 1 0,0 0-1,-1-1 1,1 1-1,4-3 1,18-5 28,0-1 1,-1-1 0,24-14-1,-14 7 4,177-71 791,-170 73-601,-37 13-199,1 0 1,0 1-1,-1-1 1,1 1-1,0 1 1,0-1-1,-1 1 0,1-1 1,0 1-1,0 1 1,0-1-1,0 1 0,-1-1 1,1 2-1,0-1 1,-1 0-1,1 1 1,-1 0-1,1 0 0,7 5 1,-7-3-33,0 0 1,0 0-1,-1 1 1,0-1-1,1 1 1,-2 0 0,1 0-1,-1 1 1,1-1-1,-1 1 1,-1-1-1,1 1 1,-1 0-1,0 0 1,1 7-1,3 12-507,-3-15-337,-1-1 0,0 1 0,0-1 0,-1 1 0,0 0 0,-1 19 0,-2-3-4390,7-4-3052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26.7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236 0 9509,'0'0'4360,"-3"1"-2610,-3 1-1414,0 1-1,1 0 1,0 0-1,0 0 1,0 0-1,0 1 1,0 0-1,1 0 1,0 0-1,0 1 1,0-1-1,0 1 1,0 0-1,-2 6 1,-4 6 89,1 1 1,1 0 0,-8 23-1,-13 50-186,4 1 1,4 2-1,4 0 0,4 0 1,5 2-1,3 110 1,7-181-511,0 0 0,1 1 1,2-1-1,0 0 1,2-1-1,1 0 1,11 26-1,-13-37-116,1 0 0,0 0 0,1-1 1,0 0-1,1-1 0,0 0 0,1 0 0,0-1 0,1-1 0,0 1 0,0-2 0,1 1 0,0-2 0,14 7 0,-7-5-2128,38 10 0,29 1-5532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26.9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 36 8773,'-11'-32'2184,"11"31"-2086,1 1-1,-1 0 1,0 0-1,1-1 1,-1 1 0,0 0-1,0 0 1,1 0-1,-1-1 1,0 1 0,1 0-1,-1 0 1,1 0-1,-1 0 1,0 0 0,1 0-1,-1 0 1,0-1-1,1 1 1,-1 0 0,1 0-1,-1 0 1,0 1-1,1-1 1,-1 0 0,0 0-1,1 0 1,-1 0-1,0 0 1,1 0 0,-1 0-1,0 1 1,1-1-1,-1 0 1,0 0 0,1 1-1,-1-1 1,0 0-1,18 7 1307,-11-2-1005,0 0 0,-1 0-1,1 1 1,-1-1 0,-1 1 0,1 1-1,-1-1 1,6 10 0,32 63 1404,-23-39-910,27 52 194,-5 2 0,-3 1-1,30 116 1,-52-145-903,-3 1-1,-3 0 1,-3 0-1,-3 1 1,-6 125 0,-10-88-745,-4-1 1,-5-1 0,-4 0 0,-63 164-1,-9-54-3721,-22-11-3728,49-103-1813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27.6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 35 6141,'-5'-6'621,"4"5"-363,0-1 0,1 1 0,-1 0-1,0 0 1,0 0 0,0-1 0,1 1 0,-1 0-1,1-1 1,-1 1 0,0-3 0,2 3 87,0 0 1,1 0-1,-1 0 1,0 0-1,0 0 1,0 0-1,1 1 1,-1-1 0,0 0-1,1 1 1,-1 0-1,0-1 1,1 1-1,-1 0 1,1-1-1,-1 1 1,0 0 0,1 0-1,-1 0 1,2 0-1,2 5-9,0 1 1,-1-1-1,0 1 0,0 0 0,0-1 0,0 2 0,-1-1 1,0 0-1,-1 1 0,0-1 0,0 1 0,0 0 0,1 9 0,1 13 155,-1 58-1,-1-18-414,-2-61-348,1 0-1,0 0 0,0-1 0,1 1 0,0-1 1,1 1-1,0-1 0,0 0 0,0 0 0,1 0 1,8 12-1,-6-12-1133,0 0 0,1-1 0,0 0 0,0 0 0,0 0 0,14 7 0,19 12-5370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27.7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27 10425,'13'-27'1648,"-23"39"-300,0 3 1184,14 6-2356,-4 0-664,0-2-604,0 2-744,6 6-1868,8 18-2321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28.3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343 537 10525,'0'0'2021,"-3"1"-247,-4 1-1214,-1 0 0,1 1 0,0 0-1,1 0 1,-1 0 0,1 1 0,-1 0 0,-9 8 0,-48 47 790,49-44-896,-3 5-206,1 0 0,0 1 0,2 0 1,-19 37-1,-8 10 87,28-48-277,10-16-40,1 1 0,-1 0 0,1 0 0,0 1 0,0-1 0,0 1 0,-2 9 0,4-13 59,-2-26 39,2 6-116,1 0 0,1-1 0,1 1 0,0 0 0,2 0 0,0 1 0,0-1 0,9-18 1,8-38 121,103-338 75,-101 341 40,-12 42 99,0 0 0,29-50 0,-38 77-238,-1 0-1,0-1 1,1 1 0,-1 0-1,1 0 1,0 0 0,0 0 0,0 0-1,0 0 1,0 1 0,0-1-1,0 1 1,4-2 0,-5 2-50,0 1 1,1 0-1,-1-1 0,0 1 1,0 0-1,1 0 1,-1 0-1,0 0 1,0 0-1,0 0 1,1 1-1,-1-1 0,0 0 1,0 0-1,0 1 1,1-1-1,-1 1 1,0-1-1,0 1 0,1 1 1,3 1 49,-1 1 0,-1 0 0,1 0-1,0 1 1,-1-1 0,0 1 0,0 0 0,-1 0 0,1 0 0,2 6 0,6 26 190,0 0 0,-3 1 0,-1-1 0,-2 1 0,1 58 0,-14 241 288,1-186-1106,6-84-739,9 89 0,-4-123-109,1 0 0,2 0 0,1-1 0,20 52 0,-23-73-785,1 1 0,0-1 0,10 15 0,-2-12-6708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28.7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0 298 7345,'31'-5'3336,"45"-14"1,2-2-1173,233-36 362,-277 51-2396,-31 6-100,0 0-29,33 0 45,-35 0-53,0 0 0,0 0 0,-1 0 0,1 0 0,0 0 1,0 1-1,-1-1 0,1 0 0,0 0 0,-1 1 0,1-1 0,0 0 0,-1 1 0,1-1 0,-1 1 0,1-1 0,-1 1 1,1-1-1,-1 1 0,1-1 0,-1 1 0,1 0 0,0 0 0,10 9 41,-3-7-6,43 19 33,-49-21-19,2-1-107,-1 0 1,1 0 0,-1 0 0,1-1-1,-1 1 1,0-1 0,1 0-1,-1 0 1,1-1 0,-1 1 0,0-1-1,0 1 1,4-4 0,40-31-1498,-29 21 1354,85-77 293,-101 90 335,16-3-253,-17 5-161,0-1-1,0 1 1,-1 0-1,1-1 1,0 1-1,0 0 1,-1-1 0,1 1-1,0 0 1,0 0-1,0 0 1,0 0 0,-1 0-1,1 0 1,0 0-1,0 0 1,0 0 0,0 0-1,0 0 1,-1 0-1,1 1 1,0-1 0,0 0-1,-1 1 1,1-1-1,0 0 1,0 1 0,-1-1-1,1 1 1,0-1-1,0 2 1,36 29-787,-34-29 359,30-8-2107,-30 4 1944,-1-1 586,0 2-163,0 0 0,-1-1 1,1 1-1,0-1 1,-1 1-1,0-1 0,1 0 1,-1 0-1,0 1 1,0-1-1,0 0 0,0 0 1,0 0-1,0 0 1,-1 0-1,1 0 0,-1 0 1,1-1-1,-1 1 1,0 0-1,0 0 0,0 0 1,0-3-1,1-23-2407,2 8-778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29.0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 0 5693,'0'0'7649,"3"1"-6693,0-1-833,1 0 1,-1 1-1,0 0 0,0 0 1,0 0-1,0 0 0,0 0 1,0 1-1,0-1 0,0 1 1,-1 0-1,1-1 0,2 4 1,-2-1-28,0 0 1,0 0 0,0 0 0,0 0-1,-1 1 1,0-1 0,0 1 0,2 7 0,-2-3-14,0 0 0,0-1 0,-1 2 0,0-1 1,0 0-1,-1 0 0,-1 0 0,1 0 0,-2 0 1,-2 12-1,-4 9-576,-19 48 0,18-53-213,-1-3-1124,0 0 1,-22 34-1,20-37-289,-11 22-3408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29.3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232 0 8609,'0'0'6692,"-4"24"-5211,4 1-241,0-1-276,0 21-208,-7-12-148,4 9-108,-7 3-116,-10 7-440,-3-7-704,-8 0-976,-9 6-937,-13 7-2007,12-1-3665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30.1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624 342 10273,'0'-12'241,"-1"-17"1651,2 1 1,9-55-1,-6 64-1446,0 4 409,0 0 0,-2-1 0,0 1 0,0-1 0,-2 1 0,0-1 0,0 1 0,-4-19 0,-2 21 437,-3 27-497,9-12-814,-123 282 1866,-326 552-887,390-750-864,58-84-118,3-2 4,0 0 0,-1 0 1,1-1 0,0 1-1,0-1 1,0 0 0,0 0-1,0 1 1,-1-1 0,4-2-1,6-3-83,541-229-5294,-194 116 2385,109-43-414,-393 128 3892,-1-2 0,72-51-1,-102 51 786,-36 29-724,0 0-1,0 1 1,16-10 0,-20 15-258,-1-1 0,1 1 1,-1 0-1,0-1 0,1 1 0,-1-1 1,0 0-1,0 0 0,0 0 0,0 0 0,0 0 1,0-1-1,-1 1 0,4-6 2225,5 17-299,-9-8-2111,0 0 1,0 1-1,0-1 0,0 1 1,0 0-1,-1-1 0,1 1 0,-1 0 1,1-1-1,-1 1 0,1 0 0,-1-1 1,0 1-1,0 0 0,0 0 1,0-1-1,0 1 0,-1 3 0,-7 35 372,5-28-311,-11 43-98,-2-1 1,-27 60 0,-56 101-440,23-54-2280,55-111 1393,-58 119-4674,41-94 2031,17-26-1458,2-1-4865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30.6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2495 72 8925,'-3'-1'35,"-65"-19"1345,0 3 1,-109-13-1,88 27-390,-1 4 1,1 4-1,0 3 0,0 5 0,-100 27 0,133-24-646,2 1-1,-1 4 0,2 1 1,1 3-1,-69 44 0,59-27 79,2 3 0,2 2-1,-87 92 1,63-45 123,4 4 0,5 3 0,4 3 0,-102 210 0,104-172-225,6 3 0,7 2-1,6 3 1,7 1-1,-23 169 1,52-225-181,4 0-1,8 162 1,4-204-98,2 0 0,3-1 0,2 0 0,2-1 0,2 0 0,31 69 0,-32-92-77,1 0 1,2 0 0,1-2 0,1 0 0,1-1 0,1-1-1,1-1 1,37 30 0,-27-29-99,1-1 0,2-1 0,0-2 1,1-2-1,1-1 0,41 13 0,-8-10-97,2-2 1,0-4-1,1-3 1,0-3-1,0-4 1,1-2-1,77-9 1,-44-5 75,0-4 0,-2-5 1,0-5-1,-1-4 0,-2-5 0,-2-4 1,116-63-1,-84 29 180,-3-6 0,-4-5 0,-3-6 1,174-167-1,-218 178 136,-3-3 0,124-177 1,-155 191-46,-4-2 0,-2-1 0,-3-3 0,44-135 0,-65 156-87,-2-1 0,-2 0-1,-3 0 1,-1-1 0,-4 0 0,-2 0 0,-8-70 0,2 78-13,-3-1-1,-1 2 1,-3-1 0,-2 2 0,-1 0 0,-3 0 0,-1 2-1,-42-66 1,29 62-14,-2 2-1,-2 2 1,-2 1 0,-2 1-1,-1 3 1,-2 1-1,-2 3 1,-1 1-1,-63-32 1,35 27-11,-2 3 0,-2 4 0,-1 3 0,-1 3 0,-134-22 0,156 38-147,0 2 0,-1 2-1,0 3 1,0 3-1,-104 15 1,133-10-208,0 2-1,1 0 1,0 2-1,0 2 1,-35 18-1,45-19-197,1 1-1,0 1 0,1 0 1,1 2-1,0 0 1,1 1-1,0 0 0,-15 22 1,19-21-815,1 1 1,0 0 0,-13 34-1,12-19-2946,-9 43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31.5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111 69 5609,'1'8'413,"1"1"212,-2-2 2906,-23-6-1624,6 1-1003,13-2-28,0 1-50,1-1-854,-4 1 671,0 0 1,0 0-1,-1 0 0,1 1 0,0 1 0,-13 5 4042,22-8-4606,0 0 1,0 0-1,-1 0 1,1 0-1,0 0 1,0 0-1,0-1 1,0 1-1,-1-1 1,1 0 0,2 0-1,12-4 116,91-11 613,174-4-1,-150 14-604,1190-54 473,-665 57-934,-634 4 232,0 0-64,0 1 0,0 0 0,40 11 0,-22 5-327,-36-16 163,-5 0-11,0 8 1181,-4 4-5031,5-14 3942,0 0 0,-1 0 0,1 0 0,-1 1 0,1-1 0,-1 0 0,1 0 0,-1 0 0,1 0 0,-1 0 0,1 0 0,-1 0 0,1-1 0,-1 1 0,1 0 0,-1 0 0,1 0 0,-1 0 0,1-1 0,0 1 0,-1 0 0,1 0 0,-1-1 0,1 1 0,0 0 0,-1-1 0,1 1 0,0 0 0,-1-2 0,-10-6-5155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31.8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697 39 10917,'-3'0'465,"-1"0"-1,1-1 1,0 1-1,0-1 1,0 0-1,0 0 1,0-1-1,-5-1 1,7 2-229,0-1 1,0 1 0,-1-1-1,1 1 1,0 0-1,0-1 1,0 0-1,1 1 1,-1-1 0,0 0-1,0 1 1,1-1-1,-1 0 1,1 0-1,-1-4 3979,-16 18-2232,14-9-1879,1-1 1,-1 1 0,1 0-1,-1 0 1,1 0 0,0 0-1,0 0 1,0 1-1,0-1 1,1 0 0,0 1-1,-1 0 1,1-1 0,1 1-1,-1 0 1,0-1 0,1 1-1,0 0 1,0 0 0,0-1-1,0 1 1,0 0 0,2 6-1,2 9 146,1-1-1,0 0 0,11 23 1,-16-41-249,22 46 304,2-2 1,1-1 0,59 74-1,-23-34-90,-15-18-72,81 126 68,-111-163-237,-1 0 0,-2 1 0,0 1 0,-3 0 0,9 35 0,-16-50-39,0 1 0,-2 0 0,0 0-1,0 0 1,-1 0 0,-1 0 0,-1 0-1,-1 0 1,0-1 0,0 1 0,-10 24-1,4-19-92,-1-1-1,-1 0 0,-1 0 0,-1-1 0,0-1 0,-1 0 1,-24 23-1,0-7-309,-2-1-1,-1-2 1,-1-2 0,-1-2 0,-2-2 0,-74 31 0,-202 59-4272,253-97 184,-81 10 0,81-22-3267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02.1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603 1629 2864,'0'1'103,"1"-1"0,-1 1 0,1-1 0,-1 0 0,1 1 0,-1-1-1,1 0 1,-1 0 0,1 1 0,-1-1 0,1 0 0,-1 0 0,1 0 0,0 0-1,-1 0 1,1 1 0,-1-1 0,1 0 0,-1 0 0,1-1 0,0 1 0,-1 0 0,1 0-1,0 0 1,0-14 4256,-2-13-3934,7-18 79,0 4-6,2-54 0,-12-42-2446,4 134 1448,-2 1-149,-5-2 882,0 0 0,0 1 0,0 0 0,0 0 0,-1 0 0,0 1 0,1 0 0,-1 1 0,0-1 0,-10 1 0,13 0 322,-1 0 0,1-1 0,-1 1 0,1-1 0,0 0-1,-9-6 1,-9-2 1194,19 8-1379,-1-1-1,1 0 1,0 1 0,0-1 0,0-1-1,0 1 1,0-1 0,1 1 0,-5-7 0,-20-19 1708,18 19-1332,1 0-1,0 0 0,1-1 0,0-1 0,1 1 0,0-1 1,1 0-1,0-1 0,-6-21 0,8 24-416,-10-26 1713,6 23-1744,7 13-296,0-1 0,-1 1 0,1 0-1,0-1 1,0 1 0,0 0-1,-1 0 1,1 0 0,0 0 0,0 0-1,-1 0 1,1 0 0,0 0 0,0 1-1,-1-1 1,1 0 0,0 1 0,0-1-1,0 1 1,0-1 0,0 1 0,0 0-1,0-1 1,0 1 0,0 0-1,0 0 1,0 0 0,0-1 0,0 1-1,0 0 1,0 2 0,-22 37-11,20-35 13,-23 57-4,1 2 0,4 0 0,-19 95 0,-17 206 0,46-283 0,-26 425 0,27-274 0,13-147 0,-4-85 0,1 0 0,0 0 0,0 0 0,0 0 0,0 0 0,0-1 0,0 1 0,1 0 0,-1 0 0,0 0 0,0 0 0,0 0 0,1-1 0,-1 1 0,1 0 0,-1 0 0,1 1 0,1-2 0,-1 0 0,1 1 0,-1-1 0,1 0 0,-1 0 0,1 0 0,-1 0 0,1-1 0,-1 1 0,0 0 0,1 0 0,-1-1 0,1 1 0,-1-1 0,0 0 0,1 1 0,1-2 0,24-15 0,-18 7 0,0 1 0,0-1 0,-1-1 0,-1 1 0,0-1 0,0-1 0,9-22 0,5-6 0,455-935 0,-62-26 0,-412 995 0,15-37 0,27-69 0,88-160 0,-127 264 0,0 0 0,0 0 0,1 0 0,0 1 0,13-13 0,-17 19 0,-1-1 0,1 1 0,0 0 0,-1 0 0,1 0 0,0 0 0,0 0 0,0 0 0,0 1 0,0-1 0,0 0 0,0 1 0,0 0 0,0-1 0,0 1 0,0 0 0,1 0 0,-1 0 0,0 0 0,0 1 0,0-1 0,0 1 0,0-1 0,0 1 0,0-1 0,0 1 0,0 0 0,0 0 0,-1 0 0,1 0 0,0 1 0,2 1 0,2 2 0,-1 0 0,1 0 0,-1 1 0,0 0 0,-1 0 0,1 1 0,-1-1 0,3 8 0,3 8 0,11 36 0,-1 14 0,-3 1 0,-4 1 0,-3 0 0,-3 0 0,-5 142 0,-68 377 0,-116 346 0,4-20 0,175-900 0,-37 261 0,34-214 0,2 0 0,7 78 0,-1-125 4,0 0 0,1 1 1,1-1-1,0-1 0,12 30 0,-13-42-20,-1 0-1,2 0 1,-1 0-1,1 0 1,-1-1-1,2 0 1,-1 1-1,0-2 1,1 1-1,0 0 1,0-1-1,1 0 1,-1 0-1,1 0 1,0-1-1,0 0 1,0 0-1,11 3 1,-4-3-342,-1-1 1,0-1-1,1 0 0,-1 0 1,1-1-1,-1-1 0,1 0 1,-1-1-1,0 0 0,0-1 1,0 0-1,0-1 0,12-6 1,5-3-620,-1-1 1,-1-1 0,0-1-1,26-21 1,-10 1-1775,-1-1 1,-2-2-1,49-62 0,-19 14-5852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02.3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197 649 7145,'-95'8'2107,"89"-7"-1494,0-1 0,0 0 0,1-1 0,-1 1 1,0-1-1,0-1 0,1 1 0,-1-1 0,1 0 1,-10-4-1,8 3 54,6 2-556,0 1 0,-1-1 0,1 1 0,0-1 0,0 1 0,0-1 0,0 0 0,0 0 0,-1 0 0,1 1 0,1-1 0,-1 0 0,0 0 0,0 0 0,0-1-1,0 1 1,1 0 0,-1 0 0,1 0 0,-1 0 0,1-1 0,-1 1 0,1 0 0,-1-1 0,1 1 0,0-2 0,0 1 36,1-1 1,-1 1-1,1-1 0,0 1 0,0-1 1,0 1-1,0 0 0,0-1 0,0 1 1,0 0-1,1 0 0,3-4 0,4-4 291,0 1 0,1 0 0,1 1 0,17-12 0,14-5 213,2 3 0,0 1 1,83-25-1,150-26 164,-234 62-727,603-114-1995,-229 48-1779,28-12-5553,-236 51-217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03.1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150 322 11477,'14'0'1404,"-11"-6"-58,-18-16 1535,-7-8 745,6 3-922,9 16-1677,1 0-1,0-1 1,0 1 0,-7-24-1,9 20-387,2 10-201,0-1-1,1 1 1,-1-1-1,2 1 1,-1-1-1,0 0 1,1-8-1,-4 93-408,-24 125 0,4-41-30,21-144 1,1 0 0,1 0 0,0 1 0,2-1 0,0 0 0,1 0 0,8 29 0,-9-44 0,0-1 0,0 0 0,0 0 0,1 0 0,-1 0 0,1-1 0,0 1 0,0 0 0,0-1 0,0 1 0,0-1 0,1 0 0,-1 0 0,1 0 0,-1 0 0,1 0 0,0 0 0,0-1 0,4 3 0,-1-3 0,0 1 0,0-1 0,0 0 0,0 0 0,1-1 0,-1 0 0,0 0 0,0 0 0,11-3 0,8-3 0,0-1 0,0-1 0,45-23 0,248-154 0,-219 122 0,164-78 0,-252 136 0,0 0 0,0 1 0,0 0 0,1 1 0,0 0 0,-1 1 0,1 1 0,15-1 0,-24 2 0,1 1 0,0-1 0,0 1 0,-1 0 0,1 0 0,0 0 0,-1 0 0,1 1 0,-1-1 0,1 1 0,-1 0 0,0 0 0,0 1 0,0-1 0,0 0 0,0 1 0,-1 0 0,1 0 0,-1 0 0,1 0 0,-1 0 0,0 0 0,0 0 0,-1 1 0,1-1 0,-1 1 0,1-1 0,-1 1 0,0 4 0,1-3 0,7 28 0,2 0 0,26 57 0,-32-80 0,1-1 0,0 1 0,1-1 0,0 0 0,0 0 0,1-1 0,0 0 0,0-1 0,1 1 0,0-2 0,1 1 0,18 9 0,-21-12 0,1 0 0,-1-1 0,0 0 0,1-1 0,0 1 0,-1-1 0,1-1 0,0 0 0,0 0 0,0 0 0,0-1 0,0 0 0,0-1 0,0 1 0,0-2 0,0 1 0,-1-1 0,1 0 0,0-1 0,13-6 0,16-12 0,-2-2 1,0-1-1,63-58 1,81-101-255,-176 180 246,18-20-44,218-221-304,-233 239 349,2-2-21,0-1-1,1 1 1,18-10-1,-26 16 36,0 0-1,0 0 1,0 0 0,0 1-1,1-1 1,-1 1 0,0-1-1,1 1 1,-1-1 0,0 1-1,0 0 1,1 0-1,-1 0 1,1-1 0,-1 1-1,0 1 1,1-1 0,-1 0-1,0 0 1,1 0 0,-1 1-1,0-1 1,1 0-1,-1 1 1,0 0 0,0-1-1,0 1 1,1 0 0,-1-1-1,0 1 1,0 0 0,0 0-1,0 0 1,0 0 0,0 0-1,-1 0 1,1 0-1,0 0 1,0 0 0,0 3-1,2 5 34,0 0 0,-1 1 0,-1 0 0,0-1 0,0 1 0,0 0 0,-2-1 0,1 1 0,-1 0-1,0-1 1,-4 12 0,0 23-6,2-18-279,1-1 1,2 1-1,0 0 0,7 36 1,-6-54-72,1 0 0,0-1 0,1 1 0,0-1 1,0 1-1,1-1 0,-1 0 0,2 0 1,-1-1-1,1 1 0,0-1 0,0 0 0,0 0 1,1-1-1,0 1 0,0-1 0,1-1 0,11 7 1,0-1-1274,1-2 1,1 0-1,0-1 1,0-1-1,0-1 1,1-1 0,-1 0-1,34 0 1,20 4-6672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03.5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175 69 10941,'-3'-4'445,"1"0"0,-1-1-1,1 0 1,0 1 0,1-1 0,-1 0-1,1 0 1,0 0 0,0 0 0,-3-17 13783,-1 33-11465,-2 28-2830,-1 9 298,-1-1 0,-30 82 1,-8 34-4171,27-62-1063,9-33-5097,5-35-884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03.6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84 121 13029,'-10'-34'1992,"7"19"-283,-7-3-185,0 0-224,-4 0-232,1 0 1224,0 27-2796,3 0-720,23 15-756,0 0-973,-6 16-1811,6 14-3741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03.9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406 70 11933,'1'-2'261,"1"0"0,-1-1 0,0 1 0,0 0 1,0 0-1,-1-1 0,1 1 0,0-1 0,-1 1 0,0 0 0,1-1 0,-1 1 0,0-1 0,0 1 0,-1-1 0,1 1 1,0-1-1,-1 1 0,1-1 0,-1 1 0,0 0 0,0-1 0,0 1 0,0 0 0,-5-8 8584,3 69-4796,-9 30-2764,3-16-1157,-14 70-128,-68 231 0,56-243 0,-140 488 0,157-550-565,-11 93 0,25-128-866,2 0 0,1 0 0,1-1 0,10 66 0,-8-88 254,0-2-1,1 1 0,0 0 1,1 0-1,-1-1 1,2 0-1,-1 1 1,12 14-1,19 19-9722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04.2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30 150 14841,'-30'-3'7792,"32"0"-5533,0 0-2034,0 0 0,0 0-1,1 0 1,-1 0-1,1 1 1,0-1 0,-1 1-1,1 0 1,0 0-1,1 0 1,-1 0 0,0 0-1,0 1 1,1-1 0,4-1-1,7-1 169,1 1-1,21-3 1,-29 5-216,350-24 2076,4 24-2765,-360 1 506,580 21-3674,-322-9 1310,125 6-1939,515 12-4780,-864-30 8949,134-3-694,-140 0 1183,0-1 1,0-1-1,43-13 1,-71 18-177,0 0 1,-1-1 0,1 1-1,-1-1 1,1 1-1,-1-1 1,1 0-1,-1 0 1,1 0 0,-1 0-1,0 0 1,0 0-1,1 0 1,-1 0-1,0 0 1,0-1 0,0 1-1,1-3 1,-1 3-52,-1-1 0,0 1 0,0 0 0,0 0 1,0 0-1,0-1 0,0 1 0,0 0 0,0 0 0,-1 0 1,1 0-1,0-1 0,-1 1 0,1 0 0,-1 0 0,1 0 1,-1 0-1,0 0 0,-1-2 0,-4-4 496,-1 0 0,0 0 0,0 1-1,-16-11 1,16 12-226,-24-15 862,28 21-1247,-1-1 0,1 1 1,0 0-1,0 1 0,0-1 0,0 0 0,0 1 1,-2 2-1,4-4-117,0 1 1,0 0-1,1-1 1,-1 1-1,0 0 1,1 0-1,-1 0 1,1 0-1,-1 0 1,1 0 0,-1 0-1,1 0 1,-1 0-1,1 0 1,0 0-1,0 0 1,0 0-1,-1 2 1,1-1-319,-2 2-443,-2 3-66,5 3-5798,4 15-2323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07.6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221 526 4712,'-16'20'1659,"15"-20"-1531,0-1-1,1 1 0,-1 0 1,1-1-1,-1 1 0,0-1 1,1 1-1,-1-1 1,1 1-1,-1-1 0,1 0 1,-1 1-1,1-1 0,0 1 1,-1-1-1,1 0 0,0 1 1,0-1-1,-1 0 1,1 0-1,0 1 0,0-1 1,0-1-1,-9-14 2561,-12-3-488,12 9-1359,0 1 1,-1 0-1,-1 1 1,1 0-1,-16-8 0,23 15 96,0 0-581,-18-2 343,-38-2-1,55 5-666,11 1-21,326 3 92,-177-6-96,969-7 140,969-42 303,-1-60 61,-306-24-156,-383 26-159,-1385 108-168,240-12 29,-209 14-44,0 1 1,0 3 0,51 11 0,-91-13-50,1-1 18,1 0 0,-1 1 1,0 1-1,13 6 1,-21-8-19,7-3-419,1 1 0,-1-1 1,0-1-1,11-3 1,34-15-9988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08.1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974 14 8209,'-7'-2'193,"1"1"93,0 0 0,-1 0-1,1 0 1,-1 1 0,1-1 0,-1 2 0,-11 1 0,14-2-51,-1 1 0,1-1 0,0 0 0,-1 0 0,1 0 1,-1 0-1,1-1 0,0 0 0,-7-2 0,-13-1 640,12 3-527,1 1-1,0 0 0,-1 0 1,1 1-1,-1 1 0,1 0 1,0 0-1,0 1 0,-16 7 1,14-4-119,1 1 1,0 0 0,1 1-1,0 0 1,0 1 0,1 0 0,-16 17-1,18-15-9,0-1-1,0 1 0,1 0 0,0 0 0,1 1 0,1 0 0,-8 22 0,12-28-162,0 0 0,1-1 0,0 1 0,0 0 0,0 0 0,1 0 0,-1 0 0,1-1-1,1 1 1,-1 0 0,1-1 0,0 1 0,0-1 0,1 1 0,0-1 0,0 0 0,0 0 0,0-1 0,1 1 0,0 0-1,8 7 1,13 5 37,0-1 0,2-1 0,-1-2 1,47 17-1,-40-16-46,319 126 215,271 122-236,-260-65-336,-311-164 157,-2 2 0,-1 2 0,-2 2 0,71 78 0,-100-97 53,-2 1 0,0 0 0,-1 1 0,-1 1 0,-1 0 0,-1 1 0,-2 1 0,0-1 0,-1 2 0,-2-1 0,0 1 0,-2 0 0,-1 1 0,-1-1 0,-1 1 0,-1-1 0,-5 43 0,-3-22-36,-3 0 1,-1-1 0,-3-1-1,-1 0 1,-2-1 0,-3 0 0,-1-2-1,-2 0 1,-1-1 0,-56 67 0,41-61 84,-3-3 0,-1-1 0,-2-2 1,-2-2-1,-1-3 0,-3-1 0,0-3 0,-60 28 1,13-17 63,-1-4 1,-152 37 0,-214 24 249,441-96-246,-732 141-480,632-124-1364,86-22-497,37 1 2054,-1 0 0,1 0 0,0-1 0,0 1 1,-1 0-1,1-1 0,0 1 0,0-1 0,-1 1 0,1-1 0,0 0 1,0 1-1,0-1 0,0 0 0,0 0 0,0 0 0,0 0 1,-1-1-1,2 1-99,0 0 0,0 0 0,0 0 0,0 0 0,0 0 0,0 0 0,1 0 1,-1 0-1,0 0 0,1 0 0,-1 0 0,1 0 0,-1 0 0,1 0 0,0-1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18.8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480 454 6657,'9'-20'692,"-7"16"-511,0 1-1,0-1 0,0 1 1,-1-1-1,0 0 0,0 0 1,0 1-1,0-1 0,0 0 1,-1 0-1,0 0 0,0 0 1,0 0-1,0 0 0,-1 0 1,0-5-1,-1 1 582,1 0 0,1 0 0,-1-1 0,1 1 0,1 0 0,1-12 0,2-22 2251,0-4-877,-2 38-1606,-1-1-1,0 1 0,-1 0 0,1 0 0,-2 0 0,0-9 0,0 9-18,0 0 0,1 0-1,0 0 1,0 0-1,1 0 1,3-15 0,-2 14 350,0-1 0,-1 1 0,0-1 0,-1-12 0,-2 12-615,-1 12-187,-2 15-97,4-16 56,-14 68-18,-7 99 0,10-69 0,-24 109 0,-100 327 0,-126 470 0,255-976-75,1-4 150,-6 49 0,12-68-147,-1 0-1,1-1 1,0 1 0,1-1-1,-1 1 1,1 0-1,0-1 1,1 1 0,-1-1-1,1 0 1,0 1-1,1-1 1,-1 0 0,5 7-1,-4-9-149,-1-1-1,0 1 1,1-1-1,0 0 1,0 0-1,-1 0 1,1 0-1,0 0 1,1-1-1,-1 1 1,0-1-1,0 0 1,1 0-1,-1 0 1,0 0-1,1-1 0,-1 1 1,1-1-1,-1 0 1,1 0-1,-1 0 1,1 0-1,-1-1 1,1 0-1,-1 1 1,0-1-1,6-2 1,9-4-2187,-1-1 0,0 0-1,31-20 1,-34 19 185,45-30-8457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20.1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665 405 4392,'0'0'4936,"-3"-1"-3980,1 1-1355,-6-1 279,7 1 420,-1 0-1,1-1 1,0 1-1,0 0 0,-1-1 1,1 1-1,0-1 1,0 1-1,0-1 1,0 1-1,0-1 1,0 0-1,0 1 0,0-1 1,0 0-1,0 0 1,0 0-1,0 0 1,0 0-1,1 0 1,-1 0-1,0 0 0,1 0 1,-1 0-1,1 0 1,-1-1-1,0-1 1,-2-11 104,3 11 193,-11-7-14,9 8-459,-1 1 0,1-1 0,-1 1-1,0-1 1,0 1 0,1 0 0,-1 0-1,0 0 1,0 0 0,0 1 0,0-1-1,0 1 1,0 0 0,-5 0 0,6 0 874,-18-6-911,3 3-64,13 3 0,1-1-3,-14-2 52,9 1-19,-1 1 0,1-1 1,0 1-1,0 1 0,0-1 0,-1 1 0,1 1 0,0 0 0,0 0 0,0 0 0,0 1 1,0 0-1,0 1 0,-13 6 0,-23 17 770,1 2 1,2 2-1,-53 49 0,80-65-658,0-1-1,1 2 0,1 0 0,0 0 0,2 1 0,-1 0 0,2 1 0,0 0 0,1 1 0,1 0 1,-9 33-1,13-41-127,1 1 0,1-1 1,-1 1-1,2 0 1,0-1-1,0 1 0,1 0 1,0-1-1,0 1 0,2-1 1,-1 1-1,1-1 1,1 0-1,0 0 0,0 0 1,1-1-1,0 1 1,0-1-1,1-1 0,1 1 1,-1-1-1,14 13 0,-6-9-18,2 0-1,-1-1 0,2-1 1,-1-1-1,1 0 0,1-1 1,-1-1-1,1 0 0,36 7 1,-11-5-5,0-2 0,1-3 0,54 0 0,-5-5 5,135-19 0,-184 13-15,0-2 0,-1-2 0,0-2 0,0-1 0,46-24 0,-74 30 0,-1 1 0,0-2 0,-1 0 0,0-1 0,0 0-1,-1 0 1,19-23 0,-26 28-4,-1-1 1,0 0-1,0 0 1,-1-1-1,1 1 0,-1-1 1,-1 0-1,1 0 0,-1 0 1,-1 0-1,1 0 0,-1 0 1,0 0-1,-1-1 1,0 1-1,0 0 0,0 0 1,-1-1-1,-3-12 0,-5-8-2,0 0-1,-2 0 0,-2 1 0,0 0 1,-2 1-1,0 1 0,-2 1 0,-37-43 1,6 17-6,-2 1 0,-93-69 0,-96-47-24,135 96-2212,102 68 1223,21 18-5465,8 8-19,4-1-4248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21.0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477 6 6009,'0'0'3116,"-3"-1"-1669,-7-1-2046,9 2 980,0-1 0,1 1 0,-1 0-1,0-1 1,0 1 0,0 0 0,1 0-1,-1 0 1,0 0 0,0-1 0,0 1-1,0 1 1,1-1 0,-1 0 0,0 0-1,0 0 1,0 0 0,1 0 0,-1 1-1,0-1 1,0 0 0,1 1 0,-1-1-1,0 1 1,0 0 0,-5 11 1445,1 4-936,-1-1 0,0 0 0,-2 0 0,-16 25 0,14-23-296,0 0-1,-12 30 1,-9 55 1177,-31 191 0,52-239-1493,-94 452 754,39-199-1047,39-192-208,-14 77 563,36-165-1266,2 0 0,1 0 0,1 0 0,1 0-1,5 32 1,-5-57 631,-1 0 0,1 1 1,-1-1-1,1 0 0,0 0 0,0 0 0,0 0 0,0 1 0,0-1 0,1-1 0,-1 1 1,1 0-1,-1 0 0,1 0 0,0-1 0,-1 1 0,4 1 0,25 10-7258,-1-9-3929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21.5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460 214 8877,'0'-5'471,"0"-1"0,0 0 1,0 1-1,-1-1 0,0 0 1,0 1-1,0-1 0,-1 1 1,1-1-1,-1 1 0,-1 0 1,1 0-1,-4-6 0,-6-22 3414,11 29-3492,0 1-1,0-1 0,0 1 0,0 0 1,-1-1-1,1 1 0,-1 0 0,0 0 1,-3-6-1,-19-31 4692,23 38-3670,0-1-182,-4-12-223,7 31-919,0-1 0,-2 1 0,1 0 0,-2 0 0,0-1 0,-1 1 0,-1-1 0,-8 28 0,-5 13-122,-31 71-1,-56 84 99,6-17-861,7-22-8746,87-166 8311,1 0 1,0 1-1,0-1 1,0 0-1,-1 10 1,4 25-10907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22.3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520 52 8401,'-8'-9'2508,"-4"-16"9471,8 8-6443,3 18-5401,0 0 1,0 0 0,0 0-1,0 0 1,0 0-1,0 0 1,0 1-1,0-1 1,0 0-1,1 1 1,-1-1-1,0 2 1,0-2-15,-3 11 144,1 1-1,0-1 0,1 1 1,0 0-1,0 0 1,2 0-1,-1 0 0,3 17 1,-2 27-185,-9 56-80,-5 0 0,-5-1 0,-34 113 0,-130 318 0,53-165-331,85-214-3237,41-152 2656,1-1 217,1 0 1,-1 1-1,0 18 1,3-24-727,1-1 1,-1 1-1,1 0 1,0-1 0,0 1-1,3 5 1,5 17-10831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22.8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20 228 13225,'-1'0'113,"0"0"-1,0-1 1,-1 1-1,1 0 1,0-1-1,0 1 1,0-1-1,-1 1 0,1-1 1,0 1-1,0-1 1,0 0-1,0 0 1,0 1-1,-2-3 1,15-6 1693,11-7-37,25-42 2799,-34 45-4207,2 0 1,-1 2-1,2-1 0,-1 2 0,1 0 1,1 1-1,0 1 0,0 0 1,1 2-1,30-8 0,-14 7-186,0 1 0,0 2 0,0 1 0,0 2 0,42 4 0,-66-2-142,0 1 0,0-1 1,0 2-1,-1 0 0,1 0 0,-1 1 1,0 0-1,19 11 0,-24-12-39,-1 0 1,1 0-1,-1 1 0,0-1 1,0 1-1,0 1 0,0-1 1,-1 0-1,0 1 0,0-1 0,0 1 1,0 0-1,-1 0 0,0 0 1,0 1-1,0-1 0,-1 0 1,1 1-1,0 7 0,-2 2-70,0 1-1,-1 0 0,0-1 0,-1 1 0,-1-1 1,0 0-1,-2 0 0,1 0 0,-2 0 1,0-1-1,-9 16 0,-13 20-377,-58 75 0,77-113 425,-22 30-162,-2-1 1,-65 62-1,52-60 104,-59 72 0,104-113 111,-1 0 0,0 0 1,1 0-1,0 0 0,-1 0 0,1 0 1,0 0-1,0 0 0,0 1 0,0-1 1,0 0-1,1 1 0,-1-1 0,0 3 0,1-4-15,1 0-1,-1 0 0,0-1 1,0 1-1,1 0 0,-1-1 1,0 1-1,1 0 0,-1-1 1,1 1-1,-1 0 0,1-1 1,-1 1-1,1-1 0,-1 1 1,1-1-1,-1 1 0,1-1 1,0 1-1,-1-1 0,1 0 1,0 1-1,-1-1 1,1 0-1,0 0 0,0 1 1,-1-1-1,2 0 0,8 1 20,0-1 0,0 1 0,1-2 0,-1 0 0,11-2 0,-12 2-34,107-17-1124,187-56 0,107-62-7865,-315 102 5315,62-21-4941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23.4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383 76 4680,'0'0'6780,"-1"-3"-5368,0-6-12,0 0-1,0 0 1,1 0 0,0 1-1,4-21 4497,-24 32-3994,17-2-1817,1 0 0,0-1 0,0 1 1,0 0-1,0 0 0,1 0 0,-1 0 0,0 0 1,0 1-1,1-1 0,-1 1 0,0-1 0,1 1 1,0-1-1,-1 1 0,1 0 0,0 0 0,0-1 0,-2 4 1,-14 43 659,12-34-497,-128 438 2246,63-147-4441,23-48-3638,9 1-4881,21-131-1411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23.9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145 384 11289,'19'-30'2061,"1"1"1,2 0-1,43-43 0,-43 52-1496,0 0 1,1 2-1,1 1 0,1 1 0,1 1 0,0 1 0,31-12 0,-9 8-182,1 3 0,0 1 0,66-9 0,-98 20-314,0 1 0,0 0 0,0 2 0,0 0 0,0 1 0,23 4 0,-37-5-60,0 1 0,-1 0-1,1 0 1,0 0 0,0 1 0,0-1 0,-1 1 0,1 0 0,-1-1 0,1 1 0,-1 0 0,0 0 0,1 1 0,-1-1-1,-1 0 1,1 1 0,0-1 0,0 1 0,-1 0 0,1-1 0,-1 1 0,0 0 0,0 0 0,0 0 0,0 0 0,0 4-1,0 3-6,1 0-1,-2 0 0,1 0 0,-2 0 1,1 1-1,-3 11 0,-3 1 25,0-1-1,-1-1 1,-2 1 0,0-1 0,-20 34-1,13-27-58,-21 54-1,33-70 47,1-1 1,0 1 0,0 0-1,1 0 1,1 0 0,0 0-1,1 21 1,1-25-6,0-1 1,0 1-1,1-1 0,0 0 0,1 0 1,0 0-1,0 0 0,0 0 0,1 0 0,0-1 1,0 0-1,0 0 0,10 10 0,7 3 22,0-1-1,41 27 0,-33-25-123,26 23 0,-51-39 47,0-1-1,-1 1 0,1 0 0,-1 0 0,1 1 0,-1-1 1,-1 1-1,1-1 0,-1 1 0,1 0 0,-1 0 0,-1 0 1,1 0-1,-1 0 0,0 0 0,0 1 0,0 8 1,-1-8-20,-1 1 1,0-1 0,0 1 0,0-1-1,-1 0 1,0 0 0,-1 0 0,1 0 0,-1 0-1,0 0 1,-1-1 0,1 1 0,-1-1-1,-6 7 1,-8 7-229,0-2 1,-2 0-1,0-1 0,0-1 0,-45 24 0,-125 48-1813,-105 14-1888,91-47-1471,-4-4-2885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35.2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227 220 10465,'-8'-6'1189,"-1"-1"1,1 1-1,-1 1 0,-1 0 1,-15-7-1,-23-12 2037,-61-42 4541,108 65-7390,6 0 17,134-17 1282,201 0-1,-181 14-1624,198-12-68,455-14-607,-773 29-72,-1 3 1,41 5 0,-64-4 66,-1 0-1,1 0 0,-1 1 1,0 1-1,0 1 0,0 0 1,-1 1-1,16 10 1,-28-16 246,1 0 1,-1 1 0,1-1 0,-1 1 0,0-1 0,0 1 0,0 0 0,0-1 0,0 1-1,0 0 1,-1 0 0,1 0 0,0 0 0,-1-1 0,0 1 0,1 0 0,-1 0-1,0 0 1,0 0 0,0 0 0,0 0 0,0 0 0,-1 0 0,1 0 0,0 0-1,-1 0 1,0 0 0,0 2 0,0-2-369,-7 24-8806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35.4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292 75 8593,'-7'-7'993,"0"-1"0,0 1 1,-1 1-1,0 0 1,0 0-1,-1 0 0,1 1 1,-14-6-1,19 10 871,-31-10 3002,34 11-4843,0 0 0,0 0 0,-1 0 0,1 0 0,0 0 0,0 0 0,0 0 0,0 0 1,0 0-1,0 0 0,0 0 0,-1 0 0,1 0 0,0 0 0,0 0 0,0 0 0,0 0 0,0 0 0,0 0 0,-1 0 0,1 0 1,0 0-1,0 0 0,0 0 0,0 0 0,0 0 0,0 0 0,-1 0 0,1 0 0,0 0 0,0 0 0,0 0 0,0 0 0,0 0 1,0 0-1,0 1 0,0-1 0,0 0 0,-1 0 0,1 0 0,0 0 0,0 0 0,0 0 0,0 0 0,0 1 0,0-1 0,0 0 1,0 0-1,0 0 0,0 0 0,0 0 0,0 0 0,0 1 0,0-1 0,0 0 0,0 0 0,0 0 0,0 0 0,0 0 0,0 0 0,0 0 1,0 1-1,0-1 0,-21 72 1744,3 0 1,-14 115-1,7 3-1791,-10 94-4465,31-240 3141,-11 101-8336,0-62-2829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35.8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17670,'13'10'3181,"-1"0"0,21 24 0,18 32-205,31 77-1702,-38-47-622,46 142 0,-60-142-652,39 106 0,-68-199 0,0 0 0,0-1 0,0 1 0,1 0 0,-1-1 0,1 1 0,0-1 0,-1 0 0,1 1 0,0-1 0,0 0 0,1 0 0,-1 0 0,0-1 0,1 1 0,-1 0 0,1-1 0,2 2 0,-2-3 0,-1 1 0,1-1 0,0 0 0,0 1 0,-1-1 0,1 0 0,0-1 0,0 1 0,-1 0 0,1-1 0,0 0 0,-1 1 0,1-1 0,-1 0 0,5-2 0,3-3 0,-1 0 0,0-1 0,-1 1 0,1-2 0,-1 1 0,-1-1 0,14-17 0,32-50-200,-4-1 0,42-89 0,-69 123-1192,2 1 1,2 1-1,56-68 0,-45 67-2937,57-48 0,-53 57-1508,2 9-3284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36.1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105 451 12049,'-1'0'226,"1"0"0,-1-1 0,1 1 0,-1 0 0,1 0 1,-1-1-1,1 1 0,-1-1 0,1 1 0,-1 0 0,1-1 0,-1 1 0,1-1 0,-1 1 0,1-1 0,0 1 0,0-1 0,-1 1 0,1-1 1,0 1-1,0-1 0,-1 0 0,1 1 0,0-2 0,13-1 8627,-3 1-7018,0-1-3584,7-5 2324,0-1 0,17-13 0,13-6 151,-26 16-501,-1 0-1,-1-1 1,27-23-1,-38 29-182,-1 0 0,0 0 0,0-1 0,-1 0 0,0-1 0,0 1 0,-1-1 0,0 0 0,0 0 0,4-16 0,-7 19-37,-1 1-1,0-1 1,-1 0-1,1 0 0,-1 0 1,0 0-1,-1 0 0,1 0 1,-1 0-1,0 0 1,-1 0-1,0 1 0,0-1 1,0 1-1,0-1 1,-1 1-1,0 0 0,-6-9 1,5 9-6,0-1 1,0 1-1,-1 0 0,0 0 1,0 1-1,0 0 1,-1-1-1,0 2 1,1-1-1,-1 1 1,0 0-1,-1 0 1,1 0-1,-1 1 1,1 0-1,-10-1 0,8 2 7,-1 0-1,1 0 1,0 1-1,-1 1 1,1-1-1,-1 1 1,1 1-1,0-1 1,0 2-1,-1-1 1,1 1-1,1 0 1,-1 0-1,0 1 1,-7 6-1,4-2 39,1 0 1,1 0-1,-1 1 1,1 1-1,1-1 0,0 2 1,0-1-1,1 1 0,-8 17 1,5-9 26,1 2 0,0-1 1,2 1-1,0 1 0,2-1 0,0 1 0,2 0 1,0 0-1,0 30 0,4-33-55,0 0 1,2 0-1,0-1 0,1 1 0,0-1 1,2 1-1,0-1 0,1-1 0,1 1 1,0-2-1,16 23 0,0-6-171,2-2-1,1 0 1,1-2-1,2-2 1,0 0-1,2-2 1,1-1-1,1-2 1,1-1-1,50 21 0,2-5-960,2-4-1,1-3 0,127 23 0,153 1-3945,-117-36-2069,-18-10-3478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36.9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306 34 14805,'-12'-10'1242,"-14"-10"-411,19 17 1313,7 9 2970,1-2-4484,0 0 1,0-1 0,0 1-1,0 0 1,-1 0 0,1 0-1,-1 0 1,0 0 0,-1 8-1,-1-4-205,1-1-1,-1 0 1,-1 0-1,-5 12 1,-7 18-391,2 0 0,1 1 1,3 1-1,1 0 0,-4 42 0,-17 81-37,15-110-74,-2 0 0,-25 56 0,29-83-2561,-23 34 0,18-41-317,0 0-5961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37.0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 97 12201,'-47'-66'9125,"41"51"-8301,-1 0 228,17 42-1052,0-3-280,-3 6-468,6 15-576,-3-3-560,-3-2-576,-4 2-2389,7 12-3824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37.4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101 0 9033,'27'19'10317,"-26"9"-7428,0-22-2672,-1 0 1,0 0 0,0-1 0,0 1 0,-1 0-1,0 0 1,0 0 0,-3 9 0,-92 246 3457,90-245-3526,1 0 198,-1 0-1,-4 25 1,12-39-198,-1 0 1,0 0 0,1 0 0,-1 0-1,1 0 1,0 0 0,0 0-1,-1-1 1,1 1 0,4 2-1,-4-4-82,1 0-1,-1-1 1,0 1-1,1-1 0,-1 1 1,0-1-1,0 0 0,0 1 1,0-1-1,1 0 0,-1-1 1,-1 1-1,4-2 0,27-21 567,-30 23-607,42-36 204,175-130 41,-186 144-277,2 1 0,1 3 0,1 1-1,62-22 1,-95 38 6,1 0 0,-1 1 0,1 0 0,-1 0 0,0 0 0,1 1 0,0 0 0,-1 0 0,1 0 0,-1 0 0,1 0 0,-1 1 0,1 0 0,-1 0 0,1 0 0,-1 1 0,0-1 0,0 1 0,0 0 0,0 1 0,0-1 0,0 0 0,0 1 0,-1 0 0,1 0 0,-1 0 0,0 0 0,0 1 0,0-1 0,0 1 0,-1 0 0,1 0 0,-1 0 0,3 7 0,2 5 0,-1 2 0,-1-1 0,-1 1 0,0-1 0,-1 1 0,-1 1 0,1 22 0,-8 110-6,0-6-2716,6-119 343,1 0 0,1-1 1,9 41-1,5-25-4332,8-3-4118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38.0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782 1315 14433,'-70'-68'3033,"16"18"3076,50 47-5844,0-1 0,0 1 0,0 0-1,-1 1 1,1-1 0,-1 1-1,0 0 1,0 0 0,0 0-1,0 1 1,0-1 0,0 1 0,0 0-1,0 1 1,-6-1 0,2 2-2,0 0 0,0 0 0,0 0 0,1 1 0,-1 1 0,1-1 0,-1 2 0,-9 4 1,-7 6 169,1 0 1,0 2-1,2 1 1,-35 33-1,10-1-328,2 2 1,2 2-1,-46 76 0,21-15-105,60-98 0,1-1 0,1 1 0,0 0 0,1 1 0,-5 26 0,9-40-1,1 0 0,-1 0-1,1 1 1,0-1 0,0 0 0,0 0-1,0 0 1,1 0 0,-1 0 0,1 0-1,0 0 1,0 0 0,0 0 0,0 0-1,0 0 1,1 0 0,-1 0 0,1-1-1,0 1 1,-1-1 0,1 1 0,0-1-1,1 0 1,-1 0 0,0 0 0,1 0 0,-1 0-1,1 0 1,0-1 0,-1 1 0,1-1-1,0 1 1,4 0 0,1 0-49,-1-1 1,1 0-1,0 0 1,-1-1-1,1 0 1,0 0-1,-1-1 1,1 0-1,-1 0 1,1-1-1,13-4 1,-8 1-18,0-1 0,-1-1 0,1 0 0,-1 0 0,0-1-1,-1-1 1,0 0 0,-1 0 0,0-1 0,0-1 0,-1 1 0,12-18 0,3-12-21,-1 0 1,24-62-1,-37 81 61,46-113-89,71-258 0,103-651 17,-227 1063 705,-7 39-101,-2-1 0,-18 77-1,-1 2-495,-5 70-9,-37 279 0,54-310 0,12-148 0,2 0 0,1 0 0,2 0 0,7 33 0,-9-52 0,1-1-1,0 1 1,0-1 0,0 0-1,1-1 1,0 1 0,1 0-1,0-1 1,0 0 0,1 0-1,-1-1 1,1 0 0,1 0-1,11 9 1,-8-9 1,0 0 0,0-1 0,0 0 1,1-1-1,0 0 0,0-1 0,0 0 0,0-1 0,0 0 0,13 1 1,5-3-13,0-1 1,-1-1-1,1-1 1,-1-1-1,0-2 1,0-1-1,0-1 1,31-14-1,-13 2-141,0-3 0,-1-1 0,-2-2 0,0-2 0,-2-2 0,-1-1-1,-2-3 1,-1-1 0,-2-1 0,-1-2 0,35-52 0,-60 76 111,0-1 1,0 0 0,-2-1-1,0 1 1,0-2-1,-2 1 1,7-30 0,-11 41 41,-1 0 1,1 0 0,-1 0 0,0 0 0,0 0-1,0 1 1,-1-1 0,0 0 0,0 0-1,0 0 1,0 1 0,-1-1 0,0 0-1,0 1 1,0 0 0,0-1 0,-1 1-1,0 0 1,0 0 0,0 0 0,0 1-1,0-1 1,-1 1 0,0 0 0,1 0 0,-1 0-1,-1 0 1,1 0 0,0 1 0,0 0-1,-6-2 1,3 1 53,0 1 1,1 0-1,-1 0 0,0 1 1,0-1-1,0 1 0,-1 1 1,1 0-1,0 0 0,0 0 1,0 1-1,0 0 1,-14 3-1,11 0 40,0 0 0,0 0 1,0 1-1,1 0 0,0 1 0,0 0 1,0 1-1,-12 11 0,5-1-34,1 0 0,0 1-1,1 1 1,1 0 0,1 1 0,1 0-1,0 1 1,-7 22 0,11-23-54,1 0 0,0 0 0,2 0 0,0 1 0,2 0-1,0 0 1,1 0 0,1-1 0,4 30 0,-2-36-61,1-1 0,0 0 0,1 1 0,0-1 0,1-1 0,1 1 0,0-1 0,0 0 0,1 0 0,1-1 0,0 0 0,1 0 0,0-1 0,0 0 0,17 13 0,-2-5-658,1-2 0,1-1 0,0 0 0,1-3 0,0 0 0,1-1 1,0-2-1,40 8 0,6-3-3419,0-4 0,89 2 1,-41-9-6059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38.2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11057,'0'1'794,"0"1"-1,-1 0 1,2-1 0,-1 1 0,0-1-1,0 1 1,0-1 0,1 1 0,-1-1-1,1 1 1,-1-1 0,2 3-1,15 19 3606,30 19-3888,-26-24 668,55 56 253,94 81-4712,-118-111 336,-18-15-526,1-2-3428,-6-6-2422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38.3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1042 24 12033,'-94'-15'2212,"40"6"-252,-2 9-151,-5 9-205,-2 12-72,-11 4-192,-10 11-260,4 6-240,-1 9-152,-2 6-192,12 10-824,4 2-392,7 0-812,10-2-980,13-4-3569,10-9-5356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38.5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 0 15721,'0'24'5517,"-10"-9"-4377,-4 0-208,11 12-1088,-1-2-636,1-7-732,0 0-652,6 3-3393,0 0-4540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38.7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4 155 10453,'14'-61'2440,"-18"34"-452,4-3 857,7 12-1841,-4 0 448,-3 39-2060,0 12-336,-3 3-496,-7 6-285,3 7-2771,4-1-3489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39.5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6 103 6557,'-1'-3'235,"0"1"1,0 0-1,0-1 1,1 1-1,-1-1 0,1 1 1,0-1-1,0 1 1,0-1-1,0 1 1,0-1-1,0 1 1,1-1-1,-1 1 1,1-1-1,-1 1 1,1 0-1,0-1 1,0 1-1,0 0 1,1 0-1,-1-1 1,0 1-1,1 0 1,-1 0-1,4-3 1,-2 2 223,0 0 0,0 0 0,0 0 0,0 1 1,0-1-1,0 1 0,1-1 0,0 1 1,-1 0-1,1 1 0,0-1 0,0 0 1,0 1-1,0 0 0,0 0 0,6 0 1,-6 1-377,-1 0-1,0 0 1,1 1 0,-1 0 0,0 0 0,1 0 0,-1 0 0,0 0 0,0 0 0,0 1 0,0 0-1,0-1 1,0 1 0,-1 0 0,1 1 0,-1-1 0,1 0 0,-1 1 0,0-1 0,0 1 0,3 4-1,7 10 14,-1 1 0,0 0 0,-2 1-1,0 0 1,-1 0 0,-1 1 0,6 25-1,-2 20-233,6 22-279,-15-79 358,0 0 0,1 0 0,0-1 0,1 0 0,0 1-1,0-1 1,0-1 0,9 11 0,-9-13 45,1 0-1,0 0 1,0-1-1,0 0 1,0 1-1,1-2 1,-1 1-1,1-1 1,0 0-1,-1 0 1,1 0-1,0-1 1,0 0-1,0 0 1,0-1-1,8 1 1,10-2-20,-1 0 0,44-8 1,36-15 69,-1-4 0,-2-4 0,102-48 0,-20 13 335,-180 66-366,1 0 0,0 1-1,-1-1 1,1 1 0,0 0-1,0-1 1,-1 1 0,1 1 0,0-1-1,0 0 1,0 1 0,-1-1 0,1 1-1,0 0 1,-1 0 0,1 0 0,-1 0-1,4 2 1,2 2 7,0 1 0,-1 0 1,0 0-1,7 9 0,-8-8-6,0-1 0,0 0 0,1-1 0,-1 1 1,1-1-1,0-1 0,10 6 0,3-3-13,0-2 0,0 0 1,0 0-1,1-2 0,-1-1 0,1 0 0,0-2 1,28-2-1,-17-1 10,0-2 0,-1-1 0,1-1-1,54-21 1,-64 19 12,-2-1-1,1-1 0,30-22 0,-42 27-11,0-1 0,-1 0 0,0 0 1,0-1-1,-1 0 0,0 0 0,0-1 0,-1 0 0,8-15 0,-13 21-2,0 0 0,0 1-1,0-1 1,0 0 0,-1 0 0,1 1 0,-1-1 0,0 0 0,0 0 0,0 0 0,0 0 0,0 1 0,-1-1-1,1 0 1,-1 0 0,0 1 0,0-1 0,0 0 0,0 1 0,0-1 0,0 1 0,-1-1 0,1 1-1,-1-1 1,0 1 0,0 0 0,-3-3 0,0 1-1,0-1 0,-1 1 0,1 0 0,-1 0 0,0 1 0,-1 0 1,1 0-1,0 0 0,-13-3 0,3 3-2,0 0 1,0 2-1,-1 0 1,1 0-1,0 2 1,0 0-1,0 1 1,0 0-1,-23 8 1,14-3-31,0 2 1,0 0 0,1 2 0,-45 27 0,65-35 1,0 0 0,0 0 1,0 1-1,0 0 0,0 0 0,1 0 0,-1 0 0,-2 5 0,0 0 16,6-8 13,0 0 0,0-1-1,0 1 1,0 0 0,0 0 0,0-1-1,0 1 1,0 0 0,0 0-1,0-1 1,1 1 0,-1 0-1,0 0 1,1-1 0,-1 1 0,0 0-1,1-1 1,-1 1 0,1-1-1,-1 1 1,1 0 0,-1-1-1,2 1 1,-1 1-2,1 0 11,-1 0 0,1 0 1,0 0-1,-1 0 1,1-1-1,0 1 0,0 0 1,0-1-1,0 1 0,1-1 1,-1 0-1,0 0 1,1 0-1,-1 0 0,0 0 1,1 0-1,-1-1 1,1 1-1,0-1 0,-1 0 1,4 1-1,3-2 120,0 0 0,0-1 1,0 1-1,15-7 0,-15 6 422,-1-1 0,1 1 0,0 0 0,0 1 0,10-1 0,-18 4-460,1 0-1,-1-1 1,1 1 0,-1 0 0,0 0-1,0 0 1,0 0 0,0 0 0,0 0 0,-1 0-1,1 1 1,-1-1 0,1 0 0,-1 3 0,-2 18 205,-1 0 0,-2-1 0,0 0 1,-15 40-1,7-22-37,-10 26-28,-4-1 1,-2-2-1,-2 0 0,-65 94 0,-188 212-365,69-97-132,182-226 193,-5 2-68,3 2 1,2 2-1,-35 72 1,64-112 119,-1-1 0,2 1 0,-3 13 0,5-22 53,1-1-1,-1 1 0,1-1 1,0 1-1,-1-1 0,1 1 0,0 0 1,0-1-1,1 1 0,-1-1 1,0 1-1,1-1 0,0 1 1,-1-1-1,1 1 0,0-1 1,0 0-1,1 0 0,-1 1 0,3 2 1,-3-4 7,0 0 1,0-1 0,0 1 0,0-1-1,0 0 1,1 1 0,-1-1 0,0 0 0,0 0-1,0 1 1,1-1 0,-1 0 0,0 0-1,0 0 1,1-1 0,-1 1 0,0 0-1,0 0 1,0-1 0,0 1 0,1-1-1,-1 1 1,0-1 0,0 1 0,0-1-1,0 0 1,0 1 0,0-1 0,0 0-1,0 0 1,-1 0 0,1 0 0,1-1-1,29-38 803,-29 36-756,390-562 294,-173 300-3343,25 25-4872,-209 210 3045,69-44 1,-31 31-4502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39.6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124 133 11125,'-47'-18'5104,"51"-12"-2763,-4 5 2595,3 4-3876,1 6 596,6 0-2004,-4 6-308,-33 9-7188,-13 6 2699,3 6-4100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40.9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91 158 8941,'-3'-1'-16,"-15"-2"1871,1-1 0,-36-12 5876,77 5-6971,9-3-607,2 2-1,-1 2 1,60-11 0,113-5-451,-156 21 141,616-29-4146,-221 39-2222,-154 5-945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41.2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0 208 7837,'14'9'10569,"2"-39"-9773,31-6-180,14 12-140,16-3-344,20 3-528,17 2-712,23 4-732,24 3-3205,16-6-4008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50.8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162 100 8689,'-123'-51'3013,"106"46"-2601,13 4 150,2-1-332,-2-2-174,-7-9 100,10 12-178,2 0 0,-1 1 1,0-1-1,0 1 0,0-1 0,0 0 0,0 1 0,0-1 1,1 1-1,-1-1 0,0 1 0,0-1 0,1 1 1,-1-1-1,0 1 0,1-1 0,-1 1 0,0-1 0,1 1 1,-1-1-1,1 1 0,-1 0 0,1-1 0,-1 1 1,1 0-1,-1 0 0,1-1 0,-1 1 0,1 0 0,0 0 1,0-1-1,1 1-425,11-5 211,-8 1-3881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58.4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 20 8509,'-1'1'123,"0"-1"1,0 1-1,0 0 1,0-1 0,1 1-1,-1 0 1,0 0-1,0 0 1,1-1-1,-1 1 1,1 0-1,-1 0 1,1 0 0,-1 0-1,1 0 1,-1 0-1,1 0 1,0 0-1,0 0 1,-1 1-1,1-1 1,0 0 0,0 0-1,0 0 1,0 0-1,0 0 1,1 0-1,-1 0 1,0 0-1,0 0 1,1 0 0,-1 0-1,1 0 1,-1 0-1,1 0 1,-1 0-1,1 0 1,-1 0-1,1 0 1,1 1 0,-1 0 771,22-5 980,-14 3-1566,1 0 0,-1 0 0,0 1 0,0 0 0,0 0 0,0 1 0,16 6 0,30 5 335,183 4 635,-119-10-1029,786 13 570,-694-20-731,2485-31 857,-1435-16-514,-44 1-41,-1171 44-394,-22 0-66,1 2 0,-1 0 0,48 8 0,-71-9 27,0 1-1,0 0 1,0 0-1,0 1 0,0-1 1,0 0-1,0 0 0,0 0 1,-1 1-1,1-1 1,0 0-1,0 1 0,0-1 1,0 1-1,0-1 0,0 1 1,-1-1-1,1 1 0,0 0 1,0-1-1,-1 1 1,1 0-1,-1 0 0,1 0 1,0-1-1,-1 1 0,1 2 1,-1-2-37,-1 0 0,1 0 0,-1 0 1,0 1-1,1-1 0,-1 0 0,0 0 0,0 0 0,0 0 1,0 0-1,0-1 0,0 1 0,0 0 0,0 0 0,0-1 1,0 1-1,-2 0 0,-9 6-1548,0-2-1,-24 9 1,9-7-3344,0-6-2969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58.8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93 0 9345,'-49'17'1697,"48"-17"-1600,-1 1 0,1-1 1,-1 1-1,1 0 0,0 0 0,-1 0 1,1 0-1,0 0 0,-1 0 1,1 0-1,0 0 0,0 0 0,0 0 1,0 1-1,0-1 0,0 0 1,1 1-1,-1-1 0,0 1 0,1-1 1,-1 1-1,1-1 0,-1 1 1,1-1-1,-1 4 0,-1 5 365,-2 4-44,0 0-1,2 0 1,-1 1-1,2-1 1,0 1-1,0-1 0,2 0 1,0 1-1,0-1 1,1 1-1,1-1 1,1 0-1,8 22 1,1-6-113,2-1 0,1-1 0,1-1 0,2 0 0,22 25 0,5 2 33,3-2 0,90 74 1,128 76 180,3 2-349,-100-50-14,-133-117-207,-3 1 0,45 65 0,-63-80-58,-2 1 0,0 1 0,-2 1-1,-1-1 1,16 56 0,-22-61-41,-2 1-1,0 0 1,-1 0 0,-1 1-1,-1-1 1,-1 0-1,0 0 1,-10 41 0,0-22-304,-2 0 0,-1-1-1,-2 0 1,-2-1 0,-1-1 0,-3-1 0,0-1 0,-2-1 0,-2-1 0,-53 54 0,22-34-1161,-3-2 0,-2-3-1,-1-3 1,-131 70 0,18-27-3737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59.4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1584 1 5240,'0'0'1377,"-4"2"-150,-16 10-372,2 1-1,0 1 1,-28 27 0,-22 17 268,-334 223 1132,-56 43-1438,322-221-493,-155 154 0,268-235-280,-35 48 0,53-62-34,0 0-1,0 0 1,0 0-1,1 1 1,1-1-1,-1 1 1,2 0-1,-1 0 1,1 1-1,-2 13 1,4-19-6,0-1 1,0 1 0,0-1-1,1 1 1,-1-1 0,1 1-1,0-1 1,0 1 0,0-1-1,0 0 1,1 0 0,-1 1-1,1-1 1,0 0 0,0 0-1,0-1 1,0 1 0,1 0-1,-1-1 1,1 1-1,-1-1 1,1 0 0,0 0-1,3 2 1,4 2-49,1-1-1,-1-1 1,1 0 0,0 0-1,0-1 1,16 3 0,22 1-402,0-1 1,0-3-1,70-4 0,154-26-3307,-204 19 2031,135-15-4141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59.8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369 1 8933,'0'0'8153,"-3"2"-6407,-1 3-1306,0 0-1,0 0 1,0 1-1,0-1 1,1 1-1,0 0 1,0 0-1,1 0 1,0 0-1,0 0 1,-1 8-1,-12 77 1688,14-78-1827,-49 269 2113,-19-2-4107,56-228 892,-104 288-9954,104-308 8734,-37 96-8666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00.5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205 8 7977,'23'-8'7381,"-23"8"-7286,0 0 1,0 0-1,1 0 1,-1 1-1,0-1 1,0 0-1,0 0 1,0 0-1,0 0 1,0 0-1,0 0 1,0 1-1,-17 24 6392,10-15-8093,-11 15 2208,2 1 0,1 1 0,-19 45 0,-23 90 503,57-160-1092,-6 14 64,2 1-1,0-1 1,1 1-1,1 0 1,1 0-1,0 0 1,1 0-1,1 0 1,3 20-1,-4-32-61,2 1-1,-1-1 1,0 0 0,1 1-1,0-1 1,0 0 0,1 0-1,-1 0 1,1 0 0,0-1-1,0 1 1,1-1 0,-1 0-1,1 0 1,0 0 0,0 0-1,1-1 1,-1 1 0,1-1-1,-1 0 1,1-1 0,0 1-1,0-1 1,0 0 0,1 0-1,-1 0 1,0-1 0,1 0-1,-1 0 1,1 0 0,7-1-1,-1 0-17,0-1 0,0 0 0,0-1 0,0-1 0,0 0-1,0 0 1,-1-1 0,0-1 0,1 0 0,-2 0 0,1-1 0,0-1-1,14-11 1,-19 13-6,1 0-1,-1 0 1,0-1-1,-1 1 1,1-1-1,-1-1 1,0 1-1,-1-1 1,0 0-1,0 0 1,0 0 0,-1-1-1,0 1 1,0-1-1,-1 0 1,0 0-1,0 0 1,-1 0-1,0 0 1,0 0-1,-1-12 1,-4 1-236,0 1 0,-1 0 1,-1 1-1,-1-1 0,0 1 1,-2 0-1,1 1 0,-2 0 1,0 0-1,-1 1 0,-1 1 0,0 0 1,-1 0-1,0 1 0,-1 1 1,-1 0-1,0 1 0,0 1 1,-1 0-1,-31-13 0,39 20-478,-1 1-1,0 0 1,-1 0-1,1 1 1,0 1 0,0-1-1,0 1 1,-1 1-1,1 0 1,0 0-1,0 1 1,0 0-1,0 1 1,-13 5 0,-7 13-6291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01.2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 26 8829,'-16'-8'713,"0"0"614,1 0 8078,40 33-5830,-15-22-3342,0 0 0,-1-1 0,1-1 0,0 0 0,0 0 0,0-1 0,0 0 0,0 0 0,13-3 0,3 0-51,281-15-2072,-106 4-6395,-165 14 3071,1 5-2774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01.4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202 0 11325,'-61'30'2180,"48"1"-256,-4 5-351,4-3-321,0-6-312,6 12-204,-3 3-144,-7 1-204,4 5-576,-1 0-648,8 3-820,-5 1-797,5-4-2151,9 6-3585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01.7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1 293 12701,'67'135'3787,"-53"-103"-3406,1 0 0,1-1 0,2-1 0,27 36 0,-42-63-356,0 0 1,0 1-1,0-1 1,1 0-1,0-1 0,0 1 1,-1-1-1,1 0 0,1 1 1,-1-2-1,8 4 1,-11-5-25,1 0 1,0 1-1,-1-1 1,1 0-1,0 1 1,-1-1-1,1 0 1,0 0-1,-1-1 1,1 1-1,0 0 1,-1 0-1,1-1 1,0 1-1,-1-1 1,1 0-1,-1 1 1,1-1-1,-1 0 1,1 0-1,-1 0 1,0 0 0,1 0-1,-1 0 1,0 0-1,0 0 1,0-1-1,0 1 1,0 0-1,0-1 1,0 1-1,1-3 1,6-15 22,-2 0 0,0-1 1,4-23-1,6-22-55,14-35-812,-10 32-1693,50-119 0,-32 109-2765,-18 47 687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02.1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476 79 8325,'25'-35'1751,"-25"35"-1724,1 0 0,-1-1 0,0 1 0,0 0 0,0 0 0,1 0 1,-1 0-1,0 0 0,0 0 0,0-1 0,1 1 0,-1 0 0,0 0 0,0 0 1,0 0-1,0-1 0,0 1 0,1 0 0,-1 0 0,0 0 0,0-1 0,0 1 1,0 0-1,0 0 0,0-1 0,0 1 0,0 0 0,0 0 0,0-1 1,0 1-1,0 0 0,0 0 0,0-1 0,0 1 0,0 0 0,0 0 0,0 0 1,0-1-1,0 1 0,0 0 0,0 0 0,-1-1 0,1 1 0,0 0 1,0 0-1,0 0 0,0-1 0,-1 1 0,-1-3 172,-1 0 0,1 1 0,-1-1 0,0 1 0,0-1 0,0 1 0,0 0 0,0 0 0,-1 0-1,1 0 1,-1 1 0,1 0 0,-1-1 0,0 1 0,1 1 0,-1-1 0,0 0 0,0 1 0,1 0 0,-1 0 0,0 0 0,0 0 0,0 1 0,1-1 0,-7 3 0,-4 1 98,0 1 0,1 1 0,0 0 0,0 1 1,0 1-1,1 0 0,0 0 0,1 1 0,-19 19 1,-3 8 543,-46 64-1,53-64-570,1-3 72,-26 50 0,42-67-264,1 0-1,1 1 1,0 0 0,2 0 0,-6 27 0,10-39-83,0 0-1,0-1 1,1 1-1,0-1 1,0 1-1,1 0 1,-1-1-1,1 1 1,0-1-1,0 1 1,0-1-1,1 1 1,-1-1-1,1 0 1,0 0-1,0 0 1,1 0 0,-1 0-1,1 0 1,0 0-1,0-1 1,0 0-1,1 1 1,-1-1-1,1-1 1,0 1-1,-1 0 1,1-1-1,0 0 1,1 0-1,-1 0 1,6 2-1,7 1-223,0 0-1,1-1 0,-1-1 0,1 0 1,0-1-1,0-1 0,18-2 0,4-1-374,0-1-1,0-2 1,40-11 0,-58 10 105,-1 0 0,-1-2-1,1 0 1,-1-1 0,-1-1 0,36-24 0,-51 31 237,-11-15-405,5 13 413,0 2 0,-1-1 0,0 0-1,1 0 1,-1 1 0,0 0 0,-1-1-1,1 1 1,0 0 0,-1 1 0,0-1 0,0 0-1,-7-3 1,-11-7-2953,8 1-836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05.8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287 202 4912,'-15'-2'719,"0"1"-1,0 1 1,1 0-1,-1 1 0,0 0 1,0 1-1,-18 5 1,30-6-483,-1 0 1,1-1 0,-1 1 0,1-1-1,-1 0 1,1 0 0,-6-1 0,-9 0 1934,16 0-1846,-1 0 1,0-1 0,0 1-1,1-1 1,-1 1-1,1-1 1,0 0 0,-1 0-1,1 0 1,-2-3 0,-4-3 667,-53-34 3199,87 37-4103,287-48-4596,-104 1-3701,-106 22 326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06.2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31 9881,'1'-3'1398,"5"-24"4140,-4 29-5010,3 7-272,0 0 0,-1 0 0,1 1 0,-2-1 0,1 1 0,-1 0-1,-1 0 1,2 13 0,3 8-89,42 156 727,-38-125-737,-10-48-97,1-1 1,1 1-1,0-1 1,8 23-1,-8-29-20,-1 0 1,1 0-1,-2-1 0,1 1 1,-1 1-1,0 12 1,0-17-18,-1-1 1,0 0 0,1 0 0,0 0 0,-1 0 0,1 0-1,0-1 1,0 1 0,0 0 0,0 0 0,0 0 0,1-1-1,0 2 1,0 0 20,-2-3-43,0 0 1,1 0-1,-1 1 0,0-1 1,0 0-1,0 0 0,0 0 0,0 0 1,0 0-1,0 0 0,0 0 1,0 0-1,0 0 0,0 1 1,0-1-1,1 0 0,-1 0 0,0 0 1,0 0-1,0 0 0,0 0 1,0 0-1,0 0 0,0 0 1,0 0-1,1 0 0,-1 0 0,0 0 1,0 0-1,0 0 0,0 0 1,0 0-1,0 0 0,0 0 1,1 0-1,-1 0 0,0 0 1,0 0-1,0 0 0,0 0 0,0 0 1,0 0-1,0 0 0,0-1 1,1 1-1,-1 0 0,0 0 1,0 0-1,0 0 0,0 0 0,0 0 1,0 0-1,0 0 0,0 0 1,0 0-1,0-1 0,0 1 1,0 0-1,0 0 0,0 0 0,0 0 1,0 0-1,18-18-124,0-1-1,-2 0 1,0-1 0,-1 0-1,16-32 1,12-34-2915,-5-1-3949,-18 40-1174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06.5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1 326 7737,'113'-118'8653,"-100"105"-8332,-1-1-1,0-1 0,-1 0 1,14-27-1,-22 35-316,0 0 0,-1 0 0,0-1 0,0 0 0,0 1-1,-1-1 1,-1 0 0,1 1 0,-1-1 0,-1-8 0,1 2-74,0 11 77,-18 3 62,14 0-43,0 1 0,1 0-1,-1 0 1,0 0 0,1 0 0,-1 1-1,1-1 1,-1 1 0,1 0 0,0 0-1,0 0 1,0 0 0,0 1 0,0-1 0,0 1-1,0 0 1,1 0 0,0 0 0,-1 0-1,-2 6 1,-3 5 88,0 0-1,1 1 0,-7 21 1,11-25-134,1 0 1,-1 0 0,2 1 0,0-1-1,0 0 1,1 1 0,0-1 0,1 0-1,0 1 1,5 16 0,-4-18-403,1-1 0,0 1-1,1-1 1,0 0 0,0 0 0,11 15 0,-10-17-532,0-1 1,1 0-1,0-1 0,0 0 1,0 0-1,1 0 1,13 8-1,11 1-4302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06.6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31 7745,'10'-30'4068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08.1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67 106 4848,'-28'18'1258,"27"-18"-1204,1 0 0,-1 0 1,0 0-1,1 0 0,-1 0 0,1 0 1,-1 0-1,1-1 0,-1 1 0,1 0 0,-1 0 1,0 0-1,1-1 0,-1 1 0,1 0 1,-1-1-1,1 1 0,0 0 0,-1-1 1,1 1-1,-1-1 0,1 1 0,0-1 1,-1 1-1,1-1 0,0 1 0,-1-1 0,1 1 1,0-1-1,0 1 0,0-1 0,-1 1 1,1-1-1,0 1 0,0-1 0,0 0 1,0 0-1,-6-10 3141,5 11-3161,0 0 0,0 0 0,0-1 1,0 1-1,1 0 0,-1-1 0,0 1 1,0-1-1,0 1 0,1-1 0,-1 1 1,0-1-1,1 0 0,-1 1 0,1-1 1,-1 0-1,0 1 0,1-1 0,0 0 1,-1 0-1,1 0 0,-1 1 0,1-1 1,0 0-1,0 0 0,-1 0 0,1 0 1,0 0-1,0 1 0,0-1 0,0 0 1,0 0-1,0 0 0,0-1 0,1 0-24,1 0 0,-1 0 0,0 0 0,1 0 0,-1 0 0,1 1 0,-1-1-1,1 0 1,0 1 0,0-1 0,0 1 0,0 0 0,0 0 0,0 0 0,2-1-1,55-25-1677,-24 12-2657,-19 9 584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08.3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108 0 5905,'-17'39'1288,"3"-14"-408,4-1-200,0 3-136,7 0-136,0 0-220,-4 18-272,4-6-480,-11-8-908,-3-4-772,7 9-301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08.9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 34 5324,'23'-21'1881,"-9"15"-1041,2 0 928,-9 27-1412,0-3-188,-11 9-12,-9 27-48,-4-5-188,-6 11-428,-7 12-2468,-14 7-1077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53.8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9824 643 3872,'0'0'15689,"-2"-2"-15584,-28-45 460,29 45-297,-2 1-165,-44-14 707,35 11-809,10 3 1169,0 3-1133,-18 21 62,13-21-53,-764-88 243,-310-24 259,829 95-487,-1322-100 1029,730 28 47,-1154-93 660,-292 176-999,2147 12-790,-293 14-13,382-22-21,-86 6-77,79 0-27,57-6 122,-20 1 34,3 1-26,16-2 22,35 12-25307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1:54.3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1702 65 5797,'5'-2'522,"-1"0"1,1-1 0,-1 1 0,0-1-1,0 0 1,0 0 0,-1 0-1,6-6 1,11-8 1675,-18 15-1367,19-14 3798,-114 99-4180,-376 216-77,184-126-339,11 23-52,-41 76 60,239-198-157,-129 162-1,191-218 95,2 0 0,0 0 0,-16 36 0,28-52 21,-1-1-1,0 1 1,1 0 0,-1 0 0,1 0 0,0 0 0,-1 0-1,1-1 1,0 1 0,0 0 0,1 0 0,-1 0 0,0 0-1,0 0 1,1 0 0,0 0 0,-1-1 0,1 1 0,0 0-1,0 0 1,-1-1 0,1 1 0,1-1 0,-1 1 0,0-1-1,0 1 1,3 2 0,0-1-12,0 0-1,1 0 1,-1 0-1,1-1 1,0 0-1,0 1 1,-1-2-1,7 3 1,11 0 5,1-1 0,-1 0 0,1-2 0,42-3 0,-40 2 10,490-29-63,-113 5 1,293 2-364,-46 2-3553,-397 12-327,-6 9-2408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11.5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122 109 9001,'-65'1'9916,"44"1"-9441,16-2 1589,-14-2 97,8 2-98,32 3-1002,41 0-541,1-3 1,-1-2-1,79-14 1,-18 3-1241,277-32-5598,-223 24-1174,-20 3-3817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11.8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 51 13801,'-17'-51'13900,"16"54"-13562,-1 0 0,1 0 0,0 0 0,0 0 0,0 1 0,0-1 0,0 0 0,1 0 0,0 4 1,-1 56 187,4-1 0,18 109 0,-10-98-419,34 186-107,-43-253 0,-1 0 0,1 0 0,0-1 0,1 1 0,4 8 0,-6-13 0,12 13 0,-9-13 0,1 0 0,0 0 0,0 0 0,0-1 0,-1 0 0,1 0 0,0 0 0,0 0 0,0-1 0,0 0 0,-1 0 0,1 0 0,0 0 0,-1-1 0,1 0 0,-1 0 0,1 0 0,5-5 0,14-7 0,-1-1 0,21-19 0,-33 25 0,79-63 231,57-44-2329,9 10-3382,-67 57 834,-29 19-1482,11-4-5534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12.2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1 370 10977,'6'4'2634,"-4"-13"-484,-2 7-1915,-1 0-1,1 1 0,0-1 0,1 0 1,-1 0-1,0 1 0,0-1 0,1 0 0,-1 1 1,1-1-1,0 1 0,-1-1 0,1 1 1,0-1-1,0 1 0,0-1 0,0 1 0,0 0 1,1-2-1,90-66 6264,2-2-5374,-78 61-919,0-1 0,29-26 1,-40 32-182,0 0 1,-1 0 0,0 0-1,0 0 1,0-1 0,-1 0-1,0 0 1,0 0-1,0 0 1,-1 0 0,0 0-1,2-10 1,-3 15-13,-1-1-1,1 0 1,-1 0-1,0 0 1,0 0-1,0 1 1,0-1-1,0 0 1,0 0-1,0 0 1,0 0-1,-1 1 1,1-1-1,-1 0 1,1 0-1,-1 1 1,0-1-1,0 0 1,0 1-1,0-1 1,0 1 0,0-1-1,-2-1 1,1 2 25,0 0 0,0 0 0,0 0 0,0 0 0,-1 0 0,1 1 1,0-1-1,0 1 0,-1-1 0,1 1 0,0 0 0,-1 0 0,1 0 1,0 0-1,-5 1 0,-4 2 157,0 0 1,-1 0-1,1 1 1,1 1 0,-20 10-1,11-3 80,1 0 0,0 2 0,0 0-1,2 1 1,-23 26 0,33-34-268,-1 1-1,2 0 0,-1 0 1,1 0-1,0 1 1,1 0-1,0 0 1,0 0-1,1 0 1,0 0-1,1 1 1,0 0-1,0-1 1,0 19-1,3-21-11,0-1 1,0 1-1,1-1 0,0 0 1,0 0-1,1 1 0,0-1 1,0 0-1,0-1 1,0 1-1,1-1 0,0 1 1,0-1-1,1 0 0,0-1 1,-1 1-1,2-1 0,-1 0 1,0 0-1,12 6 0,2 0-454,0-1 0,0 0 0,1-2 0,0 0 0,28 5-1,16 1-2839,68 3 0,3-8-5988,-43-5-1727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12.4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239 1 11821,'30'15'9410,"-46"-6"-5720,14-7-3476,0 1 0,0 0 0,0 0 0,0 0 0,1 0 0,-1 0 0,1 0 0,0 0 0,0 1 0,0-1 0,0 0 0,0 1 0,1-1 0,0 1-1,-1-1 1,2 4 0,-3 8 270,-5 16-31,-1 1 1,-1-1-1,-2-1 1,-20 42-1,9-29-2895,-3 0 1,-35 45-1,50-75-1001,0 1-1,-14 27 1,10-2-7227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12.5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22 13429,'-17'-21'8609,"27"36"-9217,-3 0-744,-1 9-552,-2 3-1009,-8-3-1511,1 21-3429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13.5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1005 10261,'11'-5'14602,"-5"13"-7712,4-5-9708,-6-3 2859,1 0 0,0 0 0,0 1 0,-1-1-1,1 1 1,0 1 0,-1-1 0,1 1 0,-1-1 0,0 1 0,1 0 0,-1 1 0,0-1 0,0 1 0,0 0 0,-1 0 0,5 4 0,-2 0-125,-1 1-1,1-1 0,-1 1 1,-1 0-1,1 0 0,-1 0 1,-1 1-1,4 12 1,13 27-1238,-15-38 825,-1 1 0,1-1 0,4 22 0,-8-31 476,-1 0 1,1-1-1,0 1 0,0-1 1,0 1-1,-1 0 1,1-1-1,0 0 0,0 1 1,0-1-1,0 1 0,0-1 1,0 0-1,0 0 1,0 0-1,0 1 0,0-1 1,0 0-1,1 0 0,0 0-33,2 1 29,0-1 1,0 1-1,0-1 0,1 0 0,-1 0 0,0-1 1,0 1-1,0-1 0,0 0 0,0 0 0,5-1 1,47-22 72,-34 15-23,-5 2-3,144-54 934,-137 54-586,0 0 0,0 2 1,1 1-1,45-1 0,-61 6-279,0 0 1,-1 1 0,1 0 0,-1 0 0,1 1 0,-1 0 0,0 0 0,0 1 0,-1 0 0,15 10 0,-15-8-61,2-1 1,-1-1 0,0 1-1,1-1 1,0-1 0,0 1 0,0-2-1,0 1 1,13 1 0,2-3-19,0-2 0,0 0 1,0-2-1,33-7 0,93-33 28,-123 35-55,-12 3 24,0 0 0,0-1-1,-1-1 1,0 0 0,0-1 0,-1 0 0,0-1 0,0 0-1,-1-1 1,18-20 0,-27 26-10,0 0 1,-1 0-1,0 0 0,0-1 0,0 1 1,0-1-1,-1 1 0,0-1 0,0 0 0,0 0 1,0 1-1,-1-1 0,0 0 0,0-6 1,0 8 2,0 0-1,-1 0 1,1 0 0,-1 0 0,0 0 0,1 0 0,-1 0 0,-1 0-1,1 1 1,0-1 0,-1 0 0,1 1 0,-1-1 0,0 1 0,0-1-1,0 1 1,0 0 0,0 0 0,0 0 0,-1 0 0,1 0 0,-3-1-1,-2 0 10,0 1-1,0 0 1,0 0-1,0 1 1,-1-1-1,1 2 1,0-1-1,0 1 1,-1 0-1,1 0 1,0 1-1,-1 0 1,-7 2-1,-6 3 8,0 0-1,1 2 1,-23 10-1,22-7-14,-1 1 0,1 1 0,-23 18 0,33-22-17,1 0 0,-1 1 0,2 0 0,-1 0 0,1 1 0,-12 20 0,19-29-25,1 1-1,0-1 1,-1 1-1,1 0 0,0-1 1,1 1-1,-1 0 1,0 0-1,1 0 1,0-1-1,0 1 0,0 0 1,0 0-1,0 0 1,0 0-1,1 0 1,-1-1-1,2 6 0,0-5-63,0 1 0,0 0 0,0 0 0,1-1-1,-1 1 1,1-1 0,0 0 0,0 0 0,0 0-1,0 0 1,5 3 0,2 0-129,0 0-1,1 0 1,-1-1-1,1-1 1,0 0 0,0 0-1,0-1 1,14 2 0,-13-4 160,-1 0 1,1-1-1,-1-1 1,1 0-1,-1 0 1,0-1-1,1 0 0,-1-1 1,0-1-1,-1 0 1,1 0-1,-1-1 1,1 0-1,-1-1 1,-1 0-1,1-1 1,-1 0-1,15-15 1,8-11 27,-1-1 1,-2-1-1,34-56 1,-51 73 20,73-116 243,-5-3-1,-7-4 0,61-167 1,-131 300-172,14-35 346,-1 0 0,9-48 0,-23 69 25,-2 19-25,-4 5 20,-1 1-336,-1 1 0,1 0 0,0 0 1,0 1-1,0 0 0,0 0 0,1 0 0,0 0 0,0 1 1,-6 11-1,-5 11 111,-11 33 0,8-17 0,15-39-172,-139 328 747,114-258-623,4 0-1,-22 124 1,42-174-115,1 1 1,1 0-1,3 51 1,0-66-25,1 0 0,0 0 0,1 0 1,0 0-1,0 0 0,1 0 0,0-1 1,1 0-1,0 0 0,1 0 0,11 14 0,-14-20-12,0-1-1,1 0 1,-1 0-1,1-1 1,-1 1-1,1-1 1,0 0-1,0 0 0,0 0 1,0 0-1,0-1 1,1 0-1,-1 0 1,0 0-1,1 0 1,-1 0-1,0-1 1,1 0-1,-1 0 0,1 0 1,-1-1-1,1 1 1,-1-1-1,0 0 1,1 0-1,-1-1 1,6-2-1,7-3-92,-1-1-1,1 0 1,-2-1 0,1-1-1,20-17 1,1-8-121,-2 0 1,-2-3-1,-1 0 1,40-63-1,-59 81 155,-1 4 15,-1-1 1,0 0-1,-1-1 1,-1 0-1,-1-1 1,6-21-1,-14 38 57,-1 1 0,1-1 0,-1 1 0,0-1 0,1 1 0,-1-1 0,0 1 0,0 0 1,0-1-1,0 1 0,0 0 0,-1 0 0,1 0 0,0 0 0,0 0 0,-1 0 0,1 0 0,-3-1 0,2 3 8,-1 1 0,1-1 0,-1 1 0,1-1 0,-1 1 0,1 0 0,0 0 0,0 0 0,0 0 0,0 1-1,1-1 1,-1 0 0,0 1 0,1-1 0,-2 5 0,-1 0 12,-4 6 14,0 0 0,1 1 0,1 0 1,0 0-1,1 0 0,0 1 0,1 0 1,1 0-1,-2 25 0,5-31-37,0 1-1,0 0 0,1 0 0,0 0 1,1-1-1,0 1 0,0-1 1,1 1-1,0-1 0,1 0 0,0 0 1,1-1-1,0 1 0,0-1 1,12 15-1,-2-7-337,0-2 0,1 0 0,1-1 0,0-1 0,1 0-1,0-1 1,0-1 0,1-1 0,1 0 0,28 7 0,-9-4-1828,53 8-1,38-5-6580,-70-11 199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13.7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312 0 10345,'-29'59'8327,"28"-57"-8067,1 1 0,-1 0 0,1 0 0,-1-1-1,1 1 1,0 0 0,0 0 0,0 0 0,0-1 0,1 1 0,-1 0 0,2 3 0,-1 7 395,-2 25 791,0-27-1135,0 1 1,1-1 0,1 0-1,3 22 1,1-10-343,-4-13-224,1 0 0,1-1 0,0 1 1,0 0-1,1-1 0,6 12 1,-9-20 202,0 0 1,0 0-1,0 1 1,0-1-1,-1 0 1,1 0 0,-1 1-1,1-1 1,-1 0-1,1 1 1,-1-1 0,0 1-1,1-1 1,-1 1-1,0-1 1,0 0-1,0 3 1,-1-3 3,-1-1 0,1 1 0,0 0 1,-1-1-1,1 0 0,0 1 0,-1-1 0,1 0 0,-1 0 0,1 1 0,-1-1 1,1 0-1,0 0 0,-4-1 0,-16 2 173,-6 0-326,0 2 0,0 1-1,-47 14 1,24 1-2723,5 7-3726,15-5-2364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13.9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406 0 11833,'-44'54'2088,"21"-15"-224,-4-5-291,-3-1-317,3 3-320,1 0 104,-5 3-592,1 4-404,-3-10-552,3 3-644,-1-3-584,5-3-453,-1-6-2319,7 3-3497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14.1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 1 9117,'30'18'1372,"-20"-9"-312,10 6-100,-3 0-168,-14 9-156,4 0-108,-11 10-328,-6 20-236,-3-18-256,-7-3-316,3 6-196,-6-2-448,-1-4-2180,7 0-1825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14.2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0 100 5256,'0'-30'1829,"7"18"-1269,-4-6-504,-9-3-1344,2 3-605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16.0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1650 4680,'11'-8'13285,"-4"-2"-5819,-3-2-4163,-4-9-4738,1-1-263,1 5 3840,58-158-656,119-291-557,-52 157-797,-6-65-40,-73 213-559,-44 152-31,0 0-1,0 0 0,1 0 0,0 1 0,1-1 0,11-13 0,-14 25-334,0-1 0,-1 1 0,1-1 0,0 1 1,-1 0-1,0 0 0,4 5 0,2 15-5503,-2 1-4104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17.0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 57 6365,'-12'-6'1509,"-20"-6"11335,56-1-11360,-11 7-1306,0 2 0,0 0 1,1 0-1,0 1 0,0 1 0,0 0 1,0 1-1,22 1 0,14 3 63,54 9 0,164 30-3492,-89-13-6105,-105-19 659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17.2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526 56 9205,'126'-46'6367,"-110"38"-5175,-9 6 3361,-18 18-1835,8-12-2805,-223 280 832,183-226-1171,-175 255-4963,94-110-2775,74-109 434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18.2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309 134 6425,'11'-17'1556,"-6"10"-559,0 0 0,0 1 1,0 0-1,1-1 0,0 2 1,9-8-1,-13 11 474,-1-1-138,25-57 6775,-30 62-7348,-2 2-605,1 0 0,-1 0-1,1 0 1,0 1-1,0 0 1,1 0 0,0 0-1,-1 0 1,2 1 0,-1-1-1,1 1 1,0 0-1,-3 8 1,-7 17 311,-11 48 1,7-23-196,-124 391-2357,59-175-5528,55-186 1098,3-7-4287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18.6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90 528 7305,'-25'13'1791,"25"-13"-1729,-1 0 1,1 0 0,0 0 0,0 0-1,-1-1 1,1 1 0,0 0 0,0 0 0,-1 0-1,1 0 1,0 0 0,0-1 0,-1 1-1,1 0 1,0 0 0,0 0 0,0-1 0,0 1-1,-1 0 1,1 0 0,0 0 0,0-1-1,0 1 1,0 0 0,0-1 0,0 1 0,0 0-1,0 0 1,0-1 0,0 1 0,0 0 0,0 0-1,0-1 1,0 1 0,0 0 0,0 0-1,0-1 1,0 1 0,0-13 331,0 13-248,0-12 623,0 6-347,1 1 1,-1-1-1,0 1 0,-1 0 1,0-1-1,0 1 1,0 0-1,0 0 0,-1-1 1,-3-7-1,-4-7 509,0 0 1,1-1-1,2 0 0,-7-31 0,12 46-802,0 0-1,0 0 1,0 0-1,1-1 1,0 1-1,0 0 1,1-1-1,0 1 1,0 0-1,0 0 1,1 0-1,0 0 1,0 0-1,0 0 1,1 1-1,0-1 1,0 1-1,1-1 1,-1 1-1,1 0 1,0 1-1,0-1 1,1 1-1,0-1 1,-1 1-1,10-5 1,4-3-125,1 2 0,0 0 0,0 1 0,1 1-1,0 1 1,30-6 0,276-45-4820,-103 38-4672,-121 16 1124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18.9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77 124 5757,'-12'-10'1552,"-2"0"-1,1 2 1,-23-12 0,34 19-152,2-20 843,0 20-2166,0-1 0,1 1 0,-1-1 1,0 0-1,1 1 0,-1-1 0,0 1 1,1-1-1,0 1 0,-1 0 0,1-1 0,0 1 1,0 0-1,0-1 0,0 1 0,0 0 1,0 0-1,0 0 0,2-1 0,0-1 66,1 1-1,-1 0 0,1 0 0,0 0 1,0 0-1,0 1 0,5-2 1,2 0 76,1 1 0,0 0 0,-1 1 1,24 1-1,-6 2-59,0 1 1,0 1-1,-1 1 0,0 2 1,0 1-1,34 14 1,-52-17-136,1 0 1,-1 1 0,-1 0 0,1 1-1,-1 0 1,0 0 0,0 1-1,8 10 1,-12-11-12,0-1 0,-1 1 0,1 1 0,-1-1 1,-1 0-1,1 1 0,-1 0 0,-1 0 0,1 0 0,-1 0 0,-1 0 0,1 13 0,0 7-5,-2 0 1,-2 0-1,0 0 0,-2-1 0,0 1 1,-16 46-1,7-36 0,-2 0 1,-2-1 0,-41 67 0,55-99-3,0-1 0,1 0 1,0 1-1,0-1 0,0 1 1,1 0-1,0 0 0,-2 8 1,3-12-6,0 0 0,0 0-1,1-1 1,-1 1 0,0 0 0,0 0 0,1-1 0,-1 1 0,0 0 0,1-1 0,-1 1 0,1 0 0,-1-1 0,1 1 0,-1 0 0,1-1-1,-1 1 1,1-1 0,0 1 0,-1-1 0,1 0 0,0 1 0,0 0 0,1 0 4,1 1-10,-1-1 1,1 1-1,-1-1 1,1 1 0,-1-1-1,1 0 1,0 0 0,0 0-1,-1-1 1,1 1-1,0-1 1,0 1 0,0-1-1,3 0 1,45-5-226,-26 2 21,142-16-2841,-58 2-3010,-104 16 5634,70-11-7715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20.0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784 184 6981,'-5'-11'259,"1"4"247,1 1 0,-1-1 0,2 1 0,-1-1 0,1 0 0,0 0 0,0 0 0,1 0-1,0 0 1,0 0 0,1-12 0,0 14-124,0-1 0,0 1 0,0 0 0,-1-1 0,0 1 0,0 0 0,0 0 0,0-1 0,-1 1 0,0 0-1,0 0 1,-5-8 0,5 10 134,-2 3-88,-2 1-348,0 0-1,0 0 1,0 0 0,1 1 0,-1 0 0,0 0 0,1 0 0,0 1-1,-1 0 1,1 0 0,0 0 0,1 0 0,-1 1 0,0 0 0,1 0-1,0 0 1,0 1 0,-3 4 0,-12 16 234,1 0 0,-18 38 0,14-26-92,-377 681 546,375-667-2000,2 1 0,-24 89 0,11 28-7265,27-102 1005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20.8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82 251 5384,'-5'2'276,"-14"6"542,18-8-773,1 0 1,0 0 0,-1 0-1,1 0 1,-1 0-1,1 0 1,0 0 0,-1 0-1,1 0 1,0 0-1,-1 0 1,1 0 0,-1 0-1,1 0 1,0-1-1,-1 1 1,1 0 0,0 0-1,-1 0 1,1-1-1,0 1 1,-1 0 0,1 0-1,0-1 1,-1 1-1,1 0 1,0 0 0,0-1-1,0 1 1,-1 0-1,1-1 1,0 1 0,0 0-1,0-1 1,0 1-1,-1 0 1,1-1-1,0 0 1,-1 1 104,0-1 0,0 0 0,0 1 0,0-1 0,0 0 0,0 1 0,0 0 0,0-1 0,0 1 0,0 0 0,0-1 0,-1 1 0,1 0 0,0 0 0,-1 0 0,0 0 182,1-1 23,-1 1 0,1-1 0,-1 1 0,1-1 0,-1 0 0,1 1 0,-1-1 0,1 0 0,0 0 0,0 0 0,0 0 0,-1 0 0,1 0 0,0 0-1,0-1 1,0 1 0,0-2 0,0 2-234,1 0 0,-1-1 0,1 1-1,0 0 1,0-1 0,-1 1 0,1 0 0,0-1-1,0 1 1,1 0 0,-1-1 0,0 1 0,0 0-1,1 0 1,-1-1 0,1-1 0,1-1-63,0 0 1,0 1-1,1-1 0,-1 1 1,1 0-1,0-1 1,0 1-1,0 0 1,0 0-1,0 1 0,7-5 1,16-7-27,2 0 0,-1 2 0,2 1-1,45-11 1,125-18-3396,-13 4-4474,-135 24 1733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21.2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 7 5617,'0'0'2666,"-4"-1"-1482,-35-4 875,35 5 1290,24 0-3009,0 2-282,-1 1-1,0 1 0,-1 0 1,1 2-1,32 13 0,-47-17-52,0 0-1,0 0 1,0 1-1,0 0 0,0 0 1,0 0-1,-1 0 0,1 0 1,-1 1-1,0-1 1,0 1-1,0 0 0,-1 0 1,1 0-1,-1 0 0,0 0 1,0 1-1,-1-1 1,1 1-1,1 8 0,0 4 17,-1 1 0,-1 1-1,0-1 1,-3 18 0,1-2-56,1-11 49,-1-11 0,1 0 0,0 0-1,1 0 1,0 1 0,1-1 0,1 0-1,-1-1 1,2 1 0,5 13-1,0-6 8,1 0 0,1 0 0,0-1 0,2 0 0,26 28 0,-28-34 18,1 0-37,-1 0 1,-1 0-1,12 19 1,-20-28-4,0 0 1,0 0 0,-1 0-1,1 1 1,-1-1 0,0 1 0,0-1-1,0 1 1,0-1 0,0 1 0,-1 0-1,0-1 1,0 1 0,0 0 0,0 0-1,0-1 1,-1 1 0,0-1 0,0 1-1,-1 4 1,-4 4-10,-1 1 1,-1-1-1,1 0 0,-2-1 1,0 0-1,0 0 0,-1-1 1,0 0-1,-1-1 0,0 0 1,-17 10-1,-17 8-1853,-84 37 1,70-37-1786,16-3-1919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21.9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573 14 6069,'0'-1'133,"0"0"1,0 1 0,0-1 0,0 1 0,0-1-1,-1 0 1,1 1 0,0-1 0,0 1 0,-1-1 0,1 1-1,0-1 1,-1 1 0,1-1 0,0 1 0,-1-1 0,1 1-1,-1 0 1,1-1 0,-1 1 0,1 0 0,-1-1-1,1 1 1,-1 0 0,1-1 0,-1 1 0,1 0 0,-1 0-1,1 0 1,-2-1 0,-6 17 5508,0 3-5810,-60 98 3108,-23 45-1128,-29 131-473,-24 103-2819,74-187-3447,42-127 116,4-3-2769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22.7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83 4172,'-3'-3'3197,"3"2"-2842,0 1 0,-1 0 0,1 0 1,-1-1-1,1 1 0,-1 0 0,1 0 0,-1-1 0,1 1 1,-1 0-1,1 0 0,-1 0 0,1 0 0,-1 0 1,0 0-1,1 0 0,-1 0 0,1 0 0,-1 0 0,1 0 1,-1 0-1,1 1 0,-1-1 0,0 0 0,0 1-187,1 1-1,-1-1 1,1 0-1,-1 0 1,1 0-1,-1 0 1,1 1-1,0-1 0,0 0 1,-1 0-1,1 1 1,0-1-1,1 2 1,6 47-436,1-21 649,1-1 0,24 50 1,-28-70-341,0 1 0,1-1 0,0 0 1,0 0-1,1 0 0,0-1 1,0 0-1,0 0 0,1-1 0,0 0 1,1-1-1,12 7 0,-2-4-33,0 0 1,0-2-1,0 0 0,1-2 0,0 0 0,0-1 1,1-1-1,-1-1 0,0 0 0,1-2 1,-1 0-1,21-5 0,-13 1-113,0-2 1,-1 0-1,0-2 0,0-1 1,-1-1-1,-1-1 1,0-1-1,28-20 0,-47 28 91,1 0-1,-1 0 1,0-1-1,0 0 1,-1-1 0,0 1-1,0-1 1,0 0-1,-1 0 1,0-1-1,0 1 1,-1-1-1,0 0 1,-1 0-1,1 0 1,-2 0-1,1 0 1,-1-1-1,0 1 1,-1 0-1,0-1 1,0 1-1,0 0 1,-1-1-1,-1 1 1,0 0-1,0 0 1,-3-9-1,3 11 35,0 1-1,0-1 1,-1 1-1,0-1 0,0 1 1,0 0-1,0 0 0,-1 1 1,0-1-1,0 1 1,0-1-1,-1 1 0,-6-4 1,8 6 15,0 0 0,-1 1-1,1-1 1,-1 1 0,1 0 0,-1 0 0,1 1 0,-1-1 0,0 1 0,1-1 0,-1 1-1,1 0 1,-1 1 0,0-1 0,1 1 0,-1-1 0,1 1 0,-1 0 0,1 0 0,-1 1 0,1-1-1,0 1 1,-4 2 0,-4 2 49,1 2 0,-1 0 0,1 0 0,1 1-1,0 0 1,0 0 0,0 1 0,2 0 0,-1 1 0,1 0-1,1 0 1,0 0 0,-6 16 0,-7 22-259,-24 100 0,38-125-48,-38 174-3503,21-93-1455,-1 6-3388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27.2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266 830 7701,'6'-15'2364,"0"1"1,11-18-1,-16 29-843,0-4-437,0-1 1,0 0 0,0 0-1,5-11 1,-2 6 1411,2-17-1393,-6 27 69,1 21-1123,-1-13-14,0-1 0,0 1 1,-1-1-1,1 1 0,-1-1 0,0 1 1,-1-1-1,1 0 0,-4 8 1,-4 15 59,8-25 11,0 1-66,-3 6-90,-4 4 350,7-13-291,0-1 1,0 1-1,0-1 1,0 1-1,1 0 1,-1-1-1,0 0 1,0 1-1,0-1 1,0 0-1,1 1 1,-1-1-1,0 0 0,0 0 1,1 1-1,-1-1 1,1 0-1,-1 0 1,0-1-1,0 0 736,-3 2-545,-2-1-279,0 1 278,-1-1-1,1 0 0,-1-1 0,1 1 0,0-1 0,0 0 0,-9-5 0,14 6 169,0 21-123,-1-1-1,-5 26 1,3-25-73,1-1 0,0 29 1,-2 87 199,-5 1 0,-40 188 0,22-167-371,-30 133 0,47-255 0,-2 14 0,13-34 0,3-15 0,5-15 0,-8 14 0,12-33 0,-2-1 0,-2 0 0,-1-1 0,-2 0 0,1-40 0,4-15 0,180-980 0,-186 1055 0,57-220 0,-41 174 0,46-102 0,-58 147 0,1 1 0,0 0 0,1 0 0,1 1 0,21-23 0,-28 34 0,1 0 0,-1 0 0,1 0 0,-1 0 0,1 1 0,1 0 0,-1 0 0,0 0 0,1 1 0,-1 0 0,1 0 0,0 0 0,-1 0 0,1 1 0,0 0 0,0 0 0,0 1 0,0 0 0,0 0 0,0 0 0,6 2 0,-2 0 0,0 1 0,0 1 0,-1 0 0,1 0 0,-1 1 0,0 0 0,0 1 0,-1 0 0,1 0 0,12 13 0,4 7 0,39 52 0,-26-24 0,-3 2 0,-2 1 0,-3 2 0,-2 1 0,23 76 0,-7 5 0,31 181 0,57 682 0,-68-591 0,-62-398 21,1-1 0,1 1 0,0 0-1,1-1 1,11 23 0,-14-34-77,0 0 0,0 0-1,0 0 1,0 0 0,0 0 0,1-1-1,-1 1 1,1-1 0,0 1 0,0-1-1,0 0 1,0 0 0,0 0 0,0-1-1,1 1 1,-1-1 0,0 1 0,1-1-1,-1 0 1,1-1 0,-1 1 0,1 0-1,0-1 1,-1 0 0,1 0 0,-1 0-1,1 0 1,6-2 0,2-1-487,-1 0-1,0-1 1,0-1-1,-1 1 1,1-2 0,-1 1-1,0-2 1,-1 1 0,1-1-1,-1-1 1,-1 1 0,1-1-1,10-14 1,5-9-3197,-1-1-1,32-59 0,-16 23-5707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27.4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21 486 12325,'-20'0'2100,"36"-21"-212,28-6-71,6 8-5,11-11-60,6 0-284,16-3-324,21 0-220,23-3-508,17-1-736,7-2-296,7 0-688,-8 0-928,-6 0-916,-6 9-2221,-4-4-4304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28.1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9 10937,'4'-1'596,"0"-1"-1,0 1 1,0 0 0,-1 0-1,1 0 1,1 0 0,-1 1-1,0-1 1,0 1 0,0 0-1,7 1 1,-6 0-270,0 0 0,-1 1-1,1 0 1,-1-1 0,1 1 0,-1 1 0,0-1 0,7 6-1,2 3-166,0 1-1,-2 0 0,1 1 0,14 23 1,-9-13 430,-6-4-453,0 0 0,-1 1-1,-1 0 1,-1 0 0,-1 1-1,-1 0 1,5 28 0,14 40 81,0 15 69,-24-100-261,20-1 17,-20-2-39,1-1 1,0 0-1,-1 1 0,1-1 1,0 0-1,-1 0 1,1 0-1,0 0 0,-1 0 1,1 0-1,-1 0 1,1 0-1,0-1 0,-1 1 1,1-1-1,-1 1 0,1-1 1,2-1-1,17-12-2,0-1 0,-2 0 1,1-2-1,-2 0 0,26-31 0,-27 28-11,1 1 1,1 1-1,0 0 0,1 1 1,25-14-1,-31 22 11,0 1 0,1 1 0,0 1 0,0 0 0,29-7 0,-37 12-8,0 0 0,0 1 0,0 0 0,0 0 1,0 0-1,0 1 0,0 0 0,0 0 0,0 1 1,0 0-1,-1 0 0,1 1 0,0-1 0,-1 2 0,0-1 1,8 6-1,-7-5 16,-1-1-1,1 0 1,-1-1 0,1 1 0,0-1 0,0 0 0,0-1-1,7 1 1,-10-2-3,-1 0 1,1 0-1,-1 0 0,1-1 1,-1 0-1,0 1 0,1-1 0,-1 0 1,5-3-1,10-2-28,29-1-23,1 2 1,51 2 0,-2-7 48,-84 8-1,-1-1 0,1-1 0,0 0-1,-1-1 1,0 0 0,0 0 0,20-14 0,-6 4-4,-5 3 50,-1-1 0,24-21 0,-28 21 361,0 1 1,1 0-1,31-15 0,-46 26 20,2 3-261,-1 0-1,0 1 1,0 0-1,0-1 1,0 1-1,4 6 1,-7-9-161,5 7 132,0 0 0,0 1 0,-1 0 0,0 0 1,4 14-1,1 0 24,-8-20-232,0 0 1,0 0 0,0 0 0,1 0 0,-1 0 0,1 0 0,-1 0-1,1 0 1,0-1 0,0 1 0,0 0 0,0-1 0,0 0 0,0 1 0,0-1-1,0 0 1,0 0 0,0 0 0,1 0 0,-1-1 0,0 1 0,1-1-1,-1 1 1,1-1 0,-1 0 0,4 0 0,-2 0-335,1 0 0,0-1 0,0 0-1,-1 0 1,1 0 0,-1-1 0,1 1 0,-1-1 0,1 0 0,-1-1 0,6-3 0,-7 3-520,1 0-1,-1 0 1,0 0 0,0-1 0,0 0 0,-1 1 0,1-1 0,3-8 0,-3 6-1181,8-12-6254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28.3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0 148 13465,'31'-45'4757,"-35"24"-2601,4 0 2532,4 0-3728,-1-1-400,17 13-592,0 0-584,0 15-260,0 0-360,7 9-540,-3-2-424,-14 5-508,3 18-2357,-6-21-4028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28.5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 1 11297,'3'2'7175,"4"7"-6468,1-1-1,-2 1 0,1 0 0,-1 0 1,-1 1-1,1 0 0,-2 0 0,1 0 1,-2 1-1,1-1 0,-1 1 0,-1 0 1,0 0-1,1 12 0,0 23 475,-1 0-1,-5 49 1,-5-13-1165,-4 0-1,-26 91 1,-2 11-3887,33-147 871,-2 58 1,11-36-7479,1-36 1155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28.6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14 106 12293,'4'22'3972,"-15"-41"-2503,5 7 531,23 0-1376,16-9-340,4 9-548,6 3-800,8-3-696,6-3-733,13 6-1867,7 3-3357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29.2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10897,'0'0'8093,"7"15"-7621,0 0-124,9 6-452,11 16-576,0-13-860,3 0-617,4 6-2295,12 3-3441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35.2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12 5240,'2'10'1203,"0"-17"-96,5-8 7939,12 19-7383,93 20 118,51 9-892,465 13-495,3-43-4466,-280-15-2447,-330 11 5855,160-8-6420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38.6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 1599 5701,'-13'0'6215,"18"-6"-2580,4-2-4711,9-2 1343,-1 0 0,2 1 0,-1 1-1,1 1 1,0 1 0,30-7-1,-7 2 21,763-184 1560,15 41-1351,827-105-193,143-24-344,-1708 268 25,673-135 27,-535 97 64,290-113-1,-461 147-41,51-29 1,-86 40-21,-1 0 0,0-1 0,0 0 1,-1-1-1,0 0 0,0-1 1,17-22-1,-28 32-86,0-1 1,-1 0-1,1 0 0,0 0 0,-1 0 1,1 0-1,-1 0 0,0 0 0,1-1 1,-1 1-1,0 0 0,-1 0 0,1 0 1,0 0-1,0 0 0,-1 0 0,1 0 1,-1 0-1,0 0 0,0 0 0,1 0 1,-1 0-1,-1 0 0,1 1 0,0-1 1,0 0-1,-1 1 0,1-1 0,0 1 1,-1-1-1,0 1 0,1 0 1,-1 0-1,0-1 0,0 1 0,1 0 1,-1 1-1,0-1 0,0 0 0,0 0 1,0 1-1,0-1 0,0 1 0,-1 0 1,-2 0-1,-19 1-1727,1 2-1,-28 7 1,29-6 261,-43 9-4742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39.4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396 485 13093,'-32'11'8794,"1"10"-5853,-20 34-2403,42-45 416,-15 19-293,2 1 1,-33 58-1,-26 72 114,61-118-599,-49 110 249,68-150-386,2-7-14,19-49-16,48-91 1,44-49 15,8-17-30,-42 54-10,56-103-40,-111 223 79,-21 36 2,-1-1 1,0 0 0,1 1 0,0-1-1,-1 1 1,1-1 0,0 1-1,0 0 1,-1-1 0,1 1 0,0 0-1,0 0 1,0 1 0,1-1-1,-1 0 1,0 1 0,0-1 0,0 1-1,0 0 1,1 0 0,-1 0-1,0 0 1,0 0 0,1 0 0,-1 0-1,0 1 1,0-1 0,0 1-1,4 1 1,-1 0 60,0 0-1,0 1 1,-1-1-1,1 1 1,0 0-1,-1 0 1,0 1-1,0 0 1,0-1-1,6 8 1,9 17 247,-1 0 0,-1 1 1,24 59-1,25 101-471,-40-107 214,163 563-77,-148-416-31,-41-228 42,0 2-184,0-1 0,0 1 1,0-1-1,1 1 1,-1 0-1,0-1 1,1 1-1,0-1 1,0 0-1,0 1 0,0-1 1,0 1-1,0-1 1,0 0-1,1 0 1,-1 0-1,1 0 0,0 0 1,-1 0-1,1 0 1,0-1-1,0 1 1,0 0-1,3 1 1,-4-3-19,1 0 1,-1 1 0,0-1 0,0 0 0,0 1 0,0-1-1,1 0 1,-1 0 0,0 0 0,0 0 0,1 0 0,-1 0-1,0-1 1,0 1 0,0 0 0,1-1 0,-1 1 0,0 0-1,0-1 1,0 0 0,0 1 0,0-1 0,0 1-1,0-1 1,0 0 0,0 0 0,0 0 0,0 0 0,-1 0-1,1 0 1,0 0 0,1-1 0,22-39-6559,-23 40 6364,15-42-11654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39.6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 94 9845,'-37'-18'11502,"57"15"-10517,85-6-256,-67 7-1103,45-8-1,76-17-4027,-51 12-2772,-38 6-578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40.0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104 30 10765,'0'0'1912,"-7"-15"-168,0 0 1141,-13 18-1677,0 0 388,7 0-1008,-4 0 576,7 12-1040,0 3-296,10 0-1964,0 4-12,7-4-3053,-1 0-4144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40.2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171 1 13997,'0'0'10009,"-10"24"-9053,0 0-200,7-3-180,-4 0-372,4 12-636,-11 12-320,1-11-648,-14-4-980,-3 6-96,7 12-3201,-8-3-4720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42.2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202 1072 10605,'-1'1'310,"1"1"0,-1 0 0,1 0 0,0-1 0,-1 1 0,1 0 0,0-1 0,0 1 0,0 0 0,1 0 0,-1-1 0,0 1 0,1 0 0,-1 0 0,1-1 0,1 4 0,4 22 1242,-8-13-1159,0 1 1,-1-1-1,0 1 1,-1-1-1,-1 0 1,-12 26-1,-9 31 561,3-2 24,-61 124 1,81-188-876,0 0 0,0 0 0,-1 0-1,0-1 1,-7 8 0,1-2 258,8-8 324,4-31-537,2-1 0,1 1 0,1-1 0,16-44 0,-4 12-99,73-264 44,35-137-88,-87 304-20,68-258 1305,-107 416-1247,0 0-1,0 0 1,1 0 0,-1 0-1,0 0 1,1 0-1,-1 0 1,1 0-1,-1 0 1,1 0 0,0 0-1,-1 0 1,1 1-1,0-1 1,0 0 0,-1 0-1,1 1 1,2-2-1,-3 2-11,1 0 0,0 0 0,0 0 0,-1 0 0,1 0 0,0 0 0,-1 0 0,1 0 0,0 0 0,-1 0 0,1 0 0,0 0 0,-1 1 0,1-1-1,0 0 1,-1 0 0,1 1 0,0-1 0,-1 1 0,1-1 0,0 1 0,3 2 91,-1 1 0,0 0 1,1-1-1,-1 1 0,-1 0 0,1 1 0,2 5 1,10 27 408,-2 1 1,-1 0 0,-2 1-1,7 63 1,-9-56-243,28 161-72,15 368 1,-51-493-218,23 645 0,-19-656 69,-2-14-468,15 78-1,-14-119-81,1-1 1,0 1-1,1-1 1,1 0-1,0 0 1,1-1-1,1 0 1,0 0-1,17 21 1,-23-32 257,0-1-1,0 1 1,0-1 0,1 0-1,-1 0 1,1 0 0,-1 0-1,1 0 1,0 0 0,0-1 0,0 1-1,0-1 1,0 0 0,0 0-1,0 0 1,0 0 0,0-1-1,1 1 1,-1-1 0,0 0 0,0 0-1,1 0 1,4-1 0,-1-1-727,-1 0 0,1 0-1,0-1 1,-1 0 0,1-1 0,-1 1 0,0-1 0,0 0 0,10-10 0,27-26-8438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42.8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25 396 6977,'-25'3'2546,"47"-10"1610,30-11-3049,438-154 1973,-276 102-1234,-180 56-1537,-31 18-298,-1 0 0,-1 0 0,1-1 0,0 1 1,-1 0-1,1 6 0,-3-6-12,1 0 0,-1-1-1,1 1 1,-1 0 0,1 0-1,0 0 1,0 0 0,1-1 0,-1 1-1,1 0 1,0 0 0,2 5 0,-2-8-4,0 0 1,-1-1-1,1 1 1,0-1-1,0 1 1,0-1-1,0 1 1,0-1-1,0 0 1,0 1-1,0-1 1,0 0-1,-1 0 1,1 0-1,0 0 1,0 0-1,0 0 1,2 0-1,-1 0-13,12 1-62,0 0 0,0-1 0,1-1 0,-1 0 1,0-1-1,0-1 0,0 0 0,15-5 0,16-4-4,-19 5 94,-1-2-1,0-1 0,0-1 1,-1-1-1,24-17 0,-15 10 22,57-25 0,-73 37-20,3-1-6,2 0 1,36-8 0,-55 16-18,4-1 45,0 0 15,-1 0 0,1 1 0,0 0-1,7 1 1,-8 0 9,0-1 0,1 0 0,-1 0 0,12-2-1,-16 2-47,-1 1 0,1-1 0,0 1 0,0-1 0,0 1 0,-1 0-1,1-1 1,0 1 0,-1 0 0,4 3 0,12 5-1,-11-7-287,-1 1-1,0 0 1,0 0-1,0 0 1,0 1-1,0-1 1,5 7-1,-8-10 42,0-1 0,1 1 0,-1 0 0,0-1 0,0 1-1,0-1 1,0 1 0,0-1 0,0 0 0,3-1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43.0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19 8109,'0'0'1448,"17"-9"-412,0 0-216,0 18-224,-1 0-308,4-3-272,1 0-200,-1 6-160,13 9-140,-16-12-176,6 0-116,4 0-252,0-6-232,3 3-933,4-3-207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43.1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138 10 6821,'0'-1'65,"0"1"0,0-1 1,0 1-1,0 0 0,-1-1 1,1 1-1,0-1 0,0 1 1,0-1-1,-1 1 0,1 0 1,0-1-1,0 1 0,-1 0 1,1-1-1,0 1 0,-1 0 1,1-1-1,0 1 0,-1 0 1,1 0-1,0-1 0,-1 1 1,1 0-1,-1 0 0,1 0 1,-1 0-1,1 0 0,0-1 0,-1 1 1,1 0-1,-1 0 0,1 0 1,-1 0-1,0 0 0,-14 13 1835,12-8-1370,-1 0 0,1 0 0,1 0 0,-1 0-1,-3 12 1,-26 157 4004,5 94-2866,23-161-2381,-6 69-4594,3-131 868,-2-7-2571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43.2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0 166 11901,'24'-9'1760,"-14"-12"-340,10 9-296,-4 0-215,11 6-181,20-6-104,-7 3-316,14-3-316,6 3-668,4-3-760,10-3-449,9-3-2375,11-1-3265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44.0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51 275 5473,'-2'-3'442,"0"1"0,0 0 0,0 0 0,0 0 0,0 0 0,-1 0 0,1 1 0,-1-1 0,1 1 0,-1-1 0,0 1 0,1 0 1,-1 0-1,0 0 0,0 0 0,-8-1 5240,52-18-4440,-31 12-1017,-7 6 1593,-5 0-1768,-6-23-1,7 22 698,-2 4-476,-31 4 66,31-5 645,8 0-648,653-100-871,-439 46-4304,-137 33-1674,-17 3-2891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44.2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192 1 14309,'2'3'2337,"7"11"-657,-5-9-1044,-1 0 0,1 0-1,-1 1 1,0-1 0,-1 1 0,1 0-1,-1 0 1,-1 0 0,3 9 0,-2 7-33,0 0 0,-2 0 0,-1 1 0,0-1 0,-2 0 0,0 0 0,-1 0 0,-8 21 0,-3 1-2065,-2-1 0,-42 77-1,4-36-4523,23-37-525,-1 3-3732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44.6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363 62 5901,'-1'-2'230,"1"0"1,-1 0 0,0-1-1,0 1 1,0 0 0,0 0-1,0 0 1,0 0 0,0 0 0,-1 0-1,1 0 1,-1 0 0,1 1-1,-1-1 1,0 1 0,0-1 0,0 1-1,0 0 1,0-1 0,0 1-1,0 0 1,-2-1 0,-23-18 2737,25 20-2863,1 0 0,0 0 0,0 0 0,-1 0 0,1 0 0,0 1 0,0-1 0,0 0 0,-1 1 0,1-1 0,0 1 0,0-1 0,0 1 1,0 0-1,0-1 0,0 1 0,-1 1 0,-1 0 166,-5 3 5,1 1 0,0 1 0,0-1 0,0 1 0,1 0 0,0 1 0,1 0 0,-1 0 0,2 0 0,-1 0 0,-4 11 1,-5 14 853,-16 59 0,-8 59 1185,-28 231 0,20 159-1454,42-478-1188,4-1 0,2 1 0,3 0 0,3-1 0,26 104 0,-24-132-427,2-1 1,1 0 0,2-1-1,33 54 1,-33-64-409,1 0 1,1-2-1,1 1 0,0-2 1,2-1-1,0 0 1,24 15-1,46 20-8233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45.5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1086 121 6265,'0'0'5057,"2"-2"-4251,4-3-561,0 1 0,1 0 0,0 0 0,0 0 0,0 1 0,0 0 0,12-3 0,64-13 301,-42 10-300,29-8 40,103-20 207,-166 36-503,-4 0 60,-1 1 1,1-1 0,-1 1-1,1 0 1,-1 0 0,1 0-1,-1 0 1,1 0 0,-1 0-1,4 1 1,-5 0-8,1 1 0,-1-1-1,1 0 1,-1 0 0,0 1-1,0-1 1,0 1 0,0-1 0,0 1-1,0-1 1,0 1 0,0 0-1,-1-1 1,1 1 0,-1 0 0,1 2-1,3 9 147,-2 1-1,0 0 1,0 0-1,-1 0 1,-1 0-1,0 0 1,-3 14-1,3-13 6,-23 178 1542,-33 124 102,18-134-1197,3 0-74,-27 190 37,25 65-182,37-428-387,-3 28 17,-10 50 1,10-75-46,-1 0 1,0-1-1,0 1 0,-1-1 1,-1 0-1,0-1 1,-14 20-1,1-6 1,-2 0 0,0-1 0,-2 0 0,0-2 0,-28 19 0,-53 29-173,-205 100 0,245-137 0,-64 30-1190,-145 49 0,252-105 355,0 0-1,0-2 1,-32 4 0,38-7-966,0-2 1,1 0-1,-23-3 1,5-2-4672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46.6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1690 92 6601,'-12'-25'2821,"11"23"-1745,-1 1-235,-6-5-504,-1 2 1,1-1-1,-1 1 0,1 0 0,-1 1 1,-13-4-1,-16-2-173,-1 1 1,-1 2-1,1 2 1,-1 2 0,1 1-1,-1 2 1,1 1-1,-1 3 1,1 1-1,-73 22 1,67-14-282,1 2-1,1 3 1,0 1 0,2 2 0,0 2 0,2 1 0,1 2 0,-68 64 0,86-71 82,1 2-1,1 0 1,1 1-1,1 0 1,1 2 0,-18 39-1,15-21 32,2 1-1,2 1 1,-10 54-1,14-50 12,-121 491 416,-42-62-165,138-386 112,4 2 0,-23 121-1,49-190-166,1 1-1,2-1 0,0 0 0,3 30 0,-1-47-162,1-1 1,0 0 0,0 1-1,1-1 1,-1 0-1,2 0 1,-1 0-1,1 0 1,0-1 0,0 1-1,1-1 1,0 0-1,0 0 1,1 0 0,-1 0-1,1-1 1,1 0-1,-1 0 1,7 5 0,15 6-51,0-1-1,1-2 1,1 0 0,0-2 0,1-1 0,0-2 0,51 8 0,-48-13-834,-1-2-1,1-1 1,0-2 0,-1-1 0,39-8-1,-16 3-2422,24-4-3145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47.1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25 3616,'0'0'-1068,"4"-24"328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49.9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280 269 10301,'8'-16'930,"2"0"-1,0 1 1,0 1 0,1-1-1,1 2 1,1 0 0,17-15-1,-22 20-286,-1 0 1,0-1-1,0 0 0,-1 0 0,0 0 0,0-1 0,-1 1 0,-1-1 1,0-1-1,0 1 0,-1-1 0,3-11 0,-6 19 1493,-1 6-1410,-129 313 3017,3-8-3680,89-207-63,-74 218 0,98-270 0,3-1 0,2 1 0,2 1 0,-1 86 0,8-115 0,2 1 0,0 0 0,1-1 0,1 0 0,1 0 0,1 0 0,1 0 0,1-1 0,10 20 0,-11-28 0,1 0 0,0 0 0,1 0 0,0-1 0,0-1 0,1 0 0,1 0 0,0-1 0,0 0 0,1-1 0,-1 0 0,2-1 0,-1 0 0,23 8 0,-8-6-240,1-1 0,0-1 0,0-1 0,0-2 0,1-1 0,-1-1 0,1-1 0,0-2 0,-1-1 0,53-10 0,-41 3-1522,-1-2-1,58-23 1,-50 13-3317,71-42 0,-43 12-6619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50.1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82 10889,'0'0'3468,"26"3"-2044,1 3-111,13-6-157,27 0-224,-6-6-176,9 0-176,17-3-80,14-3-220,9 0-472,7 0-544,7 3-616,7 0-476,-11 6-465,-2-3-2011,-4 0-3305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50.3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205 0 9413,'2'3'370,"0"0"0,0 0 1,-1 1-1,1-1 0,-1 0 0,0 1 1,0-1-1,1 7 0,-2-9-186,0 0 1,0 1-1,0-1 0,0 1 0,0-1 0,-1 0 0,1 1 0,0-1 1,-1 1-1,1-1 0,-1 0 0,0 0 0,1 1 0,-1-1 0,0 0 1,0 0-1,1 0 0,-1 0 0,0 0 0,0 0 0,0 0 0,0 0 1,-1 0-1,-1 1 0,-81 47 7978,64-39-8065,-1 0 0,-25 7 0,43-16-1415,-24-1-20182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50.9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154 16 9041,'-2'-2'2033,"-7"-5"-1036,9 6-894,0 1-1,-1-1 1,1 1 0,0 0-1,0-1 1,-1 1 0,1 0-1,0-1 1,0 1 0,-1 0 0,1-1-1,0 1 1,-1 0 0,1 0-1,-1-1 1,1 1 0,0 0-1,-1 0 1,1 0 0,-1-1-1,1 1 1,0 0 0,-1 0 0,1 0-1,-1 0 1,1 0 0,-1 0-1,1 0 1,-1 0 0,1 0-1,0 0 1,-1 0 0,1 0-1,-1 1 1,1-1 0,-1 0-1,1 0 1,0 0 0,-1 0 0,1 1-1,0-1 1,-1 0 0,1 1-1,-1-1 1,1 0 0,0 0-1,0 1 1,-1-1 0,1 1-1,0-1 1,0 0 0,-1 1-1,1-1 1,0 0 0,0 1 0,0-1-1,0 1 1,-1-1 0,1 1-1,0-1 1,0 1 0,-79 177 3610,70-155-3631,1 0-1,1 1 0,1 0 0,1 0 0,2 0 1,-2 36-1,5-43-666,1 0 0,0 0 1,2 0-1,4 18 0,-4-22-860,2 0-1,-1-1 1,2 0-1,-1 0 1,14 20 0,13 9-6695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51.1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71 16 12197,'13'-9'1960,"0"2"-308,8 10-387,-1 1-229,-4 5-272,1-3 312,-10 18-660,0 0-196,-11 0-288,-6 15-364,-10-6-616,-3-6-548,-18 13-1161,-2 2-1475,-1 0-3237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54.0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0 124 2368,'17'-40'632,"3"19"-152,4 6-164,-4 3-92,0 0-104,3 3-252,-6 0-1040,3 3 344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54.4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1 817 5116,'11'3'377,"3"0"142,-3-3 4478,2-22-4278,-7 15-631,1 0 1,-1 1-1,1 0 1,0 0-1,0 1 1,1 0-1,-1 0 1,1 1 0,10-4-1,87-32 392,-79 31-403,246-77 503,318-57 1,295-4-295,382-3-535,5 39-3818,-995 88 1867,120-10-2917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55.2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1 209 4480,'181'-54'1045,"-104"32"-353,20-5-412,0-12-416,-3 6-1745,13 0 385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29.9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12 6765,'1'-1'308,"0"-1"0,0 1 0,0 1 1,0-1-1,1 0 0,-1 0 0,0 0 1,0 1-1,1-1 0,-1 0 0,1 1 1,-1-1-1,1 1 0,-1 0 0,0-1 1,1 1-1,-1 0 0,1 0 1,-1 0-1,1 0 0,-1 0 0,1 0 1,-1 1-1,1-1 0,-1 0 0,1 1 1,1 0-1,1 2 299,0-1 0,0 1 1,0 0-1,-1 0 0,1 0 0,4 7 0,-7-7-525,0 0 0,0-1 0,0 1 0,0 0 0,-1 0 0,0 0 0,1-1 0,-1 1 0,0 0 0,0 0 0,-1 3 0,1-2 5,-2 5-579,0 0 0,0-1-1,-1 1 1,0-1 0,-1 0-1,1 1 1,-2-1 0,1-1-1,-1 1 1,-7 8 0,-7 14-4202,7-1-2930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30.7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654 69 4392,'0'-2'143,"0"1"-1,-1-1 0,1 1 1,0-1-1,-1 1 0,1 0 0,-1-1 1,1 1-1,-1 0 0,1-1 0,-1 1 1,0 0-1,0 0 0,0 0 1,0-1-1,0 1 0,0 0 0,0 0 1,-1-1-1,-2 0 50,0-1 0,0 1 0,0 0-1,-1 0 1,1 0 0,-5-1 0,-8-2 279,-1 1 1,-23-2-1,11 3-153,11 0-184,0 1 0,0 0 0,-1 2 0,1 0 0,-22 4 0,-20 2-55,58-6-31,0 1-22,-8 2-36,-2 1 158,13-3-142,0-1 0,0 0 0,-1 1 0,1-1 0,0 0 0,0 1 0,0-1 0,0 0 0,0 1 0,1-1 1,-1 0-1,0 1 0,0-1 0,0 0 0,0 1 0,0-1 0,0 0 0,0 1 0,1-1 0,-1 0 0,0 0 0,0 1 1,0-1-1,1 0 0,-1 0 0,0 1 0,0-1 0,1 0 0,-1 0 0,0 0 0,1 1 0,-1-1 0,0 0 0,0 0 0,1 0 1,-1 0-1,0 0 0,1 0 0,-1 0 0,0 0 0,1 0 0,2 2 84,-1 1 0,0-1 0,1 0 0,-1 0 0,0 1 0,0 0 0,-1-1 0,1 1 0,0 0 1,-1 0-1,0 0 0,1 0 0,-1 0 0,-1 0 0,1 0 0,0 0 0,-1 0 0,1 4 0,1 11 417,-2 1 0,-1 18 0,1-13-156,-2 25 452,-2 0 0,-2 0-1,-24 94 1,-61 135 263,-9 91-471,88-315-456,-10 48 142,5 1 0,4 0 0,1 204 0,15-95 313,-3-155-438,-1-42-92,0 0 0,1 1 0,1-1 0,0 0 0,2 0 0,-1 1 0,10 27 0,-7-30-12,1-1 0,1 0 1,-1 0-1,2-1 0,0 0 1,13 16-1,-15-23-51,-1 1-1,1-1 1,0 0 0,0 0-1,1-1 1,-1 1 0,1-1-1,-1-1 1,1 1-1,0-1 1,0-1 0,0 1-1,11 0 1,-6-1-239,1 0 1,0-1-1,0-1 0,0 0 1,0 0-1,0-1 0,-1-1 1,1-1-1,-1 1 0,17-9 1,6-5-2902,-1-2 1,35-25 0,-65 42 2754,46-31-7237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31.5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238 229 4896,'41'-24'1009,"1"3"-1,1 1 0,79-24 0,210-61 1783,-330 105-2771,58-14 751,-55 13-732,0 1 0,0 0 0,0 0 0,0 1 0,0-1 0,0 1 0,-1 0 0,1 1 0,8 2 0,13 9 39,0 1 0,-2 0 0,30 23 0,39 24 2,-63-35-60,-10-7 67,-13-12-16,0 0 0,0 1 0,-1-1 0,0 1 0,0 1 0,-1-1 0,0 1 0,-1 0 0,0 0 0,0 0 0,-1 1 0,3 10 0,-1 1 169,-1 0 1,-1 0-1,-1 0 1,-1 38-1,-7 5 596,-25 115-1,23-142-587,-11 33 352,-3 0 0,-55 119 0,48-124-305,-33 69 348,33-76-243,3 2 0,2 0 1,-23 89-1,25-68-43,-5 20 103,25-89-390,0-1 1,1 1 0,0 0 0,1 0 0,0 0 0,3 14 0,0-14-26,0 0 0,1-1 0,0 1 0,1-1 0,1-1 0,11 20 0,-1-5-11,-15-22-33,0-1 0,0 1 1,0-1-1,-1 1 0,1-1 1,0 1-1,-1-1 0,0 1 1,1-1-1,-1 1 0,0 0 0,-1-1 1,1 1-1,0-1 0,-1 1 1,1 0-1,-1-1 0,0 1 1,0-1-1,0 0 0,0 1 0,0-1 1,0 0-1,-1 1 0,1-1 1,-1 0-1,0 0 0,0 0 1,1-1-1,-1 1 0,0 0 1,-4 2-1,-3 3 6,-1-1-1,0 1 1,0-2 0,-1 1 0,-18 6 0,-35 9-1030,-115 21 0,-70-5-3678,-7 1-649,185-25-3098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33.8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131 293 3928,'-16'12'4213,"13"-14"-3692,-1 0 162,0-1-1,0 1 1,0 1-1,-1-1 1,1 1-1,-1-1 1,-8 0-1,-8 0 6771,20-2-7301,1-1-1,0 1 1,-1-1 0,0 1 0,0 0 0,-2-6 0,7 8-77,-1 0 1,1 0-1,0-1 1,-1 1-1,0-1 1,1 0-1,-1 0 0,0 0 1,3-5-1,-1 2-139,-4 4 264,3-31 42,-4 30 56,-2 1-165,1 0 0,0 0 0,-1 0 0,1 0 0,0 0 0,0 0 0,0 0 0,1-1 0,-1 1 0,-1-5 0,3 5-184,0 0 118,0-1-1,0 1 0,0-1 1,0 1-1,-1-1 1,1 0-1,-1 1 0,0-1 1,0 0-1,0 1 0,0-1 1,0 0-1,0 1 1,-1-1-1,1 0 0,-1 1 1,0-1-1,0 1 0,-2-4 1,2 4 6,4 3-166,16 14 131,-17-13-23,21-5-7,-19 3 2,-1-1 1,1 0-1,0 0 0,0 0 0,-1 0 0,1-1 0,-1 1 1,1-1-1,-1 0 0,1 0 0,-1 0 0,0-1 1,0 1-1,3-5 0,10-6 30,-13 11 74,-2 0-43,10-23 76,-10 22 643,-2 1-750,-7-23-15,7 22 336,-2 5-268,0-1-64,0 0 0,0 1 0,1-1-1,-1 1 1,0 0 0,1 0 0,-1 0-1,1 0 1,0 0 0,0 1 0,0-1-1,0 1 1,0-1 0,0 1 0,1 0-1,-3 4 1,-7 19 273,-20 30 0,-4 14-14,15-18-73,-20 91 0,34-113-182,1 0 0,2 1 1,1-1-1,3 47 1,0-64-28,1-1 0,0 1 1,1-1-1,1 0 0,0 0 1,0 0-1,1-1 0,1 0 1,0 0-1,0 0 0,1 0 1,1-1-1,-1 0 0,2-1 1,-1 0-1,18 14 0,-12-12 8,1-1-1,0 0 1,0-1-1,1-1 1,0-1-1,0 0 1,1-1-1,-1-1 1,2 0-1,-1-1 1,23 2-1,-19-4-18,1-1 1,-1-1-1,0-1 0,1-1 0,-1 0 0,25-7 0,-32 5 4,0-1 0,-1 0 0,1-1-1,-1 0 1,0-1 0,-1 0 0,0-1 0,0-1-1,0 0 1,11-12 0,-10 7 3,0 0 0,-2-1 0,1-1 1,-2 0-1,0 0 0,-1-1 0,11-28 1,-11 17-9,0 0 0,-2 0 0,-1-1 0,3-37 0,-8 54 2,-1 0-1,0 0 1,-1 0-1,-1 0 1,0 0-1,-1 0 1,0 1-1,0-1 1,-1 1-1,-1 0 1,0 0-1,-1 0 1,0 1-1,0-1 1,-1 2-1,-10-13 1,5 8-185,-1 1 0,-1 1 0,1-1 0,-2 2 0,0 0 0,0 1 0,-1 1-1,0 0 1,0 1 0,-20-6 0,21 9-348,0 1 0,-1 1 0,0 1-1,1 0 1,-1 1 0,0 1 0,0 0 0,-24 4-1,20-1-965,0 1 1,0 1-1,1 0 0,-1 2 0,1 0 0,-20 12 0,-30 26-8873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22:57.7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48 115 5028,'30'-46'1149,"-23"31"-297,-1-3 1364,-9 0-2016,0 3 108,-27 12-2312,-1 3-232,8 15-293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16.9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1473 300 6065,'0'-3'1964,"0"0"-1567,0-1-1,0 1 0,1 0 0,-1 0 1,1 0-1,-1 0 0,1 0 0,0 0 1,0 0-1,1 0 0,-1 1 0,0-1 1,1 0-1,0 0 0,0 1 0,-1 0 1,2-1-1,3-3 0,-4 4 804,8-64 4453,-11 63-5489,1-1-1,-1 1 0,1 0 0,-1-1 0,0 1 0,0 0 1,0-1-1,-1 1 0,1 0 0,-1 0 0,0 0 0,0 0 1,0 1-1,-4-6 0,-2 1 92,0 0 0,-1 0 1,0 1-1,0 0 0,0 0 0,-1 1 1,0 1-1,-19-7 0,20 7-80,-24-8-13,-1 1 1,0 2-1,0 1 0,-1 2 0,0 2 0,0 0 1,0 3-1,-1 1 0,1 1 0,0 2 0,-43 9 1,22 1-132,0 2 1,1 3 0,1 1 0,1 4 0,0 1-1,-56 37 1,70-36-20,1 2 1,1 2-1,1 1 0,2 2 1,1 1-1,2 2 0,-47 66 1,57-69-4,1 0 0,1 2 0,3 0 0,0 1 0,2 1 0,2 0 1,1 1-1,2 0 0,-8 71 0,17-90-26,0 0 1,0 0-1,2 0 0,0-1 0,2 1 0,0 0 1,0-1-1,2 0 0,0 0 0,1-1 1,0 0-1,13 19 0,-16-28 8,1 1-1,0-1 1,1 1 0,0-2-1,0 1 1,0-1-1,1 0 1,0 0 0,0 0-1,1-1 1,-1 0-1,1-1 1,0 0 0,0 0-1,1-1 1,-1 0-1,1 0 1,0-1 0,0 0-1,-1 0 1,1-1 0,0-1-1,0 1 1,1-1-1,15-3 1,-5-1 10,-1-2 0,1 0 1,-2-1-1,1-1 0,-1 0 0,0-2 1,-1 0-1,0-1 0,0-1 0,-1 0 1,25-27-1,-5 2 86,-2-2-1,-2-1 1,41-65 0,277-445 3071,-350 548-3158,1 1 1,-1 0-1,1 0 1,-1 0-1,1-1 1,0 1 0,0 0-1,-1 0 1,1 0-1,0 0 1,0 1-1,0-1 1,0 0-1,0 0 1,1 0 0,-1 1-1,0-1 1,0 1-1,0-1 1,0 1-1,1-1 1,-1 1-1,0 0 1,1-1-1,-1 1 1,0 0 0,1 0-1,-1 0 1,0 0-1,0 0 1,1 0-1,-1 1 1,0-1-1,1 0 1,-1 1 0,0-1-1,2 2 1,0-1-1,-1 1-1,1 0 1,-1 1 0,1-1 0,-1 0 0,0 1 0,0-1 0,0 1 0,-1 0-1,1-1 1,-1 1 0,1 0 0,1 5 0,9 41 0,-3 0 0,-1 0 0,2 98 0,-10-146 0,1 93 5,-3 0 0,-5 0 0,-25 122 0,-84 274-192,96-417 86,-10 30-1527,14-54-1622,3 1 1,-10 67-1,22-61-3678,6-14-4282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17.4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884 167 11749,'-3'-15'1377,"0"-1"-1,-2 1 1,0 1 0,0-1 0,-1 1-1,-11-17 1,15 27-1171,-1 1 0,0-1 0,0 1 0,0 0 0,0 0 0,0 0 0,-1 0 0,1 0 0,-1 1 0,0 0 0,0-1 0,0 1-1,0 1 1,0-1 0,0 1 0,0-1 0,-1 1 0,1 1 0,0-1 0,-1 0 0,1 1 0,-1 0 0,1 0 0,0 0 0,-1 1 0,1 0 0,0 0 0,-6 1 0,-9 3-59,1 2 0,0-1 0,0 2 0,-33 19 1,14-3 16,1 0 1,1 3-1,-38 36 1,-83 104 77,125-127-210,0 1-1,3 1 1,2 2-1,1 1 0,3 0 1,1 2-1,3 0 1,2 2-1,-20 96 0,33-124-22,0-1-1,2 1 0,1 0 1,0 0-1,2 0 0,0-1 0,1 1 1,1-1-1,1 1 0,1-1 1,1-1-1,0 1 0,12 21 1,-6-19-7,0-1 1,2 0-1,0-1 1,1 0 0,1-1-1,1-1 1,0-1-1,2 0 1,0-2-1,33 21 1,17 3-121,111 45 0,81 13-560,115 52-1300,-357-140 1783,0 1-1,0 1 1,-1 1-1,0 1 1,-1 0-1,25 26 0,-37-33 134,-1 0 0,0 0 0,0 1 0,-1 0 0,0 0 0,0 0 0,0 0 0,-1 1 0,0-1 0,-1 1 0,0 0 0,0 0 1,0 0-1,-1 0 0,0 0 0,-1 0 0,0 0 0,0 0 0,-1 0 0,0 1 0,-2 10 0,-1-8 25,0 0 0,0 0 0,-1-1 0,0 1 1,-1-1-1,0 0 0,0-1 0,-1 0 0,-1 0 1,0 0-1,0-1 0,0 0 0,-16 11 1,-2 0-5,-1-2 0,-1 0 1,-49 20-1,27-16 68,-1-2 1,0-2-1,-83 14 0,94-24 149,0-2 0,-1-2 0,0-2 0,1-2 0,-56-7 0,84 6-87,0 0 1,0-1-1,1 0 1,-1-1-1,1 0 0,0-1 1,0 0-1,1-1 1,-1 0-1,1-1 0,0 0 1,-14-13-1,17 12-35,0 0-1,0-1 1,1 0-1,0 0 1,0 0-1,1-1 1,0 1-1,1-1 1,0-1-1,1 1 1,0 0-1,0-1 1,1 0-1,0-11 1,0-5-2,2-1-1,1 1 1,2 0 0,0-1 0,2 1-1,13-43 1,66-156 51,-81 217-100,55-121-443,137-223 1,118-94-2943,-216 327 1093,-12 15-1639,-33 33-1740,-20 25-1952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18.0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610 68 9173,'0'-33'2211,"0"26"3467,-1 4-4320,0-7-824,1 9-454,0 1 1,0-1-1,0 0 1,0 0-1,0 1 1,0-1-1,0 0 1,0 1-1,-1-1 1,1 0-1,0 1 1,0-1 0,-1 0-1,1 1 1,0-1-1,-1 1 1,1-1-1,-1 1 1,1-1-1,-1 0 1,-1 0-15,0 1 0,0 0 0,0 0 0,1 1 0,-1-1 0,0 0 0,0 0 0,1 1 0,-1-1 0,0 1 0,1 0 0,-1-1 0,-1 2 0,-42 19 339,2 1-1,0 2 0,2 1 1,-52 44-1,33-19-198,2 2-1,-51 63 1,98-104-189,2 1 0,0 1 1,0 0-1,1 0 0,0 1 0,1 0 0,1 0 0,-5 17 0,9-26-9,1-1 0,0 1 0,0 0 1,0 0-1,1 0 0,0 0 0,0 0 0,0 0 0,0 0 0,1 0 0,0 0 0,0-1 0,0 1 0,1 0 0,-1 0 0,1-1 0,0 1 0,0-1 1,1 1-1,0-1 0,-1 0 0,1 0 0,1 0 0,-1-1 0,0 1 0,1-1 0,0 0 0,0 0 0,6 4 0,2 0-5,1-1 0,0 0 0,0-1 0,0 0-1,1-1 1,-1-1 0,1 0 0,0 0 0,0-2-1,0 0 1,16-1 0,15-2 17,0-2 0,50-11 0,-49 6-18,0-2 0,54-19-1,-82 23-9,0-1 1,0-1-1,-1 0 0,0-1 0,-1-1 0,0 0 0,28-28 0,-40 36-9,-1 0 0,0-1 0,0 1 0,0-1 0,-1 0 0,1 0 0,-1 0 0,0-1 0,0 1 0,0 0 0,-1-1 0,1 1 0,-1-1 0,0 1 0,-1-1 0,1 0 0,-1 1 0,0-1 0,0-8 0,-2 7-14,1 0-1,-1-1 1,-1 1 0,1 0-1,-1 0 1,0 0-1,0 0 1,-1 1 0,1-1-1,-1 1 1,-1 0 0,1 0-1,-7-5 1,-7-5-101,0 0 0,-1 2 0,0 0-1,-1 2 1,-1 0 0,0 1 0,0 1 0,-30-8 0,26 9-568,0 2-1,-1 1 1,0 1 0,0 1-1,0 1 1,0 2 0,-27 2 0,6 10-6229,23-6-228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18.3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710 52 12173,'10'-51'11202,"-22"67"-9474,11-14-1533,-4 9 17,0 0 1,1 1 0,1-1-1,0 1 1,1 0 0,-2 14-1,-4 23 180,-59 227 48,-105 272-1,22-114-2875,-10 25-2628,139-402 4104,-50 142-6521,39-82-1651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18.6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439 1 10701,'-2'84'9134,"-5"-1"-4462,-4-6-4339,-3 0 1,-46 144-1,15-98-372,21-63-19,-26 101 0,47-146 41,1 1 0,0-1 0,1 0 0,0 1 0,3 26 0,-1-38 17,-1 1-1,1-1 0,0 0 0,0 0 0,0 0 1,0 0-1,1 0 0,0 0 0,-1 0 0,1 0 1,1-1-1,-1 1 0,1-1 0,-1 1 0,1-1 1,0 0-1,0 0 0,0 0 0,1-1 0,-1 1 1,1-1-1,-1 0 0,1 0 0,0 0 0,4 1 1,3 0 0,1-1 0,-1 0 0,1-1 0,0-1 0,-1 0 0,1 0 0,0-1 0,-1-1 1,1 0-1,-1 0 0,0-1 0,1-1 0,-2 0 0,1 0 0,0-1 0,-1-1 0,11-6 0,-5 2 10,0-1 0,0-1 0,-1 0 1,0-1-1,-1-1 0,-1 0 0,0-1 0,-1 0 0,17-28 0,-20 24 6,0-1 1,-1 0 0,-1-1 0,-1 1-1,0-1 1,-2 0 0,-1-1-1,0 1 1,-1-1 0,-2 1 0,0-1-1,-5-33 1,1 41-8,0 1-1,0-1 1,-1 1-1,-1 0 1,0 1-1,-1-1 1,0 1-1,-1 1 1,0-1-1,-1 1 1,0 1-1,-1 0 1,0 0-1,0 0 1,-1 2-1,-17-11 1,12 8-80,-2 2 0,1 0 0,-1 1 0,0 0 0,-1 2 0,0 0 1,0 2-1,0 0 0,-1 0 0,1 2 0,-21 0 0,-1 3-1080,-67 9 0,35 6-2104,59-11 906,0 0 0,-23 12-1,4 4-6904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19.1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54 209 11977,'-54'-27'9401,"56"20"-7404,-2 4-1777,1 1-97,-1 0 0,1-1 0,0 1 0,-1 0 0,1 0-1,0 0 1,0 0 0,1 0 0,-1 0 0,0 0 0,1 0-1,-1 0 1,1 1 0,-1-1 0,1 0 0,0 1 0,0-1 0,0 1-1,0 0 1,0 0 0,0 0 0,0 0 0,0 0 0,4-1-1,34-12 435,1 3-1,73-12 1,91 0 72,-170 20-541,1336-51-2741,-1365 54 2494,1 0-1,-1 1 0,0 0 0,1 0 0,-1 0 0,0 1 0,0 0 0,0 0 0,0 1 0,6 3 1,-8-4-766,-33-13-6999,21 8 4052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19.4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563 18 12253,'-5'0'659,"0"-1"0,-1 0 0,1 0-1,0-1 1,0 0 0,0 0 0,-12-7 9704,39 24-8806,9 10-1334,-1 2 0,-1 0 0,-1 2-1,-2 1 1,-1 2 0,-1 0 0,-2 1 0,-1 2 0,32 72 0,-29-49-237,-3 2-1,-3 0 1,-2 1-1,-3 1 1,9 105 0,-19-112-197,-3 1 1,-2 0-1,-2-1 1,-3 0-1,-2 0 1,-3 0-1,-2-1 1,-39 95-1,27-92-390,-2 0-1,-3-2 0,-2-1 0,-3-2 1,-1-1-1,-3-2 0,-70 66 1,66-74-1187,-2-3 1,-91 59-1,89-70-2103,-74 33 0,24-20-4200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20.0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360 305 8753,'-2'-3'390,"0"-1"1,0 0-1,1 0 1,-1 0-1,1 0 1,0 0-1,0 0 1,0 0-1,1 0 1,-1 0-1,1 0 1,1-8-1,0 3 427,1 1 1,1-1-1,-1 1 0,2-1 0,5-12 0,-3 11-512,0 1 0,1-1 0,0 2 0,0-1 0,1 1 0,0 0 0,0 0 0,1 1 0,0 0 0,18-10-1,-5 4 5,0 2-1,0 0 0,2 2 0,25-8 0,-26 12-185,-1 0 0,1 1 0,0 1 0,-1 2 0,1 0-1,0 1 1,0 1 0,27 5 0,-40-4-102,0 0-1,0 0 1,0 1-1,-1 0 1,1 1 0,0 0-1,-1 0 1,0 1-1,0 0 1,-1 1 0,1 0-1,-1 0 1,0 1-1,-1 0 1,0 0 0,0 1-1,0 0 1,-1 0-1,0 0 1,6 13 0,-7-7-9,0 0 0,-1 0 0,-1 1 1,0-1-1,0 0 0,-2 1 0,0 0 1,-1 0-1,0-1 0,-1 1 1,-1 0-1,0-1 0,-1 0 0,-7 22 1,-1-4-6,-1 0 1,-2 0 0,-1-2 0,-2 0 0,-24 34-1,17-32-34,-2-1-1,-31 31 0,-161 148-49,164-161 107,-88 60 0,107-85-45,-327 219 766,384-248-515,518-175-2164,-179 53-5030,-235 83 2358,28-11-5198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20.3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620 53 11773,'-56'-23'3383,"47"18"-2583,0 0 0,-1 1 0,0 1 0,1 0 0,-1 0 0,-14-2 0,19 5-595,0 0 1,0 1-1,1 0 1,-1 0-1,0 0 1,1 0-1,-1 1 1,0 0-1,1 0 1,0 0-1,0 0 1,-1 1-1,1-1 1,1 1-1,-8 7 1,2-2 97,0 2 1,0-1-1,1 1 1,-12 20-1,13-17-182,1 0-1,0 0 1,1 1 0,1 0-1,0 0 1,1 0 0,0 1-1,1-1 1,1 1 0,0-1-1,1 1 1,1-1 0,2 18-1,0-14-82,0 0 0,1-1 0,1 1 0,1-1-1,0 0 1,1-1 0,1 0 0,1 0 0,0 0 0,15 18 0,-14-23-116,0 0 0,1 0 0,0-1 0,1-1 0,0 0 0,1 0 0,-1-2 0,2 1 0,-1-2 0,1 1 0,26 7 0,-28-11 22,0 0 0,0-1 0,1 0 0,-1-1 0,1 0 1,-1-1-1,1 0 0,0-1 0,-1-1 0,1 0 0,-1 0 0,0-1 0,0-1 0,17-7 0,-22 8 42,-1-1 0,0 0 0,0 0 0,-1-1 0,1 1-1,-1-1 1,0-1 0,0 1 0,-1 0 0,1-1 0,-1 0-1,0 0 1,-1-1 0,0 1 0,0-1 0,0 1 0,0-1 0,-1 0-1,-1 0 1,1 0 0,-1 0 0,0 0 0,-1 0 0,0-13-1,0 2-3,-1 1 0,-1-1-1,-1 1 1,-1-1 0,0 1-1,-1 0 1,-1 0 0,-1 1-1,-9-20 1,3 17 11,1 0 0,-2 1 0,0 0 0,-2 1 0,0 1-1,0 0 1,-1 1 0,-1 1 0,-1 1 0,0 1 0,-1 0 0,0 1 0,0 1 0,-35-11 0,30 12-154,0 2 1,0 1 0,-1 0 0,0 2-1,0 1 1,0 1 0,0 1 0,0 2-1,0 0 1,0 2 0,0 1 0,-38 11-1,51-11-312,0 1 0,1 0-1,0 2 1,0-1-1,-16 12 1,23-14-114,0-1 1,1 1-1,-1 0 1,1 1 0,0-1-1,0 1 1,0-1-1,1 1 1,-1 0-1,1 1 1,1-1-1,-1 0 1,1 1-1,-3 8 1,2 29-7958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20.6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1059 175 10913,'-4'-54'2633,"-11"-26"5445,15 78-7840,0 0 0,0 1 0,0-1-1,0 0 1,0 1 0,1-1 0,-1 0 0,0 1 0,1-1 0,0 1-1,-1-1 1,1 0 0,0 1 0,-1 0 0,1-1 0,0 1-1,2-2 1,1-7 2373,1 23-2191,0 0 0,-2 1 0,1 0 0,-2 0 0,0-1 0,0 1 0,-2 1 0,1-1 0,-4 20 1,-2 12-396,-17 73 0,5-59-25,-2-1 0,-54 112 0,-76 102 0,-103 137 86,59-98-1607,7 48-4036,80-115-1846,71-152 1403,18-9-3388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21.7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144 115 9173,'0'0'9688,"-10"-10"-7703,10 10-1929,0-1 0,-1 1-1,1 0 1,0-1 0,0 1 0,-1 0 0,1-1-1,0 1 1,-1 0 0,1-1 0,0 1 0,-1 0-1,1 0 1,-1-1 0,1 1 0,0 0 0,-1 0 0,1 0-1,-1 0 1,1-1 0,-1 1 0,1 0 0,-1 0-1,1 0 1,-1 0 0,1 0 0,0 0 0,-1 0-1,0 1 1,-7 11 1736,5-4-1853,-1-1 203,1 1 0,0-1 0,0 0 0,1 1 0,0 0 0,1-1 0,-1 1 0,1 0 0,1 0-1,0 0 1,0 0 0,2 13 0,-2-18-126,1 0 1,0 0-1,0 0 0,1 0 0,-1 0 0,1 0 0,-1 0 0,1 0 0,0-1 0,0 1 0,0-1 0,0 1 0,0-1 0,1 0 0,-1 1 0,1-1 0,0-1 1,-1 1-1,1 0 0,0-1 0,0 1 0,0-1 0,0 0 0,0 0 0,0 0 0,1 0 0,-1-1 0,0 1 0,0-1 0,1 0 0,-1 0 0,4 0 0,2-1-2,-1 1-1,0-1 0,0 0 0,1-1 0,-1 0 0,0 0 0,0 0 0,-1-1 0,1-1 0,14-7 0,-19 8-11,1 1 1,-1-1-1,0 1 0,0-1 0,0 0 0,0 0 0,0 0 0,-1-1 0,1 1 1,-1 0-1,0-1 0,0 0 0,0 0 0,0 1 0,-1-1 0,0 0 0,1 0 0,-1-1 1,-1 1-1,1 0 0,-1 0 0,0 0 0,0-5 0,0 1-40,-1-1 1,0 1-1,-1-1 1,0 1-1,0 0 0,-1 0 1,0 0-1,-1 0 0,1 1 1,-1-1-1,-1 1 1,1 0-1,-1 0 0,-10-10 1,9 12-201,1 0 0,-1 1 0,0-1 0,0 1 0,-1 1 0,1-1 0,-1 1 0,0 0 0,0 1 0,0-1 0,0 1 0,0 1 0,0-1 0,-1 1 0,1 1 0,0-1 0,-1 1 0,-6 1 0,0 1-831,0 0 0,1 0 0,-21 7 0,27-6-201,0 0 0,0 0 0,0 0 0,-9 7 0,1 3-6855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22.2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436 22 10881,'17'-21'9168,"-20"24"-7718,-13 15-667,1 2 0,1 0 0,0 1 0,2 0 0,-12 27 0,-2 4 2,-139 306 489,133-269-3360,3 1 1,-19 109-1,23-87-2111,4-21-2772,13-34-880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22.5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1 441 5985,'150'-9'6480,"-104"4"-5495,57-16 1,-89 17-881,0-1 0,0 0 0,0-2 0,-1 1 0,0-2 0,0 0 0,-1 0 0,0-1-1,0 0 1,-1-1 0,12-14 0,9-13 681,-2-2 0,27-46 0,5-6 1154,-30 43-558,-29 45-998,-14 15-68,2 1 0,0 0 0,0 0 0,1 1 0,1 0 0,-7 18 0,-8 13 107,-141 311 176,71-112-3305,21-21-4442,56-168 2361,13 0-2581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22.8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128 1 9769,'0'0'1881,"-1"4"-39,-22 87 2983,-23 76-2337,-7 18-1317,49-172-849,7-25-162,7-26 51,-6 14-126,4-36 77,16-60 0,-21 93-1342,1 9-987,7 5-5816,-1 4-781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23.3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10 164 9153,'16'-4'2439,"-16"5"-2340,1-1-1,-1 0 1,1 1 0,-1-1 0,0 1-1,0-1 1,1 1 0,-1-1-1,0 1 1,0-1 0,1 1 0,-1-1-1,0 1 1,0-1 0,0 1 0,0-1-1,0 1 1,0-1 0,0 1-1,0 5 4883,-1-4-4764,0 1 0,0-1 0,1 1 0,-1 0 0,1-1 1,0 1-1,0-1 0,0 1 0,0 4 0,0-2 78,-13 63 1406,10-55-1587,0 0 1,0 1-1,1-1 1,0 27-1,4-6-148,-4 41-1,3-70 11,-1 0-1,1 0 1,-1 0-1,1 1 1,1-1-1,-1 0 1,1 0-1,0-1 1,0 1-1,1 0 0,-1-1 1,4 6-1,0 0 18,-5-10 6,0 0-1,1 0 1,-1 0 0,0 0 0,1 0 0,-1 0-1,0-1 1,1 1 0,-1 0 0,0 0 0,0-1-1,1 1 1,-1-1 0,1 0 0,-1 1-1,22-9 2,-1 0-1,24-14 1,-3 2-17,-42 20 18,1 1 0,-1-1-1,1 1 1,-1 0-1,0 0 1,1 0 0,-1 0-1,1 0 1,-1 0 0,1 0-1,-1 0 1,0 1-1,1-1 1,-1 0 0,1 1-1,-1-1 1,2 2-1,3 0 1,8 1 14,-1 0 0,0 1 0,0 1 0,0 0 1,-1 1-1,12 7 0,40 18 130,-9-10-50,-32-10-34,1-1-1,0-2 0,0 0 1,1-2-1,36 5 1,-28-8 0,-9-1 258,1 0-1,0-1 1,0-2-1,48-7 1,-71 8-289,1-1 0,0 0 0,-1 0 0,1 0-1,0 0 1,-1 0 0,0-1 0,1 1 0,-1-1 0,0 0 0,0 1 0,0-1 0,0 0 0,0 0 0,0-1 0,2-2 0,-1 0 4,-1 0 0,0 1-1,0-1 1,0 0 0,-1 0 0,1 0 0,-1 0 0,0-7-1,0-8 32,-1 0 0,-1 0 0,-5-31 0,5 42-47,-5-35-104,2 0 0,2 0 0,4-49-1,6-26-2027,-6 46-3852,-3 65 258,-5-9-3494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23.8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4074 1118 6373,'-35'-55'574,"-106"-161"2127,95 148-1895,-3 2 1,-3 3 0,-3 2 0,-77-67-1,63 72-409,-2 3 0,-2 3 0,-2 4 0,-3 3 0,-1 3 0,-1 4 0,-3 4 0,0 3 0,-120-25 0,152 45-257,0 3 1,0 1-1,-1 4 1,0 1-1,1 2 1,-1 3-1,-93 22 0,86-12 3,2 4-1,0 2 1,1 2-1,1 3 1,2 2-1,-73 51 1,-23 33 230,4 6 0,-246 264 0,266-243-285,6 5-1,7 5 1,6 4 0,7 5-1,7 5 1,8 3-1,-69 190 1,122-266-324,3 2 0,-22 139 1,42-177 0,2 0 0,3 1 0,2-1 0,3 1 0,14 94 0,-11-123 34,1-1 0,1 0 0,2 0 0,0 0 0,2-1 0,0-1 1,2 0-1,0 0 0,2-1 0,0-1 0,2-1 0,0 0 0,1-1 0,1-1 0,0 0 0,2-2 0,0 0 0,1-2 0,0 0 0,46 20 0,-15-13-29,2-2-1,0-2 1,1-3-1,0-2 0,74 6 1,292-5-231,-127-25 929,349-58 1,278-129 1382,-250-15-76,-502 147-775,294-163 0,-388 185-718,-3-3 0,-1-3 0,-3-3 0,97-98-1,-135 117-166,-1-1 0,-2-1 0,-1-1-1,23-47 1,-34 55-40,-2-2 0,-1 0 0,-2-1 0,-1 0 0,-1 0 0,4-44-1,-10 48-30,-1 0-1,-2 0 0,-1 0 1,-1 0-1,-1 0 0,-10-36 0,3 26-2,-3 1-1,0 0 0,-3 1 1,-20-35-1,-3 7 8,-3 1-1,-3 2 1,-3 3 0,-75-75 0,41 55-3,-3 3 0,-4 4 0,-3 4-1,-124-69 1,129 89-81,-2 4-1,-2 4 0,-1 4 0,-2 5 0,-116-25 0,155 46-265,-1 1-1,-1 3 1,1 3-1,-1 2 1,-99 11-1,116-4-442,0 2 0,1 2 0,-51 19 0,57-15-571,0 1-1,1 2 1,1 1 0,-33 25-1,-53 56-7550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24.2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195 1 11197,'-2'2'4806,"-3"5"-3498,-1 0 0,1 1 1,1 0-1,-1 0 0,-4 13 1,1 4-651,1 0 1,-4 28-1,-1 6 471,-47 188 437,15 3-4178,41-225 1705,-11 121-2941,13-119-1516,5 44 0,0-41-2080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25.0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1 542 7793,'12'-47'525,"-6"23"-85,0 1 1,2 0 0,0 0 0,2 1 0,0 0-1,23-34 1,82-119 6328,-107 163-6372,1 1-1,0 0 0,0 1 1,1 0-1,1 1 1,0 0-1,0 0 0,0 1 1,1 1-1,13-7 1,-18 11-265,0 0 1,1 1 0,-1 0 0,1 0 0,0 0 0,0 1 0,0 0 0,-1 1 0,1 0-1,0 0 1,0 0 0,0 1 0,0 0 0,0 1 0,-1 0 0,1 0 0,-1 1 0,1-1-1,8 6 1,-7-3-179,-1-1 1,1 2-1,-1-1 0,0 1 0,-1 0 0,1 1 0,-1 0 0,0 0 1,-1 1-1,0 0 0,0 0 0,-1 0 0,0 1 0,0-1 0,-1 1 1,0 0-1,-1 1 0,1-1 0,-2 1 0,0-1 0,0 1 0,0 0 0,-1 0 1,-1-1-1,0 1 0,0 0 0,-1 0 0,0 0 0,-1 0 0,0-1 1,0 1-1,-6 12 0,-3 6-550,-1 0 1,-1-2 0,-1 1-1,-2-2 1,-1 0-1,-37 43 1,-141 121-4106,75-77 2459,117-110 2260,1 1 0,-1 0 0,1 0 0,0 0 0,0 0 0,0 0-1,-3 5 1,5-7 29,0 0 1,-1 0-1,1 1 0,0-1 0,-1 0 0,1 0 0,0 0 0,0 0 0,0 0 0,0 1 0,0-1 0,0 0 1,1 0-1,-1 0 0,0 0 0,1 0 0,0 2 0,1 0 66,1 0 0,-1 0 0,1-1 1,0 0-1,0 1 0,-1-1 0,2 0 0,-1 0 0,0 0 0,0-1 1,1 1-1,-1-1 0,1 0 0,5 1 0,342 103 4284,-296-89-4119,0-4 0,1-1 0,1-3 0,106 1 1,-127-10-230,0-2 0,0-1 1,-1-1-1,1-3 0,-1 0 1,0-3-1,-1 0 1,58-30-1,-16 3 159,61-36 116,-118 61-156,-1-2 0,0 0 0,-2-1 0,0-1 0,17-22-1,-32 38-159,0 0 0,0 0 0,0 0 0,0 0 0,0 0 0,0 0-1,0 0 1,0 0 0,1 0 0,-1 1 0,0-1 0,0 0 0,1 1-1,-1-1 1,0 1 0,1 0 0,-1-1 0,0 1 0,1 0 0,-1 0-1,1 0 1,-1 0 0,0 0 0,1 0 0,-1 0 0,1 0 0,-1 1-1,0-1 1,1 1 0,-1-1 0,0 1 0,1-1 0,-1 1 0,0 0-1,0-1 1,0 1 0,1 0 0,-1 0 0,1 1 0,5 5-5,1 1 1,-2 0 0,1-1 0,7 15-1,-2-5 34,0-3-37,1 1-23,0 0 1,-1 1 0,0 0 0,-2 1-1,0 1 1,0-1 0,9 29 0,-17-40-25,0 0 0,0 0-1,0 1 1,-1-1 0,0 0 0,0 1 0,-1-1 0,0 1 0,0-1 0,0 1 0,-1-1 0,0 1-1,0-1 1,0 1 0,-1-1 0,0 0 0,-1 0 0,1 0 0,-1 0 0,0 0 0,-1-1-1,1 1 1,-1-1 0,0 0 0,0 0 0,-1 0 0,0-1 0,-8 8 0,0 0-119,-24 19-668,90-55 697,84-39 13,-114 50 102,0 0 0,0-2 0,32-28 1,-8 3 39,-27 25 97,-1-2 0,-1 0 0,0-1 0,25-34 1,-42 50-92,0 0 0,0 0 1,0 1-1,0-1 1,0 0-1,1 1 1,-1-1-1,1 1 1,-1 0-1,1-1 0,-1 1 1,1 0-1,0 0 1,0 0-1,0 0 1,-1 0-1,1 1 0,0-1 1,0 0-1,0 1 1,0-1-1,0 1 1,0 0-1,0 0 1,0 0-1,0 0 0,0 0 1,4 1-1,1 1 60,0 1-1,0 1 0,0-1 1,-1 1-1,0 0 1,10 8-1,3 1-85,1 0 25,0-2 0,1 0 1,0-2-1,1 0 0,0-1 0,1-1 1,24 3-1,0-2-88,0-2 0,76 0 0,82-17-2969,-71-10-7203,-115 17 4114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25.1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114 9 5220,'-30'7'1501,"13"-14"2087,0 1-3648,1 3-320,-1 9-4024,0 0 1923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28.3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54 16 14257,'-54'-15'13021,"59"15"-12230,112 15 699,38 3-3220,-113-15-835,72-4 1,47-16-7318,-71 11 48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28.6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50 338 12973,'-22'15'2160,"21"-14"-1983,0-1-1,1 1 1,-1-1 0,0 1 0,0 0 0,1-1 0,-1 1 0,1 0 0,-1-1-1,0 1 1,1 0 0,0 0 0,-1 0 0,1-1 0,-1 1 0,1 0-1,0 0 1,0 0 0,-1 0 0,1 0 0,0 1 0,-1 4 557,-3 10 407,0 0-1,1 0 0,1 0 0,0 1 0,1-1 0,2 25 0,17 101 1311,-13-108-1756,10 34 246,45 129 0,-39-135-941,-9-28 0,29 83 0,-35-105 0,0 1 0,1-1 0,0 0 0,0-1 0,1 1 0,15 14 0,-21-24 0,0-1 0,0 0 0,0 1 0,0-1 0,0 0 0,1 0 0,-1 0 0,0 0 0,1-1 0,-1 1 0,1-1 0,-1 1 0,1-1 0,-1 0 0,1 0 0,-1 0 0,1 0 0,3-1 0,39-11 0,-36 7 0,1 0 0,-1 0 0,-1-1 0,1 0 0,-1 0 0,0-1 0,0 0 0,-1-1 0,11-14 0,4-7 0,24-46 0,97-227-1111,-55 104-1093,31-53-1282,-51 107-427,1 2-5236,-47 93-771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29.0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3990 333 9341,'-37'-39'497,"14"13"107,-2 2-1,-1 0 0,-48-33 1,40 35-76,-1 1 0,-1 2 1,-1 2-1,-1 1 0,0 1 1,-1 3-1,0 1 0,-1 2 0,0 1 1,-49-2-1,32 8-190,-1 2 0,1 3 1,0 2-1,0 3 0,0 2 0,-94 30 1,30 2 55,2 6 1,-129 71-1,-207 162 189,281-152-407,7 8 0,-183 192-1,-245 365 88,487-549-178,-151 268 0,214-329-65,5 3 0,3 1 1,4 1-1,-42 185 1,68-233-17,1 1 0,2 0 0,2 0-1,2 0 1,2-1 0,12 77 0,-8-90-17,1 0 0,2 0 0,1-1 0,1 0 0,1-1 0,1 0-1,1 0 1,2-2 0,0 0 0,35 38 0,-25-36-58,2-1-1,2 0 1,0-3 0,1 0-1,1-2 1,0-1-1,2-2 1,0-1 0,41 12-1,5-3-282,1-4-1,2-3 1,85 7 0,-16-13-409,1-5 1,0-8-1,286-37 1,445-146-2635,-604 107 2328,297-123 0,-418 133 844,-3-7-1,-3-7 1,170-120 0,-243 143 387,-3-3 1,-2-4-1,-3-2 0,-3-4 1,-3-3-1,68-99 0,-100 124 41,-3-2 0,-3-1-1,-1-1 1,-3-1-1,-2-1 1,-3-1 0,-2-1-1,-3-1 1,-2 0-1,-3-1 1,3-94 0,-13 97-69,-2-1 0,-3 2 0,-2-1 1,-3 1-1,-2 0 0,-2 1 0,-3 1 1,-2 0-1,-3 2 0,-31-55 0,20 50-64,-2 2 1,-3 1-1,-2 3 0,-2 1 0,-2 2 0,-2 2 1,-2 2-1,-79-54 0,44 44-76,-2 3 0,-1 4 1,-3 4-1,-2 3 0,-106-28 0,111 43-721,-2 4-1,0 4 1,-1 4-1,0 3 1,-159 7-1,201 5-1237,-72 16 0,-25 22-3922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30.5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298 91 4888,'0'0'1261,"0"-4"-35,0-33 1131,0 33-1299,-2-37 1403,1 37 415,1 10-2471,-58 703 3608,-24-161-4307,-17-6-5176,70-383 889,2-4-2635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30.9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0 341 6825,'1'24'392,"-1"-10"-40,1 1-1,0-1 0,1 0 0,1 0 0,0 0 1,1 0-1,8 21 0,38 73 2655,104 212 1059,-110-240-3509,100 139-1,-124-194-502,1 0 0,0-2 0,2-1-1,1 0 1,1-2 0,41 27 0,-49-37-40,1-1 0,1 0 0,-1-1-1,1-1 1,0-1 0,1 0 0,0-2 0,0 0 0,0-1-1,0-1 1,30-1 0,-14-2 58,-1-2-1,1-2 1,-1-1 0,0-2-1,-1-1 1,0-2 0,0-1-1,-1-1 1,-1-2 0,0-2-1,-2 0 1,1-2 0,-2-2-1,-1 0 1,0-2 0,-2-1 0,31-36-1,-25 19-51,-2-1 0,-1-2 0,-3-1 0,-1 0 0,-3-2 0,-1-1 0,-3-1 0,-1 0 0,10-58 0,-10 17-549,-4-1-1,-4 0 0,-4-1 0,-8-123 1,1 196 149,1 13 27,1 0-1,-1 0 0,1 0 1,0 0-1,0 0 1,1 0-1,0 0 0,0 0 1,3-10-1,-4 16 289,0-1 0,0 1 0,0 0-1,0-1 1,0 1 0,0 0 0,0-1 0,0 1-1,1 0 1,-1-1 0,0 1 0,0 0-1,0 0 1,0-1 0,0 1 0,1 0 0,-1 0-1,0-1 1,0 1 0,0 0 0,1 0 0,-1-1-1,0 1 1,0 0 0,1 0 0,-1 0 0,0 0-1,1-1 1,-1 1 0,0 0 0,0 0-1,1 0 1,-1 0 0,0 0 0,1 0 0,-1 0-1,0 0 1,1 0 0,-1 0 0,1 0 0,8 18-3041,7 23-1703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32.3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513 85 5921,'0'0'1483,"0"-4"8,-2-5-271,0 0-1,0 1 0,-1-1 0,0 1 0,-1 0 0,-6-13 2063,-11 13-1707,19 8-1487,0 0 1,-1-1-1,1 1 0,0 0 0,-1 0 0,1 1 0,-1-1 0,1 0 1,0 1-1,-1-1 0,1 1 0,0 0 0,0 0 0,-1 0 0,1 0 0,0 0 1,0 0-1,0 1 0,0-1 0,0 1 0,1-1 0,-1 1 0,0 0 1,1 0-1,-3 3 0,-5 7 263,1 0-1,0 1 1,-6 14-1,10-18-165,-23 53 188,2 1 0,4 1 0,-15 72 0,-10 29-1469,-12 25-1457,-16 45-2768,24-81-1539,22-68-764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32.8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 8825,'1'0'112,"0"0"-1,-1-1 1,1 1 0,0 0 0,-1 0-1,1 0 1,-1 0 0,1 0 0,0 0-1,-1 0 1,1 0 0,0 0 0,-1 0-1,1 0 1,0 0 0,-1 0 0,1 1-1,0-1 1,-1 0 0,1 0 0,-1 1-1,1-1 1,0 0 0,-1 1 0,1 0-1,-3 15 2117,1-11-2274,-1 4 469,0 0-1,1 1 1,1-1-1,-1 1 1,2-1-1,-1 0 1,1 1 0,4 17-1,4 4 414,14 36 1,-22-64-787,194 397 2318,-142-300-2135,-21-40-117,2-1 1,66 88 0,-86-130-106,1 0 0,1-1 0,0 0 0,1-1 0,1-1 0,1-1 0,-1 0 0,2-1 0,0-1 0,0-1 0,40 13 0,-36-17-7,0-2 0,0 0 0,1-1 0,-1-2 1,1 0-1,0-2 0,-1 0 0,1-2 0,32-8 0,-3-2 83,0-3 0,-1-3-1,54-26 1,-41 13-32,-2-3 0,-2-3 0,-2-3 0,-1-2 0,-2-2 0,-2-4 0,49-55 0,-44 35-732,-2-2 0,-4-3 0,-3-2 0,-4-2-1,45-101 1,-65 113-2605,-12 28-1287,2 2-3882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33.8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1044 179 6785,'42'-81'8422,"-41"78"-8107,-1 0 0,0 0 1,0 1-1,0-1 0,0 0 0,0 0 1,0 0-1,-1 0 0,-1-5 0,1 4 47,0 2-242,1-1 0,-1 0 0,0 0 0,0 1 0,0-1 0,0 0 0,-1 1 0,1-1 0,-1 1 0,1 0 0,-1-1 0,0 1 0,0 0 0,0 0 0,0 0 0,0 0-1,-5-3 1,2 3-42,1 0-1,-1 0 0,0 1 1,0-1-1,0 1 0,1 0 1,-1 0-1,0 0 0,-8 1 1,-7 1 3,2 0 1,-1 2-1,0 0 1,-26 9-1,-7 4 16,1 3-1,0 2 1,2 3-1,-88 55 1,51-19 1,-125 112 0,86-47 2,110-108-94,1 1-1,0 0 1,1 1-1,1 1 1,-15 33-1,24-44 2,0-1 0,0 1 1,1-1-1,0 1 0,0 0 0,1 0 0,0 0 0,1 0 0,0 0 0,0 0 0,1 0 0,2 10 0,-2-15-9,1 1-1,0 0 1,0-1 0,0 0 0,0 1 0,1-1 0,-1 0-1,1 0 1,0 0 0,0-1 0,1 1 0,-1-1 0,1 0-1,0 0 1,0 0 0,0 0 0,0-1 0,0 1 0,0-1-1,1 0 1,-1 0 0,1-1 0,8 2 0,5 1-2,1-1 0,-1-1 0,1-1 0,0-1 0,0 0 1,-1-2-1,31-5 0,-4-2-1,-1-2 0,44-18 0,-44 11 11,-1-2 0,0-1 0,-2-2 0,44-33 0,-20 7 1350,92-91 1,-15 15 3285,-109 106-3147,-32 19-1455,-1 1-1,1-1 1,0 1 0,-1 0 0,1-1-1,0 1 1,-1 0 0,1-1 0,-1 1-1,1 0 1,-1 0 0,0-1 0,1 1-1,-1 0 1,1 0 0,-1 0 0,0 0-1,0-1 1,0 1 0,0 0 0,1 0-1,-1 1 1,0-1 30,1 8-64,1-1-1,-2 1 1,1-1-1,-1 0 1,0 1 0,-3 16-1,-16 55-11,9-40 9,-18 63-310,-4-2 1,-79 172-1,-6-47-4450,-12-7-6624,65-116-1344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35.7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18 304 5557,'-17'-19'5252,"19"16"-4073,4-11-774,14-58 9910,-18 65-10684,-2 4 1012,10-7-494,-5 7-129,0-1 0,0 0 1,0 1-1,0 0 0,1 0 0,-1 1 0,1 0 1,-1-1-1,1 2 0,9-3 0,-12 4 108,-6 1-462,-3 1 330,-10 5 45,14-8-22,9-5-19,-4 3 23,0 1 0,-1-1-1,1 0 1,-1 0 0,1 0-1,-1 0 1,0 0 0,2-5-1,-3 6-23,0 0-1,0-1 1,1 1-1,-1 0 1,1-1-1,-1 1 0,1 0 1,0 0-1,0 1 1,0-1-1,0 0 1,0 0-1,1 1 1,-1 0-1,0-1 0,1 1 1,-1 0-1,1 0 1,3-1-1,85-23 18,1 4-1,96-10 1,-177 30-6,0 0 0,1 1 0,-1 0 0,1 1 0,14 2 0,-24-2-11,0-1-1,0 0 0,0 1 0,0 0 0,0-1 0,0 1 0,0 0 0,-1 0 0,1 0 0,0 0 0,-1 0 1,1 0-1,0 0 0,-1 1 0,1-1 0,-1 1 0,0-1 0,0 1 0,1-1 0,-1 1 0,0 0 1,0 0-1,0-1 0,-1 1 0,1 0 0,0 0 0,-1 0 0,1 0 0,-1 0 0,0 0 0,0 0 0,1 0 1,-1 0-1,-1 0 0,1 2 0,-2 7 2,0-1 1,-1 1 0,0-1-1,-1 0 1,0 0 0,-1 0-1,0-1 1,0 1 0,-1-1-1,-12 15 1,-10 7-11,-46 42 0,28-29 14,27-26 3,-42 44-7,-69 87 0,122-138 3,1 0-1,1 1 1,0 0 0,1 0 0,0 0 0,1 0 0,-4 18-1,7-28 1,1 0-1,0 0 0,-1 0 0,1 0 1,0-1-1,0 1 0,1 0 0,-1 0 1,0 0-1,1 0 0,-1-1 0,1 1 1,-1 0-1,1 0 0,0-1 0,0 1 1,0 0-1,0-1 0,0 1 0,0-1 1,0 1-1,2 1 0,1-1 1,-1 1 0,0-1 0,1 0 1,-1 0-1,1 0 0,0-1 0,-1 0 0,1 1 0,0-1 0,5 1 0,1-1 0,0 0-1,-1 0 1,1-1-1,0 0 1,0 0-1,0-1 1,0-1 0,10-2-1,31-8-8,-47 12 110,-2-1-115,0 1-53,-1 0 0,1 0 0,0 0 0,-1-1 0,1 1-1,-1-1 1,0 1 0,1-1 0,-1 1 0,1-1 0,-1 0 0,0 0 0,1 1 0,-1-1 0,2-2 0,-3 2-51,0 0-1,1-1 1,-1 1 0,0 0 0,0 0 0,0-1-1,0 1 1,0 0 0,0-1 0,0 1 0,-1 0 0,1-1-1,0 1 1,-1-2 0,-1-8 35,0 10-71,1-1 0,0 0-1,0 1 1,-1-1 0,1 0 0,-1 1 0,1 0 0,-1-1 0,1 1-1,-1 0 1,0 0 0,0 0 0,0 0 0,-2-1 0,-2-1-412,4 2 363,-1 0 0,1 0-1,0 0 1,-1-1-1,1 1 1,0-1 0,0 1-1,0-1 1,0 0-1,0 0 1,1 0 0,-1 0-1,0 0 1,1 0 0,-1 0-1,1-1 1,0 1-1,0 0 1,0-1 0,0 1-1,-1-5 1,-5-23-975,3 15 936,1-1 1,0 1-1,0-18 0,2 28 300,0 0 0,0 1 0,-1-1 1,1 0-1,-1 1 0,0 0 0,-1-1 0,1 1 1,-5-7-1,0-1-126,5 10-138,-1-31-4872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36.1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1481 1 5152,'-1'0'72,"-1"1"194,0 0-1,0 0 1,0 0 0,0 0 0,0 0 0,0 0 0,0 0 0,0-1 0,-1 0 0,1 1-1,-11-1 9642,-7 0-7721,14 1-1921,0 0 0,0 0 0,1 1 0,-1 0 1,1 0-1,-1 0 0,1 1 0,0-1 0,-9 8 0,-42 36 1453,52-43-1562,-46 48 1040,2 1 0,3 2-1,3 2 1,-47 80 0,65-98-809,2 2-1,1 1 1,-18 51 0,33-75-347,1 0-1,1 0 1,0 1-1,1-1 1,1 1 0,1-1-1,0 1 1,1 0-1,1 0 1,1-1-1,5 23 1,-2-23-40,2 0 0,0 0 0,0 0 0,2-1 0,0-1 0,1 1 0,0-2 0,1 1 0,23 22 0,8 3 0,80 58 0,-27-30 0,-48-37 0,-2 2 0,70 65 0,-111-93 0,1 0 0,-1-1 0,0 2 0,-1-1 0,1 0 0,-1 1 0,0-1 0,0 1 0,-1 0 0,0 0 0,0 0 0,0 0 0,0 8 0,-1-9 0,-1-1 0,0 1 0,-1 0 0,1-1 0,-1 1 0,0-1 0,0 1 0,-1-1 0,1 1 0,-1-1 0,0 0 0,0 0 0,0 0 0,-1 0 0,1 0 0,-1 0 0,0-1 0,-6 7 0,-6 3-27,0 0 0,-1-1 0,0-1 0,-1 0 0,0-2 0,-1 0 0,-23 9 0,-12 1-243,-74 16 1,-26-1-911,-1-7 0,-1-7 0,-1-7 0,-178-8 0,312-5 367,-1-1 0,1-1 1,-1-1-1,1-2 0,-38-11 0,58 15 550,0 0-1,0 0 1,0 0 0,1-1-1,-1 1 1,0 0-1,1-1 1,-1 1 0,1-1-1,0 0 1,-1 1-1,1-1 1,0 0 0,0 0-1,0 0 1,0 0-1,1 0 1,-1 0-1,0 0 1,1 0 0,0 0-1,-1 0 1,1 0-1,0 0 1,0 0 0,0 0-1,0 0 1,0 0-1,1 0 1,-1 0 0,0-1-1,1 1 1,0 0-1,0 1 1,-1-1 0,1 0-1,1-2 1,2-2-1386,-1 1 1,1 0 0,0 0 0,7-8-1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36.3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1 134 10085,'0'0'1823,"4"0"39,89-6 4432,49-20-1415,-116 21-4276,200-51 2599,-128 30-4496,-94 25 154,-25-8-2349,17 8 2912,0 0-1,0 0 1,0 1-1,-1-1 1,1 1-1,0 0 0,-1 0 1,1 0-1,0 1 1,-1 0-1,-6 1 1,-14 3-3856,-5-4-4045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36.7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52 290 10877,'-31'15'2085,"30"-15"-1980,1 0 1,-1 0-1,0 0 1,1 0-1,-1-1 1,0 1-1,1 0 1,-1 0-1,0 0 1,1-1-1,-1 1 1,1 0-1,-1-1 1,1 1-1,-1 0 1,1-1-1,-1 1 1,1-1-1,-1 1 1,1-1-1,-1 1 1,1-1-1,0 1 1,-1-1-1,1 1 1,0-1-1,-1 0 0,1 1 1,0-1-1,0 0 1,0 1-1,0-1 1,-1 1-1,1-2 1,0 1 192,-1 0-108,1-1 0,-1 1 0,0-1 0,1 1 0,-1-1 0,1 1 0,0-1 0,-1 1 0,1-1 0,0 0 0,0 1 0,0-1 0,0 1 0,0-1 0,1 0 0,-1 1 0,0-1 0,1 1 0,-1-1 0,1 1 0,-1-1 0,1 1 0,0-1 0,0 1 0,0-1 0,0 1 0,0 0 0,0 0 0,0-1 0,0 1 0,0 0 0,0 0 0,1 0 0,1-1 0,4-2 11,1 1-1,0-1 1,0 1-1,0 1 0,13-3 1,-18 4-80,113-20 807,2 5 0,120 0 0,-134 10-643,356-22 293,634-46-4471,-596 40-4665,-430 25 3464,-18-3-2950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37.0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281 351 6517,'-2'-6'271,"-1"1"0,1-1 0,0 0 0,0-1 0,0 1 0,1 0 0,0 0 0,1-1 0,-1 1 1,1 0-1,0-1 0,1 1 0,-1 0 0,1-1 0,2-6 0,3-33 2502,-5 23-382,-5-35-1,2 24-870,2 27-993,-1 0 0,1 0-1,-1 0 1,0 0-1,-1 0 1,0 0 0,0 1-1,0-1 1,-1 0-1,-4-8 1,75 98 792,-4 2 0,94 163-1,-122-180-1292,-2 2-1,-4 1 0,-3 1 0,-3 1 0,18 96 0,-36-131-268,-2 0-1,-1 0 1,-2 1 0,-2-1-1,-6 46 1,2-54-119,-1-1 1,-2-1 0,-1 0 0,0 0-1,-2 0 1,-2-1 0,-24 39 0,7-21-641,-1-2 0,-3-1 0,-2-2 0,-48 42 0,24-30-1937,-2-2-1,-83 48 0,-14-4-5725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37.6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791 181 6189,'22'-17'756,"36"-32"4223,-56 47-4598,1 0 0,-1-1 0,0 0 0,-1 1 0,1-1 0,0 0 0,-1 0-1,1 0 1,-1 0 0,0 0 0,0 0 0,0 0 0,-1 0 0,1 0 0,-1-1 0,1 1 0,-1-4 0,-1 1 557,0-1 0,0 1 0,0-1 0,-1 1 0,0 0 0,-5-12 0,6 15 965,-3 3-1048,-2 1-701,1 0 1,-1 0-1,1 0 1,-1 1 0,1 0-1,0 0 1,-1 0 0,1 1-1,0 0 1,-6 4-1,-56 44 672,25-18-531,-39 23 65,-161 120 154,226-163-495,0 0-1,1 1 1,1 1-1,0 0 1,-21 31 0,32-41-13,0 1 1,0-1-1,0 1 1,1 0-1,0 0 1,0 0-1,0 0 1,1 0-1,0 0 1,0 0-1,1 0 1,-1 0-1,1 1 1,1-1-1,-1 0 1,1 0-1,0 0 1,0 0-1,1 0 1,0 0-1,0 0 1,0 0-1,4 6 1,4 4-5,2-1 1,-1 0-1,2-1 0,0 0 1,1-1-1,0 0 1,22 14-1,-13-9 6,108 81 24,79 69-124,-198-157 58,0 1 0,-2 0 0,1 0 0,-1 1 0,-1 1-1,11 21 1,-18-31 24,0 0-1,0 1 0,0-1 0,-1 1 0,0 0 0,0 0 0,0-1 0,0 1 0,-1 0 1,0 0-1,0 0 0,0 0 0,-1-1 0,1 1 0,-1 0 0,0 0 0,-1-1 1,1 1-1,-1-1 0,0 1 0,0-1 0,0 1 0,-1-1 0,1 0 0,-5 5 1,-1 0-35,-1-1 1,0 0 0,0-1-1,0 1 1,-1-2 0,0 1-1,0-1 1,-1-1 0,-12 5 0,-16 5-331,-51 10 1,67-19 169,-21 6-798,-1-2 0,1-3 0,-2-1 1,1-2-1,-81-4 0,37-9-2879,31 0-2197,-4-5-5076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37.8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 40 13497,'-20'0'2092,"10"-15"249,0 0 2011,44 12-2664,22-3-344,-2 6-312,23 0-228,17 6-291,0-3-609,10 6-677,-1-3-623,11 0-816,0 0-660,-3 0-3153,-4 3-5280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38.1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232 38 11821,'-7'26'807,"5"-18"-470,0-1-1,0 0 1,0 0-1,-1 0 1,-1 0-1,1 0 1,-1-1-1,0 1 1,-5 5-1,-10 14 1171,1 1-1,1 0 0,2 2 1,0 0-1,-16 50 1,24-57-1162,1 1 0,1-1 0,1 1 1,1 0-1,1 1 0,1-1 1,1 0-1,5 40 0,-3-53-302,0 0 0,1-1-1,0 1 1,1 0 0,0-1-1,1 0 1,-1 0 0,2 0-1,-1 0 1,1-1 0,1 0-1,-1 0 1,2-1 0,-1 0-1,1 0 1,-1 0 0,2-1-1,-1 0 1,1-1 0,0 0-1,0-1 1,0 1 0,1-2-1,0 1 1,-1-1 0,14 2-1,-11-3-28,0 1-1,1-2 1,-1 0-1,1 0 0,0-1 1,-1-1-1,1 0 1,-1 0-1,1-2 1,-1 1-1,0-1 0,0-1 1,0-1-1,0 1 1,-1-2-1,0 0 1,0 0-1,0-1 0,-1 0 1,19-17-1,-20 13-10,0 0-1,0 0 1,-1-1-1,-1 0 1,0 0-1,-1-1 0,0 0 1,-1 0-1,0 0 1,-1-1-1,-1 0 1,0 0-1,0 0 0,-2 0 1,0 0-1,-1 0 1,0 0-1,-1 0 1,-4-23-1,0 11-131,-1 1 0,-1-1 1,-1 1-1,-2 1 0,0-1 0,-1 2 0,-2 0 1,0 0-1,-27-34 0,26 42-183,0 0 0,-1 0 1,-1 2-1,0 0 0,0 0 0,-1 2 1,-1 0-1,0 1 0,-26-10 0,31 15-168,0 0 0,-1 1 0,0 1 0,1 0 0,-1 1 0,-19-1 0,24 3-117,0 1-1,0-1 0,0 2 0,1-1 1,-1 1-1,0 0 0,1 1 1,0 0-1,-1 0 0,-12 8 0,-14 17-4277,12 3-2547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38.4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1554 154 9969,'28'-29'822,"-18"20"1,0-1 0,-1-1 1,11-16-1,-6-3 2364,-4 6-188,0 10 2497,-26 33-4820,1 1 0,1 0 0,1 1 0,1 0-1,1 1 1,-13 36 0,-7 10-55,-21 31 136,-118 167 0,-92 76-693,167-224-227,-59 77-652,-458 617-8030,507-648 4735,50-50-2891,31-43-1777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38.7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170 2 10565,'11'-1'4904,"-14"12"-2190,-26 23-951,14-16-999,1 3-283,1 1 0,2 0 0,0 1 0,-10 32 0,-23 98 580,38-134-990,2 1 0,0-1 0,1 1 0,1 0 0,1 0 0,1 0-1,1 0 1,0-1 0,2 1 0,0 0 0,1-1 0,1 1 0,1-1 0,11 24 0,-11-31-33,0-1 0,1 0 0,0 0 0,1-1 0,1 0 0,-1-1 0,2 0 0,16 14 0,-23-21-21,0-1 0,0 1 0,1-1 0,-1 0 0,1 0-1,-1 0 1,1 0 0,0-1 0,-1 1 0,1-1 0,-1 0 0,1 0 0,7-1 0,35-10-1,-42 10-13,-1-1 0,1 0-1,0 0 1,-1-1 0,0 1 0,1-1-1,-1 0 1,0 0 0,-1 0 0,1 0-1,0 0 1,-1 0 0,0-1 0,1 1-1,-1-1 1,2-5 0,0-2 5,0 1 0,0-1 0,-1 0 0,2-19 0,-2 14-31,-2 0-1,0 0 0,-1-1 0,-1 1 0,-1 0 1,0 0-1,0 0 0,-2 1 0,0-1 0,-1 1 0,-1 0 1,0 0-1,-11-19 0,-42-73-862,53 96 649,-1 1 0,0 0-1,0 0 1,-1 1 0,0 0 0,-18-14-1,-11 2-2726,-5 10-4764,18 5-1638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39.3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433 64 5661,'11'-25'1290,"-9"20"1457,-3 2-1462,-8-28 5866,8 34-6176,-11 28 187,1 1 1,1 0-1,-9 54 1,-4 106 823,15-111-1323,-3 26-215,-71 570 2027,-46-7-5748,61-425-1356,18-84-5281,35-111 1375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39.7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 1 9701,'-3'5'315,"1"0"-4,-1 0 0,1-1 0,0 1 0,0 0 0,0 0 0,0 0 1,1 0-1,0 0 0,0 0 0,1 1 0,-1-1 0,1 0 0,0 1 0,0-1 0,1 0 0,1 8 0,94 231 5915,-12-34-5245,-66-155-768,23 108 0,-22-26-789,4 262 0,-24-391 569,1 0-1,1 0 0,-1 0 0,1 0 1,1 0-1,0 0 0,0-1 0,4 12 1,-5-17 13,0-1 0,0 1 1,0-1-1,0 1 1,0-1-1,1 1 0,-1-1 1,0 0-1,1 0 1,-1 0-1,1 0 0,-1 0 1,1 0-1,-1 0 1,1 0-1,3 1 1,-2-2 7,0 1 1,0-1-1,0 0 1,0 0-1,0 0 1,0 0-1,0-1 1,0 1-1,0-1 1,0 0-1,-1 0 1,1 0-1,3-1 1,11-6 66,-2 0 0,1-2-1,-1 1 1,0-2 0,-1 0 0,17-17 0,77-89 359,-72 75-319,136-161 284,179-190-357,-301 345-171,32-33-1423,3 4 0,103-72 0,-166 135 303,1 1 0,28-13 0,18 2-4393,-22 11-862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39.8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114 136 9001,'0'0'1656,"-3"-18"-280,-1-3-60,-22-12 1128,16 21-1499,-1 0-189,1 0-240,0 0-484,-13 6-2517,6-3-2043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40.1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55 1 4700,'-7'15'2565,"-13"-6"-2877,3 3-1721,7 12 97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40.8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3248 813 5801,'151'-122'2570,"-136"110"-1995,-1-1-1,0 0 1,-1-1 0,0-1 0,-2 0 0,1-1-1,-2 0 1,0 0 0,-1-1 0,-1-1 0,10-26 0,-15 34-398,-1 1 1,0-1-1,0 1 1,-1-1 0,0 0-1,0 0 1,-1 1-1,0-1 1,-1 0 0,-1 0-1,1 1 1,-1-1-1,-1 1 1,0-1 0,0 1-1,-1 0 1,0 0-1,0 0 1,-1 1-1,0-1 1,-1 1 0,0 0-1,0 1 1,-10-9-1,-5-2 7,0 0-1,-2 2 0,0 1 0,-1 1 0,0 1 0,-1 0 0,0 2 1,-1 2-1,0 0 0,-30-6 0,-6 3 37,0 2 0,0 3-1,-89 1 1,-21 11 46,0 7-1,1 8 1,1 7 0,1 8-1,-220 75 1,207-45-89,3 8-1,4 8 1,3 7 0,-248 171 0,373-225-149,2 1 1,2 2 0,1 2-1,2 1 1,2 3 0,1 1 0,-40 64-1,61-82-80,1 1 0,1 1-1,1 0 1,1 1-1,2 0 1,1 1 0,1 0-1,2 1 1,1-1-1,1 1 1,2 0 0,1 0-1,1 1 1,2-1-1,5 32 1,0-32-48,1 0 0,1 0 0,2-1 0,0-1-1,2 1 1,2-2 0,31 48 0,-21-43 5,1-1 0,1-1 0,2-1 0,1-2 0,48 35 0,-15-20-9,1-3 0,3-4 0,1-2 0,1-3 0,1-3-1,92 23 1,-45-22 33,1-5 0,0-5 0,163 5 0,-116-21 28,313-37 0,-297 6 94,-2-8 0,-1-8 0,174-69-1,-162 39 119,-4-8 0,264-159-1,-315 157 1,190-156 1,-269 193-109,-3-3 0,-2-3 1,-2-1-1,-2-2 0,62-101 1,-89 122-41,-2 0 1,-1-1-1,-2-1 1,-1-1-1,-3 0 1,0 0-1,-3-1 1,4-40-1,-10 56-9,-1 0 0,0-1 0,-2 1 0,-1 0 0,-1 0-1,-1 0 1,0 1 0,-2-1 0,-1 1 0,0 0 0,-2 1 0,-1 0 0,0 0-1,-1 1 1,-17-21 0,4 11 23,-2 1 0,-1 2-1,-1 1 1,-2 1 0,0 1-1,-2 2 1,-65-35 0,34 26-96,-1 3 1,-2 3 0,-102-25 0,64 27-367,-1 5 0,0 4 0,-182 0 0,-16 31-2507,3 26-3584,57 8-3175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43.4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0 374 9789,'60'-27'1780,"-19"3"-72,-28 15-132,17-9-168,10-6-231,-3 9-149,0-12-280,7 3-160,2 0-124,1-1-188,0-2-384,-7 6-380,-6-3-716,-1 3-556,-13-9-929,-16 15-1427,16-3-3077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43.8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795 35 8713,'-146'117'9854,"0"1"-7114,-145 176-1639,262-263-1133,0-2-149,2 2 0,1 0 1,1 2-1,2 1 0,-21 41 0,43-73 161,0 0 0,0 0 0,0 1 0,0-1-1,0 0 1,0 0 0,1 1 0,-1-1 0,1 0 0,0 1-1,-1-1 1,1 0 0,0 1 0,0-1 0,1 1 0,-1-1-1,0 0 1,1 1 0,0-1 0,-1 0 0,1 1 0,0-1-1,0 0 1,0 0 0,0 0 0,1 0 0,-1 0 0,1 0-1,-1 0 1,3 2 0,-1-2 6,0 0 0,1-1 0,-1 1 0,1 0 0,-1-1 0,1 0 0,0 0-1,-1 0 1,1 0 0,0-1 0,0 1 0,0-1 0,-1 0 0,1 0 0,0-1 0,0 1 0,0-1 0,4 0 0,8-4 4,1-1 0,-1 0 1,0-1-1,0-1 0,0-1 1,-1 0-1,-1 0 0,0-2 1,0 0-1,-1 0 0,0-1 1,-1-1-1,0 0 0,17-27 1,-10 11-21,-1-1 1,-1-1 0,-2 0 0,-2-1 0,0 0-1,13-59 1,-20 61 33,-1 0-1,-1-1 1,-2 0-1,-2-35 1,-1 45-20,-1 0 1,0 0-1,-2 1 1,-1-1-1,0 1 1,-2 0-1,-8-19 0,11 32-90,1 1-1,-2-1 1,1 1-1,-1-1 1,0 1-1,0 1 0,0-1 1,-1 1-1,0 0 1,0 0-1,0 1 0,-12-7 1,14 9-299,-1 0-1,1 0 1,-1 1-1,1-1 1,-1 1 0,0 0-1,1 0 1,-1 0 0,0 1-1,0 0 1,1 0 0,-1 0-1,0 0 1,0 1-1,0 0 1,1 0 0,-1 0-1,0 0 1,1 1 0,-1 0-1,-7 4 1,-20 16-6250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44.0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134 173 4980,'-42'-153'9023,"42"152"-8990,0 0-1,0 1 1,0-1-1,-1 0 0,1 0 1,0 0-1,0 0 1,-1 1-1,1-1 0,0 0 1,-1 0-1,1 1 1,-1-1-1,1 0 1,-1 1-1,1-1 0,-1 0 1,1 1-1,-1-1 1,0 1-1,1-1 0,-1 1 1,0-1-1,0 1 1,1 0-1,-1-1 1,0 1-1,0 0 0,0 0 1,1-1-1,-1 1 1,0 0-1,0 0 0,0 0 1,0 0-1,1 0 1,-1 0-1,0 0 1,0 0-1,0 0 0,0 1 1,1-1-1,-1 0 1,0 0-1,0 1 0,1-1 1,-1 1-1,0-1 1,0 1-1,-31 41-2501,14-13-2391,17-29 4716,-9 16-5023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44.3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513 320 5268,'2'-17'271,"2"-10"485,-2 0 0,0-1 0,-4-32 0,-5-96 7401,6 152-5795,-3 8-1261,-5 9-717,0 0 1,1 0 0,0 1 0,1 0 0,0 0 0,2 1 0,-6 16 0,-24 118 1258,32-137-1508,-42 218 1313,-51 232-327,-69 159-6837,119-458 1959,19-55-1579,0 14-4480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45.3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47 480 9997,'-5'5'473,"1"0"1,0 0-1,0 0 0,0 0 1,1 1-1,-1-1 1,1 1-1,0 0 0,1 0 1,0 0-1,0 0 0,0 0 1,1 1-1,-1-1 1,2 1-1,-1-1 0,1 1 1,0 9-1,2 10 85,2-1 1,0 1-1,11 32 0,-7-27-297,62 203 843,-56-198-1052,2-1 0,1 0 0,2-2 1,29 41-1,-44-69-60,0 0 0,1 0 1,-1-1-1,1 0 0,0 0 0,0 0 0,0-1 0,1 1 0,0-1 1,-1 0-1,9 2 0,-12-4 4,0 0-1,1 0 1,-1-1 0,0 1 0,1-1 0,-1 0-1,1 1 1,-1-1 0,0 0 0,1 0 0,-1 0-1,1-1 1,-1 1 0,0-1 0,1 1 0,-1-1-1,0 0 1,1 0 0,-1 0 0,0 0 0,0 0-1,0 0 1,0-1 0,0 1 0,0-1 0,0 1-1,-1-1 1,1 0 0,-1 0 0,1 0 0,1-3-1,4-8-25,-1-2 0,0 1 0,-1-1 0,-1 1 0,0-1 0,-2-1 0,1 1 0,-2 0 0,0-1 0,0 1 1,-4-24-1,0 4-200,-3 1 0,0 0 1,-2 0-1,-15-37 0,12 44-30,-1 1-1,-2 0 0,0 0 0,-2 2 0,-1 0 1,-1 1-1,-1 0 0,-34-31 0,47 49 107,0-1-1,1 0 0,-1 0 0,1-1 0,0 0 0,-7-14 1,11 20 120,1 0 0,-1 0 1,1-1-1,-1 1 0,1 0 1,0-1-1,0 1 1,0-1-1,0 1 0,0 0 1,0-1-1,0 1 0,0-1 1,0 1-1,1 0 1,-1-1-1,1 1 0,0-2 1,0 1 6,0 1 1,1-1 0,-1 1 0,0-1-1,1 1 1,0-1 0,-1 1-1,1 0 1,0 0 0,0 0-1,-1 0 1,1 0 0,0 0-1,0 0 1,4 0 0,43-13-332,90-11 0,-29 6 227,-59 18 223,-36 2-75,-9 2 71,5 14 5,7 10-19,15 34 0,-23-43-14,0-1-1,1 0 1,1-1-1,1-1 1,0 1-1,19 15 1,8 12 227,-37-41 183,21-27 46,-3 1-38,-19 21-460,0 1 0,-1 0 0,1 0-1,0-1 1,0 1 0,0 0-1,1 1 1,-1-1 0,0 0 0,1 1-1,-1-1 1,1 1 0,-1 0 0,4-2-1,9 0 37,1 0-1,-1 1 0,0 0 0,1 1 0,-1 1 0,1 0 0,0 1 1,27 6-1,6-1 78,-5-1-117,-28-2 26,1-2 0,-1 1-1,29-3 1,-38 0-48,-1 0 0,1-1 0,0 0 0,-1 0-1,0 0 1,1-1 0,-1 0 0,0 0 0,0 0 0,-1-1-1,1 0 1,8-8 0,14-16-32,0-1-1,-2-1 0,-2-2 1,-1-1-1,-1 0 1,-1-2-1,-3 0 1,-1-1-1,-1-1 1,-2 0-1,15-63 0,-9-20 121,-20 116 2,-4 5-33,1 1 0,-1-1 0,1 1 0,-1 0 0,1 0 0,-1 0 0,1 0 0,0 1-1,0-1 1,0 1 0,0 0 0,1 0 0,-1 0 0,-3 5 0,-4 10 84,1 1 0,0 0 0,2 0 1,0 1-1,1 0 0,-5 29 0,4-20 4,-8 46 63,-3 63 48,15-104-176,1 0-1,2 0 0,4 43 1,-1-59-75,0 0 1,2 0 0,0 0 0,1 0-1,0-1 1,12 21 0,-15-34 6,0 0 1,0 0 0,0 0 0,0 0 0,0-1-1,1 1 1,0-1 0,0 0 0,0 0 0,0 0-1,0-1 1,0 1 0,9 2 0,1 0-13,0 0 0,0-1 0,18 2 0,-27-5 8,0-1-1,0-1 1,0 1 0,0-1-1,0 0 1,0 0 0,0 0-1,-1-1 1,1 1 0,0-1-1,-1 0 1,1-1 0,-1 1-1,0-1 1,0 0 0,0 0-1,0 0 1,0-1 0,0 1-1,-1-1 1,4-4 0,4-6-75,0 0 1,-1-1 0,0 0 0,14-31-1,15-65-576,-37 105 612,-1-1 0,-1 1 0,1 0 0,-1-1 0,0 1 0,0 0 0,-1-1 0,0 1 0,0 0 0,0 0 0,-1 0 0,0 0-1,0 0 1,0 0 0,-1 0 0,0 0 0,0 1 0,-1 0 0,1-1 0,-1 1 0,0 1 0,-1-1 0,1 1 0,-1-1 0,-7-4 0,3 4-126,-1 0-1,0 1 0,0 0 1,0 0-1,-1 1 1,1 1-1,-1 0 1,1 0-1,-1 1 0,0 0 1,0 1-1,1 0 1,-18 3-1,4 0-1210,0 2 0,1 0-1,0 1 1,0 2 0,-23 10-1,1 5-4574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45.5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379 61 7881,'42'-58'4311,"-40"55"-2499,-1 6-1436,1-1 0,-1 0 0,0 0 0,1 1 0,-1-1 0,0 1 0,-1-1 0,1 1 0,0-1 0,0 4 0,-1 10 3,0 0-1,-1-1 0,-1 1 0,-1 0 1,-5 20-1,-29 80 483,29-93-695,-25 66-353,-4-1-1,-60 103 0,30-68-1864,0 0-1589,21-45-1758,18-32-1399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45.8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21 293 4212,'9'-13'400,"4"-4"501,0 0 1,1 0-1,17-14 0,-22 21-56,1-1 0,-2 0 0,0 0 0,9-16 0,1-3 755,5-10 417,-18 29-1503,1 0 1,0 0-1,10-11 0,-15 20 499,0 5-886,3 16-67,2 0 1,0 0-1,0-1 1,16 28-1,-9-19-26,11 33-1,-21-50-37,0 0-1,-1 0 0,0 1 1,-1-1-1,0 1 1,0-1-1,-2 14 0,-1-10 5,0 1 0,-2-1 0,1 0-1,-2 0 1,0 0 0,0-1-1,-14 24 1,-7 4-238,-32 40 0,6-9-1000,-8 31-3621,59-100 4590,-1 0 0,0 0 0,-1 0 1,1-1-1,0 1 0,-1 0 0,1-1 1,-1 0-1,0 0 0,0 0 0,0 0 1,0 0-1,0 0 0,0-1 0,-6 2 1,-4 3-1502,-8 4-2189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45.9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172 64 5300,'-47'-18'1433,"17"8"-89,0 7-144,13-6-112,0 3-384,0-3-280,4 0-980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46.4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67 121 7801,'-56'15'1892,"45"-12"3558,40-13-2144,0 4-2587,1 2 0,0 1 0,0 1 0,50 3 0,-43-1-327,1716 45 4274,-663-19-3951,-4-70-2142,-1031 39 631,0-2 0,0-2 0,71-23-1,-125 32 700,0 0 0,1-1 0,-1 1 0,0-1 0,0 1 0,1-1-1,-1 0 1,0 1 0,0-1 0,0 0 0,0 0 0,0 0 0,0 1-1,0-1 1,-1 0 0,1 0 0,1-2 0,-2 2 30,0 1 0,0-1 1,1 0-1,-1 0 0,0 1 0,0-1 0,0 0 1,0 1-1,-1-1 0,1 0 0,0 0 1,0 1-1,0-1 0,0 0 0,-1 1 1,1-1-1,0 0 0,-1 1 0,1-1 1,-1 1-1,1-1 0,-1 0 0,-2-3-253,-1 1-1,1 0 0,0 1 1,-1-1-1,0 0 0,0 1 1,0 0-1,-6-3 1,-5 0-1477,-1 1 0,-22-4 1,-54-7-6866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47.4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802 73 6325,'53'-73'13603,"-57"76"-12738,-29 24 174,0 1 0,2 2 0,1 1 0,-30 41 0,-196 332 1891,184-281-2504,0 3-1,-58 137 0,98-186-435,3 1 1,4 2-1,-18 102 1,41-174-146,1-1 0,1 1 0,-1 0 0,1 0-1,0 0 1,1-1 0,2 15 0,-1-17-182,-1 0 1,1-1-1,0 0 0,0 1 0,0-1 1,1 0-1,-1 0 0,1 0 1,0 0-1,0 0 0,1-1 0,-1 0 1,8 6-1,5 2-1818,-14-10 1059,1 0-1,0 0 1,1 0-1,-1 0 1,0 0-1,0-1 1,0 1-1,4-1 1,20 2-8098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47.9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 1 9449,'0'0'6925,"-3"2"-5253,1 1-1388,0 0 1,-1 0 0,1 1 0,0-1 0,1 1 0,-1 0 0,1-1-1,-1 1 1,1 0 0,0 0 0,1 0 0,-1-1 0,1 1-1,-1 0 1,1 0 0,0 0 0,1 0 0,-1 0 0,2 7-1,2 8 212,0 0-1,14 35 1,-6-26-222,1-2 1,1 1-1,2-2 0,0 0 1,2-1-1,1 0 1,33 32-1,-10-17-90,1-2 0,2-2 0,53 32 0,-35-30-99,1-3-1,2-4 1,0-1 0,3-4-1,132 30 1,-93-34-43,0-6 1,1-4-1,135-4 0,-198-7-37,0-3 0,-1-1 0,0-3-1,0-1 1,71-24 0,-92 23-19,-1-1-1,0-1 1,0-1 0,-1 0-1,0-2 1,-2-1 0,1-1-1,-2 0 1,0-1 0,-1-2-1,23-28 1,-28 29-195,-1 0 0,-1-1 0,0 0 1,-1 0-1,-1-1 0,-1 0 0,-1-1 0,-1 0 1,7-39-1,-12 47-309,0-1 1,-1 1 0,0 0-1,-1 0 1,0 0 0,-1 0-1,-5-18 1,3 20-479,0 0 1,0 1 0,-1 0-1,-1 0 1,1 0-1,-1 0 1,-1 1-1,0 0 1,-12-12-1,-11-5-8532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53.4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433 62 5885,'-31'5'697,"-32"2"3328,30-19 2624,31 9-5663,-19-55 2785,4 80-2309,-148 288 2221,143-255-4276,1 2-1,4-1 1,-13 67 0,27-107-17,0 1-1,1-1 1,-1 21 0,8 8-2544,-3-38 1518,0-1 0,0 1 0,0-1-1,6 11 1,2 1-6389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53.7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479 307 6637,'57'-46'682,"-12"10"738,88-56 1,-99 71-561,1 2 1,0 1-1,1 2 1,1 2-1,0 1 1,59-12-1,-80 22-548,0 2 0,1-1 0,-1 2 0,0 0 0,1 1 0,-1 1 0,30 7 0,-33-6-186,-1 2 0,-1-1 0,1 2 0,-1-1 0,1 2 0,-2-1 0,1 2 0,-1-1 0,0 1 0,0 1 0,10 11 0,-8-5-15,-1 0-1,0 1 1,-1 0 0,0 1-1,-2 0 1,0 0 0,-1 1-1,6 20 1,2 23 149,10 70 0,-13-59-106,14 108 43,-16-95-595,37 140 0,-18-134-105,14 50-474,-37-116 725,-1 0 0,-1 0 0,1 41 0,-6-58 217,0 0 0,0 0 0,0-1 0,-1 1 0,0 0 0,-1-1 0,1 0 0,-1 1 0,-1-1 0,0 0 0,0-1 0,0 1 0,0-1 0,-1 1 0,-1-1 0,1-1 0,-1 1-1,1-1 1,-2 0 0,-9 6 0,-12 8-20,-2-3 0,0 0 0,-47 16 0,61-25 29,-61 21-22,-2-3 0,-116 22 1,-170 9 85,310-49-98,-50 9-643,0-5 0,-144-4-1,129-22-5445,94 11-235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54.1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590 242 7773,'44'-96'7722,"-42"92"-7382,0-1 0,0 1-1,0-1 1,0 1-1,-1-1 1,0 0 0,0 1-1,0-1 1,-1 0-1,1 0 1,-1 1-1,-1-6 1,1 5-272,-1 0 0,0 1 1,0-1-1,-1 1 0,0-1 0,1 1 0,-1 0 0,-1 0 1,1 0-1,-1 0 0,1 0 0,-1 0 0,0 1 0,0-1 1,-1 1-1,1 0 0,-1 0 0,-5-3 0,8 5-62,0 1 0,0 0 0,0-1 0,0 1 0,0 0 0,0 0 0,-1 0 0,1 0 0,0 0-1,0 0 1,0 0 0,0 0 0,0 1 0,0-1 0,0 0 0,0 1 0,0-1 0,0 0 0,0 1 0,-2 0 0,0 1 13,-1 0 3,0 0 0,0 0-1,0 1 1,0 0-1,0 0 1,1 0 0,-1 0-1,1 0 1,0 1 0,0 0-1,0-1 1,-3 7 0,-28 57 289,20-36-188,-107 250 507,36-78-424,-59 146-1239,69-159-2322,36-60-4598,29-84 377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54.5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594 143 5777,'11'-54'1513,"-10"52"-1385,0 0 0,0 0 0,0 0 0,0 0 1,0 0-1,1 0 0,-1 1 0,1-1 0,-1 1 0,1-1 0,0 1 0,-1-1 0,1 1 1,0 0-1,0 0 0,0 0 0,4-1 0,5-4 364,2 0-59,0 0 1,1 0 0,0 1 0,1 1 0,-1 0 0,19-2 0,96-4 1414,-94 8-1415,92-3 1026,148 14 0,-222-5-1221,11 1 76,70 14 0,-106-14-279,-1 2 0,0 1 0,-1 1 0,0 1 0,32 18 0,-47-22-52,0 1 1,0 1 0,-1 0-1,0 0 1,-1 1 0,0 1-1,0-1 1,-1 1 0,0 1-1,0-1 1,-2 2 0,1-1-1,7 18 1,-8-11-12,-1-1 0,0 1 0,-1 0 0,-1 0 1,-1 1-1,0-1 0,-1 0 0,-2 1 0,1-1 0,-2 1 0,-1-1 0,-8 33 0,-4-2-23,-3 0 0,-1-1 0,-35 60 0,10-32 54,-4-2 0,-62 72-1,57-80 33,3 3 0,-55 100 0,85-123 37,-22 70-1,28-72 79,-38 79-1,47-114-115,-1 0 0,-1-1-1,1 1 1,-1-1 0,-1-1-1,1 1 1,-1-1 0,-1-1 0,1 1-1,-1-1 1,-14 7 0,-1-2-20,-1 0 0,0-1 1,-38 9-1,-12-2 55,-144 13 0,-80-16-1688,268-13 1229,-180-8-4069,113 1 461,2 2-2311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52.6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582 121 4644,'1'1'188,"0"0"0,0 0 0,0 0-1,0 0 1,0 0 0,0-1-1,0 1 1,0 0 0,1-1-1,-1 1 1,0 0 0,0-1 0,1 0-1,-1 1 1,0-1 0,1 0-1,-1 1 1,8-1 7047,-3-11-6828,0 2 640,-5 1 3962,-14-61-3734,17 33-607,-7 38-629,-20 12 81,1 1 0,1 1 1,0 1-1,-18 21 0,-2-1 155,-10 11-201,2 1 0,2 3 0,2 1-1,3 3 1,-70 119 0,112-174-77,-20 35-1058,2 2 0,1 0-1,2 1 1,-11 41-1,25-76 369,0 1 0,1 0 0,-1 0 0,1 0 0,0 0 0,0 0 0,0 0 0,1-1-1,0 1 1,0 0 0,3 8 0,11 31-7718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53.0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708 387 8741,'-1'-1'142,"0"-1"1,1 0 0,-1 0-1,1 0 1,0 1 0,0-1-1,0 0 1,0 0 0,0 0-1,0 0 1,0 0 0,1 0-1,-1 1 1,0-1 0,1 0-1,0 0 1,-1 1 0,1-1-1,0 0 1,0 1 0,2-3-1,30-36 2351,-13 17-1768,-9 11-441,0 0-1,1 1 0,0 0 0,0 1 0,1 0 0,1 1 0,14-8 1,103-45 486,130-33-214,-227 86-498,1 1 1,0 1-1,1 2 1,0 1-1,63 3 1,-88 2-40,0 0 0,0 0 0,0 1 0,-1 1 1,1 0-1,-1 0 0,0 1 0,19 10 0,-24-11-2,-1 0 0,1 1 0,-1 0-1,1-1 1,-1 1 0,-1 1 0,1-1 0,0 1-1,-1-1 1,0 1 0,0 0 0,0 0-1,-1 0 1,0 1 0,0-1 0,0 0-1,-1 1 1,1-1 0,0 7 0,-1 4 24,0 0 1,-1 0 0,-1 1 0,0-1-1,-5 20 1,-24 83 328,11-46-217,-4 14-71,-15 72 63,33-129-102,1 0 1,2 1-1,1 41 0,8-12-107,2 0-1,30 104 0,5 28-337,-41-176 389,-2 1 0,0-1-1,0 1 1,-2 0 0,0-1-1,-1 1 1,0-1 0,-1 0 0,-1 0-1,-1 0 1,-12 28 0,7-24 1,-1-1 1,-1 0 0,0-1-1,-1 0 1,-2-1 0,1-1-1,-2 0 1,-18 14-1,-3-2-5,-1-1 0,-2-2-1,-1-2 1,0-2 0,-2-2-1,0-1 1,-81 21-1,-9-9-301,-1-7 0,-1-5-1,-161 1 1,236-18-1091,-103-12-1,126 5-1720,-70-19 0,51 4-3249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55.9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 37 6733,'-20'-30'2001,"16"24"1140,12 19-867,-5-4-1854,0 0-1,-1 0 1,0 1-1,0-1 0,-1 1 1,0 11-1,-3 67 1284,0-18-877,4 14-236,4-1 0,3 1 0,29 114 0,-29-163-613,2-1-1,1 0 1,1-1-1,2 0 1,2-1-1,1-1 1,1 0-1,2-2 1,0 0-1,42 41 1,-24-35-500,1-2 0,2-1 0,1-2 0,80 40 0,-49-35-2366,2-3 1,103 29 0,-65-30-4564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56.2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1668 10 9041,'-3'-2'221,"0"1"-1,-1-1 1,1 1 0,0 0 0,-1 1-1,1-1 1,-1 0 0,1 1 0,-1 0-1,0 0 1,1 0 0,-1 0 0,1 1 0,-1-1-1,1 1 1,-1 0 0,1 0 0,0 0-1,-1 0 1,1 1 0,0-1 0,0 1-1,0 0 1,0 0 0,0 0 0,0 0-1,1 1 1,-1-1 0,1 1 0,0 0-1,-1-1 1,1 1 0,0 0 0,1 0 0,-1 0-1,0 1 1,1-1 0,0 0 0,0 1-1,0-1 1,0 0 0,0 1 0,0 3-1,0 22 237,0 0 1,2 0-1,1 0 0,8 40 0,3 45 70,-11-73-514,-2 0-1,-2 0 1,-13 80-1,8-94-237,-1 1 0,-1-1 1,-1 0-1,-1-1 0,-1 0 0,-26 39 0,8-23-282,-2-1 0,-2-2 0,-2-1 0,-1-2 0,-2-1 0,-1-2 0,-52 31 0,-41 18-956,-150 67 0,-146 32-1352,241-123-850,97-33 68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56.4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332 1 6397,'-57'75'1660,"23"-33"-268,14-2-280,0-1-304,7-6-168,-1 9-104,-2 3-76,-4 4-208,-4-1-352,4 6-332,-3-6-324,-8-5-696,8-1-1684,6-9-1261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57.3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2291 706 4868,'11'4'2459,"15"4"11116,-18-7-12343,-2 0-3600,-3 0 4095,-6-1-1463,-9 3-82,9-2-155,1 0-1,-1-1 0,1 1 0,-1-1 0,1 0 0,-1 1 1,1-1-1,-1 0 0,1-1 0,-1 1 0,1 0 1,-1-1-1,1 1 0,-5-3 0,-294-84 377,-378-136-554,276 93-1137,-66-19-2217,160 54-3879,307 94 7295,-123-37-7245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58.3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2037 33 4396,'0'0'7980,"-3"-1"-6831,-36-5 861,-141-15 1526,-412 16-1067,-2 32-5320,496-22 1700,-258 5-6205,182-4 158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4:59.1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2332 1 5308,'-111'9'1737,"48"-3"-213,2-6-144,-2 0-196,-11 3-164,-3 0-104,-10 3-212,-14 6-116,-6 6-104,-10 6-100,-20 0-96,-21 10-144,-13 5-336,-16-3-368,-11 9-452,-10 0-536,-3 4-2060,10-1-2149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01.1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427 184 3256,'8'-22'1032,"-7"20"-907,0 0 0,0 0 0,0 0 0,0-1 1,0 1-1,0 0 0,-1-1 0,1 1 0,-1 0 0,0-3 1,-1-24 1266,0 24-1219,1 0-1,-1 0 1,1 1 0,0-1-1,0 0 1,1 0 0,0 0-1,0 0 1,0 0 0,0 0-1,3-6 1,-3 9 358,-4-37 867,0 41-1242,0-1 0,1 0 0,-1 0 0,1 1 0,-1-1 0,1 1 0,0 0 0,0 0 0,-2 2 0,-21 22 658,3 1 0,-35 50-1,-34 75 802,57-94-1228,2-5-65,3 2 1,2 1-1,3 1 0,-30 107 1,46-130-249,2 1 0,1 0 0,1 0 0,2 0 0,1 0 0,2 1 0,2-1 1,1 0-1,17 68 0,-9-64-24,2-1 0,2 0 0,1-1 0,2-1 0,27 40 1,-13-30-8,1-2 0,3-1 0,51 47 0,-10-23-21,2-3 0,3-4 0,160 86-1,-85-65-773,4-8 0,195 62 0,114-8-4230,-354-106 1117,-19-7-2022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01.4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202 10 5044,'-67'-9'3075,"66"9"-2957,0 0 1,0 0 0,0 1-1,0-1 1,0 0 0,0 1 0,0-1-1,0 0 1,0 1 0,0-1-1,1 1 1,-1 0 0,0-1-1,0 1 1,0 0 0,0 0-1,1-1 1,-1 1 0,0 0-1,1 0 1,-1 0 0,1 0-1,-1 0 1,1 0 0,-1 0 0,1 0-1,0 0 1,-1 2 0,-3 28 1028,4-4-543,1 0 0,2 0 1,1 0-1,12 44 0,41 104 840,-57-173-1433,116 290 1153,-56-154-796,96 280-1,-147-392-437,-2 0 0,0 0-1,-2 1 1,-1 0 0,-2 0 0,0 0-1,-2 27 1,-1-42-48,-1 1 0,0-1 0,0 0 0,-1 0-1,-1 0 1,0 0 0,-1 0 0,0-1 0,-1 0 0,0 0 0,0 0 0,-1-1-1,-1 0 1,0 0 0,0-1 0,-1 0 0,-12 10 0,2-5-271,0-1-1,0-1 1,-1-1 0,-1-1 0,0-1-1,-22 7 1,5-4-1367,-1-2 0,-62 7-1,-9-6-3660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01.7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 1 5180,'-40'0'953,"33"12"-721,-3 3-2113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02.7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70 256 3336,'0'0'2120,"-3"-1"-1499,2 1-549,0 0 1,0 0-1,0-1 1,1 1-1,-1 0 1,0-1 0,0 1-1,0-1 1,0 1-1,0-1 1,0 0-1,1 1 1,-1-1 0,0 0-1,0 0 1,1 1-1,-1-1 1,1 0-1,-1 0 1,1 0-1,-1 0 1,1 0 0,-1 1-1,1-1 1,0 0-1,-1 0 1,1 0-1,0 0 1,0-2 0,1 0 99,0 0 1,1 0-1,-1 0 0,1 1 1,0-1-1,0 1 1,0-1-1,0 1 1,0-1-1,1 1 1,3-2-1,-4 2-33,0 0 0,1 0 0,-1-1 1,0 1-1,0 0 0,0-1 0,0 1 0,0-1 0,-1 0 0,1 0 0,-1 1 1,2-6-1,-5 6-131,1 0 1,0 1 0,-1-1-1,0 0 1,1 1 0,-1-1-1,0 1 1,0 0 0,0 0-1,0 0 1,-3-2 0,-34-2 63,35 5 359,-8-4 201,11 4-574,-1 0 0,1-1 0,0 1 1,-1 0-1,1 0 0,0-1 0,0 1 0,-1-1 0,1 1 0,0-1 0,0 0 0,0 1 0,0-1 0,0 0 1,-2-1-1,6-4 10,0-1 1,1 1-1,-1 0 1,1 0 0,0 1-1,1-1 1,-1 1 0,1 0-1,0 0 1,0 0-1,1 1 1,-1 0 0,1 0-1,0 0 1,0 1-1,1 0 1,-1 0 0,8-2-1,7-3 49,0 2 0,1 0 0,0 1 0,35-2 0,-46 6-93,1 0 1,-1 1-1,1 1 0,-1 0 1,0 0-1,1 1 0,-1 1 1,0 0-1,0 0 0,-1 1 1,1 1-1,-1 0 1,0 0-1,0 1 0,0 0 1,-1 0-1,0 1 0,0 1 1,0 0-1,-1 0 0,-1 0 1,1 1-1,-1 0 0,-1 0 1,0 1-1,0 0 1,-1 0-1,0 1 0,-1-1 1,0 1-1,0 0 0,-1 0 1,-1 0-1,0 0 0,-1 1 1,0-1-1,0 1 1,-2 14-1,-2 3-11,-2 0 0,-1 0 0,-1-1 0,-1 0 0,-1 0 0,-2-1 0,-1 0 0,-1 0 0,-1-2 0,-23 32 0,-8 5 0,-3-3-1,-96 93 1,98-107 442,-71 86 1,118-130-438,-1 0 0,0 0 0,1-1 0,-1 1 0,1 0 0,-1-1 0,1 1 0,0 0 0,-1-1 0,1 1 0,0-1 0,-1 1 0,1-1 0,0 1 0,-1-1 0,1 1 0,0-1 0,0 0 0,0 1 0,0-1 0,0 0 8,4 2-1,-1 0 0,1 0 0,0 0 1,1-1-1,-1 0 0,0 0 0,0-1 0,0 1 0,10-1 0,51-8 1,-37 4-28,263-40-3047,-235 33 1763,-1-4 1,-1-1-1,59-27 0,-93 33 1085,-1-1 0,0-1 0,-1-1 1,0 0-1,-1-2 0,-1 0 0,0 0 0,-1-2 0,0 0 0,-2-1 0,0-1 0,-1 0 0,-1 0 0,19-43 0,-20 26 800,-10 33-370,-2 0-30,-4-30 234,4 30-191,-2 3-64,-7 3-129,-1 1 1,1 0 0,1 0-1,-1 0 1,0 1 0,1 1 0,0 0-1,1 0 1,-12 11 0,7-7-694,0 0 1,-1-1-1,-28 15 1,17-13-1476,3-1-285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02.9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54 1 3720,'0'0'3333,"-6"12"-3033,-1 0 132,-3 0-352,0 3-168,0-3-440,0 3-144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04.4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3472,'0'0'1272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05.1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516 420 6693,'-58'40'2280,"2"2"1,2 2-1,1 3 1,-59 70 0,99-100-2092,2 0 0,0 0 0,0 2 1,2-1-1,1 1 0,0 0 1,1 1-1,1 0 0,1 0 0,1 0 1,0 0-1,2 1 0,0 0 1,1-1-1,2 1 0,0 0 0,4 20 1,-4-33-155,1 0 0,0-1 1,0 0-1,0 1 0,1-1 0,1 0 1,-1-1-1,1 1 0,0 0 1,0-1-1,1 0 0,0 0 1,0 0-1,0-1 0,1 0 1,0 0-1,0 0 0,0 0 0,1-1 1,-1 0-1,9 3 0,-6-4-17,-1 0-1,1 0 0,0-1 0,0-1 1,0 1-1,0-2 0,0 1 0,0-1 0,0 0 1,0-1-1,0 0 0,0-1 0,-1 1 1,1-2-1,0 1 0,-1-1 0,1-1 0,7-3 1,-2-2-10,-1 1 0,0-2 0,0 0 0,-1 0 0,0-1 0,-1-1 0,0 0 0,-1 0 0,-1-1 0,11-18 0,1-4 3,-3-1 0,28-74-1,-35 76-21,-1 0-1,-2-1 1,-1 0-1,-2 0 1,-2-1-1,0 1 1,-3-1-1,-1 1 0,-2-1 1,-1 1-1,-2 0 1,-12-45-1,10 57-159,-1-1-1,0 1 1,-2 1-1,0 0 0,-2 1 1,0 0-1,-33-38 1,32 44-202,-1 0 0,-1 1 0,-1 0 0,0 2 0,0 0 0,-1 1 0,-1 0 0,0 2 0,0 0 0,-24-7 0,12 7-1401,1 1 1,-1 2 0,-59-6 0,2 13-5252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05.8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5056,'2'3'212,"0"1"0,-1 0 0,1-1 0,-1 1 0,1 0-1,-1 0 1,-1 0 0,1 0 0,0 0 0,-1 0-1,0 0 1,0 7 0,-6 128 988,6 1 1,6-1-1,27 153 1,73 151-1135,30-7-1424,-2-58-2909,-60-202 198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05.9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58 1944,'0'-43'-644,"6"28"196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22.8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744 521 7537,'-20'-233'8244,"7"66"-1056,11 154-6308,1 0 1,1 0 0,0 0-1,0 0 1,2 0 0,3-17-1,-3 17 882,-26 212 110,-200 801-1872,122-628-584,-60 179-4502,-15 131-6971,158-589 7283,10-12-2508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23.2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 1 10737,'-2'8'175,"-17"117"3517,18-109-3020,1 1 0,0 0 0,1 0-1,0 0 1,7 26 0,14 34 713,4-2 1,41 85-1,89 137-162,-104-208-1048,4-3 0,3-1 0,4-4 1,4-2-1,3-3 0,117 97 0,-153-146-139,1-2-1,43 23 1,190 92 110,-242-127-133,0-1-1,1-2 1,0 0-1,1-2 1,0-1-1,0-1 1,43 3-1,-64-8-9,25 2 14,1-2 1,-1-1-1,0-2 0,0 0 0,0-3 0,0 0 0,57-19 1,-47 9-12,-2-2 1,0-2-1,-1-1 1,-2-2 0,41-31-1,-17 5-12,-1-3 0,58-63-1,89-125-32,592-696-927,-795 931 859,108-107-1661,-49 64-1164,-50 40 1232,-1 0-1,2 1 1,16-7 0,21-1-8457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25.4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1464 204 9205,'0'-8'852,"0"-9"786,0 0 1,-1 0-1,0 0 0,-1 0 0,-9-28 0,10 41-1502,0 0-1,-1 0 0,0 1 1,0-1-1,0 1 0,0-1 1,0 1-1,-1 0 0,0 0 1,0 0-1,1 0 1,-2 1-1,1-1 0,0 1 1,0-1-1,-1 1 0,1 0 1,-1 0-1,0 1 0,1-1 1,-1 1-1,0 0 0,0 0 1,0 0-1,0 1 0,0-1 1,0 1-1,0 0 0,0 0 1,-5 1-1,-5 0 99,0 1 1,1 1-1,-1 0 0,1 1 1,0 0-1,-21 11 0,-74 44 910,105-58-1110,-31 20 320,1 2 1,1 1 0,-37 36-1,47-40-180,-27 27 196,3 1 0,1 3 0,-70 103 0,-73 175 271,19 43-294,143-299-361,4 0 0,2 2 0,-12 98-1,28-144-53,2 0-1,1 1 0,1-1 0,2 0 0,1 0 0,1 0 1,1 0-1,10 30 0,-10-44 23,1 0-1,0 0 1,2 0 0,-1-1 0,2 0 0,0 0-1,0-1 1,1-1 0,1 1 0,0-2-1,1 1 1,0-2 0,0 1 0,1-2-1,28 16 1,-22-15 5,1-2-1,1 0 1,-1-1-1,1-1 1,1-1 0,-1-1-1,1 0 1,-1-2-1,1-1 1,0 0-1,0-2 1,26-4 0,-34 3 27,0-1 0,0-1 0,-1 0 1,1 0-1,-1-2 0,0 0 0,0 0 1,18-13-1,-22 12 1,0 0 1,-1 0-1,0-1 1,0 0-1,-1-1 1,0 1-1,0-2 1,-1 1-1,0 0 0,-1-1 1,8-20-1,-8 16-3,-1-1-1,0 1 1,-1-1-1,0 0 1,-1 0-1,-1 0 1,0 0-1,-1 0 1,-1 0-1,0 0 1,-1 0-1,-1 0 1,-8-27-1,6 30-26,0 1 0,0-1-1,-1 1 1,-1 0 0,1 1 0,-2 0-1,1 0 1,-2 0 0,1 1-1,-1 0 1,0 1 0,-1 0 0,0 1-1,-1 0 1,1 0 0,-24-10 0,6 6-202,-1 2 1,0 1 0,0 1 0,-1 1 0,0 2 0,0 1-1,0 1 1,-43 3 0,18 4-983,0 1-1,1 3 1,-90 27-1,109-25-1607,1 1 0,-33 17 0,17 0-6333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25.8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299 243 12277,'-4'-5'-16,"-6"-8"1683,-1 1 1,-17-17 0,25 26-1140,0 1 0,0 0 1,-1-1-1,1 1 0,-1 1 0,-6-4 1,8 4-401,1 1 1,0 0-1,0-1 1,-1 1-1,1 0 1,0 0-1,-1 0 1,1 0-1,0 0 1,-1 0-1,1 0 1,0 1-1,0-1 1,-1 0-1,1 1 1,0-1-1,0 1 1,-1-1-1,1 1 1,-2 1-1,-3 4 152,0 0-1,0 0 0,0 1 1,1 0-1,0 0 1,0 1-1,1-1 1,0 1-1,-6 15 0,-23 84 877,27-88-992,-22 103 398,5 0 1,-12 191-1,31-232-409,5 90 1,1-137-166,2 0 1,2 0 0,0-1 0,3 1 0,15 39 0,-19-60-22,1 0 0,1-1 0,0 0 0,1 0 0,0 0-1,0-1 1,1-1 0,1 1 0,0-2 0,0 1 0,1-1 0,0-1 0,1 0 0,0 0 0,0-1 0,0-1 0,1 0 0,0-1 0,0 0 0,1-1 0,-1-1 0,1 0 0,0 0 0,0-2 0,0 0 0,0 0 0,0-1 0,24-4 0,-13 1 14,0-1 1,0-1-1,-1-2 1,0 0-1,-1-2 1,1 0-1,-2-2 1,1-1-1,-2 0 1,1-1-1,-2-2 1,0 0-1,-1-1 1,0-1-1,-1-1 1,-1 0 0,-1-1-1,-1-1 1,0-1-1,16-31 1,-11 9-25,-1-2 0,-3 0 1,-1-1-1,-2-1 0,-3 0 1,-1-1-1,-3 0 0,-2 0 1,-2 0-1,-1 0 0,-4-1 1,-1 1-1,-2 0 0,-2 1 1,-3 0-1,-1 0 0,-2 1 1,-3 0-1,-1 2 0,-3 0 1,-1 1-1,-53-77 0,60 101-181,0 1 1,-1 0-1,-1 1 0,0 0 1,-1 2-1,-1 0 0,-29-17 0,39 27-38,0 0 0,0 1 0,0 0 0,-1 0 0,1 1 0,-1 0 0,0 1 0,1 0 0,-1 1 0,0 0 0,0 0 0,0 1 0,0 1 0,0 0 0,0 0 0,0 0 0,0 2 0,0-1 0,1 1 0,-11 5 0,10-4-511,1 1 1,-1 0 0,1 0 0,1 1 0,-1 1-1,1-1 1,0 1 0,0 1 0,1-1 0,-8 12-1,-18 44-7829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26.4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282 111 11329,'-14'12'6041,"-10"-3"-4023,21-8-1949,0 0-1,0 0 0,-1 0 1,1 0-1,0 1 1,0-1-1,-4 4 1,-2 4 222,0 1 1,0-1 0,1 1-1,1 1 1,-8 12-1,3-4 41,-12 21-3,2 1 1,2 1-1,2 1 1,1 0-1,-20 87 1,35-117-316,-1 0 0,2 1 0,0 0 1,0-1-1,2 1 0,-1 0 0,4 15 1,-3-22-21,0-1 1,0 1 0,1-1 0,0 0 0,0 1 0,1-1 0,0 0 0,0-1 0,0 1 0,0 0 0,1-1 0,0 0 0,7 7 0,-3-5-5,0 0 1,0-1 0,1 0 0,0 0 0,1-1-1,12 5 1,-15-7 8,0-1-1,1-1 1,-1 1-1,1-1 0,-1-1 1,1 1-1,-1-1 1,1-1-1,-1 1 1,1-1-1,-1-1 1,13-3-1,-5 2 18,2-2-15,1-1 1,-1 0 0,-1-1-1,1-1 1,-1 0 0,0-2-1,-1 1 1,0-2 0,-1 0-1,0-1 1,-1 0 0,0-1-1,-1-1 1,0 0 0,-1 0 0,14-26-1,-14 20 6,-1-1 0,-1 0-1,-1-1 1,-1 0 0,0 0-1,-2-1 1,-1 1 0,0-1-1,-2 0 1,-1 0 0,0-1-1,-4-25 1,1 33-100,0 0 0,-1 0 0,0 0 0,-1 0 0,-1 1 0,-1 0 1,0 0-1,-1 0 0,-1 1 0,0-1 0,0 2 0,-2 0 0,0 0 0,0 0 0,-1 1 0,-1 1 0,0 0 0,-14-10 0,17 15-253,0 0-1,-1 1 0,0 0 0,-1 1 0,1 0 1,-15-4-1,19 7-295,0 0 1,0 0-1,0 0 1,-1 1-1,1-1 1,0 2-1,0-1 0,0 1 1,0 0-1,0 0 1,0 0-1,-11 5 1,-20 16-7925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26.7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2308 31 13077,'-16'-30'6579,"-1"36"-3124,-7 14-2572,18-15-377,-13 13 179,1 0-1,1 1 0,-30 42 0,-35 73 353,49-78-701,-54 89 301,-162 204 1,-50-8-654,33-41-793,182-199 219,-373 446-2221,21 16-4904,353-443 1956,16-14-3442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27.1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196 0 12569,'-45'53'2080,"44"-52"-1968,0-1-1,0 1 0,0 0 1,0 0-1,0 0 1,0-1-1,0 1 0,0-1 1,0 1-1,-1-1 1,1 1-1,0-1 0,0 0 1,0 1-1,-1-1 0,1 0 1,0 0-1,-1 0 1,1 0-1,0 0 0,0 0 1,-1 0-1,-1-1 1,-8 0 949,6 4-758,1-1-1,0 1 0,-1 0 0,1 1 0,1-1 0,-1 1 1,0-1-1,1 1 0,0 0 0,0 1 0,0-1 0,0 0 1,-3 9-1,-4 7 130,2-1 0,0 1 0,1 0 0,1 0 1,1 1-1,-4 35 0,7-30-535,1 1 1,2-1-1,0 0 0,2 0 1,0 0-1,2 0 1,1 0-1,14 37 0,-9-32-212,2 1-1,1-2 1,1 0-1,27 38 0,-36-59 243,1 0-1,1 0 1,0-1-1,0-1 1,0 1-1,1-1 0,14 8 1,-16-11 60,0-1 1,0 0-1,0 0 0,0-1 1,1 0-1,-1 0 0,1 0 1,-1-1-1,1 0 0,0-1 1,0 0-1,7-1 0,-10 1 47,-1-1-1,1 1 0,-1-1 0,0-1 1,1 1-1,-1 0 0,0-1 0,0 0 0,0 0 1,0 0-1,0-1 0,-1 0 0,1 1 0,-1-1 1,0 0-1,1 0 0,-1-1 0,-1 1 1,1-1-1,0 1 0,-1-1 0,0 0 0,0 0 1,0 0-1,0 0 0,-1-1 0,1 1 1,1-9-1,1-7 138,0 0 0,-1 0 1,-1-1-1,-1 1 0,0-1 1,-2 0-1,-1 1 0,0 0 1,-1-1-1,-1 1 0,-1 0 1,-1 1-1,-1-1 0,-1 1 1,-16-30-1,7 20-574,-1 0 1,-2 1-1,-1 1 1,0 1-1,-2 1 1,-1 1-1,-2 2 1,-47-35-1,68 53-582,-1 0-1,1 0 1,-1 1-1,0-1 1,0 1-1,-1 1 1,1-1 0,-1 1-1,1 0 1,-11-1-1,-7 11-7552,23-8 8433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27.5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 64 11469,'-2'0'179,"-1"0"166,1 0 1,-1-1 0,1 1-1,-1 0 1,1-1 0,0 0-1,-1 1 1,1-1-1,0 0 1,-1-1 0,-5-3 4366,22-13-1263,-10 14-3275,1 1-1,0 0 0,-1 0 0,1 0 1,0 1-1,0 0 0,1 0 0,-1 0 0,0 1 1,1 0-1,6-1 0,67-3 733,-47 5-596,446 6 1582,4 27-1179,-87-6-540,829 22-6586,-1088-47 4196,107 1-5682,-207-2 3825,-13 1-2023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27.8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1380 44 5829,'-65'-16'1108,"-37"-8"3767,93 22-4502,0 1 0,-1 1 0,1-1 0,0 1 0,-1 1 0,1 0 0,0 0 0,-1 1 0,1 0 0,0 0 0,0 1 0,1 0 0,-1 1 0,1 0 0,-1 0 0,1 1 0,0 0 0,1 1 0,-1 0 0,1 0 0,0 0 0,1 1 1,-1 0-1,1 0 0,1 0 0,-1 1 0,1 0 0,1 0 0,0 1 0,0-1 0,-5 16 0,6-7-31,0 0 0,1 0 0,1 0 0,0 1 0,2-1 0,0 0 0,1 1 0,0-1 0,10 32 0,5 5 520,41 89 0,13 9-99,-18-44-184,66 199 0,-108-270-613,-2 0 1,-1 1-1,-2 0 1,-2 0-1,-1 1 0,-2-1 1,-2 1-1,-1-1 1,-13 63-1,6-65-243,-1 0 0,-2-1 0,-1-1 1,-2 1-1,-2-2 0,0-1 0,-3 0 0,-30 39 0,19-34-124,-1-2-1,-2-1 1,-1-1 0,-1-2-1,-2-2 1,-44 25-1,-11 2-1279,-3-5 0,-157 60 0,170-82-2927,-148 32 0,121-40-3325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28.5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205 58 12853,'-2'-7'409,"2"4"-210,0 1-1,0-1 1,-1 1-1,1-1 1,-1 1 0,0 0-1,0 0 1,0-1-1,0 1 1,0 0 0,0 0-1,0 0 1,-1 0-1,1 0 1,-1 0-1,1 0 1,-1 1 0,0-1-1,0 0 1,0 1-1,0-1 1,-8-2 4136,-5 11-1368,7 0-2641,0 1-1,0-1 1,1 2-1,0-1 1,1 1-1,0 0 1,0 0-1,1 1 1,-6 14 0,1-4 48,-3 7-315,2 1-1,0 1 0,2 0 1,2 1-1,0 0 1,2 0-1,1 0 0,1 0 1,2 1-1,1-1 0,2 1 1,1-1-1,1 0 1,1 0-1,2 0 0,1 0 1,1-1-1,1-1 0,2 0 1,1 0-1,1-1 1,2-1-1,0 0 0,38 44 1,-30-44-309,2 0 1,44 33-1,-52-46 160,0-2 0,1 0 0,0-1 0,1-1 0,0 0 0,25 6 0,-32-12 54,9 4-37,0-1 1,0-1 0,0-1-1,1-1 1,0-1 0,35-1-1,-40-3 66,-1 0-1,0-1 0,0-1 1,0 0-1,-1-1 1,1-1-1,-1-1 1,-1 0-1,1-1 0,-1-1 1,0 0-1,17-15 1,-12 6 55,-1 0 1,-1-1 0,0-1 0,-2-1-1,0 0 1,-1-1 0,17-35 0,2-15 509,29-83 0,-62 151-504,1 0-1,-1-1 0,0 1 1,-1 0-1,1 0 0,-1-1 1,1 1-1,-1 0 0,-1-8 1,1 11-46,0 1 1,0-1 0,-1 1-1,1-1 1,0 1 0,0-1-1,0 1 1,-1-1 0,1 1-1,0-1 1,-1 1 0,1-1-1,0 1 1,-1-1 0,1 1 0,0 0-1,-1-1 1,1 1 0,-1 0-1,1-1 1,-1 1 0,1 0-1,-1-1 1,1 1 0,-1 0-1,0 0 1,-1 0 5,1 0-1,0 0 1,-1 0 0,1 1-1,-1-1 1,1 0 0,0 1-1,-1-1 1,1 1 0,0 0-1,-1-1 1,1 1-1,0 0 1,0 0 0,-2 1-1,-15 14 108,0 0-1,1 1 0,1 1 0,-25 35 0,-50 91 107,64-96-287,-192 339-2928,173-292 144,4 1 0,-37 124 1,68-178 7,2-1 0,-5 51 0,9-12-5416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28.8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86 341 9517,'-3'-15'2350,"3"15"-2264,-1-1 0,1 1 0,0 0 1,-1 0-1,1-1 0,0 1 0,-1 0 1,1 0-1,-1 0 0,1 0 0,0 0 0,-1 0 1,1 0-1,-1 0 0,1 0 0,0 0 1,-1 0-1,1 0 0,-7 2 5589,5 2-4326,-6 7-947,2 1-1,-1 0 1,2 1-1,-1 0 0,2-1 1,0 2-1,0-1 1,1 0-1,-1 16 1,-2 22 189,2-30-394,1 1 0,2 0 0,0 0 0,1 0 0,4 31 0,3-16-28,1 0 0,24 64 0,-28-90-215,1 1-1,1-2 1,-1 1 0,2-1-1,0 0 1,0 0 0,0-1 0,1 0-1,1 0 1,0-1 0,0 0 0,19 12-1,-23-16-9,0-2-1,0 1 1,1 0-1,0-1 1,-1 0-1,1-1 1,0 1-1,10 0 1,-13-1 37,1-1 0,-1 0-1,1-1 1,-1 1 0,1-1 0,-1 1 0,0-1-1,1 0 1,-1-1 0,0 1 0,1 0 0,-1-1-1,0 0 1,0 0 0,0 0 0,-1 0 0,6-4-1,3-7-64,1 0 0,-2-1-1,0 0 1,0-1 0,-2 0-1,1 0 1,-2-1 0,0 0-1,-1 0 1,4-19 0,-2 3-57,-2 0 0,0 0 0,-3 0 0,0-53 0,-4 42-135,-2 0 0,-2 1 0,-2 0 0,-1 0 0,-3 1 0,-1 0 0,-28-63 0,32 88-74,-1 1 0,-1 0 0,0 1 0,0 0 0,-2 1 0,0 0 0,-21-18 0,17 18-947,-1 0 0,-1 2 0,-20-12 0,10 12-2929,-4 12-2104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29.1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311 0 11197,'0'3'2174,"-7"33"2685,2-34-3763,-11 6-785,0 1 0,1 0 0,0 1 0,0 1 0,1 0 0,1 0 0,0 2 0,0 0 0,1 0 0,-15 22 0,8-7-122,1 0 0,2 2 0,0-1 0,-21 62 0,32-76-166,0 1 1,1-1-1,1 1 0,0 1 0,1-1 1,1 0-1,0 0 0,1 1 0,1-1 1,1 0-1,0 0 0,1 0 0,9 26 1,-11-37-29,1-1 0,0 0 0,0 1 1,0-1-1,1 0 0,-1-1 1,1 1-1,0 0 0,0-1 0,0 1 1,1-1-1,-1 0 0,1 0 1,0 0-1,-1-1 0,1 1 0,1-1 1,-1 0-1,0 0 0,0 0 1,1-1-1,-1 0 0,1 1 1,-1-2-1,1 1 0,0 0 0,-1-1 1,7 0-1,-2-1 1,0-1 0,-1 0-1,1 0 1,-1-1 0,0 0 0,1 0-1,-1-1 1,-1 0 0,1 0 0,-1-1-1,1 0 1,-1 0 0,-1-1 0,8-7 0,-1-1-8,0 0 1,-1-2 0,-1 1 0,0-2 0,-1 1 0,-1-1 0,-1-1 0,13-36 0,-14 28-198,-1 0 0,-1 0 1,-1-1-1,-1 1 1,-1-50-1,-2 69-54,-1 0 0,0 0 0,0 1 0,0-1 0,0 0 0,-1 1 0,0-1 0,-1 1 0,0-1 0,-4-7 0,5 11-89,0 1 0,1 0 0,-1 0 1,0 0-1,0 0 0,-1 0 0,1 1 1,0-1-1,0 0 0,-1 1 0,1 0 1,-1 0-1,0 0 0,1 0 0,-1 0 1,0 0-1,1 0 0,-1 1 0,0 0 1,0-1-1,0 1 0,1 0 0,-1 0 1,0 1-1,0-1 0,0 1 0,-4 0 1,-31 10-6389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29.4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1254 103 9933,'67'-58'2283,"-66"57"-2036,1 0-1,0 0 0,0 0 0,-1-1 0,1 1 1,-1-1-1,1 1 0,-1-1 0,0 1 0,0-1 1,1 0-1,-1 0 0,0 0 0,0 0 0,-1 0 1,1 0-1,0 0 0,-1 0 0,1-2 0,1-5 3936,-17 20-1855,12-7-1938,-16 19 426,2 1 0,0 0 0,-20 40-1,-10 16 6,-269 319 1035,247-319-1720,-315 407-2499,318-395 1161,-118 177-1745,105-128-873,14 7-3452,37-62-2241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29.7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728 33 12261,'-14'-1'731,"0"-1"0,0 0 0,1-1 0,-1-1-1,-17-6 1,23 7-317,-1 1 1,1 0-1,0 1 0,-1 0 0,1 0 1,-1 1-1,1 0 0,0 0 1,-1 1-1,1 0 0,-1 1 0,1-1 1,0 2-1,0-1 0,0 1 0,0 0 1,-10 7-1,-5 3 36,1 2 1,1 1 0,0 0-1,1 2 1,0 0-1,2 1 1,0 1-1,2 1 1,-27 42 0,10-7 17,2 1 0,-43 119 0,46-95-189,-30 143-1,49-177-330,3 1 0,1-1 0,3 1 0,6 78 0,-3-113-29,1-1 0,0 1 0,1 0-1,1-1 1,0 1 0,1-1 0,0 0 0,0-1 0,10 14-1,-11-18-6,1 0-1,0-1 0,1 0 0,0 0 0,0-1 0,0 0 0,0 0 0,1 0 1,0-1-1,0 0 0,0 0 0,0 0 0,1-1 0,0-1 0,8 3 1,-11-4 6,0 0 0,0-1 0,0 0 0,0 1 0,0-2 1,0 1-1,0-1 0,0 0 0,0 0 0,0 0 0,5-2 1,43-22-407,-53 25 485,11-8-98,-1 1-1,1-1 1,-1-1-1,-1 0 1,0 0-1,0-1 1,-1 0-1,0 0 0,-1-1 1,10-18-1,3-11-313,24-69 0,-36 85 212,-1 0-1,0 0 1,-2-1 0,-1 0-1,-1 0 1,-1 0 0,-2-28 0,-1 34-473,-1 0 1,-1 0 0,-1 0 0,0 1 0,-2-1 0,0 1-1,-1 0 1,-1 1 0,-17-31 0,-6 9-4459,-5 13-3027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30.1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713 1 7465,'-9'58'10492,"-3"18"-5293,-25 191-2514,31-221-1449,-21 130-157,-7-2 1,-98 292-1,-96 149-5906,55-213-7517,118-283 2184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30.5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79 0 12461,'-13'28'1037,"0"0"0,2 0-1,1 1 1,1 1 0,2 0 0,1 0-1,-3 49 1,10 274 2338,0-325-3209,0 53 189,23 148 0,-20-207-411,2-1 0,0 0 0,1 0 0,1-1 0,1 0 0,20 33 0,-25-46 31,1-1 1,-1 1-1,1-1 1,0 0 0,0 0-1,1-1 1,0 1-1,0-1 1,0-1 0,1 1-1,0-1 1,-1 0-1,1 0 1,1-1 0,-1 0-1,0-1 1,1 1-1,-1-1 1,1-1 0,0 1-1,15 0 1,0-4 0,0-2 0,-1 0 0,1-1 0,-1-1 0,-1-1 1,1-1-1,-1-1 0,0-1 0,34-22 0,15-15-16,81-72 1,-149 118 38,481-411-247,-271 216-471,-42 38-2639,-55 61-3533,-46 46-2667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31.8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2618 6677,'-21'-32'494,"5"8"335,-16-33 0,22 32-380,1 0-1,1 0 0,1-1 0,1 0 0,2 0 0,1-1 0,1 1 0,1-41 1,4 43-304,0 1 1,1 0-1,1 0 1,1 1-1,1-1 1,1 1 0,1 1-1,1 0 1,1 0-1,23-33 1,14-11 265,96-101 0,-28 48 4,6 5 0,257-184 0,-160 154-195,262-128-1,-267 169 81,372-122 0,250 3 103,172 59-104,9 90-164,390 102-13,-1087 5-71,-2 13 0,425 122 0,29 97-60,-583-185-3,344 207-1,-449-235 13,-3 3-1,-2 4 0,-4 4 0,70 75 0,-109-101 7,-2 2 0,-2 2 0,-2 0 0,-2 2 0,-1 1 0,-3 1 0,-2 2 0,-2 0 0,16 61 0,-24-57 3,-2 0 0,-2 1 1,-3 0-1,-2 87 0,-7-64-30,-5 1 0,-27 120-1,-69 148-55,-25-13 82,115-294 5,-104 249-41,-182 505-975,299-787 983,-39 153-447,39-144 330,0-1 0,0 0-1,2 0 1,-1 1 0,2-1 0,0 1 0,1-1 0,0 0 0,5 15 0,-5-24 31,0 0 0,1 0 1,-1 0-1,1 0 0,0 0 0,0-1 0,1 1 1,-1-1-1,1 0 0,0 0 0,0 0 1,0-1-1,1 1 0,-1-1 0,1 0 1,0 0-1,0-1 0,0 1 0,0-1 1,1 0-1,-1-1 0,0 1 0,1-1 1,-1 0-1,1 0 0,-1-1 0,9 0 1,4 0-566,0-1 0,1 0 0,-1-2-1,0 0 1,0-2 0,-1 1 0,20-9 0,36-17-3597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32.3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0 344 11149,'6'18'480,"1"1"0,1-1 0,0-1 0,1 0 1,1 0-1,1 0 0,0-2 0,1 1 0,26 24 0,227 181 2696,17-21-2113,-231-164-849,446 289 588,-347-238-1240,229 96 0,-354-172 336,0-2 1,1-1-1,0 0 0,1-2 0,33 3 0,-56-9 95,1 0-1,-1 0 0,0 0 0,0 0 0,1-1 0,-1 0 0,0 0 0,0 0 0,0 0 0,0-1 0,0 0 0,-1 1 0,1-1 0,0-1 0,-1 1 0,1 0 0,-1-1 0,0 0 0,0 0 0,0 0 0,0 0 0,0 0 0,-1-1 0,1 1 0,-1-1 0,0 0 1,0 1-1,2-9 0,3-8 35,-2 1 0,0-1 1,-1 0-1,2-34 1,-4 40 1,16-195 236,18-135-53,39-52-931,-7 137-2830,-35 145-1393,-5 9-2995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32.9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1491 0 4352,'-31'96'575,"6"-16"619,-70 151 0,4-60 872,-188 269 0,-154 129-1063,167-228-533,46-29-213,213-303-249,1 0 1,1 1-1,-1-1 1,2 1-1,-1 0 1,2 1-1,-1-1 1,1 1 0,1-1-1,0 1 1,-1 11-1,3-19-5,0-1 0,1 1-1,-1 0 1,1-1 0,-1 1 0,1 0-1,0-1 1,0 1 0,0-1-1,0 1 1,1-1 0,-1 1 0,1-1-1,-1 0 1,1 0 0,0 0-1,0 0 1,0 0 0,0 0 0,0 0-1,0-1 1,1 1 0,-1-1-1,1 0 1,-1 1 0,1-1 0,-1 0-1,1 0 1,2 0 0,7 2-6,-1-1 1,1-1-1,0 0 0,-1 0 1,19-2-1,26-4-40,1-2-1,107-29 0,112-54-261,-237 77 255,1535-544-3941,-1301 468 1396,-4 14-694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34.1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81 13649,'0'-39'1860,"34"18"-303,16 15-365,7-3-320,0 3-176,17 12-136,19 6-128,14 6-196,17 9-652,20 16-500,4 8-884,3 6-1237,6 15-1263,-6 16-3301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37.5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322 74 7653,'22'-21'1834,"8"-15"6124,-16 19-5639,-17 46 1390,-10 40-1555,-28 89 0,18-81-1490,-68 179 633,-4 12-1895,77-198-203,-66 296-5683,70-231-794,13-119 5526,-3 49-8093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38.0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1150 379 8657,'12'-15'572,"0"0"-1,1 1 1,1 0 0,0 2 0,1-1-1,1 2 1,0 0 0,22-11 0,25-6 642,1 2 1,103-25 0,138-12 29,477-21 38,1 87-783,-371 28-299,-329-21-165,-1 4-1,155 49 0,-216-56-26,-1 2 1,0 0-1,0 1 0,-1 1 0,0 0 0,-1 2 0,0 0 0,16 17 1,-23-19-4,0 1 1,-1 0 0,0 1 0,-1 0 0,-1 1 0,0-1-1,-1 2 1,0-1 0,-1 1 0,-1 0 0,7 29 0,-7-6 26,0 0 0,-3 0 0,-1 0 0,-2 0 0,-1-1 0,-11 56 0,-66 221 287,72-288-288,-206 616 532,-63-25-274,275-615-288,-492 875 176,282-534-183,198-324 4,0 0-1,-1 0 0,-1-1 1,-26 24-1,38-39-1,-1 0 0,1-1 1,-1 1-1,0-1 0,0 0 0,0 0 0,0 0 1,-1-1-1,1 1 0,0-1 0,-1 0 0,1-1 1,0 1-1,-1-1 0,1 1 0,-1-1 0,1-1 1,-1 1-1,1-1 0,-1 1 0,1-1 0,-1 0 1,-7-4-1,-6-3-53,1 0 0,-1-1 0,2-1 0,-19-14 0,23 16-15,-109-69-751,-3 6 1,-259-106-1,-288-54-1448,-76 32-222,496 149-1138,-260-16 1,353 55-949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38.4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500 0 8657,'0'0'2152,"1"4"-156,2 7-977,-1 1 0,0 0 0,0 0-1,-2 0 1,1-1 0,-1 1 0,-1 0 0,-3 19-1,-29 101 2935,18-81-2728,-12 36 443,-57 128 0,-58 77-1505,114-237-567,-69 173-3901,61-138 990,36-88 3240,-9 19-2376,1 0 1,1 1-1,-7 34 0,9-1-7314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38.8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996 72 13649,'5'-11'913,"-3"8"-521,-1-1 0,1 1 0,0 0 1,0-1-1,0 1 0,0 0 0,1 0 0,-1 0 0,1 0 1,0 1-1,0-1 0,0 1 0,0 0 0,0-1 1,0 1-1,1 1 0,-1-1 0,1 0 0,-1 1 0,1 0 1,0 0-1,-1 0 0,1 0 0,6 0 0,9-1 155,0 1-1,-1 0 0,1 2 1,0 0-1,0 1 1,-1 1-1,20 6 1,129 45 1032,-136-43-1324,87 33 525,145 75 1,-218-95-759,0 3 1,-2 1 0,-1 2-1,-1 2 1,-2 2 0,35 39 0,-59-55-167,-1 0 0,-1 1 0,-1 1 0,0 0 0,-2 1 0,0 0 0,-2 0 0,0 1 0,-1 0 1,-1 1-1,-2-1 0,0 1 0,-1 0 0,-1 0 0,-2 0 0,-3 41 0,-1-23-417,-3-1-1,-1 0 0,-2 0 1,-1-1-1,-3 0 1,-1-1-1,-1 0 1,-36 57-1,19-43-394,-3-1 1,-1-2-1,-3-1 1,-2-3-1,-48 41 1,-138 97-3222,192-159 3473,-1-1-1,-1-2 1,-1-2 0,-71 24 0,62-29 298,0-3 1,0-2-1,-1-2 1,0-2 0,-52-2-1,-244-26-324,108 3 225,-112-5-2679,246 15 1660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39.0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44 109 3608,'-30'-87'-1068,"17"66"336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39.2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 18 6805,'-13'4'1731,"18"-2"-69,26-2 346,15-8 492,-13 2-1315,0 2-1,44-2 1,-68 6-1105,1 1 1,-1 0 0,1 0 0,-1 1 0,1 0 0,-1 0 0,0 1 0,0 0 0,0 1 0,0 0 0,-1 0 0,14 10 0,-18-10-108,1 0-1,-1 1 1,0-1 0,0 1 0,-1 0 0,1 0-1,-1 0 1,0 1 0,-1-1 0,1 1 0,-1-1-1,0 1 1,0 0 0,-1 0 0,0 0 0,0 0-1,0 0 1,0 7 0,-1 14-367,-1-1 1,-8 49-1,6-58 237,-18 93-1670,-49 144 0,8-32 22,39-128 1138,-54 274-4939,69-290 2865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40.0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1906 0 5444,'80'18'523,"-17"-5"388,71 24 0,-107-26-649,1 0-1,-2 2 0,0 1 0,-1 1 1,0 1-1,-1 1 0,-1 2 0,0 0 1,-2 1-1,0 1 0,-2 1 0,0 1 1,-1 0-1,-2 2 0,0 0 0,22 51 1,-22-40-297,-2 0 0,-2 1 1,-1 1-1,-2 0 0,-2 1 1,-1 0-1,-2 0 1,-2 0-1,-1 0 0,-2 0 1,-2 0-1,-10 49 0,-3-18-208,-4-1-1,-3-2 0,-47 98 0,-118 186-339,103-200 404,60-105 138,-149 302-63,157-306 170,1 2 0,3 0 0,1 0 0,3 1 0,1 1 0,-2 64 0,9-73 135,1 1 0,2-1 1,10 54-1,-11-82-95,1 1 1,1-1-1,-1 0 0,1 0 0,1-1 0,0 1 0,0-1 0,1 1 0,0-1 0,0-1 0,1 1 0,0-1 1,0 0-1,1 0 0,0-1 0,0 0 0,0 0 0,1 0 0,13 6 0,-6-6 110,1-1 1,0 0-1,0-1 0,0-1 0,1-1 0,-1 0 0,1-1 1,-1-1-1,1 0 0,-1-1 0,32-7 0,11-5 1089,110-40 0,-154 46-1247,2 0 77,-27 15 92,-116 75-1069,-155 136 0,168-121-997,-165 190 1,-68 142-451,152-149 1538,-86 107 291,213-310 569,-107 97-1,145-151-80,-1 0 0,0-2-1,-2-2 1,0 0-1,-2-2 1,0-2-1,-43 15 1,39-19-142,-1-1 1,-1-3 0,-40 5-1,56-11-755,0-1-1,0-1 1,-37-5-1,-11-9-2702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41.0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7 133 3796,'-7'-15'6473,"8"13"-5589,4-7-1227,26-25 9559,-35 14-8814,4 17-353,-1 1-1,0-1 1,1 0 0,-1 1 0,1-1-1,0 1 1,0-1 0,0-4 0,3-6 818,-26 2-19617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42.4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4493 660 4996,'18'-21'2116,"0"1"-1,42-35 0,-33 33-1368,-12 8-517,2 1 1,0 1 0,0 0 0,1 1-1,30-13 1,-2 15-437,-43 9 142,0 0 1,-1 0 0,1 0 0,0 0 0,0 1 0,0-1 0,-1 1 0,1 0 0,0-1 0,-1 1-1,1 0 1,2 2 0,1-1-115,-2 0 82,-1 0 0,1 0 0,-1 1 0,1-1 0,-1 1 0,0-1 0,0 1 0,0 0 0,-1 0 0,1 0 0,-1 0 0,1 1 1,-1-1-1,0 1 0,-1 0 0,4 7 0,10 16-647,-13-25 575,9 10 78,-8-9 171,0-1 0,1 0 0,-1 0 0,0 0 0,1 0 0,-1-1 0,1 1 0,0-1 0,-1 0 0,1 0 0,7 1 0,-7-2 341,-2-1 18,-1 0-405,0 1 0,0-1 0,0 0 0,0 1 0,0-1 0,0 0 0,0 1 0,0-1 0,0 0 0,-1 0 0,1 0 0,0 0 1,-1 0-1,1 0 0,0 0 0,-1 0 0,1 0 0,-1 0 0,0 0 0,1 0 0,-1 0 0,0 0 0,1-1 0,-1-1 0,-1 0-3,0 1 0,-1 0-1,1-1 1,0 1 0,-1 0 0,0-1-1,1 1 1,-1 0 0,0 0-1,0 0 1,0 1 0,-4-4 0,-16-10 72,0 1 1,-1 1-1,0 1 1,-1 1 0,-45-14-1,48 17-34,-149-46 265,-347-61 0,-187 18-218,567 81-123,-504-52 101,577 62-115,-331-34-17,-20 15-705,405 25 696,0 0 0,1 1 0,-1 0 0,0 0 0,1 1 0,-1 1 0,-11 4 0,16-5 5,1 0 0,-1 0 0,1 1-1,0 0 1,0 0 0,0 0 0,1 0 0,-1 1 0,1 0 0,0-1 0,0 1 0,0 0-1,0 1 1,0-1 0,-3 9 0,-35 86-552,-58 119-87,-227 267 86,236-362 463,-12 21-23,-94 127-9,59-83 84,-215 389-1,319-508 61,2 1-1,4 1 1,3 1 0,3 1-1,3 1 1,3 1 0,4 0-1,-3 97 1,11 62-787,-14 214-1243,9-322 1784,12 199 1,0-272 403,15 70 0,-18-120-296,0 1 0,0 0-1,0 0 1,0-1 0,1 1 0,0-1 0,0 1 0,0-1 0,0 0 0,0 0 0,1 0 0,-1 0 0,1 0 0,0-1 0,3 3 0,14 4-1099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42.6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8785,'20'9'1280,"0"0"-304,3-9-176,1 0-172,16 0-132,27 0-100,0 0-88,10 0-100,17 0-268,16 0-580,14 0-324,10 6-2604,4 0-2093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43.0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305 160 6093,'11'-16'774,"0"1"1,-1-2-1,-1 0 1,-1 0 0,10-30-1,-10 18 1206,-8 29-1927,-1 0 0,1 0 0,0 0 1,0 0-1,0 0 0,0 0 1,0 0-1,0 0 0,0 0 0,0 0 1,0 0-1,0 0 0,0 0 0,-1 0 1,1 0-1,0 0 0,0 0 0,0 0 1,0 0-1,0 0 0,0 0 1,0 0-1,0 0 0,0 0 0,0 0 1,-1 0 265,1-1-266,0 1 1,0 0-1,0 0 0,0 0 1,0 0-1,0 0 0,-22 42 2756,9-14-3068,-20 43 700,2 1 0,-24 91 1,-27 158-1870,2-7-3391,45-193 967,9-6-1736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43.3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128 1 8829,'11'4'285,"-1"0"0,1 0 0,-1 2 0,0-1 0,0 1 1,0 1-1,-1 0 0,0 0 0,0 0 0,-1 1 0,0 1 0,0 0 0,7 11 1,-8-12-235,0 1 1,-1 0-1,-1 1 1,1-1 0,-1 1-1,-1 0 1,0 1 0,0-1-1,-1 1 1,-1-1 0,0 1-1,0 0 1,-1 0 0,0 13-1,-1-8-25,0 1-1,-2 0 1,0-1-1,-1 1 1,-1-1-1,0 1 1,-1-1-1,-1-1 1,0 1-1,-1-1 1,-1 0-1,-1-1 1,0 0-1,-18 22 1,-59 67-348,-39 49-5836,103-120 1644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44.0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421 637 5893,'-23'2'553,"0"0"1,0 2-1,0 0 1,1 2 0,0 0-1,-27 12 1,33-10-336,1 0 0,-1 1-1,2 0 1,-1 1 0,1 1 0,1 0-1,0 1 1,-20 24 0,21-22-134,2 1 0,0 0 0,1 0 1,0 1-1,1 0 0,1 0 0,-6 18 1,11-27-64,0-1 0,1 0 0,0 1-1,0 0 1,0-1 0,0 1 0,1 0 0,0-1 0,1 1 0,-1 0 0,1-1 0,1 1 0,-1-1 0,1 1 0,0-1 0,1 0 0,-1 0 0,1 0-1,1 0 1,-1 0 0,1-1 0,4 7 0,-5-10 2,-1 1 1,0-1-1,1 0 0,-1 0 0,1 0 1,-1 0-1,1 0 0,0 0 0,0-1 1,0 0-1,0 1 0,0-1 0,0 0 1,0 0-1,1-1 0,3 2 0,-5-3-13,1 1 0,-1 0 1,0-1-1,0 1 0,0-1 0,0 1 0,0-1 0,0 0 0,0 0 0,0 0 0,0 0 0,0 0 0,0-1 1,0 1-1,-1 0 0,1-1 0,-1 0 0,1 1 0,-1-1 0,1 0 0,-1 1 0,0-1 0,0 0 0,0 0 0,1-3 1,10-25 49,-1-1 1,-1-1 0,-2 0-1,6-53 1,7-25 18,14-98 41,3-10-71,-11 65 38,-26 151-87,-1 3 2,0 1 0,0 0 0,0 0 0,0-1 0,-1 1 0,1 0 0,0-1 0,-1 1 0,1 0 0,-1-1 0,0 2 0,-3 10 24,-30 229 23,31-196-112,2 1-1,2-1 0,10 63 0,-10-102 30,1 0 0,-1 0 0,1-1-1,1 1 1,-1-1 0,1 1 0,0-1-1,1 0 1,7 11 0,-9-15 11,-1 0 1,1 0-1,0-1 1,0 1-1,0 0 1,0-1-1,0 0 1,0 1-1,0-1 1,0 0-1,1 0 0,-1 0 1,0 0-1,1 0 1,-1-1-1,1 1 1,-1-1-1,1 0 1,-1 0-1,1 1 1,-1-1-1,1-1 1,-1 1-1,1 0 1,-1-1-1,0 1 1,1-1-1,-1 0 1,1 0-1,2-1 1,10-6-45,0-1 0,0 0 0,-1-1 1,0-1-1,-1 0 0,0-1 1,-1 0-1,19-24 0,6-15-81,33-58-1,-29 43 127,-24 40 77,1 1 1,1 1-1,1 1 0,1 0 1,30-24-1,-36 35 32,0 1-1,1 1 1,0 0-1,0 1 1,1 1 0,0 1-1,1 0 1,-1 1 0,35-6-1,6 1 80,-8 1-308,65-3-1,-99 12-44,1 1 1,-1 1-1,1 0 1,-1 1-1,0 1 1,0 1 0,0 0-1,16 7 1,6 7-320,-1 2 1,-1 1-1,50 40 1,37 22-183,-105-73 630,0 0-1,0-2 0,1 0 1,0-2-1,26 7 0,-37-11 67,1-1-1,0 0 0,-1-1 1,1 1-1,0-2 1,0 1-1,0-1 1,-1-1-1,1 1 1,-1-2-1,1 1 0,-1-1 1,0 0-1,0-1 1,0 0-1,0 0 1,-1 0-1,1-1 1,-1-1-1,0 1 0,6-8 1,2-2 94,-1-1 0,-1-1 0,0 0-1,-2-1 1,0 0 0,-1-1 0,12-31 0,-15 34-240,0-1 0,1 1-1,0 1 1,1-1 0,1 1 0,1 1 0,18-21-1,-8 15-381,-17 16 269,-1 0-1,1 0 1,0 0-1,0 1 1,1 0-1,-1 0 1,1 0-1,-1 0 1,1 1-1,0 0 1,0 0-1,0 0 0,0 0 1,7-1-1,14-2-746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44.3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229 16 5392,'-8'-13'1171,"6"11"-153,-1 2-180,-67 12 2027,67-12-2855,1 1-1,-1-1 0,1 1 0,0 0 0,-1 0 0,1 0 0,0 0 1,0 0-1,0 0 0,0 0 0,-4 4 0,-4 2-15,-54 21-82,61-26 105,-17-8 16,19 6-28,1 0 1,-1 0 0,0 0-1,0 0 1,0 0 0,0-1 0,0 1-1,1 0 1,-1-1 0,0 1-1,0 0 1,1-1 0,-1 1-1,0-1 1,1 1 0,-1-1-1,0 0 1,1 1 0,-1-1 0,1 1-1,-1-1 1,1 0 0,-1-1-1,1 1 0,0 0 1,0-1-1,0 1 0,0-1 0,0 1 0,1 0 0,-1-1 1,1 1-1,-1 0 0,1-1 0,-1 1 0,1 0 0,1-2 0,-1 1 69,9-7 18,-10 8-83,1 0 1,-1 1-1,1-1 1,-1 0-1,0 1 1,1-1 0,0 0-1,-1 1 1,1-1-1,-1 1 1,1-1 0,-1 1-1,1-1 1,0 1-1,-1-1 1,1 1-1,0 0 1,0-1 0,-1 1-1,1 0 1,0 0-1,0-1 1,0 1 0,0 0-1,7 2-409,7 1-27,-3-2-3464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44.8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449 1 7141,'-15'-1'347,"0"1"0,-1 0 0,1 1 0,0 1 0,0 1 0,0 0 1,0 0-1,0 2 0,1 0 0,-1 0 0,1 2 0,0-1 0,1 2 0,0 0 0,0 0 1,1 2-1,0-1 0,-13 14 0,7-4-228,0 1 0,1 0 0,1 1 0,1 0 0,1 2 0,1-1 0,1 2-1,1 0 1,-15 48 0,24-64-121,0 1 0,0-1 0,1 1 0,1 0 0,0 0 0,0 0 0,0 0 0,1-1 0,0 1 0,1 0-1,0-1 1,5 15 0,-5-19-4,0 0 0,0 0 0,0 0-1,0 0 1,0-1 0,1 1 0,-1-1 0,1 1 0,0-1-1,0 0 1,0 0 0,1-1 0,-1 1 0,1 0-1,0-1 1,-1 0 0,1 0 0,0 0 0,0-1-1,0 1 1,0-1 0,1 0 0,-1 0 0,0 0-1,0-1 1,1 1 0,-1-1 0,5-1 0,1 0 18,-1 0 0,0-1 0,1 0 1,-1-1-1,0 0 0,0-1 0,-1 0 1,1 0-1,-1 0 0,0-1 0,11-9 1,-1 0 91,0-2 0,-2 0 0,24-29 0,-18 17 101,-10 13 87,0-1 0,1 2 0,30-26 0,-45 66 55,-40 290 224,24-208-395,-75 391-665,-24 111-3546,117-607 3866,1-7 50,99-275-4111,-72 204 1694,7-1-651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44.9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4 976,'114'-3'-336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45.8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8240 1627 4008,'-72'-4'1218,"70"3"-1122,0 1 0,0 0 0,0-1-1,0 1 1,0-1 0,0 0-1,0 0 1,0 0 0,1 0-1,-1 0 1,0 0 0,-1-1-1,-12-5 979,8 8-778,0-1 0,0 1-1,0 0 1,0 0 0,0 1 0,1-1-1,-1 2 1,0-1 0,-6 4 0,-5 3 358,1 0 0,-17 13 0,12-4 100,0 1 0,1 1-1,0 1 1,-18 26-1,-9 8 194,-138 161 1342,-10 10-1196,142-167-938,-248 249 280,-188 118-1190,129-155-924,-11-17-1,-684 350 1,-363 63 95,-24-52 1621,959-410 42,-218 89 110,568-241-85,-191 66 422,307-113-497,-1-1 0,1-1 0,-1-1 1,0 0-1,0-2 0,0 0 0,-37-3 1,51 1-21,0 0 0,1 0 0,-1 0 0,1-1 1,-1 1-1,1-1 0,-1 0 0,1-1 0,0 1 0,0-1 1,0 0-1,0 1 0,1-2 0,-1 1 0,1 0 0,0-1 1,0 0-1,0 0 0,0 1 0,1-2 0,0 1 0,-1 0 1,2 0-1,-1-1 0,0 1 0,1-1 0,0 0 0,-1-7 1,0-10 8,0 1 0,2-1 1,1 1-1,1 0 1,4-26-1,15-63 9,66-208-1,71-100-439,316-552-1601,99 50 831,-134 321 764,61 52 168,-252 317 307,11 10-1,8 12 1,511-300-1,116 59 547,-629 338-86,411-111 1,-270 139-184,-321 73-202,0 3-1,162 9 1,-195 3-69,0 2 0,-1 3 0,0 1 0,0 3 0,84 35 0,-97-31-32,-2 1 0,0 2 0,-1 1 0,-1 2 0,-1 2 0,-2 1-1,0 1 1,29 35 0,-16-7 0,-2 1 0,-2 3 0,-3 1 0,-3 2 0,49 126 0,-28-30-539,48 228 0,-5 193-3200,-79-448 1602,17 95-2570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46.0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249 21 8705,'-94'-18'1016,"54"18"-520,13-3-480,0 3-500,4 3-2404,-14 6-989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48.1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12 4108,'17'6'1953,"-4"-18"-1453,1 6 428,-4 18-852,3 3-452,14-3-1717,27 9-19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33.9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540 52 11053,'-12'-10'750,"9"8"-547,1 1 1,-1-1 0,1 0 0,0 0-1,0 0 1,0 0 0,0-1-1,0 1 1,0 0 0,0-1-1,1 0 1,0 1 0,-1-1 0,1 0-1,-1-4 1,0 8 45,0 0 0,1 0-1,-1 0 1,1 0 0,-1 1 0,1-1-1,0 0 1,0 1 0,-1-1 0,1 1 0,0 0-1,0-1 1,0 1 0,0 3 0,-6 26 247,1 1 0,2 0 1,0 35-1,-1 9 9,-149 1048 1487,15-525-4210,19-209-7364,82-278 1090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34.3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1 872 13689,'30'-36'1952,"34"0"-235,9-10-521,18-11-304,9-6-168,21 0-152,23-7-164,13-5-396,24 2-676,10 4-464,14-6-580,-1 2-341,0 4-2495,-6 3-3541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34.7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0 405 9325,'23'-5'1920,"-19"4"-261,13 11 1074,-13-8-2556,-1 1 0,-1-1 0,1 1 1,0 0-1,0 0 0,-1 0 0,0 0 0,0 0 1,0 1-1,0-1 0,0 1 0,0-1 0,-1 1 1,0 0-1,0-1 0,1 6 0,1 7 117,-1-1 1,1 24-1,-4-1-52,-2 0 1,-2-1-1,-1 0 0,-1 0 1,-3 0-1,-20 54 1,18-70-225,6-8 126,6-13-141,1 0 1,0 0-1,-1 1 0,1-1 0,0 0 1,-1 0-1,1 0 0,0 0 0,-1 0 1,1 0-1,0 0 0,-1-1 0,1 1 1,0 0-1,-1 0 0,1 0 1,0-1-1,-1 1 0,1 0 0,-1-1 1,1 1-1,-1 0 0,2-2 0,9-4 11,-1 0 0,0-1 0,0 0 0,11-10-1,27-20-9,-29 26-19,-1 1 1,2 1 0,-1 1-1,1 0 1,0 2-1,1 0 1,-1 2-1,1 0 1,0 1-1,0 1 1,1 1-1,-1 1 1,26 3-1,48 8-361,-59-4 190,1-3 0,-1-1 0,1-1 0,0-3 0,40-4-1,-55 0 177,-1-1 0,-1-1 0,1 0 0,-1-2 0,0 0 0,-1-1 0,0-1 0,0-1 0,23-21 0,13-15 499,72-82-1,-51 49-102,174-157 858,-232 220-1110,0-2 83,1 1-1,0 1 0,1 1 1,1 1-1,31-18 1,-49 32-176,0 1 1,0 0 0,1 1-1,-1-1 1,0 0 0,1 1-1,-1 0 1,1 0 0,-1 0-1,0 0 1,1 1 0,-1-1-1,0 1 1,0 0 0,1 0-1,-1 0 1,0 0 0,3 2-1,-1-1-19,-1 0 0,0 1 0,0-1-1,0 1 1,0 0 0,0 0-1,0 1 1,-1-1 0,0 1-1,0-1 1,4 6 0,4 14 59,0-1 1,7 28 0,10 20-223,-17-46-51,40 78-1424,-44-90 876,1 0 0,0-1 1,0 0-1,1-1 0,0 0 0,12 10 1,4-6-4349,-16-11 2593,5 6-4894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35.0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1 483 7161,'33'-10'453,"128"-40"2509,-2-8 602,-49 15-2604,2 6 0,151-30 0,-260 66-990,220-33-3624,11-2-58,-87 0 5486,-98 15 852,14-20-5284,-17 9-1571,-15 16 76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35.3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88 8825,'25'10'1944,"-20"-8"-303,-2-5-1189,0 0 0,0 0 1,0 0-1,0 0 0,1 1 0,-1-1 1,1 1-1,4-2 0,16-7 70,1 2 0,0 0-1,1 1 1,0 2 0,29-4-1,-26 5-411,70-10 152,-88 14-245,-1 1-1,0 0 1,1 1-1,-1 0 1,0 1-1,1 0 1,15 5 0,-24-6-6,0 0 1,0 1-1,0-1 1,-1 0-1,1 1 1,0-1 0,-1 1-1,1-1 1,-1 1-1,1 0 1,-1-1 0,0 1-1,0 0 1,0 0-1,0 0 1,0 0 0,0 0-1,-1 0 1,1 0-1,0 1 1,-1-1 0,0 0-1,0 0 1,1 0-1,-1 1 1,-1-1 0,1 0-1,-1 3 1,0 11 131,-2 1 1,-8 30 0,3-14-76,7-24-54,-1-1 0,2 1 0,-1-1 1,1 1-1,1-1 0,-1 1 0,1-1 0,1 1 1,0-1-1,4 13 0,-5-18-42,0 0-1,1 0 1,0 0-1,-1 0 1,1-1 0,0 1-1,0 0 1,1-1-1,-1 1 1,0-1-1,1 0 1,0 0 0,-1 0-1,1 0 1,0 0-1,0-1 1,0 1-1,0-1 1,0 0 0,0 0-1,1 0 1,-1 0-1,0 0 1,0-1 0,1 0-1,-1 1 1,1-1-1,5-1 1,4 0-35,-1-1 0,1-1 0,-1 0 0,0-1 0,0 0 0,0 0 0,19-11 0,76-54-224,-32 19 308,-27 19-362,-21 14-144,42-22-1,-16 20-2556,-41 16 924,0 1 0,25-1 0,12 2-3702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35.5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 1 12545,'0'90'3390,"-3"1"1,-18 102-1,13-149-2803,4-24-195,1 1 1,0 0-1,1 34 0,2-34 102,0-17 35,9 5 347,-8-8-864,-1-1-1,0 1 1,0 0 0,1-1 0,-1 1 0,0-1 0,1 1 0,-1-1 0,1 1 0,-1-1-1,1 1 1,-1-1 0,1 1 0,-1-1 0,1 1 0,0-1 0,-1 0 0,1 1-1,-1-1 1,1 0 0,0 0 0,-1 0 0,1 1 0,1-1 0,3-2 36,0 0 1,-1 0-1,1-1 0,0 1 1,-1-1-1,1 0 1,-1-1-1,8-6 0,-1 0 22,251-204-2888,-195 157 1056,68-43-2537,-39 45-2174,-15 20-2764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35.7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21 13793,'-3'-21'12473,"6"51"-11977,14 19-932,-10-13-328,-4-18-624,-3 12-868,-10 18-656,3-12-2753,7 4-4692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35.8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9089,'37'0'1760,"-13"0"-1488,2 0-324,-6 18-268,14 12-636,-11-3-1944,-6 16-1009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36.3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68 226 6161,'17'-3'606,"0"0"1,0-2 0,-1 0 0,0 0 0,1-2-1,-2 0 1,1 0 0,-1-2 0,26-19-1,-28 18 294,0-1 0,-2 0 0,1 0 0,-1-1 0,-1-1 0,0 0 0,9-16 0,-19 27-848,0 1-1,0 0 0,0 0 0,0 0 0,0 0 1,-1 0-1,1 0 0,0 0 0,-1 0 0,1 1 0,-1-1 1,1 0-1,-1 0 0,1 0 0,-1 0 0,0 0 1,1 1-1,-1-1 0,0 0 0,-1-1 0,1 1 77,0 0-90,0 0-1,-1 0 1,1-1-1,-1 1 0,1 0 1,-1 0-1,1 0 1,-1 0-1,1 1 1,-1-1-1,0 0 1,0 1-1,1-1 1,-1 1-1,0-1 0,0 1 1,0 0-1,1 0 1,-1 0-1,0 0 1,0 0-1,-2 1 1,-42 9 256,36-7-210,-7 4 6,-1 1 0,2 0 1,-1 1-1,1 0 0,1 2 0,0-1 0,0 2 0,-13 14 0,17-16-44,0 0 1,1 1-1,1 0 0,0 1 0,-12 20 0,19-28-33,-1 0-1,1 1 1,0-1-1,0 1 1,0 0-1,1-1 1,0 1-1,0 0 0,0 0 1,0 0-1,1 0 1,0 0-1,0 0 1,0 0-1,1 0 1,0 0-1,-1 0 0,2 0 1,-1 0-1,3 5 1,-1-3-34,1 0 1,1-1-1,-1 1 0,1-1 1,0 0-1,1 0 0,-1-1 1,1 1-1,0-1 0,0-1 1,1 1-1,0-1 1,-1 0-1,1-1 0,1 1 1,-1-1-1,8 2 0,19 2-76,0-1-1,0-2 1,1-2-1,54-2 0,-48 0 22,93-5-440,32-22-3608,-55 7 1186,282-46-2610,-255 42 5648,33-5 2023,-137 25-1010,0 2 0,0 1 1,35 4-1,-62-2-827,0 1 1,0 0 0,0 0 0,0 1-1,-1 0 1,1 0 0,-1 0-1,0 1 1,0 0 0,0 0 0,-1 0-1,1 1 1,7 8 0,15 10 47,-26-21-445,0-1 1,1 0-1,-1 0 0,1 0 1,-1 0-1,1-1 0,-1 1 0,1-1 1,0 1-1,-1-1 0,1 0 1,-1 0-1,1 0 0,0 0 0,4-2 1,30-7-1604,-1-1 1,53-24-1,-9 4-3416,-20 9-27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49.0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782 0 10657,'-7'5'349,"0"1"0,1-1 0,0 1 0,0 0 0,1 1 0,-1 0 0,1-1 0,-7 16-1,-2 5 842,-11 35-1,10-23-521,-283 719 4947,77-133-5431,105-201-4155,105-381 1439,2 0-1,-4 60 1,14-33-5559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49.5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3250 1 4968,'3'6'274,"0"1"0,1-1 0,-1 0 0,1 0 0,1-1 0,-1 1 0,1-1 0,0 0 0,1 0 0,-1 0-1,1-1 1,0 0 0,0 0 0,0-1 0,12 6 0,6 0 372,1-1 1,-1-1-1,29 4 1,-13-2-248,18 6-184,-1 2 0,0 3 0,-2 2-1,0 2 1,-2 3 0,0 2-1,-3 3 1,0 2 0,-2 1-1,-2 3 1,-1 2 0,-2 2-1,-2 2 1,-2 1 0,56 86-1,-59-75-149,-2 3 0,-4 0 0,-1 2-1,-4 1 1,-2 1 0,-3 1 0,22 131-1,-37-156-49,-2 0 1,-2 1-1,-2-1 0,-1 0 0,-2 0 0,-13 52 0,9-60 2,-1-1 0,-2-1 1,-1 0-1,-1 0 0,-1-2 0,-2 1 0,-1-2 0,-34 43 0,15-31-37,0-1 1,-3-2-1,0-1 1,-58 36-1,6-13-138,-106 48-1,-232 74-218,-15-30 124,227-78 182,-635 233 509,70-24 2120,762-274-2461,-148 52 1506,-260 53-1,414-109-1502,0 0 0,0 0 0,-1-1 0,1-1 0,0 0-1,-1-1 1,1-1 0,-17-3 0,29 4-86,0 0 0,0 0 0,0 0 0,0 0 0,0 0 0,0 0 0,1 0-1,-1 0 1,0-1 0,1 1 0,-1-1 0,1 1 0,0-1 0,-1 1 0,1-1 0,0 0 0,0 0 0,0 0 0,0 0 0,0 0-1,1 0 1,-1 0 0,1 0 0,-1 0 0,1 0 0,-1-3 0,0-7-39,1-1 0,0 1 0,3-19 0,-1 10-143,-1 4-116,-1-1 1,0 1-1,-1-1 0,-6-31 1,4 39 61,0-1 0,-1 1 0,0 0 0,-1 0 0,0 1 0,0-1 0,-1 1 0,0 0 0,-9-10 0,5 8-220,-1 0 1,0 1-1,-1 0 1,0 1 0,0 0-1,-1 0 1,0 2-1,-1 0 1,-23-10-1,23 13-597,0 0 0,-1 0 0,1 1 0,-1 1 0,-28-1 0,-5 5-4428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49.8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607 64 5136,'-50'-33'1657,"23"30"-441,-3 0-256,3-3-176,-7 6-124,4-6-216,-27 3-48,7-3-408,-10 3-280,-10 3-524,-14 3-2204,-3 0-1109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50.9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31 450 8609,'-17'-12'2040,"4"0"1152,23-3-1964,10-12-188,10 2-59,24-5-185,19-3-124,25-3-164,22-6-72,24 3-104,20 2-112,21 4-492,15 6-488,12 6-700,2-6-557,-6 9-2507,-11 3-3513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52.1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152 33 7501,'-99'-31'4785,"95"29"-1549,1 4-2766,0 0-394,1 0-1,-1 0 1,1 0 0,-1 1-1,1-1 1,0 0 0,0 1-1,0 0 1,0-1 0,0 1-1,1 0 1,-3 6-1,2 0 46,0 0 0,0 0 0,0 17-1,2-22-104,-6 215 236,6-211-320,-1-1 1,1 1-1,0 0 1,1-1-1,-1 1 1,2-1 0,1 10-1,-1-14 43,-1 1 0,1-1 0,0 0 0,0 0 0,0 1-1,0-1 1,0 0 0,1-1 0,0 1 0,-1 0 0,1-1 0,0 1-1,0-1 1,0 0 0,0 0 0,6 2 0,37 19 28,18 8-243,89 59-1,-130-74 268,108 70 99,-128-84-75,1 0-1,-1 0 1,1 0-1,-1-1 1,1 0-1,-1 1 0,1-1 1,0 0-1,0-1 1,0 1-1,-1-1 1,1 0-1,0 0 1,0 0-1,0 0 1,0-1-1,-1 1 1,1-1-1,0 0 1,0 0-1,-1 0 1,1-1-1,-1 1 0,1-1 1,-1 0-1,0 0 1,0 0-1,1-1 1,3-4-1,330-231-1576,-305 217 848,1 1 1,1 2 0,1 1 0,0 2 0,1 2 0,40-10 0,104-15-1718,239-65 83,-403 98 2560,-1-1-1,0-1 0,28-17 1,-41 23 136,-36-5-109,32 7-273,-1-1 0,0 1 0,1 0-1,-1 0 1,1 0 0,-1 0 0,1 0 0,-1 1-1,1-1 1,0 1 0,0-1 0,0 1 0,0 0 0,0 0-1,-3 3 1,2-2-17,-4 1 74,15-17 1602,5-7-143,-13 19-1527,1-1-1,0 1 1,-1 0-1,1 0 0,0 0 1,0 0-1,0 0 1,0 0-1,0 1 0,0-1 1,0 0-1,0 0 1,0 1-1,1-1 0,-1 1 1,0-1-1,0 1 1,0-1-1,1 1 1,0-1-1,36-5-818,-12 3-240,20-8-1784,-1 2-1091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52.3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67 0 5673,'-40'43'1188,"33"-22"-220,1-3-208,-1 0-4,0 0-300,11 3-180,-1 3-240,4 3-228,6 19-328,-6-31-428,-7 15-472,0 0-633,3 3 57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52.5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0 135 4624,'10'-16'788,"-1"0"0,2 1 0,20-23-1,-27 34-653,1 0 1,-1 0-1,1 0 0,0 0 0,0 1 0,1 0 0,-1 0 0,0 0 1,1 1-1,0-1 0,0 1 0,0 1 0,0-1 0,0 1 0,8-1 1,-6 2-67,18-3 51,1 2 0,0 1 0,-1 1 0,1 1 0,46 10 0,-70-11-115,1 1-1,-1 0 1,1 0-1,-1 0 0,0 0 1,0 0-1,0 0 1,0 1-1,0 0 0,-1-1 1,1 1-1,-1 0 1,0 0-1,0 1 0,0-1 1,0 0-1,0 1 1,-1-1-1,0 1 0,2 4 1,1 8-253,0 0 0,-1 0 0,1 19 1,-3-27-39,7 61-3349,1-21 762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52.8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135 82 4520,'-28'0'1789,"23"0"-173,1-1-124,-4-3-669,1 0 1,-1 0-1,1-1 0,0 0 1,0-1-1,0 0 0,1 0 1,0 0-1,-6-7 0,-1 0 904,3 5-3140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54.6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789 155 5100,'-139'-48'2168,"66"31"-95,-129-14 1,77 15-839,-109-24 1564,218 38-1495,38 6-481,783 88 1520,8-55-3736,90-75-7175,-577 9 1594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35:54.8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0 579 4352,'144'-132'1141,"-80"83"-497,16-2 168,14 6-164,7 3-124,6-3-120,7-1-136,23 7-536,17-6-308,13 0-1716,21 6-381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0:35.2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181 1 5072,'-23'24'897,"3"-3"-141,6 9-16,11-15-44,-11 6-52,-6 16 108,0-16-248,13-9-100,-9 3-60,2 3 20,-2-15-84,2 6-68,21-27-644,13-9-108,7-9-468,3-4-1856,3-8-973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0:36.1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81 395 12201,'-12'-43'3820,"-30"-68"-1,17 51 1209,23 57-3315,14 24-655,7 23-678,-2 1 1,-1 0 0,-3 1-1,14 88 1,2 198 90,-18 91-158,2 38-160,1-119-57,10 174-8,-21-446-73,-2-33-12,1-1 0,1 1 0,17 65 0,-20-101-2,0 0 0,0 1 1,1-1-1,-1 0 0,0 0 0,1 1 0,-1-1 0,1 0 1,0 0-1,-1 0 0,1 0 0,0 0 0,0 1 0,-1-1 1,1-1-1,0 1 0,0 0 0,0 0 0,0 0 0,0 0 0,0-1 1,1 1-1,-1 0 0,0-1 0,0 1 0,0-1 0,1 0 1,-1 1-1,0-1 0,1 0 0,-1 0 0,0 0 0,0 0 1,1 0-1,-1 0 0,0 0 0,1 0 0,-1 0 0,0-1 0,1 1 1,-1 0-1,2-2 0,2 0 1,-1-1 1,1 1-1,-1-1 1,0-1-1,0 1 1,0-1-1,0 1 1,-1-1-1,6-7 1,13-22 34,-2 0 1,23-53 0,25-82-60,-29 69-2,470-997-354,-432 938 287,-54 111 49,223-440-523,34 22-2679,-266 445 2913,6-10-458,29-31-1,-43 53 410,1 1 1,1 0-1,-1 0 0,1 1 1,0 0-1,1 1 1,0-1-1,16-6 0,-23 11 142,0 0 0,0 0 0,-1 1 0,1-1 0,0 0 0,0 1 0,0-1 0,0 1 0,0 0 0,0 0 0,0-1 0,0 1 0,0 1 0,0-1 0,0 0 0,0 0 0,-1 1 0,1-1 0,0 1 0,0-1 0,0 1 0,0 0 0,-1 0 0,1 0 0,0 0 0,-1 0 0,1 0 0,-1 1 0,1-1 0,-1 0 0,1 1 0,-1-1 0,0 1 0,0-1 0,0 1 0,1 2 0,17 43-9157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0:36.5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1363 201 12013,'-25'-37'1214,"9"11"218,-1 2 0,-29-32-1,41 51-1132,0 0 0,0-1 0,-1 2-1,0-1 1,0 1 0,0 0 0,-1 0 0,1 0-1,-1 1 1,0 0 0,0 1 0,0-1-1,0 1 1,-15-2 0,2 4-57,-1 1 0,1 0 0,-1 2 0,1 0 1,0 1-1,0 1 0,0 1 0,1 1 0,0 1 0,0 0 0,1 2 0,-26 16 0,-5 8-39,2 1 0,2 3 0,-46 49-1,11-6-130,4 3 0,4 3 0,4 4 0,4 2 0,4 3 0,4 3 0,-57 140 0,101-209-175,2-1 1,-9 43-1,17-64 80,0 1 1,1-1-1,0 1 1,1-1-1,0 1 0,0-1 1,1 1-1,0-1 1,0 1-1,1-1 0,0 0 1,1 0-1,6 14 1,-7-19 14,0 1 0,0-1-1,0 0 1,0-1 0,1 1 0,-1 0 0,1-1 0,0 1 0,0-1 0,0 0 0,0 0-1,0 0 1,0 0 0,1 0 0,-1-1 0,7 2 0,-3-1 6,-1-1 1,1 0-1,0 0 1,0-1-1,0 0 1,0 0-1,0-1 1,10-2-1,4-2 54,0-1-1,0-1 1,0-1-1,32-18 1,-15 4 296,-1-2 0,65-54 1,58-71 802,-106 97-743,211-190 1773,-254 233-2070,0-1 1,1 2-1,0 0 0,25-13 1,-35 20-108,0 1 0,0-1 1,0 0-1,-1 1 0,1 0 0,0-1 1,0 1-1,0 0 0,0 0 1,0 0-1,0 0 0,0 0 1,0 1-1,0-1 0,0 0 1,-1 1-1,1-1 0,0 1 1,0 0-1,0 0 0,-1 0 1,1 0-1,0 0 0,-1 0 1,1 0-1,-1 0 0,1 1 1,-1-1-1,0 1 0,0-1 0,2 4 1,1 0-103,0 1 1,-1 0 0,0 0-1,-1 1 1,1-1 0,-1 1-1,2 10 1,35 238-8600,-28-170 464,-2-23-2574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0:36.8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1 462 13961,'4'-26'1125,"-3"18"-472,0 1 0,0 0 0,0 0 0,1 0 0,0 0 0,1 1 0,-1-1 0,1 1 0,7-12 0,-8 17-476,0-1 1,-1 1-1,1 0 1,1-1-1,-1 1 0,0 0 1,0 0-1,0 1 0,0-1 1,1 0-1,-1 1 1,0-1-1,1 1 0,-1 0 1,0 0-1,1 0 0,-1 0 1,1 0-1,-1 0 1,0 0-1,1 1 0,-1 0 1,4 1-1,6 1 152,-1 1-1,-1 1 1,18 9 0,-12-5-85,0 1 1,0 1 0,-1 1-1,0 0 1,21 23-1,10 16 117,-1 3 0,-3 1-1,54 94 1,-72-102-347,-1 1-1,-3 1 1,-2 1 0,-2 1-1,-2 0 1,-3 1-1,-1 1 1,-4 0 0,-1 0-1,-3 0 1,-2 0 0,-2 0-1,-3 0 1,-2 0-1,-20 76 1,22-112-28,0 1 0,-1-2 1,-1 1-1,-1-1 0,0 0 0,-1 0 0,-11 14 0,19-29 12,0 1 0,0-1 0,0 1 0,-1-1 0,1 1 0,0-1 0,-1 0 0,1 0 0,-1 0 0,0 1 0,1-2 0,-1 1 0,0 0 0,1 0 0,-1 0 0,0-1 0,0 1 0,0-1 0,0 0 0,0 1 0,1-1 0,-1 0 0,0 0 0,0 0 0,0 0 0,0-1 0,0 1 0,0 0 0,0-1 0,-3-1 0,2 1 0,0-1 0,0 0 0,0-1 0,0 1 0,0 0 0,0-1 0,0 0 0,1 1 0,-1-1 0,1 0 0,0 0 0,0 0 0,0-1 0,-2-4 0,-5-16-4,2 0 0,0-1 0,1 0 0,2 0 0,-3-41 0,9-133-9,4 121-268,4 0 1,3 1-1,4 0 1,3 1-1,3 1 1,3 1-1,58-114 0,-56 136-512,2 1-1,2 1 1,3 2 0,1 2-1,3 1 1,1 1-1,2 3 1,2 1 0,2 2-1,88-54 1,-84 63-1881,1 3-1,58-21 1,-11 17-5363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0:37.1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68 266 12433,'-67'-24'12465,"89"11"-10127,1 1-1939,0 2-1,1 0 0,0 2 0,29-7 0,107-15-899,-76 16-460,164-48-5076,-84 19-2831,-55 19-1008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0:37.3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532 78 13165,'-8'-11'468,"2"2"483,-1 0-1,0 0 1,-1 1-1,-8-9 1,14 16-765,1-1 0,-1 1 0,1 0 0,-1 0 0,1 0-1,-1 0 1,0 0 0,1 0 0,-1 0 0,0 0 0,0 1 0,0-1 0,1 1 0,-1-1 0,0 1-1,0 0 1,0 0 0,0 0 0,0 0 0,0 0 0,0 0 0,0 1 0,0-1 0,1 0 0,-1 1-1,0 0 1,0-1 0,0 1 0,1 0 0,-1 0 0,-1 1 0,-3 4 98,0-1-1,1 1 1,0 0-1,0 1 1,0-1 0,-4 10-1,-1-1 52,-25 44 553,2 1 0,-48 121-1,-26 139-245,102-304-624,-27 100-1174,6 2 0,6 0-1,4 2 1,0 124 0,16-108-1639,1-121 1964,1 0 0,0 0 1,1 0-1,0 0 0,1 0 1,11 25-1,4-16-4070,-2-12-2801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0:37.7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44 213 7517,'-36'-5'2038,"28"4"1462,14 36-133,14 14-2489,-16-39-468,16 29 412,2-1-1,47 63 1,67 61 238,367 337 518,-440-441-1778,3-3 1,2-3 0,2-2-1,89 45 1,49 0-1720,-181-85 1635,0-1 1,0-2-1,1 0 0,0-2 1,0-1-1,30 0 1,-45-5 187,-1 1 0,1-1 0,-1-1 0,0 0 1,0-1-1,0 0 0,0-1 0,0-1 1,0 0-1,-1 0 0,13-9 0,-11 5 0,0 0-1,-1-2 1,0 0 0,0 0 0,-1-1-1,-1 0 1,16-24 0,-4-4 8,-1-1 1,-3 0-1,-1-1 1,-2-1-1,12-56 1,102-594 1980,-109 446 361,-8 80-604,-13 146-572,-12 38-385,6-1-572,1 0 0,0 0 0,1 0 0,1 1 0,1-1 0,0 1 0,0 19 0,-3 8 38,-8 79-345,5 0 0,9 167 0,3-238-1058,2 0 0,2 0 0,3-1 0,2 0 0,20 55 0,-27-94-34,0-1 0,1 1-1,12 18 1,29 28-6765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0:38.2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779 55 10653,'0'-2'124,"0"-1"-1,-1 1 1,0 0 0,1-1 0,-1 1-1,0-1 1,0 1 0,0 0 0,-1 0-1,1-1 1,0 1 0,-1 0 0,0 0-1,1 1 1,-1-1 0,0 0 0,0 0-1,0 1 1,-2-2 0,0 1 77,0 0-1,0 1 1,0-1 0,0 1 0,-1 0 0,1 0 0,0 1-1,0-1 1,-1 1 0,-6 0 0,-2 1 219,-1 1 0,1 0 0,1 1 0,-1 1 0,0 0 0,1 0-1,-15 8 1,3 1-13,-1 2-1,2 1 1,0 1-1,1 0 0,0 2 1,-28 32-1,-97 140 596,138-178-942,-38 55 107,3 2-1,3 3 0,-36 90 0,72-150-163,0 1 0,0 0 0,2 0 0,-1 0 0,2 0 0,0 0 0,0 27 0,2-37-4,1 0-1,-1 1 1,1-1-1,-1 0 1,1 0-1,1 0 1,-1 0-1,0 0 1,1 0-1,0 0 1,0 0-1,0 0 1,0-1-1,1 1 1,0-1-1,-1 0 1,1 0-1,0 0 1,1 0-1,-1 0 1,0-1-1,1 1 1,-1-1-1,1 0 1,0 0-1,0 0 1,0-1-1,0 1 0,0-1 1,6 1-1,3 0-9,1 0-1,0-2 0,0 1 0,-1-2 0,1 0 0,0 0 1,-1-1-1,24-7 0,106-42-44,-124 44 51,217-103-42,32-11-11,-245 113 56,0 2-1,0 1 1,1 0-1,45-1 1,98 7 38,-149 0-8,107 5-260,189 35 0,-295-38-15,-1-1 0,1-1 0,-1-1 0,1-1 0,-1 0 0,1-1 0,33-9 0,126-50-1058,-75 24 1107,-47 20 313,1 3 0,1 3-1,0 2 1,97-2 0,-73 5 112,-1-5 0,116-29 0,-170 34-181,50-20-115,-75 25 102,-7 2-35,-1 0 1,1 1 0,-1-1 0,1 1-1,0 0 1,0 1 0,0-1 0,0 1-1,0 0 1,0 0 0,1 1 0,-1-1 0,1 1-1,0 0 1,0 0 0,0 0 0,1 1-1,-4 5 1,6-8-7,-1 1 0,1-1-1,0 1 1,0 0 0,0 0 0,0 0 0,0-1-1,1 1 1,-1 0 0,1 0 0,0 0-1,0 0 1,0 0 0,0 0 0,0 0 0,1 0-1,-1 0 1,1 0 0,0 0 0,0 0-1,0-1 1,0 1 0,1 0 0,-1-1 0,1 1-1,-1-1 1,1 1 0,0-1 0,0 0-1,0 0 1,0 0 0,0 0 0,1 0 0,-1 0-1,4 2 1,8 5-431,1-1 0,0 0 0,0-1 0,1-1 0,0 0 0,23 5-1,107 15-5915,-26-13-1259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0:38.8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3110 128 10909,'-14'-12'626,"-1"0"-1,0 1 1,0 0 0,-2 2 0,1 0-1,-1 0 1,0 2 0,-1 0 0,-33-8-1,-12 4 118,-1 4 0,-69-1 0,-127 14 35,260-6-775,-147 8 166,0 8 0,2 5-1,0 7 1,2 6 0,1 7 0,-222 95 0,250-82-227,-195 125 0,233-126-29,3 2-1,2 4 1,-77 83 0,132-125 63,1 0 0,0 2 0,1-1 0,1 2-1,1 0 1,-15 34 0,23-42 28,0 0-1,1 0 1,0 0-1,0 1 1,2-1-1,-1 0 1,2 1 0,-1-1-1,2 1 1,0 0-1,0-1 1,1 0-1,7 24 1,3-7 128,1 1 0,2-2 0,0 0 0,2-1 0,28 35 0,1 3 133,-19-24-3,-2 1 0,36 79 0,-52-98-142,-1 0 1,-1 1-1,-1 0 1,-1 0-1,-2 0 0,0 1 1,-1 39-1,-6-12 84,-2 0-1,-2-1 1,-3 0-1,-2-1 1,-31 80 0,-125 234 308,149-324-464,-8 15 0,-143 313 250,150-314-249,2 1-1,3 0 1,3 1 0,-14 114 0,26-132-104,1 1 1,2-1-1,2-1 1,1 1-1,2 0 1,2-1-1,1-1 1,2 0-1,29 62 1,-23-61-279,3-1 0,0-1 0,3 0 0,1-2 0,1-1 0,2-1 1,1-2-1,60 49 0,-38-42-686,1-2 1,2-3-1,1-2 1,114 43-1,-94-48-2222,132 26 1,7-17-4613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0:39.5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597 103 5220,'244'-50'2040,"-63"26"363,235 0-1,-383 23-2275,357-3 1248,-2 18 0,501 81 0,-305 2-97,-560-94-1176,-11-2 33,0 0-1,-1 1 1,0 0 0,0 1-1,1 1 1,-2 0-1,1 0 1,0 2-1,14 8 1,-25-14-106,0 1 0,-1-1 0,1 1 0,0-1 0,-1 1 0,1-1 1,-1 1-1,1 0 0,-1-1 0,1 1 0,-1 0 0,1-1 0,-1 1 0,0 0 0,1 0 0,-1 0 0,0-1 0,0 1 0,0 0 0,1 0 0,-1 0 0,0-1 0,0 1 1,0 0-1,0 0 0,-1 0 0,1 0 0,0-1 0,0 2 0,-1 1 20,-1-1 0,1 0 0,0 0 0,-1 0 0,1 1 0,-1-1 0,1-1 0,-1 1 0,-4 3 0,-2 1 100,0 1 0,-1-2 1,-17 10-1,-118 43 730,91-38-674,0 1 1,1 3-1,-93 59 0,135-75-159,0 0-1,1 0 1,0 1 0,0 0-1,1 1 1,0 0 0,1 0-1,0 0 1,0 1 0,1 0-1,1 1 1,-6 15 0,4-5 42,2-1 1,1 1 0,0 0 0,2 0 0,0 0 0,2 26 0,9 64 291,4 0 0,35 135 0,-19-103-77,71 592 777,-93-585-966,-6 0 0,-35 287 0,-16-177-7,34-207-95,-2-1-1,-3-1 1,-31 57-1,36-78-9,-5 10 6,-1-1 0,-2 0 0,-2-2 0,-57 65 0,33-53 10,-3-2-1,-3-3 1,0-2 0,-3-3 0,-2-2 0,-73 33 0,-25 1 18,-224 68 0,-419 59-291,693-182-214,-1-5 1,-217-4 0,51-25-3192,3-9-4910,113 8-1731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0:40.5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854 761 7065,'0'0'12069,"3"-3"-10788,102-84 3507,26-24-2888,-112 92-1689,0-1 0,-2-1-1,0-1 1,20-34 0,-21 28-63,-1 0 0,-2-2 1,15-47-1,-23 63-106,-2 0 1,0-1-1,-1 1 0,0-1 0,-1 0 1,-1 0-1,0 1 0,-1-1 0,-1 0 0,-3-14 1,4 24-34,0 1 0,-1 0 0,1 0 0,-1-1 0,0 1 1,0 0-1,0 0 0,0 0 0,-1 1 0,1-1 0,-1 1 0,0-1 1,0 1-1,-1 0 0,1 0 0,-1 0 0,-4-2 0,3 2-2,0 1 1,-1 0-1,1 0 0,-1 1 0,1-1 0,-1 1 1,1 0-1,-1 1 0,0-1 0,0 1 0,1 0 1,-7 2-1,-3 0 4,1 1 1,0 0-1,-1 2 1,2-1-1,-1 2 1,0 0 0,1 1-1,0 0 1,-19 14-1,10-3 25,2 2 0,0 0 1,1 1-1,1 0 0,1 2 0,1 0 0,1 1 1,-22 47-1,3 7 30,-37 134 1,42-99-14,4 1 0,5 0 0,5 2 0,1 156-1,13-195-86,2 9 48,-4-1-1,-19 117 1,17-178-121,0-1-1,-1 1 0,-2-1 0,0 0 0,-1-1 0,-2 0 0,0 0 1,-1-1-1,-1-1 0,-1 0 0,-1-1 0,-1 0 0,-18 16 1,22-24-204,0-2-1,-1 0 1,0 0 0,0-1 0,-1-1 0,0 0 0,0-1 0,0 0 0,-1-1 0,0-1-1,0 0 1,0-1 0,-1-1 0,1 0 0,-1-1 0,1-1 0,-1-1 0,1 0 0,-1 0-1,-22-7 1,33 7-80,0-1 0,0 1-1,0-1 1,0-1 0,1 1 0,-1-1-1,1 0 1,-8-6 0,9 7-302,0-1 1,0-1 0,1 1 0,-1 0 0,1-1-1,0 1 1,-3-7 0,-11-44-9540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0:40.6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534 0 12345,'-135'194'8145,"17"12"-3592,68-103-3902,4 2 0,4 2 1,6 2-1,-28 134 0,47-152-2200,-9 176-1,31-26-6454,3-177 2424,10-12-3052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0:41.0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1 294 10649,'2'1'239,"0"0"0,0-1 0,0 1 0,0-1 0,0 0 0,0 0 0,0 0 0,0 0 0,0 0 0,0 0 0,0 0 0,0 0 0,0-1 0,0 1 0,0-1 0,0 0 0,0 1 0,0-1 0,2-1 0,18-5 722,60-4 370,0 3 0,103 3 0,-47 2-1216,69-2-460,193-11-674,-276 6 641,145-31 0,-233 33 279,66-24-1,-89 27 129,0-1 0,0 0 1,-1-1-1,0 0 0,-1-1 0,0 0 0,0-1 0,10-10 0,-20 18-11,0 0 0,0 0 0,0 0 1,0 0-1,-1 0 0,1-1 0,0 1 0,0 0 0,-1-1 0,1 1 1,-1 0-1,0-1 0,1 1 0,-1 0 0,0-1 0,0 1 0,0-1 1,0 1-1,0 0 0,0-1 0,0 1 0,0-1 0,0 1 0,-1 0 0,1-1 1,-1 1-1,1 0 0,-1-1 0,1 1 0,-1 0 0,-1-2 0,1 1 1,-1 0-1,0 0 0,0 0 0,0 0 0,0 0 0,0 1 0,0-1 1,0 1-1,-1-1 0,1 1 0,0 0 0,-1 0 0,1 0 0,-1 0 1,-3-1-1,-5 1 14,1 0-1,-1 1 1,0 1 0,0-1 0,1 1 0,-1 1 0,0 0-1,1 1 1,0 0 0,-12 5 0,1 0-63,1 1 1,0 1-1,1 0 1,0 2 0,0 0-1,1 2 1,1 0-1,-29 29 1,1 8-1090,-57 83 0,87-113 731,-84 130-2451,83-124 2130,1 1 0,1 1 1,-14 47-1,26-72 653,1-1-1,1 0 1,-1 0 0,0 1 0,1-1 0,0 0 0,0 1 0,0-1 0,0 1 0,0-1 0,1 0-1,1 7 1,-2-9 60,1 0-1,0 1 1,0-1-1,0 0 0,-1 0 1,1 0-1,0 0 1,0 0-1,0 0 0,1 0 1,-1 0-1,0-1 1,0 1-1,0 0 0,1-1 1,-1 1-1,0-1 1,1 1-1,-1-1 0,0 0 1,1 1-1,-1-1 1,0 0-1,1 0 0,-1 0 1,1 0-1,-1 0 1,3-1-1,9 0 39,0-2 1,0 0-1,-1 0 0,0-1 1,19-8-1,62-36 171,-41 20-151,43-21-331,200-71-1,-137 67-4617,-128 41 2373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0:41.3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112 1085 7969,'-5'-3'355,"3"2"-227,0 0 0,-1 0 0,1-1 0,0 1 0,0 0 0,1-1 0,-1 1-1,0-1 1,-2-3 0,4 4 151,-1 0-1,1-1 1,0 1-1,-1 0 0,1 0 1,0-1-1,0 1 1,0 0-1,0-1 1,0 1-1,0 0 0,1 0 1,-1-1-1,0 1 1,1 0-1,-1 0 1,1-1-1,-1 1 0,1 0 1,0 0-1,0-1 1,12 16 1083,-1-2-832,-6-7-394,-1-1 1,0 1-1,0 0 1,-1 1-1,0-1 0,0 1 1,0 0-1,0 0 1,-1 0-1,0 1 1,0-1-1,-1 1 0,0-1 1,0 1-1,1 8 1,-1 10-18,0 1 0,-2-1 0,-1 1 0,-7 49 0,-1-30-548,-28 84 0,21-90-694,-1 0 1,-2-1-1,-47 70 0,63-105-580,2-6 696,7-18 423,11-29 549,13-13-132,3 1 0,2 1 0,51-65 0,-6 9 70,371-711-594,-286 470 2149,-147 310-79,-16 43-597,-6 17-216,0 3-434,-30 116 1070,-29 229 0,38-23-5003,26-235-212,7 1-2175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0:41.5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1 151 12229,'47'-42'2148,"0"12"-376,-1 15-359,11 6-317,4 0-300,6 0-592,10 3-656,10 0-924,3-3-685,7 3-2539,4-3-3585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0:41.7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51 21 11717,'-17'6'2136,"-3"-21"-292,7 3 2217,16 24-6429,4 3 111,3 7-2127,13 17-3381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0:41.8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7 202 7957,'-7'40'6472,"14"-25"-5372,3 0 617,7-21-1053,6 0-188,1 0-112,13-12-92,-11-4-196,-2 1-460,6-15-792,-3-15-897,3-3-2423,10 2-3489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0:49.4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689 9 11401,'10'-3'-277,"15"-3"3758,-53 21 731,-109 55-1011,54-25-2432,54-30-400,2 2 0,0 1-1,1 1 1,0 1-1,2 1 1,1 1-1,0 2 1,2 0-1,-35 51 1,30-32-73,2 0 1,2 2-1,1 1 1,3 0-1,-21 83 0,25-70-185,3 0-1,2 1 1,3 0-1,2 1 0,6 74 1,0-96-88,3 0 1,1 0-1,2 0 0,2-1 1,1-1-1,2 1 0,2-2 1,1 0-1,24 39 0,-24-52-282,1 0 1,0-2-1,2 0 0,1-1 0,0-1 0,2 0 0,0-2 0,0-1 0,2 0 0,0-2 0,1-1 1,27 11-1,-38-19-175,-1-1 1,1-1-1,0 0 1,-1 0-1,2-1 0,-1-1 1,0-1-1,0 0 1,0 0-1,0-2 1,0 1-1,22-7 1,-24 4-601,1 0 1,-1-1-1,-1-1 1,1 0-1,-1 0 1,1-1-1,-2 0 1,16-14-1,17-20-6826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0:49.5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0 239 9629,'37'-58'2488,"-23"34"-248,12-9-336,-5 9-263,2 3-117,4 0-540,3 0-192,3 6-164,1 2-132,-1 4-264,-16 9-292,23 3-672,21 10-304,-24 5-692,3 3-480,-7 12-2737,-9 9-3920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0:49.7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0 248 8261,'174'-75'2192,"-113"51"-428,2-1-384,4 4-280,-7 3-352,14 0-896,7-3-1004,2 0-2920,4-3-3017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0:50.1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61 10145,'-7'-21'6254,"6"17"-4691,-11-32 5567,14 39-7041,1-1 0,-1 1 0,0 0 0,0-1 0,0 1 0,0 0 0,0 0 0,1 4 0,6 13 12,-1 1 0,0 0 0,-2 0 0,7 40 0,-3-12-15,9 70 88,2 7-28,-18-117-132,-1 0-1,1-1 1,1 1 0,-1-1 0,1 1 0,1-1-1,0-1 1,0 1 0,9 11 0,-12-17-10,1 0-1,-1 0 1,0 0 0,0 0 0,1 0 0,-1 0 0,1-1 0,0 1 0,-1-1 0,1 0 0,0 0 0,0 0-1,0 0 1,0 0 0,0-1 0,0 1 0,0-1 0,0 0 0,0 0 0,0 0 0,0 0 0,0-1-1,0 1 1,0-1 0,0 1 0,0-1 0,0 0 0,0 0 0,-1-1 0,1 1 0,0 0 0,3-4-1,25-18-2,-2-1-1,0-1 0,-2-2 0,37-45 0,-9 10 13,3-2-157,-55 62 130,-2 5 14,1 7-196,0 1 0,-1-1 0,0 1 0,-1-1 0,0 1 0,0 0 0,-1-1 0,0 1-1,-1-1 1,-4 14 0,2-6-750,0 0-1,2 0 0,0 25 1,10 32-3437,4-28-1473,6-12-1904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0:50.5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551 963 6725,'-39'-20'2707,"30"14"-1570,-1 1-1,1 1 1,-1-1-1,-15-3 1,8 4-780,0 2-1,0 0 1,1 1 0,-1 1 0,0 0 0,0 1 0,0 1 0,0 1 0,1 0-1,-1 1 1,1 1 0,0 0 0,0 1 0,-20 12 0,23-11-291,0 0 0,0 1 0,1 1 0,0 0 0,1 1 0,0 0 0,1 1 0,0 0 0,0 0-1,1 1 1,1 0 0,0 1 0,1 0 0,0 0 0,1 1 0,-7 22 0,11-29-83,0 0-1,1 0 0,0 0 0,0 1 0,1-1 1,0 0-1,0 1 0,1-1 0,0 0 0,0 0 1,1 1-1,0-1 0,0 0 0,1-1 1,0 1-1,0 0 0,4 7 0,-4-11 4,-1 0-1,0 0 1,1 0-1,0 0 1,0 0-1,0-1 1,0 1-1,0-1 1,0 0-1,1 0 1,-1 0-1,1 0 1,-1-1-1,1 1 1,0-1-1,0 0 1,0 0 0,-1 0-1,1-1 1,0 1-1,0-1 1,0 0-1,0 0 1,0-1-1,0 1 1,0-1-1,0 0 1,0 0-1,-1 0 1,1 0-1,0 0 1,4-3-1,6-4 43,0 1-1,-1-1 1,0-1-1,0-1 0,-1 0 1,0 0-1,-1-1 1,0-1-1,-1 0 0,0 0 1,-1-1-1,11-20 1,8-19 330,41-110-1,-60 138-318,26-75 185,-4-2 1,18-110-1,7-212 2575,-54 405-2574,-1 14-115,0-1 0,0 0 0,-1 0 1,1 1-1,-1-1 0,0 0 0,0 0 0,-1 0 0,0 1 1,1-1-1,-1 0 0,-1 1 0,-3-9 0,5 12-98,0 1-1,0 0 1,0 0-1,0 0 1,0-1-1,0 1 1,0 0-1,0 0 1,-1 0 0,1-1-1,0 1 1,0 0-1,0 0 1,0 0-1,-1 0 1,1-1-1,0 1 1,0 0-1,0 0 1,-1 0-1,1 0 1,0 0-1,0 0 1,0 0 0,-1 0-1,1 0 1,0 0-1,0 0 1,-1-1-1,1 1 1,0 0-1,0 1 1,-1-1-1,1 0 1,0 0-1,0 0 1,0 0-1,-1 0 1,1 0 0,0 0-1,0 0 1,-1 0-1,1 0 1,0 0-1,0 1 1,0-1-1,0 0 1,-1 0-1,1 0 1,0 0-1,0 1 1,0-1 0,0 0-1,-1 0 1,1 0-1,0 1 1,0-1-1,0 0 1,0 0-1,0 0 1,0 1-1,-5 22 264,4-17-198,-32 309 970,25 7-3523,0 2-5367,5-231 1739,8-4-3744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0:50.7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22 9909,'7'12'2116,"0"-30"-352,-1 3 1489,24 24-17311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0:50.9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54 8629,'10'18'2024,"-3"-33"-512,0-3 1816,10 12-2636,3 0-467,-7-9-3870,0 3-71,8 12-2349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0:51.7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336 197 3816,'8'-4'1948,"13"-8"10516,-12 5-12835,-7 6 1353,5-17 648,-1 5-908,-5 11-64,-1-1-96,0-27 434,0 27-679,-1 0-82,-2-28 123,3 28-208,2-2 32,-2 4-217,0 0 1,0 0 0,0 0-1,0 0 1,0 0 0,1 0-1,-1 0 1,0 1 0,0-1-1,1 0 1,-1 0 0,0 0 0,1 0-1,-1 1 1,1-1 0,-1 0-1,1 0 1,0 1 0,-1-1-1,1 0 1,0 1 0,-1-1-1,1 1 1,1-2 0,2 3 65,-3-1-29,1 0-1,-1 0 1,1 1-1,-1-1 1,1 1-1,-1-1 1,1 1-1,-1-1 1,1 1-1,-1 0 1,0 0-1,1-1 1,-1 1-1,0 0 1,0 0-1,1 0 1,-1 1 0,0-1-1,0 0 1,0 0-1,-1 1 1,1-1-1,0 0 1,0 1-1,-1-1 1,1 1-1,-1-1 1,1 1-1,-1-1 1,0 1-1,1-1 1,-1 1-1,0-1 1,0 1-1,0 2 1,-27-28 289,19 18-247,0 0-1,0 0 0,0 0 0,-1 1 1,0 1-1,0 0 0,0 0 1,-1 0-1,1 1 0,-1 0 0,0 1 1,0 1-1,0-1 0,0 1 1,0 1-1,0 0 0,0 0 0,0 1 1,0 0-1,0 1 0,1 0 1,-1 1-1,-14 5 0,14-4 18,-1 1 0,1 0-1,0 0 1,0 1 0,1 1 0,0 0-1,0 0 1,0 0 0,1 1-1,0 0 1,1 1 0,0 0 0,0 0-1,1 1 1,0-1 0,1 2 0,0-1-1,0 0 1,1 1 0,-5 21-1,7-19-24,0-1 0,1 1 0,1 0 0,0-1 0,1 1 0,0 0-1,1-1 1,0 1 0,1-1 0,0 0 0,1 1 0,1-2 0,0 1-1,0 0 1,9 11 0,11 16 4,2-2-1,60 64 1,-30-36 28,-35-40-59,-2 1 0,0 1-1,25 46 1,-40-62 3,0 1 0,0-1 0,-2 1 0,1-1 0,-1 1 0,-1 0 0,0 1 0,-1-1-1,0 0 1,-1 0 0,-1 0 0,0 1 0,-2 13 0,-4 0-31,-1-1-1,-1 0 1,-1 0 0,-22 37-1,-1 6-546,15-30-245,-20 52-1472,21-27-4653,17-63 6828,0 0 0,0 0 0,0 0 0,0 0 0,0 1 0,0-1 0,-1 0 0,1 0 0,0 0 0,0 0 0,0 0 0,0 1 0,1-1 0,-1 0 0,0 0 0,0 0 0,0 0 0,0 0 0,0 0 0,0 1 0,23 8-11392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0:51.9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239 12 9417,'1'-11'9023,"-7"21"-4115,-1 1-6121,-22 46 3391,-27 70 0,-6 68-1120,21 7-3442,19 2-3583,7-70-2454,14-71 628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0:52.4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1 148 7397,'18'-14'1264,"-13"9"-690,0 1 1,-1 0 0,2 0-1,-1 1 1,0-1-1,1 1 1,0 0 0,-1 1-1,10-4 1,25 7 248,0 0-537,-1-2 0,1-1 0,-1-2 1,56-13-1,-34-2 583,74-34-1,-131 51-578,-21 13-260,2-2 60,-93 64 112,96-64-211,1 1 0,1 0-1,0 1 1,0-1 0,1 2-1,-15 23 1,22-31 8,0 0 0,0 1 0,1-1 0,-1 1 0,1-1 0,0 1 0,0 0 0,1-1 0,-1 1 0,1 0 0,0-1 0,0 1-1,1 0 1,0 0 0,-1-1 0,2 1 0,-1-1 0,0 1 0,1-1 0,0 1 0,0-1 0,0 0 0,0 0 0,1 0 0,0 0 0,0 0 0,5 5 0,-5-6 1,1-1 0,0 1 0,1 0-1,-1-1 1,0 0 0,1 0 0,-1 0 0,1-1 0,0 1 0,-1-1 0,1 0 0,0-1 0,0 1 0,7-1 0,-5 1 0,5 0-12,1-1 0,-1 0 1,1-1-1,-1 0 0,0-1 0,0-1 0,0 0 0,0 0 1,0-1-1,-1 0 0,1-1 0,-1-1 0,18-11 0,1-5 55,0-2-1,-2-1 0,28-30 0,12-11 192,-66 64-82,2 3-123,-1 1 0,0 0 0,0-1-1,0 2 1,0-1 0,0 0 0,-1 1-1,5 4 1,-6-4-23,0 1 0,0 0 0,0 0-1,0 0 1,-1 0 0,0 0 0,0 0 0,0 0 0,0 0-1,0 0 1,-3 7 0,-10 42-37,-22 62-2515,21-42-5439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0:52.6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101 30 6069,'5'-18'1683,"-4"15"1365,2 2-1747,4-1-803,0 0-1,0 1 1,0 0-1,0 0 1,0 0-1,0 1 1,0 0-1,8 2 1,-15-2-485,0 0-1,0 0 1,1 0 0,-1 0-1,0 0 1,0 0 0,0 0 0,1 0-1,-1 1 1,0-1 0,0 0 0,0 0-1,0 0 1,1 0 0,-1 1-1,0-1 1,0 0 0,0 0 0,0 0-1,0 1 1,1-1 0,-1 0-1,0 0 1,0 1 0,0-1 0,0 0-1,0 0 1,0 0 0,0 1 0,0-1-1,0 0 1,0 0 0,0 1-1,0-1 1,0 0 0,0 0 0,0 1-1,0-1 1,0 0 0,-1 0-1,1 0 1,0 1 0,0-1 0,0 0-1,-5 11 4,4-11 37,-2 6-61,0-1 0,0 0 1,-1 0-1,0 0 0,0 0 1,0-1-1,-1 1 0,1-1 1,-1 0-1,0-1 0,-1 1 1,1-1-1,0 0 0,-8 3 0,5-2-551,0 0 0,0 1 0,0 0-1,1 1 1,-12 11 0,-14 14-4921,19-14 195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1:05.6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71 187 9881,'0'-54'3453,"2"32"289,0 0 1,2 0-1,0 0 0,9-23 1,-45 81-3022,25-21-1362,0 0 0,0 0-1,1 1 1,1-1 0,1 1 0,0 0 0,1 0 0,1 1-1,-1 17 1,-2 13-2731,-2 17-4122,3 9-5011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1:05.8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 9 15621,'-44'-9'10753,"48"42"-10673,9 16-776,-3-7-672,-10 0-1192,7 15-108,6 28-3041,-9-1-4760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1:09.3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590 225 5469,'5'4'15987,"-7"-12"-13376,-1-3-173,6 8-1556,7-5-663,0 1-1,1 0 0,0 0 1,0 1-1,0 1 1,1 0-1,0 0 0,14-3 1,108-20 379,-106 24-478,166-31 136,272-40-822,-447 73 478,-8 0 23,1 1 0,-1 0 0,1 1 1,12 1-1,-20-1 21,-17 70 23,8-8 62,-4 117 361,0 121 268,1-142-338,-13 461 889,4-273-780,9-225-391,6-86-23,-6 87 88,-24 129 0,30-237-105,-2 0-1,0 0 0,0 0 1,-1 0-1,-1-1 0,0 0 1,-9 12-1,10-17-10,-1 0 1,0-1-1,-1 0 1,0 0-1,0-1 1,0 1-1,-1-1 1,0-1 0,0 0-1,0 0 1,-14 5-1,-52 20 8,-132 33 1,-86 0-371,121-28-418,42-6-824,-121 25-2533,81-29-7700,115-19 765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1:14.1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4 175 3928,'0'0'22314,"0"3"-21589,-3 31 2497,23-38-2309,-15 2-838,1-1 1,-1 0-1,0 0 1,0 0-1,-1-1 1,1 1 0,-1-1-1,1 0 1,-1-1-1,0 1 1,-1-1-1,1 1 1,-1-1 0,3-6-1,14-16 261,-18 24-275,8-24-65,-11 26-6,-3 0 4,0 0-1,1 1 1,-1-1 0,0 1-1,1 0 1,-1 0 0,0 0-1,-5 1 1,-19-39 261,26 36-469,0-1-1,1 1 0,0-1 1,0 0-1,0 0 0,0 1 1,0-1-1,0 0 1,1 0-1,-1 0 0,1 0 1,0 0-1,0 0 0,0-4 1,-10 25-3207,6-9 1987,0-1 0,0 1 0,1 0 0,0 1 0,0-1 0,1 0 1,1 1-1,-2 12 0,10 21-8853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1:14.5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80 42 9249,'0'0'3903,"11"10"-329,-11-9-3379,1 0 0,-1 1-1,1-1 1,-1 0 0,1 1-1,-1-1 1,1 0 0,-1 1-1,0-1 1,0 0 0,0 1-1,0-1 1,0 1-1,0-1 1,0 0 0,0 1-1,-1-1 1,1 0 0,0 1-1,-1-1 1,1 0 0,-1 1-1,0-1 1,1 0 0,-1 0-1,0 0 1,0 0 0,0 1-1,0-1 1,-1 1 0,-40 41 2847,30-32-2141,9-7-390,-1 0 1,1 0-1,0 1 0,0-1 1,1 1-1,-1-1 0,1 1 1,0 0-1,-2 8 1,5-16-386,1 0 1,0-1-1,0 1 1,1 0 0,-1 0-1,0 1 1,5-5-1,15-19-189,-14 13 63,-3 7 0,-1-1 0,0 1 0,-1-1 0,0 0 0,0 0 0,0 0 0,-1-1 0,0 1 0,-1 0 0,0-1 0,0 0 0,0 1 0,-1-12 0,-3 4 1689,-3 8-5995,5 7 3530,-1 0 0,1 0 1,0 0-1,0 0 0,0 0 0,0 0 1,0 0-1,-1 1 0,1-1 1,0 0-1,0 1 0,0-1 0,0 1 1,0-1-1,0 1 0,0-1 1,-2 2-1,-14 10-12427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1:15.3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58 356 7533,'0'-1'133,"1"0"0,-1 0 1,0 0-1,0 0 1,0 0-1,0 0 0,0 0 1,0 0-1,0 0 1,0 0-1,0 0 0,0 1 1,-1-1-1,1 0 0,0 0 1,-1 0-1,1 0 1,-1 0-1,1 0 0,-1 1 1,1-1-1,-1 0 1,0-1-1,-24-5 6807,22 6-5220,-6-2-2664,-6-2 10028,15-4-4145,7 0-4645,0 2-294,1 1 0,1-1 0,-1 2 0,1-1 0,0 1 0,0 0 0,17-6 0,78-21 0,-49 15 0,449-130 0,-432 128-1,-31 7-287,52-7-1,-126 34-920,-185 49-583,-276 87 323,436-133 1357,54-17 140,24-10 113,22-7-84,64-13 0,10-3-5,-105 28-45,6-3-46,0 1-1,1 1 0,-1 1 0,1 0 0,19 0 1,-34 4-71,-7 1-120,-83 29-18,-34 14-537,6 8-3010,155-71 1175,22-10-5039,-18 13-1621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1:16.9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248 550 4032,'-17'-8'5034,"-31"-21"0,-45-42-850,71 53-3067,17 14-990,1 1 1,0-1-1,0 0 1,0-1-1,0 1 0,1-1 1,-1 1-1,1-1 1,0 0-1,1 0 0,-1 0 1,1 0-1,0-1 0,1 1 1,-1-1-1,0-7 1,1 5-46,1 0 0,0 0 1,1 0-1,0 0 1,0 0-1,0 0 1,1 1-1,1-1 1,-1 0-1,6-10 0,4-4 38,1 1 0,0 0 0,2 1 0,0 0 0,1 1 0,26-23 0,-33 34-98,-1 1 1,1 0-1,0 0 0,1 1 1,-1 0-1,1 0 1,0 1-1,1 1 0,-1 0 1,1 0-1,19-3 1,-23 6-14,-1 0 1,1 1-1,0 0 1,-1 0 0,1 1-1,-1 0 1,1 0-1,-1 0 1,0 1 0,1 0-1,-1 0 1,0 1-1,0-1 1,0 1 0,-1 1-1,1-1 1,-1 1-1,1 0 1,-1 0 0,-1 0-1,8 9 1,0 2-23,-1 0 1,-1 0-1,0 1 1,-2 1-1,1 0 1,-2 0-1,0 0 1,-1 1-1,-1 0 1,-1 0-1,0 1 1,1 24-1,-3-9-50,-1-1 0,-2 1 1,-1-1-1,-1 1 0,-2-1 0,-10 34 0,-10 19-370,-4-2 1,-57 118-1,25-85 15,-77 110 0,75-134 257,-39 60 477,101-153-298,1 1 0,-1 0-1,0 0 1,1 0 0,-1 0 0,1 0-1,0 0 1,-1 0 0,1 0-1,0 0 1,0 0 0,0 0 0,-1 0-1,1 1 1,0-1 0,0 0-1,1 0 1,-1 1 0,0-1-6,1-1 1,-1 1-1,0-1 1,1 1-1,-1-1 1,1 1 0,-1-1-1,1 1 1,-1-1-1,1 1 1,-1-1-1,1 0 1,-1 1-1,1-1 1,-1 0-1,1 0 1,0 1-1,-1-1 1,1 0-1,0 0 1,0 0-1,3 1 21,0-1 0,0 0 1,0 0-1,0-1 0,0 1 0,0-1 0,0 0 0,6-2 0,249-100 457,88-32-1484,-119 43-1957,3 0-5339,-128 57 898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1:22.5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 6925,'54'-3'1560,"-34"9"-160,10-3-328,7 0-272,-3 0-168,26 3-236,-13-3-348,6-3-532,1 0-428,3 3-2456,3-3-1717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16.2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201 308 4252,'-13'-21'10888,"11"16"-10510,0 1 1,0-1 0,0 0-1,0 0 1,1 0-1,0-1 1,0 1-1,0-6 1,1 8-34,-2 1-216,-4-4-109,0 1 1,0 0-1,0 1 0,-1-1 1,1 1-1,-1 0 1,0 1-1,-1 0 0,1 0 1,0 1-1,-1-1 0,0 1 1,1 1-1,-1 0 0,0 0 1,-8 0-1,-21-4 3,33 4 304,9 1-244,127-3 123,163-26 1,-291 28-222,-1 2-3,-1-1 1,1 0 0,0 0-1,0 0 1,0-1 0,0 1-1,0-1 1,2 0 0,3 0-193,-57-3-98,-96 6 1,-2 1-32,123-3 337,-1 1-1,-34 6 1,37-4-81,18-3 166,7-2-46,15-10-46,0 1 0,1 0 0,0 2 0,33-12 1,90-22 78,-74 24-106,-5 0-168,-60 19 301,-21 7-125,14-5 30,-9 3 35,-8 6-148,-1-2 1,0-1 0,-26 6-1,46-13 77,-1 0-1,0 0 0,1 0 0,-1 1 1,1-1-1,-1 0 0,1 1 1,-5 3-1,1 0-4,3-3 48,5 1-28,1-1 0,-1 1 0,1-1 0,-1 1-1,1-1 1,0 0 0,5 3 0,4-3-2,0 0 0,1-1 0,-1 0-1,0-1 1,1 0 0,13-3 0,-5 2 22,-2 0 27,-5 0 31,0-1-1,0 0 1,0-1 0,18-5 0,-28 7 71,22-8-221,-20 9-45,-18 6 121,4-3-148,-1-1 0,1 0 0,-1 0 0,1 0 0,-1-1 0,0-1 0,1 1 0,-13-2 0,-42-10-6702,34 7 253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0:53.7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 3 13601,'-2'-3'13136,"-8"5"-10351,9-1-2766,0-1 0,0 0-1,0 1 1,0-1 0,0 1 0,0-1 0,0 1 0,0 0 0,0-1 0,1 1 0,-1 0 0,0-1 0,1 1 0,-1 0 0,0 0 0,1 0 0,-1 0 0,1 0 0,-1 0 0,1 0 0,0 0 0,-1 0 0,1 0 0,0 0 0,0 0 0,-1 2 0,2 19 221,0-1 0,1 1 1,1 0-1,11 36 0,-8-39-852,1 0 0,1-1 1,1 0-1,0-1 0,1 0 0,1 0 1,0-1-1,2 0 0,14 14 1,33 28-4276,-23-23-817,16 15-5839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0:53.9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94 31 15305,'-30'-6'3157,"16"-6"-613,-2 0 6169,-1 18-7841,0 3-196,21 18-320,9 18-420,4-8-808,6 8-724,4 12-721,13-6-1199,-3 10-3332,10 8-6578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1:08.1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1175 97 6137,'0'-42'2810,"0"39"-1607,-2 2-140,-7-2 296,1 0 1,0-1-1,0 0 0,0 0 0,-8-6 1,-15-8-386,27 17-926,1 0 1,-1 0-1,0 0 1,0 1 0,1 0-1,-1-1 1,0 1 0,0 1-1,0-1 1,-4 1 0,-5 0 58,-17 1-38,1 1-1,0 1 0,0 1 0,-56 19 1,-6 1-143,67-19 71,-195 36-87,143-40 596,57-3 293,4 26-187,15-17-465,0-1 0,1 1 0,-1-1 0,1 1 0,1 0 0,-1-1 0,1 0 0,4 10 0,4 18 290,-4 19 169,-2 0 0,-2 59-1,-14 75-47,-37 192-1,-81 248-162,69-364-350,25-105-14,-74 431 65,106-553-63,-2 10 69,1-1 0,3 1 0,2-1 0,10 81 0,-9-120-66,1-1 1,0 1-1,0-1 1,0 0 0,1 0-1,0 0 1,0-1-1,1 1 1,-1 0-1,1-1 1,1 0 0,-1 0-1,0-1 1,1 1-1,6 4 1,-4-3 12,1 0-15,1 0 0,-1 0 0,1-1-1,1-1 1,-1 1 0,0-1 0,1-1 0,0 0-1,0 0 1,0-1 0,0 0 0,0-1-1,11 0 1,-1 2 3,46 2 95,87-3 0,-17-2-78,-118 2-158,0-2 1,0 0-1,0-1 1,-1-1-1,1-1 1,0 0-1,-1-1 1,0-1 0,0-1-1,0 0 1,-1-2-1,0 1 1,0-2-1,25-18 1,-29 18-566,-1 0 0,0-1 0,-1-1 0,14-17 0,-20 23 113,-1 0-1,0 0 1,0-1-1,0 1 1,-1-1-1,0 1 0,0-1 1,-1 0-1,1 1 1,-1-1-1,0 0 0,-1 0 1,1-11-1,-3-6-5189,7-3-3176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1:10.6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1 279 12061,'50'-49'2269,"-46"46"-1845,-1-1-1,-1 1 1,1-1 0,0 0 0,-1 0-1,0 0 1,0 0 0,0 0 0,0-1-1,0 1 1,-1 0 0,0-1 0,0 0-1,0 1 1,-1-8 0,9-29 3569,7 5-620,-9 22-2300,0-1 0,-2 0-1,6-21 1,-19 87-1741,5-20-1785,-2-1-1,-12 39 1,-16 50-7992,16-50-865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1:10.8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27 344 13873,'-3'-9'1888,"-9"-14"8236,5 9-8360,7 12-1546,1 0 0,-1 0 0,0 0 0,1 0 0,0 0 0,-1 0 1,1 0-1,0 1 0,0-1 0,0 0 0,0 0 0,0 1 0,0-1 0,1 0 0,-1 1 0,3-2 0,-2 1 158,6-8 319,-6 8-669,0-1 0,1 0 1,-1 0-1,0-1 0,0 1 0,-1 0 0,1-1 0,-1 1 0,0-1 1,0 1-1,0-1 0,1-4 0,5-30-26,-1-9-975,-6 43 427,0-1-1,0 0 1,0 0-1,-1 1 1,0-1 0,0 0-1,0 1 1,0-1-1,-1 1 1,0 0-1,0-1 1,-3-4-1,-13-18-3319,2 11-2639,0 1-4796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1:11.5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7 428 6341,'-6'-9'10923,"13"1"-5946,29-5-4364,1 0 1069,235-109 2350,149-41-2684,-139 76-2359,-221 76-1334,-50 10 1755,-6 0-614,-14 6-5848,3-1 6334,0-1 0,0-1-1,-1 1 1,1-1 0,0 0 0,-1-1 0,0 1 0,1-1 0,-10 0 0,2 1-1244,-24 3-3625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1:11.7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224 290 6561,'-28'7'693,"3"-2"889,-46 17 0,62-18-551,-1-2 1,0 1-1,-19 2 1,-10 3 2338,36-7-1555,26-8-381,463-152 688,-202 57-4825,-192 63-636,-37 15-2704,-17 9-2173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1:25.0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10 5657,'-4'-9'760,"8"30"-436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1:02.6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3204 7653,'0'0'5360,"3"-1"-4486,13-7-512,0 0 1,0 0-1,-1-1 0,0-1 0,-1-1 0,0 0 0,0-1 0,-1 0 0,-1-1 1,0 0-1,-1-1 0,-1 0 0,10-17 0,19-25 479,-38 54-574,1 0-30,5-14 1368,-21 38-926,-31 34 1203,28-38-836,-23 13 2629,36-61-2839,0-24-321,2-76 1,2 16 14,-4-502 641,5 361-1161,-1 38-10,-11-857 0,2 606 0,9 453 0,-1 2 0,0 0 0,2 0 0,3-26 0,-4 37 0,0 1 0,0 0 0,0 0 0,0 0 0,1-1 0,-1 1 0,0 0 0,1 0 0,-1 0 0,1 0 0,-1 0 0,1 0 0,0 0 0,-1 0 0,1 0 0,0 0 0,0 0 0,0 0 0,0 0 0,0 1 0,0-1 0,0 0 0,0 1 0,0-1 0,0 0 0,0 1 0,0-1 0,0 1 0,0 0 0,1-1 0,-1 1 0,0 0 0,0 0 0,0 0 0,1 0 0,-1 0 0,0 0 0,0 0 0,0 0 0,1 0 0,-1 1 0,0-1 0,0 0 0,0 1 0,0-1 0,0 1 0,0 0 0,1-1 0,-1 1 0,0 0 0,0 0 0,7 4 0,-2 0 0,1 0 0,0 1 0,-1 0 0,0 0 0,-1 0 0,1 1 0,5 9 0,40 72 0,-50-86 0,77 157 0,69 207 0,27 183 0,-40-63 0,91 299 0,38-47 0,-164-505 0,138 238 0,-184-382 4,88 112-1,-100-150-26,2-2 0,2-2 0,67 54 0,-97-89-261,1-1-1,0-1 1,0 0 0,1-1 0,0 0 0,0-2 0,1 0 0,0-1 0,22 5-1,-33-10 60,0 0 0,-1 0 0,1-1 0,0 0 0,0 0 0,0 0 0,0-1 0,-1 0 0,1 0 0,0-1 0,-1 0 0,1 0 0,-1 0 0,1-1 0,-1 0 0,0 0 0,0-1 0,0 0 0,-1 0 0,0 0 0,1 0 0,-1-1 0,-1 0 0,1 0 0,-1 0 0,0-1 0,0 0 0,3-6 0,2-5-713,-1-1 0,0 0 0,-2 0 0,0-1 0,-1 0 0,5-35 0,-5-18-4449,-6 0-2991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1:02.8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158 1276 6777,'-91'30'2036,"68"-39"-264,-1 3-208,14-12-52,0-3-124,10-16-55,10-32-129,21 3-112,12-13-228,21-8-164,9-7-140,21-8-120,13-7-196,14-5-648,13-4-864,0-11-1040,7-1-2885,-1 13-4136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1:03.6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16 790 7229,'14'-5'1318,"-19"12"339,-4 4 6417,24 7-4629,-25-48-2205,-8-40 1,17 68-1182,1 0 1,-1 1 0,1-1 0,0 0 0,0 0-1,0 0 1,0 0 0,0 0 0,0 0 0,0 0-1,1 0 1,0-3 0,0 5-42,-1 0 0,0-1 0,0 1 0,1 0 0,-1 0 0,0-1 0,0 1 0,1 0 0,-1 0 0,0 0 0,1-1 0,-1 1 0,0 0 0,1 0 0,-1 0 0,1 0 0,-1 0 0,0 0 0,1 0 0,-1 0 0,0 0 0,1 0 0,-1 0 0,1 0 0,-1 0 0,0 0 0,1 0 0,-1 0 0,0 0 0,1 0 0,-1 1 0,0-1 0,1 0 0,-1 0 0,0 0 0,1 1 0,2 1 28,0 0 0,0 1 0,-1-1 0,1 1 0,0 0 0,-1 0 0,0-1-1,0 2 1,0-1 0,0 0 0,2 5 0,126 374 800,-128-376-843,0 1 0,1-1 0,-1 0-1,1 0 1,0 0 0,1 0-1,-1-1 1,1 0 0,0 1-1,6 4 1,-7-7-21,0-1 0,1 1 0,-1-1 0,1 0 0,0 1-1,-1-2 1,1 1 0,0 0 0,0-1 0,1 0 0,-1 0 0,0 0 0,0-1 0,0 1 0,1-1 0,6 0-1,4-2-39,1 0-1,-1-1 0,0 0 0,0-1 0,0-1 0,0-1 1,-1 0-1,0-1 0,0 0 0,-1-1 0,0-1 0,0 0 1,-1 0-1,0-1 0,10-12 0,19-22-82,-2-2 0,51-78-1,-66 89 118,5-9-40,-18 27 72,0 0 0,2 0 1,-1 1-1,19-17 0,-9 17-25,-11 15 13,-5 2 1,7-2 15,0 1 1,0 0-1,25 5 1,-24-3-11,0 0 1,0-2-1,23 0 1,-12-4 8,-1 0 1,0-2-1,0-1 0,0 0 1,-1-2-1,-1-1 1,23-13-1,11-10 8,74-57 1,-114 78 106,1 1 1,1 1-1,19-9 1,24-2 224,-50 19-331,0-1 0,0-1 1,0 0-1,0-1 0,-1 0 1,13-8-1,-4 0 48,-1 0 1,-1 0-1,0-2 0,-1 0 0,-1-1 1,0 0-1,-1-1 0,-1-1 0,-1 0 1,0-1-1,-1 0 0,8-23 1,25-54 1466,-15 38-603,-28 56-733,1 4-30,6 6-160,-1 0 0,0 0 0,-1 1-1,0 0 1,0 1 0,-1-1 0,0 1 0,-1 0-1,5 12 1,-4-11-420,0-1 1,1 0-1,14 18 1,5 9-1512,-20-29 1013,0-1 1,0 0-1,0 0 0,12 12 0,5 0-6976,-6-4-3468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1:03.8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74 155 12377,'-40'-39'2420,"23"23"-11,7 4-181,3 3 2172,11-9-3820,2 0-820,24 9-640,31-3-896,2 3-732,4 0-3157,4 6-4696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1:04.0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54 55 14549,'-44'-45'3169,"35"36"2296,11 10-3158,12 9-1100,-1-1 1,0 1 0,-1 1-1,18 20 1,-3-3-322,-3-2-786,-1 0 1,-1 1-1,20 34 1,50 97-281,-69-115 66,0 1-1859,-2 1 0,25 80-1,-4 26-7701,-35-128 7401,16 58-9395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1:04.1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14 676 12389,'-14'-124'1984,"31"82"-228,0 0-303,9-3-337,1-3-276,10-4-344,10-8-728,17-3-820,-1-7-920,11 4-2969,0 3-3912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1:04.2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91 8249,'-20'18'13001,"36"-33"-13109,11-12-924,-3 3-1092,12 3-3229,5 0-4296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1:23.4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254 682 6677,'-17'-12'5560,"6"3"-3631,1 1-1014,8 7 666,1-2-896,1 0-572,-1 0 0,0 0 1,1 1-1,-1-1 0,0 0 0,0 1 0,-1-1 1,1 0-1,-1 1 0,1-1 0,-1 1 1,0 0-1,1 0 0,-1 0 0,-1 0 1,1 0-1,0 0 0,0 0 0,-1 1 0,1-1 1,-1 1-1,1-1 0,-1 1 0,1 0 1,-1 0-1,0 0 0,-5 0 0,-9-4 165,14 4-71,-1 1 18,-4-1-139,1 2 0,-1-1 0,1 1 1,-1 0-1,1 1 0,-11 3 1,-34 17 371,50-20-364,-14 13 362,455-229-1701,-199 103-1429,156-85-5480,-169 84 372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1:24.0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 1261 5653,'17'-20'1303,"-17"19"-1235,0 1 0,0 0 0,0-1 1,0 1-1,0-1 0,0 1 0,0 0 0,0-1 1,0 1-1,0 0 0,0-1 0,-1 1 0,1 0 0,0-1 1,0 1-1,0 0 0,-1-1 0,1 1 0,0 0 0,0 0 1,0-1-1,-1 1 0,1 0 0,0 0 0,-1-1 1,1 1-1,0 0 0,-1 0 0,1 0 0,0-1 0,-1 1 1,1 0-1,0 0 0,-1 0 0,1 0 0,-1 0 0,0 0 71,1 0 0,-1-1-1,1 1 1,-1 0-1,1 0 1,-1-1 0,1 1-1,-1 0 1,1-1-1,-1 1 1,1 0 0,-1-1-1,1 1 1,-1-1-1,1 1 1,0 0 0,-1-1-1,1 1 1,0-1-1,-1 1 1,1-1 0,0 0-1,0 1 1,0-1-1,-1 1 1,1-1 0,0 0-1,11-32 1876,-10 29 625,2-28-533,-5 8-974,0 7-762,4-2-202,1 0-1,1 1 1,1-1 0,1 1 0,0 1-1,1-1 1,1 1 0,1 0 0,0 1-1,1 0 1,1 0 0,0 1 0,21-21-1,6-1 19,2 1-1,1 2 0,73-46 1,10 5-489,136-61 1,142-43-2892,37 4-5616,-183 80-307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1:26.5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1632 5513,'0'-1'69,"1"0"1,-1 0-1,1 0 1,-1 0-1,1 0 1,-1 0-1,1 0 1,-1 1-1,1-1 1,0 0-1,0 0 1,-1 1-1,1-1 1,0 0-1,0 1 1,0-1-1,0 1 1,0-1-1,0 1 1,0 0 0,0-1-1,0 1 1,0 0-1,0-1 1,1 1-1,0 0 66,2-1 3014,-5-17-2120,0 15-946,1 0 0,0 0-1,0 0 1,0 0 0,0-1 0,0 1 0,1 0 0,0 0 0,-1 0-1,1 0 1,0 0 0,0 0 0,1 0 0,2-5 0,13-13 330,0 1 1,1 0-1,1 1 1,1 1-1,40-28 0,-43 33-279,65-46 502,2 3 0,162-77 0,200-59-144,-437 188-488,453-181-262,582-240-3779,-658 254 350,-262 115 1708,115-50-2970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1:26.8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1614 8353,'114'-118'1328,"-37"70"-220,17-6-256,6-7-148,21-8-144,16-9-168,27-16-156,24-11-264,20-19-292,13-3-428,17-5-4,13-13-240,-7-12-572,4 4-1112,7 5-793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1:29.0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 27 4480,'-12'-1'1441,"4"-3"5001,9-6-1700,4 0-6324,-4 8 2723,-4 11-1302,-4 12-93,-8 8-1881,15-28 2015,-1 0-1,1 0 1,-1 0 0,0 0 0,1 0-1,-1-1 1,1 1 0,-1 0 0,0-1-1,0 1 1,1 0 0,-1-1 0,0 1-1,0-1 1,0 1 0,0-1 0,0 1-1,0-1 1,-1 1 0,-1-26-4882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1:31.4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1184 632 6045,'-12'25'1649,"-1"-1"1,0 0 0,-2-1 0,-1 0 0,-25 26 0,-15 23-90,-27 45-282,-265 378 1468,25 15-1697,269-420-921,-65 121 143,97-168-183,2 0 0,-26 88 0,46-130-88,-2 18 61,2-19-58,1 1 0,-1-1 1,1 1-1,0-1 0,-1 0 1,1 1-1,0-1 0,-1 0 1,1 0-1,0 1 0,-1-1 1,1 0-1,0 0 0,-1 0 1,1 0-1,0 0 0,-1 0 1,1 0-1,0 0 0,0 0 1,-1 0-1,1 0 0,0 0 1,1-1-1,2 0-1,0 0 0,0 0 0,0 0 0,0 0 0,-1-1 0,1 0-1,0 0 1,0 0 0,-1 0 0,0-1 0,1 1 0,-1-1 0,4-4 0,37-48-10,-32 38 8,73-108-2,-5-5 0,119-263 0,73-303-78,-146 353 71,-101 277-13,192-448 493,-209 497-343,0 0-1,1 1 1,1 1 0,0-1 0,1 2-1,1-1 1,26-23 0,-36 36-77,0 0 1,0 0-1,1 1 1,-1-1-1,0 1 1,1 0-1,-1-1 0,1 1 1,0 1-1,-1-1 1,1 0-1,0 1 1,-1-1-1,1 1 0,0 0 1,0-1-1,-1 1 1,1 1-1,0-1 1,0 0-1,-1 1 1,1-1-1,0 1 0,-1 0 1,1 0-1,0 0 1,-1 0-1,1 1 1,-1-1-1,4 3 0,0 2 73,0 0 0,0 0 0,0 1 0,-1 0 0,0 0-1,0 0 1,-1 1 0,7 15 0,5 15 203,-2 1 0,-1 1 0,10 62 0,7 132 560,-20-61-214,-13 187-1,-40 173 19,3-215-435,-27 98-295,-54 276-507,55-335-174,-13 158-2333,40-174-2115,32-258 1760,6-36-2643,4-26-3955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1:31.7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34 618 11541,'-34'12'5601,"54"-30"-4313,17-9-100,20 6-340,27-9-140,36-3-140,31-3-112,30-7-180,27 1-200,16-3-544,21-6-512,19-4-532,18 4-436,2-9-757,14-3-1611,0 8-3321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1:31.9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285 136 5941,'2'-16'6408,"0"12"-6184,-1 1 1,0-1-1,1 1 1,0-1-1,0 1 1,0 0-1,0-1 1,1 1-1,-1 0 1,1 1-1,0-1 1,3-2-1,4-5 1067,0 0 0,16-20 0,-16 18-380,-10 11-811,1 0 0,0 0 1,-1 0-1,1 0 1,0 1-1,0-1 1,-1 0-1,1 0 1,0 0-1,0 1 1,0-1-1,0 1 1,0-1-1,0 1 1,1-1-1,-1 1 1,0-1-1,1 1 1,-1 0-47,-1 0 0,0 1 0,1-1 0,-1 0 0,1 0 0,-1 1 0,0-1 0,1 1 0,-1-1 0,0 0 0,1 1 1,-1-1-1,0 1 0,0-1 0,1 1 0,-1-1 0,0 1 0,0-1 0,0 1 0,0-1 0,0 1 0,1-1 0,-1 1 0,0-1 0,0 1 1,-1 0-1,-2 43 1328,-162 690 4107,57-292-6368,25 51-6686,64-363 3610,5-22-1861,8-10-3276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1:32.2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1 451 9345,'0'-9'252,"0"4"-74,0 0 0,0 1 0,0-1 0,1 0-1,-1 1 1,1-1 0,1 0 0,-1 1 0,0-1 0,1 1-1,0 0 1,0-1 0,0 1 0,1 0 0,0 0 0,4-5-1,21-18 926,1 1 0,1 2-1,1 1 1,46-26-1,-30 24-407,1 2 0,83-27 0,-27 21-410,1 4 0,169-18 0,-174 33-575,1 3 0,110 8 0,-159 3-426,0 2 0,-1 2 1,0 3-1,0 1 0,91 37 0,-121-40-15,0 1 0,-1 1 0,0 0 0,0 2 0,-2 0 0,1 1-1,-2 1 1,18 19 0,41 66-5613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1:32.4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1 947 13153,'3'-9'2052,"21"12"-387,6-18-225,20-12-276,7-3-112,13-3-28,24-10-136,17-11-152,16 0-140,352-151-848,-292 121-792,8-10-888,-8-11-1264,11 8-1941,13-2-4088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07.7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1 215 8285,'0'0'10887,"2"1"-10811,20 11 103,-19-10 448,7-12-228,-2 4-315,0 0 1,0 1-1,0 0 1,1 1 0,0 0-1,0 0 1,0 0 0,11-1-1,-3-1-51,90-30 128,129-26-1,-236 62-174,1 0 1,0-1-1,-1 1 0,1 0 1,-1 0-1,1 0 0,-1-1 1,1 1-1,-1 0 0,1 0 1,0 0-1,-1 0 1,1 0-1,-1 0 0,1 0 1,0 0-1,-1 0 0,1 0 1,-1 1-1,1-1 0,-1 0 1,1 0-1,-1 0 0,1 1 1,0-1-1,-1 0 0,1 1 1,-11 11-86,-31 16 69,-180 121-151,216-145 173,2-2-21,6-2 15,26-3-111,-1-1-1,0-2 1,0 0 0,-1-2 0,48-21 0,-23 10-188,15-3-69,-31 10-242,0 0 0,0-3 0,-2 0 0,38-25 0,-6-2-2573,-42 23-994,-9 3-1696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09.9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402 506 4604,'-2'0'421,"-1"0"-1,1 0 0,0 0 0,0 0 1,0 0-1,0 0 0,0 1 0,0-1 1,0 1-1,0-1 0,0 1 0,-4 2 1,0 1-127,-1 0 0,1 0 0,0 1 0,-7 6-1,10-7 178,1-3 27,-18 15 9306,248-126-8920,-203 99-847,335-129 211,-124 52-218,-20 9 39,39-15-188,-222 81 15,-26 12-19,-23 10 46,2-2 48,-128 58-460,-452 136-825,-197-8 1015,681-170 914,110-24-604,0 0 0,0 0 0,0 1 0,1-1 0,-1 0 0,0 0 0,1 0 0,-1 0 0,0 1 0,1-1 0,-1 0 0,1 0 0,-1 1 0,1-1 0,-1 0 1,1 1-1,0-1 0,0 0 0,12-9 13,1 1 0,0 1 1,0 0-1,0 1 0,1 0 0,0 1 1,16-4-1,4-3-36,461-159 188,-423 148-158,21-9-1,82-24-63,-59 18-175,-88 28-22,-26 10 146,-6 2-8,-406 164-829,41-14 749,54-26 567,299-119-241,16-8 79,34-19-37,218-98 115,-139 68-240,8-5-123,524-228-168,-644 283 201,0 0 0,0 0 0,0 0 1,0 0-1,0 0 0,0 1 1,0-1-1,0 1 0,0-1 0,0 1 1,0 0-1,0 0 0,0 0 0,0 0 1,0 0-1,1 1 0,-1-1 1,0 1-1,0-1 0,3 2 0,-5-2 24,0 1-1,1-1 0,-1 1 1,0-1-1,0 1 1,1-1-1,-1 0 0,0 1 1,0-1-1,0 1 1,0-1-1,1 1 0,-1-1 1,0 1-1,0-1 0,0 1 1,0-1-1,0 1 1,0-1-1,0 1 0,0-1 1,-1 1-1,1-1 0,0 1 1,0 0-1,-13 18-318,-11 2-613,-48 34 0,-4 2-1509,74-55 2213,-1 1 176,0-1 1,0 0-1,0 0 0,0 0 1,-1 0-1,1-1 0,-5 3 1,-19 3-8,0 0 0,-47 5 1,48-8 287,22-3-148,-22-18-139,26 16 49,0 0 0,0 0 0,0 0 0,0 0 0,0-1 0,0 1 1,1 0-1,-1 0 0,0 0 0,1 0 0,-1 0 0,1 0 0,-1 0 1,1 0-1,-1 0 0,1 0 0,0 1 0,-1-1 0,1 0 0,0 0 0,0 0 1,1 0-1,23-21-558,5 2-728,63-32-1,-61 39 315,7-7-201,-36 19 1098,-1 0-1,1 1 0,-1-1 1,1 0-1,-1 1 0,1 0 1,0-1-1,-1 1 1,1 0-1,0 1 0,-1-1 1,1 0-1,3 1 0,-2 0-100,-4 0 165,1 0 0,-1 0-1,0 0 1,1 0 0,-1 1 0,0-1 0,0 0-1,0 0 1,0 0 0,0 0 0,0 1 0,0-1-1,0 0 1,0 0 0,-1 2 0,-1 5 62,0 0 1,0 0 0,0-1 0,-1 1 0,0-1-1,-1 0 1,1 0 0,-1 0 0,-1-1-1,1 1 1,-1-1 0,-9 8 0,11-10 24,1-2 110,2 0-79,-1-1 1,1 0-1,-1 0 0,1 1 1,-1-1-1,0 0 1,0 0-1,1 0 1,-1 0-1,0 0 0,0 0 1,0 0-1,0-1 1,0 1-1,0 0 1,-1 0-1,-1 0 0,-19 11 2877,-20 2-176,40-13-2531,-2-2-296,-7-3 8,-1 1-1,0 1 1,0 0-1,0 1 1,0 0 0,0 1-1,-15 1 1,23 0 765,18 16-2371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11.0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 6 5200,'-2'-1'815,"-1"0"-1,1 0 1,-1 1-1,0-1 1,1 0-1,-1 1 0,1 0 1,-1 0-1,0 0 1,1 0-1,-1 0 1,1 0-1,-4 1 1,-12 6 3706,19 15-3716,-1 164 1330,6 102-51,4 40-920,7-164-709,61 259 0,-55-335-430,4-2 0,4-1 1,3-1-1,72 124 1,-74-154-179,3-2 0,2-1 1,2-2-1,2-2 1,59 52-1,-67-71-10,1-1 0,1-2 0,1-2-1,1-1 1,1-2 0,1-2 0,1-1 0,65 18-1,-49-21 15,1-3 0,0-3 0,1-1 0,79-3 0,-52-8-24,-1-3-1,114-25 1,163-65-164,-14-24 145,-340 119 190,578-235 2,-370 146 246,-134 56-6,142-54 206,-155 71 162,-63 17-330,-2 1 0,5 0-73,-1 1 0,0 0-1,0 0 1,0 1 0,0 0 0,0 0-1,13 7 1,-15-8-140,-1 0 0,0-1-1,1 0 1,-1 0 0,1 0 0,-1 0 0,7-1 0,-4 0 14,-2 0-26,0 1 0,-1-1 0,1 0 0,0-1 0,-1 1-1,1-1 1,-1 0 0,8-5 0,9-2 107,29-9 209,-48 17-282,0-1-8,23-10 55,-22 11-56,-1 2-146,21 14 52,-21-13 6,0 0-14,34 36 43,-34-36 46,23 20 307,-7-7-205,1-1 1,1-1 0,0-1-1,25 11 1,9 5-37,404 193 150,-268-135-264,149 63 240,443 129-1,-710-257-185,-67-20-57,33-9 14,-12 4-22,67-16-64,-67 9 164,-18 7-32,-5 3-52,28-10-397,-29 10 61,1-1-573,-1 1 461,0-1 0,1 0 0,-1 0 0,0 0 0,0 0 0,-1 0 0,4-4 0,10-11-4256,-2 9-3637,1 3-2976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11.4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583 10 14321,'-3'-1'2159,"-2"-1"-1610,0 0 0,0 1 0,-1 0 0,1 0 0,-1 0 0,1 1 0,-1 0 0,1 0 0,-1 0 0,1 1 0,-8 1 0,9-1-338,-1 1 0,0-1 0,1 1 0,0 0 0,-1 1 0,1-1 0,0 1 0,0-1 0,0 1 0,0 0 1,1 1-1,-1-1 0,1 1 0,0-1 0,0 1 0,0 0 0,1 0 0,-1 0 0,1 1 0,0-1 0,-2 6 0,-2 12 55,1-1 0,0 1 0,2-1 0,1 1 0,0 0 0,2 0 0,0 0 0,2 0 0,0 0 0,6 25 1,2-4-89,2 0 1,2-1 0,1-1 0,24 45 0,18 14-56,96 130 0,-69-110-80,9 15-1,97 149-20,-152-220-11,-2 3 0,40 105 0,-68-149-12,0 1 0,-2 0 0,-1 1 0,0-1 0,-2 1-1,-1 0 1,-1 34 0,-3-37-3,-1-1 0,0-1 1,-2 1-1,0 0 0,-2-1 0,0 0 0,-1-1 0,-21 38 0,7-24-20,0-1-1,-3 0 0,0-2 1,-2-1-1,-2-1 0,-55 42 1,-208 122-752,232-156 473,-220 151-2042,56-34-2296,161-112 1021,28-15-2656,19-10-4481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11.6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95 46 16181,'-21'0'2669,"11"-15"-545,-13 9-336,6 3 2124,4-9-3135,3 3-393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13.7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55 4472,'10'-7'9528,"14"5"-7822,5-1-2535,25-17-2335,-51 15-359,-3-13-1683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14.3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34 498 7673,'-4'-8'630,"1"0"0,0 0 0,0 0 0,1 0 1,0 0-1,1 0 0,0-1 0,0 1 0,1-1 0,0 1 1,0 0-1,3-15 0,-2 7 17,-1 0 1,-1-22-1,-5-4 61,2 22-685,1 0 0,1-1 1,0 1-1,2 0 0,3-32 0,-2 49-202,0-1 0,1 1-1,-1 0 1,0-1-1,1 1 1,0 0-1,0 0 1,0 0-1,0 0 1,0 1 0,0-1-1,1 0 1,0 1-1,-1 0 1,6-4-1,4-2-1225,1 0-1,19-8 1,-20 10-216,34-18-5341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14.6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46 4368,'13'-18'1209,"-19"2"507,26 16-1040,-3-6 420,3 3-760,0 0 116,0 6-296,7 0-36,-14 6-40,0 1-260,-2 5-136,2 0-304,-16 12-2940,3 3 1011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17.3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31 103 9577,'0'0'4894,"-1"-3"-3518,-4-28 1023,4 28-692,1 0-1085,-1-3-515,0 0 0,0 0 1,-1 0-1,0 0 0,0 0 1,0 1-1,-1-1 0,-5-8 1,7 12-474,3 4-62,4 2 239,0 1 1,-1 0-1,0 0 0,0 0 1,0 1-1,0-1 1,-1 1-1,6 12 1,24 59-1329,-17-37 658,127 329-7643,-97-223 3314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18.0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164 1 8213,'54'0'21695,"-55"2"-20957,-1 2-556,1-1 1,0 0-1,-1 0 0,0 0 1,0-1-1,0 1 0,0 0 0,0-1 1,-1 1-1,1-1 0,-1 0 0,-3 3 1,-14 13-432,-41 35-6010,57-51 5504,-1 1 1,1-1-1,-1 0 0,0 0 1,1-1-1,-1 0 0,0 0 1,0 0-1,0 0 1,-7 0-1,-6 1-4443,-11 1-4827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19.2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28 357 4340,'12'4'1522,"-19"-8"633,-6-4-1806,11 7 662,1-2-855,0 0 0,0-1 1,1 1-1,-1 0 0,1 0 1,0-1-1,0 1 0,0 0 1,1-4-1,-1 4 55,0 0 421,-7-10 731,0-13 2783,7-22-3238,0 20-17,0-8-723,0 33-119,0 0 7,0-5-54,1 1-1,0 0 1,0-1-1,0 1 1,1 0-1,5-13 0,-6 18 23,0-1 4,4-7 15,0 0 1,1 1 0,11-14-1,-14 20 967,5-16-445,-4 14-130,-7 15-126,3-8-285,-1-1-1,1 1 1,0 0-1,0 0 0,0 0 1,0 0-1,0 0 1,1-1-1,-1 1 1,0 0-1,1 0 0,-1 0 1,1-1-1,0 1 1,0 0-1,-1-1 0,1 1 1,0-1-1,0 1 1,1-1-1,-1 1 1,3 2-1,36 31 295,-31-28-209,63 53 939,84 91 0,51 81-71,-30-30-517,-80-97-337,5-5 0,186 142-1,-81-89-33,181 111 209,-285-190 997,-100-72-1094,11-30 160,-14 19-352,-1 1-1,0 0 1,0-1-1,-5-14 1,-2-15-453,2-34-1622,-1-9-3343,-3 30-3721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20.5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100 31 4892,'-6'3'384,"1"0"-1,-1 0 0,0 0 0,1-1 0,-8 2 0,10-4 1719,-26 21 10439,28-21-12507,-1 0 0,1 0 0,0-1 0,0 1 0,0 0 0,0 0 0,0-1 0,0 1 0,0 0 0,0-1 0,0 1 0,0-1 0,0 1 0,0-1-1,0 0 1,0 0 0,0 1 0,0-1 0,1 0 0,-1 0 0,0 0 0,1 0 0,-1 0 0,0 1 0,1-1 0,-1 0 0,1-1 0,-1 0 0,1-1 254,0-1 1,0 1-1,1 0 0,-1 0 0,1-1 1,0 1-1,0 0 0,1-4 0,3-8-43,-4 13 19,-4 27 618,4 25-345,2 0-1,2 0 0,23 93 0,-5-30-180,105 670 591,-77-515-678,-51-268-271,0 1-1,0 0 1,0 0 0,0 0-1,1 0 1,-1-1 0,0 1 0,0 0-1,1 0 1,-1 0 0,0-1 0,1 1-1,-1 0 1,1-1 0,-1 1-1,1 0 1,0-1 0,-1 1 0,1-1-1,0 2 1,6-14-166,0-37-246,-7 46 384,5-52-892,-4 0 0,-1 0-1,-12-85 1,-2 56-297,-41-136 0,46 190 1111,-1 0 1,-1 1-1,-2 0 0,-1 1 1,-2 1-1,0 0 0,-29-35 1,33 46 125,4 8-77,-1 24 65,7-9-11,1 0 0,0 1-1,0 0 1,0-1 0,1 1-1,0 0 1,0-1 0,3 16-1,-1 3-1,0 32-13,20 262-111,-18-291-29,-2 0 0,-1 36 0,-1-39 22,0-16 130,0 10-101,3-19 52,4-14 28,-3-1 22,-1 0 0,0 0 0,-1 0-1,0 0 1,-1-1 0,-1 1 0,-2-20-1,2-29-48,1 28 222,-8-69 0,2 51-1963,3-2-4573,-11 73-4508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22.7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0 4556,'-4'1'12355,"22"10"-5184,-9-2-9731,34 46 3171,-10-11-426,2-1 0,1-2 0,78 68 0,-84-86-908,2-2 1,47 26 0,-59-38-804,36 12 1,-38-15-619,1-2-1,25 3 1,7-3-6094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23.2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 60 5264,'-28'-5'1992,"52"10"5081,-39 20-5427,15-23-1550,-1 1 0,0-1 0,1 1 0,-1-1 0,1 1 0,0-1 0,0 1 0,0-1 0,0 1 0,0 0-1,1-1 1,-1 1 0,1-1 0,1 3 0,-1 2 143,7 90 1171,-6-66-1189,0 0 0,2 0-1,13 50 1,-6-46-98,-1-2 31,27 61 1,-32-83-146,1-1 0,0 0 1,1-1-1,0 0 0,0 0 0,1 0 1,0-1-1,0 0 0,17 12 1,-18-15-5,0 0 0,1-1 0,-1 0 1,1 0-1,0-1 0,0 0 1,0 0-1,0-1 0,1 0 0,-1 0 1,1-1-1,-1 0 0,1-1 1,-1 0-1,1 0 0,0-1 0,-1 0 1,1 0-1,-1-1 0,0 0 1,0 0-1,1-1 0,-1 0 0,-1-1 1,1 0-1,0 0 0,-1-1 1,10-7-1,-3-1-2,0-1 1,18-23-1,-28 31-3,0 0 1,0 0-1,0-1 0,-1 0 1,0 0-1,-1 1 0,0-1 1,0-1-1,0 1 1,-1 0-1,0 0 0,0-1 1,-1 1-1,0-1 0,-1-10 1,0-2 0,1-5-19,-2 0 0,-1 0-1,-1 0 1,-1 1-1,-1-1 1,-1 1 0,-2 0-1,0 1 1,-15-27 0,17 36 22,-1 1 0,0 0 0,-1 0 0,-1 1 0,0 0 0,0 1-1,-1 0 1,0 1 0,-1 0 0,-1 1 0,1 0 0,-1 0 0,-1 2 0,0 0 0,-26-10 0,33 15-49,0 0 0,0 0-1,1 1 1,-1 0 0,0 0-1,0 0 1,0 1 0,0 0-1,0 1 1,0 0-1,0 0 1,0 0 0,0 1-1,0 0 1,1 0 0,-1 1-1,1-1 1,-1 2 0,1-1-1,0 1 1,1-1 0,-1 2-1,0-1 1,1 1 0,0 0-1,0 0 1,1 0 0,-1 0-1,1 1 1,0 0 0,1 0-1,-1 0 1,1 0 0,0 1-1,-3 12 1,-10 41-2995,12-20-2311,6-10-2163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23.8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 33 8073,'0'0'262,"1"0"-1,0 1 1,-1-1 0,1 0 0,0 0-1,-1 0 1,1 0 0,0 0 0,-1-1 0,1 1-1,0 0 1,0 0 0,-1 0 0,1-1-1,-1 1 1,1 0 0,0-1 0,-1 1 0,1 0-1,-1-1 1,1 1 0,0-1 0,-1 1-1,0-1 1,2 0 0,-4-17 5657,0 9-3413,-3 9-4249,-34 0-842,36 0 169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24.2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1 120 5693,'28'-45'1434,"-27"44"-1304,0-1 1,0 1-1,0 0 0,-1-1 0,1 1 0,0-1 0,-1 1 0,1-1 0,-1 1 1,0-1-1,1 1 0,-1-1 0,0 0 0,0 1 0,0-1 0,0 0 0,0 1 0,0-1 1,-1-2-1,0-14 2720,2 14-2907,4-14 1641,-5 18-1558,1 0-1,-1-1 1,0 1 0,1 0 0,-1 0-1,0 0 1,1 0 0,-1 0 0,0 0-1,1-1 1,-1 1 0,1 0-1,-1 0 1,0 0 0,1 0 0,-1 0-1,0 0 1,1 1 0,-1-1 0,1 0-1,-1 0 1,0 0 0,1 0-1,-1 0 1,0 0 0,1 1 0,-1-1-1,0 0 1,0 0 0,1 1-1,-1-1 1,0 0 0,1 0 0,-1 1-1,0-1 1,0 0 0,0 1 0,1-1-1,-1 0 1,0 1 0,0-1-1,0 0 1,0 1 0,0-1 0,0 0-1,1 1 1,4 8-145,1 0 1,-1 1-1,-1 0 0,0-1 0,5 18 1,9 22-639,-5-19-718,-2 0 0,-1 1 0,8 41 0,-4-5-3488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25.2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208 169 10493,'-3'-2'1943,"-1"-1"-991,-16-9 233,7 8 3684,13-18-3174,0 8 1842,-1 13-3497,1 1 1,-1 0-1,1-1 0,0 1 0,-1-1 0,1 1 1,-1-1-1,1 1 0,0-1 0,-1 1 0,1-1 1,0 1-1,-1-1 0,1 1 0,0-1 0,0 1 0,-1-1 1,1 0-1,0 1 0,0-1 0,0 0 0,0 1 1,0-2-1,0 1 90,0 0 0,0 0 0,0 0 0,-1 0 0,1 0 0,0 0 0,-1 0 1,1 0-1,-1 1 0,1-1 0,-1 0 0,1 0 0,-1 0 0,1 0 0,-1 0 0,0 1 0,0-1 0,0 0 1,-8-3-328,7 3 266,1 0 1,0 0 0,-1 1 0,1-1 0,-1 0 0,0 1 0,1 0 0,-1-1 0,1 1-1,-1 0 1,0 0 0,1 0 0,-1 0 0,1 0 0,-1 0 0,0 0 0,1 1-1,-3 0 1,-10 4-114,11-4 217,-29-28-9466,-3-1 1995,9 4-2497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26.7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759 369 5308,'-17'-17'1155,"13"13"1726,4 4-2809,-1 0 1,0 0-1,1-1 0,-1 1 0,0 0 1,1-1-1,-1 1 0,0 0 0,1-1 1,-1 1-1,0-1 0,1 1 0,-1-1 0,1 1 1,-1-1-1,1 1 0,0-1 0,-1-1 1,0 2-34,1-1 0,-1 0 1,0 0-1,1 0 1,-1 1-1,0-1 0,0 0 1,1 0-1,-1 1 0,0-1 1,0 1-1,0-1 1,0 1-1,1-1 0,-1 1 1,0 0-1,0-1 0,0 1 1,0 0-1,0 0 1,0 0-1,0-1 0,0 1 1,-2 0-1,-2 2 81,0-1 0,-1 0-1,1 1 1,0 0 0,0 0 0,0 1 0,0-1-1,1 1 1,-1 0 0,1 1 0,0-1-1,-1 1 1,-6 7 0,-3 6 296,1 1 1,-22 35-1,-324 595 3424,320-568-3454,4 3 0,4 1-1,3 1 1,-28 145 0,47-176-240,3 1 0,2 0 0,3 0 0,2 0 0,3 0 0,1 0 0,4 0 0,26 94 0,-9-71-47,3-1 0,4-2-1,3-1 1,53 82 0,-54-103-56,3-1-1,2-2 0,2-2 1,2-1-1,95 76 1,-69-70-35,3-3 1,107 55 0,-131-81-10,1-3 1,1-2-1,1-2 1,0-2-1,78 11 0,-118-24 2,47 6 7,1-1-1,109-4 1,-138-4-10,0-3 0,0 0 1,0-2-1,0-2 0,-1 0 1,0-2-1,0-1 0,28-16 1,-40 17 0,-1 0 0,-1 0-1,0-2 1,0 0 0,-2-1 0,1 0 0,-1-1 0,-1-1 0,-1 0 0,0 0 0,-1-2 0,-1 1 0,0-1 0,8-21 0,1-15-9,-2 0 0,-3-2 0,9-66 0,9-171-17,-21 83-28,-8 0 0,-10 0-1,-9 1 1,-9 0 0,-9 2-1,-70-233 1,67 319 24,-53-119 0,62 178 26,-3 0 0,-2 2 0,-65-87 1,83 126-4,-1 1 1,-2 1-1,0 0 0,0 1 1,-2 1-1,0 1 1,-36-21-1,47 31-2,1 1 0,-1 1 0,0 0 0,0 0 0,0 1 0,0 0 0,-1 0 0,1 1 0,-1 0-1,-9 1 1,11 1-17,1 0 0,-1 0-1,1 1 1,0 0-1,-1 0 1,1 1 0,0 0-1,1 0 1,-1 1 0,0 0-1,1 0 1,0 0-1,0 1 1,-6 6 0,0 1-163,1 1 0,0 1-1,0 0 1,2 1 0,0 0 0,1 0 0,0 1 0,-8 24 0,2 2-983,2 0 0,-8 52 0,6 14-3868,3 0-3061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26.9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 1 7353,'-27'33'892,"24"-12"892,-1-3-1372,1 0-380,6 0-472,1-3-140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27.1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1424 6513,'0'0'10074,"0"-3"-8868,6-17-334,1 1 0,1 0 0,0 0 1,20-31-1,8-18 162,183-429 699,-106 242-4268,-37 84-878,3 1-3303,-13 38-2557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29.6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 98 3544,'0'0'9663,"-1"-3"-8920,0-2-775,-1 1 378,1 0 0,0-1-1,-1 1 1,2-1 0,-1 1 0,0 0 0,1-1-1,0-7 1,2 6-118,-1 0-1,1 0 1,1-1 0,-1 1-1,4-5 1,13 22 99,-18-10-290,9 9 96,0 1 0,-1 0 1,0 0-1,-1 1 0,0 0 1,-1 1-1,0-1 1,7 20-1,21 38 420,-2-23-362,1-1 0,3-1-1,1-2 1,2-2 0,2-2-1,1-1 1,3-2 0,69 41-1,-16-19-109,3-5 0,2-4-1,136 44 1,-72-40-418,1-7 0,3-8-1,0-7 1,263 12 0,-384-41-731,-1-2-1,1-2 1,-1-3-1,84-18 1,-133 23 853,1 0 1,-1 0-1,0 0 0,1-1 0,-1 1 0,1-1 1,-1 1-1,0-1 0,1 1 0,-1-1 1,0 0-1,0 1 0,0-1 0,1 0 1,-1 0-1,0 0 0,0 0 0,0 0 1,0 0-1,-1-1 0,1 1 0,0 0 0,0 0 1,-1 0-1,1-1 0,0 1 0,-1 0 1,0-1-1,1 1 0,-1-1 0,0 1 1,1-3-1,-11-13-5238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30.1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0 176 6177,'60'-41'2598,"74"-44"1698,-118 77-4007,0 0 0,1 1 0,0 1 1,1 1-1,-1 0 0,32-4 0,-45 9-259,0-1 0,-1 1 0,1 0-1,0 0 1,0 0 0,0 0 0,0 1 0,0 0-1,0 0 1,0 0 0,-1 0 0,1 0-1,0 1 1,-1 0 0,1-1 0,-1 2-1,0-1 1,1 0 0,-1 0 0,5 6 0,-3-1 8,0 0 1,-1 0 0,0 0 0,0 1 0,0-1 0,-1 1-1,0 0 1,3 16 0,14 84 152,3 10-52,-13-90-64,1-1-1,1 0 0,28 47 1,-20-39 21,42 67 101,-33-56 24,44 92 1,-68-121-161,0 0 0,-1 0 0,-1 0 0,-1 1 0,0 0 1,-1 26-1,0-3 27,0-25-96,-1 0 0,-1-1 0,0 1 1,-2 0-1,1-1 0,-2 0 0,0 0 1,0 0-1,-9 18 0,10-27-158,-1 0-1,1-1 0,-1 1 1,0-1-1,0 0 1,-1 0-1,0 0 0,0-1 1,-8 7-1,9-8-307,1-1-1,-1 0 1,0 0-1,1 0 1,-1-1 0,0 1-1,0-1 1,0 0-1,0 0 1,0 0-1,0-1 1,-1 1 0,1-1-1,0 0 1,0 0-1,-6-1 1,-13-5-4683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30.9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40 252 3920,'-2'-8'846,"-1"0"0,1 0 0,-1 1-1,-1-1 1,-4-8 0,6 14 548,0-2-1092,-1 0 0,1 0-1,0 0 1,0-1 0,-2-7 0,4 9-176,0 1 1,0-1-1,1 0 0,-1 1 1,1-1-1,0 0 1,0 1-1,0-1 0,0 1 1,0-1-1,0 1 1,0 0-1,4-4 0,-5 6-105,6-9 206,1 1-1,0 1 1,0-1-1,0 1 1,1 0-1,0 1 1,1 0 0,0 0-1,17-8 1,-6 4 121,1 1 0,0 2 0,36-9 0,-54 15-318,2 1 0,-1-1-1,0 1 1,0 0 0,0 0 0,0 0-1,0 0 1,0 1 0,0-1 0,0 1-1,0 0 1,0 1 0,0-1-1,-1 1 1,1-1 0,0 1 0,-1 0-1,1 1 1,-1-1 0,0 0 0,0 1-1,0 0 1,5 5 0,-2 0-7,0 1-1,0-1 1,-1 1 0,0 0 0,-1 0 0,0 0-1,0 1 1,3 14 0,4 33 103,-2 1 1,-3 1-1,-2 65 1,-1-43-105,-2 75 63,-6 0-1,-28 166 1,29-296-89,-5 39 0,9-60 44,0 1-1,0-1 1,0 0 0,1 0 0,-1 0-1,1 0 1,0 0 0,1 0 0,2 7-1,-3-11-24,0 0 0,-1 0-1,1 0 1,0 0 0,0 0-1,0 0 1,1 0-1,-1 0 1,0 0 0,0-1-1,0 1 1,1-1 0,-1 1-1,0-1 1,1 1-1,-1-1 1,0 1 0,1-1-1,-1 0 1,0 0 0,1 0-1,-1 0 1,1 0-1,-1 0 1,3-1 0,40-8 80,-37 6-76,38-13 106,0-3 1,81-46 0,-74 37-125,277-161-1892,-117 51-6015,-134 83 76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31.4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364 464 8605,'-152'-8'5218,"145"7"-5044,0 1 1,-1 0-1,1 1 0,0 0 0,0 0 0,-1 0 1,1 1-1,0 0 0,0 1 0,1 0 0,-1 0 0,0 0 1,1 0-1,0 1 0,0 0 0,0 1 0,0 0 1,1-1-1,-1 2 0,1-1 0,1 0 0,-1 1 0,1 0 1,0 0-1,0 1 0,-3 8 0,-2 4 33,2 0-1,0 1 1,1 0-1,1 1 1,1-1 0,1 1-1,0 0 1,1 24-1,3 12 143,3 1 0,2-1 1,23 96-1,69 163 332,-43-177-417,90 162-1,105 115 16,-191-326-231,5-3 0,3-3 0,4-3 0,85 75 0,-127-130-32,2-2 0,1 0 0,1-2 1,1-2-1,0-1 0,39 15 0,-52-26-6,1 0-1,0-2 1,0-1-1,0-1 1,1 0-1,-1-2 1,1-1-1,0 0 1,-1-2-1,1-1 1,44-8-1,-36 1 9,0-1-1,-1-1 1,0-2 0,-1-1-1,0-1 1,-1-1 0,-1-2-1,0-1 1,-2 0 0,0-2-1,35-40 1,-20 16 11,-3-2 1,-2-2 0,-2-1-1,-3-1 1,35-78 0,-32 51-62,-4-2 0,-2-2 0,-5 0 1,-3-1-1,-4-1 0,-3 0 0,-4-1 1,-4 0-1,-4-1 0,-18-149 0,7 158-43,-4-1 0,-3 2 0,-4 1 0,-2 0 0,-4 2 0,-4 1-1,-2 2 1,-3 1 0,-3 1 0,-4 3 0,-94-111 0,107 143 42,-2 1 0,-1 2 0,-1 1 0,-1 2 0,-2 1 0,0 2 0,-2 2 1,0 2-1,-61-22 0,76 34-24,0 1 0,0 2 0,-1 0 0,1 2 1,-1 0-1,0 2 0,-43 3 0,48 1-51,1 1 0,0 0 0,0 1 1,0 1-1,1 1 0,-1 1 0,2 1 0,-1 0 0,1 2 0,-25 18 1,19-9-338,0 1 0,1 1 0,1 1 0,1 0 0,2 2 0,-19 29 0,14-15-1375,2 2 1,1 1 0,-22 65 0,1 33-5710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31.7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 39 8741,'-23'-15'3972,"16"3"-8196,0 0-1281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32.8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6 4980,'-17'-6'324,"20"24"-896,-3 1-796,7 2 988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33.4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1 184 11205,'0'0'7643,"2"-1"-5860,103-39 6242,-101 38-8214,0 1-1,-1-1 1,1 0-1,0 0 1,0 0-1,-1 0 1,0 0-1,1-1 1,-1 0-1,0 0 1,0 0 0,0 0-1,-1 0 1,1-1-1,-1 1 1,0-1-1,0 1 1,0-1-1,0 0 1,1-6 0,0 4-1229,-1 1 1,1-1 0,0 1 0,0 0 0,0 0 0,1 0 0,8-9 0,16-13-8940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34.3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0 229 5292,'1'1'530,"0"-1"-1,0 1 0,0-1 0,1 1 0,-1-1 0,0 0 1,0 0-1,0 1 0,0-1 0,0 0 0,0 0 0,1 0 1,-1 0-1,0 0 0,2-1 0,22-8 3197,26-25-2610,-33 21 178,10-7-62,33-29 1,-22 16 51,-17 17-489,7-7 401,-27 21-25,-5-14-251,0 8-1730,2-1-4446,-4 10 4694,-203 32-11889,190-25 6788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34.8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 19 2620,'-33'-6'-24,"26"-7"-1356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37.5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188 760 3652,'0'0'5724,"-3"0"-4992,-31 2 356,31-1 298,-1-2-967,-32-1 457,32 2 202,2-2-644,1 2-402,0 0-1,0-1 0,0 0 0,0 1 1,0-1-1,0 0 0,0 1 0,0-1 0,0 0 1,0 0-1,1 0 0,-1 0 0,0 1 1,1-1-1,-1 0 0,0-1 0,1 1 0,-1 0 1,1 0-1,0 0 0,-1-2 0,2 0-10,0 0 1,0 0-1,1 1 0,-1-1 0,1 1 0,0-1 0,0 1 0,0 0 1,0-1-1,3-1 0,13-12 18,0 0 0,1 1 0,1 1 0,1 0 0,0 2 1,23-10-1,-3 1-8,105-59 26,464-257-34,-521 289-351,73-47-1576,-142 79 836,-18 15 745,-5 3-38,-1 2 156,-5 3 49,-1-1 0,0 0 0,0 0 0,0-1 0,-1 0 0,-12 3 0,-10 6-50,-80 40-293,-334 146-779,362-168 1465,-1-3 0,-2-5 0,-124 19 0,190-40-77,-53 6 470,68-9-510,1 0 0,-1 0-1,1-1 1,0 1 0,-1-2 0,1 1-1,-1 0 1,-10-6 0,16 7-55,0 0 1,0-1 0,0 1 0,0-1-1,0 0 1,0 1 0,0-1-1,1 0 1,-1 0 0,0 1-1,0-1 1,1 0 0,-1 0 0,0 0-1,1 0 1,-1 0 0,1 0-1,0 0 1,-1 0 0,1 0 0,0 0-1,-1 0 1,1 0 0,0 0-1,0 0 1,0 0 0,0-2-1,1-1 11,-1 1 0,1 0 0,0 0 0,0 0 0,1 0 0,-1 0 0,1 0 0,-1 0 0,4-4 0,5-6 52,0 1 0,1 1 1,15-14-1,47-31 239,131-77 0,-161 107-280,-28 18-21,1 0 1,0 1-1,30-9 0,-42 15-72,9 31-191,-14-26 218,0 0 0,-1-1 0,1 1 1,-1 0-1,1-1 0,-1 1 0,0-1 1,0 0-1,-1 0 0,1 0 1,-1 0-1,-3 3 0,2-2-12,1 0 0,-1 0 0,1 1 0,0-1 0,0 1 0,0-1 0,1 1 0,-1 0 0,-2 10 0,5-14 30,-1 1-1,1-1 0,-1 1 1,1 0-1,0-1 1,0 1-1,0-1 1,0 1-1,0 0 1,0-1-1,0 1 0,0-1 1,1 1-1,0 2 1,0-3 8,0 0 0,0-1 0,0 1 0,1 0 1,-1-1-1,0 1 0,0-1 0,1 1 0,-1-1 0,0 1 0,1-1 1,-1 0-1,1 0 0,-1 0 0,0 0 0,1 0 0,-1 0 1,1 0-1,-1 0 0,0-1 0,3 0 0,31-4-2,0-2 0,0-1 0,34-13 0,101-47-6,19-5 7,-147 57 2,-42 17 2,0 0 0,0-1-1,0 1 1,0 0 0,0 0-1,0 0 1,0 0 0,0-1-1,0 1 1,0 0-1,0 0 1,-1 0 0,1-1-1,0 1 1,-1 0 0,1 0-1,-1-1 1,1 1 0,0 0-1,-1-1 1,0 2-1,-10 12 5,-1 0-1,0-1 0,-1-1 0,-26 21 1,-67 38 7,47-33 13,-269 176-306,308-198 261,106-67 116,-28 20-25,-2-4-1,97-77 0,-121 88-42,-27 21-89,-1 0 1,1 0-1,0-1 1,-1 0-1,0 0 1,5-5-1,-8 7-245,-64 11-3123,45-9 2946,15 0 106,0-1-180,-2-2 66,4 3 618,-1-1-1,1 0 0,-1 1 0,0-1 1,1 0-1,0 0 0,-1 0 0,1 0 1,0 0-1,-1-1 0,1 1 0,0 0 1,0-1-1,0 1 0,0 0 0,0-1 0,0 1 1,1-1-1,-1 0 0,0-1 0,-9-42 3480,-3 17-3407,12 26 585,1 3-723,0 0 1,0 0 0,0 0-1,-1 0 1,1 0 0,0 0 0,-1 0-1,1 0 1,-1 0 0,1 0-1,-1 0 1,1 0 0,-1-1 0,1 1-1,-1 0 1,0 0 0,-1 1-1,-1 1 155,0 1 0,1-1 0,-1 1 0,0 0 0,1 0 0,-2 4-1,3-5 356,35-15-6255,-33 12 5684,0-1 1,-1 0 0,1 0 0,-1 0 0,1-1-1,-1 1 1,1 0 0,-1 0 0,1 0 0,-1 0-1,0 0 1,0-1 0,1 1 0,-1 0 0,0 0-1,0-2 1,0 2 5,3-42 1142,-3 32 4811,-2 14-5942,0 0 0,0 1 1,1-1-1,-1 1 1,1 0-1,0-1 0,0 1 1,1 0-1,-1 0 1,1-1-1,0 1 0,0 8 1,-1 7 41,-1-7-16,1-1 1,0 1-1,1-1 1,0 1-1,1-1 1,0 1-1,0-1 1,2 0-1,-1 1 1,1-1-1,1 0 0,0-1 1,1 1-1,8 14 1,-5-12-36,1 0 0,1-1 1,0-1-1,0 1 0,1-2 1,1 1-1,0-1 0,0-1 1,1-1-1,19 11 0,12 3-76,1-3 1,1-1-1,1-2 0,95 18 0,-36-17-568,136 3 0,3-15-1098,336-38 0,241-95-1226,-178-19-1303,-317 66 895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39.4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0 185 10265,'0'0'2440,"4"-3"-1463,3-2-630,-2 0-193,0 2 0,0-1 0,0 0 0,1 1 1,0 0-1,-1 1 0,1-1 0,0 1 0,0 0 1,9-2-1,816-86 1946,-670 78-2423,215-26-3103,-338 37 1620,-34 1 222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39.6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111 0 5456,'0'0'1197,"-3"21"-333,-4 0-296,1 4-116,2 2-368,-6 21-60,3-9-292,-9 6-240,-11 7-676,10 11-777,4 3 221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41.0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173 1002 7817,'-20'17'538,"15"-12"-288,-1-1-1,1 1 0,-1-1 0,-1 0 1,1 0-1,0-1 0,-14 5 1,9-2 381,-1 0 0,1 1 0,0 1 0,1-1 0,-1 2 0,-15 16 0,27-24-550,0 0-1,0 0 0,0 0 0,0-1 1,0 1-1,0 0 0,0 0 0,0 0 1,1-1-1,-1 1 0,0-1 0,0 1 1,3 0-1,5 1 55,1 1 1,-1-2 0,1 1-1,-1-1 1,1-1 0,0 1-1,16-3 1,75-15 388,-73 12-419,343-83 491,-168 38-403,1574-317 157,15 73 28,6 56 1885,-1216 171-663,-536 61-1407,-9 1-56,64 0 1,-92 5-134,-1 0-1,1 1 1,-1 0 0,1 1 0,-1-1-1,0 2 1,0-1 0,0 1-1,0 0 1,0 1 0,0 0-1,-1 0 1,9 6 0,-10-3 30,0 0 1,0 0-1,0 0 1,-1 0-1,0 1 0,0 0 1,-1 0-1,0 1 1,-1-1-1,5 16 1,1 9 356,7 53 1,-11-28 81,-2 1-1,-7 83 1,1-54-105,-51 888 1592,22-666-2661,-13-3 0,-13-2 0,-14-2 0,-13-4-1,-149 346 1,-235 424-1721,218-541 1587,90-217 523,145-280 236,2-7 1,-1-1 0,0 0 0,-2-1 0,-1 0 0,-1-2 0,-25 21 0,-135 96-173,116-92 128,-228 151-2993,85-83-3707,112-67 69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2T17:42:42.2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2191 329 3500,'-4'-1'21,"-128"-56"1724,111 46-1170,0-1 0,1-1 0,0 0 0,-20-19 0,-11-14 865,-105-88 2754,155 133-4161,0 0 1,1 1 0,-1-1 0,0 0 0,1 1 0,-1-1-1,0 1 1,0-1 0,1 1 0,-1-1 0,0 1 0,0-1-1,0 1 1,0 0 0,0 0 0,0-1 0,1 1 0,-1 0-1,0 0 1,0 0 0,0 0 0,0 0 0,0 0 0,0 0 0,0 0-1,0 0 1,0 1 0,0-1 0,0 0 0,0 1 0,1-1-1,-1 0 1,0 1 0,0-1 0,0 1 0,1 0 0,-1-1-1,0 1 1,0-1 0,1 1 0,-1 0 0,1 0 0,-2 0-1,0 5 116,0-1 0,0 1-1,0-1 1,1 1 0,0-1-1,-1 11 1,-21 265 2025,7-72-1126,-10 145 120,-23 200-175,-18-139-671,-18-3 0,-199 575 0,50-393-805,-36-14-459,124-272 199,29-67 60,-32 72 68,24 6-26,46-35 132,77-272 484,0 0 0,1 0 0,0 0 0,1 1 0,0-1 0,3 21 0,-2-28 23,0 0 0,0 0 0,1 0 0,0-1 0,-1 1-1,2-1 1,-1 1 0,0-1 0,1 0 0,0 0 0,0 0 0,0 0-1,0 0 1,1-1 0,-1 0 0,1 1 0,0-1 0,7 4 0,51 28-30,67 49 0,-123-80 38,137 92 16,-125-86-24,1-1 1,0 0-1,1-2 1,0 0-1,0-1 1,29 5-1,-3-6 137,0-2-1,57-4 1,95-14 331,605-98 501,-599 81-881,2026-251 216,89-9-300,-982 88-34,-14-67 49,-944 171 33,-285 70-41,167-78-1,-235 95-24,0-1-1,0-1 1,-2-1-1,33-28 1,-54 41-29,1-1 1,-1 1 0,0 0-1,0-1 1,0 0 0,0 0-1,-1 0 1,1 0 0,-1 0-1,0 0 1,-1 0 0,1-1-1,-1 1 1,2-6 0,-3 7-40,0 0 0,0 0 0,-1 0 0,1 0 0,-1 0 0,1 0 0,-1 0 0,0 0 0,0 0 0,0 0 0,0 0 0,-1 1 0,1-1 0,-1 0 0,0 1 0,0-1 0,0 1 0,0 0 0,0 0 0,0 0 1,0 0-1,-3-2 0,-10-5-796,1 0 1,-1 1-1,0 1 1,-1 0 0,0 1-1,0 1 1,-19-4-1,-63-13-6476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D2453-CEC1-405C-8674-F2D5DC067778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54EF7-834D-4912-8C90-61FD125CB7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09917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D2453-CEC1-405C-8674-F2D5DC067778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54EF7-834D-4912-8C90-61FD125CB7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638613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D2453-CEC1-405C-8674-F2D5DC067778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54EF7-834D-4912-8C90-61FD125CB7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25586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D2453-CEC1-405C-8674-F2D5DC067778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54EF7-834D-4912-8C90-61FD125CB7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1817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D2453-CEC1-405C-8674-F2D5DC067778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54EF7-834D-4912-8C90-61FD125CB7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84206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D2453-CEC1-405C-8674-F2D5DC067778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54EF7-834D-4912-8C90-61FD125CB7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92904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D2453-CEC1-405C-8674-F2D5DC067778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54EF7-834D-4912-8C90-61FD125CB7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14135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D2453-CEC1-405C-8674-F2D5DC067778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54EF7-834D-4912-8C90-61FD125CB7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832474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D2453-CEC1-405C-8674-F2D5DC067778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54EF7-834D-4912-8C90-61FD125CB7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33219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D2453-CEC1-405C-8674-F2D5DC067778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54EF7-834D-4912-8C90-61FD125CB7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7279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D2453-CEC1-405C-8674-F2D5DC067778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54EF7-834D-4912-8C90-61FD125CB7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15600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F7D2453-CEC1-405C-8674-F2D5DC067778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F0154EF7-834D-4912-8C90-61FD125CB7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151856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47" Type="http://schemas.openxmlformats.org/officeDocument/2006/relationships/image" Target="../media/image23.png"/><Relationship Id="rId63" Type="http://schemas.openxmlformats.org/officeDocument/2006/relationships/image" Target="../media/image31.png"/><Relationship Id="rId68" Type="http://schemas.openxmlformats.org/officeDocument/2006/relationships/customXml" Target="../ink/ink34.xml"/><Relationship Id="rId84" Type="http://schemas.openxmlformats.org/officeDocument/2006/relationships/customXml" Target="../ink/ink42.xml"/><Relationship Id="rId89" Type="http://schemas.openxmlformats.org/officeDocument/2006/relationships/image" Target="../media/image44.png"/><Relationship Id="rId16" Type="http://schemas.openxmlformats.org/officeDocument/2006/relationships/customXml" Target="../ink/ink8.xml"/><Relationship Id="rId11" Type="http://schemas.openxmlformats.org/officeDocument/2006/relationships/image" Target="../media/image5.png"/><Relationship Id="rId32" Type="http://schemas.openxmlformats.org/officeDocument/2006/relationships/customXml" Target="../ink/ink16.xml"/><Relationship Id="rId37" Type="http://schemas.openxmlformats.org/officeDocument/2006/relationships/image" Target="../media/image18.png"/><Relationship Id="rId53" Type="http://schemas.openxmlformats.org/officeDocument/2006/relationships/image" Target="../media/image26.png"/><Relationship Id="rId58" Type="http://schemas.openxmlformats.org/officeDocument/2006/relationships/customXml" Target="../ink/ink29.xml"/><Relationship Id="rId74" Type="http://schemas.openxmlformats.org/officeDocument/2006/relationships/customXml" Target="../ink/ink37.xml"/><Relationship Id="rId79" Type="http://schemas.openxmlformats.org/officeDocument/2006/relationships/image" Target="../media/image39.png"/><Relationship Id="rId5" Type="http://schemas.openxmlformats.org/officeDocument/2006/relationships/image" Target="../media/image2.png"/><Relationship Id="rId90" Type="http://schemas.openxmlformats.org/officeDocument/2006/relationships/customXml" Target="../ink/ink45.xml"/><Relationship Id="rId95" Type="http://schemas.openxmlformats.org/officeDocument/2006/relationships/image" Target="../media/image47.png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43" Type="http://schemas.openxmlformats.org/officeDocument/2006/relationships/image" Target="../media/image21.png"/><Relationship Id="rId48" Type="http://schemas.openxmlformats.org/officeDocument/2006/relationships/customXml" Target="../ink/ink24.xml"/><Relationship Id="rId64" Type="http://schemas.openxmlformats.org/officeDocument/2006/relationships/customXml" Target="../ink/ink32.xml"/><Relationship Id="rId69" Type="http://schemas.openxmlformats.org/officeDocument/2006/relationships/image" Target="../media/image34.png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72" Type="http://schemas.openxmlformats.org/officeDocument/2006/relationships/customXml" Target="../ink/ink36.xml"/><Relationship Id="rId80" Type="http://schemas.openxmlformats.org/officeDocument/2006/relationships/customXml" Target="../ink/ink40.xml"/><Relationship Id="rId85" Type="http://schemas.openxmlformats.org/officeDocument/2006/relationships/image" Target="../media/image42.png"/><Relationship Id="rId93" Type="http://schemas.openxmlformats.org/officeDocument/2006/relationships/image" Target="../media/image46.png"/><Relationship Id="rId3" Type="http://schemas.openxmlformats.org/officeDocument/2006/relationships/image" Target="../media/image1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29.png"/><Relationship Id="rId67" Type="http://schemas.openxmlformats.org/officeDocument/2006/relationships/image" Target="../media/image33.png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70" Type="http://schemas.openxmlformats.org/officeDocument/2006/relationships/customXml" Target="../ink/ink35.xml"/><Relationship Id="rId75" Type="http://schemas.openxmlformats.org/officeDocument/2006/relationships/image" Target="../media/image37.png"/><Relationship Id="rId83" Type="http://schemas.openxmlformats.org/officeDocument/2006/relationships/image" Target="../media/image41.png"/><Relationship Id="rId88" Type="http://schemas.openxmlformats.org/officeDocument/2006/relationships/customXml" Target="../ink/ink44.xml"/><Relationship Id="rId91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4.png"/><Relationship Id="rId57" Type="http://schemas.openxmlformats.org/officeDocument/2006/relationships/image" Target="../media/image28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2.png"/><Relationship Id="rId73" Type="http://schemas.openxmlformats.org/officeDocument/2006/relationships/image" Target="../media/image36.png"/><Relationship Id="rId78" Type="http://schemas.openxmlformats.org/officeDocument/2006/relationships/customXml" Target="../ink/ink39.xml"/><Relationship Id="rId81" Type="http://schemas.openxmlformats.org/officeDocument/2006/relationships/image" Target="../media/image40.png"/><Relationship Id="rId86" Type="http://schemas.openxmlformats.org/officeDocument/2006/relationships/customXml" Target="../ink/ink43.xml"/><Relationship Id="rId94" Type="http://schemas.openxmlformats.org/officeDocument/2006/relationships/customXml" Target="../ink/ink47.xml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7.png"/><Relationship Id="rId76" Type="http://schemas.openxmlformats.org/officeDocument/2006/relationships/customXml" Target="../ink/ink38.xml"/><Relationship Id="rId7" Type="http://schemas.openxmlformats.org/officeDocument/2006/relationships/image" Target="../media/image3.png"/><Relationship Id="rId71" Type="http://schemas.openxmlformats.org/officeDocument/2006/relationships/image" Target="../media/image35.png"/><Relationship Id="rId92" Type="http://schemas.openxmlformats.org/officeDocument/2006/relationships/customXml" Target="../ink/ink46.xml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66" Type="http://schemas.openxmlformats.org/officeDocument/2006/relationships/customXml" Target="../ink/ink33.xml"/><Relationship Id="rId87" Type="http://schemas.openxmlformats.org/officeDocument/2006/relationships/image" Target="../media/image43.png"/><Relationship Id="rId61" Type="http://schemas.openxmlformats.org/officeDocument/2006/relationships/image" Target="../media/image30.png"/><Relationship Id="rId82" Type="http://schemas.openxmlformats.org/officeDocument/2006/relationships/customXml" Target="../ink/ink41.xml"/><Relationship Id="rId19" Type="http://schemas.openxmlformats.org/officeDocument/2006/relationships/image" Target="../media/image9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56" Type="http://schemas.openxmlformats.org/officeDocument/2006/relationships/customXml" Target="../ink/ink28.xml"/><Relationship Id="rId77" Type="http://schemas.openxmlformats.org/officeDocument/2006/relationships/image" Target="../media/image38.png"/></Relationships>
</file>

<file path=ppt/slides/_rels/slide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60.xml"/><Relationship Id="rId117" Type="http://schemas.openxmlformats.org/officeDocument/2006/relationships/image" Target="../media/image105.png"/><Relationship Id="rId21" Type="http://schemas.openxmlformats.org/officeDocument/2006/relationships/image" Target="../media/image57.png"/><Relationship Id="rId42" Type="http://schemas.openxmlformats.org/officeDocument/2006/relationships/customXml" Target="../ink/ink68.xml"/><Relationship Id="rId47" Type="http://schemas.openxmlformats.org/officeDocument/2006/relationships/image" Target="../media/image70.png"/><Relationship Id="rId63" Type="http://schemas.openxmlformats.org/officeDocument/2006/relationships/image" Target="../media/image78.png"/><Relationship Id="rId68" Type="http://schemas.openxmlformats.org/officeDocument/2006/relationships/customXml" Target="../ink/ink81.xml"/><Relationship Id="rId84" Type="http://schemas.openxmlformats.org/officeDocument/2006/relationships/customXml" Target="../ink/ink89.xml"/><Relationship Id="rId89" Type="http://schemas.openxmlformats.org/officeDocument/2006/relationships/image" Target="../media/image91.png"/><Relationship Id="rId112" Type="http://schemas.openxmlformats.org/officeDocument/2006/relationships/customXml" Target="../ink/ink103.xml"/><Relationship Id="rId16" Type="http://schemas.openxmlformats.org/officeDocument/2006/relationships/customXml" Target="../ink/ink55.xml"/><Relationship Id="rId107" Type="http://schemas.openxmlformats.org/officeDocument/2006/relationships/image" Target="../media/image100.png"/><Relationship Id="rId11" Type="http://schemas.openxmlformats.org/officeDocument/2006/relationships/image" Target="../media/image52.png"/><Relationship Id="rId32" Type="http://schemas.openxmlformats.org/officeDocument/2006/relationships/customXml" Target="../ink/ink63.xml"/><Relationship Id="rId37" Type="http://schemas.openxmlformats.org/officeDocument/2006/relationships/image" Target="../media/image65.png"/><Relationship Id="rId53" Type="http://schemas.openxmlformats.org/officeDocument/2006/relationships/image" Target="../media/image73.png"/><Relationship Id="rId58" Type="http://schemas.openxmlformats.org/officeDocument/2006/relationships/customXml" Target="../ink/ink76.xml"/><Relationship Id="rId74" Type="http://schemas.openxmlformats.org/officeDocument/2006/relationships/customXml" Target="../ink/ink84.xml"/><Relationship Id="rId79" Type="http://schemas.openxmlformats.org/officeDocument/2006/relationships/image" Target="../media/image86.png"/><Relationship Id="rId102" Type="http://schemas.openxmlformats.org/officeDocument/2006/relationships/customXml" Target="../ink/ink98.xml"/><Relationship Id="rId123" Type="http://schemas.openxmlformats.org/officeDocument/2006/relationships/image" Target="../media/image108.png"/><Relationship Id="rId5" Type="http://schemas.openxmlformats.org/officeDocument/2006/relationships/image" Target="../media/image49.png"/><Relationship Id="rId90" Type="http://schemas.openxmlformats.org/officeDocument/2006/relationships/customXml" Target="../ink/ink92.xml"/><Relationship Id="rId95" Type="http://schemas.openxmlformats.org/officeDocument/2006/relationships/image" Target="../media/image94.png"/><Relationship Id="rId22" Type="http://schemas.openxmlformats.org/officeDocument/2006/relationships/customXml" Target="../ink/ink58.xml"/><Relationship Id="rId27" Type="http://schemas.openxmlformats.org/officeDocument/2006/relationships/image" Target="../media/image60.png"/><Relationship Id="rId43" Type="http://schemas.openxmlformats.org/officeDocument/2006/relationships/image" Target="../media/image68.png"/><Relationship Id="rId48" Type="http://schemas.openxmlformats.org/officeDocument/2006/relationships/customXml" Target="../ink/ink71.xml"/><Relationship Id="rId64" Type="http://schemas.openxmlformats.org/officeDocument/2006/relationships/customXml" Target="../ink/ink79.xml"/><Relationship Id="rId69" Type="http://schemas.openxmlformats.org/officeDocument/2006/relationships/image" Target="../media/image81.png"/><Relationship Id="rId113" Type="http://schemas.openxmlformats.org/officeDocument/2006/relationships/image" Target="../media/image103.png"/><Relationship Id="rId118" Type="http://schemas.openxmlformats.org/officeDocument/2006/relationships/customXml" Target="../ink/ink106.xml"/><Relationship Id="rId80" Type="http://schemas.openxmlformats.org/officeDocument/2006/relationships/customXml" Target="../ink/ink87.xml"/><Relationship Id="rId85" Type="http://schemas.openxmlformats.org/officeDocument/2006/relationships/image" Target="../media/image89.png"/><Relationship Id="rId12" Type="http://schemas.openxmlformats.org/officeDocument/2006/relationships/customXml" Target="../ink/ink53.xml"/><Relationship Id="rId17" Type="http://schemas.openxmlformats.org/officeDocument/2006/relationships/image" Target="../media/image55.png"/><Relationship Id="rId33" Type="http://schemas.openxmlformats.org/officeDocument/2006/relationships/image" Target="../media/image63.png"/><Relationship Id="rId38" Type="http://schemas.openxmlformats.org/officeDocument/2006/relationships/customXml" Target="../ink/ink66.xml"/><Relationship Id="rId59" Type="http://schemas.openxmlformats.org/officeDocument/2006/relationships/image" Target="../media/image76.png"/><Relationship Id="rId103" Type="http://schemas.openxmlformats.org/officeDocument/2006/relationships/image" Target="../media/image98.png"/><Relationship Id="rId108" Type="http://schemas.openxmlformats.org/officeDocument/2006/relationships/customXml" Target="../ink/ink101.xml"/><Relationship Id="rId124" Type="http://schemas.openxmlformats.org/officeDocument/2006/relationships/customXml" Target="../ink/ink109.xml"/><Relationship Id="rId54" Type="http://schemas.openxmlformats.org/officeDocument/2006/relationships/customXml" Target="../ink/ink74.xml"/><Relationship Id="rId70" Type="http://schemas.openxmlformats.org/officeDocument/2006/relationships/customXml" Target="../ink/ink82.xml"/><Relationship Id="rId75" Type="http://schemas.openxmlformats.org/officeDocument/2006/relationships/image" Target="../media/image84.png"/><Relationship Id="rId91" Type="http://schemas.openxmlformats.org/officeDocument/2006/relationships/image" Target="../media/image92.png"/><Relationship Id="rId96" Type="http://schemas.openxmlformats.org/officeDocument/2006/relationships/customXml" Target="../ink/ink95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0.xml"/><Relationship Id="rId23" Type="http://schemas.openxmlformats.org/officeDocument/2006/relationships/image" Target="../media/image58.png"/><Relationship Id="rId28" Type="http://schemas.openxmlformats.org/officeDocument/2006/relationships/customXml" Target="../ink/ink61.xml"/><Relationship Id="rId49" Type="http://schemas.openxmlformats.org/officeDocument/2006/relationships/image" Target="../media/image71.png"/><Relationship Id="rId114" Type="http://schemas.openxmlformats.org/officeDocument/2006/relationships/customXml" Target="../ink/ink104.xml"/><Relationship Id="rId119" Type="http://schemas.openxmlformats.org/officeDocument/2006/relationships/image" Target="../media/image106.png"/><Relationship Id="rId44" Type="http://schemas.openxmlformats.org/officeDocument/2006/relationships/customXml" Target="../ink/ink69.xml"/><Relationship Id="rId60" Type="http://schemas.openxmlformats.org/officeDocument/2006/relationships/customXml" Target="../ink/ink77.xml"/><Relationship Id="rId65" Type="http://schemas.openxmlformats.org/officeDocument/2006/relationships/image" Target="../media/image79.png"/><Relationship Id="rId81" Type="http://schemas.openxmlformats.org/officeDocument/2006/relationships/image" Target="../media/image87.png"/><Relationship Id="rId86" Type="http://schemas.openxmlformats.org/officeDocument/2006/relationships/customXml" Target="../ink/ink90.xml"/><Relationship Id="rId13" Type="http://schemas.openxmlformats.org/officeDocument/2006/relationships/image" Target="../media/image53.png"/><Relationship Id="rId18" Type="http://schemas.openxmlformats.org/officeDocument/2006/relationships/customXml" Target="../ink/ink56.xml"/><Relationship Id="rId39" Type="http://schemas.openxmlformats.org/officeDocument/2006/relationships/image" Target="../media/image66.png"/><Relationship Id="rId109" Type="http://schemas.openxmlformats.org/officeDocument/2006/relationships/image" Target="../media/image101.png"/><Relationship Id="rId34" Type="http://schemas.openxmlformats.org/officeDocument/2006/relationships/customXml" Target="../ink/ink64.xml"/><Relationship Id="rId50" Type="http://schemas.openxmlformats.org/officeDocument/2006/relationships/customXml" Target="../ink/ink72.xml"/><Relationship Id="rId55" Type="http://schemas.openxmlformats.org/officeDocument/2006/relationships/image" Target="../media/image74.png"/><Relationship Id="rId76" Type="http://schemas.openxmlformats.org/officeDocument/2006/relationships/customXml" Target="../ink/ink85.xml"/><Relationship Id="rId97" Type="http://schemas.openxmlformats.org/officeDocument/2006/relationships/image" Target="../media/image95.png"/><Relationship Id="rId104" Type="http://schemas.openxmlformats.org/officeDocument/2006/relationships/customXml" Target="../ink/ink99.xml"/><Relationship Id="rId120" Type="http://schemas.openxmlformats.org/officeDocument/2006/relationships/customXml" Target="../ink/ink107.xml"/><Relationship Id="rId125" Type="http://schemas.openxmlformats.org/officeDocument/2006/relationships/image" Target="../media/image109.png"/><Relationship Id="rId7" Type="http://schemas.openxmlformats.org/officeDocument/2006/relationships/image" Target="../media/image50.png"/><Relationship Id="rId71" Type="http://schemas.openxmlformats.org/officeDocument/2006/relationships/image" Target="../media/image82.png"/><Relationship Id="rId92" Type="http://schemas.openxmlformats.org/officeDocument/2006/relationships/customXml" Target="../ink/ink93.xml"/><Relationship Id="rId2" Type="http://schemas.openxmlformats.org/officeDocument/2006/relationships/customXml" Target="../ink/ink48.xml"/><Relationship Id="rId29" Type="http://schemas.openxmlformats.org/officeDocument/2006/relationships/image" Target="../media/image61.png"/><Relationship Id="rId24" Type="http://schemas.openxmlformats.org/officeDocument/2006/relationships/customXml" Target="../ink/ink59.xml"/><Relationship Id="rId40" Type="http://schemas.openxmlformats.org/officeDocument/2006/relationships/customXml" Target="../ink/ink67.xml"/><Relationship Id="rId45" Type="http://schemas.openxmlformats.org/officeDocument/2006/relationships/image" Target="../media/image69.png"/><Relationship Id="rId66" Type="http://schemas.openxmlformats.org/officeDocument/2006/relationships/customXml" Target="../ink/ink80.xml"/><Relationship Id="rId87" Type="http://schemas.openxmlformats.org/officeDocument/2006/relationships/image" Target="../media/image90.png"/><Relationship Id="rId110" Type="http://schemas.openxmlformats.org/officeDocument/2006/relationships/customXml" Target="../ink/ink102.xml"/><Relationship Id="rId115" Type="http://schemas.openxmlformats.org/officeDocument/2006/relationships/image" Target="../media/image104.png"/><Relationship Id="rId61" Type="http://schemas.openxmlformats.org/officeDocument/2006/relationships/image" Target="../media/image77.png"/><Relationship Id="rId82" Type="http://schemas.openxmlformats.org/officeDocument/2006/relationships/customXml" Target="../ink/ink88.xml"/><Relationship Id="rId19" Type="http://schemas.openxmlformats.org/officeDocument/2006/relationships/image" Target="../media/image56.png"/><Relationship Id="rId14" Type="http://schemas.openxmlformats.org/officeDocument/2006/relationships/customXml" Target="../ink/ink54.xml"/><Relationship Id="rId30" Type="http://schemas.openxmlformats.org/officeDocument/2006/relationships/customXml" Target="../ink/ink62.xml"/><Relationship Id="rId35" Type="http://schemas.openxmlformats.org/officeDocument/2006/relationships/image" Target="../media/image64.png"/><Relationship Id="rId56" Type="http://schemas.openxmlformats.org/officeDocument/2006/relationships/customXml" Target="../ink/ink75.xml"/><Relationship Id="rId77" Type="http://schemas.openxmlformats.org/officeDocument/2006/relationships/image" Target="../media/image85.png"/><Relationship Id="rId100" Type="http://schemas.openxmlformats.org/officeDocument/2006/relationships/customXml" Target="../ink/ink97.xml"/><Relationship Id="rId105" Type="http://schemas.openxmlformats.org/officeDocument/2006/relationships/image" Target="../media/image99.png"/><Relationship Id="rId8" Type="http://schemas.openxmlformats.org/officeDocument/2006/relationships/customXml" Target="../ink/ink51.xml"/><Relationship Id="rId51" Type="http://schemas.openxmlformats.org/officeDocument/2006/relationships/image" Target="../media/image72.png"/><Relationship Id="rId72" Type="http://schemas.openxmlformats.org/officeDocument/2006/relationships/customXml" Target="../ink/ink83.xml"/><Relationship Id="rId93" Type="http://schemas.openxmlformats.org/officeDocument/2006/relationships/image" Target="../media/image93.png"/><Relationship Id="rId98" Type="http://schemas.openxmlformats.org/officeDocument/2006/relationships/customXml" Target="../ink/ink96.xml"/><Relationship Id="rId121" Type="http://schemas.openxmlformats.org/officeDocument/2006/relationships/image" Target="../media/image107.png"/><Relationship Id="rId3" Type="http://schemas.openxmlformats.org/officeDocument/2006/relationships/image" Target="../media/image48.png"/><Relationship Id="rId25" Type="http://schemas.openxmlformats.org/officeDocument/2006/relationships/image" Target="../media/image59.png"/><Relationship Id="rId46" Type="http://schemas.openxmlformats.org/officeDocument/2006/relationships/customXml" Target="../ink/ink70.xml"/><Relationship Id="rId67" Type="http://schemas.openxmlformats.org/officeDocument/2006/relationships/image" Target="../media/image80.png"/><Relationship Id="rId116" Type="http://schemas.openxmlformats.org/officeDocument/2006/relationships/customXml" Target="../ink/ink105.xml"/><Relationship Id="rId20" Type="http://schemas.openxmlformats.org/officeDocument/2006/relationships/customXml" Target="../ink/ink57.xml"/><Relationship Id="rId41" Type="http://schemas.openxmlformats.org/officeDocument/2006/relationships/image" Target="../media/image67.png"/><Relationship Id="rId62" Type="http://schemas.openxmlformats.org/officeDocument/2006/relationships/customXml" Target="../ink/ink78.xml"/><Relationship Id="rId83" Type="http://schemas.openxmlformats.org/officeDocument/2006/relationships/image" Target="../media/image88.png"/><Relationship Id="rId88" Type="http://schemas.openxmlformats.org/officeDocument/2006/relationships/customXml" Target="../ink/ink91.xml"/><Relationship Id="rId111" Type="http://schemas.openxmlformats.org/officeDocument/2006/relationships/image" Target="../media/image102.png"/><Relationship Id="rId15" Type="http://schemas.openxmlformats.org/officeDocument/2006/relationships/image" Target="../media/image54.png"/><Relationship Id="rId36" Type="http://schemas.openxmlformats.org/officeDocument/2006/relationships/customXml" Target="../ink/ink65.xml"/><Relationship Id="rId57" Type="http://schemas.openxmlformats.org/officeDocument/2006/relationships/image" Target="../media/image75.png"/><Relationship Id="rId106" Type="http://schemas.openxmlformats.org/officeDocument/2006/relationships/customXml" Target="../ink/ink100.xml"/><Relationship Id="rId10" Type="http://schemas.openxmlformats.org/officeDocument/2006/relationships/customXml" Target="../ink/ink52.xml"/><Relationship Id="rId31" Type="http://schemas.openxmlformats.org/officeDocument/2006/relationships/image" Target="../media/image62.png"/><Relationship Id="rId52" Type="http://schemas.openxmlformats.org/officeDocument/2006/relationships/customXml" Target="../ink/ink73.xml"/><Relationship Id="rId73" Type="http://schemas.openxmlformats.org/officeDocument/2006/relationships/image" Target="../media/image83.png"/><Relationship Id="rId78" Type="http://schemas.openxmlformats.org/officeDocument/2006/relationships/customXml" Target="../ink/ink86.xml"/><Relationship Id="rId94" Type="http://schemas.openxmlformats.org/officeDocument/2006/relationships/customXml" Target="../ink/ink94.xml"/><Relationship Id="rId99" Type="http://schemas.openxmlformats.org/officeDocument/2006/relationships/image" Target="../media/image96.png"/><Relationship Id="rId101" Type="http://schemas.openxmlformats.org/officeDocument/2006/relationships/image" Target="../media/image97.png"/><Relationship Id="rId122" Type="http://schemas.openxmlformats.org/officeDocument/2006/relationships/customXml" Target="../ink/ink108.xml"/><Relationship Id="rId4" Type="http://schemas.openxmlformats.org/officeDocument/2006/relationships/customXml" Target="../ink/ink49.xml"/><Relationship Id="rId9" Type="http://schemas.openxmlformats.org/officeDocument/2006/relationships/image" Target="../media/image51.png"/></Relationships>
</file>

<file path=ppt/slides/_rels/slide3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22.xml"/><Relationship Id="rId21" Type="http://schemas.openxmlformats.org/officeDocument/2006/relationships/image" Target="../media/image119.png"/><Relationship Id="rId42" Type="http://schemas.openxmlformats.org/officeDocument/2006/relationships/customXml" Target="../ink/ink130.xml"/><Relationship Id="rId47" Type="http://schemas.openxmlformats.org/officeDocument/2006/relationships/image" Target="../media/image132.png"/><Relationship Id="rId63" Type="http://schemas.openxmlformats.org/officeDocument/2006/relationships/image" Target="../media/image140.png"/><Relationship Id="rId68" Type="http://schemas.openxmlformats.org/officeDocument/2006/relationships/customXml" Target="../ink/ink143.xml"/><Relationship Id="rId84" Type="http://schemas.openxmlformats.org/officeDocument/2006/relationships/customXml" Target="../ink/ink151.xml"/><Relationship Id="rId89" Type="http://schemas.openxmlformats.org/officeDocument/2006/relationships/image" Target="../media/image153.png"/><Relationship Id="rId16" Type="http://schemas.openxmlformats.org/officeDocument/2006/relationships/customXml" Target="../ink/ink117.xml"/><Relationship Id="rId107" Type="http://schemas.openxmlformats.org/officeDocument/2006/relationships/image" Target="../media/image162.png"/><Relationship Id="rId11" Type="http://schemas.openxmlformats.org/officeDocument/2006/relationships/image" Target="../media/image114.png"/><Relationship Id="rId32" Type="http://schemas.openxmlformats.org/officeDocument/2006/relationships/customXml" Target="../ink/ink125.xml"/><Relationship Id="rId37" Type="http://schemas.openxmlformats.org/officeDocument/2006/relationships/image" Target="../media/image127.png"/><Relationship Id="rId53" Type="http://schemas.openxmlformats.org/officeDocument/2006/relationships/image" Target="../media/image135.png"/><Relationship Id="rId58" Type="http://schemas.openxmlformats.org/officeDocument/2006/relationships/customXml" Target="../ink/ink138.xml"/><Relationship Id="rId74" Type="http://schemas.openxmlformats.org/officeDocument/2006/relationships/customXml" Target="../ink/ink146.xml"/><Relationship Id="rId79" Type="http://schemas.openxmlformats.org/officeDocument/2006/relationships/image" Target="../media/image148.png"/><Relationship Id="rId102" Type="http://schemas.openxmlformats.org/officeDocument/2006/relationships/customXml" Target="../ink/ink160.xml"/><Relationship Id="rId5" Type="http://schemas.openxmlformats.org/officeDocument/2006/relationships/image" Target="../media/image111.png"/><Relationship Id="rId90" Type="http://schemas.openxmlformats.org/officeDocument/2006/relationships/customXml" Target="../ink/ink154.xml"/><Relationship Id="rId95" Type="http://schemas.openxmlformats.org/officeDocument/2006/relationships/image" Target="../media/image156.png"/><Relationship Id="rId22" Type="http://schemas.openxmlformats.org/officeDocument/2006/relationships/customXml" Target="../ink/ink120.xml"/><Relationship Id="rId27" Type="http://schemas.openxmlformats.org/officeDocument/2006/relationships/image" Target="../media/image122.png"/><Relationship Id="rId43" Type="http://schemas.openxmlformats.org/officeDocument/2006/relationships/image" Target="../media/image130.png"/><Relationship Id="rId48" Type="http://schemas.openxmlformats.org/officeDocument/2006/relationships/customXml" Target="../ink/ink133.xml"/><Relationship Id="rId64" Type="http://schemas.openxmlformats.org/officeDocument/2006/relationships/customXml" Target="../ink/ink141.xml"/><Relationship Id="rId69" Type="http://schemas.openxmlformats.org/officeDocument/2006/relationships/image" Target="../media/image143.png"/><Relationship Id="rId80" Type="http://schemas.openxmlformats.org/officeDocument/2006/relationships/customXml" Target="../ink/ink149.xml"/><Relationship Id="rId85" Type="http://schemas.openxmlformats.org/officeDocument/2006/relationships/image" Target="../media/image151.png"/><Relationship Id="rId12" Type="http://schemas.openxmlformats.org/officeDocument/2006/relationships/customXml" Target="../ink/ink115.xml"/><Relationship Id="rId17" Type="http://schemas.openxmlformats.org/officeDocument/2006/relationships/image" Target="../media/image117.png"/><Relationship Id="rId33" Type="http://schemas.openxmlformats.org/officeDocument/2006/relationships/image" Target="../media/image125.png"/><Relationship Id="rId38" Type="http://schemas.openxmlformats.org/officeDocument/2006/relationships/customXml" Target="../ink/ink128.xml"/><Relationship Id="rId59" Type="http://schemas.openxmlformats.org/officeDocument/2006/relationships/image" Target="../media/image138.png"/><Relationship Id="rId103" Type="http://schemas.openxmlformats.org/officeDocument/2006/relationships/image" Target="../media/image160.png"/><Relationship Id="rId108" Type="http://schemas.openxmlformats.org/officeDocument/2006/relationships/customXml" Target="../ink/ink163.xml"/><Relationship Id="rId54" Type="http://schemas.openxmlformats.org/officeDocument/2006/relationships/customXml" Target="../ink/ink136.xml"/><Relationship Id="rId70" Type="http://schemas.openxmlformats.org/officeDocument/2006/relationships/customXml" Target="../ink/ink144.xml"/><Relationship Id="rId75" Type="http://schemas.openxmlformats.org/officeDocument/2006/relationships/image" Target="../media/image146.png"/><Relationship Id="rId91" Type="http://schemas.openxmlformats.org/officeDocument/2006/relationships/image" Target="../media/image154.png"/><Relationship Id="rId96" Type="http://schemas.openxmlformats.org/officeDocument/2006/relationships/customXml" Target="../ink/ink157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12.xml"/><Relationship Id="rId15" Type="http://schemas.openxmlformats.org/officeDocument/2006/relationships/image" Target="../media/image116.png"/><Relationship Id="rId23" Type="http://schemas.openxmlformats.org/officeDocument/2006/relationships/image" Target="../media/image120.png"/><Relationship Id="rId28" Type="http://schemas.openxmlformats.org/officeDocument/2006/relationships/customXml" Target="../ink/ink123.xml"/><Relationship Id="rId36" Type="http://schemas.openxmlformats.org/officeDocument/2006/relationships/customXml" Target="../ink/ink127.xml"/><Relationship Id="rId49" Type="http://schemas.openxmlformats.org/officeDocument/2006/relationships/image" Target="../media/image133.png"/><Relationship Id="rId57" Type="http://schemas.openxmlformats.org/officeDocument/2006/relationships/image" Target="../media/image137.png"/><Relationship Id="rId106" Type="http://schemas.openxmlformats.org/officeDocument/2006/relationships/customXml" Target="../ink/ink162.xml"/><Relationship Id="rId10" Type="http://schemas.openxmlformats.org/officeDocument/2006/relationships/customXml" Target="../ink/ink114.xml"/><Relationship Id="rId31" Type="http://schemas.openxmlformats.org/officeDocument/2006/relationships/image" Target="../media/image124.png"/><Relationship Id="rId44" Type="http://schemas.openxmlformats.org/officeDocument/2006/relationships/customXml" Target="../ink/ink131.xml"/><Relationship Id="rId52" Type="http://schemas.openxmlformats.org/officeDocument/2006/relationships/customXml" Target="../ink/ink135.xml"/><Relationship Id="rId60" Type="http://schemas.openxmlformats.org/officeDocument/2006/relationships/customXml" Target="../ink/ink139.xml"/><Relationship Id="rId65" Type="http://schemas.openxmlformats.org/officeDocument/2006/relationships/image" Target="../media/image141.png"/><Relationship Id="rId73" Type="http://schemas.openxmlformats.org/officeDocument/2006/relationships/image" Target="../media/image145.png"/><Relationship Id="rId78" Type="http://schemas.openxmlformats.org/officeDocument/2006/relationships/customXml" Target="../ink/ink148.xml"/><Relationship Id="rId81" Type="http://schemas.openxmlformats.org/officeDocument/2006/relationships/image" Target="../media/image149.png"/><Relationship Id="rId86" Type="http://schemas.openxmlformats.org/officeDocument/2006/relationships/customXml" Target="../ink/ink152.xml"/><Relationship Id="rId94" Type="http://schemas.openxmlformats.org/officeDocument/2006/relationships/customXml" Target="../ink/ink156.xml"/><Relationship Id="rId99" Type="http://schemas.openxmlformats.org/officeDocument/2006/relationships/image" Target="../media/image158.png"/><Relationship Id="rId101" Type="http://schemas.openxmlformats.org/officeDocument/2006/relationships/image" Target="../media/image159.png"/><Relationship Id="rId4" Type="http://schemas.openxmlformats.org/officeDocument/2006/relationships/customXml" Target="../ink/ink111.xml"/><Relationship Id="rId9" Type="http://schemas.openxmlformats.org/officeDocument/2006/relationships/image" Target="../media/image113.png"/><Relationship Id="rId13" Type="http://schemas.openxmlformats.org/officeDocument/2006/relationships/image" Target="../media/image115.png"/><Relationship Id="rId18" Type="http://schemas.openxmlformats.org/officeDocument/2006/relationships/customXml" Target="../ink/ink118.xml"/><Relationship Id="rId39" Type="http://schemas.openxmlformats.org/officeDocument/2006/relationships/image" Target="../media/image128.png"/><Relationship Id="rId109" Type="http://schemas.openxmlformats.org/officeDocument/2006/relationships/image" Target="../media/image163.png"/><Relationship Id="rId34" Type="http://schemas.openxmlformats.org/officeDocument/2006/relationships/customXml" Target="../ink/ink126.xml"/><Relationship Id="rId50" Type="http://schemas.openxmlformats.org/officeDocument/2006/relationships/customXml" Target="../ink/ink134.xml"/><Relationship Id="rId55" Type="http://schemas.openxmlformats.org/officeDocument/2006/relationships/image" Target="../media/image136.png"/><Relationship Id="rId76" Type="http://schemas.openxmlformats.org/officeDocument/2006/relationships/customXml" Target="../ink/ink147.xml"/><Relationship Id="rId97" Type="http://schemas.openxmlformats.org/officeDocument/2006/relationships/image" Target="../media/image157.png"/><Relationship Id="rId104" Type="http://schemas.openxmlformats.org/officeDocument/2006/relationships/customXml" Target="../ink/ink161.xml"/><Relationship Id="rId7" Type="http://schemas.openxmlformats.org/officeDocument/2006/relationships/image" Target="../media/image112.png"/><Relationship Id="rId71" Type="http://schemas.openxmlformats.org/officeDocument/2006/relationships/image" Target="../media/image144.png"/><Relationship Id="rId92" Type="http://schemas.openxmlformats.org/officeDocument/2006/relationships/customXml" Target="../ink/ink155.xml"/><Relationship Id="rId2" Type="http://schemas.openxmlformats.org/officeDocument/2006/relationships/customXml" Target="../ink/ink110.xml"/><Relationship Id="rId29" Type="http://schemas.openxmlformats.org/officeDocument/2006/relationships/image" Target="../media/image123.png"/><Relationship Id="rId24" Type="http://schemas.openxmlformats.org/officeDocument/2006/relationships/customXml" Target="../ink/ink121.xml"/><Relationship Id="rId40" Type="http://schemas.openxmlformats.org/officeDocument/2006/relationships/customXml" Target="../ink/ink129.xml"/><Relationship Id="rId45" Type="http://schemas.openxmlformats.org/officeDocument/2006/relationships/image" Target="../media/image131.png"/><Relationship Id="rId66" Type="http://schemas.openxmlformats.org/officeDocument/2006/relationships/customXml" Target="../ink/ink142.xml"/><Relationship Id="rId87" Type="http://schemas.openxmlformats.org/officeDocument/2006/relationships/image" Target="../media/image152.png"/><Relationship Id="rId61" Type="http://schemas.openxmlformats.org/officeDocument/2006/relationships/image" Target="../media/image139.png"/><Relationship Id="rId82" Type="http://schemas.openxmlformats.org/officeDocument/2006/relationships/customXml" Target="../ink/ink150.xml"/><Relationship Id="rId19" Type="http://schemas.openxmlformats.org/officeDocument/2006/relationships/image" Target="../media/image118.png"/><Relationship Id="rId14" Type="http://schemas.openxmlformats.org/officeDocument/2006/relationships/customXml" Target="../ink/ink116.xml"/><Relationship Id="rId30" Type="http://schemas.openxmlformats.org/officeDocument/2006/relationships/customXml" Target="../ink/ink124.xml"/><Relationship Id="rId35" Type="http://schemas.openxmlformats.org/officeDocument/2006/relationships/image" Target="../media/image126.png"/><Relationship Id="rId56" Type="http://schemas.openxmlformats.org/officeDocument/2006/relationships/customXml" Target="../ink/ink137.xml"/><Relationship Id="rId77" Type="http://schemas.openxmlformats.org/officeDocument/2006/relationships/image" Target="../media/image147.png"/><Relationship Id="rId100" Type="http://schemas.openxmlformats.org/officeDocument/2006/relationships/customXml" Target="../ink/ink159.xml"/><Relationship Id="rId105" Type="http://schemas.openxmlformats.org/officeDocument/2006/relationships/image" Target="../media/image161.png"/><Relationship Id="rId8" Type="http://schemas.openxmlformats.org/officeDocument/2006/relationships/customXml" Target="../ink/ink113.xml"/><Relationship Id="rId51" Type="http://schemas.openxmlformats.org/officeDocument/2006/relationships/image" Target="../media/image134.png"/><Relationship Id="rId72" Type="http://schemas.openxmlformats.org/officeDocument/2006/relationships/customXml" Target="../ink/ink145.xml"/><Relationship Id="rId93" Type="http://schemas.openxmlformats.org/officeDocument/2006/relationships/image" Target="../media/image155.png"/><Relationship Id="rId98" Type="http://schemas.openxmlformats.org/officeDocument/2006/relationships/customXml" Target="../ink/ink158.xml"/><Relationship Id="rId3" Type="http://schemas.openxmlformats.org/officeDocument/2006/relationships/image" Target="../media/image110.png"/><Relationship Id="rId25" Type="http://schemas.openxmlformats.org/officeDocument/2006/relationships/image" Target="../media/image121.png"/><Relationship Id="rId46" Type="http://schemas.openxmlformats.org/officeDocument/2006/relationships/customXml" Target="../ink/ink132.xml"/><Relationship Id="rId67" Type="http://schemas.openxmlformats.org/officeDocument/2006/relationships/image" Target="../media/image142.png"/><Relationship Id="rId20" Type="http://schemas.openxmlformats.org/officeDocument/2006/relationships/customXml" Target="../ink/ink119.xml"/><Relationship Id="rId41" Type="http://schemas.openxmlformats.org/officeDocument/2006/relationships/image" Target="../media/image129.png"/><Relationship Id="rId62" Type="http://schemas.openxmlformats.org/officeDocument/2006/relationships/customXml" Target="../ink/ink140.xml"/><Relationship Id="rId83" Type="http://schemas.openxmlformats.org/officeDocument/2006/relationships/image" Target="../media/image150.png"/><Relationship Id="rId88" Type="http://schemas.openxmlformats.org/officeDocument/2006/relationships/customXml" Target="../ink/ink15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ustomXml" Target="../ink/ink167.xml"/><Relationship Id="rId13" Type="http://schemas.openxmlformats.org/officeDocument/2006/relationships/image" Target="../media/image169.png"/><Relationship Id="rId18" Type="http://schemas.openxmlformats.org/officeDocument/2006/relationships/customXml" Target="../ink/ink172.xml"/><Relationship Id="rId26" Type="http://schemas.openxmlformats.org/officeDocument/2006/relationships/customXml" Target="../ink/ink176.xml"/><Relationship Id="rId3" Type="http://schemas.openxmlformats.org/officeDocument/2006/relationships/image" Target="../media/image164.png"/><Relationship Id="rId21" Type="http://schemas.openxmlformats.org/officeDocument/2006/relationships/image" Target="../media/image173.png"/><Relationship Id="rId7" Type="http://schemas.openxmlformats.org/officeDocument/2006/relationships/image" Target="../media/image166.png"/><Relationship Id="rId12" Type="http://schemas.openxmlformats.org/officeDocument/2006/relationships/customXml" Target="../ink/ink169.xml"/><Relationship Id="rId17" Type="http://schemas.openxmlformats.org/officeDocument/2006/relationships/image" Target="../media/image171.png"/><Relationship Id="rId25" Type="http://schemas.openxmlformats.org/officeDocument/2006/relationships/image" Target="../media/image175.png"/><Relationship Id="rId2" Type="http://schemas.openxmlformats.org/officeDocument/2006/relationships/customXml" Target="../ink/ink164.xml"/><Relationship Id="rId16" Type="http://schemas.openxmlformats.org/officeDocument/2006/relationships/customXml" Target="../ink/ink171.xml"/><Relationship Id="rId20" Type="http://schemas.openxmlformats.org/officeDocument/2006/relationships/customXml" Target="../ink/ink173.xml"/><Relationship Id="rId29" Type="http://schemas.openxmlformats.org/officeDocument/2006/relationships/image" Target="../media/image17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66.xml"/><Relationship Id="rId11" Type="http://schemas.openxmlformats.org/officeDocument/2006/relationships/image" Target="../media/image168.png"/><Relationship Id="rId24" Type="http://schemas.openxmlformats.org/officeDocument/2006/relationships/customXml" Target="../ink/ink175.xml"/><Relationship Id="rId5" Type="http://schemas.openxmlformats.org/officeDocument/2006/relationships/image" Target="../media/image165.png"/><Relationship Id="rId15" Type="http://schemas.openxmlformats.org/officeDocument/2006/relationships/image" Target="../media/image170.png"/><Relationship Id="rId23" Type="http://schemas.openxmlformats.org/officeDocument/2006/relationships/image" Target="../media/image174.png"/><Relationship Id="rId28" Type="http://schemas.openxmlformats.org/officeDocument/2006/relationships/customXml" Target="../ink/ink177.xml"/><Relationship Id="rId10" Type="http://schemas.openxmlformats.org/officeDocument/2006/relationships/customXml" Target="../ink/ink168.xml"/><Relationship Id="rId19" Type="http://schemas.openxmlformats.org/officeDocument/2006/relationships/image" Target="../media/image172.png"/><Relationship Id="rId4" Type="http://schemas.openxmlformats.org/officeDocument/2006/relationships/customXml" Target="../ink/ink165.xml"/><Relationship Id="rId9" Type="http://schemas.openxmlformats.org/officeDocument/2006/relationships/image" Target="../media/image167.png"/><Relationship Id="rId14" Type="http://schemas.openxmlformats.org/officeDocument/2006/relationships/customXml" Target="../ink/ink170.xml"/><Relationship Id="rId22" Type="http://schemas.openxmlformats.org/officeDocument/2006/relationships/customXml" Target="../ink/ink174.xml"/><Relationship Id="rId27" Type="http://schemas.openxmlformats.org/officeDocument/2006/relationships/image" Target="../media/image176.png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90.xml"/><Relationship Id="rId117" Type="http://schemas.openxmlformats.org/officeDocument/2006/relationships/image" Target="../media/image235.png"/><Relationship Id="rId21" Type="http://schemas.openxmlformats.org/officeDocument/2006/relationships/image" Target="../media/image187.png"/><Relationship Id="rId42" Type="http://schemas.openxmlformats.org/officeDocument/2006/relationships/customXml" Target="../ink/ink198.xml"/><Relationship Id="rId47" Type="http://schemas.openxmlformats.org/officeDocument/2006/relationships/image" Target="../media/image200.png"/><Relationship Id="rId63" Type="http://schemas.openxmlformats.org/officeDocument/2006/relationships/image" Target="../media/image208.png"/><Relationship Id="rId68" Type="http://schemas.openxmlformats.org/officeDocument/2006/relationships/customXml" Target="../ink/ink211.xml"/><Relationship Id="rId84" Type="http://schemas.openxmlformats.org/officeDocument/2006/relationships/customXml" Target="../ink/ink219.xml"/><Relationship Id="rId89" Type="http://schemas.openxmlformats.org/officeDocument/2006/relationships/image" Target="../media/image221.png"/><Relationship Id="rId112" Type="http://schemas.openxmlformats.org/officeDocument/2006/relationships/customXml" Target="../ink/ink233.xml"/><Relationship Id="rId16" Type="http://schemas.openxmlformats.org/officeDocument/2006/relationships/customXml" Target="../ink/ink185.xml"/><Relationship Id="rId107" Type="http://schemas.openxmlformats.org/officeDocument/2006/relationships/image" Target="../media/image230.png"/><Relationship Id="rId11" Type="http://schemas.openxmlformats.org/officeDocument/2006/relationships/image" Target="../media/image182.png"/><Relationship Id="rId32" Type="http://schemas.openxmlformats.org/officeDocument/2006/relationships/customXml" Target="../ink/ink193.xml"/><Relationship Id="rId37" Type="http://schemas.openxmlformats.org/officeDocument/2006/relationships/image" Target="../media/image195.png"/><Relationship Id="rId53" Type="http://schemas.openxmlformats.org/officeDocument/2006/relationships/image" Target="../media/image203.png"/><Relationship Id="rId58" Type="http://schemas.openxmlformats.org/officeDocument/2006/relationships/customXml" Target="../ink/ink206.xml"/><Relationship Id="rId74" Type="http://schemas.openxmlformats.org/officeDocument/2006/relationships/customXml" Target="../ink/ink214.xml"/><Relationship Id="rId79" Type="http://schemas.openxmlformats.org/officeDocument/2006/relationships/image" Target="../media/image216.png"/><Relationship Id="rId102" Type="http://schemas.openxmlformats.org/officeDocument/2006/relationships/customXml" Target="../ink/ink228.xml"/><Relationship Id="rId5" Type="http://schemas.openxmlformats.org/officeDocument/2006/relationships/image" Target="../media/image179.png"/><Relationship Id="rId90" Type="http://schemas.openxmlformats.org/officeDocument/2006/relationships/customXml" Target="../ink/ink222.xml"/><Relationship Id="rId95" Type="http://schemas.openxmlformats.org/officeDocument/2006/relationships/image" Target="../media/image224.png"/><Relationship Id="rId22" Type="http://schemas.openxmlformats.org/officeDocument/2006/relationships/customXml" Target="../ink/ink188.xml"/><Relationship Id="rId27" Type="http://schemas.openxmlformats.org/officeDocument/2006/relationships/image" Target="../media/image190.png"/><Relationship Id="rId43" Type="http://schemas.openxmlformats.org/officeDocument/2006/relationships/image" Target="../media/image198.png"/><Relationship Id="rId48" Type="http://schemas.openxmlformats.org/officeDocument/2006/relationships/customXml" Target="../ink/ink201.xml"/><Relationship Id="rId64" Type="http://schemas.openxmlformats.org/officeDocument/2006/relationships/customXml" Target="../ink/ink209.xml"/><Relationship Id="rId69" Type="http://schemas.openxmlformats.org/officeDocument/2006/relationships/image" Target="../media/image211.png"/><Relationship Id="rId113" Type="http://schemas.openxmlformats.org/officeDocument/2006/relationships/image" Target="../media/image233.png"/><Relationship Id="rId118" Type="http://schemas.openxmlformats.org/officeDocument/2006/relationships/customXml" Target="../ink/ink236.xml"/><Relationship Id="rId80" Type="http://schemas.openxmlformats.org/officeDocument/2006/relationships/customXml" Target="../ink/ink217.xml"/><Relationship Id="rId85" Type="http://schemas.openxmlformats.org/officeDocument/2006/relationships/image" Target="../media/image219.png"/><Relationship Id="rId12" Type="http://schemas.openxmlformats.org/officeDocument/2006/relationships/customXml" Target="../ink/ink183.xml"/><Relationship Id="rId17" Type="http://schemas.openxmlformats.org/officeDocument/2006/relationships/image" Target="../media/image185.png"/><Relationship Id="rId33" Type="http://schemas.openxmlformats.org/officeDocument/2006/relationships/image" Target="../media/image193.png"/><Relationship Id="rId38" Type="http://schemas.openxmlformats.org/officeDocument/2006/relationships/customXml" Target="../ink/ink196.xml"/><Relationship Id="rId59" Type="http://schemas.openxmlformats.org/officeDocument/2006/relationships/image" Target="../media/image206.png"/><Relationship Id="rId103" Type="http://schemas.openxmlformats.org/officeDocument/2006/relationships/image" Target="../media/image228.png"/><Relationship Id="rId108" Type="http://schemas.openxmlformats.org/officeDocument/2006/relationships/customXml" Target="../ink/ink231.xml"/><Relationship Id="rId54" Type="http://schemas.openxmlformats.org/officeDocument/2006/relationships/customXml" Target="../ink/ink204.xml"/><Relationship Id="rId70" Type="http://schemas.openxmlformats.org/officeDocument/2006/relationships/customXml" Target="../ink/ink212.xml"/><Relationship Id="rId75" Type="http://schemas.openxmlformats.org/officeDocument/2006/relationships/image" Target="../media/image214.png"/><Relationship Id="rId91" Type="http://schemas.openxmlformats.org/officeDocument/2006/relationships/image" Target="../media/image222.png"/><Relationship Id="rId96" Type="http://schemas.openxmlformats.org/officeDocument/2006/relationships/customXml" Target="../ink/ink225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80.xml"/><Relationship Id="rId23" Type="http://schemas.openxmlformats.org/officeDocument/2006/relationships/image" Target="../media/image188.png"/><Relationship Id="rId28" Type="http://schemas.openxmlformats.org/officeDocument/2006/relationships/customXml" Target="../ink/ink191.xml"/><Relationship Id="rId49" Type="http://schemas.openxmlformats.org/officeDocument/2006/relationships/image" Target="../media/image201.png"/><Relationship Id="rId114" Type="http://schemas.openxmlformats.org/officeDocument/2006/relationships/customXml" Target="../ink/ink234.xml"/><Relationship Id="rId119" Type="http://schemas.openxmlformats.org/officeDocument/2006/relationships/image" Target="../media/image236.png"/><Relationship Id="rId44" Type="http://schemas.openxmlformats.org/officeDocument/2006/relationships/customXml" Target="../ink/ink199.xml"/><Relationship Id="rId60" Type="http://schemas.openxmlformats.org/officeDocument/2006/relationships/customXml" Target="../ink/ink207.xml"/><Relationship Id="rId65" Type="http://schemas.openxmlformats.org/officeDocument/2006/relationships/image" Target="../media/image209.png"/><Relationship Id="rId81" Type="http://schemas.openxmlformats.org/officeDocument/2006/relationships/image" Target="../media/image217.png"/><Relationship Id="rId86" Type="http://schemas.openxmlformats.org/officeDocument/2006/relationships/customXml" Target="../ink/ink220.xml"/><Relationship Id="rId4" Type="http://schemas.openxmlformats.org/officeDocument/2006/relationships/customXml" Target="../ink/ink179.xml"/><Relationship Id="rId9" Type="http://schemas.openxmlformats.org/officeDocument/2006/relationships/image" Target="../media/image181.png"/><Relationship Id="rId13" Type="http://schemas.openxmlformats.org/officeDocument/2006/relationships/image" Target="../media/image183.png"/><Relationship Id="rId18" Type="http://schemas.openxmlformats.org/officeDocument/2006/relationships/customXml" Target="../ink/ink186.xml"/><Relationship Id="rId39" Type="http://schemas.openxmlformats.org/officeDocument/2006/relationships/image" Target="../media/image196.png"/><Relationship Id="rId109" Type="http://schemas.openxmlformats.org/officeDocument/2006/relationships/image" Target="../media/image231.png"/><Relationship Id="rId34" Type="http://schemas.openxmlformats.org/officeDocument/2006/relationships/customXml" Target="../ink/ink194.xml"/><Relationship Id="rId50" Type="http://schemas.openxmlformats.org/officeDocument/2006/relationships/customXml" Target="../ink/ink202.xml"/><Relationship Id="rId55" Type="http://schemas.openxmlformats.org/officeDocument/2006/relationships/image" Target="../media/image204.png"/><Relationship Id="rId76" Type="http://schemas.openxmlformats.org/officeDocument/2006/relationships/customXml" Target="../ink/ink215.xml"/><Relationship Id="rId97" Type="http://schemas.openxmlformats.org/officeDocument/2006/relationships/image" Target="../media/image225.png"/><Relationship Id="rId104" Type="http://schemas.openxmlformats.org/officeDocument/2006/relationships/customXml" Target="../ink/ink229.xml"/><Relationship Id="rId120" Type="http://schemas.openxmlformats.org/officeDocument/2006/relationships/customXml" Target="../ink/ink237.xml"/><Relationship Id="rId7" Type="http://schemas.openxmlformats.org/officeDocument/2006/relationships/image" Target="../media/image180.png"/><Relationship Id="rId71" Type="http://schemas.openxmlformats.org/officeDocument/2006/relationships/image" Target="../media/image212.png"/><Relationship Id="rId92" Type="http://schemas.openxmlformats.org/officeDocument/2006/relationships/customXml" Target="../ink/ink223.xml"/><Relationship Id="rId2" Type="http://schemas.openxmlformats.org/officeDocument/2006/relationships/customXml" Target="../ink/ink178.xml"/><Relationship Id="rId29" Type="http://schemas.openxmlformats.org/officeDocument/2006/relationships/image" Target="../media/image191.png"/><Relationship Id="rId24" Type="http://schemas.openxmlformats.org/officeDocument/2006/relationships/customXml" Target="../ink/ink189.xml"/><Relationship Id="rId40" Type="http://schemas.openxmlformats.org/officeDocument/2006/relationships/customXml" Target="../ink/ink197.xml"/><Relationship Id="rId45" Type="http://schemas.openxmlformats.org/officeDocument/2006/relationships/image" Target="../media/image199.png"/><Relationship Id="rId66" Type="http://schemas.openxmlformats.org/officeDocument/2006/relationships/customXml" Target="../ink/ink210.xml"/><Relationship Id="rId87" Type="http://schemas.openxmlformats.org/officeDocument/2006/relationships/image" Target="../media/image220.png"/><Relationship Id="rId110" Type="http://schemas.openxmlformats.org/officeDocument/2006/relationships/customXml" Target="../ink/ink232.xml"/><Relationship Id="rId115" Type="http://schemas.openxmlformats.org/officeDocument/2006/relationships/image" Target="../media/image234.png"/><Relationship Id="rId61" Type="http://schemas.openxmlformats.org/officeDocument/2006/relationships/image" Target="../media/image207.png"/><Relationship Id="rId82" Type="http://schemas.openxmlformats.org/officeDocument/2006/relationships/customXml" Target="../ink/ink218.xml"/><Relationship Id="rId19" Type="http://schemas.openxmlformats.org/officeDocument/2006/relationships/image" Target="../media/image186.png"/><Relationship Id="rId14" Type="http://schemas.openxmlformats.org/officeDocument/2006/relationships/customXml" Target="../ink/ink184.xml"/><Relationship Id="rId30" Type="http://schemas.openxmlformats.org/officeDocument/2006/relationships/customXml" Target="../ink/ink192.xml"/><Relationship Id="rId35" Type="http://schemas.openxmlformats.org/officeDocument/2006/relationships/image" Target="../media/image194.png"/><Relationship Id="rId56" Type="http://schemas.openxmlformats.org/officeDocument/2006/relationships/customXml" Target="../ink/ink205.xml"/><Relationship Id="rId77" Type="http://schemas.openxmlformats.org/officeDocument/2006/relationships/image" Target="../media/image215.png"/><Relationship Id="rId100" Type="http://schemas.openxmlformats.org/officeDocument/2006/relationships/customXml" Target="../ink/ink227.xml"/><Relationship Id="rId105" Type="http://schemas.openxmlformats.org/officeDocument/2006/relationships/image" Target="../media/image229.png"/><Relationship Id="rId8" Type="http://schemas.openxmlformats.org/officeDocument/2006/relationships/customXml" Target="../ink/ink181.xml"/><Relationship Id="rId51" Type="http://schemas.openxmlformats.org/officeDocument/2006/relationships/image" Target="../media/image202.png"/><Relationship Id="rId72" Type="http://schemas.openxmlformats.org/officeDocument/2006/relationships/customXml" Target="../ink/ink213.xml"/><Relationship Id="rId93" Type="http://schemas.openxmlformats.org/officeDocument/2006/relationships/image" Target="../media/image223.png"/><Relationship Id="rId98" Type="http://schemas.openxmlformats.org/officeDocument/2006/relationships/customXml" Target="../ink/ink226.xml"/><Relationship Id="rId121" Type="http://schemas.openxmlformats.org/officeDocument/2006/relationships/image" Target="../media/image237.png"/><Relationship Id="rId3" Type="http://schemas.openxmlformats.org/officeDocument/2006/relationships/image" Target="../media/image178.png"/><Relationship Id="rId25" Type="http://schemas.openxmlformats.org/officeDocument/2006/relationships/image" Target="../media/image189.png"/><Relationship Id="rId46" Type="http://schemas.openxmlformats.org/officeDocument/2006/relationships/customXml" Target="../ink/ink200.xml"/><Relationship Id="rId67" Type="http://schemas.openxmlformats.org/officeDocument/2006/relationships/image" Target="../media/image210.png"/><Relationship Id="rId116" Type="http://schemas.openxmlformats.org/officeDocument/2006/relationships/customXml" Target="../ink/ink235.xml"/><Relationship Id="rId20" Type="http://schemas.openxmlformats.org/officeDocument/2006/relationships/customXml" Target="../ink/ink187.xml"/><Relationship Id="rId41" Type="http://schemas.openxmlformats.org/officeDocument/2006/relationships/image" Target="../media/image197.png"/><Relationship Id="rId62" Type="http://schemas.openxmlformats.org/officeDocument/2006/relationships/customXml" Target="../ink/ink208.xml"/><Relationship Id="rId83" Type="http://schemas.openxmlformats.org/officeDocument/2006/relationships/image" Target="../media/image218.png"/><Relationship Id="rId88" Type="http://schemas.openxmlformats.org/officeDocument/2006/relationships/customXml" Target="../ink/ink221.xml"/><Relationship Id="rId111" Type="http://schemas.openxmlformats.org/officeDocument/2006/relationships/image" Target="../media/image232.png"/><Relationship Id="rId15" Type="http://schemas.openxmlformats.org/officeDocument/2006/relationships/image" Target="../media/image184.png"/><Relationship Id="rId36" Type="http://schemas.openxmlformats.org/officeDocument/2006/relationships/customXml" Target="../ink/ink195.xml"/><Relationship Id="rId57" Type="http://schemas.openxmlformats.org/officeDocument/2006/relationships/image" Target="../media/image205.png"/><Relationship Id="rId106" Type="http://schemas.openxmlformats.org/officeDocument/2006/relationships/customXml" Target="../ink/ink230.xml"/><Relationship Id="rId10" Type="http://schemas.openxmlformats.org/officeDocument/2006/relationships/customXml" Target="../ink/ink182.xml"/><Relationship Id="rId31" Type="http://schemas.openxmlformats.org/officeDocument/2006/relationships/image" Target="../media/image192.png"/><Relationship Id="rId52" Type="http://schemas.openxmlformats.org/officeDocument/2006/relationships/customXml" Target="../ink/ink203.xml"/><Relationship Id="rId73" Type="http://schemas.openxmlformats.org/officeDocument/2006/relationships/image" Target="../media/image213.png"/><Relationship Id="rId78" Type="http://schemas.openxmlformats.org/officeDocument/2006/relationships/customXml" Target="../ink/ink216.xml"/><Relationship Id="rId94" Type="http://schemas.openxmlformats.org/officeDocument/2006/relationships/customXml" Target="../ink/ink224.xml"/><Relationship Id="rId99" Type="http://schemas.openxmlformats.org/officeDocument/2006/relationships/image" Target="../media/image226.png"/><Relationship Id="rId101" Type="http://schemas.openxmlformats.org/officeDocument/2006/relationships/image" Target="../media/image227.png"/></Relationships>
</file>

<file path=ppt/slides/_rels/slide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95.png"/><Relationship Id="rId21" Type="http://schemas.openxmlformats.org/officeDocument/2006/relationships/image" Target="../media/image247.png"/><Relationship Id="rId42" Type="http://schemas.openxmlformats.org/officeDocument/2006/relationships/customXml" Target="../ink/ink258.xml"/><Relationship Id="rId63" Type="http://schemas.openxmlformats.org/officeDocument/2006/relationships/image" Target="../media/image268.png"/><Relationship Id="rId84" Type="http://schemas.openxmlformats.org/officeDocument/2006/relationships/customXml" Target="../ink/ink279.xml"/><Relationship Id="rId138" Type="http://schemas.openxmlformats.org/officeDocument/2006/relationships/customXml" Target="../ink/ink306.xml"/><Relationship Id="rId159" Type="http://schemas.openxmlformats.org/officeDocument/2006/relationships/image" Target="../media/image316.png"/><Relationship Id="rId170" Type="http://schemas.openxmlformats.org/officeDocument/2006/relationships/customXml" Target="../ink/ink322.xml"/><Relationship Id="rId191" Type="http://schemas.openxmlformats.org/officeDocument/2006/relationships/image" Target="../media/image332.png"/><Relationship Id="rId205" Type="http://schemas.openxmlformats.org/officeDocument/2006/relationships/image" Target="../media/image339.png"/><Relationship Id="rId107" Type="http://schemas.openxmlformats.org/officeDocument/2006/relationships/image" Target="../media/image290.png"/><Relationship Id="rId11" Type="http://schemas.openxmlformats.org/officeDocument/2006/relationships/image" Target="../media/image242.png"/><Relationship Id="rId32" Type="http://schemas.openxmlformats.org/officeDocument/2006/relationships/customXml" Target="../ink/ink253.xml"/><Relationship Id="rId53" Type="http://schemas.openxmlformats.org/officeDocument/2006/relationships/image" Target="../media/image263.png"/><Relationship Id="rId74" Type="http://schemas.openxmlformats.org/officeDocument/2006/relationships/customXml" Target="../ink/ink274.xml"/><Relationship Id="rId128" Type="http://schemas.openxmlformats.org/officeDocument/2006/relationships/customXml" Target="../ink/ink301.xml"/><Relationship Id="rId149" Type="http://schemas.openxmlformats.org/officeDocument/2006/relationships/image" Target="../media/image311.png"/><Relationship Id="rId5" Type="http://schemas.openxmlformats.org/officeDocument/2006/relationships/image" Target="../media/image239.png"/><Relationship Id="rId95" Type="http://schemas.openxmlformats.org/officeDocument/2006/relationships/image" Target="../media/image284.png"/><Relationship Id="rId160" Type="http://schemas.openxmlformats.org/officeDocument/2006/relationships/customXml" Target="../ink/ink317.xml"/><Relationship Id="rId181" Type="http://schemas.openxmlformats.org/officeDocument/2006/relationships/image" Target="../media/image327.png"/><Relationship Id="rId22" Type="http://schemas.openxmlformats.org/officeDocument/2006/relationships/customXml" Target="../ink/ink248.xml"/><Relationship Id="rId43" Type="http://schemas.openxmlformats.org/officeDocument/2006/relationships/image" Target="../media/image258.png"/><Relationship Id="rId64" Type="http://schemas.openxmlformats.org/officeDocument/2006/relationships/customXml" Target="../ink/ink269.xml"/><Relationship Id="rId118" Type="http://schemas.openxmlformats.org/officeDocument/2006/relationships/customXml" Target="../ink/ink296.xml"/><Relationship Id="rId139" Type="http://schemas.openxmlformats.org/officeDocument/2006/relationships/image" Target="../media/image306.png"/><Relationship Id="rId85" Type="http://schemas.openxmlformats.org/officeDocument/2006/relationships/image" Target="../media/image279.png"/><Relationship Id="rId150" Type="http://schemas.openxmlformats.org/officeDocument/2006/relationships/customXml" Target="../ink/ink312.xml"/><Relationship Id="rId171" Type="http://schemas.openxmlformats.org/officeDocument/2006/relationships/image" Target="../media/image322.png"/><Relationship Id="rId192" Type="http://schemas.openxmlformats.org/officeDocument/2006/relationships/customXml" Target="../ink/ink333.xml"/><Relationship Id="rId206" Type="http://schemas.openxmlformats.org/officeDocument/2006/relationships/customXml" Target="../ink/ink340.xml"/><Relationship Id="rId12" Type="http://schemas.openxmlformats.org/officeDocument/2006/relationships/customXml" Target="../ink/ink243.xml"/><Relationship Id="rId33" Type="http://schemas.openxmlformats.org/officeDocument/2006/relationships/image" Target="../media/image253.png"/><Relationship Id="rId108" Type="http://schemas.openxmlformats.org/officeDocument/2006/relationships/customXml" Target="../ink/ink291.xml"/><Relationship Id="rId129" Type="http://schemas.openxmlformats.org/officeDocument/2006/relationships/image" Target="../media/image301.png"/><Relationship Id="rId54" Type="http://schemas.openxmlformats.org/officeDocument/2006/relationships/customXml" Target="../ink/ink264.xml"/><Relationship Id="rId75" Type="http://schemas.openxmlformats.org/officeDocument/2006/relationships/image" Target="../media/image274.png"/><Relationship Id="rId96" Type="http://schemas.openxmlformats.org/officeDocument/2006/relationships/customXml" Target="../ink/ink285.xml"/><Relationship Id="rId140" Type="http://schemas.openxmlformats.org/officeDocument/2006/relationships/customXml" Target="../ink/ink307.xml"/><Relationship Id="rId161" Type="http://schemas.openxmlformats.org/officeDocument/2006/relationships/image" Target="../media/image317.png"/><Relationship Id="rId182" Type="http://schemas.openxmlformats.org/officeDocument/2006/relationships/customXml" Target="../ink/ink328.xml"/><Relationship Id="rId6" Type="http://schemas.openxmlformats.org/officeDocument/2006/relationships/customXml" Target="../ink/ink240.xml"/><Relationship Id="rId23" Type="http://schemas.openxmlformats.org/officeDocument/2006/relationships/image" Target="../media/image248.png"/><Relationship Id="rId119" Type="http://schemas.openxmlformats.org/officeDocument/2006/relationships/image" Target="../media/image296.png"/><Relationship Id="rId44" Type="http://schemas.openxmlformats.org/officeDocument/2006/relationships/customXml" Target="../ink/ink259.xml"/><Relationship Id="rId65" Type="http://schemas.openxmlformats.org/officeDocument/2006/relationships/image" Target="../media/image269.png"/><Relationship Id="rId86" Type="http://schemas.openxmlformats.org/officeDocument/2006/relationships/customXml" Target="../ink/ink280.xml"/><Relationship Id="rId130" Type="http://schemas.openxmlformats.org/officeDocument/2006/relationships/customXml" Target="../ink/ink302.xml"/><Relationship Id="rId151" Type="http://schemas.openxmlformats.org/officeDocument/2006/relationships/image" Target="../media/image312.png"/><Relationship Id="rId172" Type="http://schemas.openxmlformats.org/officeDocument/2006/relationships/customXml" Target="../ink/ink323.xml"/><Relationship Id="rId193" Type="http://schemas.openxmlformats.org/officeDocument/2006/relationships/image" Target="../media/image333.png"/><Relationship Id="rId207" Type="http://schemas.openxmlformats.org/officeDocument/2006/relationships/image" Target="../media/image340.png"/><Relationship Id="rId13" Type="http://schemas.openxmlformats.org/officeDocument/2006/relationships/image" Target="../media/image243.png"/><Relationship Id="rId109" Type="http://schemas.openxmlformats.org/officeDocument/2006/relationships/image" Target="../media/image291.png"/><Relationship Id="rId34" Type="http://schemas.openxmlformats.org/officeDocument/2006/relationships/customXml" Target="../ink/ink254.xml"/><Relationship Id="rId55" Type="http://schemas.openxmlformats.org/officeDocument/2006/relationships/image" Target="../media/image264.png"/><Relationship Id="rId76" Type="http://schemas.openxmlformats.org/officeDocument/2006/relationships/customXml" Target="../ink/ink275.xml"/><Relationship Id="rId97" Type="http://schemas.openxmlformats.org/officeDocument/2006/relationships/image" Target="../media/image285.png"/><Relationship Id="rId120" Type="http://schemas.openxmlformats.org/officeDocument/2006/relationships/customXml" Target="../ink/ink297.xml"/><Relationship Id="rId141" Type="http://schemas.openxmlformats.org/officeDocument/2006/relationships/image" Target="../media/image307.png"/><Relationship Id="rId7" Type="http://schemas.openxmlformats.org/officeDocument/2006/relationships/image" Target="../media/image240.png"/><Relationship Id="rId162" Type="http://schemas.openxmlformats.org/officeDocument/2006/relationships/customXml" Target="../ink/ink318.xml"/><Relationship Id="rId183" Type="http://schemas.openxmlformats.org/officeDocument/2006/relationships/image" Target="../media/image328.png"/><Relationship Id="rId24" Type="http://schemas.openxmlformats.org/officeDocument/2006/relationships/customXml" Target="../ink/ink249.xml"/><Relationship Id="rId45" Type="http://schemas.openxmlformats.org/officeDocument/2006/relationships/image" Target="../media/image259.png"/><Relationship Id="rId66" Type="http://schemas.openxmlformats.org/officeDocument/2006/relationships/customXml" Target="../ink/ink270.xml"/><Relationship Id="rId87" Type="http://schemas.openxmlformats.org/officeDocument/2006/relationships/image" Target="../media/image280.png"/><Relationship Id="rId110" Type="http://schemas.openxmlformats.org/officeDocument/2006/relationships/customXml" Target="../ink/ink292.xml"/><Relationship Id="rId131" Type="http://schemas.openxmlformats.org/officeDocument/2006/relationships/image" Target="../media/image302.png"/><Relationship Id="rId152" Type="http://schemas.openxmlformats.org/officeDocument/2006/relationships/customXml" Target="../ink/ink313.xml"/><Relationship Id="rId173" Type="http://schemas.openxmlformats.org/officeDocument/2006/relationships/image" Target="../media/image323.png"/><Relationship Id="rId194" Type="http://schemas.openxmlformats.org/officeDocument/2006/relationships/customXml" Target="../ink/ink334.xml"/><Relationship Id="rId208" Type="http://schemas.openxmlformats.org/officeDocument/2006/relationships/customXml" Target="../ink/ink341.xml"/><Relationship Id="rId19" Type="http://schemas.openxmlformats.org/officeDocument/2006/relationships/image" Target="../media/image246.png"/><Relationship Id="rId14" Type="http://schemas.openxmlformats.org/officeDocument/2006/relationships/customXml" Target="../ink/ink244.xml"/><Relationship Id="rId30" Type="http://schemas.openxmlformats.org/officeDocument/2006/relationships/customXml" Target="../ink/ink252.xml"/><Relationship Id="rId35" Type="http://schemas.openxmlformats.org/officeDocument/2006/relationships/image" Target="../media/image254.png"/><Relationship Id="rId56" Type="http://schemas.openxmlformats.org/officeDocument/2006/relationships/customXml" Target="../ink/ink265.xml"/><Relationship Id="rId77" Type="http://schemas.openxmlformats.org/officeDocument/2006/relationships/image" Target="../media/image275.png"/><Relationship Id="rId100" Type="http://schemas.openxmlformats.org/officeDocument/2006/relationships/customXml" Target="../ink/ink287.xml"/><Relationship Id="rId105" Type="http://schemas.openxmlformats.org/officeDocument/2006/relationships/image" Target="../media/image289.png"/><Relationship Id="rId126" Type="http://schemas.openxmlformats.org/officeDocument/2006/relationships/customXml" Target="../ink/ink300.xml"/><Relationship Id="rId147" Type="http://schemas.openxmlformats.org/officeDocument/2006/relationships/image" Target="../media/image310.png"/><Relationship Id="rId168" Type="http://schemas.openxmlformats.org/officeDocument/2006/relationships/customXml" Target="../ink/ink321.xml"/><Relationship Id="rId8" Type="http://schemas.openxmlformats.org/officeDocument/2006/relationships/customXml" Target="../ink/ink241.xml"/><Relationship Id="rId51" Type="http://schemas.openxmlformats.org/officeDocument/2006/relationships/image" Target="../media/image262.png"/><Relationship Id="rId72" Type="http://schemas.openxmlformats.org/officeDocument/2006/relationships/customXml" Target="../ink/ink273.xml"/><Relationship Id="rId93" Type="http://schemas.openxmlformats.org/officeDocument/2006/relationships/image" Target="../media/image283.png"/><Relationship Id="rId98" Type="http://schemas.openxmlformats.org/officeDocument/2006/relationships/customXml" Target="../ink/ink286.xml"/><Relationship Id="rId121" Type="http://schemas.openxmlformats.org/officeDocument/2006/relationships/image" Target="../media/image297.png"/><Relationship Id="rId142" Type="http://schemas.openxmlformats.org/officeDocument/2006/relationships/customXml" Target="../ink/ink308.xml"/><Relationship Id="rId163" Type="http://schemas.openxmlformats.org/officeDocument/2006/relationships/image" Target="../media/image318.png"/><Relationship Id="rId184" Type="http://schemas.openxmlformats.org/officeDocument/2006/relationships/customXml" Target="../ink/ink329.xml"/><Relationship Id="rId189" Type="http://schemas.openxmlformats.org/officeDocument/2006/relationships/image" Target="../media/image331.png"/><Relationship Id="rId3" Type="http://schemas.openxmlformats.org/officeDocument/2006/relationships/image" Target="../media/image238.png"/><Relationship Id="rId214" Type="http://schemas.openxmlformats.org/officeDocument/2006/relationships/customXml" Target="../ink/ink344.xml"/><Relationship Id="rId25" Type="http://schemas.openxmlformats.org/officeDocument/2006/relationships/image" Target="../media/image249.png"/><Relationship Id="rId46" Type="http://schemas.openxmlformats.org/officeDocument/2006/relationships/customXml" Target="../ink/ink260.xml"/><Relationship Id="rId67" Type="http://schemas.openxmlformats.org/officeDocument/2006/relationships/image" Target="../media/image270.png"/><Relationship Id="rId116" Type="http://schemas.openxmlformats.org/officeDocument/2006/relationships/customXml" Target="../ink/ink295.xml"/><Relationship Id="rId137" Type="http://schemas.openxmlformats.org/officeDocument/2006/relationships/image" Target="../media/image305.png"/><Relationship Id="rId158" Type="http://schemas.openxmlformats.org/officeDocument/2006/relationships/customXml" Target="../ink/ink316.xml"/><Relationship Id="rId20" Type="http://schemas.openxmlformats.org/officeDocument/2006/relationships/customXml" Target="../ink/ink247.xml"/><Relationship Id="rId41" Type="http://schemas.openxmlformats.org/officeDocument/2006/relationships/image" Target="../media/image257.png"/><Relationship Id="rId62" Type="http://schemas.openxmlformats.org/officeDocument/2006/relationships/customXml" Target="../ink/ink268.xml"/><Relationship Id="rId83" Type="http://schemas.openxmlformats.org/officeDocument/2006/relationships/image" Target="../media/image278.png"/><Relationship Id="rId88" Type="http://schemas.openxmlformats.org/officeDocument/2006/relationships/customXml" Target="../ink/ink281.xml"/><Relationship Id="rId111" Type="http://schemas.openxmlformats.org/officeDocument/2006/relationships/image" Target="../media/image292.png"/><Relationship Id="rId132" Type="http://schemas.openxmlformats.org/officeDocument/2006/relationships/customXml" Target="../ink/ink303.xml"/><Relationship Id="rId153" Type="http://schemas.openxmlformats.org/officeDocument/2006/relationships/image" Target="../media/image313.png"/><Relationship Id="rId174" Type="http://schemas.openxmlformats.org/officeDocument/2006/relationships/customXml" Target="../ink/ink324.xml"/><Relationship Id="rId179" Type="http://schemas.openxmlformats.org/officeDocument/2006/relationships/image" Target="../media/image326.png"/><Relationship Id="rId195" Type="http://schemas.openxmlformats.org/officeDocument/2006/relationships/image" Target="../media/image334.png"/><Relationship Id="rId209" Type="http://schemas.openxmlformats.org/officeDocument/2006/relationships/image" Target="../media/image341.png"/><Relationship Id="rId190" Type="http://schemas.openxmlformats.org/officeDocument/2006/relationships/customXml" Target="../ink/ink332.xml"/><Relationship Id="rId204" Type="http://schemas.openxmlformats.org/officeDocument/2006/relationships/customXml" Target="../ink/ink339.xml"/><Relationship Id="rId15" Type="http://schemas.openxmlformats.org/officeDocument/2006/relationships/image" Target="../media/image244.png"/><Relationship Id="rId36" Type="http://schemas.openxmlformats.org/officeDocument/2006/relationships/customXml" Target="../ink/ink255.xml"/><Relationship Id="rId57" Type="http://schemas.openxmlformats.org/officeDocument/2006/relationships/image" Target="../media/image265.png"/><Relationship Id="rId106" Type="http://schemas.openxmlformats.org/officeDocument/2006/relationships/customXml" Target="../ink/ink290.xml"/><Relationship Id="rId127" Type="http://schemas.openxmlformats.org/officeDocument/2006/relationships/image" Target="../media/image300.png"/><Relationship Id="rId10" Type="http://schemas.openxmlformats.org/officeDocument/2006/relationships/customXml" Target="../ink/ink242.xml"/><Relationship Id="rId31" Type="http://schemas.openxmlformats.org/officeDocument/2006/relationships/image" Target="../media/image252.png"/><Relationship Id="rId52" Type="http://schemas.openxmlformats.org/officeDocument/2006/relationships/customXml" Target="../ink/ink263.xml"/><Relationship Id="rId73" Type="http://schemas.openxmlformats.org/officeDocument/2006/relationships/image" Target="../media/image273.png"/><Relationship Id="rId78" Type="http://schemas.openxmlformats.org/officeDocument/2006/relationships/customXml" Target="../ink/ink276.xml"/><Relationship Id="rId94" Type="http://schemas.openxmlformats.org/officeDocument/2006/relationships/customXml" Target="../ink/ink284.xml"/><Relationship Id="rId99" Type="http://schemas.openxmlformats.org/officeDocument/2006/relationships/image" Target="../media/image286.png"/><Relationship Id="rId101" Type="http://schemas.openxmlformats.org/officeDocument/2006/relationships/image" Target="../media/image287.png"/><Relationship Id="rId122" Type="http://schemas.openxmlformats.org/officeDocument/2006/relationships/customXml" Target="../ink/ink298.xml"/><Relationship Id="rId143" Type="http://schemas.openxmlformats.org/officeDocument/2006/relationships/image" Target="../media/image308.png"/><Relationship Id="rId148" Type="http://schemas.openxmlformats.org/officeDocument/2006/relationships/customXml" Target="../ink/ink311.xml"/><Relationship Id="rId164" Type="http://schemas.openxmlformats.org/officeDocument/2006/relationships/customXml" Target="../ink/ink319.xml"/><Relationship Id="rId169" Type="http://schemas.openxmlformats.org/officeDocument/2006/relationships/image" Target="../media/image321.png"/><Relationship Id="rId185" Type="http://schemas.openxmlformats.org/officeDocument/2006/relationships/image" Target="../media/image329.png"/><Relationship Id="rId4" Type="http://schemas.openxmlformats.org/officeDocument/2006/relationships/customXml" Target="../ink/ink239.xml"/><Relationship Id="rId9" Type="http://schemas.openxmlformats.org/officeDocument/2006/relationships/image" Target="../media/image241.png"/><Relationship Id="rId180" Type="http://schemas.openxmlformats.org/officeDocument/2006/relationships/customXml" Target="../ink/ink327.xml"/><Relationship Id="rId210" Type="http://schemas.openxmlformats.org/officeDocument/2006/relationships/customXml" Target="../ink/ink342.xml"/><Relationship Id="rId215" Type="http://schemas.openxmlformats.org/officeDocument/2006/relationships/image" Target="../media/image344.png"/><Relationship Id="rId26" Type="http://schemas.openxmlformats.org/officeDocument/2006/relationships/customXml" Target="../ink/ink250.xml"/><Relationship Id="rId47" Type="http://schemas.openxmlformats.org/officeDocument/2006/relationships/image" Target="../media/image260.png"/><Relationship Id="rId68" Type="http://schemas.openxmlformats.org/officeDocument/2006/relationships/customXml" Target="../ink/ink271.xml"/><Relationship Id="rId89" Type="http://schemas.openxmlformats.org/officeDocument/2006/relationships/image" Target="../media/image281.png"/><Relationship Id="rId112" Type="http://schemas.openxmlformats.org/officeDocument/2006/relationships/customXml" Target="../ink/ink293.xml"/><Relationship Id="rId133" Type="http://schemas.openxmlformats.org/officeDocument/2006/relationships/image" Target="../media/image303.png"/><Relationship Id="rId154" Type="http://schemas.openxmlformats.org/officeDocument/2006/relationships/customXml" Target="../ink/ink314.xml"/><Relationship Id="rId175" Type="http://schemas.openxmlformats.org/officeDocument/2006/relationships/image" Target="../media/image324.png"/><Relationship Id="rId196" Type="http://schemas.openxmlformats.org/officeDocument/2006/relationships/customXml" Target="../ink/ink335.xml"/><Relationship Id="rId200" Type="http://schemas.openxmlformats.org/officeDocument/2006/relationships/customXml" Target="../ink/ink337.xml"/><Relationship Id="rId16" Type="http://schemas.openxmlformats.org/officeDocument/2006/relationships/customXml" Target="../ink/ink245.xml"/><Relationship Id="rId37" Type="http://schemas.openxmlformats.org/officeDocument/2006/relationships/image" Target="../media/image255.png"/><Relationship Id="rId58" Type="http://schemas.openxmlformats.org/officeDocument/2006/relationships/customXml" Target="../ink/ink266.xml"/><Relationship Id="rId79" Type="http://schemas.openxmlformats.org/officeDocument/2006/relationships/image" Target="../media/image276.png"/><Relationship Id="rId102" Type="http://schemas.openxmlformats.org/officeDocument/2006/relationships/customXml" Target="../ink/ink288.xml"/><Relationship Id="rId123" Type="http://schemas.openxmlformats.org/officeDocument/2006/relationships/image" Target="../media/image298.png"/><Relationship Id="rId144" Type="http://schemas.openxmlformats.org/officeDocument/2006/relationships/customXml" Target="../ink/ink309.xml"/><Relationship Id="rId90" Type="http://schemas.openxmlformats.org/officeDocument/2006/relationships/customXml" Target="../ink/ink282.xml"/><Relationship Id="rId165" Type="http://schemas.openxmlformats.org/officeDocument/2006/relationships/image" Target="../media/image319.png"/><Relationship Id="rId186" Type="http://schemas.openxmlformats.org/officeDocument/2006/relationships/customXml" Target="../ink/ink330.xml"/><Relationship Id="rId211" Type="http://schemas.openxmlformats.org/officeDocument/2006/relationships/image" Target="../media/image342.png"/><Relationship Id="rId27" Type="http://schemas.openxmlformats.org/officeDocument/2006/relationships/image" Target="../media/image250.png"/><Relationship Id="rId48" Type="http://schemas.openxmlformats.org/officeDocument/2006/relationships/customXml" Target="../ink/ink261.xml"/><Relationship Id="rId69" Type="http://schemas.openxmlformats.org/officeDocument/2006/relationships/image" Target="../media/image271.png"/><Relationship Id="rId113" Type="http://schemas.openxmlformats.org/officeDocument/2006/relationships/image" Target="../media/image293.png"/><Relationship Id="rId134" Type="http://schemas.openxmlformats.org/officeDocument/2006/relationships/customXml" Target="../ink/ink304.xml"/><Relationship Id="rId80" Type="http://schemas.openxmlformats.org/officeDocument/2006/relationships/customXml" Target="../ink/ink277.xml"/><Relationship Id="rId155" Type="http://schemas.openxmlformats.org/officeDocument/2006/relationships/image" Target="../media/image314.png"/><Relationship Id="rId176" Type="http://schemas.openxmlformats.org/officeDocument/2006/relationships/customXml" Target="../ink/ink325.xml"/><Relationship Id="rId197" Type="http://schemas.openxmlformats.org/officeDocument/2006/relationships/image" Target="../media/image335.png"/><Relationship Id="rId201" Type="http://schemas.openxmlformats.org/officeDocument/2006/relationships/image" Target="../media/image337.png"/><Relationship Id="rId17" Type="http://schemas.openxmlformats.org/officeDocument/2006/relationships/image" Target="../media/image245.png"/><Relationship Id="rId38" Type="http://schemas.openxmlformats.org/officeDocument/2006/relationships/customXml" Target="../ink/ink256.xml"/><Relationship Id="rId59" Type="http://schemas.openxmlformats.org/officeDocument/2006/relationships/image" Target="../media/image266.png"/><Relationship Id="rId103" Type="http://schemas.openxmlformats.org/officeDocument/2006/relationships/image" Target="../media/image288.png"/><Relationship Id="rId124" Type="http://schemas.openxmlformats.org/officeDocument/2006/relationships/customXml" Target="../ink/ink299.xml"/><Relationship Id="rId70" Type="http://schemas.openxmlformats.org/officeDocument/2006/relationships/customXml" Target="../ink/ink272.xml"/><Relationship Id="rId91" Type="http://schemas.openxmlformats.org/officeDocument/2006/relationships/image" Target="../media/image282.png"/><Relationship Id="rId145" Type="http://schemas.openxmlformats.org/officeDocument/2006/relationships/image" Target="../media/image309.png"/><Relationship Id="rId166" Type="http://schemas.openxmlformats.org/officeDocument/2006/relationships/customXml" Target="../ink/ink320.xml"/><Relationship Id="rId187" Type="http://schemas.openxmlformats.org/officeDocument/2006/relationships/image" Target="../media/image330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343.xml"/><Relationship Id="rId28" Type="http://schemas.openxmlformats.org/officeDocument/2006/relationships/customXml" Target="../ink/ink251.xml"/><Relationship Id="rId49" Type="http://schemas.openxmlformats.org/officeDocument/2006/relationships/image" Target="../media/image261.png"/><Relationship Id="rId114" Type="http://schemas.openxmlformats.org/officeDocument/2006/relationships/customXml" Target="../ink/ink294.xml"/><Relationship Id="rId60" Type="http://schemas.openxmlformats.org/officeDocument/2006/relationships/customXml" Target="../ink/ink267.xml"/><Relationship Id="rId81" Type="http://schemas.openxmlformats.org/officeDocument/2006/relationships/image" Target="../media/image277.png"/><Relationship Id="rId135" Type="http://schemas.openxmlformats.org/officeDocument/2006/relationships/image" Target="../media/image304.png"/><Relationship Id="rId156" Type="http://schemas.openxmlformats.org/officeDocument/2006/relationships/customXml" Target="../ink/ink315.xml"/><Relationship Id="rId177" Type="http://schemas.openxmlformats.org/officeDocument/2006/relationships/image" Target="../media/image325.png"/><Relationship Id="rId198" Type="http://schemas.openxmlformats.org/officeDocument/2006/relationships/customXml" Target="../ink/ink336.xml"/><Relationship Id="rId202" Type="http://schemas.openxmlformats.org/officeDocument/2006/relationships/customXml" Target="../ink/ink338.xml"/><Relationship Id="rId18" Type="http://schemas.openxmlformats.org/officeDocument/2006/relationships/customXml" Target="../ink/ink246.xml"/><Relationship Id="rId39" Type="http://schemas.openxmlformats.org/officeDocument/2006/relationships/image" Target="../media/image256.png"/><Relationship Id="rId50" Type="http://schemas.openxmlformats.org/officeDocument/2006/relationships/customXml" Target="../ink/ink262.xml"/><Relationship Id="rId104" Type="http://schemas.openxmlformats.org/officeDocument/2006/relationships/customXml" Target="../ink/ink289.xml"/><Relationship Id="rId125" Type="http://schemas.openxmlformats.org/officeDocument/2006/relationships/image" Target="../media/image299.png"/><Relationship Id="rId146" Type="http://schemas.openxmlformats.org/officeDocument/2006/relationships/customXml" Target="../ink/ink310.xml"/><Relationship Id="rId167" Type="http://schemas.openxmlformats.org/officeDocument/2006/relationships/image" Target="../media/image320.png"/><Relationship Id="rId188" Type="http://schemas.openxmlformats.org/officeDocument/2006/relationships/customXml" Target="../ink/ink331.xml"/><Relationship Id="rId71" Type="http://schemas.openxmlformats.org/officeDocument/2006/relationships/image" Target="../media/image272.png"/><Relationship Id="rId92" Type="http://schemas.openxmlformats.org/officeDocument/2006/relationships/customXml" Target="../ink/ink283.xml"/><Relationship Id="rId213" Type="http://schemas.openxmlformats.org/officeDocument/2006/relationships/image" Target="../media/image343.png"/><Relationship Id="rId2" Type="http://schemas.openxmlformats.org/officeDocument/2006/relationships/customXml" Target="../ink/ink238.xml"/><Relationship Id="rId29" Type="http://schemas.openxmlformats.org/officeDocument/2006/relationships/image" Target="../media/image251.png"/><Relationship Id="rId40" Type="http://schemas.openxmlformats.org/officeDocument/2006/relationships/customXml" Target="../ink/ink257.xml"/><Relationship Id="rId115" Type="http://schemas.openxmlformats.org/officeDocument/2006/relationships/image" Target="../media/image294.png"/><Relationship Id="rId136" Type="http://schemas.openxmlformats.org/officeDocument/2006/relationships/customXml" Target="../ink/ink305.xml"/><Relationship Id="rId157" Type="http://schemas.openxmlformats.org/officeDocument/2006/relationships/image" Target="../media/image315.png"/><Relationship Id="rId178" Type="http://schemas.openxmlformats.org/officeDocument/2006/relationships/customXml" Target="../ink/ink326.xml"/><Relationship Id="rId61" Type="http://schemas.openxmlformats.org/officeDocument/2006/relationships/image" Target="../media/image267.png"/><Relationship Id="rId82" Type="http://schemas.openxmlformats.org/officeDocument/2006/relationships/customXml" Target="../ink/ink278.xml"/><Relationship Id="rId199" Type="http://schemas.openxmlformats.org/officeDocument/2006/relationships/image" Target="../media/image336.png"/><Relationship Id="rId203" Type="http://schemas.openxmlformats.org/officeDocument/2006/relationships/image" Target="../media/image338.png"/></Relationships>
</file>

<file path=ppt/slides/_rels/slide7.xml.rels><?xml version="1.0" encoding="UTF-8" standalone="yes"?>
<Relationships xmlns="http://schemas.openxmlformats.org/package/2006/relationships"><Relationship Id="rId26" Type="http://schemas.openxmlformats.org/officeDocument/2006/relationships/customXml" Target="../ink/ink357.xml"/><Relationship Id="rId117" Type="http://schemas.openxmlformats.org/officeDocument/2006/relationships/image" Target="../media/image402.png"/><Relationship Id="rId21" Type="http://schemas.openxmlformats.org/officeDocument/2006/relationships/image" Target="../media/image354.png"/><Relationship Id="rId42" Type="http://schemas.openxmlformats.org/officeDocument/2006/relationships/customXml" Target="../ink/ink365.xml"/><Relationship Id="rId47" Type="http://schemas.openxmlformats.org/officeDocument/2006/relationships/image" Target="../media/image367.png"/><Relationship Id="rId63" Type="http://schemas.openxmlformats.org/officeDocument/2006/relationships/image" Target="../media/image375.png"/><Relationship Id="rId68" Type="http://schemas.openxmlformats.org/officeDocument/2006/relationships/customXml" Target="../ink/ink378.xml"/><Relationship Id="rId84" Type="http://schemas.openxmlformats.org/officeDocument/2006/relationships/customXml" Target="../ink/ink386.xml"/><Relationship Id="rId89" Type="http://schemas.openxmlformats.org/officeDocument/2006/relationships/image" Target="../media/image388.png"/><Relationship Id="rId112" Type="http://schemas.openxmlformats.org/officeDocument/2006/relationships/customXml" Target="../ink/ink400.xml"/><Relationship Id="rId16" Type="http://schemas.openxmlformats.org/officeDocument/2006/relationships/customXml" Target="../ink/ink352.xml"/><Relationship Id="rId107" Type="http://schemas.openxmlformats.org/officeDocument/2006/relationships/image" Target="../media/image397.png"/><Relationship Id="rId11" Type="http://schemas.openxmlformats.org/officeDocument/2006/relationships/image" Target="../media/image349.png"/><Relationship Id="rId32" Type="http://schemas.openxmlformats.org/officeDocument/2006/relationships/customXml" Target="../ink/ink360.xml"/><Relationship Id="rId37" Type="http://schemas.openxmlformats.org/officeDocument/2006/relationships/image" Target="../media/image362.png"/><Relationship Id="rId53" Type="http://schemas.openxmlformats.org/officeDocument/2006/relationships/image" Target="../media/image370.png"/><Relationship Id="rId58" Type="http://schemas.openxmlformats.org/officeDocument/2006/relationships/customXml" Target="../ink/ink373.xml"/><Relationship Id="rId74" Type="http://schemas.openxmlformats.org/officeDocument/2006/relationships/customXml" Target="../ink/ink381.xml"/><Relationship Id="rId79" Type="http://schemas.openxmlformats.org/officeDocument/2006/relationships/image" Target="../media/image383.png"/><Relationship Id="rId102" Type="http://schemas.openxmlformats.org/officeDocument/2006/relationships/customXml" Target="../ink/ink395.xml"/><Relationship Id="rId5" Type="http://schemas.openxmlformats.org/officeDocument/2006/relationships/image" Target="../media/image346.png"/><Relationship Id="rId90" Type="http://schemas.openxmlformats.org/officeDocument/2006/relationships/customXml" Target="../ink/ink389.xml"/><Relationship Id="rId95" Type="http://schemas.openxmlformats.org/officeDocument/2006/relationships/image" Target="../media/image391.png"/><Relationship Id="rId22" Type="http://schemas.openxmlformats.org/officeDocument/2006/relationships/customXml" Target="../ink/ink355.xml"/><Relationship Id="rId27" Type="http://schemas.openxmlformats.org/officeDocument/2006/relationships/image" Target="../media/image357.png"/><Relationship Id="rId43" Type="http://schemas.openxmlformats.org/officeDocument/2006/relationships/image" Target="../media/image365.png"/><Relationship Id="rId48" Type="http://schemas.openxmlformats.org/officeDocument/2006/relationships/customXml" Target="../ink/ink368.xml"/><Relationship Id="rId64" Type="http://schemas.openxmlformats.org/officeDocument/2006/relationships/customXml" Target="../ink/ink376.xml"/><Relationship Id="rId69" Type="http://schemas.openxmlformats.org/officeDocument/2006/relationships/image" Target="../media/image378.png"/><Relationship Id="rId113" Type="http://schemas.openxmlformats.org/officeDocument/2006/relationships/image" Target="../media/image400.png"/><Relationship Id="rId118" Type="http://schemas.openxmlformats.org/officeDocument/2006/relationships/customXml" Target="../ink/ink403.xml"/><Relationship Id="rId80" Type="http://schemas.openxmlformats.org/officeDocument/2006/relationships/customXml" Target="../ink/ink384.xml"/><Relationship Id="rId85" Type="http://schemas.openxmlformats.org/officeDocument/2006/relationships/image" Target="../media/image386.png"/><Relationship Id="rId12" Type="http://schemas.openxmlformats.org/officeDocument/2006/relationships/customXml" Target="../ink/ink350.xml"/><Relationship Id="rId17" Type="http://schemas.openxmlformats.org/officeDocument/2006/relationships/image" Target="../media/image352.png"/><Relationship Id="rId33" Type="http://schemas.openxmlformats.org/officeDocument/2006/relationships/image" Target="../media/image360.png"/><Relationship Id="rId38" Type="http://schemas.openxmlformats.org/officeDocument/2006/relationships/customXml" Target="../ink/ink363.xml"/><Relationship Id="rId59" Type="http://schemas.openxmlformats.org/officeDocument/2006/relationships/image" Target="../media/image373.png"/><Relationship Id="rId103" Type="http://schemas.openxmlformats.org/officeDocument/2006/relationships/image" Target="../media/image395.png"/><Relationship Id="rId108" Type="http://schemas.openxmlformats.org/officeDocument/2006/relationships/customXml" Target="../ink/ink398.xml"/><Relationship Id="rId54" Type="http://schemas.openxmlformats.org/officeDocument/2006/relationships/customXml" Target="../ink/ink371.xml"/><Relationship Id="rId70" Type="http://schemas.openxmlformats.org/officeDocument/2006/relationships/customXml" Target="../ink/ink379.xml"/><Relationship Id="rId75" Type="http://schemas.openxmlformats.org/officeDocument/2006/relationships/image" Target="../media/image381.png"/><Relationship Id="rId91" Type="http://schemas.openxmlformats.org/officeDocument/2006/relationships/image" Target="../media/image389.png"/><Relationship Id="rId96" Type="http://schemas.openxmlformats.org/officeDocument/2006/relationships/customXml" Target="../ink/ink392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47.xml"/><Relationship Id="rId23" Type="http://schemas.openxmlformats.org/officeDocument/2006/relationships/image" Target="../media/image355.png"/><Relationship Id="rId28" Type="http://schemas.openxmlformats.org/officeDocument/2006/relationships/customXml" Target="../ink/ink358.xml"/><Relationship Id="rId49" Type="http://schemas.openxmlformats.org/officeDocument/2006/relationships/image" Target="../media/image368.png"/><Relationship Id="rId114" Type="http://schemas.openxmlformats.org/officeDocument/2006/relationships/customXml" Target="../ink/ink401.xml"/><Relationship Id="rId119" Type="http://schemas.openxmlformats.org/officeDocument/2006/relationships/image" Target="../media/image403.png"/><Relationship Id="rId44" Type="http://schemas.openxmlformats.org/officeDocument/2006/relationships/customXml" Target="../ink/ink366.xml"/><Relationship Id="rId60" Type="http://schemas.openxmlformats.org/officeDocument/2006/relationships/customXml" Target="../ink/ink374.xml"/><Relationship Id="rId65" Type="http://schemas.openxmlformats.org/officeDocument/2006/relationships/image" Target="../media/image376.png"/><Relationship Id="rId81" Type="http://schemas.openxmlformats.org/officeDocument/2006/relationships/image" Target="../media/image384.png"/><Relationship Id="rId86" Type="http://schemas.openxmlformats.org/officeDocument/2006/relationships/customXml" Target="../ink/ink387.xml"/><Relationship Id="rId4" Type="http://schemas.openxmlformats.org/officeDocument/2006/relationships/customXml" Target="../ink/ink346.xml"/><Relationship Id="rId9" Type="http://schemas.openxmlformats.org/officeDocument/2006/relationships/image" Target="../media/image348.png"/><Relationship Id="rId13" Type="http://schemas.openxmlformats.org/officeDocument/2006/relationships/image" Target="../media/image350.png"/><Relationship Id="rId18" Type="http://schemas.openxmlformats.org/officeDocument/2006/relationships/customXml" Target="../ink/ink353.xml"/><Relationship Id="rId39" Type="http://schemas.openxmlformats.org/officeDocument/2006/relationships/image" Target="../media/image363.png"/><Relationship Id="rId109" Type="http://schemas.openxmlformats.org/officeDocument/2006/relationships/image" Target="../media/image398.png"/><Relationship Id="rId34" Type="http://schemas.openxmlformats.org/officeDocument/2006/relationships/customXml" Target="../ink/ink361.xml"/><Relationship Id="rId50" Type="http://schemas.openxmlformats.org/officeDocument/2006/relationships/customXml" Target="../ink/ink369.xml"/><Relationship Id="rId55" Type="http://schemas.openxmlformats.org/officeDocument/2006/relationships/image" Target="../media/image371.png"/><Relationship Id="rId76" Type="http://schemas.openxmlformats.org/officeDocument/2006/relationships/customXml" Target="../ink/ink382.xml"/><Relationship Id="rId97" Type="http://schemas.openxmlformats.org/officeDocument/2006/relationships/image" Target="../media/image392.png"/><Relationship Id="rId104" Type="http://schemas.openxmlformats.org/officeDocument/2006/relationships/customXml" Target="../ink/ink396.xml"/><Relationship Id="rId120" Type="http://schemas.openxmlformats.org/officeDocument/2006/relationships/customXml" Target="../ink/ink404.xml"/><Relationship Id="rId7" Type="http://schemas.openxmlformats.org/officeDocument/2006/relationships/image" Target="../media/image347.png"/><Relationship Id="rId71" Type="http://schemas.openxmlformats.org/officeDocument/2006/relationships/image" Target="../media/image379.png"/><Relationship Id="rId92" Type="http://schemas.openxmlformats.org/officeDocument/2006/relationships/customXml" Target="../ink/ink390.xml"/><Relationship Id="rId2" Type="http://schemas.openxmlformats.org/officeDocument/2006/relationships/customXml" Target="../ink/ink345.xml"/><Relationship Id="rId29" Type="http://schemas.openxmlformats.org/officeDocument/2006/relationships/image" Target="../media/image358.png"/><Relationship Id="rId24" Type="http://schemas.openxmlformats.org/officeDocument/2006/relationships/customXml" Target="../ink/ink356.xml"/><Relationship Id="rId40" Type="http://schemas.openxmlformats.org/officeDocument/2006/relationships/customXml" Target="../ink/ink364.xml"/><Relationship Id="rId45" Type="http://schemas.openxmlformats.org/officeDocument/2006/relationships/image" Target="../media/image366.png"/><Relationship Id="rId66" Type="http://schemas.openxmlformats.org/officeDocument/2006/relationships/customXml" Target="../ink/ink377.xml"/><Relationship Id="rId87" Type="http://schemas.openxmlformats.org/officeDocument/2006/relationships/image" Target="../media/image387.png"/><Relationship Id="rId110" Type="http://schemas.openxmlformats.org/officeDocument/2006/relationships/customXml" Target="../ink/ink399.xml"/><Relationship Id="rId115" Type="http://schemas.openxmlformats.org/officeDocument/2006/relationships/image" Target="../media/image401.png"/><Relationship Id="rId61" Type="http://schemas.openxmlformats.org/officeDocument/2006/relationships/image" Target="../media/image374.png"/><Relationship Id="rId82" Type="http://schemas.openxmlformats.org/officeDocument/2006/relationships/customXml" Target="../ink/ink385.xml"/><Relationship Id="rId19" Type="http://schemas.openxmlformats.org/officeDocument/2006/relationships/image" Target="../media/image353.png"/><Relationship Id="rId14" Type="http://schemas.openxmlformats.org/officeDocument/2006/relationships/customXml" Target="../ink/ink351.xml"/><Relationship Id="rId30" Type="http://schemas.openxmlformats.org/officeDocument/2006/relationships/customXml" Target="../ink/ink359.xml"/><Relationship Id="rId35" Type="http://schemas.openxmlformats.org/officeDocument/2006/relationships/image" Target="../media/image361.png"/><Relationship Id="rId56" Type="http://schemas.openxmlformats.org/officeDocument/2006/relationships/customXml" Target="../ink/ink372.xml"/><Relationship Id="rId77" Type="http://schemas.openxmlformats.org/officeDocument/2006/relationships/image" Target="../media/image382.png"/><Relationship Id="rId100" Type="http://schemas.openxmlformats.org/officeDocument/2006/relationships/customXml" Target="../ink/ink394.xml"/><Relationship Id="rId105" Type="http://schemas.openxmlformats.org/officeDocument/2006/relationships/image" Target="../media/image396.png"/><Relationship Id="rId8" Type="http://schemas.openxmlformats.org/officeDocument/2006/relationships/customXml" Target="../ink/ink348.xml"/><Relationship Id="rId51" Type="http://schemas.openxmlformats.org/officeDocument/2006/relationships/image" Target="../media/image369.png"/><Relationship Id="rId72" Type="http://schemas.openxmlformats.org/officeDocument/2006/relationships/customXml" Target="../ink/ink380.xml"/><Relationship Id="rId93" Type="http://schemas.openxmlformats.org/officeDocument/2006/relationships/image" Target="../media/image390.png"/><Relationship Id="rId98" Type="http://schemas.openxmlformats.org/officeDocument/2006/relationships/customXml" Target="../ink/ink393.xml"/><Relationship Id="rId121" Type="http://schemas.openxmlformats.org/officeDocument/2006/relationships/image" Target="../media/image404.png"/><Relationship Id="rId3" Type="http://schemas.openxmlformats.org/officeDocument/2006/relationships/image" Target="../media/image345.png"/><Relationship Id="rId25" Type="http://schemas.openxmlformats.org/officeDocument/2006/relationships/image" Target="../media/image356.png"/><Relationship Id="rId46" Type="http://schemas.openxmlformats.org/officeDocument/2006/relationships/customXml" Target="../ink/ink367.xml"/><Relationship Id="rId67" Type="http://schemas.openxmlformats.org/officeDocument/2006/relationships/image" Target="../media/image377.png"/><Relationship Id="rId116" Type="http://schemas.openxmlformats.org/officeDocument/2006/relationships/customXml" Target="../ink/ink402.xml"/><Relationship Id="rId20" Type="http://schemas.openxmlformats.org/officeDocument/2006/relationships/customXml" Target="../ink/ink354.xml"/><Relationship Id="rId41" Type="http://schemas.openxmlformats.org/officeDocument/2006/relationships/image" Target="../media/image364.png"/><Relationship Id="rId62" Type="http://schemas.openxmlformats.org/officeDocument/2006/relationships/customXml" Target="../ink/ink375.xml"/><Relationship Id="rId83" Type="http://schemas.openxmlformats.org/officeDocument/2006/relationships/image" Target="../media/image385.png"/><Relationship Id="rId88" Type="http://schemas.openxmlformats.org/officeDocument/2006/relationships/customXml" Target="../ink/ink388.xml"/><Relationship Id="rId111" Type="http://schemas.openxmlformats.org/officeDocument/2006/relationships/image" Target="../media/image399.png"/><Relationship Id="rId15" Type="http://schemas.openxmlformats.org/officeDocument/2006/relationships/image" Target="../media/image351.png"/><Relationship Id="rId36" Type="http://schemas.openxmlformats.org/officeDocument/2006/relationships/customXml" Target="../ink/ink362.xml"/><Relationship Id="rId57" Type="http://schemas.openxmlformats.org/officeDocument/2006/relationships/image" Target="../media/image372.png"/><Relationship Id="rId106" Type="http://schemas.openxmlformats.org/officeDocument/2006/relationships/customXml" Target="../ink/ink397.xml"/><Relationship Id="rId10" Type="http://schemas.openxmlformats.org/officeDocument/2006/relationships/customXml" Target="../ink/ink349.xml"/><Relationship Id="rId31" Type="http://schemas.openxmlformats.org/officeDocument/2006/relationships/image" Target="../media/image359.png"/><Relationship Id="rId52" Type="http://schemas.openxmlformats.org/officeDocument/2006/relationships/customXml" Target="../ink/ink370.xml"/><Relationship Id="rId73" Type="http://schemas.openxmlformats.org/officeDocument/2006/relationships/image" Target="../media/image380.png"/><Relationship Id="rId78" Type="http://schemas.openxmlformats.org/officeDocument/2006/relationships/customXml" Target="../ink/ink383.xml"/><Relationship Id="rId94" Type="http://schemas.openxmlformats.org/officeDocument/2006/relationships/customXml" Target="../ink/ink391.xml"/><Relationship Id="rId99" Type="http://schemas.openxmlformats.org/officeDocument/2006/relationships/image" Target="../media/image393.png"/><Relationship Id="rId101" Type="http://schemas.openxmlformats.org/officeDocument/2006/relationships/image" Target="../media/image394.png"/></Relationships>
</file>

<file path=ppt/slides/_rels/slide8.xml.rels><?xml version="1.0" encoding="UTF-8" standalone="yes"?>
<Relationships xmlns="http://schemas.openxmlformats.org/package/2006/relationships"><Relationship Id="rId26" Type="http://schemas.openxmlformats.org/officeDocument/2006/relationships/customXml" Target="../ink/ink417.xml"/><Relationship Id="rId21" Type="http://schemas.openxmlformats.org/officeDocument/2006/relationships/image" Target="../media/image414.png"/><Relationship Id="rId42" Type="http://schemas.openxmlformats.org/officeDocument/2006/relationships/customXml" Target="../ink/ink425.xml"/><Relationship Id="rId47" Type="http://schemas.openxmlformats.org/officeDocument/2006/relationships/image" Target="../media/image427.png"/><Relationship Id="rId63" Type="http://schemas.openxmlformats.org/officeDocument/2006/relationships/image" Target="../media/image435.png"/><Relationship Id="rId68" Type="http://schemas.openxmlformats.org/officeDocument/2006/relationships/customXml" Target="../ink/ink438.xml"/><Relationship Id="rId7" Type="http://schemas.openxmlformats.org/officeDocument/2006/relationships/image" Target="../media/image407.png"/><Relationship Id="rId71" Type="http://schemas.openxmlformats.org/officeDocument/2006/relationships/image" Target="../media/image439.png"/><Relationship Id="rId2" Type="http://schemas.openxmlformats.org/officeDocument/2006/relationships/customXml" Target="../ink/ink405.xml"/><Relationship Id="rId16" Type="http://schemas.openxmlformats.org/officeDocument/2006/relationships/customXml" Target="../ink/ink412.xml"/><Relationship Id="rId29" Type="http://schemas.openxmlformats.org/officeDocument/2006/relationships/image" Target="../media/image418.png"/><Relationship Id="rId11" Type="http://schemas.openxmlformats.org/officeDocument/2006/relationships/image" Target="../media/image409.png"/><Relationship Id="rId24" Type="http://schemas.openxmlformats.org/officeDocument/2006/relationships/customXml" Target="../ink/ink416.xml"/><Relationship Id="rId32" Type="http://schemas.openxmlformats.org/officeDocument/2006/relationships/customXml" Target="../ink/ink420.xml"/><Relationship Id="rId37" Type="http://schemas.openxmlformats.org/officeDocument/2006/relationships/image" Target="../media/image422.png"/><Relationship Id="rId40" Type="http://schemas.openxmlformats.org/officeDocument/2006/relationships/customXml" Target="../ink/ink424.xml"/><Relationship Id="rId45" Type="http://schemas.openxmlformats.org/officeDocument/2006/relationships/image" Target="../media/image426.png"/><Relationship Id="rId53" Type="http://schemas.openxmlformats.org/officeDocument/2006/relationships/image" Target="../media/image430.png"/><Relationship Id="rId58" Type="http://schemas.openxmlformats.org/officeDocument/2006/relationships/customXml" Target="../ink/ink433.xml"/><Relationship Id="rId66" Type="http://schemas.openxmlformats.org/officeDocument/2006/relationships/customXml" Target="../ink/ink437.xml"/><Relationship Id="rId5" Type="http://schemas.openxmlformats.org/officeDocument/2006/relationships/image" Target="../media/image406.png"/><Relationship Id="rId61" Type="http://schemas.openxmlformats.org/officeDocument/2006/relationships/image" Target="../media/image434.png"/><Relationship Id="rId19" Type="http://schemas.openxmlformats.org/officeDocument/2006/relationships/image" Target="../media/image413.png"/><Relationship Id="rId14" Type="http://schemas.openxmlformats.org/officeDocument/2006/relationships/customXml" Target="../ink/ink411.xml"/><Relationship Id="rId22" Type="http://schemas.openxmlformats.org/officeDocument/2006/relationships/customXml" Target="../ink/ink415.xml"/><Relationship Id="rId27" Type="http://schemas.openxmlformats.org/officeDocument/2006/relationships/image" Target="../media/image417.png"/><Relationship Id="rId30" Type="http://schemas.openxmlformats.org/officeDocument/2006/relationships/customXml" Target="../ink/ink419.xml"/><Relationship Id="rId35" Type="http://schemas.openxmlformats.org/officeDocument/2006/relationships/image" Target="../media/image421.png"/><Relationship Id="rId43" Type="http://schemas.openxmlformats.org/officeDocument/2006/relationships/image" Target="../media/image425.png"/><Relationship Id="rId48" Type="http://schemas.openxmlformats.org/officeDocument/2006/relationships/customXml" Target="../ink/ink428.xml"/><Relationship Id="rId56" Type="http://schemas.openxmlformats.org/officeDocument/2006/relationships/customXml" Target="../ink/ink432.xml"/><Relationship Id="rId64" Type="http://schemas.openxmlformats.org/officeDocument/2006/relationships/customXml" Target="../ink/ink436.xml"/><Relationship Id="rId69" Type="http://schemas.openxmlformats.org/officeDocument/2006/relationships/image" Target="../media/image438.png"/><Relationship Id="rId8" Type="http://schemas.openxmlformats.org/officeDocument/2006/relationships/customXml" Target="../ink/ink408.xml"/><Relationship Id="rId51" Type="http://schemas.openxmlformats.org/officeDocument/2006/relationships/image" Target="../media/image429.png"/><Relationship Id="rId3" Type="http://schemas.openxmlformats.org/officeDocument/2006/relationships/image" Target="../media/image405.png"/><Relationship Id="rId12" Type="http://schemas.openxmlformats.org/officeDocument/2006/relationships/customXml" Target="../ink/ink410.xml"/><Relationship Id="rId17" Type="http://schemas.openxmlformats.org/officeDocument/2006/relationships/image" Target="../media/image412.png"/><Relationship Id="rId25" Type="http://schemas.openxmlformats.org/officeDocument/2006/relationships/image" Target="../media/image416.png"/><Relationship Id="rId33" Type="http://schemas.openxmlformats.org/officeDocument/2006/relationships/image" Target="../media/image420.png"/><Relationship Id="rId38" Type="http://schemas.openxmlformats.org/officeDocument/2006/relationships/customXml" Target="../ink/ink423.xml"/><Relationship Id="rId46" Type="http://schemas.openxmlformats.org/officeDocument/2006/relationships/customXml" Target="../ink/ink427.xml"/><Relationship Id="rId59" Type="http://schemas.openxmlformats.org/officeDocument/2006/relationships/image" Target="../media/image433.png"/><Relationship Id="rId67" Type="http://schemas.openxmlformats.org/officeDocument/2006/relationships/image" Target="../media/image437.png"/><Relationship Id="rId20" Type="http://schemas.openxmlformats.org/officeDocument/2006/relationships/customXml" Target="../ink/ink414.xml"/><Relationship Id="rId41" Type="http://schemas.openxmlformats.org/officeDocument/2006/relationships/image" Target="../media/image424.png"/><Relationship Id="rId54" Type="http://schemas.openxmlformats.org/officeDocument/2006/relationships/customXml" Target="../ink/ink431.xml"/><Relationship Id="rId62" Type="http://schemas.openxmlformats.org/officeDocument/2006/relationships/customXml" Target="../ink/ink435.xml"/><Relationship Id="rId70" Type="http://schemas.openxmlformats.org/officeDocument/2006/relationships/customXml" Target="../ink/ink439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07.xml"/><Relationship Id="rId15" Type="http://schemas.openxmlformats.org/officeDocument/2006/relationships/image" Target="../media/image411.png"/><Relationship Id="rId23" Type="http://schemas.openxmlformats.org/officeDocument/2006/relationships/image" Target="../media/image415.png"/><Relationship Id="rId28" Type="http://schemas.openxmlformats.org/officeDocument/2006/relationships/customXml" Target="../ink/ink418.xml"/><Relationship Id="rId36" Type="http://schemas.openxmlformats.org/officeDocument/2006/relationships/customXml" Target="../ink/ink422.xml"/><Relationship Id="rId49" Type="http://schemas.openxmlformats.org/officeDocument/2006/relationships/image" Target="../media/image428.png"/><Relationship Id="rId57" Type="http://schemas.openxmlformats.org/officeDocument/2006/relationships/image" Target="../media/image432.png"/><Relationship Id="rId10" Type="http://schemas.openxmlformats.org/officeDocument/2006/relationships/customXml" Target="../ink/ink409.xml"/><Relationship Id="rId31" Type="http://schemas.openxmlformats.org/officeDocument/2006/relationships/image" Target="../media/image419.png"/><Relationship Id="rId44" Type="http://schemas.openxmlformats.org/officeDocument/2006/relationships/customXml" Target="../ink/ink426.xml"/><Relationship Id="rId52" Type="http://schemas.openxmlformats.org/officeDocument/2006/relationships/customXml" Target="../ink/ink430.xml"/><Relationship Id="rId60" Type="http://schemas.openxmlformats.org/officeDocument/2006/relationships/customXml" Target="../ink/ink434.xml"/><Relationship Id="rId65" Type="http://schemas.openxmlformats.org/officeDocument/2006/relationships/image" Target="../media/image436.png"/><Relationship Id="rId4" Type="http://schemas.openxmlformats.org/officeDocument/2006/relationships/customXml" Target="../ink/ink406.xml"/><Relationship Id="rId9" Type="http://schemas.openxmlformats.org/officeDocument/2006/relationships/image" Target="../media/image408.png"/><Relationship Id="rId13" Type="http://schemas.openxmlformats.org/officeDocument/2006/relationships/image" Target="../media/image410.png"/><Relationship Id="rId18" Type="http://schemas.openxmlformats.org/officeDocument/2006/relationships/customXml" Target="../ink/ink413.xml"/><Relationship Id="rId39" Type="http://schemas.openxmlformats.org/officeDocument/2006/relationships/image" Target="../media/image423.png"/><Relationship Id="rId34" Type="http://schemas.openxmlformats.org/officeDocument/2006/relationships/customXml" Target="../ink/ink421.xml"/><Relationship Id="rId50" Type="http://schemas.openxmlformats.org/officeDocument/2006/relationships/customXml" Target="../ink/ink429.xml"/><Relationship Id="rId55" Type="http://schemas.openxmlformats.org/officeDocument/2006/relationships/image" Target="../media/image431.png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97.png"/><Relationship Id="rId21" Type="http://schemas.openxmlformats.org/officeDocument/2006/relationships/image" Target="../media/image449.png"/><Relationship Id="rId42" Type="http://schemas.openxmlformats.org/officeDocument/2006/relationships/customXml" Target="../ink/ink460.xml"/><Relationship Id="rId63" Type="http://schemas.openxmlformats.org/officeDocument/2006/relationships/image" Target="../media/image470.png"/><Relationship Id="rId84" Type="http://schemas.openxmlformats.org/officeDocument/2006/relationships/customXml" Target="../ink/ink481.xml"/><Relationship Id="rId138" Type="http://schemas.openxmlformats.org/officeDocument/2006/relationships/customXml" Target="../ink/ink508.xml"/><Relationship Id="rId159" Type="http://schemas.openxmlformats.org/officeDocument/2006/relationships/image" Target="../media/image518.png"/><Relationship Id="rId107" Type="http://schemas.openxmlformats.org/officeDocument/2006/relationships/image" Target="../media/image492.png"/><Relationship Id="rId11" Type="http://schemas.openxmlformats.org/officeDocument/2006/relationships/image" Target="../media/image444.png"/><Relationship Id="rId32" Type="http://schemas.openxmlformats.org/officeDocument/2006/relationships/customXml" Target="../ink/ink455.xml"/><Relationship Id="rId53" Type="http://schemas.openxmlformats.org/officeDocument/2006/relationships/image" Target="../media/image465.png"/><Relationship Id="rId74" Type="http://schemas.openxmlformats.org/officeDocument/2006/relationships/customXml" Target="../ink/ink476.xml"/><Relationship Id="rId128" Type="http://schemas.openxmlformats.org/officeDocument/2006/relationships/customXml" Target="../ink/ink503.xml"/><Relationship Id="rId149" Type="http://schemas.openxmlformats.org/officeDocument/2006/relationships/image" Target="../media/image513.png"/><Relationship Id="rId5" Type="http://schemas.openxmlformats.org/officeDocument/2006/relationships/image" Target="../media/image441.png"/><Relationship Id="rId95" Type="http://schemas.openxmlformats.org/officeDocument/2006/relationships/image" Target="../media/image486.png"/><Relationship Id="rId160" Type="http://schemas.openxmlformats.org/officeDocument/2006/relationships/customXml" Target="../ink/ink519.xml"/><Relationship Id="rId22" Type="http://schemas.openxmlformats.org/officeDocument/2006/relationships/customXml" Target="../ink/ink450.xml"/><Relationship Id="rId43" Type="http://schemas.openxmlformats.org/officeDocument/2006/relationships/image" Target="../media/image460.png"/><Relationship Id="rId64" Type="http://schemas.openxmlformats.org/officeDocument/2006/relationships/customXml" Target="../ink/ink471.xml"/><Relationship Id="rId118" Type="http://schemas.openxmlformats.org/officeDocument/2006/relationships/customXml" Target="../ink/ink498.xml"/><Relationship Id="rId139" Type="http://schemas.openxmlformats.org/officeDocument/2006/relationships/image" Target="../media/image508.png"/><Relationship Id="rId85" Type="http://schemas.openxmlformats.org/officeDocument/2006/relationships/image" Target="../media/image481.png"/><Relationship Id="rId150" Type="http://schemas.openxmlformats.org/officeDocument/2006/relationships/customXml" Target="../ink/ink514.xml"/><Relationship Id="rId12" Type="http://schemas.openxmlformats.org/officeDocument/2006/relationships/customXml" Target="../ink/ink445.xml"/><Relationship Id="rId17" Type="http://schemas.openxmlformats.org/officeDocument/2006/relationships/image" Target="../media/image447.png"/><Relationship Id="rId33" Type="http://schemas.openxmlformats.org/officeDocument/2006/relationships/image" Target="../media/image455.png"/><Relationship Id="rId38" Type="http://schemas.openxmlformats.org/officeDocument/2006/relationships/customXml" Target="../ink/ink458.xml"/><Relationship Id="rId59" Type="http://schemas.openxmlformats.org/officeDocument/2006/relationships/image" Target="../media/image468.png"/><Relationship Id="rId103" Type="http://schemas.openxmlformats.org/officeDocument/2006/relationships/image" Target="../media/image490.png"/><Relationship Id="rId108" Type="http://schemas.openxmlformats.org/officeDocument/2006/relationships/customXml" Target="../ink/ink493.xml"/><Relationship Id="rId124" Type="http://schemas.openxmlformats.org/officeDocument/2006/relationships/customXml" Target="../ink/ink501.xml"/><Relationship Id="rId129" Type="http://schemas.openxmlformats.org/officeDocument/2006/relationships/image" Target="../media/image503.png"/><Relationship Id="rId54" Type="http://schemas.openxmlformats.org/officeDocument/2006/relationships/customXml" Target="../ink/ink466.xml"/><Relationship Id="rId70" Type="http://schemas.openxmlformats.org/officeDocument/2006/relationships/customXml" Target="../ink/ink474.xml"/><Relationship Id="rId75" Type="http://schemas.openxmlformats.org/officeDocument/2006/relationships/image" Target="../media/image476.png"/><Relationship Id="rId91" Type="http://schemas.openxmlformats.org/officeDocument/2006/relationships/image" Target="../media/image484.png"/><Relationship Id="rId96" Type="http://schemas.openxmlformats.org/officeDocument/2006/relationships/customXml" Target="../ink/ink487.xml"/><Relationship Id="rId140" Type="http://schemas.openxmlformats.org/officeDocument/2006/relationships/customXml" Target="../ink/ink509.xml"/><Relationship Id="rId145" Type="http://schemas.openxmlformats.org/officeDocument/2006/relationships/image" Target="../media/image511.png"/><Relationship Id="rId161" Type="http://schemas.openxmlformats.org/officeDocument/2006/relationships/image" Target="../media/image519.png"/><Relationship Id="rId166" Type="http://schemas.openxmlformats.org/officeDocument/2006/relationships/customXml" Target="../ink/ink522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42.xml"/><Relationship Id="rId23" Type="http://schemas.openxmlformats.org/officeDocument/2006/relationships/image" Target="../media/image450.png"/><Relationship Id="rId28" Type="http://schemas.openxmlformats.org/officeDocument/2006/relationships/customXml" Target="../ink/ink453.xml"/><Relationship Id="rId49" Type="http://schemas.openxmlformats.org/officeDocument/2006/relationships/image" Target="../media/image463.png"/><Relationship Id="rId114" Type="http://schemas.openxmlformats.org/officeDocument/2006/relationships/customXml" Target="../ink/ink496.xml"/><Relationship Id="rId119" Type="http://schemas.openxmlformats.org/officeDocument/2006/relationships/image" Target="../media/image498.png"/><Relationship Id="rId44" Type="http://schemas.openxmlformats.org/officeDocument/2006/relationships/customXml" Target="../ink/ink461.xml"/><Relationship Id="rId60" Type="http://schemas.openxmlformats.org/officeDocument/2006/relationships/customXml" Target="../ink/ink469.xml"/><Relationship Id="rId65" Type="http://schemas.openxmlformats.org/officeDocument/2006/relationships/image" Target="../media/image471.png"/><Relationship Id="rId81" Type="http://schemas.openxmlformats.org/officeDocument/2006/relationships/image" Target="../media/image479.png"/><Relationship Id="rId86" Type="http://schemas.openxmlformats.org/officeDocument/2006/relationships/customXml" Target="../ink/ink482.xml"/><Relationship Id="rId130" Type="http://schemas.openxmlformats.org/officeDocument/2006/relationships/customXml" Target="../ink/ink504.xml"/><Relationship Id="rId135" Type="http://schemas.openxmlformats.org/officeDocument/2006/relationships/image" Target="../media/image506.png"/><Relationship Id="rId151" Type="http://schemas.openxmlformats.org/officeDocument/2006/relationships/image" Target="../media/image514.png"/><Relationship Id="rId156" Type="http://schemas.openxmlformats.org/officeDocument/2006/relationships/customXml" Target="../ink/ink517.xml"/><Relationship Id="rId13" Type="http://schemas.openxmlformats.org/officeDocument/2006/relationships/image" Target="../media/image445.png"/><Relationship Id="rId18" Type="http://schemas.openxmlformats.org/officeDocument/2006/relationships/customXml" Target="../ink/ink448.xml"/><Relationship Id="rId39" Type="http://schemas.openxmlformats.org/officeDocument/2006/relationships/image" Target="../media/image458.png"/><Relationship Id="rId109" Type="http://schemas.openxmlformats.org/officeDocument/2006/relationships/image" Target="../media/image493.png"/><Relationship Id="rId34" Type="http://schemas.openxmlformats.org/officeDocument/2006/relationships/customXml" Target="../ink/ink456.xml"/><Relationship Id="rId50" Type="http://schemas.openxmlformats.org/officeDocument/2006/relationships/customXml" Target="../ink/ink464.xml"/><Relationship Id="rId55" Type="http://schemas.openxmlformats.org/officeDocument/2006/relationships/image" Target="../media/image466.png"/><Relationship Id="rId76" Type="http://schemas.openxmlformats.org/officeDocument/2006/relationships/customXml" Target="../ink/ink477.xml"/><Relationship Id="rId97" Type="http://schemas.openxmlformats.org/officeDocument/2006/relationships/image" Target="../media/image487.png"/><Relationship Id="rId104" Type="http://schemas.openxmlformats.org/officeDocument/2006/relationships/customXml" Target="../ink/ink491.xml"/><Relationship Id="rId120" Type="http://schemas.openxmlformats.org/officeDocument/2006/relationships/customXml" Target="../ink/ink499.xml"/><Relationship Id="rId125" Type="http://schemas.openxmlformats.org/officeDocument/2006/relationships/image" Target="../media/image501.png"/><Relationship Id="rId141" Type="http://schemas.openxmlformats.org/officeDocument/2006/relationships/image" Target="../media/image509.png"/><Relationship Id="rId146" Type="http://schemas.openxmlformats.org/officeDocument/2006/relationships/customXml" Target="../ink/ink512.xml"/><Relationship Id="rId167" Type="http://schemas.openxmlformats.org/officeDocument/2006/relationships/image" Target="../media/image522.png"/><Relationship Id="rId7" Type="http://schemas.openxmlformats.org/officeDocument/2006/relationships/image" Target="../media/image442.png"/><Relationship Id="rId71" Type="http://schemas.openxmlformats.org/officeDocument/2006/relationships/image" Target="../media/image474.png"/><Relationship Id="rId92" Type="http://schemas.openxmlformats.org/officeDocument/2006/relationships/customXml" Target="../ink/ink485.xml"/><Relationship Id="rId162" Type="http://schemas.openxmlformats.org/officeDocument/2006/relationships/customXml" Target="../ink/ink520.xml"/><Relationship Id="rId2" Type="http://schemas.openxmlformats.org/officeDocument/2006/relationships/customXml" Target="../ink/ink440.xml"/><Relationship Id="rId29" Type="http://schemas.openxmlformats.org/officeDocument/2006/relationships/image" Target="../media/image453.png"/><Relationship Id="rId24" Type="http://schemas.openxmlformats.org/officeDocument/2006/relationships/customXml" Target="../ink/ink451.xml"/><Relationship Id="rId40" Type="http://schemas.openxmlformats.org/officeDocument/2006/relationships/customXml" Target="../ink/ink459.xml"/><Relationship Id="rId45" Type="http://schemas.openxmlformats.org/officeDocument/2006/relationships/image" Target="../media/image461.png"/><Relationship Id="rId66" Type="http://schemas.openxmlformats.org/officeDocument/2006/relationships/customXml" Target="../ink/ink472.xml"/><Relationship Id="rId87" Type="http://schemas.openxmlformats.org/officeDocument/2006/relationships/image" Target="../media/image482.png"/><Relationship Id="rId110" Type="http://schemas.openxmlformats.org/officeDocument/2006/relationships/customXml" Target="../ink/ink494.xml"/><Relationship Id="rId115" Type="http://schemas.openxmlformats.org/officeDocument/2006/relationships/image" Target="../media/image496.png"/><Relationship Id="rId131" Type="http://schemas.openxmlformats.org/officeDocument/2006/relationships/image" Target="../media/image504.png"/><Relationship Id="rId136" Type="http://schemas.openxmlformats.org/officeDocument/2006/relationships/customXml" Target="../ink/ink507.xml"/><Relationship Id="rId157" Type="http://schemas.openxmlformats.org/officeDocument/2006/relationships/image" Target="../media/image517.png"/><Relationship Id="rId61" Type="http://schemas.openxmlformats.org/officeDocument/2006/relationships/image" Target="../media/image469.png"/><Relationship Id="rId82" Type="http://schemas.openxmlformats.org/officeDocument/2006/relationships/customXml" Target="../ink/ink480.xml"/><Relationship Id="rId152" Type="http://schemas.openxmlformats.org/officeDocument/2006/relationships/customXml" Target="../ink/ink515.xml"/><Relationship Id="rId19" Type="http://schemas.openxmlformats.org/officeDocument/2006/relationships/image" Target="../media/image448.png"/><Relationship Id="rId14" Type="http://schemas.openxmlformats.org/officeDocument/2006/relationships/customXml" Target="../ink/ink446.xml"/><Relationship Id="rId30" Type="http://schemas.openxmlformats.org/officeDocument/2006/relationships/customXml" Target="../ink/ink454.xml"/><Relationship Id="rId35" Type="http://schemas.openxmlformats.org/officeDocument/2006/relationships/image" Target="../media/image456.png"/><Relationship Id="rId56" Type="http://schemas.openxmlformats.org/officeDocument/2006/relationships/customXml" Target="../ink/ink467.xml"/><Relationship Id="rId77" Type="http://schemas.openxmlformats.org/officeDocument/2006/relationships/image" Target="../media/image477.png"/><Relationship Id="rId100" Type="http://schemas.openxmlformats.org/officeDocument/2006/relationships/customXml" Target="../ink/ink489.xml"/><Relationship Id="rId105" Type="http://schemas.openxmlformats.org/officeDocument/2006/relationships/image" Target="../media/image491.png"/><Relationship Id="rId126" Type="http://schemas.openxmlformats.org/officeDocument/2006/relationships/customXml" Target="../ink/ink502.xml"/><Relationship Id="rId147" Type="http://schemas.openxmlformats.org/officeDocument/2006/relationships/image" Target="../media/image512.png"/><Relationship Id="rId8" Type="http://schemas.openxmlformats.org/officeDocument/2006/relationships/customXml" Target="../ink/ink443.xml"/><Relationship Id="rId51" Type="http://schemas.openxmlformats.org/officeDocument/2006/relationships/image" Target="../media/image464.png"/><Relationship Id="rId72" Type="http://schemas.openxmlformats.org/officeDocument/2006/relationships/customXml" Target="../ink/ink475.xml"/><Relationship Id="rId93" Type="http://schemas.openxmlformats.org/officeDocument/2006/relationships/image" Target="../media/image485.png"/><Relationship Id="rId98" Type="http://schemas.openxmlformats.org/officeDocument/2006/relationships/customXml" Target="../ink/ink488.xml"/><Relationship Id="rId121" Type="http://schemas.openxmlformats.org/officeDocument/2006/relationships/image" Target="../media/image499.png"/><Relationship Id="rId142" Type="http://schemas.openxmlformats.org/officeDocument/2006/relationships/customXml" Target="../ink/ink510.xml"/><Relationship Id="rId163" Type="http://schemas.openxmlformats.org/officeDocument/2006/relationships/image" Target="../media/image520.png"/><Relationship Id="rId3" Type="http://schemas.openxmlformats.org/officeDocument/2006/relationships/image" Target="../media/image440.png"/><Relationship Id="rId25" Type="http://schemas.openxmlformats.org/officeDocument/2006/relationships/image" Target="../media/image451.png"/><Relationship Id="rId46" Type="http://schemas.openxmlformats.org/officeDocument/2006/relationships/customXml" Target="../ink/ink462.xml"/><Relationship Id="rId67" Type="http://schemas.openxmlformats.org/officeDocument/2006/relationships/image" Target="../media/image472.png"/><Relationship Id="rId116" Type="http://schemas.openxmlformats.org/officeDocument/2006/relationships/customXml" Target="../ink/ink497.xml"/><Relationship Id="rId137" Type="http://schemas.openxmlformats.org/officeDocument/2006/relationships/image" Target="../media/image507.png"/><Relationship Id="rId158" Type="http://schemas.openxmlformats.org/officeDocument/2006/relationships/customXml" Target="../ink/ink518.xml"/><Relationship Id="rId20" Type="http://schemas.openxmlformats.org/officeDocument/2006/relationships/customXml" Target="../ink/ink449.xml"/><Relationship Id="rId41" Type="http://schemas.openxmlformats.org/officeDocument/2006/relationships/image" Target="../media/image459.png"/><Relationship Id="rId62" Type="http://schemas.openxmlformats.org/officeDocument/2006/relationships/customXml" Target="../ink/ink470.xml"/><Relationship Id="rId83" Type="http://schemas.openxmlformats.org/officeDocument/2006/relationships/image" Target="../media/image480.png"/><Relationship Id="rId88" Type="http://schemas.openxmlformats.org/officeDocument/2006/relationships/customXml" Target="../ink/ink483.xml"/><Relationship Id="rId111" Type="http://schemas.openxmlformats.org/officeDocument/2006/relationships/image" Target="../media/image494.png"/><Relationship Id="rId132" Type="http://schemas.openxmlformats.org/officeDocument/2006/relationships/customXml" Target="../ink/ink505.xml"/><Relationship Id="rId153" Type="http://schemas.openxmlformats.org/officeDocument/2006/relationships/image" Target="../media/image515.png"/><Relationship Id="rId15" Type="http://schemas.openxmlformats.org/officeDocument/2006/relationships/image" Target="../media/image446.png"/><Relationship Id="rId36" Type="http://schemas.openxmlformats.org/officeDocument/2006/relationships/customXml" Target="../ink/ink457.xml"/><Relationship Id="rId57" Type="http://schemas.openxmlformats.org/officeDocument/2006/relationships/image" Target="../media/image467.png"/><Relationship Id="rId106" Type="http://schemas.openxmlformats.org/officeDocument/2006/relationships/customXml" Target="../ink/ink492.xml"/><Relationship Id="rId127" Type="http://schemas.openxmlformats.org/officeDocument/2006/relationships/image" Target="../media/image502.png"/><Relationship Id="rId10" Type="http://schemas.openxmlformats.org/officeDocument/2006/relationships/customXml" Target="../ink/ink444.xml"/><Relationship Id="rId31" Type="http://schemas.openxmlformats.org/officeDocument/2006/relationships/image" Target="../media/image454.png"/><Relationship Id="rId52" Type="http://schemas.openxmlformats.org/officeDocument/2006/relationships/customXml" Target="../ink/ink465.xml"/><Relationship Id="rId73" Type="http://schemas.openxmlformats.org/officeDocument/2006/relationships/image" Target="../media/image475.png"/><Relationship Id="rId78" Type="http://schemas.openxmlformats.org/officeDocument/2006/relationships/customXml" Target="../ink/ink478.xml"/><Relationship Id="rId94" Type="http://schemas.openxmlformats.org/officeDocument/2006/relationships/customXml" Target="../ink/ink486.xml"/><Relationship Id="rId99" Type="http://schemas.openxmlformats.org/officeDocument/2006/relationships/image" Target="../media/image488.png"/><Relationship Id="rId101" Type="http://schemas.openxmlformats.org/officeDocument/2006/relationships/image" Target="../media/image489.png"/><Relationship Id="rId122" Type="http://schemas.openxmlformats.org/officeDocument/2006/relationships/customXml" Target="../ink/ink500.xml"/><Relationship Id="rId143" Type="http://schemas.openxmlformats.org/officeDocument/2006/relationships/image" Target="../media/image510.png"/><Relationship Id="rId148" Type="http://schemas.openxmlformats.org/officeDocument/2006/relationships/customXml" Target="../ink/ink513.xml"/><Relationship Id="rId164" Type="http://schemas.openxmlformats.org/officeDocument/2006/relationships/customXml" Target="../ink/ink521.xml"/><Relationship Id="rId4" Type="http://schemas.openxmlformats.org/officeDocument/2006/relationships/customXml" Target="../ink/ink441.xml"/><Relationship Id="rId9" Type="http://schemas.openxmlformats.org/officeDocument/2006/relationships/image" Target="../media/image443.png"/><Relationship Id="rId26" Type="http://schemas.openxmlformats.org/officeDocument/2006/relationships/customXml" Target="../ink/ink452.xml"/><Relationship Id="rId47" Type="http://schemas.openxmlformats.org/officeDocument/2006/relationships/image" Target="../media/image462.png"/><Relationship Id="rId68" Type="http://schemas.openxmlformats.org/officeDocument/2006/relationships/customXml" Target="../ink/ink473.xml"/><Relationship Id="rId89" Type="http://schemas.openxmlformats.org/officeDocument/2006/relationships/image" Target="../media/image483.png"/><Relationship Id="rId112" Type="http://schemas.openxmlformats.org/officeDocument/2006/relationships/customXml" Target="../ink/ink495.xml"/><Relationship Id="rId133" Type="http://schemas.openxmlformats.org/officeDocument/2006/relationships/image" Target="../media/image505.png"/><Relationship Id="rId154" Type="http://schemas.openxmlformats.org/officeDocument/2006/relationships/customXml" Target="../ink/ink516.xml"/><Relationship Id="rId16" Type="http://schemas.openxmlformats.org/officeDocument/2006/relationships/customXml" Target="../ink/ink447.xml"/><Relationship Id="rId37" Type="http://schemas.openxmlformats.org/officeDocument/2006/relationships/image" Target="../media/image457.png"/><Relationship Id="rId58" Type="http://schemas.openxmlformats.org/officeDocument/2006/relationships/customXml" Target="../ink/ink468.xml"/><Relationship Id="rId79" Type="http://schemas.openxmlformats.org/officeDocument/2006/relationships/image" Target="../media/image478.png"/><Relationship Id="rId102" Type="http://schemas.openxmlformats.org/officeDocument/2006/relationships/customXml" Target="../ink/ink490.xml"/><Relationship Id="rId123" Type="http://schemas.openxmlformats.org/officeDocument/2006/relationships/image" Target="../media/image500.png"/><Relationship Id="rId144" Type="http://schemas.openxmlformats.org/officeDocument/2006/relationships/customXml" Target="../ink/ink511.xml"/><Relationship Id="rId90" Type="http://schemas.openxmlformats.org/officeDocument/2006/relationships/customXml" Target="../ink/ink484.xml"/><Relationship Id="rId165" Type="http://schemas.openxmlformats.org/officeDocument/2006/relationships/image" Target="../media/image521.png"/><Relationship Id="rId27" Type="http://schemas.openxmlformats.org/officeDocument/2006/relationships/image" Target="../media/image452.png"/><Relationship Id="rId48" Type="http://schemas.openxmlformats.org/officeDocument/2006/relationships/customXml" Target="../ink/ink463.xml"/><Relationship Id="rId69" Type="http://schemas.openxmlformats.org/officeDocument/2006/relationships/image" Target="../media/image473.png"/><Relationship Id="rId113" Type="http://schemas.openxmlformats.org/officeDocument/2006/relationships/image" Target="../media/image495.png"/><Relationship Id="rId134" Type="http://schemas.openxmlformats.org/officeDocument/2006/relationships/customXml" Target="../ink/ink506.xml"/><Relationship Id="rId80" Type="http://schemas.openxmlformats.org/officeDocument/2006/relationships/customXml" Target="../ink/ink479.xml"/><Relationship Id="rId155" Type="http://schemas.openxmlformats.org/officeDocument/2006/relationships/image" Target="../media/image516.png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28.png"/><Relationship Id="rId18" Type="http://schemas.openxmlformats.org/officeDocument/2006/relationships/customXml" Target="../ink/ink531.xml"/><Relationship Id="rId26" Type="http://schemas.openxmlformats.org/officeDocument/2006/relationships/customXml" Target="../ink/ink535.xml"/><Relationship Id="rId39" Type="http://schemas.openxmlformats.org/officeDocument/2006/relationships/image" Target="../media/image541.png"/><Relationship Id="rId21" Type="http://schemas.openxmlformats.org/officeDocument/2006/relationships/image" Target="../media/image532.png"/><Relationship Id="rId34" Type="http://schemas.openxmlformats.org/officeDocument/2006/relationships/customXml" Target="../ink/ink539.xml"/><Relationship Id="rId42" Type="http://schemas.openxmlformats.org/officeDocument/2006/relationships/customXml" Target="../ink/ink543.xml"/><Relationship Id="rId47" Type="http://schemas.openxmlformats.org/officeDocument/2006/relationships/image" Target="../media/image545.png"/><Relationship Id="rId50" Type="http://schemas.openxmlformats.org/officeDocument/2006/relationships/customXml" Target="../ink/ink547.xml"/><Relationship Id="rId55" Type="http://schemas.openxmlformats.org/officeDocument/2006/relationships/image" Target="../media/image549.png"/><Relationship Id="rId7" Type="http://schemas.openxmlformats.org/officeDocument/2006/relationships/image" Target="../media/image525.png"/><Relationship Id="rId2" Type="http://schemas.openxmlformats.org/officeDocument/2006/relationships/customXml" Target="../ink/ink523.xml"/><Relationship Id="rId16" Type="http://schemas.openxmlformats.org/officeDocument/2006/relationships/customXml" Target="../ink/ink530.xml"/><Relationship Id="rId29" Type="http://schemas.openxmlformats.org/officeDocument/2006/relationships/image" Target="../media/image536.png"/><Relationship Id="rId11" Type="http://schemas.openxmlformats.org/officeDocument/2006/relationships/image" Target="../media/image527.png"/><Relationship Id="rId24" Type="http://schemas.openxmlformats.org/officeDocument/2006/relationships/customXml" Target="../ink/ink534.xml"/><Relationship Id="rId32" Type="http://schemas.openxmlformats.org/officeDocument/2006/relationships/customXml" Target="../ink/ink538.xml"/><Relationship Id="rId37" Type="http://schemas.openxmlformats.org/officeDocument/2006/relationships/image" Target="../media/image540.png"/><Relationship Id="rId40" Type="http://schemas.openxmlformats.org/officeDocument/2006/relationships/customXml" Target="../ink/ink542.xml"/><Relationship Id="rId45" Type="http://schemas.openxmlformats.org/officeDocument/2006/relationships/image" Target="../media/image544.png"/><Relationship Id="rId53" Type="http://schemas.openxmlformats.org/officeDocument/2006/relationships/image" Target="../media/image548.png"/><Relationship Id="rId58" Type="http://schemas.openxmlformats.org/officeDocument/2006/relationships/customXml" Target="../ink/ink551.xml"/><Relationship Id="rId5" Type="http://schemas.openxmlformats.org/officeDocument/2006/relationships/image" Target="../media/image524.png"/><Relationship Id="rId19" Type="http://schemas.openxmlformats.org/officeDocument/2006/relationships/image" Target="../media/image531.png"/><Relationship Id="rId4" Type="http://schemas.openxmlformats.org/officeDocument/2006/relationships/customXml" Target="../ink/ink524.xml"/><Relationship Id="rId9" Type="http://schemas.openxmlformats.org/officeDocument/2006/relationships/image" Target="../media/image526.png"/><Relationship Id="rId14" Type="http://schemas.openxmlformats.org/officeDocument/2006/relationships/customXml" Target="../ink/ink529.xml"/><Relationship Id="rId22" Type="http://schemas.openxmlformats.org/officeDocument/2006/relationships/customXml" Target="../ink/ink533.xml"/><Relationship Id="rId27" Type="http://schemas.openxmlformats.org/officeDocument/2006/relationships/image" Target="../media/image535.png"/><Relationship Id="rId30" Type="http://schemas.openxmlformats.org/officeDocument/2006/relationships/customXml" Target="../ink/ink537.xml"/><Relationship Id="rId35" Type="http://schemas.openxmlformats.org/officeDocument/2006/relationships/image" Target="../media/image539.png"/><Relationship Id="rId43" Type="http://schemas.openxmlformats.org/officeDocument/2006/relationships/image" Target="../media/image543.png"/><Relationship Id="rId48" Type="http://schemas.openxmlformats.org/officeDocument/2006/relationships/customXml" Target="../ink/ink546.xml"/><Relationship Id="rId56" Type="http://schemas.openxmlformats.org/officeDocument/2006/relationships/customXml" Target="../ink/ink550.xml"/><Relationship Id="rId8" Type="http://schemas.openxmlformats.org/officeDocument/2006/relationships/customXml" Target="../ink/ink526.xml"/><Relationship Id="rId51" Type="http://schemas.openxmlformats.org/officeDocument/2006/relationships/image" Target="../media/image547.png"/><Relationship Id="rId3" Type="http://schemas.openxmlformats.org/officeDocument/2006/relationships/image" Target="../media/image523.png"/><Relationship Id="rId12" Type="http://schemas.openxmlformats.org/officeDocument/2006/relationships/customXml" Target="../ink/ink528.xml"/><Relationship Id="rId17" Type="http://schemas.openxmlformats.org/officeDocument/2006/relationships/image" Target="../media/image530.png"/><Relationship Id="rId25" Type="http://schemas.openxmlformats.org/officeDocument/2006/relationships/image" Target="../media/image534.png"/><Relationship Id="rId33" Type="http://schemas.openxmlformats.org/officeDocument/2006/relationships/image" Target="../media/image538.png"/><Relationship Id="rId38" Type="http://schemas.openxmlformats.org/officeDocument/2006/relationships/customXml" Target="../ink/ink541.xml"/><Relationship Id="rId46" Type="http://schemas.openxmlformats.org/officeDocument/2006/relationships/customXml" Target="../ink/ink545.xml"/><Relationship Id="rId59" Type="http://schemas.openxmlformats.org/officeDocument/2006/relationships/image" Target="../media/image551.png"/><Relationship Id="rId20" Type="http://schemas.openxmlformats.org/officeDocument/2006/relationships/customXml" Target="../ink/ink532.xml"/><Relationship Id="rId41" Type="http://schemas.openxmlformats.org/officeDocument/2006/relationships/image" Target="../media/image542.png"/><Relationship Id="rId54" Type="http://schemas.openxmlformats.org/officeDocument/2006/relationships/customXml" Target="../ink/ink549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25.xml"/><Relationship Id="rId15" Type="http://schemas.openxmlformats.org/officeDocument/2006/relationships/image" Target="../media/image529.png"/><Relationship Id="rId23" Type="http://schemas.openxmlformats.org/officeDocument/2006/relationships/image" Target="../media/image533.png"/><Relationship Id="rId28" Type="http://schemas.openxmlformats.org/officeDocument/2006/relationships/customXml" Target="../ink/ink536.xml"/><Relationship Id="rId36" Type="http://schemas.openxmlformats.org/officeDocument/2006/relationships/customXml" Target="../ink/ink540.xml"/><Relationship Id="rId49" Type="http://schemas.openxmlformats.org/officeDocument/2006/relationships/image" Target="../media/image546.png"/><Relationship Id="rId57" Type="http://schemas.openxmlformats.org/officeDocument/2006/relationships/image" Target="../media/image550.png"/><Relationship Id="rId10" Type="http://schemas.openxmlformats.org/officeDocument/2006/relationships/customXml" Target="../ink/ink527.xml"/><Relationship Id="rId31" Type="http://schemas.openxmlformats.org/officeDocument/2006/relationships/image" Target="../media/image537.png"/><Relationship Id="rId44" Type="http://schemas.openxmlformats.org/officeDocument/2006/relationships/customXml" Target="../ink/ink544.xml"/><Relationship Id="rId52" Type="http://schemas.openxmlformats.org/officeDocument/2006/relationships/customXml" Target="../ink/ink548.xml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09.png"/><Relationship Id="rId21" Type="http://schemas.openxmlformats.org/officeDocument/2006/relationships/image" Target="../media/image561.png"/><Relationship Id="rId42" Type="http://schemas.openxmlformats.org/officeDocument/2006/relationships/customXml" Target="../ink/ink572.xml"/><Relationship Id="rId63" Type="http://schemas.openxmlformats.org/officeDocument/2006/relationships/image" Target="../media/image582.png"/><Relationship Id="rId84" Type="http://schemas.openxmlformats.org/officeDocument/2006/relationships/customXml" Target="../ink/ink593.xml"/><Relationship Id="rId138" Type="http://schemas.openxmlformats.org/officeDocument/2006/relationships/customXml" Target="../ink/ink620.xml"/><Relationship Id="rId159" Type="http://schemas.openxmlformats.org/officeDocument/2006/relationships/image" Target="../media/image630.png"/><Relationship Id="rId170" Type="http://schemas.openxmlformats.org/officeDocument/2006/relationships/customXml" Target="../ink/ink636.xml"/><Relationship Id="rId191" Type="http://schemas.openxmlformats.org/officeDocument/2006/relationships/image" Target="../media/image646.png"/><Relationship Id="rId107" Type="http://schemas.openxmlformats.org/officeDocument/2006/relationships/image" Target="../media/image604.png"/><Relationship Id="rId11" Type="http://schemas.openxmlformats.org/officeDocument/2006/relationships/image" Target="../media/image556.png"/><Relationship Id="rId32" Type="http://schemas.openxmlformats.org/officeDocument/2006/relationships/customXml" Target="../ink/ink567.xml"/><Relationship Id="rId53" Type="http://schemas.openxmlformats.org/officeDocument/2006/relationships/image" Target="../media/image577.png"/><Relationship Id="rId74" Type="http://schemas.openxmlformats.org/officeDocument/2006/relationships/customXml" Target="../ink/ink588.xml"/><Relationship Id="rId128" Type="http://schemas.openxmlformats.org/officeDocument/2006/relationships/customXml" Target="../ink/ink615.xml"/><Relationship Id="rId149" Type="http://schemas.openxmlformats.org/officeDocument/2006/relationships/image" Target="../media/image625.png"/><Relationship Id="rId5" Type="http://schemas.openxmlformats.org/officeDocument/2006/relationships/image" Target="../media/image553.png"/><Relationship Id="rId95" Type="http://schemas.openxmlformats.org/officeDocument/2006/relationships/image" Target="../media/image598.png"/><Relationship Id="rId160" Type="http://schemas.openxmlformats.org/officeDocument/2006/relationships/customXml" Target="../ink/ink631.xml"/><Relationship Id="rId181" Type="http://schemas.openxmlformats.org/officeDocument/2006/relationships/image" Target="../media/image641.png"/><Relationship Id="rId22" Type="http://schemas.openxmlformats.org/officeDocument/2006/relationships/customXml" Target="../ink/ink562.xml"/><Relationship Id="rId43" Type="http://schemas.openxmlformats.org/officeDocument/2006/relationships/image" Target="../media/image572.png"/><Relationship Id="rId64" Type="http://schemas.openxmlformats.org/officeDocument/2006/relationships/customXml" Target="../ink/ink583.xml"/><Relationship Id="rId118" Type="http://schemas.openxmlformats.org/officeDocument/2006/relationships/customXml" Target="../ink/ink610.xml"/><Relationship Id="rId139" Type="http://schemas.openxmlformats.org/officeDocument/2006/relationships/image" Target="../media/image620.png"/><Relationship Id="rId85" Type="http://schemas.openxmlformats.org/officeDocument/2006/relationships/image" Target="../media/image593.png"/><Relationship Id="rId150" Type="http://schemas.openxmlformats.org/officeDocument/2006/relationships/customXml" Target="../ink/ink626.xml"/><Relationship Id="rId171" Type="http://schemas.openxmlformats.org/officeDocument/2006/relationships/image" Target="../media/image636.png"/><Relationship Id="rId192" Type="http://schemas.openxmlformats.org/officeDocument/2006/relationships/customXml" Target="../ink/ink647.xml"/><Relationship Id="rId12" Type="http://schemas.openxmlformats.org/officeDocument/2006/relationships/customXml" Target="../ink/ink557.xml"/><Relationship Id="rId33" Type="http://schemas.openxmlformats.org/officeDocument/2006/relationships/image" Target="../media/image567.png"/><Relationship Id="rId108" Type="http://schemas.openxmlformats.org/officeDocument/2006/relationships/customXml" Target="../ink/ink605.xml"/><Relationship Id="rId129" Type="http://schemas.openxmlformats.org/officeDocument/2006/relationships/image" Target="../media/image615.png"/><Relationship Id="rId54" Type="http://schemas.openxmlformats.org/officeDocument/2006/relationships/customXml" Target="../ink/ink578.xml"/><Relationship Id="rId75" Type="http://schemas.openxmlformats.org/officeDocument/2006/relationships/image" Target="../media/image588.png"/><Relationship Id="rId96" Type="http://schemas.openxmlformats.org/officeDocument/2006/relationships/customXml" Target="../ink/ink599.xml"/><Relationship Id="rId140" Type="http://schemas.openxmlformats.org/officeDocument/2006/relationships/customXml" Target="../ink/ink621.xml"/><Relationship Id="rId161" Type="http://schemas.openxmlformats.org/officeDocument/2006/relationships/image" Target="../media/image631.png"/><Relationship Id="rId182" Type="http://schemas.openxmlformats.org/officeDocument/2006/relationships/customXml" Target="../ink/ink642.xml"/><Relationship Id="rId6" Type="http://schemas.openxmlformats.org/officeDocument/2006/relationships/customXml" Target="../ink/ink554.xml"/><Relationship Id="rId23" Type="http://schemas.openxmlformats.org/officeDocument/2006/relationships/image" Target="../media/image562.png"/><Relationship Id="rId119" Type="http://schemas.openxmlformats.org/officeDocument/2006/relationships/image" Target="../media/image610.png"/><Relationship Id="rId44" Type="http://schemas.openxmlformats.org/officeDocument/2006/relationships/customXml" Target="../ink/ink573.xml"/><Relationship Id="rId65" Type="http://schemas.openxmlformats.org/officeDocument/2006/relationships/image" Target="../media/image583.png"/><Relationship Id="rId86" Type="http://schemas.openxmlformats.org/officeDocument/2006/relationships/customXml" Target="../ink/ink594.xml"/><Relationship Id="rId130" Type="http://schemas.openxmlformats.org/officeDocument/2006/relationships/customXml" Target="../ink/ink616.xml"/><Relationship Id="rId151" Type="http://schemas.openxmlformats.org/officeDocument/2006/relationships/image" Target="../media/image626.png"/><Relationship Id="rId172" Type="http://schemas.openxmlformats.org/officeDocument/2006/relationships/customXml" Target="../ink/ink637.xml"/><Relationship Id="rId193" Type="http://schemas.openxmlformats.org/officeDocument/2006/relationships/image" Target="../media/image647.png"/><Relationship Id="rId13" Type="http://schemas.openxmlformats.org/officeDocument/2006/relationships/image" Target="../media/image557.png"/><Relationship Id="rId109" Type="http://schemas.openxmlformats.org/officeDocument/2006/relationships/image" Target="../media/image605.png"/><Relationship Id="rId34" Type="http://schemas.openxmlformats.org/officeDocument/2006/relationships/customXml" Target="../ink/ink568.xml"/><Relationship Id="rId50" Type="http://schemas.openxmlformats.org/officeDocument/2006/relationships/customXml" Target="../ink/ink576.xml"/><Relationship Id="rId55" Type="http://schemas.openxmlformats.org/officeDocument/2006/relationships/image" Target="../media/image578.png"/><Relationship Id="rId76" Type="http://schemas.openxmlformats.org/officeDocument/2006/relationships/customXml" Target="../ink/ink589.xml"/><Relationship Id="rId97" Type="http://schemas.openxmlformats.org/officeDocument/2006/relationships/image" Target="../media/image599.png"/><Relationship Id="rId104" Type="http://schemas.openxmlformats.org/officeDocument/2006/relationships/customXml" Target="../ink/ink603.xml"/><Relationship Id="rId120" Type="http://schemas.openxmlformats.org/officeDocument/2006/relationships/customXml" Target="../ink/ink611.xml"/><Relationship Id="rId125" Type="http://schemas.openxmlformats.org/officeDocument/2006/relationships/image" Target="../media/image613.png"/><Relationship Id="rId141" Type="http://schemas.openxmlformats.org/officeDocument/2006/relationships/image" Target="../media/image621.png"/><Relationship Id="rId146" Type="http://schemas.openxmlformats.org/officeDocument/2006/relationships/customXml" Target="../ink/ink624.xml"/><Relationship Id="rId167" Type="http://schemas.openxmlformats.org/officeDocument/2006/relationships/image" Target="../media/image634.png"/><Relationship Id="rId188" Type="http://schemas.openxmlformats.org/officeDocument/2006/relationships/customXml" Target="../ink/ink645.xml"/><Relationship Id="rId7" Type="http://schemas.openxmlformats.org/officeDocument/2006/relationships/image" Target="../media/image554.png"/><Relationship Id="rId71" Type="http://schemas.openxmlformats.org/officeDocument/2006/relationships/image" Target="../media/image586.png"/><Relationship Id="rId92" Type="http://schemas.openxmlformats.org/officeDocument/2006/relationships/customXml" Target="../ink/ink597.xml"/><Relationship Id="rId162" Type="http://schemas.openxmlformats.org/officeDocument/2006/relationships/customXml" Target="../ink/ink632.xml"/><Relationship Id="rId183" Type="http://schemas.openxmlformats.org/officeDocument/2006/relationships/image" Target="../media/image642.png"/><Relationship Id="rId2" Type="http://schemas.openxmlformats.org/officeDocument/2006/relationships/customXml" Target="../ink/ink552.xml"/><Relationship Id="rId29" Type="http://schemas.openxmlformats.org/officeDocument/2006/relationships/image" Target="../media/image565.png"/><Relationship Id="rId24" Type="http://schemas.openxmlformats.org/officeDocument/2006/relationships/customXml" Target="../ink/ink563.xml"/><Relationship Id="rId40" Type="http://schemas.openxmlformats.org/officeDocument/2006/relationships/customXml" Target="../ink/ink571.xml"/><Relationship Id="rId45" Type="http://schemas.openxmlformats.org/officeDocument/2006/relationships/image" Target="../media/image573.png"/><Relationship Id="rId66" Type="http://schemas.openxmlformats.org/officeDocument/2006/relationships/customXml" Target="../ink/ink584.xml"/><Relationship Id="rId87" Type="http://schemas.openxmlformats.org/officeDocument/2006/relationships/image" Target="../media/image594.png"/><Relationship Id="rId110" Type="http://schemas.openxmlformats.org/officeDocument/2006/relationships/customXml" Target="../ink/ink606.xml"/><Relationship Id="rId115" Type="http://schemas.openxmlformats.org/officeDocument/2006/relationships/image" Target="../media/image608.png"/><Relationship Id="rId131" Type="http://schemas.openxmlformats.org/officeDocument/2006/relationships/image" Target="../media/image616.png"/><Relationship Id="rId136" Type="http://schemas.openxmlformats.org/officeDocument/2006/relationships/customXml" Target="../ink/ink619.xml"/><Relationship Id="rId157" Type="http://schemas.openxmlformats.org/officeDocument/2006/relationships/image" Target="../media/image629.png"/><Relationship Id="rId178" Type="http://schemas.openxmlformats.org/officeDocument/2006/relationships/customXml" Target="../ink/ink640.xml"/><Relationship Id="rId61" Type="http://schemas.openxmlformats.org/officeDocument/2006/relationships/image" Target="../media/image581.png"/><Relationship Id="rId82" Type="http://schemas.openxmlformats.org/officeDocument/2006/relationships/customXml" Target="../ink/ink592.xml"/><Relationship Id="rId152" Type="http://schemas.openxmlformats.org/officeDocument/2006/relationships/customXml" Target="../ink/ink627.xml"/><Relationship Id="rId173" Type="http://schemas.openxmlformats.org/officeDocument/2006/relationships/image" Target="../media/image637.png"/><Relationship Id="rId19" Type="http://schemas.openxmlformats.org/officeDocument/2006/relationships/image" Target="../media/image560.png"/><Relationship Id="rId14" Type="http://schemas.openxmlformats.org/officeDocument/2006/relationships/customXml" Target="../ink/ink558.xml"/><Relationship Id="rId30" Type="http://schemas.openxmlformats.org/officeDocument/2006/relationships/customXml" Target="../ink/ink566.xml"/><Relationship Id="rId35" Type="http://schemas.openxmlformats.org/officeDocument/2006/relationships/image" Target="../media/image568.png"/><Relationship Id="rId56" Type="http://schemas.openxmlformats.org/officeDocument/2006/relationships/customXml" Target="../ink/ink579.xml"/><Relationship Id="rId77" Type="http://schemas.openxmlformats.org/officeDocument/2006/relationships/image" Target="../media/image589.png"/><Relationship Id="rId100" Type="http://schemas.openxmlformats.org/officeDocument/2006/relationships/customXml" Target="../ink/ink601.xml"/><Relationship Id="rId105" Type="http://schemas.openxmlformats.org/officeDocument/2006/relationships/image" Target="../media/image603.png"/><Relationship Id="rId126" Type="http://schemas.openxmlformats.org/officeDocument/2006/relationships/customXml" Target="../ink/ink614.xml"/><Relationship Id="rId147" Type="http://schemas.openxmlformats.org/officeDocument/2006/relationships/image" Target="../media/image624.png"/><Relationship Id="rId168" Type="http://schemas.openxmlformats.org/officeDocument/2006/relationships/customXml" Target="../ink/ink635.xml"/><Relationship Id="rId8" Type="http://schemas.openxmlformats.org/officeDocument/2006/relationships/customXml" Target="../ink/ink555.xml"/><Relationship Id="rId51" Type="http://schemas.openxmlformats.org/officeDocument/2006/relationships/image" Target="../media/image576.png"/><Relationship Id="rId72" Type="http://schemas.openxmlformats.org/officeDocument/2006/relationships/customXml" Target="../ink/ink587.xml"/><Relationship Id="rId93" Type="http://schemas.openxmlformats.org/officeDocument/2006/relationships/image" Target="../media/image597.png"/><Relationship Id="rId98" Type="http://schemas.openxmlformats.org/officeDocument/2006/relationships/customXml" Target="../ink/ink600.xml"/><Relationship Id="rId121" Type="http://schemas.openxmlformats.org/officeDocument/2006/relationships/image" Target="../media/image611.png"/><Relationship Id="rId142" Type="http://schemas.openxmlformats.org/officeDocument/2006/relationships/customXml" Target="../ink/ink622.xml"/><Relationship Id="rId163" Type="http://schemas.openxmlformats.org/officeDocument/2006/relationships/image" Target="../media/image632.png"/><Relationship Id="rId184" Type="http://schemas.openxmlformats.org/officeDocument/2006/relationships/customXml" Target="../ink/ink643.xml"/><Relationship Id="rId189" Type="http://schemas.openxmlformats.org/officeDocument/2006/relationships/image" Target="../media/image645.png"/><Relationship Id="rId3" Type="http://schemas.openxmlformats.org/officeDocument/2006/relationships/image" Target="../media/image552.png"/><Relationship Id="rId25" Type="http://schemas.openxmlformats.org/officeDocument/2006/relationships/image" Target="../media/image563.png"/><Relationship Id="rId46" Type="http://schemas.openxmlformats.org/officeDocument/2006/relationships/customXml" Target="../ink/ink574.xml"/><Relationship Id="rId67" Type="http://schemas.openxmlformats.org/officeDocument/2006/relationships/image" Target="../media/image584.png"/><Relationship Id="rId116" Type="http://schemas.openxmlformats.org/officeDocument/2006/relationships/customXml" Target="../ink/ink609.xml"/><Relationship Id="rId137" Type="http://schemas.openxmlformats.org/officeDocument/2006/relationships/image" Target="../media/image619.png"/><Relationship Id="rId158" Type="http://schemas.openxmlformats.org/officeDocument/2006/relationships/customXml" Target="../ink/ink630.xml"/><Relationship Id="rId20" Type="http://schemas.openxmlformats.org/officeDocument/2006/relationships/customXml" Target="../ink/ink561.xml"/><Relationship Id="rId41" Type="http://schemas.openxmlformats.org/officeDocument/2006/relationships/image" Target="../media/image571.png"/><Relationship Id="rId62" Type="http://schemas.openxmlformats.org/officeDocument/2006/relationships/customXml" Target="../ink/ink582.xml"/><Relationship Id="rId83" Type="http://schemas.openxmlformats.org/officeDocument/2006/relationships/image" Target="../media/image592.png"/><Relationship Id="rId88" Type="http://schemas.openxmlformats.org/officeDocument/2006/relationships/customXml" Target="../ink/ink595.xml"/><Relationship Id="rId111" Type="http://schemas.openxmlformats.org/officeDocument/2006/relationships/image" Target="../media/image606.png"/><Relationship Id="rId132" Type="http://schemas.openxmlformats.org/officeDocument/2006/relationships/customXml" Target="../ink/ink617.xml"/><Relationship Id="rId153" Type="http://schemas.openxmlformats.org/officeDocument/2006/relationships/image" Target="../media/image627.png"/><Relationship Id="rId174" Type="http://schemas.openxmlformats.org/officeDocument/2006/relationships/customXml" Target="../ink/ink638.xml"/><Relationship Id="rId179" Type="http://schemas.openxmlformats.org/officeDocument/2006/relationships/image" Target="../media/image640.png"/><Relationship Id="rId190" Type="http://schemas.openxmlformats.org/officeDocument/2006/relationships/customXml" Target="../ink/ink646.xml"/><Relationship Id="rId15" Type="http://schemas.openxmlformats.org/officeDocument/2006/relationships/image" Target="../media/image558.png"/><Relationship Id="rId36" Type="http://schemas.openxmlformats.org/officeDocument/2006/relationships/customXml" Target="../ink/ink569.xml"/><Relationship Id="rId57" Type="http://schemas.openxmlformats.org/officeDocument/2006/relationships/image" Target="../media/image579.png"/><Relationship Id="rId106" Type="http://schemas.openxmlformats.org/officeDocument/2006/relationships/customXml" Target="../ink/ink604.xml"/><Relationship Id="rId127" Type="http://schemas.openxmlformats.org/officeDocument/2006/relationships/image" Target="../media/image614.png"/><Relationship Id="rId10" Type="http://schemas.openxmlformats.org/officeDocument/2006/relationships/customXml" Target="../ink/ink556.xml"/><Relationship Id="rId31" Type="http://schemas.openxmlformats.org/officeDocument/2006/relationships/image" Target="../media/image566.png"/><Relationship Id="rId52" Type="http://schemas.openxmlformats.org/officeDocument/2006/relationships/customXml" Target="../ink/ink577.xml"/><Relationship Id="rId73" Type="http://schemas.openxmlformats.org/officeDocument/2006/relationships/image" Target="../media/image587.png"/><Relationship Id="rId78" Type="http://schemas.openxmlformats.org/officeDocument/2006/relationships/customXml" Target="../ink/ink590.xml"/><Relationship Id="rId94" Type="http://schemas.openxmlformats.org/officeDocument/2006/relationships/customXml" Target="../ink/ink598.xml"/><Relationship Id="rId99" Type="http://schemas.openxmlformats.org/officeDocument/2006/relationships/image" Target="../media/image600.png"/><Relationship Id="rId101" Type="http://schemas.openxmlformats.org/officeDocument/2006/relationships/image" Target="../media/image601.png"/><Relationship Id="rId122" Type="http://schemas.openxmlformats.org/officeDocument/2006/relationships/customXml" Target="../ink/ink612.xml"/><Relationship Id="rId143" Type="http://schemas.openxmlformats.org/officeDocument/2006/relationships/image" Target="../media/image622.png"/><Relationship Id="rId148" Type="http://schemas.openxmlformats.org/officeDocument/2006/relationships/customXml" Target="../ink/ink625.xml"/><Relationship Id="rId164" Type="http://schemas.openxmlformats.org/officeDocument/2006/relationships/customXml" Target="../ink/ink633.xml"/><Relationship Id="rId169" Type="http://schemas.openxmlformats.org/officeDocument/2006/relationships/image" Target="../media/image635.png"/><Relationship Id="rId185" Type="http://schemas.openxmlformats.org/officeDocument/2006/relationships/image" Target="../media/image643.png"/><Relationship Id="rId4" Type="http://schemas.openxmlformats.org/officeDocument/2006/relationships/customXml" Target="../ink/ink553.xml"/><Relationship Id="rId9" Type="http://schemas.openxmlformats.org/officeDocument/2006/relationships/image" Target="../media/image555.png"/><Relationship Id="rId180" Type="http://schemas.openxmlformats.org/officeDocument/2006/relationships/customXml" Target="../ink/ink641.xml"/><Relationship Id="rId26" Type="http://schemas.openxmlformats.org/officeDocument/2006/relationships/customXml" Target="../ink/ink564.xml"/><Relationship Id="rId47" Type="http://schemas.openxmlformats.org/officeDocument/2006/relationships/image" Target="../media/image574.png"/><Relationship Id="rId68" Type="http://schemas.openxmlformats.org/officeDocument/2006/relationships/customXml" Target="../ink/ink585.xml"/><Relationship Id="rId89" Type="http://schemas.openxmlformats.org/officeDocument/2006/relationships/image" Target="../media/image595.png"/><Relationship Id="rId112" Type="http://schemas.openxmlformats.org/officeDocument/2006/relationships/customXml" Target="../ink/ink607.xml"/><Relationship Id="rId133" Type="http://schemas.openxmlformats.org/officeDocument/2006/relationships/image" Target="../media/image617.png"/><Relationship Id="rId154" Type="http://schemas.openxmlformats.org/officeDocument/2006/relationships/customXml" Target="../ink/ink628.xml"/><Relationship Id="rId175" Type="http://schemas.openxmlformats.org/officeDocument/2006/relationships/image" Target="../media/image638.png"/><Relationship Id="rId16" Type="http://schemas.openxmlformats.org/officeDocument/2006/relationships/customXml" Target="../ink/ink559.xml"/><Relationship Id="rId37" Type="http://schemas.openxmlformats.org/officeDocument/2006/relationships/image" Target="../media/image569.png"/><Relationship Id="rId58" Type="http://schemas.openxmlformats.org/officeDocument/2006/relationships/customXml" Target="../ink/ink580.xml"/><Relationship Id="rId79" Type="http://schemas.openxmlformats.org/officeDocument/2006/relationships/image" Target="../media/image590.png"/><Relationship Id="rId102" Type="http://schemas.openxmlformats.org/officeDocument/2006/relationships/customXml" Target="../ink/ink602.xml"/><Relationship Id="rId123" Type="http://schemas.openxmlformats.org/officeDocument/2006/relationships/image" Target="../media/image612.png"/><Relationship Id="rId144" Type="http://schemas.openxmlformats.org/officeDocument/2006/relationships/customXml" Target="../ink/ink623.xml"/><Relationship Id="rId90" Type="http://schemas.openxmlformats.org/officeDocument/2006/relationships/customXml" Target="../ink/ink596.xml"/><Relationship Id="rId165" Type="http://schemas.openxmlformats.org/officeDocument/2006/relationships/image" Target="../media/image633.png"/><Relationship Id="rId186" Type="http://schemas.openxmlformats.org/officeDocument/2006/relationships/customXml" Target="../ink/ink644.xml"/><Relationship Id="rId27" Type="http://schemas.openxmlformats.org/officeDocument/2006/relationships/image" Target="../media/image564.png"/><Relationship Id="rId48" Type="http://schemas.openxmlformats.org/officeDocument/2006/relationships/customXml" Target="../ink/ink575.xml"/><Relationship Id="rId69" Type="http://schemas.openxmlformats.org/officeDocument/2006/relationships/image" Target="../media/image585.png"/><Relationship Id="rId113" Type="http://schemas.openxmlformats.org/officeDocument/2006/relationships/image" Target="../media/image607.png"/><Relationship Id="rId134" Type="http://schemas.openxmlformats.org/officeDocument/2006/relationships/customXml" Target="../ink/ink618.xml"/><Relationship Id="rId80" Type="http://schemas.openxmlformats.org/officeDocument/2006/relationships/customXml" Target="../ink/ink591.xml"/><Relationship Id="rId155" Type="http://schemas.openxmlformats.org/officeDocument/2006/relationships/image" Target="../media/image628.png"/><Relationship Id="rId176" Type="http://schemas.openxmlformats.org/officeDocument/2006/relationships/customXml" Target="../ink/ink639.xml"/><Relationship Id="rId17" Type="http://schemas.openxmlformats.org/officeDocument/2006/relationships/image" Target="../media/image559.png"/><Relationship Id="rId38" Type="http://schemas.openxmlformats.org/officeDocument/2006/relationships/customXml" Target="../ink/ink570.xml"/><Relationship Id="rId59" Type="http://schemas.openxmlformats.org/officeDocument/2006/relationships/image" Target="../media/image580.png"/><Relationship Id="rId103" Type="http://schemas.openxmlformats.org/officeDocument/2006/relationships/image" Target="../media/image602.png"/><Relationship Id="rId124" Type="http://schemas.openxmlformats.org/officeDocument/2006/relationships/customXml" Target="../ink/ink613.xml"/><Relationship Id="rId70" Type="http://schemas.openxmlformats.org/officeDocument/2006/relationships/customXml" Target="../ink/ink586.xml"/><Relationship Id="rId91" Type="http://schemas.openxmlformats.org/officeDocument/2006/relationships/image" Target="../media/image596.png"/><Relationship Id="rId145" Type="http://schemas.openxmlformats.org/officeDocument/2006/relationships/image" Target="../media/image623.png"/><Relationship Id="rId166" Type="http://schemas.openxmlformats.org/officeDocument/2006/relationships/customXml" Target="../ink/ink634.xml"/><Relationship Id="rId187" Type="http://schemas.openxmlformats.org/officeDocument/2006/relationships/image" Target="../media/image644.png"/><Relationship Id="rId1" Type="http://schemas.openxmlformats.org/officeDocument/2006/relationships/slideLayout" Target="../slideLayouts/slideLayout7.xml"/><Relationship Id="rId28" Type="http://schemas.openxmlformats.org/officeDocument/2006/relationships/customXml" Target="../ink/ink565.xml"/><Relationship Id="rId49" Type="http://schemas.openxmlformats.org/officeDocument/2006/relationships/image" Target="../media/image575.png"/><Relationship Id="rId114" Type="http://schemas.openxmlformats.org/officeDocument/2006/relationships/customXml" Target="../ink/ink608.xml"/><Relationship Id="rId60" Type="http://schemas.openxmlformats.org/officeDocument/2006/relationships/customXml" Target="../ink/ink581.xml"/><Relationship Id="rId81" Type="http://schemas.openxmlformats.org/officeDocument/2006/relationships/image" Target="../media/image591.png"/><Relationship Id="rId135" Type="http://schemas.openxmlformats.org/officeDocument/2006/relationships/image" Target="../media/image618.png"/><Relationship Id="rId156" Type="http://schemas.openxmlformats.org/officeDocument/2006/relationships/customXml" Target="../ink/ink629.xml"/><Relationship Id="rId177" Type="http://schemas.openxmlformats.org/officeDocument/2006/relationships/image" Target="../media/image639.png"/><Relationship Id="rId18" Type="http://schemas.openxmlformats.org/officeDocument/2006/relationships/customXml" Target="../ink/ink560.xml"/><Relationship Id="rId39" Type="http://schemas.openxmlformats.org/officeDocument/2006/relationships/image" Target="../media/image570.png"/></Relationships>
</file>

<file path=ppt/slides/_rels/slide1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660.xml"/><Relationship Id="rId21" Type="http://schemas.openxmlformats.org/officeDocument/2006/relationships/image" Target="../media/image657.png"/><Relationship Id="rId42" Type="http://schemas.openxmlformats.org/officeDocument/2006/relationships/customXml" Target="../ink/ink668.xml"/><Relationship Id="rId47" Type="http://schemas.openxmlformats.org/officeDocument/2006/relationships/image" Target="../media/image670.png"/><Relationship Id="rId63" Type="http://schemas.openxmlformats.org/officeDocument/2006/relationships/image" Target="../media/image678.png"/><Relationship Id="rId68" Type="http://schemas.openxmlformats.org/officeDocument/2006/relationships/customXml" Target="../ink/ink681.xml"/><Relationship Id="rId7" Type="http://schemas.openxmlformats.org/officeDocument/2006/relationships/image" Target="../media/image650.png"/><Relationship Id="rId71" Type="http://schemas.openxmlformats.org/officeDocument/2006/relationships/image" Target="../media/image682.png"/><Relationship Id="rId2" Type="http://schemas.openxmlformats.org/officeDocument/2006/relationships/customXml" Target="../ink/ink648.xml"/><Relationship Id="rId16" Type="http://schemas.openxmlformats.org/officeDocument/2006/relationships/customXml" Target="../ink/ink655.xml"/><Relationship Id="rId29" Type="http://schemas.openxmlformats.org/officeDocument/2006/relationships/image" Target="../media/image661.png"/><Relationship Id="rId11" Type="http://schemas.openxmlformats.org/officeDocument/2006/relationships/image" Target="../media/image652.png"/><Relationship Id="rId24" Type="http://schemas.openxmlformats.org/officeDocument/2006/relationships/customXml" Target="../ink/ink659.xml"/><Relationship Id="rId32" Type="http://schemas.openxmlformats.org/officeDocument/2006/relationships/customXml" Target="../ink/ink663.xml"/><Relationship Id="rId37" Type="http://schemas.openxmlformats.org/officeDocument/2006/relationships/image" Target="../media/image665.png"/><Relationship Id="rId40" Type="http://schemas.openxmlformats.org/officeDocument/2006/relationships/customXml" Target="../ink/ink667.xml"/><Relationship Id="rId45" Type="http://schemas.openxmlformats.org/officeDocument/2006/relationships/image" Target="../media/image669.png"/><Relationship Id="rId53" Type="http://schemas.openxmlformats.org/officeDocument/2006/relationships/image" Target="../media/image673.png"/><Relationship Id="rId58" Type="http://schemas.openxmlformats.org/officeDocument/2006/relationships/customXml" Target="../ink/ink676.xml"/><Relationship Id="rId66" Type="http://schemas.openxmlformats.org/officeDocument/2006/relationships/customXml" Target="../ink/ink680.xml"/><Relationship Id="rId5" Type="http://schemas.openxmlformats.org/officeDocument/2006/relationships/image" Target="../media/image649.png"/><Relationship Id="rId61" Type="http://schemas.openxmlformats.org/officeDocument/2006/relationships/image" Target="../media/image677.png"/><Relationship Id="rId19" Type="http://schemas.openxmlformats.org/officeDocument/2006/relationships/image" Target="../media/image656.png"/><Relationship Id="rId14" Type="http://schemas.openxmlformats.org/officeDocument/2006/relationships/customXml" Target="../ink/ink654.xml"/><Relationship Id="rId22" Type="http://schemas.openxmlformats.org/officeDocument/2006/relationships/customXml" Target="../ink/ink658.xml"/><Relationship Id="rId27" Type="http://schemas.openxmlformats.org/officeDocument/2006/relationships/image" Target="../media/image660.png"/><Relationship Id="rId30" Type="http://schemas.openxmlformats.org/officeDocument/2006/relationships/customXml" Target="../ink/ink662.xml"/><Relationship Id="rId35" Type="http://schemas.openxmlformats.org/officeDocument/2006/relationships/image" Target="../media/image664.png"/><Relationship Id="rId43" Type="http://schemas.openxmlformats.org/officeDocument/2006/relationships/image" Target="../media/image668.png"/><Relationship Id="rId48" Type="http://schemas.openxmlformats.org/officeDocument/2006/relationships/customXml" Target="../ink/ink671.xml"/><Relationship Id="rId56" Type="http://schemas.openxmlformats.org/officeDocument/2006/relationships/customXml" Target="../ink/ink675.xml"/><Relationship Id="rId64" Type="http://schemas.openxmlformats.org/officeDocument/2006/relationships/customXml" Target="../ink/ink679.xml"/><Relationship Id="rId69" Type="http://schemas.openxmlformats.org/officeDocument/2006/relationships/image" Target="../media/image681.png"/><Relationship Id="rId8" Type="http://schemas.openxmlformats.org/officeDocument/2006/relationships/customXml" Target="../ink/ink651.xml"/><Relationship Id="rId51" Type="http://schemas.openxmlformats.org/officeDocument/2006/relationships/image" Target="../media/image672.png"/><Relationship Id="rId3" Type="http://schemas.openxmlformats.org/officeDocument/2006/relationships/image" Target="../media/image648.png"/><Relationship Id="rId12" Type="http://schemas.openxmlformats.org/officeDocument/2006/relationships/customXml" Target="../ink/ink653.xml"/><Relationship Id="rId17" Type="http://schemas.openxmlformats.org/officeDocument/2006/relationships/image" Target="../media/image655.png"/><Relationship Id="rId25" Type="http://schemas.openxmlformats.org/officeDocument/2006/relationships/image" Target="../media/image659.png"/><Relationship Id="rId33" Type="http://schemas.openxmlformats.org/officeDocument/2006/relationships/image" Target="../media/image663.png"/><Relationship Id="rId38" Type="http://schemas.openxmlformats.org/officeDocument/2006/relationships/customXml" Target="../ink/ink666.xml"/><Relationship Id="rId46" Type="http://schemas.openxmlformats.org/officeDocument/2006/relationships/customXml" Target="../ink/ink670.xml"/><Relationship Id="rId59" Type="http://schemas.openxmlformats.org/officeDocument/2006/relationships/image" Target="../media/image676.png"/><Relationship Id="rId67" Type="http://schemas.openxmlformats.org/officeDocument/2006/relationships/image" Target="../media/image680.png"/><Relationship Id="rId20" Type="http://schemas.openxmlformats.org/officeDocument/2006/relationships/customXml" Target="../ink/ink657.xml"/><Relationship Id="rId41" Type="http://schemas.openxmlformats.org/officeDocument/2006/relationships/image" Target="../media/image667.png"/><Relationship Id="rId54" Type="http://schemas.openxmlformats.org/officeDocument/2006/relationships/customXml" Target="../ink/ink674.xml"/><Relationship Id="rId62" Type="http://schemas.openxmlformats.org/officeDocument/2006/relationships/customXml" Target="../ink/ink678.xml"/><Relationship Id="rId70" Type="http://schemas.openxmlformats.org/officeDocument/2006/relationships/customXml" Target="../ink/ink682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650.xml"/><Relationship Id="rId15" Type="http://schemas.openxmlformats.org/officeDocument/2006/relationships/image" Target="../media/image654.png"/><Relationship Id="rId23" Type="http://schemas.openxmlformats.org/officeDocument/2006/relationships/image" Target="../media/image658.png"/><Relationship Id="rId28" Type="http://schemas.openxmlformats.org/officeDocument/2006/relationships/customXml" Target="../ink/ink661.xml"/><Relationship Id="rId36" Type="http://schemas.openxmlformats.org/officeDocument/2006/relationships/customXml" Target="../ink/ink665.xml"/><Relationship Id="rId49" Type="http://schemas.openxmlformats.org/officeDocument/2006/relationships/image" Target="../media/image671.png"/><Relationship Id="rId57" Type="http://schemas.openxmlformats.org/officeDocument/2006/relationships/image" Target="../media/image675.png"/><Relationship Id="rId10" Type="http://schemas.openxmlformats.org/officeDocument/2006/relationships/customXml" Target="../ink/ink652.xml"/><Relationship Id="rId31" Type="http://schemas.openxmlformats.org/officeDocument/2006/relationships/image" Target="../media/image662.png"/><Relationship Id="rId44" Type="http://schemas.openxmlformats.org/officeDocument/2006/relationships/customXml" Target="../ink/ink669.xml"/><Relationship Id="rId52" Type="http://schemas.openxmlformats.org/officeDocument/2006/relationships/customXml" Target="../ink/ink673.xml"/><Relationship Id="rId60" Type="http://schemas.openxmlformats.org/officeDocument/2006/relationships/customXml" Target="../ink/ink677.xml"/><Relationship Id="rId65" Type="http://schemas.openxmlformats.org/officeDocument/2006/relationships/image" Target="../media/image679.png"/><Relationship Id="rId4" Type="http://schemas.openxmlformats.org/officeDocument/2006/relationships/customXml" Target="../ink/ink649.xml"/><Relationship Id="rId9" Type="http://schemas.openxmlformats.org/officeDocument/2006/relationships/image" Target="../media/image651.png"/><Relationship Id="rId13" Type="http://schemas.openxmlformats.org/officeDocument/2006/relationships/image" Target="../media/image653.png"/><Relationship Id="rId18" Type="http://schemas.openxmlformats.org/officeDocument/2006/relationships/customXml" Target="../ink/ink656.xml"/><Relationship Id="rId39" Type="http://schemas.openxmlformats.org/officeDocument/2006/relationships/image" Target="../media/image666.png"/><Relationship Id="rId34" Type="http://schemas.openxmlformats.org/officeDocument/2006/relationships/customXml" Target="../ink/ink664.xml"/><Relationship Id="rId50" Type="http://schemas.openxmlformats.org/officeDocument/2006/relationships/customXml" Target="../ink/ink672.xml"/><Relationship Id="rId55" Type="http://schemas.openxmlformats.org/officeDocument/2006/relationships/image" Target="../media/image674.png"/></Relationships>
</file>

<file path=ppt/slides/_rels/slide13.xml.rels><?xml version="1.0" encoding="UTF-8" standalone="yes"?>
<Relationships xmlns="http://schemas.openxmlformats.org/package/2006/relationships"><Relationship Id="rId26" Type="http://schemas.openxmlformats.org/officeDocument/2006/relationships/customXml" Target="../ink/ink695.xml"/><Relationship Id="rId21" Type="http://schemas.openxmlformats.org/officeDocument/2006/relationships/image" Target="../media/image692.png"/><Relationship Id="rId42" Type="http://schemas.openxmlformats.org/officeDocument/2006/relationships/customXml" Target="../ink/ink703.xml"/><Relationship Id="rId47" Type="http://schemas.openxmlformats.org/officeDocument/2006/relationships/image" Target="../media/image705.png"/><Relationship Id="rId63" Type="http://schemas.openxmlformats.org/officeDocument/2006/relationships/image" Target="../media/image713.png"/><Relationship Id="rId68" Type="http://schemas.openxmlformats.org/officeDocument/2006/relationships/customXml" Target="../ink/ink716.xml"/><Relationship Id="rId16" Type="http://schemas.openxmlformats.org/officeDocument/2006/relationships/customXml" Target="../ink/ink690.xml"/><Relationship Id="rId11" Type="http://schemas.openxmlformats.org/officeDocument/2006/relationships/image" Target="../media/image687.png"/><Relationship Id="rId32" Type="http://schemas.openxmlformats.org/officeDocument/2006/relationships/customXml" Target="../ink/ink698.xml"/><Relationship Id="rId37" Type="http://schemas.openxmlformats.org/officeDocument/2006/relationships/image" Target="../media/image700.png"/><Relationship Id="rId53" Type="http://schemas.openxmlformats.org/officeDocument/2006/relationships/image" Target="../media/image708.png"/><Relationship Id="rId58" Type="http://schemas.openxmlformats.org/officeDocument/2006/relationships/customXml" Target="../ink/ink711.xml"/><Relationship Id="rId74" Type="http://schemas.openxmlformats.org/officeDocument/2006/relationships/customXml" Target="../ink/ink719.xml"/><Relationship Id="rId79" Type="http://schemas.openxmlformats.org/officeDocument/2006/relationships/image" Target="../media/image721.png"/><Relationship Id="rId5" Type="http://schemas.openxmlformats.org/officeDocument/2006/relationships/image" Target="../media/image684.png"/><Relationship Id="rId61" Type="http://schemas.openxmlformats.org/officeDocument/2006/relationships/image" Target="../media/image712.png"/><Relationship Id="rId19" Type="http://schemas.openxmlformats.org/officeDocument/2006/relationships/image" Target="../media/image691.png"/><Relationship Id="rId14" Type="http://schemas.openxmlformats.org/officeDocument/2006/relationships/customXml" Target="../ink/ink689.xml"/><Relationship Id="rId22" Type="http://schemas.openxmlformats.org/officeDocument/2006/relationships/customXml" Target="../ink/ink693.xml"/><Relationship Id="rId27" Type="http://schemas.openxmlformats.org/officeDocument/2006/relationships/image" Target="../media/image695.png"/><Relationship Id="rId30" Type="http://schemas.openxmlformats.org/officeDocument/2006/relationships/customXml" Target="../ink/ink697.xml"/><Relationship Id="rId35" Type="http://schemas.openxmlformats.org/officeDocument/2006/relationships/image" Target="../media/image699.png"/><Relationship Id="rId43" Type="http://schemas.openxmlformats.org/officeDocument/2006/relationships/image" Target="../media/image703.png"/><Relationship Id="rId48" Type="http://schemas.openxmlformats.org/officeDocument/2006/relationships/customXml" Target="../ink/ink706.xml"/><Relationship Id="rId56" Type="http://schemas.openxmlformats.org/officeDocument/2006/relationships/customXml" Target="../ink/ink710.xml"/><Relationship Id="rId64" Type="http://schemas.openxmlformats.org/officeDocument/2006/relationships/customXml" Target="../ink/ink714.xml"/><Relationship Id="rId69" Type="http://schemas.openxmlformats.org/officeDocument/2006/relationships/image" Target="../media/image716.png"/><Relationship Id="rId77" Type="http://schemas.openxmlformats.org/officeDocument/2006/relationships/image" Target="../media/image720.png"/><Relationship Id="rId8" Type="http://schemas.openxmlformats.org/officeDocument/2006/relationships/customXml" Target="../ink/ink686.xml"/><Relationship Id="rId51" Type="http://schemas.openxmlformats.org/officeDocument/2006/relationships/image" Target="../media/image707.png"/><Relationship Id="rId72" Type="http://schemas.openxmlformats.org/officeDocument/2006/relationships/customXml" Target="../ink/ink718.xml"/><Relationship Id="rId80" Type="http://schemas.openxmlformats.org/officeDocument/2006/relationships/customXml" Target="../ink/ink722.xml"/><Relationship Id="rId3" Type="http://schemas.openxmlformats.org/officeDocument/2006/relationships/image" Target="../media/image683.png"/><Relationship Id="rId12" Type="http://schemas.openxmlformats.org/officeDocument/2006/relationships/customXml" Target="../ink/ink688.xml"/><Relationship Id="rId17" Type="http://schemas.openxmlformats.org/officeDocument/2006/relationships/image" Target="../media/image690.png"/><Relationship Id="rId25" Type="http://schemas.openxmlformats.org/officeDocument/2006/relationships/image" Target="../media/image694.png"/><Relationship Id="rId33" Type="http://schemas.openxmlformats.org/officeDocument/2006/relationships/image" Target="../media/image698.png"/><Relationship Id="rId38" Type="http://schemas.openxmlformats.org/officeDocument/2006/relationships/customXml" Target="../ink/ink701.xml"/><Relationship Id="rId46" Type="http://schemas.openxmlformats.org/officeDocument/2006/relationships/customXml" Target="../ink/ink705.xml"/><Relationship Id="rId59" Type="http://schemas.openxmlformats.org/officeDocument/2006/relationships/image" Target="../media/image711.png"/><Relationship Id="rId67" Type="http://schemas.openxmlformats.org/officeDocument/2006/relationships/image" Target="../media/image715.png"/><Relationship Id="rId20" Type="http://schemas.openxmlformats.org/officeDocument/2006/relationships/customXml" Target="../ink/ink692.xml"/><Relationship Id="rId41" Type="http://schemas.openxmlformats.org/officeDocument/2006/relationships/image" Target="../media/image702.png"/><Relationship Id="rId54" Type="http://schemas.openxmlformats.org/officeDocument/2006/relationships/customXml" Target="../ink/ink709.xml"/><Relationship Id="rId62" Type="http://schemas.openxmlformats.org/officeDocument/2006/relationships/customXml" Target="../ink/ink713.xml"/><Relationship Id="rId70" Type="http://schemas.openxmlformats.org/officeDocument/2006/relationships/customXml" Target="../ink/ink717.xml"/><Relationship Id="rId75" Type="http://schemas.openxmlformats.org/officeDocument/2006/relationships/image" Target="../media/image719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685.xml"/><Relationship Id="rId15" Type="http://schemas.openxmlformats.org/officeDocument/2006/relationships/image" Target="../media/image689.png"/><Relationship Id="rId23" Type="http://schemas.openxmlformats.org/officeDocument/2006/relationships/image" Target="../media/image693.png"/><Relationship Id="rId28" Type="http://schemas.openxmlformats.org/officeDocument/2006/relationships/customXml" Target="../ink/ink696.xml"/><Relationship Id="rId36" Type="http://schemas.openxmlformats.org/officeDocument/2006/relationships/customXml" Target="../ink/ink700.xml"/><Relationship Id="rId49" Type="http://schemas.openxmlformats.org/officeDocument/2006/relationships/image" Target="../media/image706.png"/><Relationship Id="rId57" Type="http://schemas.openxmlformats.org/officeDocument/2006/relationships/image" Target="../media/image710.png"/><Relationship Id="rId10" Type="http://schemas.openxmlformats.org/officeDocument/2006/relationships/customXml" Target="../ink/ink687.xml"/><Relationship Id="rId31" Type="http://schemas.openxmlformats.org/officeDocument/2006/relationships/image" Target="../media/image697.png"/><Relationship Id="rId44" Type="http://schemas.openxmlformats.org/officeDocument/2006/relationships/customXml" Target="../ink/ink704.xml"/><Relationship Id="rId52" Type="http://schemas.openxmlformats.org/officeDocument/2006/relationships/customXml" Target="../ink/ink708.xml"/><Relationship Id="rId60" Type="http://schemas.openxmlformats.org/officeDocument/2006/relationships/customXml" Target="../ink/ink712.xml"/><Relationship Id="rId65" Type="http://schemas.openxmlformats.org/officeDocument/2006/relationships/image" Target="../media/image714.png"/><Relationship Id="rId73" Type="http://schemas.openxmlformats.org/officeDocument/2006/relationships/image" Target="../media/image718.png"/><Relationship Id="rId78" Type="http://schemas.openxmlformats.org/officeDocument/2006/relationships/customXml" Target="../ink/ink721.xml"/><Relationship Id="rId81" Type="http://schemas.openxmlformats.org/officeDocument/2006/relationships/image" Target="../media/image722.png"/><Relationship Id="rId4" Type="http://schemas.openxmlformats.org/officeDocument/2006/relationships/customXml" Target="../ink/ink684.xml"/><Relationship Id="rId9" Type="http://schemas.openxmlformats.org/officeDocument/2006/relationships/image" Target="../media/image686.png"/><Relationship Id="rId13" Type="http://schemas.openxmlformats.org/officeDocument/2006/relationships/image" Target="../media/image688.png"/><Relationship Id="rId18" Type="http://schemas.openxmlformats.org/officeDocument/2006/relationships/customXml" Target="../ink/ink691.xml"/><Relationship Id="rId39" Type="http://schemas.openxmlformats.org/officeDocument/2006/relationships/image" Target="../media/image701.png"/><Relationship Id="rId34" Type="http://schemas.openxmlformats.org/officeDocument/2006/relationships/customXml" Target="../ink/ink699.xml"/><Relationship Id="rId50" Type="http://schemas.openxmlformats.org/officeDocument/2006/relationships/customXml" Target="../ink/ink707.xml"/><Relationship Id="rId55" Type="http://schemas.openxmlformats.org/officeDocument/2006/relationships/image" Target="../media/image709.png"/><Relationship Id="rId76" Type="http://schemas.openxmlformats.org/officeDocument/2006/relationships/customXml" Target="../ink/ink720.xml"/><Relationship Id="rId7" Type="http://schemas.openxmlformats.org/officeDocument/2006/relationships/image" Target="../media/image685.png"/><Relationship Id="rId71" Type="http://schemas.openxmlformats.org/officeDocument/2006/relationships/image" Target="../media/image717.png"/><Relationship Id="rId2" Type="http://schemas.openxmlformats.org/officeDocument/2006/relationships/customXml" Target="../ink/ink683.xml"/><Relationship Id="rId29" Type="http://schemas.openxmlformats.org/officeDocument/2006/relationships/image" Target="../media/image696.png"/><Relationship Id="rId24" Type="http://schemas.openxmlformats.org/officeDocument/2006/relationships/customXml" Target="../ink/ink694.xml"/><Relationship Id="rId40" Type="http://schemas.openxmlformats.org/officeDocument/2006/relationships/customXml" Target="../ink/ink702.xml"/><Relationship Id="rId45" Type="http://schemas.openxmlformats.org/officeDocument/2006/relationships/image" Target="../media/image704.png"/><Relationship Id="rId66" Type="http://schemas.openxmlformats.org/officeDocument/2006/relationships/customXml" Target="../ink/ink715.xml"/></Relationships>
</file>

<file path=ppt/slides/_rels/slide1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735.xml"/><Relationship Id="rId21" Type="http://schemas.openxmlformats.org/officeDocument/2006/relationships/image" Target="../media/image732.png"/><Relationship Id="rId42" Type="http://schemas.openxmlformats.org/officeDocument/2006/relationships/customXml" Target="../ink/ink743.xml"/><Relationship Id="rId47" Type="http://schemas.openxmlformats.org/officeDocument/2006/relationships/image" Target="../media/image745.png"/><Relationship Id="rId63" Type="http://schemas.openxmlformats.org/officeDocument/2006/relationships/image" Target="../media/image753.png"/><Relationship Id="rId68" Type="http://schemas.openxmlformats.org/officeDocument/2006/relationships/customXml" Target="../ink/ink756.xml"/><Relationship Id="rId7" Type="http://schemas.openxmlformats.org/officeDocument/2006/relationships/image" Target="../media/image725.png"/><Relationship Id="rId2" Type="http://schemas.openxmlformats.org/officeDocument/2006/relationships/customXml" Target="../ink/ink723.xml"/><Relationship Id="rId16" Type="http://schemas.openxmlformats.org/officeDocument/2006/relationships/customXml" Target="../ink/ink730.xml"/><Relationship Id="rId29" Type="http://schemas.openxmlformats.org/officeDocument/2006/relationships/image" Target="../media/image736.png"/><Relationship Id="rId11" Type="http://schemas.openxmlformats.org/officeDocument/2006/relationships/image" Target="../media/image727.png"/><Relationship Id="rId24" Type="http://schemas.openxmlformats.org/officeDocument/2006/relationships/customXml" Target="../ink/ink734.xml"/><Relationship Id="rId32" Type="http://schemas.openxmlformats.org/officeDocument/2006/relationships/customXml" Target="../ink/ink738.xml"/><Relationship Id="rId37" Type="http://schemas.openxmlformats.org/officeDocument/2006/relationships/image" Target="../media/image740.png"/><Relationship Id="rId40" Type="http://schemas.openxmlformats.org/officeDocument/2006/relationships/customXml" Target="../ink/ink742.xml"/><Relationship Id="rId45" Type="http://schemas.openxmlformats.org/officeDocument/2006/relationships/image" Target="../media/image744.png"/><Relationship Id="rId53" Type="http://schemas.openxmlformats.org/officeDocument/2006/relationships/image" Target="../media/image748.png"/><Relationship Id="rId58" Type="http://schemas.openxmlformats.org/officeDocument/2006/relationships/customXml" Target="../ink/ink751.xml"/><Relationship Id="rId66" Type="http://schemas.openxmlformats.org/officeDocument/2006/relationships/customXml" Target="../ink/ink755.xml"/><Relationship Id="rId5" Type="http://schemas.openxmlformats.org/officeDocument/2006/relationships/image" Target="../media/image724.png"/><Relationship Id="rId61" Type="http://schemas.openxmlformats.org/officeDocument/2006/relationships/image" Target="../media/image752.png"/><Relationship Id="rId19" Type="http://schemas.openxmlformats.org/officeDocument/2006/relationships/image" Target="../media/image731.png"/><Relationship Id="rId14" Type="http://schemas.openxmlformats.org/officeDocument/2006/relationships/customXml" Target="../ink/ink729.xml"/><Relationship Id="rId22" Type="http://schemas.openxmlformats.org/officeDocument/2006/relationships/customXml" Target="../ink/ink733.xml"/><Relationship Id="rId27" Type="http://schemas.openxmlformats.org/officeDocument/2006/relationships/image" Target="../media/image735.png"/><Relationship Id="rId30" Type="http://schemas.openxmlformats.org/officeDocument/2006/relationships/customXml" Target="../ink/ink737.xml"/><Relationship Id="rId35" Type="http://schemas.openxmlformats.org/officeDocument/2006/relationships/image" Target="../media/image739.png"/><Relationship Id="rId43" Type="http://schemas.openxmlformats.org/officeDocument/2006/relationships/image" Target="../media/image743.png"/><Relationship Id="rId48" Type="http://schemas.openxmlformats.org/officeDocument/2006/relationships/customXml" Target="../ink/ink746.xml"/><Relationship Id="rId56" Type="http://schemas.openxmlformats.org/officeDocument/2006/relationships/customXml" Target="../ink/ink750.xml"/><Relationship Id="rId64" Type="http://schemas.openxmlformats.org/officeDocument/2006/relationships/customXml" Target="../ink/ink754.xml"/><Relationship Id="rId69" Type="http://schemas.openxmlformats.org/officeDocument/2006/relationships/image" Target="../media/image756.png"/><Relationship Id="rId8" Type="http://schemas.openxmlformats.org/officeDocument/2006/relationships/customXml" Target="../ink/ink726.xml"/><Relationship Id="rId51" Type="http://schemas.openxmlformats.org/officeDocument/2006/relationships/image" Target="../media/image747.png"/><Relationship Id="rId3" Type="http://schemas.openxmlformats.org/officeDocument/2006/relationships/image" Target="../media/image723.png"/><Relationship Id="rId12" Type="http://schemas.openxmlformats.org/officeDocument/2006/relationships/customXml" Target="../ink/ink728.xml"/><Relationship Id="rId17" Type="http://schemas.openxmlformats.org/officeDocument/2006/relationships/image" Target="../media/image730.png"/><Relationship Id="rId25" Type="http://schemas.openxmlformats.org/officeDocument/2006/relationships/image" Target="../media/image734.png"/><Relationship Id="rId33" Type="http://schemas.openxmlformats.org/officeDocument/2006/relationships/image" Target="../media/image738.png"/><Relationship Id="rId38" Type="http://schemas.openxmlformats.org/officeDocument/2006/relationships/customXml" Target="../ink/ink741.xml"/><Relationship Id="rId46" Type="http://schemas.openxmlformats.org/officeDocument/2006/relationships/customXml" Target="../ink/ink745.xml"/><Relationship Id="rId59" Type="http://schemas.openxmlformats.org/officeDocument/2006/relationships/image" Target="../media/image751.png"/><Relationship Id="rId67" Type="http://schemas.openxmlformats.org/officeDocument/2006/relationships/image" Target="../media/image755.png"/><Relationship Id="rId20" Type="http://schemas.openxmlformats.org/officeDocument/2006/relationships/customXml" Target="../ink/ink732.xml"/><Relationship Id="rId41" Type="http://schemas.openxmlformats.org/officeDocument/2006/relationships/image" Target="../media/image742.png"/><Relationship Id="rId54" Type="http://schemas.openxmlformats.org/officeDocument/2006/relationships/customXml" Target="../ink/ink749.xml"/><Relationship Id="rId62" Type="http://schemas.openxmlformats.org/officeDocument/2006/relationships/customXml" Target="../ink/ink753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725.xml"/><Relationship Id="rId15" Type="http://schemas.openxmlformats.org/officeDocument/2006/relationships/image" Target="../media/image729.png"/><Relationship Id="rId23" Type="http://schemas.openxmlformats.org/officeDocument/2006/relationships/image" Target="../media/image733.png"/><Relationship Id="rId28" Type="http://schemas.openxmlformats.org/officeDocument/2006/relationships/customXml" Target="../ink/ink736.xml"/><Relationship Id="rId36" Type="http://schemas.openxmlformats.org/officeDocument/2006/relationships/customXml" Target="../ink/ink740.xml"/><Relationship Id="rId49" Type="http://schemas.openxmlformats.org/officeDocument/2006/relationships/image" Target="../media/image746.png"/><Relationship Id="rId57" Type="http://schemas.openxmlformats.org/officeDocument/2006/relationships/image" Target="../media/image750.png"/><Relationship Id="rId10" Type="http://schemas.openxmlformats.org/officeDocument/2006/relationships/customXml" Target="../ink/ink727.xml"/><Relationship Id="rId31" Type="http://schemas.openxmlformats.org/officeDocument/2006/relationships/image" Target="../media/image737.png"/><Relationship Id="rId44" Type="http://schemas.openxmlformats.org/officeDocument/2006/relationships/customXml" Target="../ink/ink744.xml"/><Relationship Id="rId52" Type="http://schemas.openxmlformats.org/officeDocument/2006/relationships/customXml" Target="../ink/ink748.xml"/><Relationship Id="rId60" Type="http://schemas.openxmlformats.org/officeDocument/2006/relationships/customXml" Target="../ink/ink752.xml"/><Relationship Id="rId65" Type="http://schemas.openxmlformats.org/officeDocument/2006/relationships/image" Target="../media/image754.png"/><Relationship Id="rId4" Type="http://schemas.openxmlformats.org/officeDocument/2006/relationships/customXml" Target="../ink/ink724.xml"/><Relationship Id="rId9" Type="http://schemas.openxmlformats.org/officeDocument/2006/relationships/image" Target="../media/image726.png"/><Relationship Id="rId13" Type="http://schemas.openxmlformats.org/officeDocument/2006/relationships/image" Target="../media/image728.png"/><Relationship Id="rId18" Type="http://schemas.openxmlformats.org/officeDocument/2006/relationships/customXml" Target="../ink/ink731.xml"/><Relationship Id="rId39" Type="http://schemas.openxmlformats.org/officeDocument/2006/relationships/image" Target="../media/image741.png"/><Relationship Id="rId34" Type="http://schemas.openxmlformats.org/officeDocument/2006/relationships/customXml" Target="../ink/ink739.xml"/><Relationship Id="rId50" Type="http://schemas.openxmlformats.org/officeDocument/2006/relationships/customXml" Target="../ink/ink747.xml"/><Relationship Id="rId55" Type="http://schemas.openxmlformats.org/officeDocument/2006/relationships/image" Target="../media/image749.png"/></Relationships>
</file>

<file path=ppt/slides/_rels/slide1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14.png"/><Relationship Id="rId21" Type="http://schemas.openxmlformats.org/officeDocument/2006/relationships/image" Target="../media/image766.png"/><Relationship Id="rId42" Type="http://schemas.openxmlformats.org/officeDocument/2006/relationships/customXml" Target="../ink/ink777.xml"/><Relationship Id="rId63" Type="http://schemas.openxmlformats.org/officeDocument/2006/relationships/image" Target="../media/image787.png"/><Relationship Id="rId84" Type="http://schemas.openxmlformats.org/officeDocument/2006/relationships/customXml" Target="../ink/ink798.xml"/><Relationship Id="rId138" Type="http://schemas.openxmlformats.org/officeDocument/2006/relationships/customXml" Target="../ink/ink825.xml"/><Relationship Id="rId159" Type="http://schemas.openxmlformats.org/officeDocument/2006/relationships/image" Target="../media/image835.png"/><Relationship Id="rId170" Type="http://schemas.openxmlformats.org/officeDocument/2006/relationships/customXml" Target="../ink/ink841.xml"/><Relationship Id="rId191" Type="http://schemas.openxmlformats.org/officeDocument/2006/relationships/image" Target="../media/image851.png"/><Relationship Id="rId205" Type="http://schemas.openxmlformats.org/officeDocument/2006/relationships/image" Target="../media/image858.png"/><Relationship Id="rId226" Type="http://schemas.openxmlformats.org/officeDocument/2006/relationships/customXml" Target="../ink/ink869.xml"/><Relationship Id="rId247" Type="http://schemas.openxmlformats.org/officeDocument/2006/relationships/image" Target="../media/image879.png"/><Relationship Id="rId107" Type="http://schemas.openxmlformats.org/officeDocument/2006/relationships/image" Target="../media/image809.png"/><Relationship Id="rId11" Type="http://schemas.openxmlformats.org/officeDocument/2006/relationships/image" Target="../media/image761.png"/><Relationship Id="rId32" Type="http://schemas.openxmlformats.org/officeDocument/2006/relationships/customXml" Target="../ink/ink772.xml"/><Relationship Id="rId53" Type="http://schemas.openxmlformats.org/officeDocument/2006/relationships/image" Target="../media/image782.png"/><Relationship Id="rId74" Type="http://schemas.openxmlformats.org/officeDocument/2006/relationships/customXml" Target="../ink/ink793.xml"/><Relationship Id="rId128" Type="http://schemas.openxmlformats.org/officeDocument/2006/relationships/customXml" Target="../ink/ink820.xml"/><Relationship Id="rId149" Type="http://schemas.openxmlformats.org/officeDocument/2006/relationships/image" Target="../media/image830.png"/><Relationship Id="rId5" Type="http://schemas.openxmlformats.org/officeDocument/2006/relationships/image" Target="../media/image758.png"/><Relationship Id="rId95" Type="http://schemas.openxmlformats.org/officeDocument/2006/relationships/image" Target="../media/image803.png"/><Relationship Id="rId160" Type="http://schemas.openxmlformats.org/officeDocument/2006/relationships/customXml" Target="../ink/ink836.xml"/><Relationship Id="rId181" Type="http://schemas.openxmlformats.org/officeDocument/2006/relationships/image" Target="../media/image846.png"/><Relationship Id="rId216" Type="http://schemas.openxmlformats.org/officeDocument/2006/relationships/customXml" Target="../ink/ink864.xml"/><Relationship Id="rId237" Type="http://schemas.openxmlformats.org/officeDocument/2006/relationships/image" Target="../media/image874.png"/><Relationship Id="rId22" Type="http://schemas.openxmlformats.org/officeDocument/2006/relationships/customXml" Target="../ink/ink767.xml"/><Relationship Id="rId43" Type="http://schemas.openxmlformats.org/officeDocument/2006/relationships/image" Target="../media/image777.png"/><Relationship Id="rId64" Type="http://schemas.openxmlformats.org/officeDocument/2006/relationships/customXml" Target="../ink/ink788.xml"/><Relationship Id="rId118" Type="http://schemas.openxmlformats.org/officeDocument/2006/relationships/customXml" Target="../ink/ink815.xml"/><Relationship Id="rId139" Type="http://schemas.openxmlformats.org/officeDocument/2006/relationships/image" Target="../media/image825.png"/><Relationship Id="rId85" Type="http://schemas.openxmlformats.org/officeDocument/2006/relationships/image" Target="../media/image798.png"/><Relationship Id="rId150" Type="http://schemas.openxmlformats.org/officeDocument/2006/relationships/customXml" Target="../ink/ink831.xml"/><Relationship Id="rId171" Type="http://schemas.openxmlformats.org/officeDocument/2006/relationships/image" Target="../media/image841.png"/><Relationship Id="rId192" Type="http://schemas.openxmlformats.org/officeDocument/2006/relationships/customXml" Target="../ink/ink852.xml"/><Relationship Id="rId206" Type="http://schemas.openxmlformats.org/officeDocument/2006/relationships/customXml" Target="../ink/ink859.xml"/><Relationship Id="rId227" Type="http://schemas.openxmlformats.org/officeDocument/2006/relationships/image" Target="../media/image869.png"/><Relationship Id="rId248" Type="http://schemas.openxmlformats.org/officeDocument/2006/relationships/customXml" Target="../ink/ink880.xml"/><Relationship Id="rId12" Type="http://schemas.openxmlformats.org/officeDocument/2006/relationships/customXml" Target="../ink/ink762.xml"/><Relationship Id="rId33" Type="http://schemas.openxmlformats.org/officeDocument/2006/relationships/image" Target="../media/image772.png"/><Relationship Id="rId108" Type="http://schemas.openxmlformats.org/officeDocument/2006/relationships/customXml" Target="../ink/ink810.xml"/><Relationship Id="rId129" Type="http://schemas.openxmlformats.org/officeDocument/2006/relationships/image" Target="../media/image820.png"/><Relationship Id="rId54" Type="http://schemas.openxmlformats.org/officeDocument/2006/relationships/customXml" Target="../ink/ink783.xml"/><Relationship Id="rId75" Type="http://schemas.openxmlformats.org/officeDocument/2006/relationships/image" Target="../media/image793.png"/><Relationship Id="rId96" Type="http://schemas.openxmlformats.org/officeDocument/2006/relationships/customXml" Target="../ink/ink804.xml"/><Relationship Id="rId140" Type="http://schemas.openxmlformats.org/officeDocument/2006/relationships/customXml" Target="../ink/ink826.xml"/><Relationship Id="rId161" Type="http://schemas.openxmlformats.org/officeDocument/2006/relationships/image" Target="../media/image836.png"/><Relationship Id="rId182" Type="http://schemas.openxmlformats.org/officeDocument/2006/relationships/customXml" Target="../ink/ink847.xml"/><Relationship Id="rId217" Type="http://schemas.openxmlformats.org/officeDocument/2006/relationships/image" Target="../media/image864.png"/><Relationship Id="rId6" Type="http://schemas.openxmlformats.org/officeDocument/2006/relationships/customXml" Target="../ink/ink759.xml"/><Relationship Id="rId238" Type="http://schemas.openxmlformats.org/officeDocument/2006/relationships/customXml" Target="../ink/ink875.xml"/><Relationship Id="rId23" Type="http://schemas.openxmlformats.org/officeDocument/2006/relationships/image" Target="../media/image767.png"/><Relationship Id="rId119" Type="http://schemas.openxmlformats.org/officeDocument/2006/relationships/image" Target="../media/image815.png"/><Relationship Id="rId44" Type="http://schemas.openxmlformats.org/officeDocument/2006/relationships/customXml" Target="../ink/ink778.xml"/><Relationship Id="rId65" Type="http://schemas.openxmlformats.org/officeDocument/2006/relationships/image" Target="../media/image788.png"/><Relationship Id="rId86" Type="http://schemas.openxmlformats.org/officeDocument/2006/relationships/customXml" Target="../ink/ink799.xml"/><Relationship Id="rId130" Type="http://schemas.openxmlformats.org/officeDocument/2006/relationships/customXml" Target="../ink/ink821.xml"/><Relationship Id="rId151" Type="http://schemas.openxmlformats.org/officeDocument/2006/relationships/image" Target="../media/image831.png"/><Relationship Id="rId172" Type="http://schemas.openxmlformats.org/officeDocument/2006/relationships/customXml" Target="../ink/ink842.xml"/><Relationship Id="rId193" Type="http://schemas.openxmlformats.org/officeDocument/2006/relationships/image" Target="../media/image852.png"/><Relationship Id="rId207" Type="http://schemas.openxmlformats.org/officeDocument/2006/relationships/image" Target="../media/image859.png"/><Relationship Id="rId228" Type="http://schemas.openxmlformats.org/officeDocument/2006/relationships/customXml" Target="../ink/ink870.xml"/><Relationship Id="rId249" Type="http://schemas.openxmlformats.org/officeDocument/2006/relationships/image" Target="../media/image880.png"/><Relationship Id="rId13" Type="http://schemas.openxmlformats.org/officeDocument/2006/relationships/image" Target="../media/image762.png"/><Relationship Id="rId109" Type="http://schemas.openxmlformats.org/officeDocument/2006/relationships/image" Target="../media/image810.png"/><Relationship Id="rId34" Type="http://schemas.openxmlformats.org/officeDocument/2006/relationships/customXml" Target="../ink/ink773.xml"/><Relationship Id="rId55" Type="http://schemas.openxmlformats.org/officeDocument/2006/relationships/image" Target="../media/image783.png"/><Relationship Id="rId76" Type="http://schemas.openxmlformats.org/officeDocument/2006/relationships/customXml" Target="../ink/ink794.xml"/><Relationship Id="rId97" Type="http://schemas.openxmlformats.org/officeDocument/2006/relationships/image" Target="../media/image804.png"/><Relationship Id="rId120" Type="http://schemas.openxmlformats.org/officeDocument/2006/relationships/customXml" Target="../ink/ink816.xml"/><Relationship Id="rId141" Type="http://schemas.openxmlformats.org/officeDocument/2006/relationships/image" Target="../media/image826.png"/><Relationship Id="rId7" Type="http://schemas.openxmlformats.org/officeDocument/2006/relationships/image" Target="../media/image759.png"/><Relationship Id="rId162" Type="http://schemas.openxmlformats.org/officeDocument/2006/relationships/customXml" Target="../ink/ink837.xml"/><Relationship Id="rId183" Type="http://schemas.openxmlformats.org/officeDocument/2006/relationships/image" Target="../media/image847.png"/><Relationship Id="rId218" Type="http://schemas.openxmlformats.org/officeDocument/2006/relationships/customXml" Target="../ink/ink865.xml"/><Relationship Id="rId239" Type="http://schemas.openxmlformats.org/officeDocument/2006/relationships/image" Target="../media/image875.png"/><Relationship Id="rId24" Type="http://schemas.openxmlformats.org/officeDocument/2006/relationships/customXml" Target="../ink/ink768.xml"/><Relationship Id="rId45" Type="http://schemas.openxmlformats.org/officeDocument/2006/relationships/image" Target="../media/image778.png"/><Relationship Id="rId66" Type="http://schemas.openxmlformats.org/officeDocument/2006/relationships/customXml" Target="../ink/ink789.xml"/><Relationship Id="rId87" Type="http://schemas.openxmlformats.org/officeDocument/2006/relationships/image" Target="../media/image799.png"/><Relationship Id="rId110" Type="http://schemas.openxmlformats.org/officeDocument/2006/relationships/customXml" Target="../ink/ink811.xml"/><Relationship Id="rId131" Type="http://schemas.openxmlformats.org/officeDocument/2006/relationships/image" Target="../media/image821.png"/><Relationship Id="rId152" Type="http://schemas.openxmlformats.org/officeDocument/2006/relationships/customXml" Target="../ink/ink832.xml"/><Relationship Id="rId173" Type="http://schemas.openxmlformats.org/officeDocument/2006/relationships/image" Target="../media/image842.png"/><Relationship Id="rId194" Type="http://schemas.openxmlformats.org/officeDocument/2006/relationships/customXml" Target="../ink/ink853.xml"/><Relationship Id="rId208" Type="http://schemas.openxmlformats.org/officeDocument/2006/relationships/customXml" Target="../ink/ink860.xml"/><Relationship Id="rId229" Type="http://schemas.openxmlformats.org/officeDocument/2006/relationships/image" Target="../media/image870.png"/><Relationship Id="rId240" Type="http://schemas.openxmlformats.org/officeDocument/2006/relationships/customXml" Target="../ink/ink876.xml"/><Relationship Id="rId14" Type="http://schemas.openxmlformats.org/officeDocument/2006/relationships/customXml" Target="../ink/ink763.xml"/><Relationship Id="rId35" Type="http://schemas.openxmlformats.org/officeDocument/2006/relationships/image" Target="../media/image773.png"/><Relationship Id="rId56" Type="http://schemas.openxmlformats.org/officeDocument/2006/relationships/customXml" Target="../ink/ink784.xml"/><Relationship Id="rId77" Type="http://schemas.openxmlformats.org/officeDocument/2006/relationships/image" Target="../media/image794.png"/><Relationship Id="rId100" Type="http://schemas.openxmlformats.org/officeDocument/2006/relationships/customXml" Target="../ink/ink806.xml"/><Relationship Id="rId8" Type="http://schemas.openxmlformats.org/officeDocument/2006/relationships/customXml" Target="../ink/ink760.xml"/><Relationship Id="rId98" Type="http://schemas.openxmlformats.org/officeDocument/2006/relationships/customXml" Target="../ink/ink805.xml"/><Relationship Id="rId121" Type="http://schemas.openxmlformats.org/officeDocument/2006/relationships/image" Target="../media/image816.png"/><Relationship Id="rId142" Type="http://schemas.openxmlformats.org/officeDocument/2006/relationships/customXml" Target="../ink/ink827.xml"/><Relationship Id="rId163" Type="http://schemas.openxmlformats.org/officeDocument/2006/relationships/image" Target="../media/image837.png"/><Relationship Id="rId184" Type="http://schemas.openxmlformats.org/officeDocument/2006/relationships/customXml" Target="../ink/ink848.xml"/><Relationship Id="rId219" Type="http://schemas.openxmlformats.org/officeDocument/2006/relationships/image" Target="../media/image865.png"/><Relationship Id="rId230" Type="http://schemas.openxmlformats.org/officeDocument/2006/relationships/customXml" Target="../ink/ink871.xml"/><Relationship Id="rId25" Type="http://schemas.openxmlformats.org/officeDocument/2006/relationships/image" Target="../media/image768.png"/><Relationship Id="rId46" Type="http://schemas.openxmlformats.org/officeDocument/2006/relationships/customXml" Target="../ink/ink779.xml"/><Relationship Id="rId67" Type="http://schemas.openxmlformats.org/officeDocument/2006/relationships/image" Target="../media/image789.png"/><Relationship Id="rId88" Type="http://schemas.openxmlformats.org/officeDocument/2006/relationships/customXml" Target="../ink/ink800.xml"/><Relationship Id="rId111" Type="http://schemas.openxmlformats.org/officeDocument/2006/relationships/image" Target="../media/image811.png"/><Relationship Id="rId132" Type="http://schemas.openxmlformats.org/officeDocument/2006/relationships/customXml" Target="../ink/ink822.xml"/><Relationship Id="rId153" Type="http://schemas.openxmlformats.org/officeDocument/2006/relationships/image" Target="../media/image832.png"/><Relationship Id="rId174" Type="http://schemas.openxmlformats.org/officeDocument/2006/relationships/customXml" Target="../ink/ink843.xml"/><Relationship Id="rId195" Type="http://schemas.openxmlformats.org/officeDocument/2006/relationships/image" Target="../media/image853.png"/><Relationship Id="rId209" Type="http://schemas.openxmlformats.org/officeDocument/2006/relationships/image" Target="../media/image860.png"/><Relationship Id="rId220" Type="http://schemas.openxmlformats.org/officeDocument/2006/relationships/customXml" Target="../ink/ink866.xml"/><Relationship Id="rId241" Type="http://schemas.openxmlformats.org/officeDocument/2006/relationships/image" Target="../media/image876.png"/><Relationship Id="rId15" Type="http://schemas.openxmlformats.org/officeDocument/2006/relationships/image" Target="../media/image763.png"/><Relationship Id="rId36" Type="http://schemas.openxmlformats.org/officeDocument/2006/relationships/customXml" Target="../ink/ink774.xml"/><Relationship Id="rId57" Type="http://schemas.openxmlformats.org/officeDocument/2006/relationships/image" Target="../media/image784.png"/><Relationship Id="rId78" Type="http://schemas.openxmlformats.org/officeDocument/2006/relationships/customXml" Target="../ink/ink795.xml"/><Relationship Id="rId99" Type="http://schemas.openxmlformats.org/officeDocument/2006/relationships/image" Target="../media/image805.png"/><Relationship Id="rId101" Type="http://schemas.openxmlformats.org/officeDocument/2006/relationships/image" Target="../media/image806.png"/><Relationship Id="rId122" Type="http://schemas.openxmlformats.org/officeDocument/2006/relationships/customXml" Target="../ink/ink817.xml"/><Relationship Id="rId143" Type="http://schemas.openxmlformats.org/officeDocument/2006/relationships/image" Target="../media/image827.png"/><Relationship Id="rId164" Type="http://schemas.openxmlformats.org/officeDocument/2006/relationships/customXml" Target="../ink/ink838.xml"/><Relationship Id="rId185" Type="http://schemas.openxmlformats.org/officeDocument/2006/relationships/image" Target="../media/image848.png"/><Relationship Id="rId4" Type="http://schemas.openxmlformats.org/officeDocument/2006/relationships/customXml" Target="../ink/ink758.xml"/><Relationship Id="rId9" Type="http://schemas.openxmlformats.org/officeDocument/2006/relationships/image" Target="../media/image760.png"/><Relationship Id="rId180" Type="http://schemas.openxmlformats.org/officeDocument/2006/relationships/customXml" Target="../ink/ink846.xml"/><Relationship Id="rId210" Type="http://schemas.openxmlformats.org/officeDocument/2006/relationships/customXml" Target="../ink/ink861.xml"/><Relationship Id="rId215" Type="http://schemas.openxmlformats.org/officeDocument/2006/relationships/image" Target="../media/image863.png"/><Relationship Id="rId236" Type="http://schemas.openxmlformats.org/officeDocument/2006/relationships/customXml" Target="../ink/ink874.xml"/><Relationship Id="rId26" Type="http://schemas.openxmlformats.org/officeDocument/2006/relationships/customXml" Target="../ink/ink769.xml"/><Relationship Id="rId231" Type="http://schemas.openxmlformats.org/officeDocument/2006/relationships/image" Target="../media/image871.png"/><Relationship Id="rId47" Type="http://schemas.openxmlformats.org/officeDocument/2006/relationships/image" Target="../media/image779.png"/><Relationship Id="rId68" Type="http://schemas.openxmlformats.org/officeDocument/2006/relationships/customXml" Target="../ink/ink790.xml"/><Relationship Id="rId89" Type="http://schemas.openxmlformats.org/officeDocument/2006/relationships/image" Target="../media/image800.png"/><Relationship Id="rId112" Type="http://schemas.openxmlformats.org/officeDocument/2006/relationships/customXml" Target="../ink/ink812.xml"/><Relationship Id="rId133" Type="http://schemas.openxmlformats.org/officeDocument/2006/relationships/image" Target="../media/image822.png"/><Relationship Id="rId154" Type="http://schemas.openxmlformats.org/officeDocument/2006/relationships/customXml" Target="../ink/ink833.xml"/><Relationship Id="rId175" Type="http://schemas.openxmlformats.org/officeDocument/2006/relationships/image" Target="../media/image843.png"/><Relationship Id="rId196" Type="http://schemas.openxmlformats.org/officeDocument/2006/relationships/customXml" Target="../ink/ink854.xml"/><Relationship Id="rId200" Type="http://schemas.openxmlformats.org/officeDocument/2006/relationships/customXml" Target="../ink/ink856.xml"/><Relationship Id="rId16" Type="http://schemas.openxmlformats.org/officeDocument/2006/relationships/customXml" Target="../ink/ink764.xml"/><Relationship Id="rId221" Type="http://schemas.openxmlformats.org/officeDocument/2006/relationships/image" Target="../media/image866.png"/><Relationship Id="rId242" Type="http://schemas.openxmlformats.org/officeDocument/2006/relationships/customXml" Target="../ink/ink877.xml"/><Relationship Id="rId37" Type="http://schemas.openxmlformats.org/officeDocument/2006/relationships/image" Target="../media/image774.png"/><Relationship Id="rId58" Type="http://schemas.openxmlformats.org/officeDocument/2006/relationships/customXml" Target="../ink/ink785.xml"/><Relationship Id="rId79" Type="http://schemas.openxmlformats.org/officeDocument/2006/relationships/image" Target="../media/image795.png"/><Relationship Id="rId102" Type="http://schemas.openxmlformats.org/officeDocument/2006/relationships/customXml" Target="../ink/ink807.xml"/><Relationship Id="rId123" Type="http://schemas.openxmlformats.org/officeDocument/2006/relationships/image" Target="../media/image817.png"/><Relationship Id="rId144" Type="http://schemas.openxmlformats.org/officeDocument/2006/relationships/customXml" Target="../ink/ink828.xml"/><Relationship Id="rId90" Type="http://schemas.openxmlformats.org/officeDocument/2006/relationships/customXml" Target="../ink/ink801.xml"/><Relationship Id="rId165" Type="http://schemas.openxmlformats.org/officeDocument/2006/relationships/image" Target="../media/image838.png"/><Relationship Id="rId186" Type="http://schemas.openxmlformats.org/officeDocument/2006/relationships/customXml" Target="../ink/ink849.xml"/><Relationship Id="rId211" Type="http://schemas.openxmlformats.org/officeDocument/2006/relationships/image" Target="../media/image861.png"/><Relationship Id="rId232" Type="http://schemas.openxmlformats.org/officeDocument/2006/relationships/customXml" Target="../ink/ink872.xml"/><Relationship Id="rId27" Type="http://schemas.openxmlformats.org/officeDocument/2006/relationships/image" Target="../media/image769.png"/><Relationship Id="rId48" Type="http://schemas.openxmlformats.org/officeDocument/2006/relationships/customXml" Target="../ink/ink780.xml"/><Relationship Id="rId69" Type="http://schemas.openxmlformats.org/officeDocument/2006/relationships/image" Target="../media/image790.png"/><Relationship Id="rId113" Type="http://schemas.openxmlformats.org/officeDocument/2006/relationships/image" Target="../media/image812.png"/><Relationship Id="rId134" Type="http://schemas.openxmlformats.org/officeDocument/2006/relationships/customXml" Target="../ink/ink823.xml"/><Relationship Id="rId80" Type="http://schemas.openxmlformats.org/officeDocument/2006/relationships/customXml" Target="../ink/ink796.xml"/><Relationship Id="rId155" Type="http://schemas.openxmlformats.org/officeDocument/2006/relationships/image" Target="../media/image833.png"/><Relationship Id="rId176" Type="http://schemas.openxmlformats.org/officeDocument/2006/relationships/customXml" Target="../ink/ink844.xml"/><Relationship Id="rId197" Type="http://schemas.openxmlformats.org/officeDocument/2006/relationships/image" Target="../media/image854.png"/><Relationship Id="rId201" Type="http://schemas.openxmlformats.org/officeDocument/2006/relationships/image" Target="../media/image856.png"/><Relationship Id="rId222" Type="http://schemas.openxmlformats.org/officeDocument/2006/relationships/customXml" Target="../ink/ink867.xml"/><Relationship Id="rId243" Type="http://schemas.openxmlformats.org/officeDocument/2006/relationships/image" Target="../media/image877.png"/><Relationship Id="rId17" Type="http://schemas.openxmlformats.org/officeDocument/2006/relationships/image" Target="../media/image764.png"/><Relationship Id="rId38" Type="http://schemas.openxmlformats.org/officeDocument/2006/relationships/customXml" Target="../ink/ink775.xml"/><Relationship Id="rId59" Type="http://schemas.openxmlformats.org/officeDocument/2006/relationships/image" Target="../media/image785.png"/><Relationship Id="rId103" Type="http://schemas.openxmlformats.org/officeDocument/2006/relationships/image" Target="../media/image807.png"/><Relationship Id="rId124" Type="http://schemas.openxmlformats.org/officeDocument/2006/relationships/customXml" Target="../ink/ink818.xml"/><Relationship Id="rId70" Type="http://schemas.openxmlformats.org/officeDocument/2006/relationships/customXml" Target="../ink/ink791.xml"/><Relationship Id="rId91" Type="http://schemas.openxmlformats.org/officeDocument/2006/relationships/image" Target="../media/image801.png"/><Relationship Id="rId145" Type="http://schemas.openxmlformats.org/officeDocument/2006/relationships/image" Target="../media/image828.png"/><Relationship Id="rId166" Type="http://schemas.openxmlformats.org/officeDocument/2006/relationships/customXml" Target="../ink/ink839.xml"/><Relationship Id="rId187" Type="http://schemas.openxmlformats.org/officeDocument/2006/relationships/image" Target="../media/image849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862.xml"/><Relationship Id="rId233" Type="http://schemas.openxmlformats.org/officeDocument/2006/relationships/image" Target="../media/image872.png"/><Relationship Id="rId28" Type="http://schemas.openxmlformats.org/officeDocument/2006/relationships/customXml" Target="../ink/ink770.xml"/><Relationship Id="rId49" Type="http://schemas.openxmlformats.org/officeDocument/2006/relationships/image" Target="../media/image780.png"/><Relationship Id="rId114" Type="http://schemas.openxmlformats.org/officeDocument/2006/relationships/customXml" Target="../ink/ink813.xml"/><Relationship Id="rId60" Type="http://schemas.openxmlformats.org/officeDocument/2006/relationships/customXml" Target="../ink/ink786.xml"/><Relationship Id="rId81" Type="http://schemas.openxmlformats.org/officeDocument/2006/relationships/image" Target="../media/image796.png"/><Relationship Id="rId135" Type="http://schemas.openxmlformats.org/officeDocument/2006/relationships/image" Target="../media/image823.png"/><Relationship Id="rId156" Type="http://schemas.openxmlformats.org/officeDocument/2006/relationships/customXml" Target="../ink/ink834.xml"/><Relationship Id="rId177" Type="http://schemas.openxmlformats.org/officeDocument/2006/relationships/image" Target="../media/image844.png"/><Relationship Id="rId198" Type="http://schemas.openxmlformats.org/officeDocument/2006/relationships/customXml" Target="../ink/ink855.xml"/><Relationship Id="rId202" Type="http://schemas.openxmlformats.org/officeDocument/2006/relationships/customXml" Target="../ink/ink857.xml"/><Relationship Id="rId223" Type="http://schemas.openxmlformats.org/officeDocument/2006/relationships/image" Target="../media/image867.png"/><Relationship Id="rId244" Type="http://schemas.openxmlformats.org/officeDocument/2006/relationships/customXml" Target="../ink/ink878.xml"/><Relationship Id="rId18" Type="http://schemas.openxmlformats.org/officeDocument/2006/relationships/customXml" Target="../ink/ink765.xml"/><Relationship Id="rId39" Type="http://schemas.openxmlformats.org/officeDocument/2006/relationships/image" Target="../media/image775.png"/><Relationship Id="rId50" Type="http://schemas.openxmlformats.org/officeDocument/2006/relationships/customXml" Target="../ink/ink781.xml"/><Relationship Id="rId104" Type="http://schemas.openxmlformats.org/officeDocument/2006/relationships/customXml" Target="../ink/ink808.xml"/><Relationship Id="rId125" Type="http://schemas.openxmlformats.org/officeDocument/2006/relationships/image" Target="../media/image818.png"/><Relationship Id="rId146" Type="http://schemas.openxmlformats.org/officeDocument/2006/relationships/customXml" Target="../ink/ink829.xml"/><Relationship Id="rId167" Type="http://schemas.openxmlformats.org/officeDocument/2006/relationships/image" Target="../media/image839.png"/><Relationship Id="rId188" Type="http://schemas.openxmlformats.org/officeDocument/2006/relationships/customXml" Target="../ink/ink850.xml"/><Relationship Id="rId71" Type="http://schemas.openxmlformats.org/officeDocument/2006/relationships/image" Target="../media/image791.png"/><Relationship Id="rId92" Type="http://schemas.openxmlformats.org/officeDocument/2006/relationships/customXml" Target="../ink/ink802.xml"/><Relationship Id="rId213" Type="http://schemas.openxmlformats.org/officeDocument/2006/relationships/image" Target="../media/image862.png"/><Relationship Id="rId234" Type="http://schemas.openxmlformats.org/officeDocument/2006/relationships/customXml" Target="../ink/ink873.xml"/><Relationship Id="rId2" Type="http://schemas.openxmlformats.org/officeDocument/2006/relationships/customXml" Target="../ink/ink757.xml"/><Relationship Id="rId29" Type="http://schemas.openxmlformats.org/officeDocument/2006/relationships/image" Target="../media/image770.png"/><Relationship Id="rId40" Type="http://schemas.openxmlformats.org/officeDocument/2006/relationships/customXml" Target="../ink/ink776.xml"/><Relationship Id="rId115" Type="http://schemas.openxmlformats.org/officeDocument/2006/relationships/image" Target="../media/image813.png"/><Relationship Id="rId136" Type="http://schemas.openxmlformats.org/officeDocument/2006/relationships/customXml" Target="../ink/ink824.xml"/><Relationship Id="rId157" Type="http://schemas.openxmlformats.org/officeDocument/2006/relationships/image" Target="../media/image834.png"/><Relationship Id="rId178" Type="http://schemas.openxmlformats.org/officeDocument/2006/relationships/customXml" Target="../ink/ink845.xml"/><Relationship Id="rId61" Type="http://schemas.openxmlformats.org/officeDocument/2006/relationships/image" Target="../media/image786.png"/><Relationship Id="rId82" Type="http://schemas.openxmlformats.org/officeDocument/2006/relationships/customXml" Target="../ink/ink797.xml"/><Relationship Id="rId199" Type="http://schemas.openxmlformats.org/officeDocument/2006/relationships/image" Target="../media/image855.png"/><Relationship Id="rId203" Type="http://schemas.openxmlformats.org/officeDocument/2006/relationships/image" Target="../media/image857.png"/><Relationship Id="rId19" Type="http://schemas.openxmlformats.org/officeDocument/2006/relationships/image" Target="../media/image765.png"/><Relationship Id="rId224" Type="http://schemas.openxmlformats.org/officeDocument/2006/relationships/customXml" Target="../ink/ink868.xml"/><Relationship Id="rId245" Type="http://schemas.openxmlformats.org/officeDocument/2006/relationships/image" Target="../media/image878.png"/><Relationship Id="rId30" Type="http://schemas.openxmlformats.org/officeDocument/2006/relationships/customXml" Target="../ink/ink771.xml"/><Relationship Id="rId105" Type="http://schemas.openxmlformats.org/officeDocument/2006/relationships/image" Target="../media/image808.png"/><Relationship Id="rId126" Type="http://schemas.openxmlformats.org/officeDocument/2006/relationships/customXml" Target="../ink/ink819.xml"/><Relationship Id="rId147" Type="http://schemas.openxmlformats.org/officeDocument/2006/relationships/image" Target="../media/image829.png"/><Relationship Id="rId168" Type="http://schemas.openxmlformats.org/officeDocument/2006/relationships/customXml" Target="../ink/ink840.xml"/><Relationship Id="rId51" Type="http://schemas.openxmlformats.org/officeDocument/2006/relationships/image" Target="../media/image781.png"/><Relationship Id="rId72" Type="http://schemas.openxmlformats.org/officeDocument/2006/relationships/customXml" Target="../ink/ink792.xml"/><Relationship Id="rId93" Type="http://schemas.openxmlformats.org/officeDocument/2006/relationships/image" Target="../media/image802.png"/><Relationship Id="rId189" Type="http://schemas.openxmlformats.org/officeDocument/2006/relationships/image" Target="../media/image850.png"/><Relationship Id="rId3" Type="http://schemas.openxmlformats.org/officeDocument/2006/relationships/image" Target="../media/image757.png"/><Relationship Id="rId214" Type="http://schemas.openxmlformats.org/officeDocument/2006/relationships/customXml" Target="../ink/ink863.xml"/><Relationship Id="rId235" Type="http://schemas.openxmlformats.org/officeDocument/2006/relationships/image" Target="../media/image873.png"/><Relationship Id="rId116" Type="http://schemas.openxmlformats.org/officeDocument/2006/relationships/customXml" Target="../ink/ink814.xml"/><Relationship Id="rId137" Type="http://schemas.openxmlformats.org/officeDocument/2006/relationships/image" Target="../media/image824.png"/><Relationship Id="rId158" Type="http://schemas.openxmlformats.org/officeDocument/2006/relationships/customXml" Target="../ink/ink835.xml"/><Relationship Id="rId20" Type="http://schemas.openxmlformats.org/officeDocument/2006/relationships/customXml" Target="../ink/ink766.xml"/><Relationship Id="rId41" Type="http://schemas.openxmlformats.org/officeDocument/2006/relationships/image" Target="../media/image776.png"/><Relationship Id="rId62" Type="http://schemas.openxmlformats.org/officeDocument/2006/relationships/customXml" Target="../ink/ink787.xml"/><Relationship Id="rId83" Type="http://schemas.openxmlformats.org/officeDocument/2006/relationships/image" Target="../media/image797.png"/><Relationship Id="rId179" Type="http://schemas.openxmlformats.org/officeDocument/2006/relationships/image" Target="../media/image845.png"/><Relationship Id="rId190" Type="http://schemas.openxmlformats.org/officeDocument/2006/relationships/customXml" Target="../ink/ink851.xml"/><Relationship Id="rId204" Type="http://schemas.openxmlformats.org/officeDocument/2006/relationships/customXml" Target="../ink/ink858.xml"/><Relationship Id="rId225" Type="http://schemas.openxmlformats.org/officeDocument/2006/relationships/image" Target="../media/image868.png"/><Relationship Id="rId246" Type="http://schemas.openxmlformats.org/officeDocument/2006/relationships/customXml" Target="../ink/ink879.xml"/><Relationship Id="rId106" Type="http://schemas.openxmlformats.org/officeDocument/2006/relationships/customXml" Target="../ink/ink809.xml"/><Relationship Id="rId127" Type="http://schemas.openxmlformats.org/officeDocument/2006/relationships/image" Target="../media/image819.png"/><Relationship Id="rId10" Type="http://schemas.openxmlformats.org/officeDocument/2006/relationships/customXml" Target="../ink/ink761.xml"/><Relationship Id="rId31" Type="http://schemas.openxmlformats.org/officeDocument/2006/relationships/image" Target="../media/image771.png"/><Relationship Id="rId52" Type="http://schemas.openxmlformats.org/officeDocument/2006/relationships/customXml" Target="../ink/ink782.xml"/><Relationship Id="rId73" Type="http://schemas.openxmlformats.org/officeDocument/2006/relationships/image" Target="../media/image792.png"/><Relationship Id="rId94" Type="http://schemas.openxmlformats.org/officeDocument/2006/relationships/customXml" Target="../ink/ink803.xml"/><Relationship Id="rId148" Type="http://schemas.openxmlformats.org/officeDocument/2006/relationships/customXml" Target="../ink/ink830.xml"/><Relationship Id="rId169" Type="http://schemas.openxmlformats.org/officeDocument/2006/relationships/image" Target="../media/image840.png"/></Relationships>
</file>

<file path=ppt/slides/_rels/slide1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38.png"/><Relationship Id="rId21" Type="http://schemas.openxmlformats.org/officeDocument/2006/relationships/image" Target="../media/image890.png"/><Relationship Id="rId42" Type="http://schemas.openxmlformats.org/officeDocument/2006/relationships/customXml" Target="../ink/ink901.xml"/><Relationship Id="rId63" Type="http://schemas.openxmlformats.org/officeDocument/2006/relationships/image" Target="../media/image911.png"/><Relationship Id="rId84" Type="http://schemas.openxmlformats.org/officeDocument/2006/relationships/customXml" Target="../ink/ink922.xml"/><Relationship Id="rId138" Type="http://schemas.openxmlformats.org/officeDocument/2006/relationships/customXml" Target="../ink/ink949.xml"/><Relationship Id="rId107" Type="http://schemas.openxmlformats.org/officeDocument/2006/relationships/image" Target="../media/image933.png"/><Relationship Id="rId11" Type="http://schemas.openxmlformats.org/officeDocument/2006/relationships/image" Target="../media/image885.png"/><Relationship Id="rId32" Type="http://schemas.openxmlformats.org/officeDocument/2006/relationships/customXml" Target="../ink/ink896.xml"/><Relationship Id="rId53" Type="http://schemas.openxmlformats.org/officeDocument/2006/relationships/image" Target="../media/image906.png"/><Relationship Id="rId74" Type="http://schemas.openxmlformats.org/officeDocument/2006/relationships/customXml" Target="../ink/ink917.xml"/><Relationship Id="rId128" Type="http://schemas.openxmlformats.org/officeDocument/2006/relationships/customXml" Target="../ink/ink944.xml"/><Relationship Id="rId149" Type="http://schemas.openxmlformats.org/officeDocument/2006/relationships/image" Target="../media/image953.png"/><Relationship Id="rId5" Type="http://schemas.openxmlformats.org/officeDocument/2006/relationships/image" Target="../media/image882.png"/><Relationship Id="rId95" Type="http://schemas.openxmlformats.org/officeDocument/2006/relationships/image" Target="../media/image927.png"/><Relationship Id="rId22" Type="http://schemas.openxmlformats.org/officeDocument/2006/relationships/customXml" Target="../ink/ink891.xml"/><Relationship Id="rId27" Type="http://schemas.openxmlformats.org/officeDocument/2006/relationships/image" Target="../media/image893.png"/><Relationship Id="rId43" Type="http://schemas.openxmlformats.org/officeDocument/2006/relationships/image" Target="../media/image901.png"/><Relationship Id="rId48" Type="http://schemas.openxmlformats.org/officeDocument/2006/relationships/customXml" Target="../ink/ink904.xml"/><Relationship Id="rId64" Type="http://schemas.openxmlformats.org/officeDocument/2006/relationships/customXml" Target="../ink/ink912.xml"/><Relationship Id="rId69" Type="http://schemas.openxmlformats.org/officeDocument/2006/relationships/image" Target="../media/image914.png"/><Relationship Id="rId113" Type="http://schemas.openxmlformats.org/officeDocument/2006/relationships/image" Target="../media/image936.png"/><Relationship Id="rId118" Type="http://schemas.openxmlformats.org/officeDocument/2006/relationships/customXml" Target="../ink/ink939.xml"/><Relationship Id="rId134" Type="http://schemas.openxmlformats.org/officeDocument/2006/relationships/customXml" Target="../ink/ink947.xml"/><Relationship Id="rId139" Type="http://schemas.openxmlformats.org/officeDocument/2006/relationships/image" Target="../media/image949.png"/><Relationship Id="rId80" Type="http://schemas.openxmlformats.org/officeDocument/2006/relationships/customXml" Target="../ink/ink920.xml"/><Relationship Id="rId85" Type="http://schemas.openxmlformats.org/officeDocument/2006/relationships/image" Target="../media/image922.png"/><Relationship Id="rId12" Type="http://schemas.openxmlformats.org/officeDocument/2006/relationships/customXml" Target="../ink/ink886.xml"/><Relationship Id="rId17" Type="http://schemas.openxmlformats.org/officeDocument/2006/relationships/image" Target="../media/image888.png"/><Relationship Id="rId33" Type="http://schemas.openxmlformats.org/officeDocument/2006/relationships/image" Target="../media/image896.png"/><Relationship Id="rId38" Type="http://schemas.openxmlformats.org/officeDocument/2006/relationships/customXml" Target="../ink/ink899.xml"/><Relationship Id="rId59" Type="http://schemas.openxmlformats.org/officeDocument/2006/relationships/image" Target="../media/image909.png"/><Relationship Id="rId103" Type="http://schemas.openxmlformats.org/officeDocument/2006/relationships/image" Target="../media/image931.png"/><Relationship Id="rId108" Type="http://schemas.openxmlformats.org/officeDocument/2006/relationships/customXml" Target="../ink/ink934.xml"/><Relationship Id="rId124" Type="http://schemas.openxmlformats.org/officeDocument/2006/relationships/customXml" Target="../ink/ink942.xml"/><Relationship Id="rId129" Type="http://schemas.openxmlformats.org/officeDocument/2006/relationships/image" Target="../media/image944.png"/><Relationship Id="rId54" Type="http://schemas.openxmlformats.org/officeDocument/2006/relationships/customXml" Target="../ink/ink907.xml"/><Relationship Id="rId70" Type="http://schemas.openxmlformats.org/officeDocument/2006/relationships/customXml" Target="../ink/ink915.xml"/><Relationship Id="rId75" Type="http://schemas.openxmlformats.org/officeDocument/2006/relationships/image" Target="../media/image917.png"/><Relationship Id="rId91" Type="http://schemas.openxmlformats.org/officeDocument/2006/relationships/image" Target="../media/image925.png"/><Relationship Id="rId96" Type="http://schemas.openxmlformats.org/officeDocument/2006/relationships/customXml" Target="../ink/ink928.xml"/><Relationship Id="rId140" Type="http://schemas.openxmlformats.org/officeDocument/2006/relationships/customXml" Target="../ink/ink950.xml"/><Relationship Id="rId145" Type="http://schemas.openxmlformats.org/officeDocument/2006/relationships/image" Target="../media/image95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83.xml"/><Relationship Id="rId23" Type="http://schemas.openxmlformats.org/officeDocument/2006/relationships/image" Target="../media/image891.png"/><Relationship Id="rId28" Type="http://schemas.openxmlformats.org/officeDocument/2006/relationships/customXml" Target="../ink/ink894.xml"/><Relationship Id="rId49" Type="http://schemas.openxmlformats.org/officeDocument/2006/relationships/image" Target="../media/image904.png"/><Relationship Id="rId114" Type="http://schemas.openxmlformats.org/officeDocument/2006/relationships/customXml" Target="../ink/ink937.xml"/><Relationship Id="rId119" Type="http://schemas.openxmlformats.org/officeDocument/2006/relationships/image" Target="../media/image939.png"/><Relationship Id="rId44" Type="http://schemas.openxmlformats.org/officeDocument/2006/relationships/customXml" Target="../ink/ink902.xml"/><Relationship Id="rId60" Type="http://schemas.openxmlformats.org/officeDocument/2006/relationships/customXml" Target="../ink/ink910.xml"/><Relationship Id="rId65" Type="http://schemas.openxmlformats.org/officeDocument/2006/relationships/image" Target="../media/image912.png"/><Relationship Id="rId81" Type="http://schemas.openxmlformats.org/officeDocument/2006/relationships/image" Target="../media/image920.png"/><Relationship Id="rId86" Type="http://schemas.openxmlformats.org/officeDocument/2006/relationships/customXml" Target="../ink/ink923.xml"/><Relationship Id="rId130" Type="http://schemas.openxmlformats.org/officeDocument/2006/relationships/customXml" Target="../ink/ink945.xml"/><Relationship Id="rId135" Type="http://schemas.openxmlformats.org/officeDocument/2006/relationships/image" Target="../media/image947.png"/><Relationship Id="rId13" Type="http://schemas.openxmlformats.org/officeDocument/2006/relationships/image" Target="../media/image886.png"/><Relationship Id="rId18" Type="http://schemas.openxmlformats.org/officeDocument/2006/relationships/customXml" Target="../ink/ink889.xml"/><Relationship Id="rId39" Type="http://schemas.openxmlformats.org/officeDocument/2006/relationships/image" Target="../media/image899.png"/><Relationship Id="rId109" Type="http://schemas.openxmlformats.org/officeDocument/2006/relationships/image" Target="../media/image934.png"/><Relationship Id="rId34" Type="http://schemas.openxmlformats.org/officeDocument/2006/relationships/customXml" Target="../ink/ink897.xml"/><Relationship Id="rId50" Type="http://schemas.openxmlformats.org/officeDocument/2006/relationships/customXml" Target="../ink/ink905.xml"/><Relationship Id="rId55" Type="http://schemas.openxmlformats.org/officeDocument/2006/relationships/image" Target="../media/image907.png"/><Relationship Id="rId76" Type="http://schemas.openxmlformats.org/officeDocument/2006/relationships/customXml" Target="../ink/ink918.xml"/><Relationship Id="rId97" Type="http://schemas.openxmlformats.org/officeDocument/2006/relationships/image" Target="../media/image928.png"/><Relationship Id="rId104" Type="http://schemas.openxmlformats.org/officeDocument/2006/relationships/customXml" Target="../ink/ink932.xml"/><Relationship Id="rId120" Type="http://schemas.openxmlformats.org/officeDocument/2006/relationships/customXml" Target="../ink/ink940.xml"/><Relationship Id="rId125" Type="http://schemas.openxmlformats.org/officeDocument/2006/relationships/image" Target="../media/image942.png"/><Relationship Id="rId141" Type="http://schemas.openxmlformats.org/officeDocument/2006/relationships/image" Target="../media/image950.png"/><Relationship Id="rId146" Type="http://schemas.openxmlformats.org/officeDocument/2006/relationships/customXml" Target="../ink/ink953.xml"/><Relationship Id="rId7" Type="http://schemas.openxmlformats.org/officeDocument/2006/relationships/image" Target="../media/image883.png"/><Relationship Id="rId71" Type="http://schemas.openxmlformats.org/officeDocument/2006/relationships/image" Target="../media/image915.png"/><Relationship Id="rId92" Type="http://schemas.openxmlformats.org/officeDocument/2006/relationships/customXml" Target="../ink/ink926.xml"/><Relationship Id="rId2" Type="http://schemas.openxmlformats.org/officeDocument/2006/relationships/customXml" Target="../ink/ink881.xml"/><Relationship Id="rId29" Type="http://schemas.openxmlformats.org/officeDocument/2006/relationships/image" Target="../media/image894.png"/><Relationship Id="rId24" Type="http://schemas.openxmlformats.org/officeDocument/2006/relationships/customXml" Target="../ink/ink892.xml"/><Relationship Id="rId40" Type="http://schemas.openxmlformats.org/officeDocument/2006/relationships/customXml" Target="../ink/ink900.xml"/><Relationship Id="rId45" Type="http://schemas.openxmlformats.org/officeDocument/2006/relationships/image" Target="../media/image902.png"/><Relationship Id="rId66" Type="http://schemas.openxmlformats.org/officeDocument/2006/relationships/customXml" Target="../ink/ink913.xml"/><Relationship Id="rId87" Type="http://schemas.openxmlformats.org/officeDocument/2006/relationships/image" Target="../media/image923.png"/><Relationship Id="rId110" Type="http://schemas.openxmlformats.org/officeDocument/2006/relationships/customXml" Target="../ink/ink935.xml"/><Relationship Id="rId115" Type="http://schemas.openxmlformats.org/officeDocument/2006/relationships/image" Target="../media/image937.png"/><Relationship Id="rId131" Type="http://schemas.openxmlformats.org/officeDocument/2006/relationships/image" Target="../media/image945.png"/><Relationship Id="rId136" Type="http://schemas.openxmlformats.org/officeDocument/2006/relationships/customXml" Target="../ink/ink948.xml"/><Relationship Id="rId61" Type="http://schemas.openxmlformats.org/officeDocument/2006/relationships/image" Target="../media/image910.png"/><Relationship Id="rId82" Type="http://schemas.openxmlformats.org/officeDocument/2006/relationships/customXml" Target="../ink/ink921.xml"/><Relationship Id="rId19" Type="http://schemas.openxmlformats.org/officeDocument/2006/relationships/image" Target="../media/image889.png"/><Relationship Id="rId14" Type="http://schemas.openxmlformats.org/officeDocument/2006/relationships/customXml" Target="../ink/ink887.xml"/><Relationship Id="rId30" Type="http://schemas.openxmlformats.org/officeDocument/2006/relationships/customXml" Target="../ink/ink895.xml"/><Relationship Id="rId35" Type="http://schemas.openxmlformats.org/officeDocument/2006/relationships/image" Target="../media/image897.png"/><Relationship Id="rId56" Type="http://schemas.openxmlformats.org/officeDocument/2006/relationships/customXml" Target="../ink/ink908.xml"/><Relationship Id="rId77" Type="http://schemas.openxmlformats.org/officeDocument/2006/relationships/image" Target="../media/image918.png"/><Relationship Id="rId100" Type="http://schemas.openxmlformats.org/officeDocument/2006/relationships/customXml" Target="../ink/ink930.xml"/><Relationship Id="rId105" Type="http://schemas.openxmlformats.org/officeDocument/2006/relationships/image" Target="../media/image932.png"/><Relationship Id="rId126" Type="http://schemas.openxmlformats.org/officeDocument/2006/relationships/customXml" Target="../ink/ink943.xml"/><Relationship Id="rId147" Type="http://schemas.openxmlformats.org/officeDocument/2006/relationships/image" Target="../media/image952.png"/><Relationship Id="rId8" Type="http://schemas.openxmlformats.org/officeDocument/2006/relationships/customXml" Target="../ink/ink884.xml"/><Relationship Id="rId51" Type="http://schemas.openxmlformats.org/officeDocument/2006/relationships/image" Target="../media/image905.png"/><Relationship Id="rId72" Type="http://schemas.openxmlformats.org/officeDocument/2006/relationships/customXml" Target="../ink/ink916.xml"/><Relationship Id="rId93" Type="http://schemas.openxmlformats.org/officeDocument/2006/relationships/image" Target="../media/image926.png"/><Relationship Id="rId98" Type="http://schemas.openxmlformats.org/officeDocument/2006/relationships/customXml" Target="../ink/ink929.xml"/><Relationship Id="rId121" Type="http://schemas.openxmlformats.org/officeDocument/2006/relationships/image" Target="../media/image940.png"/><Relationship Id="rId142" Type="http://schemas.openxmlformats.org/officeDocument/2006/relationships/customXml" Target="../ink/ink951.xml"/><Relationship Id="rId3" Type="http://schemas.openxmlformats.org/officeDocument/2006/relationships/image" Target="../media/image881.png"/><Relationship Id="rId25" Type="http://schemas.openxmlformats.org/officeDocument/2006/relationships/image" Target="../media/image892.png"/><Relationship Id="rId46" Type="http://schemas.openxmlformats.org/officeDocument/2006/relationships/customXml" Target="../ink/ink903.xml"/><Relationship Id="rId67" Type="http://schemas.openxmlformats.org/officeDocument/2006/relationships/image" Target="../media/image913.png"/><Relationship Id="rId116" Type="http://schemas.openxmlformats.org/officeDocument/2006/relationships/customXml" Target="../ink/ink938.xml"/><Relationship Id="rId137" Type="http://schemas.openxmlformats.org/officeDocument/2006/relationships/image" Target="../media/image948.png"/><Relationship Id="rId20" Type="http://schemas.openxmlformats.org/officeDocument/2006/relationships/customXml" Target="../ink/ink890.xml"/><Relationship Id="rId41" Type="http://schemas.openxmlformats.org/officeDocument/2006/relationships/image" Target="../media/image900.png"/><Relationship Id="rId62" Type="http://schemas.openxmlformats.org/officeDocument/2006/relationships/customXml" Target="../ink/ink911.xml"/><Relationship Id="rId83" Type="http://schemas.openxmlformats.org/officeDocument/2006/relationships/image" Target="../media/image921.png"/><Relationship Id="rId88" Type="http://schemas.openxmlformats.org/officeDocument/2006/relationships/customXml" Target="../ink/ink924.xml"/><Relationship Id="rId111" Type="http://schemas.openxmlformats.org/officeDocument/2006/relationships/image" Target="../media/image935.png"/><Relationship Id="rId132" Type="http://schemas.openxmlformats.org/officeDocument/2006/relationships/customXml" Target="../ink/ink946.xml"/><Relationship Id="rId15" Type="http://schemas.openxmlformats.org/officeDocument/2006/relationships/image" Target="../media/image887.png"/><Relationship Id="rId36" Type="http://schemas.openxmlformats.org/officeDocument/2006/relationships/customXml" Target="../ink/ink898.xml"/><Relationship Id="rId57" Type="http://schemas.openxmlformats.org/officeDocument/2006/relationships/image" Target="../media/image908.png"/><Relationship Id="rId106" Type="http://schemas.openxmlformats.org/officeDocument/2006/relationships/customXml" Target="../ink/ink933.xml"/><Relationship Id="rId127" Type="http://schemas.openxmlformats.org/officeDocument/2006/relationships/image" Target="../media/image943.png"/><Relationship Id="rId10" Type="http://schemas.openxmlformats.org/officeDocument/2006/relationships/customXml" Target="../ink/ink885.xml"/><Relationship Id="rId31" Type="http://schemas.openxmlformats.org/officeDocument/2006/relationships/image" Target="../media/image895.png"/><Relationship Id="rId52" Type="http://schemas.openxmlformats.org/officeDocument/2006/relationships/customXml" Target="../ink/ink906.xml"/><Relationship Id="rId73" Type="http://schemas.openxmlformats.org/officeDocument/2006/relationships/image" Target="../media/image916.png"/><Relationship Id="rId78" Type="http://schemas.openxmlformats.org/officeDocument/2006/relationships/customXml" Target="../ink/ink919.xml"/><Relationship Id="rId94" Type="http://schemas.openxmlformats.org/officeDocument/2006/relationships/customXml" Target="../ink/ink927.xml"/><Relationship Id="rId99" Type="http://schemas.openxmlformats.org/officeDocument/2006/relationships/image" Target="../media/image929.png"/><Relationship Id="rId101" Type="http://schemas.openxmlformats.org/officeDocument/2006/relationships/image" Target="../media/image930.png"/><Relationship Id="rId122" Type="http://schemas.openxmlformats.org/officeDocument/2006/relationships/customXml" Target="../ink/ink941.xml"/><Relationship Id="rId143" Type="http://schemas.openxmlformats.org/officeDocument/2006/relationships/image" Target="../media/image485.png"/><Relationship Id="rId148" Type="http://schemas.openxmlformats.org/officeDocument/2006/relationships/customXml" Target="../ink/ink954.xml"/><Relationship Id="rId4" Type="http://schemas.openxmlformats.org/officeDocument/2006/relationships/customXml" Target="../ink/ink882.xml"/><Relationship Id="rId9" Type="http://schemas.openxmlformats.org/officeDocument/2006/relationships/image" Target="../media/image884.png"/><Relationship Id="rId26" Type="http://schemas.openxmlformats.org/officeDocument/2006/relationships/customXml" Target="../ink/ink893.xml"/><Relationship Id="rId47" Type="http://schemas.openxmlformats.org/officeDocument/2006/relationships/image" Target="../media/image903.png"/><Relationship Id="rId68" Type="http://schemas.openxmlformats.org/officeDocument/2006/relationships/customXml" Target="../ink/ink914.xml"/><Relationship Id="rId89" Type="http://schemas.openxmlformats.org/officeDocument/2006/relationships/image" Target="../media/image924.png"/><Relationship Id="rId112" Type="http://schemas.openxmlformats.org/officeDocument/2006/relationships/customXml" Target="../ink/ink936.xml"/><Relationship Id="rId133" Type="http://schemas.openxmlformats.org/officeDocument/2006/relationships/image" Target="../media/image946.png"/><Relationship Id="rId16" Type="http://schemas.openxmlformats.org/officeDocument/2006/relationships/customXml" Target="../ink/ink888.xml"/><Relationship Id="rId37" Type="http://schemas.openxmlformats.org/officeDocument/2006/relationships/image" Target="../media/image898.png"/><Relationship Id="rId58" Type="http://schemas.openxmlformats.org/officeDocument/2006/relationships/customXml" Target="../ink/ink909.xml"/><Relationship Id="rId79" Type="http://schemas.openxmlformats.org/officeDocument/2006/relationships/image" Target="../media/image919.png"/><Relationship Id="rId102" Type="http://schemas.openxmlformats.org/officeDocument/2006/relationships/customXml" Target="../ink/ink931.xml"/><Relationship Id="rId123" Type="http://schemas.openxmlformats.org/officeDocument/2006/relationships/image" Target="../media/image941.png"/><Relationship Id="rId144" Type="http://schemas.openxmlformats.org/officeDocument/2006/relationships/customXml" Target="../ink/ink952.xml"/><Relationship Id="rId90" Type="http://schemas.openxmlformats.org/officeDocument/2006/relationships/customXml" Target="../ink/ink925.xml"/></Relationships>
</file>

<file path=ppt/slides/_rels/slide17.xml.rels><?xml version="1.0" encoding="UTF-8" standalone="yes"?>
<Relationships xmlns="http://schemas.openxmlformats.org/package/2006/relationships"><Relationship Id="rId26" Type="http://schemas.openxmlformats.org/officeDocument/2006/relationships/customXml" Target="../ink/ink967.xml"/><Relationship Id="rId117" Type="http://schemas.openxmlformats.org/officeDocument/2006/relationships/image" Target="../media/image1011.png"/><Relationship Id="rId21" Type="http://schemas.openxmlformats.org/officeDocument/2006/relationships/image" Target="../media/image963.png"/><Relationship Id="rId42" Type="http://schemas.openxmlformats.org/officeDocument/2006/relationships/customXml" Target="../ink/ink975.xml"/><Relationship Id="rId47" Type="http://schemas.openxmlformats.org/officeDocument/2006/relationships/image" Target="../media/image976.png"/><Relationship Id="rId63" Type="http://schemas.openxmlformats.org/officeDocument/2006/relationships/image" Target="../media/image984.png"/><Relationship Id="rId68" Type="http://schemas.openxmlformats.org/officeDocument/2006/relationships/customXml" Target="../ink/ink988.xml"/><Relationship Id="rId84" Type="http://schemas.openxmlformats.org/officeDocument/2006/relationships/customXml" Target="../ink/ink996.xml"/><Relationship Id="rId89" Type="http://schemas.openxmlformats.org/officeDocument/2006/relationships/image" Target="../media/image997.png"/><Relationship Id="rId112" Type="http://schemas.openxmlformats.org/officeDocument/2006/relationships/customXml" Target="../ink/ink1010.xml"/><Relationship Id="rId16" Type="http://schemas.openxmlformats.org/officeDocument/2006/relationships/customXml" Target="../ink/ink962.xml"/><Relationship Id="rId107" Type="http://schemas.openxmlformats.org/officeDocument/2006/relationships/image" Target="../media/image1006.png"/><Relationship Id="rId11" Type="http://schemas.openxmlformats.org/officeDocument/2006/relationships/image" Target="../media/image958.png"/><Relationship Id="rId32" Type="http://schemas.openxmlformats.org/officeDocument/2006/relationships/customXml" Target="../ink/ink970.xml"/><Relationship Id="rId37" Type="http://schemas.openxmlformats.org/officeDocument/2006/relationships/image" Target="../media/image971.png"/><Relationship Id="rId53" Type="http://schemas.openxmlformats.org/officeDocument/2006/relationships/image" Target="../media/image979.png"/><Relationship Id="rId58" Type="http://schemas.openxmlformats.org/officeDocument/2006/relationships/customXml" Target="../ink/ink983.xml"/><Relationship Id="rId74" Type="http://schemas.openxmlformats.org/officeDocument/2006/relationships/customXml" Target="../ink/ink991.xml"/><Relationship Id="rId79" Type="http://schemas.openxmlformats.org/officeDocument/2006/relationships/image" Target="../media/image992.png"/><Relationship Id="rId102" Type="http://schemas.openxmlformats.org/officeDocument/2006/relationships/customXml" Target="../ink/ink1005.xml"/><Relationship Id="rId5" Type="http://schemas.openxmlformats.org/officeDocument/2006/relationships/image" Target="../media/image955.png"/><Relationship Id="rId90" Type="http://schemas.openxmlformats.org/officeDocument/2006/relationships/customXml" Target="../ink/ink999.xml"/><Relationship Id="rId95" Type="http://schemas.openxmlformats.org/officeDocument/2006/relationships/image" Target="../media/image1000.png"/><Relationship Id="rId22" Type="http://schemas.openxmlformats.org/officeDocument/2006/relationships/customXml" Target="../ink/ink965.xml"/><Relationship Id="rId27" Type="http://schemas.openxmlformats.org/officeDocument/2006/relationships/image" Target="../media/image966.png"/><Relationship Id="rId43" Type="http://schemas.openxmlformats.org/officeDocument/2006/relationships/image" Target="../media/image974.png"/><Relationship Id="rId48" Type="http://schemas.openxmlformats.org/officeDocument/2006/relationships/customXml" Target="../ink/ink978.xml"/><Relationship Id="rId64" Type="http://schemas.openxmlformats.org/officeDocument/2006/relationships/customXml" Target="../ink/ink986.xml"/><Relationship Id="rId69" Type="http://schemas.openxmlformats.org/officeDocument/2006/relationships/image" Target="../media/image987.png"/><Relationship Id="rId113" Type="http://schemas.openxmlformats.org/officeDocument/2006/relationships/image" Target="../media/image1009.png"/><Relationship Id="rId80" Type="http://schemas.openxmlformats.org/officeDocument/2006/relationships/customXml" Target="../ink/ink994.xml"/><Relationship Id="rId85" Type="http://schemas.openxmlformats.org/officeDocument/2006/relationships/image" Target="../media/image995.png"/><Relationship Id="rId12" Type="http://schemas.openxmlformats.org/officeDocument/2006/relationships/customXml" Target="../ink/ink960.xml"/><Relationship Id="rId17" Type="http://schemas.openxmlformats.org/officeDocument/2006/relationships/image" Target="../media/image961.png"/><Relationship Id="rId33" Type="http://schemas.openxmlformats.org/officeDocument/2006/relationships/image" Target="../media/image969.png"/><Relationship Id="rId38" Type="http://schemas.openxmlformats.org/officeDocument/2006/relationships/customXml" Target="../ink/ink973.xml"/><Relationship Id="rId59" Type="http://schemas.openxmlformats.org/officeDocument/2006/relationships/image" Target="../media/image982.png"/><Relationship Id="rId103" Type="http://schemas.openxmlformats.org/officeDocument/2006/relationships/image" Target="../media/image1004.png"/><Relationship Id="rId108" Type="http://schemas.openxmlformats.org/officeDocument/2006/relationships/customXml" Target="../ink/ink1008.xml"/><Relationship Id="rId54" Type="http://schemas.openxmlformats.org/officeDocument/2006/relationships/customXml" Target="../ink/ink981.xml"/><Relationship Id="rId70" Type="http://schemas.openxmlformats.org/officeDocument/2006/relationships/customXml" Target="../ink/ink989.xml"/><Relationship Id="rId75" Type="http://schemas.openxmlformats.org/officeDocument/2006/relationships/image" Target="../media/image990.png"/><Relationship Id="rId91" Type="http://schemas.openxmlformats.org/officeDocument/2006/relationships/image" Target="../media/image998.png"/><Relationship Id="rId96" Type="http://schemas.openxmlformats.org/officeDocument/2006/relationships/customXml" Target="../ink/ink1002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957.xml"/><Relationship Id="rId23" Type="http://schemas.openxmlformats.org/officeDocument/2006/relationships/image" Target="../media/image964.png"/><Relationship Id="rId28" Type="http://schemas.openxmlformats.org/officeDocument/2006/relationships/customXml" Target="../ink/ink968.xml"/><Relationship Id="rId49" Type="http://schemas.openxmlformats.org/officeDocument/2006/relationships/image" Target="../media/image977.png"/><Relationship Id="rId114" Type="http://schemas.openxmlformats.org/officeDocument/2006/relationships/customXml" Target="../ink/ink1011.xml"/><Relationship Id="rId10" Type="http://schemas.openxmlformats.org/officeDocument/2006/relationships/customXml" Target="../ink/ink959.xml"/><Relationship Id="rId31" Type="http://schemas.openxmlformats.org/officeDocument/2006/relationships/image" Target="../media/image968.png"/><Relationship Id="rId44" Type="http://schemas.openxmlformats.org/officeDocument/2006/relationships/customXml" Target="../ink/ink976.xml"/><Relationship Id="rId52" Type="http://schemas.openxmlformats.org/officeDocument/2006/relationships/customXml" Target="../ink/ink980.xml"/><Relationship Id="rId60" Type="http://schemas.openxmlformats.org/officeDocument/2006/relationships/customXml" Target="../ink/ink984.xml"/><Relationship Id="rId65" Type="http://schemas.openxmlformats.org/officeDocument/2006/relationships/image" Target="../media/image985.png"/><Relationship Id="rId73" Type="http://schemas.openxmlformats.org/officeDocument/2006/relationships/image" Target="../media/image989.png"/><Relationship Id="rId78" Type="http://schemas.openxmlformats.org/officeDocument/2006/relationships/customXml" Target="../ink/ink993.xml"/><Relationship Id="rId81" Type="http://schemas.openxmlformats.org/officeDocument/2006/relationships/image" Target="../media/image993.png"/><Relationship Id="rId86" Type="http://schemas.openxmlformats.org/officeDocument/2006/relationships/customXml" Target="../ink/ink997.xml"/><Relationship Id="rId94" Type="http://schemas.openxmlformats.org/officeDocument/2006/relationships/customXml" Target="../ink/ink1001.xml"/><Relationship Id="rId99" Type="http://schemas.openxmlformats.org/officeDocument/2006/relationships/image" Target="../media/image1002.png"/><Relationship Id="rId101" Type="http://schemas.openxmlformats.org/officeDocument/2006/relationships/image" Target="../media/image1003.png"/><Relationship Id="rId4" Type="http://schemas.openxmlformats.org/officeDocument/2006/relationships/customXml" Target="../ink/ink956.xml"/><Relationship Id="rId9" Type="http://schemas.openxmlformats.org/officeDocument/2006/relationships/image" Target="../media/image957.png"/><Relationship Id="rId13" Type="http://schemas.openxmlformats.org/officeDocument/2006/relationships/image" Target="../media/image959.png"/><Relationship Id="rId18" Type="http://schemas.openxmlformats.org/officeDocument/2006/relationships/customXml" Target="../ink/ink963.xml"/><Relationship Id="rId39" Type="http://schemas.openxmlformats.org/officeDocument/2006/relationships/image" Target="../media/image972.png"/><Relationship Id="rId109" Type="http://schemas.openxmlformats.org/officeDocument/2006/relationships/image" Target="../media/image1007.png"/><Relationship Id="rId34" Type="http://schemas.openxmlformats.org/officeDocument/2006/relationships/customXml" Target="../ink/ink971.xml"/><Relationship Id="rId50" Type="http://schemas.openxmlformats.org/officeDocument/2006/relationships/customXml" Target="../ink/ink979.xml"/><Relationship Id="rId55" Type="http://schemas.openxmlformats.org/officeDocument/2006/relationships/image" Target="../media/image980.png"/><Relationship Id="rId76" Type="http://schemas.openxmlformats.org/officeDocument/2006/relationships/customXml" Target="../ink/ink992.xml"/><Relationship Id="rId97" Type="http://schemas.openxmlformats.org/officeDocument/2006/relationships/image" Target="../media/image1001.png"/><Relationship Id="rId104" Type="http://schemas.openxmlformats.org/officeDocument/2006/relationships/customXml" Target="../ink/ink1006.xml"/><Relationship Id="rId7" Type="http://schemas.openxmlformats.org/officeDocument/2006/relationships/image" Target="../media/image956.png"/><Relationship Id="rId71" Type="http://schemas.openxmlformats.org/officeDocument/2006/relationships/image" Target="../media/image988.png"/><Relationship Id="rId92" Type="http://schemas.openxmlformats.org/officeDocument/2006/relationships/customXml" Target="../ink/ink1000.xml"/><Relationship Id="rId2" Type="http://schemas.openxmlformats.org/officeDocument/2006/relationships/customXml" Target="../ink/ink955.xml"/><Relationship Id="rId29" Type="http://schemas.openxmlformats.org/officeDocument/2006/relationships/image" Target="../media/image967.png"/><Relationship Id="rId24" Type="http://schemas.openxmlformats.org/officeDocument/2006/relationships/customXml" Target="../ink/ink966.xml"/><Relationship Id="rId40" Type="http://schemas.openxmlformats.org/officeDocument/2006/relationships/customXml" Target="../ink/ink974.xml"/><Relationship Id="rId45" Type="http://schemas.openxmlformats.org/officeDocument/2006/relationships/image" Target="../media/image975.png"/><Relationship Id="rId66" Type="http://schemas.openxmlformats.org/officeDocument/2006/relationships/customXml" Target="../ink/ink987.xml"/><Relationship Id="rId87" Type="http://schemas.openxmlformats.org/officeDocument/2006/relationships/image" Target="../media/image996.png"/><Relationship Id="rId110" Type="http://schemas.openxmlformats.org/officeDocument/2006/relationships/customXml" Target="../ink/ink1009.xml"/><Relationship Id="rId115" Type="http://schemas.openxmlformats.org/officeDocument/2006/relationships/image" Target="../media/image1010.png"/><Relationship Id="rId61" Type="http://schemas.openxmlformats.org/officeDocument/2006/relationships/image" Target="../media/image983.png"/><Relationship Id="rId82" Type="http://schemas.openxmlformats.org/officeDocument/2006/relationships/customXml" Target="../ink/ink995.xml"/><Relationship Id="rId19" Type="http://schemas.openxmlformats.org/officeDocument/2006/relationships/image" Target="../media/image962.png"/><Relationship Id="rId14" Type="http://schemas.openxmlformats.org/officeDocument/2006/relationships/customXml" Target="../ink/ink961.xml"/><Relationship Id="rId30" Type="http://schemas.openxmlformats.org/officeDocument/2006/relationships/customXml" Target="../ink/ink969.xml"/><Relationship Id="rId35" Type="http://schemas.openxmlformats.org/officeDocument/2006/relationships/image" Target="../media/image970.png"/><Relationship Id="rId56" Type="http://schemas.openxmlformats.org/officeDocument/2006/relationships/customXml" Target="../ink/ink982.xml"/><Relationship Id="rId77" Type="http://schemas.openxmlformats.org/officeDocument/2006/relationships/image" Target="../media/image991.png"/><Relationship Id="rId100" Type="http://schemas.openxmlformats.org/officeDocument/2006/relationships/customXml" Target="../ink/ink1004.xml"/><Relationship Id="rId105" Type="http://schemas.openxmlformats.org/officeDocument/2006/relationships/image" Target="../media/image1005.png"/><Relationship Id="rId8" Type="http://schemas.openxmlformats.org/officeDocument/2006/relationships/customXml" Target="../ink/ink958.xml"/><Relationship Id="rId51" Type="http://schemas.openxmlformats.org/officeDocument/2006/relationships/image" Target="../media/image978.png"/><Relationship Id="rId72" Type="http://schemas.openxmlformats.org/officeDocument/2006/relationships/customXml" Target="../ink/ink990.xml"/><Relationship Id="rId93" Type="http://schemas.openxmlformats.org/officeDocument/2006/relationships/image" Target="../media/image999.png"/><Relationship Id="rId98" Type="http://schemas.openxmlformats.org/officeDocument/2006/relationships/customXml" Target="../ink/ink1003.xml"/><Relationship Id="rId3" Type="http://schemas.openxmlformats.org/officeDocument/2006/relationships/image" Target="../media/image954.png"/><Relationship Id="rId25" Type="http://schemas.openxmlformats.org/officeDocument/2006/relationships/image" Target="../media/image965.png"/><Relationship Id="rId46" Type="http://schemas.openxmlformats.org/officeDocument/2006/relationships/customXml" Target="../ink/ink977.xml"/><Relationship Id="rId67" Type="http://schemas.openxmlformats.org/officeDocument/2006/relationships/image" Target="../media/image986.png"/><Relationship Id="rId116" Type="http://schemas.openxmlformats.org/officeDocument/2006/relationships/customXml" Target="../ink/ink1012.xml"/><Relationship Id="rId20" Type="http://schemas.openxmlformats.org/officeDocument/2006/relationships/customXml" Target="../ink/ink964.xml"/><Relationship Id="rId41" Type="http://schemas.openxmlformats.org/officeDocument/2006/relationships/image" Target="../media/image973.png"/><Relationship Id="rId62" Type="http://schemas.openxmlformats.org/officeDocument/2006/relationships/customXml" Target="../ink/ink985.xml"/><Relationship Id="rId83" Type="http://schemas.openxmlformats.org/officeDocument/2006/relationships/image" Target="../media/image994.png"/><Relationship Id="rId88" Type="http://schemas.openxmlformats.org/officeDocument/2006/relationships/customXml" Target="../ink/ink998.xml"/><Relationship Id="rId111" Type="http://schemas.openxmlformats.org/officeDocument/2006/relationships/image" Target="../media/image1008.png"/><Relationship Id="rId15" Type="http://schemas.openxmlformats.org/officeDocument/2006/relationships/image" Target="../media/image960.png"/><Relationship Id="rId36" Type="http://schemas.openxmlformats.org/officeDocument/2006/relationships/customXml" Target="../ink/ink972.xml"/><Relationship Id="rId57" Type="http://schemas.openxmlformats.org/officeDocument/2006/relationships/image" Target="../media/image981.png"/><Relationship Id="rId106" Type="http://schemas.openxmlformats.org/officeDocument/2006/relationships/customXml" Target="../ink/ink1007.xml"/></Relationships>
</file>

<file path=ppt/slides/_rels/slide1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069.png"/><Relationship Id="rId21" Type="http://schemas.openxmlformats.org/officeDocument/2006/relationships/image" Target="../media/image1021.png"/><Relationship Id="rId42" Type="http://schemas.openxmlformats.org/officeDocument/2006/relationships/customXml" Target="../ink/ink1033.xml"/><Relationship Id="rId63" Type="http://schemas.openxmlformats.org/officeDocument/2006/relationships/image" Target="../media/image1042.png"/><Relationship Id="rId84" Type="http://schemas.openxmlformats.org/officeDocument/2006/relationships/customXml" Target="../ink/ink1054.xml"/><Relationship Id="rId138" Type="http://schemas.openxmlformats.org/officeDocument/2006/relationships/customXml" Target="../ink/ink1081.xml"/><Relationship Id="rId159" Type="http://schemas.openxmlformats.org/officeDocument/2006/relationships/image" Target="../media/image1090.png"/><Relationship Id="rId170" Type="http://schemas.openxmlformats.org/officeDocument/2006/relationships/customXml" Target="../ink/ink1097.xml"/><Relationship Id="rId191" Type="http://schemas.openxmlformats.org/officeDocument/2006/relationships/image" Target="../media/image1106.png"/><Relationship Id="rId107" Type="http://schemas.openxmlformats.org/officeDocument/2006/relationships/image" Target="../media/image1064.png"/><Relationship Id="rId11" Type="http://schemas.openxmlformats.org/officeDocument/2006/relationships/image" Target="../media/image1016.png"/><Relationship Id="rId32" Type="http://schemas.openxmlformats.org/officeDocument/2006/relationships/customXml" Target="../ink/ink1028.xml"/><Relationship Id="rId53" Type="http://schemas.openxmlformats.org/officeDocument/2006/relationships/image" Target="../media/image1037.png"/><Relationship Id="rId74" Type="http://schemas.openxmlformats.org/officeDocument/2006/relationships/customXml" Target="../ink/ink1049.xml"/><Relationship Id="rId128" Type="http://schemas.openxmlformats.org/officeDocument/2006/relationships/customXml" Target="../ink/ink1076.xml"/><Relationship Id="rId149" Type="http://schemas.openxmlformats.org/officeDocument/2006/relationships/image" Target="../media/image1085.png"/><Relationship Id="rId5" Type="http://schemas.openxmlformats.org/officeDocument/2006/relationships/image" Target="../media/image1013.png"/><Relationship Id="rId95" Type="http://schemas.openxmlformats.org/officeDocument/2006/relationships/image" Target="../media/image1058.png"/><Relationship Id="rId160" Type="http://schemas.openxmlformats.org/officeDocument/2006/relationships/customXml" Target="../ink/ink1092.xml"/><Relationship Id="rId181" Type="http://schemas.openxmlformats.org/officeDocument/2006/relationships/image" Target="../media/image1101.png"/><Relationship Id="rId22" Type="http://schemas.openxmlformats.org/officeDocument/2006/relationships/customXml" Target="../ink/ink1023.xml"/><Relationship Id="rId43" Type="http://schemas.openxmlformats.org/officeDocument/2006/relationships/image" Target="../media/image1032.png"/><Relationship Id="rId64" Type="http://schemas.openxmlformats.org/officeDocument/2006/relationships/customXml" Target="../ink/ink1044.xml"/><Relationship Id="rId118" Type="http://schemas.openxmlformats.org/officeDocument/2006/relationships/customXml" Target="../ink/ink1071.xml"/><Relationship Id="rId139" Type="http://schemas.openxmlformats.org/officeDocument/2006/relationships/image" Target="../media/image1080.png"/><Relationship Id="rId85" Type="http://schemas.openxmlformats.org/officeDocument/2006/relationships/image" Target="../media/image1053.png"/><Relationship Id="rId150" Type="http://schemas.openxmlformats.org/officeDocument/2006/relationships/customXml" Target="../ink/ink1087.xml"/><Relationship Id="rId171" Type="http://schemas.openxmlformats.org/officeDocument/2006/relationships/image" Target="../media/image1096.png"/><Relationship Id="rId192" Type="http://schemas.openxmlformats.org/officeDocument/2006/relationships/customXml" Target="../ink/ink1108.xml"/><Relationship Id="rId12" Type="http://schemas.openxmlformats.org/officeDocument/2006/relationships/customXml" Target="../ink/ink1018.xml"/><Relationship Id="rId33" Type="http://schemas.openxmlformats.org/officeDocument/2006/relationships/image" Target="../media/image1027.png"/><Relationship Id="rId108" Type="http://schemas.openxmlformats.org/officeDocument/2006/relationships/customXml" Target="../ink/ink1066.xml"/><Relationship Id="rId129" Type="http://schemas.openxmlformats.org/officeDocument/2006/relationships/image" Target="../media/image1075.png"/><Relationship Id="rId54" Type="http://schemas.openxmlformats.org/officeDocument/2006/relationships/customXml" Target="../ink/ink1039.xml"/><Relationship Id="rId75" Type="http://schemas.openxmlformats.org/officeDocument/2006/relationships/image" Target="../media/image1048.png"/><Relationship Id="rId96" Type="http://schemas.openxmlformats.org/officeDocument/2006/relationships/customXml" Target="../ink/ink1060.xml"/><Relationship Id="rId140" Type="http://schemas.openxmlformats.org/officeDocument/2006/relationships/customXml" Target="../ink/ink1082.xml"/><Relationship Id="rId161" Type="http://schemas.openxmlformats.org/officeDocument/2006/relationships/image" Target="../media/image1091.png"/><Relationship Id="rId182" Type="http://schemas.openxmlformats.org/officeDocument/2006/relationships/customXml" Target="../ink/ink1103.xml"/><Relationship Id="rId6" Type="http://schemas.openxmlformats.org/officeDocument/2006/relationships/customXml" Target="../ink/ink1015.xml"/><Relationship Id="rId23" Type="http://schemas.openxmlformats.org/officeDocument/2006/relationships/image" Target="../media/image1022.png"/><Relationship Id="rId119" Type="http://schemas.openxmlformats.org/officeDocument/2006/relationships/image" Target="../media/image1070.png"/><Relationship Id="rId44" Type="http://schemas.openxmlformats.org/officeDocument/2006/relationships/customXml" Target="../ink/ink1034.xml"/><Relationship Id="rId65" Type="http://schemas.openxmlformats.org/officeDocument/2006/relationships/image" Target="../media/image1043.png"/><Relationship Id="rId86" Type="http://schemas.openxmlformats.org/officeDocument/2006/relationships/customXml" Target="../ink/ink1055.xml"/><Relationship Id="rId130" Type="http://schemas.openxmlformats.org/officeDocument/2006/relationships/customXml" Target="../ink/ink1077.xml"/><Relationship Id="rId151" Type="http://schemas.openxmlformats.org/officeDocument/2006/relationships/image" Target="../media/image1086.png"/><Relationship Id="rId172" Type="http://schemas.openxmlformats.org/officeDocument/2006/relationships/customXml" Target="../ink/ink1098.xml"/><Relationship Id="rId193" Type="http://schemas.openxmlformats.org/officeDocument/2006/relationships/image" Target="../media/image1107.png"/><Relationship Id="rId13" Type="http://schemas.openxmlformats.org/officeDocument/2006/relationships/image" Target="../media/image1017.png"/><Relationship Id="rId109" Type="http://schemas.openxmlformats.org/officeDocument/2006/relationships/image" Target="../media/image1065.png"/><Relationship Id="rId34" Type="http://schemas.openxmlformats.org/officeDocument/2006/relationships/customXml" Target="../ink/ink1029.xml"/><Relationship Id="rId50" Type="http://schemas.openxmlformats.org/officeDocument/2006/relationships/customXml" Target="../ink/ink1037.xml"/><Relationship Id="rId55" Type="http://schemas.openxmlformats.org/officeDocument/2006/relationships/image" Target="../media/image1038.png"/><Relationship Id="rId76" Type="http://schemas.openxmlformats.org/officeDocument/2006/relationships/customXml" Target="../ink/ink1050.xml"/><Relationship Id="rId97" Type="http://schemas.openxmlformats.org/officeDocument/2006/relationships/image" Target="../media/image1059.png"/><Relationship Id="rId104" Type="http://schemas.openxmlformats.org/officeDocument/2006/relationships/customXml" Target="../ink/ink1064.xml"/><Relationship Id="rId120" Type="http://schemas.openxmlformats.org/officeDocument/2006/relationships/customXml" Target="../ink/ink1072.xml"/><Relationship Id="rId125" Type="http://schemas.openxmlformats.org/officeDocument/2006/relationships/image" Target="../media/image1073.png"/><Relationship Id="rId141" Type="http://schemas.openxmlformats.org/officeDocument/2006/relationships/image" Target="../media/image1081.png"/><Relationship Id="rId146" Type="http://schemas.openxmlformats.org/officeDocument/2006/relationships/customXml" Target="../ink/ink1085.xml"/><Relationship Id="rId167" Type="http://schemas.openxmlformats.org/officeDocument/2006/relationships/image" Target="../media/image1094.png"/><Relationship Id="rId188" Type="http://schemas.openxmlformats.org/officeDocument/2006/relationships/customXml" Target="../ink/ink1106.xml"/><Relationship Id="rId7" Type="http://schemas.openxmlformats.org/officeDocument/2006/relationships/image" Target="../media/image1014.png"/><Relationship Id="rId71" Type="http://schemas.openxmlformats.org/officeDocument/2006/relationships/image" Target="../media/image1046.png"/><Relationship Id="rId92" Type="http://schemas.openxmlformats.org/officeDocument/2006/relationships/customXml" Target="../ink/ink1058.xml"/><Relationship Id="rId162" Type="http://schemas.openxmlformats.org/officeDocument/2006/relationships/customXml" Target="../ink/ink1093.xml"/><Relationship Id="rId183" Type="http://schemas.openxmlformats.org/officeDocument/2006/relationships/image" Target="../media/image1102.png"/><Relationship Id="rId2" Type="http://schemas.openxmlformats.org/officeDocument/2006/relationships/customXml" Target="../ink/ink1013.xml"/><Relationship Id="rId29" Type="http://schemas.openxmlformats.org/officeDocument/2006/relationships/image" Target="../media/image1025.png"/><Relationship Id="rId24" Type="http://schemas.openxmlformats.org/officeDocument/2006/relationships/customXml" Target="../ink/ink1024.xml"/><Relationship Id="rId40" Type="http://schemas.openxmlformats.org/officeDocument/2006/relationships/customXml" Target="../ink/ink1032.xml"/><Relationship Id="rId45" Type="http://schemas.openxmlformats.org/officeDocument/2006/relationships/image" Target="../media/image1033.png"/><Relationship Id="rId66" Type="http://schemas.openxmlformats.org/officeDocument/2006/relationships/customXml" Target="../ink/ink1045.xml"/><Relationship Id="rId87" Type="http://schemas.openxmlformats.org/officeDocument/2006/relationships/image" Target="../media/image1054.png"/><Relationship Id="rId110" Type="http://schemas.openxmlformats.org/officeDocument/2006/relationships/customXml" Target="../ink/ink1067.xml"/><Relationship Id="rId115" Type="http://schemas.openxmlformats.org/officeDocument/2006/relationships/image" Target="../media/image1068.png"/><Relationship Id="rId131" Type="http://schemas.openxmlformats.org/officeDocument/2006/relationships/image" Target="../media/image1076.png"/><Relationship Id="rId136" Type="http://schemas.openxmlformats.org/officeDocument/2006/relationships/customXml" Target="../ink/ink1080.xml"/><Relationship Id="rId157" Type="http://schemas.openxmlformats.org/officeDocument/2006/relationships/image" Target="../media/image1089.png"/><Relationship Id="rId178" Type="http://schemas.openxmlformats.org/officeDocument/2006/relationships/customXml" Target="../ink/ink1101.xml"/><Relationship Id="rId61" Type="http://schemas.openxmlformats.org/officeDocument/2006/relationships/image" Target="../media/image1041.png"/><Relationship Id="rId82" Type="http://schemas.openxmlformats.org/officeDocument/2006/relationships/customXml" Target="../ink/ink1053.xml"/><Relationship Id="rId152" Type="http://schemas.openxmlformats.org/officeDocument/2006/relationships/customXml" Target="../ink/ink1088.xml"/><Relationship Id="rId173" Type="http://schemas.openxmlformats.org/officeDocument/2006/relationships/image" Target="../media/image1097.png"/><Relationship Id="rId19" Type="http://schemas.openxmlformats.org/officeDocument/2006/relationships/image" Target="../media/image1020.png"/><Relationship Id="rId14" Type="http://schemas.openxmlformats.org/officeDocument/2006/relationships/customXml" Target="../ink/ink1019.xml"/><Relationship Id="rId30" Type="http://schemas.openxmlformats.org/officeDocument/2006/relationships/customXml" Target="../ink/ink1027.xml"/><Relationship Id="rId35" Type="http://schemas.openxmlformats.org/officeDocument/2006/relationships/image" Target="../media/image1028.png"/><Relationship Id="rId56" Type="http://schemas.openxmlformats.org/officeDocument/2006/relationships/customXml" Target="../ink/ink1040.xml"/><Relationship Id="rId77" Type="http://schemas.openxmlformats.org/officeDocument/2006/relationships/image" Target="../media/image1049.png"/><Relationship Id="rId100" Type="http://schemas.openxmlformats.org/officeDocument/2006/relationships/customXml" Target="../ink/ink1062.xml"/><Relationship Id="rId105" Type="http://schemas.openxmlformats.org/officeDocument/2006/relationships/image" Target="../media/image1063.png"/><Relationship Id="rId126" Type="http://schemas.openxmlformats.org/officeDocument/2006/relationships/customXml" Target="../ink/ink1075.xml"/><Relationship Id="rId147" Type="http://schemas.openxmlformats.org/officeDocument/2006/relationships/image" Target="../media/image1084.png"/><Relationship Id="rId168" Type="http://schemas.openxmlformats.org/officeDocument/2006/relationships/customXml" Target="../ink/ink1096.xml"/><Relationship Id="rId8" Type="http://schemas.openxmlformats.org/officeDocument/2006/relationships/customXml" Target="../ink/ink1016.xml"/><Relationship Id="rId51" Type="http://schemas.openxmlformats.org/officeDocument/2006/relationships/image" Target="../media/image1036.png"/><Relationship Id="rId72" Type="http://schemas.openxmlformats.org/officeDocument/2006/relationships/customXml" Target="../ink/ink1048.xml"/><Relationship Id="rId93" Type="http://schemas.openxmlformats.org/officeDocument/2006/relationships/image" Target="../media/image1057.png"/><Relationship Id="rId98" Type="http://schemas.openxmlformats.org/officeDocument/2006/relationships/customXml" Target="../ink/ink1061.xml"/><Relationship Id="rId121" Type="http://schemas.openxmlformats.org/officeDocument/2006/relationships/image" Target="../media/image1071.png"/><Relationship Id="rId142" Type="http://schemas.openxmlformats.org/officeDocument/2006/relationships/customXml" Target="../ink/ink1083.xml"/><Relationship Id="rId163" Type="http://schemas.openxmlformats.org/officeDocument/2006/relationships/image" Target="../media/image1092.png"/><Relationship Id="rId184" Type="http://schemas.openxmlformats.org/officeDocument/2006/relationships/customXml" Target="../ink/ink1104.xml"/><Relationship Id="rId189" Type="http://schemas.openxmlformats.org/officeDocument/2006/relationships/image" Target="../media/image1105.png"/><Relationship Id="rId3" Type="http://schemas.openxmlformats.org/officeDocument/2006/relationships/image" Target="../media/image1012.png"/><Relationship Id="rId25" Type="http://schemas.openxmlformats.org/officeDocument/2006/relationships/image" Target="../media/image1023.png"/><Relationship Id="rId46" Type="http://schemas.openxmlformats.org/officeDocument/2006/relationships/customXml" Target="../ink/ink1035.xml"/><Relationship Id="rId67" Type="http://schemas.openxmlformats.org/officeDocument/2006/relationships/image" Target="../media/image1044.png"/><Relationship Id="rId116" Type="http://schemas.openxmlformats.org/officeDocument/2006/relationships/customXml" Target="../ink/ink1070.xml"/><Relationship Id="rId137" Type="http://schemas.openxmlformats.org/officeDocument/2006/relationships/image" Target="../media/image1079.png"/><Relationship Id="rId158" Type="http://schemas.openxmlformats.org/officeDocument/2006/relationships/customXml" Target="../ink/ink1091.xml"/><Relationship Id="rId20" Type="http://schemas.openxmlformats.org/officeDocument/2006/relationships/customXml" Target="../ink/ink1022.xml"/><Relationship Id="rId41" Type="http://schemas.openxmlformats.org/officeDocument/2006/relationships/image" Target="../media/image1031.png"/><Relationship Id="rId62" Type="http://schemas.openxmlformats.org/officeDocument/2006/relationships/customXml" Target="../ink/ink1043.xml"/><Relationship Id="rId83" Type="http://schemas.openxmlformats.org/officeDocument/2006/relationships/image" Target="../media/image1052.png"/><Relationship Id="rId88" Type="http://schemas.openxmlformats.org/officeDocument/2006/relationships/customXml" Target="../ink/ink1056.xml"/><Relationship Id="rId111" Type="http://schemas.openxmlformats.org/officeDocument/2006/relationships/image" Target="../media/image1066.png"/><Relationship Id="rId132" Type="http://schemas.openxmlformats.org/officeDocument/2006/relationships/customXml" Target="../ink/ink1078.xml"/><Relationship Id="rId153" Type="http://schemas.openxmlformats.org/officeDocument/2006/relationships/image" Target="../media/image1087.png"/><Relationship Id="rId174" Type="http://schemas.openxmlformats.org/officeDocument/2006/relationships/customXml" Target="../ink/ink1099.xml"/><Relationship Id="rId179" Type="http://schemas.openxmlformats.org/officeDocument/2006/relationships/image" Target="../media/image1100.png"/><Relationship Id="rId190" Type="http://schemas.openxmlformats.org/officeDocument/2006/relationships/customXml" Target="../ink/ink1107.xml"/><Relationship Id="rId15" Type="http://schemas.openxmlformats.org/officeDocument/2006/relationships/image" Target="../media/image1018.png"/><Relationship Id="rId36" Type="http://schemas.openxmlformats.org/officeDocument/2006/relationships/customXml" Target="../ink/ink1030.xml"/><Relationship Id="rId57" Type="http://schemas.openxmlformats.org/officeDocument/2006/relationships/image" Target="../media/image1039.png"/><Relationship Id="rId106" Type="http://schemas.openxmlformats.org/officeDocument/2006/relationships/customXml" Target="../ink/ink1065.xml"/><Relationship Id="rId127" Type="http://schemas.openxmlformats.org/officeDocument/2006/relationships/image" Target="../media/image1074.png"/><Relationship Id="rId10" Type="http://schemas.openxmlformats.org/officeDocument/2006/relationships/customXml" Target="../ink/ink1017.xml"/><Relationship Id="rId31" Type="http://schemas.openxmlformats.org/officeDocument/2006/relationships/image" Target="../media/image1026.png"/><Relationship Id="rId52" Type="http://schemas.openxmlformats.org/officeDocument/2006/relationships/customXml" Target="../ink/ink1038.xml"/><Relationship Id="rId73" Type="http://schemas.openxmlformats.org/officeDocument/2006/relationships/image" Target="../media/image1047.png"/><Relationship Id="rId78" Type="http://schemas.openxmlformats.org/officeDocument/2006/relationships/customXml" Target="../ink/ink1051.xml"/><Relationship Id="rId94" Type="http://schemas.openxmlformats.org/officeDocument/2006/relationships/customXml" Target="../ink/ink1059.xml"/><Relationship Id="rId99" Type="http://schemas.openxmlformats.org/officeDocument/2006/relationships/image" Target="../media/image1060.png"/><Relationship Id="rId101" Type="http://schemas.openxmlformats.org/officeDocument/2006/relationships/image" Target="../media/image1061.png"/><Relationship Id="rId122" Type="http://schemas.openxmlformats.org/officeDocument/2006/relationships/customXml" Target="../ink/ink1073.xml"/><Relationship Id="rId143" Type="http://schemas.openxmlformats.org/officeDocument/2006/relationships/image" Target="../media/image1082.png"/><Relationship Id="rId148" Type="http://schemas.openxmlformats.org/officeDocument/2006/relationships/customXml" Target="../ink/ink1086.xml"/><Relationship Id="rId164" Type="http://schemas.openxmlformats.org/officeDocument/2006/relationships/customXml" Target="../ink/ink1094.xml"/><Relationship Id="rId169" Type="http://schemas.openxmlformats.org/officeDocument/2006/relationships/image" Target="../media/image1095.png"/><Relationship Id="rId185" Type="http://schemas.openxmlformats.org/officeDocument/2006/relationships/image" Target="../media/image1103.png"/><Relationship Id="rId4" Type="http://schemas.openxmlformats.org/officeDocument/2006/relationships/customXml" Target="../ink/ink1014.xml"/><Relationship Id="rId9" Type="http://schemas.openxmlformats.org/officeDocument/2006/relationships/image" Target="../media/image1015.png"/><Relationship Id="rId180" Type="http://schemas.openxmlformats.org/officeDocument/2006/relationships/customXml" Target="../ink/ink1102.xml"/><Relationship Id="rId26" Type="http://schemas.openxmlformats.org/officeDocument/2006/relationships/customXml" Target="../ink/ink1025.xml"/><Relationship Id="rId47" Type="http://schemas.openxmlformats.org/officeDocument/2006/relationships/image" Target="../media/image1034.png"/><Relationship Id="rId68" Type="http://schemas.openxmlformats.org/officeDocument/2006/relationships/customXml" Target="../ink/ink1046.xml"/><Relationship Id="rId89" Type="http://schemas.openxmlformats.org/officeDocument/2006/relationships/image" Target="../media/image1055.png"/><Relationship Id="rId112" Type="http://schemas.openxmlformats.org/officeDocument/2006/relationships/customXml" Target="../ink/ink1068.xml"/><Relationship Id="rId133" Type="http://schemas.openxmlformats.org/officeDocument/2006/relationships/image" Target="../media/image1077.png"/><Relationship Id="rId154" Type="http://schemas.openxmlformats.org/officeDocument/2006/relationships/customXml" Target="../ink/ink1089.xml"/><Relationship Id="rId175" Type="http://schemas.openxmlformats.org/officeDocument/2006/relationships/image" Target="../media/image1098.png"/><Relationship Id="rId16" Type="http://schemas.openxmlformats.org/officeDocument/2006/relationships/customXml" Target="../ink/ink1020.xml"/><Relationship Id="rId37" Type="http://schemas.openxmlformats.org/officeDocument/2006/relationships/image" Target="../media/image1029.png"/><Relationship Id="rId58" Type="http://schemas.openxmlformats.org/officeDocument/2006/relationships/customXml" Target="../ink/ink1041.xml"/><Relationship Id="rId79" Type="http://schemas.openxmlformats.org/officeDocument/2006/relationships/image" Target="../media/image1050.png"/><Relationship Id="rId102" Type="http://schemas.openxmlformats.org/officeDocument/2006/relationships/customXml" Target="../ink/ink1063.xml"/><Relationship Id="rId123" Type="http://schemas.openxmlformats.org/officeDocument/2006/relationships/image" Target="../media/image1072.png"/><Relationship Id="rId144" Type="http://schemas.openxmlformats.org/officeDocument/2006/relationships/customXml" Target="../ink/ink1084.xml"/><Relationship Id="rId90" Type="http://schemas.openxmlformats.org/officeDocument/2006/relationships/customXml" Target="../ink/ink1057.xml"/><Relationship Id="rId165" Type="http://schemas.openxmlformats.org/officeDocument/2006/relationships/image" Target="../media/image1093.png"/><Relationship Id="rId186" Type="http://schemas.openxmlformats.org/officeDocument/2006/relationships/customXml" Target="../ink/ink1105.xml"/><Relationship Id="rId27" Type="http://schemas.openxmlformats.org/officeDocument/2006/relationships/image" Target="../media/image1024.png"/><Relationship Id="rId48" Type="http://schemas.openxmlformats.org/officeDocument/2006/relationships/customXml" Target="../ink/ink1036.xml"/><Relationship Id="rId69" Type="http://schemas.openxmlformats.org/officeDocument/2006/relationships/image" Target="../media/image1045.png"/><Relationship Id="rId113" Type="http://schemas.openxmlformats.org/officeDocument/2006/relationships/image" Target="../media/image1067.png"/><Relationship Id="rId134" Type="http://schemas.openxmlformats.org/officeDocument/2006/relationships/customXml" Target="../ink/ink1079.xml"/><Relationship Id="rId80" Type="http://schemas.openxmlformats.org/officeDocument/2006/relationships/customXml" Target="../ink/ink1052.xml"/><Relationship Id="rId155" Type="http://schemas.openxmlformats.org/officeDocument/2006/relationships/image" Target="../media/image1088.png"/><Relationship Id="rId176" Type="http://schemas.openxmlformats.org/officeDocument/2006/relationships/customXml" Target="../ink/ink1100.xml"/><Relationship Id="rId17" Type="http://schemas.openxmlformats.org/officeDocument/2006/relationships/image" Target="../media/image1019.png"/><Relationship Id="rId38" Type="http://schemas.openxmlformats.org/officeDocument/2006/relationships/customXml" Target="../ink/ink1031.xml"/><Relationship Id="rId59" Type="http://schemas.openxmlformats.org/officeDocument/2006/relationships/image" Target="../media/image1040.png"/><Relationship Id="rId103" Type="http://schemas.openxmlformats.org/officeDocument/2006/relationships/image" Target="../media/image1062.png"/><Relationship Id="rId124" Type="http://schemas.openxmlformats.org/officeDocument/2006/relationships/customXml" Target="../ink/ink1074.xml"/><Relationship Id="rId70" Type="http://schemas.openxmlformats.org/officeDocument/2006/relationships/customXml" Target="../ink/ink1047.xml"/><Relationship Id="rId91" Type="http://schemas.openxmlformats.org/officeDocument/2006/relationships/image" Target="../media/image1056.png"/><Relationship Id="rId145" Type="http://schemas.openxmlformats.org/officeDocument/2006/relationships/image" Target="../media/image1083.png"/><Relationship Id="rId166" Type="http://schemas.openxmlformats.org/officeDocument/2006/relationships/customXml" Target="../ink/ink1095.xml"/><Relationship Id="rId187" Type="http://schemas.openxmlformats.org/officeDocument/2006/relationships/image" Target="../media/image1104.png"/><Relationship Id="rId1" Type="http://schemas.openxmlformats.org/officeDocument/2006/relationships/slideLayout" Target="../slideLayouts/slideLayout7.xml"/><Relationship Id="rId28" Type="http://schemas.openxmlformats.org/officeDocument/2006/relationships/customXml" Target="../ink/ink1026.xml"/><Relationship Id="rId49" Type="http://schemas.openxmlformats.org/officeDocument/2006/relationships/image" Target="../media/image1035.png"/><Relationship Id="rId114" Type="http://schemas.openxmlformats.org/officeDocument/2006/relationships/customXml" Target="../ink/ink1069.xml"/><Relationship Id="rId60" Type="http://schemas.openxmlformats.org/officeDocument/2006/relationships/customXml" Target="../ink/ink1042.xml"/><Relationship Id="rId81" Type="http://schemas.openxmlformats.org/officeDocument/2006/relationships/image" Target="../media/image1051.png"/><Relationship Id="rId135" Type="http://schemas.openxmlformats.org/officeDocument/2006/relationships/image" Target="../media/image1078.png"/><Relationship Id="rId156" Type="http://schemas.openxmlformats.org/officeDocument/2006/relationships/customXml" Target="../ink/ink1090.xml"/><Relationship Id="rId177" Type="http://schemas.openxmlformats.org/officeDocument/2006/relationships/image" Target="../media/image1099.png"/><Relationship Id="rId18" Type="http://schemas.openxmlformats.org/officeDocument/2006/relationships/customXml" Target="../ink/ink1021.xml"/><Relationship Id="rId39" Type="http://schemas.openxmlformats.org/officeDocument/2006/relationships/image" Target="../media/image10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25AB2785-A22A-56EB-48B0-E1351DC2089E}"/>
                  </a:ext>
                </a:extLst>
              </p14:cNvPr>
              <p14:cNvContentPartPr/>
              <p14:nvPr/>
            </p14:nvContentPartPr>
            <p14:xfrm>
              <a:off x="1561435" y="786980"/>
              <a:ext cx="60120" cy="3092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25AB2785-A22A-56EB-48B0-E1351DC2089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57115" y="782660"/>
                <a:ext cx="68760" cy="31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764551D1-5319-7E76-2C25-7D2ACF37B043}"/>
                  </a:ext>
                </a:extLst>
              </p14:cNvPr>
              <p14:cNvContentPartPr/>
              <p14:nvPr/>
            </p14:nvContentPartPr>
            <p14:xfrm>
              <a:off x="1586275" y="329420"/>
              <a:ext cx="37800" cy="11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764551D1-5319-7E76-2C25-7D2ACF37B04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581955" y="325100"/>
                <a:ext cx="46440" cy="1242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566C82C2-31EF-DBE8-144D-F9015EB2FF89}"/>
              </a:ext>
            </a:extLst>
          </p:cNvPr>
          <p:cNvGrpSpPr/>
          <p:nvPr/>
        </p:nvGrpSpPr>
        <p:grpSpPr>
          <a:xfrm>
            <a:off x="1314475" y="362900"/>
            <a:ext cx="2796120" cy="1008360"/>
            <a:chOff x="1314475" y="362900"/>
            <a:chExt cx="2796120" cy="100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91406452-DB44-FFE3-E4F6-C47C0026F81F}"/>
                    </a:ext>
                  </a:extLst>
                </p14:cNvPr>
                <p14:cNvContentPartPr/>
                <p14:nvPr/>
              </p14:nvContentPartPr>
              <p14:xfrm>
                <a:off x="1314475" y="362900"/>
                <a:ext cx="408240" cy="7214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91406452-DB44-FFE3-E4F6-C47C0026F81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305835" y="354260"/>
                  <a:ext cx="425880" cy="73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54F16A8-1EAD-FC7A-FE63-DBD29BCC2F1B}"/>
                    </a:ext>
                  </a:extLst>
                </p14:cNvPr>
                <p14:cNvContentPartPr/>
                <p14:nvPr/>
              </p14:nvContentPartPr>
              <p14:xfrm>
                <a:off x="1807675" y="774380"/>
                <a:ext cx="768600" cy="5968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54F16A8-1EAD-FC7A-FE63-DBD29BCC2F1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799035" y="765380"/>
                  <a:ext cx="786240" cy="61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D5E73A9-5EF0-9DC9-F4EA-73557DBA3092}"/>
                    </a:ext>
                  </a:extLst>
                </p14:cNvPr>
                <p14:cNvContentPartPr/>
                <p14:nvPr/>
              </p14:nvContentPartPr>
              <p14:xfrm>
                <a:off x="2607595" y="965180"/>
                <a:ext cx="486360" cy="2592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D5E73A9-5EF0-9DC9-F4EA-73557DBA309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598595" y="956540"/>
                  <a:ext cx="50400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AEA827C-ADE2-2786-34D9-22ED28E09EB9}"/>
                    </a:ext>
                  </a:extLst>
                </p14:cNvPr>
                <p14:cNvContentPartPr/>
                <p14:nvPr/>
              </p14:nvContentPartPr>
              <p14:xfrm>
                <a:off x="3322555" y="807140"/>
                <a:ext cx="441000" cy="3888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AEA827C-ADE2-2786-34D9-22ED28E09EB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313915" y="798140"/>
                  <a:ext cx="45864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D46C3D3-56F3-7C5C-3133-10BD4E8CB9B3}"/>
                    </a:ext>
                  </a:extLst>
                </p14:cNvPr>
                <p14:cNvContentPartPr/>
                <p14:nvPr/>
              </p14:nvContentPartPr>
              <p14:xfrm>
                <a:off x="3707395" y="976340"/>
                <a:ext cx="403200" cy="622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D46C3D3-56F3-7C5C-3133-10BD4E8CB9B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698395" y="967340"/>
                  <a:ext cx="420840" cy="7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560CB49-BC9C-BE25-0C36-1F738DC73EEF}"/>
              </a:ext>
            </a:extLst>
          </p:cNvPr>
          <p:cNvGrpSpPr/>
          <p:nvPr/>
        </p:nvGrpSpPr>
        <p:grpSpPr>
          <a:xfrm>
            <a:off x="5744635" y="547580"/>
            <a:ext cx="1405080" cy="1130400"/>
            <a:chOff x="5744635" y="547580"/>
            <a:chExt cx="1405080" cy="113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73454CE-8A7C-E893-CFC6-59D642A14F7E}"/>
                    </a:ext>
                  </a:extLst>
                </p14:cNvPr>
                <p14:cNvContentPartPr/>
                <p14:nvPr/>
              </p14:nvContentPartPr>
              <p14:xfrm>
                <a:off x="5744635" y="547580"/>
                <a:ext cx="419400" cy="4712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73454CE-8A7C-E893-CFC6-59D642A14F7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735995" y="538580"/>
                  <a:ext cx="437040" cy="48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7A3DD94-E70B-ED89-A100-86B8209DA7DE}"/>
                    </a:ext>
                  </a:extLst>
                </p14:cNvPr>
                <p14:cNvContentPartPr/>
                <p14:nvPr/>
              </p14:nvContentPartPr>
              <p14:xfrm>
                <a:off x="6284635" y="583580"/>
                <a:ext cx="865080" cy="10944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7A3DD94-E70B-ED89-A100-86B8209DA7D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75995" y="574940"/>
                  <a:ext cx="882720" cy="111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246308E-2EC6-B33C-14A5-1E6B15B4D7C7}"/>
              </a:ext>
            </a:extLst>
          </p:cNvPr>
          <p:cNvGrpSpPr/>
          <p:nvPr/>
        </p:nvGrpSpPr>
        <p:grpSpPr>
          <a:xfrm>
            <a:off x="7680355" y="791660"/>
            <a:ext cx="992160" cy="108720"/>
            <a:chOff x="7680355" y="791660"/>
            <a:chExt cx="992160" cy="10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34E1F79-3F19-414E-D756-77B87A0CC894}"/>
                    </a:ext>
                  </a:extLst>
                </p14:cNvPr>
                <p14:cNvContentPartPr/>
                <p14:nvPr/>
              </p14:nvContentPartPr>
              <p14:xfrm>
                <a:off x="7680355" y="791660"/>
                <a:ext cx="19800" cy="122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34E1F79-3F19-414E-D756-77B87A0CC89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671715" y="783020"/>
                  <a:ext cx="3744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1D16502-E306-28B8-3038-8CEC185EBA32}"/>
                    </a:ext>
                  </a:extLst>
                </p14:cNvPr>
                <p14:cNvContentPartPr/>
                <p14:nvPr/>
              </p14:nvContentPartPr>
              <p14:xfrm>
                <a:off x="7703755" y="806420"/>
                <a:ext cx="968760" cy="93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1D16502-E306-28B8-3038-8CEC185EBA3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694755" y="797780"/>
                  <a:ext cx="986400" cy="11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54600766-9438-D80C-0E73-05DBC391F5E5}"/>
              </a:ext>
            </a:extLst>
          </p:cNvPr>
          <p:cNvGrpSpPr/>
          <p:nvPr/>
        </p:nvGrpSpPr>
        <p:grpSpPr>
          <a:xfrm>
            <a:off x="9217915" y="361100"/>
            <a:ext cx="2517840" cy="1790280"/>
            <a:chOff x="9217915" y="361100"/>
            <a:chExt cx="2517840" cy="179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675AE00-E81E-6B3C-91B8-350A306C4BEB}"/>
                    </a:ext>
                  </a:extLst>
                </p14:cNvPr>
                <p14:cNvContentPartPr/>
                <p14:nvPr/>
              </p14:nvContentPartPr>
              <p14:xfrm>
                <a:off x="9217915" y="361100"/>
                <a:ext cx="579240" cy="6850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675AE00-E81E-6B3C-91B8-350A306C4BE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208915" y="352100"/>
                  <a:ext cx="596880" cy="70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5D74282-37C9-C6B4-88ED-0E83F65CCCC3}"/>
                    </a:ext>
                  </a:extLst>
                </p14:cNvPr>
                <p14:cNvContentPartPr/>
                <p14:nvPr/>
              </p14:nvContentPartPr>
              <p14:xfrm>
                <a:off x="9899395" y="590420"/>
                <a:ext cx="303840" cy="6336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5D74282-37C9-C6B4-88ED-0E83F65CCCC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890395" y="581780"/>
                  <a:ext cx="321480" cy="65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7425F04-7330-CB36-6E8B-1DAD28246677}"/>
                    </a:ext>
                  </a:extLst>
                </p14:cNvPr>
                <p14:cNvContentPartPr/>
                <p14:nvPr/>
              </p14:nvContentPartPr>
              <p14:xfrm>
                <a:off x="10324195" y="887060"/>
                <a:ext cx="467640" cy="2984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7425F04-7330-CB36-6E8B-1DAD2824667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315555" y="878420"/>
                  <a:ext cx="48528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0F725C0-2EAA-7CC0-8E5E-D4BFE8E7EDFD}"/>
                    </a:ext>
                  </a:extLst>
                </p14:cNvPr>
                <p14:cNvContentPartPr/>
                <p14:nvPr/>
              </p14:nvContentPartPr>
              <p14:xfrm>
                <a:off x="10932595" y="831620"/>
                <a:ext cx="195840" cy="2534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0F725C0-2EAA-7CC0-8E5E-D4BFE8E7EDF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923595" y="822620"/>
                  <a:ext cx="21348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77FABB2-10BC-84A4-8584-FF9A617EDB84}"/>
                    </a:ext>
                  </a:extLst>
                </p14:cNvPr>
                <p14:cNvContentPartPr/>
                <p14:nvPr/>
              </p14:nvContentPartPr>
              <p14:xfrm>
                <a:off x="11173075" y="803540"/>
                <a:ext cx="562680" cy="7970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77FABB2-10BC-84A4-8584-FF9A617EDB8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1164075" y="794900"/>
                  <a:ext cx="580320" cy="81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BDB3B2C-F580-03E8-B259-F32E26D8EA69}"/>
                    </a:ext>
                  </a:extLst>
                </p14:cNvPr>
                <p14:cNvContentPartPr/>
                <p14:nvPr/>
              </p14:nvContentPartPr>
              <p14:xfrm>
                <a:off x="10133755" y="1400420"/>
                <a:ext cx="240840" cy="5590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BDB3B2C-F580-03E8-B259-F32E26D8EA6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124755" y="1391780"/>
                  <a:ext cx="25848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A846AB0-18F0-3525-C557-AE6D5CE5FEA9}"/>
                    </a:ext>
                  </a:extLst>
                </p14:cNvPr>
                <p14:cNvContentPartPr/>
                <p14:nvPr/>
              </p14:nvContentPartPr>
              <p14:xfrm>
                <a:off x="9672235" y="1950860"/>
                <a:ext cx="362160" cy="1242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A846AB0-18F0-3525-C557-AE6D5CE5FEA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663595" y="1941860"/>
                  <a:ext cx="3798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A1D7017-274E-4D3C-67FE-A5D2AF9644FA}"/>
                    </a:ext>
                  </a:extLst>
                </p14:cNvPr>
                <p14:cNvContentPartPr/>
                <p14:nvPr/>
              </p14:nvContentPartPr>
              <p14:xfrm>
                <a:off x="10283515" y="1911620"/>
                <a:ext cx="239400" cy="2397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A1D7017-274E-4D3C-67FE-A5D2AF9644F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274515" y="1902980"/>
                  <a:ext cx="257040" cy="257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E43C6017-CF6A-2304-B856-0BC277C392C3}"/>
                  </a:ext>
                </a:extLst>
              </p14:cNvPr>
              <p14:cNvContentPartPr/>
              <p14:nvPr/>
            </p14:nvContentPartPr>
            <p14:xfrm>
              <a:off x="9709675" y="2363060"/>
              <a:ext cx="995760" cy="40428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E43C6017-CF6A-2304-B856-0BC277C392C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9700675" y="2354420"/>
                <a:ext cx="1013400" cy="42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27A071C7-3B7F-ABE1-9D68-A267BB8A49D1}"/>
                  </a:ext>
                </a:extLst>
              </p14:cNvPr>
              <p14:cNvContentPartPr/>
              <p14:nvPr/>
            </p14:nvContentPartPr>
            <p14:xfrm>
              <a:off x="1057795" y="2075060"/>
              <a:ext cx="6624720" cy="15264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27A071C7-3B7F-ABE1-9D68-A267BB8A49D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1048795" y="2066060"/>
                <a:ext cx="6642360" cy="170280"/>
              </a:xfrm>
              <a:prstGeom prst="rect">
                <a:avLst/>
              </a:prstGeom>
            </p:spPr>
          </p:pic>
        </mc:Fallback>
      </mc:AlternateContent>
      <p:grpSp>
        <p:nvGrpSpPr>
          <p:cNvPr id="60" name="Group 59">
            <a:extLst>
              <a:ext uri="{FF2B5EF4-FFF2-40B4-BE49-F238E27FC236}">
                <a16:creationId xmlns:a16="http://schemas.microsoft.com/office/drawing/2014/main" id="{93E5115F-EEBB-99A2-E790-BE779B62291B}"/>
              </a:ext>
            </a:extLst>
          </p:cNvPr>
          <p:cNvGrpSpPr/>
          <p:nvPr/>
        </p:nvGrpSpPr>
        <p:grpSpPr>
          <a:xfrm>
            <a:off x="1911715" y="2889380"/>
            <a:ext cx="9019080" cy="3651120"/>
            <a:chOff x="1911715" y="2889380"/>
            <a:chExt cx="9019080" cy="365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104B480-F1DB-813B-7218-099190A9FA4C}"/>
                    </a:ext>
                  </a:extLst>
                </p14:cNvPr>
                <p14:cNvContentPartPr/>
                <p14:nvPr/>
              </p14:nvContentPartPr>
              <p14:xfrm>
                <a:off x="1911715" y="3115100"/>
                <a:ext cx="361800" cy="5734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104B480-F1DB-813B-7218-099190A9FA4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902715" y="3106100"/>
                  <a:ext cx="379440" cy="59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203829C-2967-E50E-3E75-CEC4494177FE}"/>
                    </a:ext>
                  </a:extLst>
                </p14:cNvPr>
                <p14:cNvContentPartPr/>
                <p14:nvPr/>
              </p14:nvContentPartPr>
              <p14:xfrm>
                <a:off x="2465395" y="3214460"/>
                <a:ext cx="573840" cy="8046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203829C-2967-E50E-3E75-CEC4494177F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456755" y="3205820"/>
                  <a:ext cx="591480" cy="82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090887D-1284-E2FA-135E-E790F024A9C4}"/>
                    </a:ext>
                  </a:extLst>
                </p14:cNvPr>
                <p14:cNvContentPartPr/>
                <p14:nvPr/>
              </p14:nvContentPartPr>
              <p14:xfrm>
                <a:off x="3433435" y="3579500"/>
                <a:ext cx="31680" cy="428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090887D-1284-E2FA-135E-E790F024A9C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424795" y="3570860"/>
                  <a:ext cx="4932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D155903-2D78-BA39-C09C-FA2C97B10211}"/>
                    </a:ext>
                  </a:extLst>
                </p14:cNvPr>
                <p14:cNvContentPartPr/>
                <p14:nvPr/>
              </p14:nvContentPartPr>
              <p14:xfrm>
                <a:off x="3535315" y="3102500"/>
                <a:ext cx="1145880" cy="997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D155903-2D78-BA39-C09C-FA2C97B1021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526315" y="3093500"/>
                  <a:ext cx="1163520" cy="10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CBA09D9-4EDE-47D9-655A-D638AA474831}"/>
                    </a:ext>
                  </a:extLst>
                </p14:cNvPr>
                <p14:cNvContentPartPr/>
                <p14:nvPr/>
              </p14:nvContentPartPr>
              <p14:xfrm>
                <a:off x="4475275" y="3201860"/>
                <a:ext cx="416520" cy="817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CBA09D9-4EDE-47D9-655A-D638AA47483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466635" y="3193220"/>
                  <a:ext cx="4341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2DD1403-F27F-1903-8E7B-10A5D2D971B9}"/>
                    </a:ext>
                  </a:extLst>
                </p14:cNvPr>
                <p14:cNvContentPartPr/>
                <p14:nvPr/>
              </p14:nvContentPartPr>
              <p14:xfrm>
                <a:off x="5076115" y="2984780"/>
                <a:ext cx="524520" cy="6019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2DD1403-F27F-1903-8E7B-10A5D2D971B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067115" y="2975780"/>
                  <a:ext cx="542160" cy="61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FC77252-6C6D-BF68-0DCC-4436503D5684}"/>
                    </a:ext>
                  </a:extLst>
                </p14:cNvPr>
                <p14:cNvContentPartPr/>
                <p14:nvPr/>
              </p14:nvContentPartPr>
              <p14:xfrm>
                <a:off x="5725915" y="3067580"/>
                <a:ext cx="692640" cy="6717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FC77252-6C6D-BF68-0DCC-4436503D568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716915" y="3058940"/>
                  <a:ext cx="710280" cy="68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556192A9-727B-FBED-C694-39E97333CF21}"/>
                    </a:ext>
                  </a:extLst>
                </p14:cNvPr>
                <p14:cNvContentPartPr/>
                <p14:nvPr/>
              </p14:nvContentPartPr>
              <p14:xfrm>
                <a:off x="7492435" y="2889380"/>
                <a:ext cx="8640" cy="90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556192A9-727B-FBED-C694-39E97333CF2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483435" y="2880740"/>
                  <a:ext cx="2628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10BB729-5A30-FF36-09F5-5CE1A1AA8062}"/>
                    </a:ext>
                  </a:extLst>
                </p14:cNvPr>
                <p14:cNvContentPartPr/>
                <p14:nvPr/>
              </p14:nvContentPartPr>
              <p14:xfrm>
                <a:off x="6778915" y="2894060"/>
                <a:ext cx="1105560" cy="1593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10BB729-5A30-FF36-09F5-5CE1A1AA8062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770275" y="2885060"/>
                  <a:ext cx="1123200" cy="161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0A707F8-5206-5AC9-CF5E-F7BCDFE494B3}"/>
                    </a:ext>
                  </a:extLst>
                </p14:cNvPr>
                <p14:cNvContentPartPr/>
                <p14:nvPr/>
              </p14:nvContentPartPr>
              <p14:xfrm>
                <a:off x="7872955" y="3144260"/>
                <a:ext cx="468720" cy="8200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0A707F8-5206-5AC9-CF5E-F7BCDFE494B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863955" y="3135260"/>
                  <a:ext cx="486360" cy="83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B8D211D-0C6E-E369-948C-493AE80BDF9C}"/>
                    </a:ext>
                  </a:extLst>
                </p14:cNvPr>
                <p14:cNvContentPartPr/>
                <p14:nvPr/>
              </p14:nvContentPartPr>
              <p14:xfrm>
                <a:off x="8274715" y="3223820"/>
                <a:ext cx="1227960" cy="9597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B8D211D-0C6E-E369-948C-493AE80BDF9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266075" y="3214820"/>
                  <a:ext cx="1245600" cy="9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0F2ED3E-167B-7DDB-7AF5-6B793C0DDB00}"/>
                    </a:ext>
                  </a:extLst>
                </p14:cNvPr>
                <p14:cNvContentPartPr/>
                <p14:nvPr/>
              </p14:nvContentPartPr>
              <p14:xfrm>
                <a:off x="4725475" y="3793340"/>
                <a:ext cx="681120" cy="10958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0F2ED3E-167B-7DDB-7AF5-6B793C0DDB0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716475" y="3784700"/>
                  <a:ext cx="698760" cy="11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05B34FE-628C-1492-E0F3-749217E1D952}"/>
                    </a:ext>
                  </a:extLst>
                </p14:cNvPr>
                <p14:cNvContentPartPr/>
                <p14:nvPr/>
              </p14:nvContentPartPr>
              <p14:xfrm>
                <a:off x="5495515" y="4384460"/>
                <a:ext cx="432360" cy="7408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05B34FE-628C-1492-E0F3-749217E1D95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486875" y="4375460"/>
                  <a:ext cx="450000" cy="75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BCA368A-D187-451D-FF0F-86A19C408878}"/>
                    </a:ext>
                  </a:extLst>
                </p14:cNvPr>
                <p14:cNvContentPartPr/>
                <p14:nvPr/>
              </p14:nvContentPartPr>
              <p14:xfrm>
                <a:off x="6126235" y="4701620"/>
                <a:ext cx="73800" cy="198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BCA368A-D187-451D-FF0F-86A19C408878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117235" y="4692980"/>
                  <a:ext cx="914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DE382B6-12FE-8874-D803-34EEDF73B671}"/>
                    </a:ext>
                  </a:extLst>
                </p14:cNvPr>
                <p14:cNvContentPartPr/>
                <p14:nvPr/>
              </p14:nvContentPartPr>
              <p14:xfrm>
                <a:off x="6116515" y="4899260"/>
                <a:ext cx="843120" cy="3661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DE382B6-12FE-8874-D803-34EEDF73B67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107515" y="4890260"/>
                  <a:ext cx="860760" cy="3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2EB7959D-88F0-8625-D4B6-3B8FDA3C7F77}"/>
                    </a:ext>
                  </a:extLst>
                </p14:cNvPr>
                <p14:cNvContentPartPr/>
                <p14:nvPr/>
              </p14:nvContentPartPr>
              <p14:xfrm>
                <a:off x="7746595" y="4367900"/>
                <a:ext cx="959040" cy="13795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2EB7959D-88F0-8625-D4B6-3B8FDA3C7F7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737955" y="4359260"/>
                  <a:ext cx="976680" cy="139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50B85B1-69C1-EE33-D4B9-8727C6994708}"/>
                    </a:ext>
                  </a:extLst>
                </p14:cNvPr>
                <p14:cNvContentPartPr/>
                <p14:nvPr/>
              </p14:nvContentPartPr>
              <p14:xfrm>
                <a:off x="9021355" y="4528820"/>
                <a:ext cx="806760" cy="618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50B85B1-69C1-EE33-D4B9-8727C6994708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012355" y="4519820"/>
                  <a:ext cx="824400" cy="63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03C2202-9B98-9EEC-C219-F3BFE65F82B7}"/>
                    </a:ext>
                  </a:extLst>
                </p14:cNvPr>
                <p14:cNvContentPartPr/>
                <p14:nvPr/>
              </p14:nvContentPartPr>
              <p14:xfrm>
                <a:off x="9729835" y="4742300"/>
                <a:ext cx="294120" cy="3204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03C2202-9B98-9EEC-C219-F3BFE65F82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720835" y="4733300"/>
                  <a:ext cx="31176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3DB1EF0-1F41-B7AB-3E8F-653FA31F4F6C}"/>
                    </a:ext>
                  </a:extLst>
                </p14:cNvPr>
                <p14:cNvContentPartPr/>
                <p14:nvPr/>
              </p14:nvContentPartPr>
              <p14:xfrm>
                <a:off x="10020715" y="4747340"/>
                <a:ext cx="565920" cy="3542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3DB1EF0-1F41-B7AB-3E8F-653FA31F4F6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012075" y="4738700"/>
                  <a:ext cx="58356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102D7D3-7DDE-5FD2-F9C6-AE469718C7F9}"/>
                    </a:ext>
                  </a:extLst>
                </p14:cNvPr>
                <p14:cNvContentPartPr/>
                <p14:nvPr/>
              </p14:nvContentPartPr>
              <p14:xfrm>
                <a:off x="10242835" y="5044700"/>
                <a:ext cx="107640" cy="349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102D7D3-7DDE-5FD2-F9C6-AE469718C7F9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233835" y="5035700"/>
                  <a:ext cx="1252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F1598AC-A762-FCB2-E3D9-E9FD09128CFA}"/>
                    </a:ext>
                  </a:extLst>
                </p14:cNvPr>
                <p14:cNvContentPartPr/>
                <p14:nvPr/>
              </p14:nvContentPartPr>
              <p14:xfrm>
                <a:off x="9853315" y="4542140"/>
                <a:ext cx="1077480" cy="10119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F1598AC-A762-FCB2-E3D9-E9FD09128CFA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844315" y="4533500"/>
                  <a:ext cx="1095120" cy="10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12FDC1E1-6F9E-53FA-17F8-9A1E521D9C1C}"/>
                    </a:ext>
                  </a:extLst>
                </p14:cNvPr>
                <p14:cNvContentPartPr/>
                <p14:nvPr/>
              </p14:nvContentPartPr>
              <p14:xfrm>
                <a:off x="6469675" y="5693420"/>
                <a:ext cx="707040" cy="6109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12FDC1E1-6F9E-53FA-17F8-9A1E521D9C1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461035" y="5684780"/>
                  <a:ext cx="724680" cy="62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379D9D3-654B-8BD5-4711-EEEDD586C8C7}"/>
                    </a:ext>
                  </a:extLst>
                </p14:cNvPr>
                <p14:cNvContentPartPr/>
                <p14:nvPr/>
              </p14:nvContentPartPr>
              <p14:xfrm>
                <a:off x="7276075" y="5692700"/>
                <a:ext cx="553680" cy="7203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379D9D3-654B-8BD5-4711-EEEDD586C8C7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267435" y="5683700"/>
                  <a:ext cx="571320" cy="73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61AAE86-1091-7A54-739C-3BB1FAACEA4A}"/>
                    </a:ext>
                  </a:extLst>
                </p14:cNvPr>
                <p14:cNvContentPartPr/>
                <p14:nvPr/>
              </p14:nvContentPartPr>
              <p14:xfrm>
                <a:off x="7975915" y="6258980"/>
                <a:ext cx="145080" cy="1749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61AAE86-1091-7A54-739C-3BB1FAACEA4A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966915" y="6250340"/>
                  <a:ext cx="16272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CF23289-58B1-7C42-B310-760AC51C38B9}"/>
                    </a:ext>
                  </a:extLst>
                </p14:cNvPr>
                <p14:cNvContentPartPr/>
                <p14:nvPr/>
              </p14:nvContentPartPr>
              <p14:xfrm>
                <a:off x="8283715" y="5812940"/>
                <a:ext cx="505080" cy="7275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CF23289-58B1-7C42-B310-760AC51C38B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275075" y="5804300"/>
                  <a:ext cx="522720" cy="74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6C70984-B7D4-B149-2B64-71EBF7B38F94}"/>
                    </a:ext>
                  </a:extLst>
                </p14:cNvPr>
                <p14:cNvContentPartPr/>
                <p14:nvPr/>
              </p14:nvContentPartPr>
              <p14:xfrm>
                <a:off x="8708875" y="6526100"/>
                <a:ext cx="99360" cy="100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6C70984-B7D4-B149-2B64-71EBF7B38F9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700235" y="6517100"/>
                  <a:ext cx="117000" cy="27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583972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8B61EF01-913A-3DB5-2D4D-77F9A6EC554B}"/>
                  </a:ext>
                </a:extLst>
              </p14:cNvPr>
              <p14:cNvContentPartPr/>
              <p14:nvPr/>
            </p14:nvContentPartPr>
            <p14:xfrm>
              <a:off x="1759795" y="703820"/>
              <a:ext cx="410400" cy="4582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8B61EF01-913A-3DB5-2D4D-77F9A6EC554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51155" y="694820"/>
                <a:ext cx="428040" cy="47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36B3AD5E-E109-F7C2-9C14-DD4C17DE66FB}"/>
                  </a:ext>
                </a:extLst>
              </p14:cNvPr>
              <p14:cNvContentPartPr/>
              <p14:nvPr/>
            </p14:nvContentPartPr>
            <p14:xfrm>
              <a:off x="2310595" y="665300"/>
              <a:ext cx="423720" cy="3970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36B3AD5E-E109-F7C2-9C14-DD4C17DE66F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301955" y="656660"/>
                <a:ext cx="441360" cy="41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E50267FA-F8AD-6C71-4E65-DDDE091F72DD}"/>
                  </a:ext>
                </a:extLst>
              </p14:cNvPr>
              <p14:cNvContentPartPr/>
              <p14:nvPr/>
            </p14:nvContentPartPr>
            <p14:xfrm>
              <a:off x="4150555" y="666380"/>
              <a:ext cx="1640880" cy="26712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E50267FA-F8AD-6C71-4E65-DDDE091F72D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141555" y="657740"/>
                <a:ext cx="1658520" cy="28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BAFAFD96-F42C-E5BB-69CD-7AFC60EB87E9}"/>
                  </a:ext>
                </a:extLst>
              </p14:cNvPr>
              <p14:cNvContentPartPr/>
              <p14:nvPr/>
            </p14:nvContentPartPr>
            <p14:xfrm>
              <a:off x="6382915" y="744140"/>
              <a:ext cx="1113120" cy="1209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BAFAFD96-F42C-E5BB-69CD-7AFC60EB87E9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374275" y="735140"/>
                <a:ext cx="1130760" cy="13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829F0E3-D840-E653-6956-9E4339765856}"/>
                  </a:ext>
                </a:extLst>
              </p14:cNvPr>
              <p14:cNvContentPartPr/>
              <p14:nvPr/>
            </p14:nvContentPartPr>
            <p14:xfrm>
              <a:off x="8089315" y="892460"/>
              <a:ext cx="95760" cy="3168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829F0E3-D840-E653-6956-9E4339765856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8080315" y="883820"/>
                <a:ext cx="113400" cy="4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1E02A23C-23B4-275E-018F-5BCA247F141A}"/>
                  </a:ext>
                </a:extLst>
              </p14:cNvPr>
              <p14:cNvContentPartPr/>
              <p14:nvPr/>
            </p14:nvContentPartPr>
            <p14:xfrm>
              <a:off x="7990315" y="800300"/>
              <a:ext cx="2870280" cy="107280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1E02A23C-23B4-275E-018F-5BCA247F141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981315" y="791660"/>
                <a:ext cx="2887920" cy="109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FE14CEE1-E74D-6923-7AA1-95A96EE06A5E}"/>
                  </a:ext>
                </a:extLst>
              </p14:cNvPr>
              <p14:cNvContentPartPr/>
              <p14:nvPr/>
            </p14:nvContentPartPr>
            <p14:xfrm>
              <a:off x="9173635" y="1108820"/>
              <a:ext cx="269280" cy="53028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FE14CEE1-E74D-6923-7AA1-95A96EE06A5E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9164635" y="1100180"/>
                <a:ext cx="286920" cy="54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6908A19E-4B29-78AC-5E0F-E7CF0625F015}"/>
                  </a:ext>
                </a:extLst>
              </p14:cNvPr>
              <p14:cNvContentPartPr/>
              <p14:nvPr/>
            </p14:nvContentPartPr>
            <p14:xfrm>
              <a:off x="9732715" y="1139060"/>
              <a:ext cx="35280" cy="4104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6908A19E-4B29-78AC-5E0F-E7CF0625F01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724075" y="1130060"/>
                <a:ext cx="52920" cy="42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25081587-6711-E88D-63F7-0966C4F4F9A6}"/>
                  </a:ext>
                </a:extLst>
              </p14:cNvPr>
              <p14:cNvContentPartPr/>
              <p14:nvPr/>
            </p14:nvContentPartPr>
            <p14:xfrm>
              <a:off x="9656755" y="1343900"/>
              <a:ext cx="438120" cy="1580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25081587-6711-E88D-63F7-0966C4F4F9A6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647755" y="1334900"/>
                <a:ext cx="455760" cy="17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6C129E25-0AC8-92E4-6EF4-0556781ED621}"/>
                  </a:ext>
                </a:extLst>
              </p14:cNvPr>
              <p14:cNvContentPartPr/>
              <p14:nvPr/>
            </p14:nvContentPartPr>
            <p14:xfrm>
              <a:off x="10201795" y="1301780"/>
              <a:ext cx="232920" cy="16848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6C129E25-0AC8-92E4-6EF4-0556781ED621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0192795" y="1292780"/>
                <a:ext cx="2505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DF807ACF-A288-38FB-86BB-8A5EEB685149}"/>
                  </a:ext>
                </a:extLst>
              </p14:cNvPr>
              <p14:cNvContentPartPr/>
              <p14:nvPr/>
            </p14:nvContentPartPr>
            <p14:xfrm>
              <a:off x="10562875" y="988220"/>
              <a:ext cx="52560" cy="407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DF807ACF-A288-38FB-86BB-8A5EEB685149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554235" y="979220"/>
                <a:ext cx="70200" cy="42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05F522C2-43FD-712A-97BF-CA7C089BB92F}"/>
                  </a:ext>
                </a:extLst>
              </p14:cNvPr>
              <p14:cNvContentPartPr/>
              <p14:nvPr/>
            </p14:nvContentPartPr>
            <p14:xfrm>
              <a:off x="10460995" y="1266860"/>
              <a:ext cx="242640" cy="3168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05F522C2-43FD-712A-97BF-CA7C089BB92F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451995" y="1258220"/>
                <a:ext cx="260280" cy="4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76" name="Group 75">
            <a:extLst>
              <a:ext uri="{FF2B5EF4-FFF2-40B4-BE49-F238E27FC236}">
                <a16:creationId xmlns:a16="http://schemas.microsoft.com/office/drawing/2014/main" id="{7FAC1ECE-9909-00B2-F894-5CF317FE7B25}"/>
              </a:ext>
            </a:extLst>
          </p:cNvPr>
          <p:cNvGrpSpPr/>
          <p:nvPr/>
        </p:nvGrpSpPr>
        <p:grpSpPr>
          <a:xfrm>
            <a:off x="2098195" y="1879580"/>
            <a:ext cx="8261640" cy="4066200"/>
            <a:chOff x="2098195" y="1879580"/>
            <a:chExt cx="8261640" cy="406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27DD2B5-1F1A-4DB3-AE8A-D70C70EACCD5}"/>
                    </a:ext>
                  </a:extLst>
                </p14:cNvPr>
                <p14:cNvContentPartPr/>
                <p14:nvPr/>
              </p14:nvContentPartPr>
              <p14:xfrm>
                <a:off x="6471835" y="4712060"/>
                <a:ext cx="283320" cy="10004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27DD2B5-1F1A-4DB3-AE8A-D70C70EACCD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463195" y="4703420"/>
                  <a:ext cx="300960" cy="10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6F915D1-46F3-C90F-2D7D-E23AE45E733D}"/>
                    </a:ext>
                  </a:extLst>
                </p14:cNvPr>
                <p14:cNvContentPartPr/>
                <p14:nvPr/>
              </p14:nvContentPartPr>
              <p14:xfrm>
                <a:off x="6765235" y="4491380"/>
                <a:ext cx="2773440" cy="13204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6F915D1-46F3-C90F-2D7D-E23AE45E733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756235" y="4482380"/>
                  <a:ext cx="2791080" cy="133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B1621DA-6308-E2A7-FD15-941ACAAD6EBB}"/>
                    </a:ext>
                  </a:extLst>
                </p14:cNvPr>
                <p14:cNvContentPartPr/>
                <p14:nvPr/>
              </p14:nvContentPartPr>
              <p14:xfrm>
                <a:off x="6635275" y="5603420"/>
                <a:ext cx="3126240" cy="1731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B1621DA-6308-E2A7-FD15-941ACAAD6EB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626635" y="5594780"/>
                  <a:ext cx="31438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559D109-D1BC-273B-A02C-86458519F22B}"/>
                    </a:ext>
                  </a:extLst>
                </p14:cNvPr>
                <p14:cNvContentPartPr/>
                <p14:nvPr/>
              </p14:nvContentPartPr>
              <p14:xfrm>
                <a:off x="6841195" y="5049020"/>
                <a:ext cx="483840" cy="946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559D109-D1BC-273B-A02C-86458519F22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832195" y="5040380"/>
                  <a:ext cx="50148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A97DCF0-C515-1AA0-0A15-4256E490CCC3}"/>
                    </a:ext>
                  </a:extLst>
                </p14:cNvPr>
                <p14:cNvContentPartPr/>
                <p14:nvPr/>
              </p14:nvContentPartPr>
              <p14:xfrm>
                <a:off x="7137835" y="5114540"/>
                <a:ext cx="84600" cy="3927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A97DCF0-C515-1AA0-0A15-4256E490CCC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129195" y="5105900"/>
                  <a:ext cx="102240" cy="41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169F5BA-37A9-D1AC-D0A6-AD8CDB2BCF5E}"/>
                    </a:ext>
                  </a:extLst>
                </p14:cNvPr>
                <p14:cNvContentPartPr/>
                <p14:nvPr/>
              </p14:nvContentPartPr>
              <p14:xfrm>
                <a:off x="7517635" y="5172860"/>
                <a:ext cx="196920" cy="79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169F5BA-37A9-D1AC-D0A6-AD8CDB2BCF5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508635" y="5163860"/>
                  <a:ext cx="21456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E8CFBA2-D96E-900C-8249-6AE0E0CF0870}"/>
                    </a:ext>
                  </a:extLst>
                </p14:cNvPr>
                <p14:cNvContentPartPr/>
                <p14:nvPr/>
              </p14:nvContentPartPr>
              <p14:xfrm>
                <a:off x="7728595" y="5289860"/>
                <a:ext cx="176400" cy="370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E8CFBA2-D96E-900C-8249-6AE0E0CF087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719955" y="5281220"/>
                  <a:ext cx="19404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A353AB1-0982-4883-241D-C0C5AD211AC5}"/>
                    </a:ext>
                  </a:extLst>
                </p14:cNvPr>
                <p14:cNvContentPartPr/>
                <p14:nvPr/>
              </p14:nvContentPartPr>
              <p14:xfrm>
                <a:off x="8074195" y="5107700"/>
                <a:ext cx="78120" cy="2070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A353AB1-0982-4883-241D-C0C5AD211AC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065195" y="5098700"/>
                  <a:ext cx="9576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1647400-44B0-4DFC-1EDC-CF6CB3097313}"/>
                    </a:ext>
                  </a:extLst>
                </p14:cNvPr>
                <p14:cNvContentPartPr/>
                <p14:nvPr/>
              </p14:nvContentPartPr>
              <p14:xfrm>
                <a:off x="8217115" y="4928420"/>
                <a:ext cx="315000" cy="3553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1647400-44B0-4DFC-1EDC-CF6CB309731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208115" y="4919780"/>
                  <a:ext cx="332640" cy="37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3D4A8722-D127-1517-0AA9-8A3207F77FE7}"/>
                    </a:ext>
                  </a:extLst>
                </p14:cNvPr>
                <p14:cNvContentPartPr/>
                <p14:nvPr/>
              </p14:nvContentPartPr>
              <p14:xfrm>
                <a:off x="8707795" y="5087180"/>
                <a:ext cx="27720" cy="2206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3D4A8722-D127-1517-0AA9-8A3207F77FE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699155" y="5078180"/>
                  <a:ext cx="4536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98D2390-B8FF-FBB4-F8F5-9720ACD82DDB}"/>
                    </a:ext>
                  </a:extLst>
                </p14:cNvPr>
                <p14:cNvContentPartPr/>
                <p14:nvPr/>
              </p14:nvContentPartPr>
              <p14:xfrm>
                <a:off x="8625715" y="5133620"/>
                <a:ext cx="217440" cy="48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98D2390-B8FF-FBB4-F8F5-9720ACD82DD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617075" y="5124980"/>
                  <a:ext cx="23508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D4C9A6F-F841-CD4E-D5CC-7B4CCCC3C3AE}"/>
                    </a:ext>
                  </a:extLst>
                </p14:cNvPr>
                <p14:cNvContentPartPr/>
                <p14:nvPr/>
              </p14:nvContentPartPr>
              <p14:xfrm>
                <a:off x="8871595" y="5065220"/>
                <a:ext cx="29160" cy="219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D4C9A6F-F841-CD4E-D5CC-7B4CCCC3C3A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862955" y="5056580"/>
                  <a:ext cx="468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3807F69-62FE-8371-E4A6-FA69F498385F}"/>
                    </a:ext>
                  </a:extLst>
                </p14:cNvPr>
                <p14:cNvContentPartPr/>
                <p14:nvPr/>
              </p14:nvContentPartPr>
              <p14:xfrm>
                <a:off x="8870155" y="4897100"/>
                <a:ext cx="193320" cy="5623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3807F69-62FE-8371-E4A6-FA69F498385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861155" y="4888460"/>
                  <a:ext cx="210960" cy="57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2EC61E39-55D8-3422-9680-68C4DCF75E98}"/>
                    </a:ext>
                  </a:extLst>
                </p14:cNvPr>
                <p14:cNvContentPartPr/>
                <p14:nvPr/>
              </p14:nvContentPartPr>
              <p14:xfrm>
                <a:off x="9081475" y="5217140"/>
                <a:ext cx="11160" cy="68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2EC61E39-55D8-3422-9680-68C4DCF75E9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072835" y="5208500"/>
                  <a:ext cx="288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0D2674A-B20F-B0D9-66FB-D58EBDA96B39}"/>
                    </a:ext>
                  </a:extLst>
                </p14:cNvPr>
                <p14:cNvContentPartPr/>
                <p14:nvPr/>
              </p14:nvContentPartPr>
              <p14:xfrm>
                <a:off x="8276155" y="5495060"/>
                <a:ext cx="306360" cy="792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0D2674A-B20F-B0D9-66FB-D58EBDA96B3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267515" y="5486420"/>
                  <a:ext cx="3240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C94841C-BAA9-0982-B750-A8A334C91D82}"/>
                    </a:ext>
                  </a:extLst>
                </p14:cNvPr>
                <p14:cNvContentPartPr/>
                <p14:nvPr/>
              </p14:nvContentPartPr>
              <p14:xfrm>
                <a:off x="8438875" y="5460500"/>
                <a:ext cx="65520" cy="1544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C94841C-BAA9-0982-B750-A8A334C91D8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429875" y="5451500"/>
                  <a:ext cx="8316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721E912-EA22-9083-5E29-056BC9BFECA0}"/>
                    </a:ext>
                  </a:extLst>
                </p14:cNvPr>
                <p14:cNvContentPartPr/>
                <p14:nvPr/>
              </p14:nvContentPartPr>
              <p14:xfrm>
                <a:off x="8611675" y="5392100"/>
                <a:ext cx="220320" cy="370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721E912-EA22-9083-5E29-056BC9BFECA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603035" y="5383460"/>
                  <a:ext cx="2379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D2C127E-356A-47B6-CC7B-5BD5F0AD31AD}"/>
                    </a:ext>
                  </a:extLst>
                </p14:cNvPr>
                <p14:cNvContentPartPr/>
                <p14:nvPr/>
              </p14:nvContentPartPr>
              <p14:xfrm>
                <a:off x="8626795" y="5411180"/>
                <a:ext cx="104760" cy="3326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D2C127E-356A-47B6-CC7B-5BD5F0AD31A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618155" y="5402540"/>
                  <a:ext cx="122400" cy="3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5E17187-1B2C-50A0-2C05-89260508BAB6}"/>
                    </a:ext>
                  </a:extLst>
                </p14:cNvPr>
                <p14:cNvContentPartPr/>
                <p14:nvPr/>
              </p14:nvContentPartPr>
              <p14:xfrm>
                <a:off x="4067755" y="5103380"/>
                <a:ext cx="2483280" cy="132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5E17187-1B2C-50A0-2C05-89260508BAB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059115" y="5094740"/>
                  <a:ext cx="250092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EEB548A-4E1E-7E44-E16E-6C4EFF6A9A69}"/>
                    </a:ext>
                  </a:extLst>
                </p14:cNvPr>
                <p14:cNvContentPartPr/>
                <p14:nvPr/>
              </p14:nvContentPartPr>
              <p14:xfrm>
                <a:off x="2122675" y="4263500"/>
                <a:ext cx="879480" cy="13222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EEB548A-4E1E-7E44-E16E-6C4EFF6A9A69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114035" y="4254500"/>
                  <a:ext cx="897120" cy="133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0B5EB6C-D930-2640-D214-54DAECEDA9C3}"/>
                    </a:ext>
                  </a:extLst>
                </p14:cNvPr>
                <p14:cNvContentPartPr/>
                <p14:nvPr/>
              </p14:nvContentPartPr>
              <p14:xfrm>
                <a:off x="3447835" y="4249100"/>
                <a:ext cx="429480" cy="16966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0B5EB6C-D930-2640-D214-54DAECEDA9C3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439195" y="4240100"/>
                  <a:ext cx="447120" cy="171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F63475F-9D98-2ED9-5FD9-E909480E9B18}"/>
                    </a:ext>
                  </a:extLst>
                </p14:cNvPr>
                <p14:cNvContentPartPr/>
                <p14:nvPr/>
              </p14:nvContentPartPr>
              <p14:xfrm>
                <a:off x="2098195" y="5330180"/>
                <a:ext cx="1656360" cy="2059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F63475F-9D98-2ED9-5FD9-E909480E9B18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89555" y="5321180"/>
                  <a:ext cx="167400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2982DEC-752F-E230-8173-56DD8C7A1793}"/>
                    </a:ext>
                  </a:extLst>
                </p14:cNvPr>
                <p14:cNvContentPartPr/>
                <p14:nvPr/>
              </p14:nvContentPartPr>
              <p14:xfrm>
                <a:off x="3030235" y="4168460"/>
                <a:ext cx="1115280" cy="2167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2982DEC-752F-E230-8173-56DD8C7A179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021235" y="4159460"/>
                  <a:ext cx="113292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D0836149-DF64-E1C6-6B22-7E547BCC0B79}"/>
                    </a:ext>
                  </a:extLst>
                </p14:cNvPr>
                <p14:cNvContentPartPr/>
                <p14:nvPr/>
              </p14:nvContentPartPr>
              <p14:xfrm>
                <a:off x="3097195" y="4595780"/>
                <a:ext cx="629640" cy="1508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D0836149-DF64-E1C6-6B22-7E547BCC0B7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088195" y="4586780"/>
                  <a:ext cx="6472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81FF10C-3606-EC42-0FD6-5A8708DEA875}"/>
                    </a:ext>
                  </a:extLst>
                </p14:cNvPr>
                <p14:cNvContentPartPr/>
                <p14:nvPr/>
              </p14:nvContentPartPr>
              <p14:xfrm>
                <a:off x="3394915" y="4655180"/>
                <a:ext cx="66600" cy="549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81FF10C-3606-EC42-0FD6-5A8708DEA87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386275" y="4646180"/>
                  <a:ext cx="84240" cy="56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D4FEF7C-37C9-06EB-629C-A40009FB1A68}"/>
                    </a:ext>
                  </a:extLst>
                </p14:cNvPr>
                <p14:cNvContentPartPr/>
                <p14:nvPr/>
              </p14:nvContentPartPr>
              <p14:xfrm>
                <a:off x="3196195" y="2888300"/>
                <a:ext cx="664920" cy="13060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D4FEF7C-37C9-06EB-629C-A40009FB1A68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187195" y="2879300"/>
                  <a:ext cx="682560" cy="132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F7FCB2FA-7E7D-70AF-1530-418D5CD4AC3D}"/>
                    </a:ext>
                  </a:extLst>
                </p14:cNvPr>
                <p14:cNvContentPartPr/>
                <p14:nvPr/>
              </p14:nvContentPartPr>
              <p14:xfrm>
                <a:off x="2646835" y="1879580"/>
                <a:ext cx="2883240" cy="10630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F7FCB2FA-7E7D-70AF-1530-418D5CD4AC3D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637835" y="1870940"/>
                  <a:ext cx="2900880" cy="10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3371A57-C8C0-6567-B89D-655BD6B218E8}"/>
                    </a:ext>
                  </a:extLst>
                </p14:cNvPr>
                <p14:cNvContentPartPr/>
                <p14:nvPr/>
              </p14:nvContentPartPr>
              <p14:xfrm>
                <a:off x="3399955" y="2544140"/>
                <a:ext cx="510480" cy="5572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3371A57-C8C0-6567-B89D-655BD6B218E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390955" y="2535140"/>
                  <a:ext cx="528120" cy="57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E1D3126-C731-1BE4-B004-09B2DC4D61DB}"/>
                    </a:ext>
                  </a:extLst>
                </p14:cNvPr>
                <p14:cNvContentPartPr/>
                <p14:nvPr/>
              </p14:nvContentPartPr>
              <p14:xfrm>
                <a:off x="4235515" y="2448740"/>
                <a:ext cx="54720" cy="4114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E1D3126-C731-1BE4-B004-09B2DC4D61D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226515" y="2440100"/>
                  <a:ext cx="72360" cy="42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947707B4-664D-9021-8A1E-67D4C4B8BBD3}"/>
                    </a:ext>
                  </a:extLst>
                </p14:cNvPr>
                <p14:cNvContentPartPr/>
                <p14:nvPr/>
              </p14:nvContentPartPr>
              <p14:xfrm>
                <a:off x="4267915" y="2399060"/>
                <a:ext cx="555480" cy="5266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947707B4-664D-9021-8A1E-67D4C4B8BBD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259275" y="2390060"/>
                  <a:ext cx="573120" cy="54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80604222-2E75-D73F-C801-957490207E24}"/>
                    </a:ext>
                  </a:extLst>
                </p14:cNvPr>
                <p14:cNvContentPartPr/>
                <p14:nvPr/>
              </p14:nvContentPartPr>
              <p14:xfrm>
                <a:off x="4829875" y="2660420"/>
                <a:ext cx="216360" cy="1544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80604222-2E75-D73F-C801-957490207E2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820875" y="2651780"/>
                  <a:ext cx="23400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7B133C4-2716-0F78-9D8E-DCE83FD33628}"/>
                    </a:ext>
                  </a:extLst>
                </p14:cNvPr>
                <p14:cNvContentPartPr/>
                <p14:nvPr/>
              </p14:nvContentPartPr>
              <p14:xfrm>
                <a:off x="4957675" y="2507420"/>
                <a:ext cx="41400" cy="63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7B133C4-2716-0F78-9D8E-DCE83FD3362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949035" y="2498780"/>
                  <a:ext cx="5904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B9208D4-2EB2-796C-5026-7F0B85CD374D}"/>
                    </a:ext>
                  </a:extLst>
                </p14:cNvPr>
                <p14:cNvContentPartPr/>
                <p14:nvPr/>
              </p14:nvContentPartPr>
              <p14:xfrm>
                <a:off x="8177875" y="2649620"/>
                <a:ext cx="500040" cy="13600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B9208D4-2EB2-796C-5026-7F0B85CD374D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168875" y="2640620"/>
                  <a:ext cx="517680" cy="137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97C8353-B10F-B6E4-413D-F8D39F42148E}"/>
                    </a:ext>
                  </a:extLst>
                </p14:cNvPr>
                <p14:cNvContentPartPr/>
                <p14:nvPr/>
              </p14:nvContentPartPr>
              <p14:xfrm>
                <a:off x="9633715" y="2721980"/>
                <a:ext cx="339120" cy="940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97C8353-B10F-B6E4-413D-F8D39F42148E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625075" y="2712980"/>
                  <a:ext cx="356760" cy="9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59319A6-B800-740C-872E-957C0D8B9803}"/>
                    </a:ext>
                  </a:extLst>
                </p14:cNvPr>
                <p14:cNvContentPartPr/>
                <p14:nvPr/>
              </p14:nvContentPartPr>
              <p14:xfrm>
                <a:off x="8450755" y="2659700"/>
                <a:ext cx="1909080" cy="982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59319A6-B800-740C-872E-957C0D8B9803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442115" y="2651060"/>
                  <a:ext cx="192672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2B9CFB9-7739-CCD7-3E1B-2689F23BD92C}"/>
                    </a:ext>
                  </a:extLst>
                </p14:cNvPr>
                <p14:cNvContentPartPr/>
                <p14:nvPr/>
              </p14:nvContentPartPr>
              <p14:xfrm>
                <a:off x="8128555" y="3796580"/>
                <a:ext cx="1638000" cy="2595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2B9CFB9-7739-CCD7-3E1B-2689F23BD92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119915" y="3787940"/>
                  <a:ext cx="165564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22F56C2-5743-130F-7939-D57FD190783A}"/>
                    </a:ext>
                  </a:extLst>
                </p14:cNvPr>
                <p14:cNvContentPartPr/>
                <p14:nvPr/>
              </p14:nvContentPartPr>
              <p14:xfrm>
                <a:off x="8876995" y="2993780"/>
                <a:ext cx="457560" cy="2869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22F56C2-5743-130F-7939-D57FD190783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868355" y="2984780"/>
                  <a:ext cx="47520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3ADF935-F0C0-4A7F-7C3F-2331E4F3D7F3}"/>
                    </a:ext>
                  </a:extLst>
                </p14:cNvPr>
                <p14:cNvContentPartPr/>
                <p14:nvPr/>
              </p14:nvContentPartPr>
              <p14:xfrm>
                <a:off x="9510955" y="3013220"/>
                <a:ext cx="18360" cy="2563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3ADF935-F0C0-4A7F-7C3F-2331E4F3D7F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501955" y="3004220"/>
                  <a:ext cx="3600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3BC0A9C-376B-0D10-2F09-C3E5BA502968}"/>
                    </a:ext>
                  </a:extLst>
                </p14:cNvPr>
                <p14:cNvContentPartPr/>
                <p14:nvPr/>
              </p14:nvContentPartPr>
              <p14:xfrm>
                <a:off x="9527515" y="3076220"/>
                <a:ext cx="210240" cy="230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3BC0A9C-376B-0D10-2F09-C3E5BA50296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518875" y="3067220"/>
                  <a:ext cx="22788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4D5C369-F664-46D3-9D22-A4AA16876F25}"/>
                    </a:ext>
                  </a:extLst>
                </p14:cNvPr>
                <p14:cNvContentPartPr/>
                <p14:nvPr/>
              </p14:nvContentPartPr>
              <p14:xfrm>
                <a:off x="9137635" y="3412460"/>
                <a:ext cx="157320" cy="3769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4D5C369-F664-46D3-9D22-A4AA16876F2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128995" y="3403820"/>
                  <a:ext cx="174960" cy="39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E635798-C3A6-4738-BD27-8966E7885595}"/>
                    </a:ext>
                  </a:extLst>
                </p14:cNvPr>
                <p14:cNvContentPartPr/>
                <p14:nvPr/>
              </p14:nvContentPartPr>
              <p14:xfrm>
                <a:off x="9375595" y="3654380"/>
                <a:ext cx="14760" cy="4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E635798-C3A6-4738-BD27-8966E788559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366955" y="3645740"/>
                  <a:ext cx="3240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AD3D8D5D-78E7-0A2A-6612-280532F2E406}"/>
                    </a:ext>
                  </a:extLst>
                </p14:cNvPr>
                <p14:cNvContentPartPr/>
                <p14:nvPr/>
              </p14:nvContentPartPr>
              <p14:xfrm>
                <a:off x="9136915" y="1886780"/>
                <a:ext cx="263880" cy="8956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AD3D8D5D-78E7-0A2A-6612-280532F2E40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128275" y="1877780"/>
                  <a:ext cx="281520" cy="9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7605898-F65E-1F0E-30B1-6339675EA627}"/>
                    </a:ext>
                  </a:extLst>
                </p14:cNvPr>
                <p14:cNvContentPartPr/>
                <p14:nvPr/>
              </p14:nvContentPartPr>
              <p14:xfrm>
                <a:off x="8725435" y="2356580"/>
                <a:ext cx="867960" cy="5011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7605898-F65E-1F0E-30B1-6339675EA627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716435" y="2347940"/>
                  <a:ext cx="885600" cy="51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51D18D4-E200-5AD4-C47F-CBFDE9EB8C3C}"/>
                    </a:ext>
                  </a:extLst>
                </p14:cNvPr>
                <p14:cNvContentPartPr/>
                <p14:nvPr/>
              </p14:nvContentPartPr>
              <p14:xfrm>
                <a:off x="8648755" y="3873620"/>
                <a:ext cx="229320" cy="8870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51D18D4-E200-5AD4-C47F-CBFDE9EB8C3C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639755" y="3864980"/>
                  <a:ext cx="246960" cy="90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6FB1955F-39C2-CBF3-CD22-A19E26404E44}"/>
                    </a:ext>
                  </a:extLst>
                </p14:cNvPr>
                <p14:cNvContentPartPr/>
                <p14:nvPr/>
              </p14:nvContentPartPr>
              <p14:xfrm>
                <a:off x="8091475" y="4437020"/>
                <a:ext cx="1003680" cy="4629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6FB1955F-39C2-CBF3-CD22-A19E26404E4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082835" y="4428020"/>
                  <a:ext cx="1021320" cy="48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6F2A20C-DB9B-35C0-8858-DED20817A724}"/>
              </a:ext>
            </a:extLst>
          </p:cNvPr>
          <p:cNvGrpSpPr/>
          <p:nvPr/>
        </p:nvGrpSpPr>
        <p:grpSpPr>
          <a:xfrm>
            <a:off x="657475" y="141468"/>
            <a:ext cx="3941280" cy="1931040"/>
            <a:chOff x="657475" y="141468"/>
            <a:chExt cx="3941280" cy="193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D1E5B693-2BAA-26C8-26F7-46CC36CCFE04}"/>
                    </a:ext>
                  </a:extLst>
                </p14:cNvPr>
                <p14:cNvContentPartPr/>
                <p14:nvPr/>
              </p14:nvContentPartPr>
              <p14:xfrm>
                <a:off x="932875" y="410028"/>
                <a:ext cx="294480" cy="118188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D1E5B693-2BAA-26C8-26F7-46CC36CCFE0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23875" y="401388"/>
                  <a:ext cx="312120" cy="11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96E45275-F008-C456-C827-5C2F6AFA57A2}"/>
                    </a:ext>
                  </a:extLst>
                </p14:cNvPr>
                <p14:cNvContentPartPr/>
                <p14:nvPr/>
              </p14:nvContentPartPr>
              <p14:xfrm>
                <a:off x="1010995" y="141468"/>
                <a:ext cx="567000" cy="9064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96E45275-F008-C456-C827-5C2F6AFA57A2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02355" y="132828"/>
                  <a:ext cx="584640" cy="9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4D0393B-44CF-6091-FE49-E5D8B049E02C}"/>
                    </a:ext>
                  </a:extLst>
                </p14:cNvPr>
                <p14:cNvContentPartPr/>
                <p14:nvPr/>
              </p14:nvContentPartPr>
              <p14:xfrm>
                <a:off x="3264955" y="546468"/>
                <a:ext cx="586080" cy="10486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4D0393B-44CF-6091-FE49-E5D8B049E02C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256315" y="537828"/>
                  <a:ext cx="603720" cy="10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F39B449-9FA0-0E32-5CC1-8DA312890447}"/>
                    </a:ext>
                  </a:extLst>
                </p14:cNvPr>
                <p14:cNvContentPartPr/>
                <p14:nvPr/>
              </p14:nvContentPartPr>
              <p14:xfrm>
                <a:off x="3583555" y="366468"/>
                <a:ext cx="653400" cy="6102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F39B449-9FA0-0E32-5CC1-8DA312890447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574555" y="357468"/>
                  <a:ext cx="671040" cy="62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F56CD7-3612-01DE-FF40-5A7528BE231B}"/>
                    </a:ext>
                  </a:extLst>
                </p14:cNvPr>
                <p14:cNvContentPartPr/>
                <p14:nvPr/>
              </p14:nvContentPartPr>
              <p14:xfrm>
                <a:off x="657475" y="1615308"/>
                <a:ext cx="3941280" cy="4572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F56CD7-3612-01DE-FF40-5A7528BE231B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48475" y="1606668"/>
                  <a:ext cx="3958920" cy="474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969992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F95F5378-EFC1-ECFC-430D-1CEDBEB9DC9C}"/>
              </a:ext>
            </a:extLst>
          </p:cNvPr>
          <p:cNvGrpSpPr/>
          <p:nvPr/>
        </p:nvGrpSpPr>
        <p:grpSpPr>
          <a:xfrm>
            <a:off x="1042675" y="397068"/>
            <a:ext cx="10068480" cy="4417200"/>
            <a:chOff x="1042675" y="397068"/>
            <a:chExt cx="10068480" cy="441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F893DC5B-0267-FE7D-CE48-E76C6BEEBFDA}"/>
                    </a:ext>
                  </a:extLst>
                </p14:cNvPr>
                <p14:cNvContentPartPr/>
                <p14:nvPr/>
              </p14:nvContentPartPr>
              <p14:xfrm>
                <a:off x="1387195" y="974148"/>
                <a:ext cx="27000" cy="252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F893DC5B-0267-FE7D-CE48-E76C6BEEBFD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378555" y="965148"/>
                  <a:ext cx="4464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4049F9CC-8ABC-B668-44FE-56644E00245D}"/>
                    </a:ext>
                  </a:extLst>
                </p14:cNvPr>
                <p14:cNvContentPartPr/>
                <p14:nvPr/>
              </p14:nvContentPartPr>
              <p14:xfrm>
                <a:off x="1353355" y="892788"/>
                <a:ext cx="100800" cy="9226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4049F9CC-8ABC-B668-44FE-56644E00245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344355" y="883788"/>
                  <a:ext cx="118440" cy="9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D94F2405-CFDC-6545-DCAB-464CF71B0A6B}"/>
                    </a:ext>
                  </a:extLst>
                </p14:cNvPr>
                <p14:cNvContentPartPr/>
                <p14:nvPr/>
              </p14:nvContentPartPr>
              <p14:xfrm>
                <a:off x="1042675" y="782988"/>
                <a:ext cx="1436400" cy="11844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D94F2405-CFDC-6545-DCAB-464CF71B0A6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33675" y="774348"/>
                  <a:ext cx="1454040" cy="12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0C9E7C1-3677-21FE-B038-CFB10CF020EB}"/>
                    </a:ext>
                  </a:extLst>
                </p14:cNvPr>
                <p14:cNvContentPartPr/>
                <p14:nvPr/>
              </p14:nvContentPartPr>
              <p14:xfrm>
                <a:off x="2391595" y="1051188"/>
                <a:ext cx="886320" cy="2476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0C9E7C1-3677-21FE-B038-CFB10CF020E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382955" y="1042188"/>
                  <a:ext cx="90396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D3ED389-1303-7A8C-E8FC-89EAC43A07B1}"/>
                    </a:ext>
                  </a:extLst>
                </p14:cNvPr>
                <p14:cNvContentPartPr/>
                <p14:nvPr/>
              </p14:nvContentPartPr>
              <p14:xfrm>
                <a:off x="2883715" y="486708"/>
                <a:ext cx="74520" cy="3553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D3ED389-1303-7A8C-E8FC-89EAC43A07B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874715" y="478068"/>
                  <a:ext cx="92160" cy="37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EF26633-4196-DDD2-7B23-EDA63E3C53CF}"/>
                    </a:ext>
                  </a:extLst>
                </p14:cNvPr>
                <p14:cNvContentPartPr/>
                <p14:nvPr/>
              </p14:nvContentPartPr>
              <p14:xfrm>
                <a:off x="3000715" y="397068"/>
                <a:ext cx="628560" cy="414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EF26633-4196-DDD2-7B23-EDA63E3C53C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991715" y="388428"/>
                  <a:ext cx="646200" cy="43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7B2E883-6A8F-8B2A-BC6D-674B473980AA}"/>
                    </a:ext>
                  </a:extLst>
                </p14:cNvPr>
                <p14:cNvContentPartPr/>
                <p14:nvPr/>
              </p14:nvContentPartPr>
              <p14:xfrm>
                <a:off x="3191155" y="944628"/>
                <a:ext cx="1631520" cy="939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7B2E883-6A8F-8B2A-BC6D-674B473980A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182515" y="935988"/>
                  <a:ext cx="16491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1BEBCB6-D2A1-F47B-220C-93C394478551}"/>
                    </a:ext>
                  </a:extLst>
                </p14:cNvPr>
                <p14:cNvContentPartPr/>
                <p14:nvPr/>
              </p14:nvContentPartPr>
              <p14:xfrm>
                <a:off x="4499395" y="673548"/>
                <a:ext cx="446760" cy="891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1BEBCB6-D2A1-F47B-220C-93C39447855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490755" y="664548"/>
                  <a:ext cx="464400" cy="90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B97F4F2-22D0-015F-315A-230AF4FC6AA0}"/>
                    </a:ext>
                  </a:extLst>
                </p14:cNvPr>
                <p14:cNvContentPartPr/>
                <p14:nvPr/>
              </p14:nvContentPartPr>
              <p14:xfrm>
                <a:off x="6144595" y="835548"/>
                <a:ext cx="1620360" cy="7020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B97F4F2-22D0-015F-315A-230AF4FC6AA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135955" y="826548"/>
                  <a:ext cx="1638000" cy="71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16283DC-FDAA-A693-F5F1-1F5E059E41A7}"/>
                    </a:ext>
                  </a:extLst>
                </p14:cNvPr>
                <p14:cNvContentPartPr/>
                <p14:nvPr/>
              </p14:nvContentPartPr>
              <p14:xfrm>
                <a:off x="8870515" y="1385268"/>
                <a:ext cx="1070280" cy="867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16283DC-FDAA-A693-F5F1-1F5E059E41A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861515" y="1376628"/>
                  <a:ext cx="108792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464C92B-C2C5-3016-9F29-47922ACA5023}"/>
                    </a:ext>
                  </a:extLst>
                </p14:cNvPr>
                <p14:cNvContentPartPr/>
                <p14:nvPr/>
              </p14:nvContentPartPr>
              <p14:xfrm>
                <a:off x="9525355" y="968748"/>
                <a:ext cx="382680" cy="8488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464C92B-C2C5-3016-9F29-47922ACA502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516355" y="959748"/>
                  <a:ext cx="400320" cy="86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84E2436-908A-E6EC-49B8-02B2B3C5BABB}"/>
                    </a:ext>
                  </a:extLst>
                </p14:cNvPr>
                <p14:cNvContentPartPr/>
                <p14:nvPr/>
              </p14:nvContentPartPr>
              <p14:xfrm>
                <a:off x="3124195" y="2539068"/>
                <a:ext cx="55440" cy="8697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84E2436-908A-E6EC-49B8-02B2B3C5BAB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115195" y="2530068"/>
                  <a:ext cx="73080" cy="88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44AFC84-E263-AD1E-3EAE-883F18B98D2C}"/>
                    </a:ext>
                  </a:extLst>
                </p14:cNvPr>
                <p14:cNvContentPartPr/>
                <p14:nvPr/>
              </p14:nvContentPartPr>
              <p14:xfrm>
                <a:off x="3033115" y="2203908"/>
                <a:ext cx="908280" cy="12740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44AFC84-E263-AD1E-3EAE-883F18B98D2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024475" y="2195268"/>
                  <a:ext cx="925920" cy="12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23DEFCA-49F1-0429-5EDA-51C06DC776FA}"/>
                    </a:ext>
                  </a:extLst>
                </p14:cNvPr>
                <p14:cNvContentPartPr/>
                <p14:nvPr/>
              </p14:nvContentPartPr>
              <p14:xfrm>
                <a:off x="3989275" y="2852628"/>
                <a:ext cx="1199880" cy="88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23DEFCA-49F1-0429-5EDA-51C06DC776F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980635" y="2843628"/>
                  <a:ext cx="121752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7A14DF8-5D51-532B-EEA8-56895C348C90}"/>
                    </a:ext>
                  </a:extLst>
                </p14:cNvPr>
                <p14:cNvContentPartPr/>
                <p14:nvPr/>
              </p14:nvContentPartPr>
              <p14:xfrm>
                <a:off x="3545755" y="2188068"/>
                <a:ext cx="68040" cy="1872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7A14DF8-5D51-532B-EEA8-56895C348C9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536755" y="2179428"/>
                  <a:ext cx="8568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72850FC-028B-DBE1-CDA9-68CFDB7BE348}"/>
                    </a:ext>
                  </a:extLst>
                </p14:cNvPr>
                <p14:cNvContentPartPr/>
                <p14:nvPr/>
              </p14:nvContentPartPr>
              <p14:xfrm>
                <a:off x="3547915" y="1896468"/>
                <a:ext cx="262080" cy="3942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72850FC-028B-DBE1-CDA9-68CFDB7BE34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539275" y="1887468"/>
                  <a:ext cx="279720" cy="41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5027690-5EE2-76B1-6D9D-39B06BDDB148}"/>
                    </a:ext>
                  </a:extLst>
                </p14:cNvPr>
                <p14:cNvContentPartPr/>
                <p14:nvPr/>
              </p14:nvContentPartPr>
              <p14:xfrm>
                <a:off x="3926635" y="2060268"/>
                <a:ext cx="87120" cy="1706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5027690-5EE2-76B1-6D9D-39B06BDDB14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917995" y="2051628"/>
                  <a:ext cx="1047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50F1BA2-9724-9965-2C7C-645F003B6078}"/>
                    </a:ext>
                  </a:extLst>
                </p14:cNvPr>
                <p14:cNvContentPartPr/>
                <p14:nvPr/>
              </p14:nvContentPartPr>
              <p14:xfrm>
                <a:off x="2632795" y="1847508"/>
                <a:ext cx="783000" cy="3628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50F1BA2-9724-9965-2C7C-645F003B607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624155" y="1838868"/>
                  <a:ext cx="80064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BE439F6-223C-4BFD-1520-3D7115124AA0}"/>
                    </a:ext>
                  </a:extLst>
                </p14:cNvPr>
                <p14:cNvContentPartPr/>
                <p14:nvPr/>
              </p14:nvContentPartPr>
              <p14:xfrm>
                <a:off x="3876235" y="2307588"/>
                <a:ext cx="128160" cy="86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BE439F6-223C-4BFD-1520-3D7115124AA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867235" y="2298948"/>
                  <a:ext cx="14580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FC4B746-A5CF-3657-DDF1-8CB6AFEAAB92}"/>
                    </a:ext>
                  </a:extLst>
                </p14:cNvPr>
                <p14:cNvContentPartPr/>
                <p14:nvPr/>
              </p14:nvContentPartPr>
              <p14:xfrm>
                <a:off x="3861475" y="2173308"/>
                <a:ext cx="32760" cy="90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FC4B746-A5CF-3657-DDF1-8CB6AFEAAB9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852835" y="2164308"/>
                  <a:ext cx="5040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FE8E36C-DF89-C126-B745-9F29F3D60071}"/>
                    </a:ext>
                  </a:extLst>
                </p14:cNvPr>
                <p14:cNvContentPartPr/>
                <p14:nvPr/>
              </p14:nvContentPartPr>
              <p14:xfrm>
                <a:off x="5769475" y="2391468"/>
                <a:ext cx="202320" cy="9205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FE8E36C-DF89-C126-B745-9F29F3D6007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760475" y="2382468"/>
                  <a:ext cx="219960" cy="9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7714EE7-9BB9-27F3-5A11-9720A1881E9E}"/>
                    </a:ext>
                  </a:extLst>
                </p14:cNvPr>
                <p14:cNvContentPartPr/>
                <p14:nvPr/>
              </p14:nvContentPartPr>
              <p14:xfrm>
                <a:off x="5746435" y="2668308"/>
                <a:ext cx="925200" cy="2347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7714EE7-9BB9-27F3-5A11-9720A1881E9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737435" y="2659308"/>
                  <a:ext cx="94284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AEFC802-743C-2B78-F11E-FD562ABDB961}"/>
                    </a:ext>
                  </a:extLst>
                </p14:cNvPr>
                <p14:cNvContentPartPr/>
                <p14:nvPr/>
              </p14:nvContentPartPr>
              <p14:xfrm>
                <a:off x="7601875" y="2563908"/>
                <a:ext cx="84600" cy="3650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AEFC802-743C-2B78-F11E-FD562ABDB96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593235" y="2554908"/>
                  <a:ext cx="102240" cy="38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4C5E5F7-3D6A-C29C-15F8-6B906079BBC7}"/>
                    </a:ext>
                  </a:extLst>
                </p14:cNvPr>
                <p14:cNvContentPartPr/>
                <p14:nvPr/>
              </p14:nvContentPartPr>
              <p14:xfrm>
                <a:off x="7516555" y="2726628"/>
                <a:ext cx="433080" cy="156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4C5E5F7-3D6A-C29C-15F8-6B906079BBC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507555" y="2717988"/>
                  <a:ext cx="45072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0C2A8DC-9310-4B21-906E-1465FFCFECFB}"/>
                    </a:ext>
                  </a:extLst>
                </p14:cNvPr>
                <p14:cNvContentPartPr/>
                <p14:nvPr/>
              </p14:nvContentPartPr>
              <p14:xfrm>
                <a:off x="7822555" y="2430348"/>
                <a:ext cx="509040" cy="7351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0C2A8DC-9310-4B21-906E-1465FFCFECF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813915" y="2421708"/>
                  <a:ext cx="526680" cy="75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20E83F4-EDCA-4BA7-FB5E-AD4D63D5EDF5}"/>
                    </a:ext>
                  </a:extLst>
                </p14:cNvPr>
                <p14:cNvContentPartPr/>
                <p14:nvPr/>
              </p14:nvContentPartPr>
              <p14:xfrm>
                <a:off x="8958355" y="2540868"/>
                <a:ext cx="85320" cy="5551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20E83F4-EDCA-4BA7-FB5E-AD4D63D5EDF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949715" y="2531868"/>
                  <a:ext cx="102960" cy="57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BAE1797-F760-DC74-A992-A23744124A3B}"/>
                    </a:ext>
                  </a:extLst>
                </p14:cNvPr>
                <p14:cNvContentPartPr/>
                <p14:nvPr/>
              </p14:nvContentPartPr>
              <p14:xfrm>
                <a:off x="8807875" y="2826348"/>
                <a:ext cx="663480" cy="612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BAE1797-F760-DC74-A992-A23744124A3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798875" y="2817708"/>
                  <a:ext cx="68112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147FC78-AFEB-1CE2-DDE8-A8041510339D}"/>
                    </a:ext>
                  </a:extLst>
                </p14:cNvPr>
                <p14:cNvContentPartPr/>
                <p14:nvPr/>
              </p14:nvContentPartPr>
              <p14:xfrm>
                <a:off x="9585475" y="2352948"/>
                <a:ext cx="807840" cy="1720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147FC78-AFEB-1CE2-DDE8-A8041510339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576835" y="2343948"/>
                  <a:ext cx="82548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8F5E576-626B-2EAA-3A13-1CBF038C857C}"/>
                    </a:ext>
                  </a:extLst>
                </p14:cNvPr>
                <p14:cNvContentPartPr/>
                <p14:nvPr/>
              </p14:nvContentPartPr>
              <p14:xfrm>
                <a:off x="9869875" y="2552028"/>
                <a:ext cx="133560" cy="591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8F5E576-626B-2EAA-3A13-1CBF038C857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860875" y="2543028"/>
                  <a:ext cx="151200" cy="60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F0DA233-1A79-D8CC-9743-2A69DF874D5F}"/>
                    </a:ext>
                  </a:extLst>
                </p14:cNvPr>
                <p14:cNvContentPartPr/>
                <p14:nvPr/>
              </p14:nvContentPartPr>
              <p14:xfrm>
                <a:off x="10268035" y="2877468"/>
                <a:ext cx="528840" cy="61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F0DA233-1A79-D8CC-9743-2A69DF874D5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259035" y="2868468"/>
                  <a:ext cx="54648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5FDA9B8-111B-AD89-5BD6-B14C0D130A70}"/>
                    </a:ext>
                  </a:extLst>
                </p14:cNvPr>
                <p14:cNvContentPartPr/>
                <p14:nvPr/>
              </p14:nvContentPartPr>
              <p14:xfrm>
                <a:off x="10506715" y="2683068"/>
                <a:ext cx="144000" cy="4989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5FDA9B8-111B-AD89-5BD6-B14C0D130A70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498075" y="2674068"/>
                  <a:ext cx="161640" cy="51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0207740-30A0-10AB-B83C-EBE4158A7C8E}"/>
                    </a:ext>
                  </a:extLst>
                </p14:cNvPr>
                <p14:cNvContentPartPr/>
                <p14:nvPr/>
              </p14:nvContentPartPr>
              <p14:xfrm>
                <a:off x="2737915" y="3887988"/>
                <a:ext cx="320400" cy="9262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0207740-30A0-10AB-B83C-EBE4158A7C8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728915" y="3878988"/>
                  <a:ext cx="338040" cy="9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ADBA2CC-06D6-DE06-51E6-3545BCC91F91}"/>
                    </a:ext>
                  </a:extLst>
                </p14:cNvPr>
                <p14:cNvContentPartPr/>
                <p14:nvPr/>
              </p14:nvContentPartPr>
              <p14:xfrm>
                <a:off x="3411835" y="3645708"/>
                <a:ext cx="457200" cy="1980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ADBA2CC-06D6-DE06-51E6-3545BCC91F91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403195" y="3637068"/>
                  <a:ext cx="47484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5339929-A9A3-E869-40D7-118B6D018D5D}"/>
                    </a:ext>
                  </a:extLst>
                </p14:cNvPr>
                <p14:cNvContentPartPr/>
                <p14:nvPr/>
              </p14:nvContentPartPr>
              <p14:xfrm>
                <a:off x="3788035" y="4212348"/>
                <a:ext cx="52200" cy="936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5339929-A9A3-E869-40D7-118B6D018D5D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779395" y="4203348"/>
                  <a:ext cx="6984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A29B345-8630-F985-B829-C25D6356C164}"/>
                    </a:ext>
                  </a:extLst>
                </p14:cNvPr>
                <p14:cNvContentPartPr/>
                <p14:nvPr/>
              </p14:nvContentPartPr>
              <p14:xfrm>
                <a:off x="3938875" y="4065108"/>
                <a:ext cx="1105920" cy="3049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A29B345-8630-F985-B829-C25D6356C16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930235" y="4056108"/>
                  <a:ext cx="112356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2D6E6E2-CC04-62A9-0AAB-7A39209CD560}"/>
                    </a:ext>
                  </a:extLst>
                </p14:cNvPr>
                <p14:cNvContentPartPr/>
                <p14:nvPr/>
              </p14:nvContentPartPr>
              <p14:xfrm>
                <a:off x="5194555" y="3726708"/>
                <a:ext cx="977760" cy="618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2D6E6E2-CC04-62A9-0AAB-7A39209CD56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185915" y="3718068"/>
                  <a:ext cx="995400" cy="63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EA98EB3-61A1-86CC-FB3B-3BB9E6A43426}"/>
                    </a:ext>
                  </a:extLst>
                </p14:cNvPr>
                <p14:cNvContentPartPr/>
                <p14:nvPr/>
              </p14:nvContentPartPr>
              <p14:xfrm>
                <a:off x="6328555" y="3853068"/>
                <a:ext cx="123480" cy="187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EA98EB3-61A1-86CC-FB3B-3BB9E6A4342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319915" y="3844428"/>
                  <a:ext cx="14112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19F1C35-DB8A-F246-3F90-7A5C07CCB35F}"/>
                    </a:ext>
                  </a:extLst>
                </p14:cNvPr>
                <p14:cNvContentPartPr/>
                <p14:nvPr/>
              </p14:nvContentPartPr>
              <p14:xfrm>
                <a:off x="6516835" y="3832548"/>
                <a:ext cx="246240" cy="4996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19F1C35-DB8A-F246-3F90-7A5C07CCB35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07835" y="3823548"/>
                  <a:ext cx="263880" cy="51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9A25D58-79F4-25C7-FF4E-3D3CA22F26A3}"/>
                    </a:ext>
                  </a:extLst>
                </p14:cNvPr>
                <p14:cNvContentPartPr/>
                <p14:nvPr/>
              </p14:nvContentPartPr>
              <p14:xfrm>
                <a:off x="6998515" y="4175988"/>
                <a:ext cx="1778400" cy="608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9A25D58-79F4-25C7-FF4E-3D3CA22F26A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89515" y="4166988"/>
                  <a:ext cx="179604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2D04D34-3CE0-1C6B-D171-36BD03428ECE}"/>
                    </a:ext>
                  </a:extLst>
                </p14:cNvPr>
                <p14:cNvContentPartPr/>
                <p14:nvPr/>
              </p14:nvContentPartPr>
              <p14:xfrm>
                <a:off x="8357875" y="3672708"/>
                <a:ext cx="519480" cy="10825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2D04D34-3CE0-1C6B-D171-36BD03428ECE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349235" y="3663708"/>
                  <a:ext cx="537120" cy="11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2649BD7-E55E-74B9-B493-CA3020936C4D}"/>
                    </a:ext>
                  </a:extLst>
                </p14:cNvPr>
                <p14:cNvContentPartPr/>
                <p14:nvPr/>
              </p14:nvContentPartPr>
              <p14:xfrm>
                <a:off x="9444355" y="4432668"/>
                <a:ext cx="63000" cy="14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2649BD7-E55E-74B9-B493-CA3020936C4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435715" y="4423668"/>
                  <a:ext cx="8064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B542E74-BE92-47E8-1DB4-2C60217B5553}"/>
                    </a:ext>
                  </a:extLst>
                </p14:cNvPr>
                <p14:cNvContentPartPr/>
                <p14:nvPr/>
              </p14:nvContentPartPr>
              <p14:xfrm>
                <a:off x="9147715" y="3584508"/>
                <a:ext cx="788400" cy="10969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B542E74-BE92-47E8-1DB4-2C60217B555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138715" y="3575868"/>
                  <a:ext cx="806040" cy="11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0B4D870-0F31-259A-5206-4EB880251562}"/>
                    </a:ext>
                  </a:extLst>
                </p14:cNvPr>
                <p14:cNvContentPartPr/>
                <p14:nvPr/>
              </p14:nvContentPartPr>
              <p14:xfrm>
                <a:off x="10102795" y="3883668"/>
                <a:ext cx="66600" cy="5504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0B4D870-0F31-259A-5206-4EB88025156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094155" y="3874668"/>
                  <a:ext cx="84240" cy="56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D6492E5-7531-3A6B-D0B8-36607C8A42EB}"/>
                    </a:ext>
                  </a:extLst>
                </p14:cNvPr>
                <p14:cNvContentPartPr/>
                <p14:nvPr/>
              </p14:nvContentPartPr>
              <p14:xfrm>
                <a:off x="10075075" y="4215588"/>
                <a:ext cx="298080" cy="460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D6492E5-7531-3A6B-D0B8-36607C8A42EB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066435" y="4206588"/>
                  <a:ext cx="31572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8EF96D4-9768-EA99-FC5B-20BCF9D6B3D4}"/>
                    </a:ext>
                  </a:extLst>
                </p14:cNvPr>
                <p14:cNvContentPartPr/>
                <p14:nvPr/>
              </p14:nvContentPartPr>
              <p14:xfrm>
                <a:off x="10379995" y="4384788"/>
                <a:ext cx="497160" cy="698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8EF96D4-9768-EA99-FC5B-20BCF9D6B3D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371355" y="4375788"/>
                  <a:ext cx="51480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B8FA4E9-CDFA-31AE-2199-C6C769D5D3CF}"/>
                    </a:ext>
                  </a:extLst>
                </p14:cNvPr>
                <p14:cNvContentPartPr/>
                <p14:nvPr/>
              </p14:nvContentPartPr>
              <p14:xfrm>
                <a:off x="11034835" y="4355628"/>
                <a:ext cx="76320" cy="774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B8FA4E9-CDFA-31AE-2199-C6C769D5D3C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026195" y="4346628"/>
                  <a:ext cx="9396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407C223-E859-BE2A-EC34-0E97A8BE3698}"/>
                    </a:ext>
                  </a:extLst>
                </p14:cNvPr>
                <p14:cNvContentPartPr/>
                <p14:nvPr/>
              </p14:nvContentPartPr>
              <p14:xfrm>
                <a:off x="4144795" y="1838868"/>
                <a:ext cx="3902400" cy="2286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407C223-E859-BE2A-EC34-0E97A8BE3698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136155" y="1829868"/>
                  <a:ext cx="392004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49A9E36-A2DD-8039-092E-B3CD12412537}"/>
                    </a:ext>
                  </a:extLst>
                </p14:cNvPr>
                <p14:cNvContentPartPr/>
                <p14:nvPr/>
              </p14:nvContentPartPr>
              <p14:xfrm>
                <a:off x="4804675" y="3400548"/>
                <a:ext cx="2640960" cy="3268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49A9E36-A2DD-8039-092E-B3CD1241253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795675" y="3391908"/>
                  <a:ext cx="265860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32FDC94-F5D5-013C-8385-CB8F5437D0C1}"/>
                    </a:ext>
                  </a:extLst>
                </p14:cNvPr>
                <p14:cNvContentPartPr/>
                <p14:nvPr/>
              </p14:nvContentPartPr>
              <p14:xfrm>
                <a:off x="9176875" y="3656868"/>
                <a:ext cx="204120" cy="349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32FDC94-F5D5-013C-8385-CB8F5437D0C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167875" y="3647868"/>
                  <a:ext cx="221760" cy="5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7D3C5BD7-D6EC-92A3-8B1E-671C2992A787}"/>
              </a:ext>
            </a:extLst>
          </p:cNvPr>
          <p:cNvGrpSpPr/>
          <p:nvPr/>
        </p:nvGrpSpPr>
        <p:grpSpPr>
          <a:xfrm>
            <a:off x="6966475" y="5486388"/>
            <a:ext cx="2677320" cy="548640"/>
            <a:chOff x="6966475" y="5486388"/>
            <a:chExt cx="2677320" cy="54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942A094-76BD-C536-CDFE-2700E440E53D}"/>
                    </a:ext>
                  </a:extLst>
                </p14:cNvPr>
                <p14:cNvContentPartPr/>
                <p14:nvPr/>
              </p14:nvContentPartPr>
              <p14:xfrm>
                <a:off x="6966475" y="5486388"/>
                <a:ext cx="1413720" cy="396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942A094-76BD-C536-CDFE-2700E440E53D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957835" y="5477388"/>
                  <a:ext cx="143136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924D599-054D-3E91-5E98-59742746D92C}"/>
                    </a:ext>
                  </a:extLst>
                </p14:cNvPr>
                <p14:cNvContentPartPr/>
                <p14:nvPr/>
              </p14:nvContentPartPr>
              <p14:xfrm>
                <a:off x="7664875" y="5613468"/>
                <a:ext cx="169200" cy="421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3924D599-054D-3E91-5E98-59742746D92C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655875" y="5604468"/>
                  <a:ext cx="186840" cy="43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ACA9318-EE1A-6EDA-0717-46E30C2D250E}"/>
                    </a:ext>
                  </a:extLst>
                </p14:cNvPr>
                <p14:cNvContentPartPr/>
                <p14:nvPr/>
              </p14:nvContentPartPr>
              <p14:xfrm>
                <a:off x="8126395" y="5690508"/>
                <a:ext cx="1364040" cy="2862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ACA9318-EE1A-6EDA-0717-46E30C2D250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117755" y="5681508"/>
                  <a:ext cx="138168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1231F24-01A6-6E23-F04D-89EB3794F4BB}"/>
                    </a:ext>
                  </a:extLst>
                </p14:cNvPr>
                <p14:cNvContentPartPr/>
                <p14:nvPr/>
              </p14:nvContentPartPr>
              <p14:xfrm>
                <a:off x="9622915" y="5852148"/>
                <a:ext cx="20880" cy="273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1231F24-01A6-6E23-F04D-89EB3794F4B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614275" y="5843148"/>
                  <a:ext cx="385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A3737E4-8474-2E59-46DD-641CC77A299E}"/>
                    </a:ext>
                  </a:extLst>
                </p14:cNvPr>
                <p14:cNvContentPartPr/>
                <p14:nvPr/>
              </p14:nvContentPartPr>
              <p14:xfrm>
                <a:off x="7713115" y="5906508"/>
                <a:ext cx="168120" cy="514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A3737E4-8474-2E59-46DD-641CC77A299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704115" y="5897508"/>
                  <a:ext cx="185760" cy="69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58982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3F7430FA-BB52-AC04-F0CE-98BB0D422DF5}"/>
              </a:ext>
            </a:extLst>
          </p:cNvPr>
          <p:cNvGrpSpPr/>
          <p:nvPr/>
        </p:nvGrpSpPr>
        <p:grpSpPr>
          <a:xfrm>
            <a:off x="1534435" y="343428"/>
            <a:ext cx="272160" cy="915120"/>
            <a:chOff x="1534435" y="343428"/>
            <a:chExt cx="272160" cy="91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A8CC0688-0A41-335B-E595-44439FF334E2}"/>
                    </a:ext>
                  </a:extLst>
                </p14:cNvPr>
                <p14:cNvContentPartPr/>
                <p14:nvPr/>
              </p14:nvContentPartPr>
              <p14:xfrm>
                <a:off x="1534435" y="343428"/>
                <a:ext cx="66600" cy="91512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A8CC0688-0A41-335B-E595-44439FF334E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525435" y="334788"/>
                  <a:ext cx="84240" cy="9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9E431513-5F4C-525A-C21C-BB438CB6D038}"/>
                    </a:ext>
                  </a:extLst>
                </p14:cNvPr>
                <p14:cNvContentPartPr/>
                <p14:nvPr/>
              </p14:nvContentPartPr>
              <p14:xfrm>
                <a:off x="1589515" y="620268"/>
                <a:ext cx="217080" cy="223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9E431513-5F4C-525A-C21C-BB438CB6D03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580875" y="611268"/>
                  <a:ext cx="234720" cy="241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E9E403AA-B5A6-C03B-4142-198A27C3D1E4}"/>
                  </a:ext>
                </a:extLst>
              </p14:cNvPr>
              <p14:cNvContentPartPr/>
              <p14:nvPr/>
            </p14:nvContentPartPr>
            <p14:xfrm>
              <a:off x="2119075" y="598668"/>
              <a:ext cx="273960" cy="1414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E9E403AA-B5A6-C03B-4142-198A27C3D1E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10435" y="589668"/>
                <a:ext cx="291600" cy="15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97A92335-4963-2940-1A41-A641E848B3C5}"/>
                  </a:ext>
                </a:extLst>
              </p14:cNvPr>
              <p14:cNvContentPartPr/>
              <p14:nvPr/>
            </p14:nvContentPartPr>
            <p14:xfrm>
              <a:off x="10195" y="246588"/>
              <a:ext cx="1299960" cy="42548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97A92335-4963-2940-1A41-A641E848B3C5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555" y="237948"/>
                <a:ext cx="1317600" cy="427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C172708F-D83B-26E2-8DE8-4D1F0B016FE8}"/>
                  </a:ext>
                </a:extLst>
              </p14:cNvPr>
              <p14:cNvContentPartPr/>
              <p14:nvPr/>
            </p14:nvContentPartPr>
            <p14:xfrm>
              <a:off x="3015115" y="5622108"/>
              <a:ext cx="12240" cy="208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C172708F-D83B-26E2-8DE8-4D1F0B016FE8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006475" y="5613108"/>
                <a:ext cx="29880" cy="38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F54D795A-D99A-1791-5849-DEA5CCB44605}"/>
              </a:ext>
            </a:extLst>
          </p:cNvPr>
          <p:cNvGrpSpPr/>
          <p:nvPr/>
        </p:nvGrpSpPr>
        <p:grpSpPr>
          <a:xfrm>
            <a:off x="3146515" y="390228"/>
            <a:ext cx="1992960" cy="4740480"/>
            <a:chOff x="3146515" y="390228"/>
            <a:chExt cx="1992960" cy="474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425EF4E-3612-8E3A-E197-7F642A317295}"/>
                    </a:ext>
                  </a:extLst>
                </p14:cNvPr>
                <p14:cNvContentPartPr/>
                <p14:nvPr/>
              </p14:nvContentPartPr>
              <p14:xfrm>
                <a:off x="3229675" y="390228"/>
                <a:ext cx="1909800" cy="43574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425EF4E-3612-8E3A-E197-7F642A31729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220675" y="381228"/>
                  <a:ext cx="1927440" cy="437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2628AC7-A807-C00D-7940-57369B79C38F}"/>
                    </a:ext>
                  </a:extLst>
                </p14:cNvPr>
                <p14:cNvContentPartPr/>
                <p14:nvPr/>
              </p14:nvContentPartPr>
              <p14:xfrm>
                <a:off x="3146515" y="4957908"/>
                <a:ext cx="87120" cy="1522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2628AC7-A807-C00D-7940-57369B79C38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137875" y="4948908"/>
                  <a:ext cx="10476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913BF4C-9E4D-EF7B-112E-CE067F6B8DB8}"/>
                    </a:ext>
                  </a:extLst>
                </p14:cNvPr>
                <p14:cNvContentPartPr/>
                <p14:nvPr/>
              </p14:nvContentPartPr>
              <p14:xfrm>
                <a:off x="3417955" y="2025708"/>
                <a:ext cx="205200" cy="768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913BF4C-9E4D-EF7B-112E-CE067F6B8DB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408955" y="2016708"/>
                  <a:ext cx="222840" cy="78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945CCDE-5B21-F7C7-99DE-8D51303B4B87}"/>
                    </a:ext>
                  </a:extLst>
                </p14:cNvPr>
                <p14:cNvContentPartPr/>
                <p14:nvPr/>
              </p14:nvContentPartPr>
              <p14:xfrm>
                <a:off x="3739795" y="4820028"/>
                <a:ext cx="145080" cy="3106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945CCDE-5B21-F7C7-99DE-8D51303B4B8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731155" y="4811388"/>
                  <a:ext cx="162720" cy="32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CAB1FAA-D63E-6083-593B-2F06C2440F06}"/>
              </a:ext>
            </a:extLst>
          </p:cNvPr>
          <p:cNvGrpSpPr/>
          <p:nvPr/>
        </p:nvGrpSpPr>
        <p:grpSpPr>
          <a:xfrm>
            <a:off x="2048155" y="1470948"/>
            <a:ext cx="404280" cy="836280"/>
            <a:chOff x="2048155" y="1470948"/>
            <a:chExt cx="404280" cy="83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B5D9D90-4D18-FE00-7A6B-3DD034B0F98E}"/>
                    </a:ext>
                  </a:extLst>
                </p14:cNvPr>
                <p14:cNvContentPartPr/>
                <p14:nvPr/>
              </p14:nvContentPartPr>
              <p14:xfrm>
                <a:off x="2048155" y="1755348"/>
                <a:ext cx="53280" cy="936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B5D9D90-4D18-FE00-7A6B-3DD034B0F98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039155" y="1746708"/>
                  <a:ext cx="7092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E9858AE-194B-881D-16B1-D17C9669911A}"/>
                    </a:ext>
                  </a:extLst>
                </p14:cNvPr>
                <p14:cNvContentPartPr/>
                <p14:nvPr/>
              </p14:nvContentPartPr>
              <p14:xfrm>
                <a:off x="2172355" y="1470948"/>
                <a:ext cx="46080" cy="860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E9858AE-194B-881D-16B1-D17C9669911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163355" y="1462308"/>
                  <a:ext cx="637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B19358EC-9A2B-E20E-EE94-4AF259932FF4}"/>
                    </a:ext>
                  </a:extLst>
                </p14:cNvPr>
                <p14:cNvContentPartPr/>
                <p14:nvPr/>
              </p14:nvContentPartPr>
              <p14:xfrm>
                <a:off x="2187835" y="1649148"/>
                <a:ext cx="264600" cy="6580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B19358EC-9A2B-E20E-EE94-4AF259932FF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179195" y="1640148"/>
                  <a:ext cx="282240" cy="67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BE4AB51-851D-ADCE-2186-D0F565469208}"/>
              </a:ext>
            </a:extLst>
          </p:cNvPr>
          <p:cNvGrpSpPr/>
          <p:nvPr/>
        </p:nvGrpSpPr>
        <p:grpSpPr>
          <a:xfrm>
            <a:off x="6953155" y="1779108"/>
            <a:ext cx="3413880" cy="1613520"/>
            <a:chOff x="6953155" y="1779108"/>
            <a:chExt cx="3413880" cy="161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72A5FE7-B4AD-47C6-E42B-B0BE0DFBB8A1}"/>
                    </a:ext>
                  </a:extLst>
                </p14:cNvPr>
                <p14:cNvContentPartPr/>
                <p14:nvPr/>
              </p14:nvContentPartPr>
              <p14:xfrm>
                <a:off x="6953155" y="1779108"/>
                <a:ext cx="2813760" cy="16135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72A5FE7-B4AD-47C6-E42B-B0BE0DFBB8A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944155" y="1770108"/>
                  <a:ext cx="2831400" cy="163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6A97DEE-55EC-A401-842C-1476383C5251}"/>
                    </a:ext>
                  </a:extLst>
                </p14:cNvPr>
                <p14:cNvContentPartPr/>
                <p14:nvPr/>
              </p14:nvContentPartPr>
              <p14:xfrm>
                <a:off x="10037635" y="1831308"/>
                <a:ext cx="329400" cy="331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6A97DEE-55EC-A401-842C-1476383C525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028995" y="1822668"/>
                  <a:ext cx="347040" cy="348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6908407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0228142-F9A6-D0C1-9DA1-4D9610F62134}"/>
              </a:ext>
            </a:extLst>
          </p:cNvPr>
          <p:cNvGrpSpPr/>
          <p:nvPr/>
        </p:nvGrpSpPr>
        <p:grpSpPr>
          <a:xfrm>
            <a:off x="1857715" y="724340"/>
            <a:ext cx="281880" cy="424800"/>
            <a:chOff x="1857715" y="724340"/>
            <a:chExt cx="281880" cy="42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963B63BC-8B96-574F-CC01-B66D0967A703}"/>
                    </a:ext>
                  </a:extLst>
                </p14:cNvPr>
                <p14:cNvContentPartPr/>
                <p14:nvPr/>
              </p14:nvContentPartPr>
              <p14:xfrm>
                <a:off x="2119075" y="789140"/>
                <a:ext cx="20520" cy="1332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963B63BC-8B96-574F-CC01-B66D0967A70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110435" y="780140"/>
                  <a:ext cx="381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4CED32D5-A1D4-22CB-883F-92BC2720466F}"/>
                    </a:ext>
                  </a:extLst>
                </p14:cNvPr>
                <p14:cNvContentPartPr/>
                <p14:nvPr/>
              </p14:nvContentPartPr>
              <p14:xfrm>
                <a:off x="1857715" y="724340"/>
                <a:ext cx="189360" cy="4248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4CED32D5-A1D4-22CB-883F-92BC2720466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849075" y="715700"/>
                  <a:ext cx="207000" cy="442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423071A-CA31-6A8D-41A1-9F418C1682BD}"/>
                  </a:ext>
                </a:extLst>
              </p14:cNvPr>
              <p14:cNvContentPartPr/>
              <p14:nvPr/>
            </p14:nvContentPartPr>
            <p14:xfrm>
              <a:off x="2279995" y="780860"/>
              <a:ext cx="106200" cy="2944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423071A-CA31-6A8D-41A1-9F418C1682B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270995" y="771860"/>
                <a:ext cx="123840" cy="31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ECF40CAC-9584-4057-DD88-1B9C1EEAC7A5}"/>
                  </a:ext>
                </a:extLst>
              </p14:cNvPr>
              <p14:cNvContentPartPr/>
              <p14:nvPr/>
            </p14:nvContentPartPr>
            <p14:xfrm>
              <a:off x="2591755" y="2080460"/>
              <a:ext cx="55800" cy="20484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ECF40CAC-9584-4057-DD88-1B9C1EEAC7A5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583115" y="2071820"/>
                <a:ext cx="73440" cy="22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E373E474-090A-46D6-EEBE-204C42024B72}"/>
                  </a:ext>
                </a:extLst>
              </p14:cNvPr>
              <p14:cNvContentPartPr/>
              <p14:nvPr/>
            </p14:nvContentPartPr>
            <p14:xfrm>
              <a:off x="3802435" y="2061380"/>
              <a:ext cx="233280" cy="30744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E373E474-090A-46D6-EEBE-204C42024B7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793795" y="2052740"/>
                <a:ext cx="250920" cy="325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032860A0-932D-A2B1-057F-893F9C50A0C8}"/>
              </a:ext>
            </a:extLst>
          </p:cNvPr>
          <p:cNvGrpSpPr/>
          <p:nvPr/>
        </p:nvGrpSpPr>
        <p:grpSpPr>
          <a:xfrm>
            <a:off x="2977675" y="905780"/>
            <a:ext cx="1372680" cy="392400"/>
            <a:chOff x="2977675" y="905780"/>
            <a:chExt cx="1372680" cy="392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A71D7A0-0648-5B8F-9BED-5A1B68255805}"/>
                    </a:ext>
                  </a:extLst>
                </p14:cNvPr>
                <p14:cNvContentPartPr/>
                <p14:nvPr/>
              </p14:nvContentPartPr>
              <p14:xfrm>
                <a:off x="2977675" y="906500"/>
                <a:ext cx="500040" cy="2754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A71D7A0-0648-5B8F-9BED-5A1B6825580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968675" y="897500"/>
                  <a:ext cx="51768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53A0A59-97C8-4D59-706D-5449D0BAD496}"/>
                    </a:ext>
                  </a:extLst>
                </p14:cNvPr>
                <p14:cNvContentPartPr/>
                <p14:nvPr/>
              </p14:nvContentPartPr>
              <p14:xfrm>
                <a:off x="3607315" y="987140"/>
                <a:ext cx="21960" cy="176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53A0A59-97C8-4D59-706D-5449D0BAD49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598315" y="978140"/>
                  <a:ext cx="396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BA7DA2E-986B-1B7D-2BFC-FB1C02A42E31}"/>
                    </a:ext>
                  </a:extLst>
                </p14:cNvPr>
                <p14:cNvContentPartPr/>
                <p14:nvPr/>
              </p14:nvContentPartPr>
              <p14:xfrm>
                <a:off x="3758155" y="905780"/>
                <a:ext cx="592200" cy="3924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BA7DA2E-986B-1B7D-2BFC-FB1C02A42E3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749515" y="897140"/>
                  <a:ext cx="609840" cy="41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C378D6A-5F44-6F3F-B747-A44EBB116FE4}"/>
              </a:ext>
            </a:extLst>
          </p:cNvPr>
          <p:cNvGrpSpPr/>
          <p:nvPr/>
        </p:nvGrpSpPr>
        <p:grpSpPr>
          <a:xfrm>
            <a:off x="3000715" y="1985780"/>
            <a:ext cx="1027080" cy="348480"/>
            <a:chOff x="3000715" y="1985780"/>
            <a:chExt cx="1027080" cy="34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A519829-D8F5-2D90-1C75-B19310B37D94}"/>
                    </a:ext>
                  </a:extLst>
                </p14:cNvPr>
                <p14:cNvContentPartPr/>
                <p14:nvPr/>
              </p14:nvContentPartPr>
              <p14:xfrm>
                <a:off x="3000715" y="2154620"/>
                <a:ext cx="370440" cy="1177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A519829-D8F5-2D90-1C75-B19310B37D9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991715" y="2145980"/>
                  <a:ext cx="38808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ADB37EE-C366-33B6-9588-B55A4E5AFBA5}"/>
                    </a:ext>
                  </a:extLst>
                </p14:cNvPr>
                <p14:cNvContentPartPr/>
                <p14:nvPr/>
              </p14:nvContentPartPr>
              <p14:xfrm>
                <a:off x="3475915" y="2091980"/>
                <a:ext cx="8640" cy="644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ADB37EE-C366-33B6-9588-B55A4E5AFBA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466915" y="2082980"/>
                  <a:ext cx="2628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4DCC8F4-AA85-F2FF-FC24-B15F2AC26A18}"/>
                    </a:ext>
                  </a:extLst>
                </p14:cNvPr>
                <p14:cNvContentPartPr/>
                <p14:nvPr/>
              </p14:nvContentPartPr>
              <p14:xfrm>
                <a:off x="3578875" y="1985780"/>
                <a:ext cx="448920" cy="3484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4DCC8F4-AA85-F2FF-FC24-B15F2AC26A1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570235" y="1977140"/>
                  <a:ext cx="466560" cy="366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B86D328-3950-4C06-8918-13A82EA78E8E}"/>
                  </a:ext>
                </a:extLst>
              </p14:cNvPr>
              <p14:cNvContentPartPr/>
              <p14:nvPr/>
            </p14:nvContentPartPr>
            <p14:xfrm>
              <a:off x="4143715" y="3531980"/>
              <a:ext cx="302400" cy="19152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B86D328-3950-4C06-8918-13A82EA78E8E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4135075" y="3522980"/>
                <a:ext cx="320040" cy="20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4C1EDF45-CB2C-EF1B-AB26-686C508AFDC3}"/>
                  </a:ext>
                </a:extLst>
              </p14:cNvPr>
              <p14:cNvContentPartPr/>
              <p14:nvPr/>
            </p14:nvContentPartPr>
            <p14:xfrm>
              <a:off x="4608115" y="3582740"/>
              <a:ext cx="156600" cy="18360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4C1EDF45-CB2C-EF1B-AB26-686C508AFDC3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4599115" y="3574100"/>
                <a:ext cx="174240" cy="20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37B4AA7-94D4-B0E1-963F-ED3919E54053}"/>
                  </a:ext>
                </a:extLst>
              </p14:cNvPr>
              <p14:cNvContentPartPr/>
              <p14:nvPr/>
            </p14:nvContentPartPr>
            <p14:xfrm>
              <a:off x="4888915" y="3704780"/>
              <a:ext cx="225720" cy="24768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37B4AA7-94D4-B0E1-963F-ED3919E5405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4880275" y="3695780"/>
                <a:ext cx="243360" cy="26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ADF75CD1-9CF6-0871-4F43-32161B5B9AD2}"/>
                  </a:ext>
                </a:extLst>
              </p14:cNvPr>
              <p14:cNvContentPartPr/>
              <p14:nvPr/>
            </p14:nvContentPartPr>
            <p14:xfrm>
              <a:off x="2394115" y="3739340"/>
              <a:ext cx="486360" cy="9792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ADF75CD1-9CF6-0871-4F43-32161B5B9AD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385475" y="3730340"/>
                <a:ext cx="504000" cy="11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1C8A1885-D5DD-362C-1497-6FA784688882}"/>
                  </a:ext>
                </a:extLst>
              </p14:cNvPr>
              <p14:cNvContentPartPr/>
              <p14:nvPr/>
            </p14:nvContentPartPr>
            <p14:xfrm>
              <a:off x="2967955" y="3656540"/>
              <a:ext cx="37800" cy="8712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1C8A1885-D5DD-362C-1497-6FA784688882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2959315" y="3647900"/>
                <a:ext cx="55440" cy="10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819A37A5-F264-2C5B-E2B9-63105AA6F212}"/>
                  </a:ext>
                </a:extLst>
              </p14:cNvPr>
              <p14:cNvContentPartPr/>
              <p14:nvPr/>
            </p14:nvContentPartPr>
            <p14:xfrm>
              <a:off x="3280435" y="3700100"/>
              <a:ext cx="7560" cy="2844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819A37A5-F264-2C5B-E2B9-63105AA6F212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271435" y="3691460"/>
                <a:ext cx="25200" cy="4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A3456924-8510-8EE7-3F38-0EAB31E01B7D}"/>
                  </a:ext>
                </a:extLst>
              </p14:cNvPr>
              <p14:cNvContentPartPr/>
              <p14:nvPr/>
            </p14:nvContentPartPr>
            <p14:xfrm>
              <a:off x="3139315" y="3446300"/>
              <a:ext cx="746280" cy="50436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A3456924-8510-8EE7-3F38-0EAB31E01B7D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3130675" y="3437300"/>
                <a:ext cx="763920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1C67F6C2-2AEC-418A-6BC5-833C276A84C1}"/>
                  </a:ext>
                </a:extLst>
              </p14:cNvPr>
              <p14:cNvContentPartPr/>
              <p14:nvPr/>
            </p14:nvContentPartPr>
            <p14:xfrm>
              <a:off x="4090795" y="3817460"/>
              <a:ext cx="29160" cy="1980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1C67F6C2-2AEC-418A-6BC5-833C276A84C1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4081795" y="3808460"/>
                <a:ext cx="46800" cy="3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0D3BE1BB-339D-71C7-A538-05660C8BE2E0}"/>
                  </a:ext>
                </a:extLst>
              </p14:cNvPr>
              <p14:cNvContentPartPr/>
              <p14:nvPr/>
            </p14:nvContentPartPr>
            <p14:xfrm>
              <a:off x="6634915" y="1222940"/>
              <a:ext cx="1460160" cy="317952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0D3BE1BB-339D-71C7-A538-05660C8BE2E0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626275" y="1214300"/>
                <a:ext cx="1477800" cy="3197160"/>
              </a:xfrm>
              <a:prstGeom prst="rect">
                <a:avLst/>
              </a:prstGeom>
            </p:spPr>
          </p:pic>
        </mc:Fallback>
      </mc:AlternateContent>
      <p:grpSp>
        <p:nvGrpSpPr>
          <p:cNvPr id="54" name="Group 53">
            <a:extLst>
              <a:ext uri="{FF2B5EF4-FFF2-40B4-BE49-F238E27FC236}">
                <a16:creationId xmlns:a16="http://schemas.microsoft.com/office/drawing/2014/main" id="{00C91F22-4534-9268-340F-823895CDA4F8}"/>
              </a:ext>
            </a:extLst>
          </p:cNvPr>
          <p:cNvGrpSpPr/>
          <p:nvPr/>
        </p:nvGrpSpPr>
        <p:grpSpPr>
          <a:xfrm>
            <a:off x="8963395" y="2138780"/>
            <a:ext cx="1985760" cy="651240"/>
            <a:chOff x="8963395" y="2138780"/>
            <a:chExt cx="1985760" cy="651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5538DB5-75AE-814A-D209-99F41A0305A9}"/>
                    </a:ext>
                  </a:extLst>
                </p14:cNvPr>
                <p14:cNvContentPartPr/>
                <p14:nvPr/>
              </p14:nvContentPartPr>
              <p14:xfrm>
                <a:off x="8963395" y="2338580"/>
                <a:ext cx="455760" cy="4514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5538DB5-75AE-814A-D209-99F41A0305A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954395" y="2329580"/>
                  <a:ext cx="473400" cy="46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3F9B1D8-BF02-9E92-9647-57CD82485922}"/>
                    </a:ext>
                  </a:extLst>
                </p14:cNvPr>
                <p14:cNvContentPartPr/>
                <p14:nvPr/>
              </p14:nvContentPartPr>
              <p14:xfrm>
                <a:off x="9683395" y="2223740"/>
                <a:ext cx="310320" cy="2307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3F9B1D8-BF02-9E92-9647-57CD8248592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674395" y="2215100"/>
                  <a:ext cx="32796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8153DC6-37EF-9675-C61E-564093AC4C14}"/>
                    </a:ext>
                  </a:extLst>
                </p14:cNvPr>
                <p14:cNvContentPartPr/>
                <p14:nvPr/>
              </p14:nvContentPartPr>
              <p14:xfrm>
                <a:off x="10076155" y="2138780"/>
                <a:ext cx="873000" cy="5349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8153DC6-37EF-9675-C61E-564093AC4C1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067515" y="2130140"/>
                  <a:ext cx="890640" cy="55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24E1E04-354D-9CCD-9C8D-D4B18E79D9AE}"/>
              </a:ext>
            </a:extLst>
          </p:cNvPr>
          <p:cNvGrpSpPr/>
          <p:nvPr/>
        </p:nvGrpSpPr>
        <p:grpSpPr>
          <a:xfrm>
            <a:off x="8148355" y="3071540"/>
            <a:ext cx="3042720" cy="598320"/>
            <a:chOff x="8148355" y="3071540"/>
            <a:chExt cx="3042720" cy="598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43D80FD-5219-CBE2-7D31-EB3767007371}"/>
                    </a:ext>
                  </a:extLst>
                </p14:cNvPr>
                <p14:cNvContentPartPr/>
                <p14:nvPr/>
              </p14:nvContentPartPr>
              <p14:xfrm>
                <a:off x="8411155" y="3108980"/>
                <a:ext cx="55080" cy="4320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43D80FD-5219-CBE2-7D31-EB376700737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402155" y="3099980"/>
                  <a:ext cx="72720" cy="44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EDE7D24-C1F7-F23D-5741-0658463CA8E7}"/>
                    </a:ext>
                  </a:extLst>
                </p14:cNvPr>
                <p14:cNvContentPartPr/>
                <p14:nvPr/>
              </p14:nvContentPartPr>
              <p14:xfrm>
                <a:off x="8148355" y="3307700"/>
                <a:ext cx="632520" cy="2570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EDE7D24-C1F7-F23D-5741-0658463CA8E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139355" y="3299060"/>
                  <a:ext cx="65016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522D1B9-AA82-7E25-98F1-77215256873F}"/>
                    </a:ext>
                  </a:extLst>
                </p14:cNvPr>
                <p14:cNvContentPartPr/>
                <p14:nvPr/>
              </p14:nvContentPartPr>
              <p14:xfrm>
                <a:off x="9002275" y="3071540"/>
                <a:ext cx="809280" cy="5983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522D1B9-AA82-7E25-98F1-77215256873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993275" y="3062540"/>
                  <a:ext cx="826920" cy="61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7456EB2-0DD1-461B-963A-8A8C2A0D780D}"/>
                    </a:ext>
                  </a:extLst>
                </p14:cNvPr>
                <p14:cNvContentPartPr/>
                <p14:nvPr/>
              </p14:nvContentPartPr>
              <p14:xfrm>
                <a:off x="9953755" y="3139940"/>
                <a:ext cx="507240" cy="5166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7456EB2-0DD1-461B-963A-8A8C2A0D780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945115" y="3131300"/>
                  <a:ext cx="524880" cy="53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E5D24F3-8641-408D-7D1A-9017C01C47C8}"/>
                    </a:ext>
                  </a:extLst>
                </p14:cNvPr>
                <p14:cNvContentPartPr/>
                <p14:nvPr/>
              </p14:nvContentPartPr>
              <p14:xfrm>
                <a:off x="10459195" y="3329660"/>
                <a:ext cx="194040" cy="2188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E5D24F3-8641-408D-7D1A-9017C01C47C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450195" y="3321020"/>
                  <a:ext cx="21168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CBD0ED3-164C-CE3F-DE5B-DAC392702708}"/>
                    </a:ext>
                  </a:extLst>
                </p14:cNvPr>
                <p14:cNvContentPartPr/>
                <p14:nvPr/>
              </p14:nvContentPartPr>
              <p14:xfrm>
                <a:off x="10750435" y="3375740"/>
                <a:ext cx="154800" cy="1627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CBD0ED3-164C-CE3F-DE5B-DAC39270270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741435" y="3367100"/>
                  <a:ext cx="1724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615DB1B-E810-3149-3458-5ADC58E7D942}"/>
                    </a:ext>
                  </a:extLst>
                </p14:cNvPr>
                <p14:cNvContentPartPr/>
                <p14:nvPr/>
              </p14:nvContentPartPr>
              <p14:xfrm>
                <a:off x="10997035" y="3267020"/>
                <a:ext cx="194040" cy="2606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615DB1B-E810-3149-3458-5ADC58E7D942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988035" y="3258380"/>
                  <a:ext cx="211680" cy="27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40AF6DEF-CC81-F3F9-D057-430079044F50}"/>
              </a:ext>
            </a:extLst>
          </p:cNvPr>
          <p:cNvGrpSpPr/>
          <p:nvPr/>
        </p:nvGrpSpPr>
        <p:grpSpPr>
          <a:xfrm>
            <a:off x="7435555" y="4319660"/>
            <a:ext cx="3153600" cy="795600"/>
            <a:chOff x="7435555" y="4319660"/>
            <a:chExt cx="3153600" cy="795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4547F06-8072-97B1-BA60-A78F4D3AA362}"/>
                    </a:ext>
                  </a:extLst>
                </p14:cNvPr>
                <p14:cNvContentPartPr/>
                <p14:nvPr/>
              </p14:nvContentPartPr>
              <p14:xfrm>
                <a:off x="7435555" y="4373300"/>
                <a:ext cx="605520" cy="1929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4547F06-8072-97B1-BA60-A78F4D3AA36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426915" y="4364660"/>
                  <a:ext cx="62316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04E43A5-0153-DEEE-BA46-EB87FF0F75B9}"/>
                    </a:ext>
                  </a:extLst>
                </p14:cNvPr>
                <p14:cNvContentPartPr/>
                <p14:nvPr/>
              </p14:nvContentPartPr>
              <p14:xfrm>
                <a:off x="8421955" y="4333700"/>
                <a:ext cx="363240" cy="4017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04E43A5-0153-DEEE-BA46-EB87FF0F75B9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412955" y="4325060"/>
                  <a:ext cx="380880" cy="41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227E0C9-F1E7-96C8-859C-2B5A4F4ACC86}"/>
                    </a:ext>
                  </a:extLst>
                </p14:cNvPr>
                <p14:cNvContentPartPr/>
                <p14:nvPr/>
              </p14:nvContentPartPr>
              <p14:xfrm>
                <a:off x="9128635" y="4319660"/>
                <a:ext cx="83520" cy="4280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227E0C9-F1E7-96C8-859C-2B5A4F4ACC8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119995" y="4311020"/>
                  <a:ext cx="101160" cy="44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7BD60DC-671E-7450-3FFF-9AA5A0C96A31}"/>
                    </a:ext>
                  </a:extLst>
                </p14:cNvPr>
                <p14:cNvContentPartPr/>
                <p14:nvPr/>
              </p14:nvContentPartPr>
              <p14:xfrm>
                <a:off x="8954755" y="4550780"/>
                <a:ext cx="453600" cy="230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7BD60DC-671E-7450-3FFF-9AA5A0C96A3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946115" y="4542140"/>
                  <a:ext cx="47124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ACE9E1FF-11D3-1E0C-1A43-AEE8A0873926}"/>
                    </a:ext>
                  </a:extLst>
                </p14:cNvPr>
                <p14:cNvContentPartPr/>
                <p14:nvPr/>
              </p14:nvContentPartPr>
              <p14:xfrm>
                <a:off x="9423835" y="4502180"/>
                <a:ext cx="338760" cy="2764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ACE9E1FF-11D3-1E0C-1A43-AEE8A0873926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415195" y="4493180"/>
                  <a:ext cx="35640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4612F67-16FC-CC1C-91A1-D506CB4447DC}"/>
                    </a:ext>
                  </a:extLst>
                </p14:cNvPr>
                <p14:cNvContentPartPr/>
                <p14:nvPr/>
              </p14:nvContentPartPr>
              <p14:xfrm>
                <a:off x="9897955" y="4364300"/>
                <a:ext cx="52200" cy="957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4612F67-16FC-CC1C-91A1-D506CB4447D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888955" y="4355300"/>
                  <a:ext cx="6984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AA5FF5B-46B9-D009-0599-7A38E4FF613D}"/>
                    </a:ext>
                  </a:extLst>
                </p14:cNvPr>
                <p14:cNvContentPartPr/>
                <p14:nvPr/>
              </p14:nvContentPartPr>
              <p14:xfrm>
                <a:off x="9974275" y="4503980"/>
                <a:ext cx="388800" cy="6112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AA5FF5B-46B9-D009-0599-7A38E4FF613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965275" y="4495340"/>
                  <a:ext cx="406440" cy="62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7F882FD-9C26-7F62-385E-277B8AB24E4C}"/>
                    </a:ext>
                  </a:extLst>
                </p14:cNvPr>
                <p14:cNvContentPartPr/>
                <p14:nvPr/>
              </p14:nvContentPartPr>
              <p14:xfrm>
                <a:off x="10574395" y="4640060"/>
                <a:ext cx="14760" cy="46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7F882FD-9C26-7F62-385E-277B8AB24E4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565395" y="4631060"/>
                  <a:ext cx="32400" cy="2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87A75131-383C-311D-BFBE-57F2A6A6E306}"/>
              </a:ext>
            </a:extLst>
          </p:cNvPr>
          <p:cNvGrpSpPr/>
          <p:nvPr/>
        </p:nvGrpSpPr>
        <p:grpSpPr>
          <a:xfrm>
            <a:off x="998395" y="3462140"/>
            <a:ext cx="1206720" cy="2064960"/>
            <a:chOff x="998395" y="3462140"/>
            <a:chExt cx="1206720" cy="2064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7497381-F016-46F9-1D42-7EA60518BF18}"/>
                    </a:ext>
                  </a:extLst>
                </p14:cNvPr>
                <p14:cNvContentPartPr/>
                <p14:nvPr/>
              </p14:nvContentPartPr>
              <p14:xfrm>
                <a:off x="1367395" y="3492740"/>
                <a:ext cx="42120" cy="1717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7497381-F016-46F9-1D42-7EA60518BF1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358395" y="3484100"/>
                  <a:ext cx="5976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602D8BA-EAA6-9972-F81F-63119AB01956}"/>
                    </a:ext>
                  </a:extLst>
                </p14:cNvPr>
                <p14:cNvContentPartPr/>
                <p14:nvPr/>
              </p14:nvContentPartPr>
              <p14:xfrm>
                <a:off x="1715515" y="3462140"/>
                <a:ext cx="60480" cy="1947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602D8BA-EAA6-9972-F81F-63119AB0195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706875" y="3453140"/>
                  <a:ext cx="7812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0001402-425B-F001-8F3C-F8568EC21B72}"/>
                    </a:ext>
                  </a:extLst>
                </p14:cNvPr>
                <p14:cNvContentPartPr/>
                <p14:nvPr/>
              </p14:nvContentPartPr>
              <p14:xfrm>
                <a:off x="2160475" y="3504620"/>
                <a:ext cx="44640" cy="2120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0001402-425B-F001-8F3C-F8568EC21B7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151475" y="3495980"/>
                  <a:ext cx="6228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ABE42CC-C960-E628-396D-EB38B4C10899}"/>
                    </a:ext>
                  </a:extLst>
                </p14:cNvPr>
                <p14:cNvContentPartPr/>
                <p14:nvPr/>
              </p14:nvContentPartPr>
              <p14:xfrm>
                <a:off x="998395" y="3589220"/>
                <a:ext cx="736560" cy="14000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ABE42CC-C960-E628-396D-EB38B4C1089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89755" y="3580580"/>
                  <a:ext cx="754200" cy="141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FA2BEA4-30A8-AAD0-1D30-7989616D21D6}"/>
                    </a:ext>
                  </a:extLst>
                </p14:cNvPr>
                <p14:cNvContentPartPr/>
                <p14:nvPr/>
              </p14:nvContentPartPr>
              <p14:xfrm>
                <a:off x="1549915" y="4336220"/>
                <a:ext cx="404280" cy="11908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FA2BEA4-30A8-AAD0-1D30-7989616D21D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541275" y="4327220"/>
                  <a:ext cx="421920" cy="120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58975130-0571-17D4-5E69-6D24F5647C36}"/>
              </a:ext>
            </a:extLst>
          </p:cNvPr>
          <p:cNvGrpSpPr/>
          <p:nvPr/>
        </p:nvGrpSpPr>
        <p:grpSpPr>
          <a:xfrm>
            <a:off x="2612275" y="4496420"/>
            <a:ext cx="4844160" cy="1098000"/>
            <a:chOff x="2612275" y="4496420"/>
            <a:chExt cx="4844160" cy="109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D9D19DF-7499-1E60-3C6B-99DFCF5246CF}"/>
                    </a:ext>
                  </a:extLst>
                </p14:cNvPr>
                <p14:cNvContentPartPr/>
                <p14:nvPr/>
              </p14:nvContentPartPr>
              <p14:xfrm>
                <a:off x="2612275" y="4769660"/>
                <a:ext cx="181080" cy="6465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D9D19DF-7499-1E60-3C6B-99DFCF5246C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603635" y="4761020"/>
                  <a:ext cx="198720" cy="66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213F7FA-A63E-58C1-A544-F7E3C63BEF00}"/>
                    </a:ext>
                  </a:extLst>
                </p14:cNvPr>
                <p14:cNvContentPartPr/>
                <p14:nvPr/>
              </p14:nvContentPartPr>
              <p14:xfrm>
                <a:off x="2740075" y="4712780"/>
                <a:ext cx="728640" cy="8816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213F7FA-A63E-58C1-A544-F7E3C63BEF00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731435" y="4703780"/>
                  <a:ext cx="746280" cy="89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ECF3899-6D0F-59DA-2661-289BF9A2296F}"/>
                    </a:ext>
                  </a:extLst>
                </p14:cNvPr>
                <p14:cNvContentPartPr/>
                <p14:nvPr/>
              </p14:nvContentPartPr>
              <p14:xfrm>
                <a:off x="3770755" y="4615940"/>
                <a:ext cx="885600" cy="7092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ECF3899-6D0F-59DA-2661-289BF9A2296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762115" y="4607300"/>
                  <a:ext cx="903240" cy="72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74096938-5DBD-4861-B5E3-60551FD43FDA}"/>
                    </a:ext>
                  </a:extLst>
                </p14:cNvPr>
                <p14:cNvContentPartPr/>
                <p14:nvPr/>
              </p14:nvContentPartPr>
              <p14:xfrm>
                <a:off x="4937155" y="4515140"/>
                <a:ext cx="203040" cy="5493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74096938-5DBD-4861-B5E3-60551FD43FD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928515" y="4506140"/>
                  <a:ext cx="220680" cy="56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D2A9D2F-A126-9E0B-850B-FFE752B48029}"/>
                    </a:ext>
                  </a:extLst>
                </p14:cNvPr>
                <p14:cNvContentPartPr/>
                <p14:nvPr/>
              </p14:nvContentPartPr>
              <p14:xfrm>
                <a:off x="4873435" y="4867940"/>
                <a:ext cx="372960" cy="2930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D2A9D2F-A126-9E0B-850B-FFE752B48029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864435" y="4859300"/>
                  <a:ext cx="39060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0FB4FF6-054D-3E2F-EA17-6CE5D26E8B9F}"/>
                    </a:ext>
                  </a:extLst>
                </p14:cNvPr>
                <p14:cNvContentPartPr/>
                <p14:nvPr/>
              </p14:nvContentPartPr>
              <p14:xfrm>
                <a:off x="5353315" y="4585700"/>
                <a:ext cx="54720" cy="1209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0FB4FF6-054D-3E2F-EA17-6CE5D26E8B9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344315" y="4576700"/>
                  <a:ext cx="7236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EA413F1-2072-2E22-EC2D-6540D6D5DB09}"/>
                    </a:ext>
                  </a:extLst>
                </p14:cNvPr>
                <p14:cNvContentPartPr/>
                <p14:nvPr/>
              </p14:nvContentPartPr>
              <p14:xfrm>
                <a:off x="5481115" y="4496420"/>
                <a:ext cx="870840" cy="9907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EA413F1-2072-2E22-EC2D-6540D6D5DB09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472115" y="4487420"/>
                  <a:ext cx="888480" cy="10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9138854-798D-8938-18AD-BCC457789646}"/>
                    </a:ext>
                  </a:extLst>
                </p14:cNvPr>
                <p14:cNvContentPartPr/>
                <p14:nvPr/>
              </p14:nvContentPartPr>
              <p14:xfrm>
                <a:off x="6537355" y="4835180"/>
                <a:ext cx="13680" cy="4068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9138854-798D-8938-18AD-BCC45778964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528355" y="4826540"/>
                  <a:ext cx="3132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1E7881F-9A39-0829-E21B-CC21E182BEDC}"/>
                    </a:ext>
                  </a:extLst>
                </p14:cNvPr>
                <p14:cNvContentPartPr/>
                <p14:nvPr/>
              </p14:nvContentPartPr>
              <p14:xfrm>
                <a:off x="6531235" y="5107700"/>
                <a:ext cx="684000" cy="2696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1E7881F-9A39-0829-E21B-CC21E182BED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522595" y="5098700"/>
                  <a:ext cx="70164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5F3C2644-E1C0-7CA4-AF2F-2BACCE720541}"/>
                    </a:ext>
                  </a:extLst>
                </p14:cNvPr>
                <p14:cNvContentPartPr/>
                <p14:nvPr/>
              </p14:nvContentPartPr>
              <p14:xfrm>
                <a:off x="7412515" y="5256380"/>
                <a:ext cx="43920" cy="370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5F3C2644-E1C0-7CA4-AF2F-2BACCE72054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403875" y="5247380"/>
                  <a:ext cx="61560" cy="5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37126356-2A15-346E-64AF-DC494608EA7D}"/>
              </a:ext>
            </a:extLst>
          </p:cNvPr>
          <p:cNvGrpSpPr/>
          <p:nvPr/>
        </p:nvGrpSpPr>
        <p:grpSpPr>
          <a:xfrm>
            <a:off x="4498315" y="736220"/>
            <a:ext cx="2676960" cy="1551960"/>
            <a:chOff x="4498315" y="736220"/>
            <a:chExt cx="2676960" cy="1551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732160EA-85BC-BA42-D0F7-252A0602FD29}"/>
                    </a:ext>
                  </a:extLst>
                </p14:cNvPr>
                <p14:cNvContentPartPr/>
                <p14:nvPr/>
              </p14:nvContentPartPr>
              <p14:xfrm>
                <a:off x="4498315" y="913340"/>
                <a:ext cx="171720" cy="1980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732160EA-85BC-BA42-D0F7-252A0602FD2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489315" y="904340"/>
                  <a:ext cx="1893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FFA7AE1-C9BE-8965-45AE-9B9C6ED5A517}"/>
                    </a:ext>
                  </a:extLst>
                </p14:cNvPr>
                <p14:cNvContentPartPr/>
                <p14:nvPr/>
              </p14:nvContentPartPr>
              <p14:xfrm>
                <a:off x="4782715" y="931700"/>
                <a:ext cx="159480" cy="1846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FFA7AE1-C9BE-8965-45AE-9B9C6ED5A517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774075" y="922700"/>
                  <a:ext cx="17712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CEEE967-DBC9-94E8-FF5B-CDCFDBEC5ACB}"/>
                    </a:ext>
                  </a:extLst>
                </p14:cNvPr>
                <p14:cNvContentPartPr/>
                <p14:nvPr/>
              </p14:nvContentPartPr>
              <p14:xfrm>
                <a:off x="4768315" y="736220"/>
                <a:ext cx="1165680" cy="15519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CEEE967-DBC9-94E8-FF5B-CDCFDBEC5ACB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759675" y="727580"/>
                  <a:ext cx="1183320" cy="156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994A18F9-59F4-B0D7-1A2D-A5AA26D99624}"/>
                    </a:ext>
                  </a:extLst>
                </p14:cNvPr>
                <p14:cNvContentPartPr/>
                <p14:nvPr/>
              </p14:nvContentPartPr>
              <p14:xfrm>
                <a:off x="5876395" y="1447220"/>
                <a:ext cx="1298880" cy="3139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994A18F9-59F4-B0D7-1A2D-A5AA26D9962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867755" y="1438220"/>
                  <a:ext cx="1316520" cy="33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1443F0AE-1AE0-704E-F51B-61FF8A75440B}"/>
              </a:ext>
            </a:extLst>
          </p:cNvPr>
          <p:cNvGrpSpPr/>
          <p:nvPr/>
        </p:nvGrpSpPr>
        <p:grpSpPr>
          <a:xfrm>
            <a:off x="8578915" y="1135820"/>
            <a:ext cx="2520360" cy="525600"/>
            <a:chOff x="8578915" y="1135820"/>
            <a:chExt cx="2520360" cy="525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DD9300B-1F15-9804-AC0C-22A3DBB5852C}"/>
                    </a:ext>
                  </a:extLst>
                </p14:cNvPr>
                <p14:cNvContentPartPr/>
                <p14:nvPr/>
              </p14:nvContentPartPr>
              <p14:xfrm>
                <a:off x="8578915" y="1135820"/>
                <a:ext cx="2163600" cy="5256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DD9300B-1F15-9804-AC0C-22A3DBB5852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569915" y="1127180"/>
                  <a:ext cx="2181240" cy="54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C1B94D41-F703-0D3C-6ECA-1AFE38F2E0DD}"/>
                    </a:ext>
                  </a:extLst>
                </p14:cNvPr>
                <p14:cNvContentPartPr/>
                <p14:nvPr/>
              </p14:nvContentPartPr>
              <p14:xfrm>
                <a:off x="10985515" y="1186580"/>
                <a:ext cx="113760" cy="360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C1B94D41-F703-0D3C-6ECA-1AFE38F2E0DD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976515" y="1177940"/>
                  <a:ext cx="13140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39313286-0DB3-79CB-DDAF-6CC1BF9772F4}"/>
                    </a:ext>
                  </a:extLst>
                </p14:cNvPr>
                <p14:cNvContentPartPr/>
                <p14:nvPr/>
              </p14:nvContentPartPr>
              <p14:xfrm>
                <a:off x="11088115" y="1152020"/>
                <a:ext cx="8640" cy="230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39313286-0DB3-79CB-DDAF-6CC1BF9772F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1079115" y="1143020"/>
                  <a:ext cx="26280" cy="40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261583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" name="Group 139">
            <a:extLst>
              <a:ext uri="{FF2B5EF4-FFF2-40B4-BE49-F238E27FC236}">
                <a16:creationId xmlns:a16="http://schemas.microsoft.com/office/drawing/2014/main" id="{799AEFB5-C1E1-AA62-47B8-F3AA2950DA53}"/>
              </a:ext>
            </a:extLst>
          </p:cNvPr>
          <p:cNvGrpSpPr/>
          <p:nvPr/>
        </p:nvGrpSpPr>
        <p:grpSpPr>
          <a:xfrm>
            <a:off x="531475" y="411860"/>
            <a:ext cx="11772360" cy="6042960"/>
            <a:chOff x="531475" y="411860"/>
            <a:chExt cx="11772360" cy="6042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DDC0C94-BA96-B769-325C-449144B01082}"/>
                    </a:ext>
                  </a:extLst>
                </p14:cNvPr>
                <p14:cNvContentPartPr/>
                <p14:nvPr/>
              </p14:nvContentPartPr>
              <p14:xfrm>
                <a:off x="5247835" y="798860"/>
                <a:ext cx="855000" cy="13744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DDC0C94-BA96-B769-325C-449144B0108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239195" y="790220"/>
                  <a:ext cx="872640" cy="139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1D37821-AB6F-9949-CC74-5BF51BF7BCA9}"/>
                    </a:ext>
                  </a:extLst>
                </p14:cNvPr>
                <p14:cNvContentPartPr/>
                <p14:nvPr/>
              </p14:nvContentPartPr>
              <p14:xfrm>
                <a:off x="7453195" y="845660"/>
                <a:ext cx="1761480" cy="6948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1D37821-AB6F-9949-CC74-5BF51BF7BCA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444195" y="836660"/>
                  <a:ext cx="1779120" cy="71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5AE6E9F-203F-6A28-9089-E58BDE804B3A}"/>
                    </a:ext>
                  </a:extLst>
                </p14:cNvPr>
                <p14:cNvContentPartPr/>
                <p14:nvPr/>
              </p14:nvContentPartPr>
              <p14:xfrm>
                <a:off x="9397555" y="1246700"/>
                <a:ext cx="201600" cy="2790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5AE6E9F-203F-6A28-9089-E58BDE804B3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388555" y="1238060"/>
                  <a:ext cx="219240" cy="29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ED7A33E-46F1-1120-1F64-F3D2FD82C2D7}"/>
                    </a:ext>
                  </a:extLst>
                </p14:cNvPr>
                <p14:cNvContentPartPr/>
                <p14:nvPr/>
              </p14:nvContentPartPr>
              <p14:xfrm>
                <a:off x="9667195" y="1113860"/>
                <a:ext cx="274320" cy="3157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ED7A33E-46F1-1120-1F64-F3D2FD82C2D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658555" y="1105220"/>
                  <a:ext cx="29196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2AA5D86-CE7E-6581-5ECA-D2EE34698DA3}"/>
                    </a:ext>
                  </a:extLst>
                </p14:cNvPr>
                <p14:cNvContentPartPr/>
                <p14:nvPr/>
              </p14:nvContentPartPr>
              <p14:xfrm>
                <a:off x="10105675" y="1104140"/>
                <a:ext cx="264240" cy="2973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2AA5D86-CE7E-6581-5ECA-D2EE34698DA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096675" y="1095500"/>
                  <a:ext cx="28188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8691A98-7557-8FE8-7017-4A79B45EB24D}"/>
                    </a:ext>
                  </a:extLst>
                </p14:cNvPr>
                <p14:cNvContentPartPr/>
                <p14:nvPr/>
              </p14:nvContentPartPr>
              <p14:xfrm>
                <a:off x="10355875" y="1292060"/>
                <a:ext cx="119880" cy="140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8691A98-7557-8FE8-7017-4A79B45EB24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0347235" y="1283420"/>
                  <a:ext cx="13752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F9C7ABB-A566-65EB-114A-B0AACE037561}"/>
                    </a:ext>
                  </a:extLst>
                </p14:cNvPr>
                <p14:cNvContentPartPr/>
                <p14:nvPr/>
              </p14:nvContentPartPr>
              <p14:xfrm>
                <a:off x="10343995" y="1135820"/>
                <a:ext cx="363240" cy="4539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F9C7ABB-A566-65EB-114A-B0AACE03756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334995" y="1126820"/>
                  <a:ext cx="380880" cy="47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7301B0-6467-74BB-31C6-E75294FF0024}"/>
                    </a:ext>
                  </a:extLst>
                </p14:cNvPr>
                <p14:cNvContentPartPr/>
                <p14:nvPr/>
              </p14:nvContentPartPr>
              <p14:xfrm>
                <a:off x="10423555" y="1330940"/>
                <a:ext cx="448920" cy="2012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7301B0-6467-74BB-31C6-E75294FF002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414915" y="1322300"/>
                  <a:ext cx="46656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B69E719-3E4C-F18E-E856-71B750251026}"/>
                    </a:ext>
                  </a:extLst>
                </p14:cNvPr>
                <p14:cNvContentPartPr/>
                <p14:nvPr/>
              </p14:nvContentPartPr>
              <p14:xfrm>
                <a:off x="11027635" y="1209620"/>
                <a:ext cx="368280" cy="3650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B69E719-3E4C-F18E-E856-71B75025102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1018995" y="1200620"/>
                  <a:ext cx="385920" cy="38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D92A437-D12B-6B4A-0E50-67D1E547C89E}"/>
                    </a:ext>
                  </a:extLst>
                </p14:cNvPr>
                <p14:cNvContentPartPr/>
                <p14:nvPr/>
              </p14:nvContentPartPr>
              <p14:xfrm>
                <a:off x="11337595" y="1477460"/>
                <a:ext cx="6480" cy="100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D92A437-D12B-6B4A-0E50-67D1E547C89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1328595" y="1468820"/>
                  <a:ext cx="2412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13CC8AA2-EEAF-4CF7-F850-6C01BDC107D0}"/>
                    </a:ext>
                  </a:extLst>
                </p14:cNvPr>
                <p14:cNvContentPartPr/>
                <p14:nvPr/>
              </p14:nvContentPartPr>
              <p14:xfrm>
                <a:off x="1558195" y="411860"/>
                <a:ext cx="788040" cy="120924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13CC8AA2-EEAF-4CF7-F850-6C01BDC107D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549195" y="403220"/>
                  <a:ext cx="805680" cy="12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64FB7A3-5E46-B3E4-59C1-0757D7EE8BEC}"/>
                    </a:ext>
                  </a:extLst>
                </p14:cNvPr>
                <p14:cNvContentPartPr/>
                <p14:nvPr/>
              </p14:nvContentPartPr>
              <p14:xfrm>
                <a:off x="2536315" y="654860"/>
                <a:ext cx="1161720" cy="9086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64FB7A3-5E46-B3E4-59C1-0757D7EE8BE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527675" y="646220"/>
                  <a:ext cx="1179360" cy="9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0D36E90-6B45-F58F-B3C8-76BD408D6ACF}"/>
                    </a:ext>
                  </a:extLst>
                </p14:cNvPr>
                <p14:cNvContentPartPr/>
                <p14:nvPr/>
              </p14:nvContentPartPr>
              <p14:xfrm>
                <a:off x="3332275" y="1015220"/>
                <a:ext cx="590040" cy="230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0D36E90-6B45-F58F-B3C8-76BD408D6AC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323275" y="1006580"/>
                  <a:ext cx="60768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6A862B8-E8B2-BDF1-C20F-312E2222FF45}"/>
                    </a:ext>
                  </a:extLst>
                </p14:cNvPr>
                <p14:cNvContentPartPr/>
                <p14:nvPr/>
              </p14:nvContentPartPr>
              <p14:xfrm>
                <a:off x="1873195" y="1901180"/>
                <a:ext cx="636480" cy="14965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6A862B8-E8B2-BDF1-C20F-312E2222FF4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864555" y="1892540"/>
                  <a:ext cx="654120" cy="151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E5C6EC6-C3AE-3A73-EBF6-C5DA8857B152}"/>
                    </a:ext>
                  </a:extLst>
                </p14:cNvPr>
                <p14:cNvContentPartPr/>
                <p14:nvPr/>
              </p14:nvContentPartPr>
              <p14:xfrm>
                <a:off x="2157955" y="2550980"/>
                <a:ext cx="718920" cy="633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E5C6EC6-C3AE-3A73-EBF6-C5DA8857B15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148955" y="2541980"/>
                  <a:ext cx="73656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4944C86-79A7-F26D-5AA0-377212BAB0B8}"/>
                    </a:ext>
                  </a:extLst>
                </p14:cNvPr>
                <p14:cNvContentPartPr/>
                <p14:nvPr/>
              </p14:nvContentPartPr>
              <p14:xfrm>
                <a:off x="2880115" y="2269820"/>
                <a:ext cx="423720" cy="4172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4944C86-79A7-F26D-5AA0-377212BAB0B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871115" y="2260820"/>
                  <a:ext cx="441360" cy="43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5FE0746-87C5-ECA5-0C6E-C8177CF73F5B}"/>
                    </a:ext>
                  </a:extLst>
                </p14:cNvPr>
                <p14:cNvContentPartPr/>
                <p14:nvPr/>
              </p14:nvContentPartPr>
              <p14:xfrm>
                <a:off x="3440635" y="2049500"/>
                <a:ext cx="1747080" cy="14148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5FE0746-87C5-ECA5-0C6E-C8177CF73F5B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431995" y="2040860"/>
                  <a:ext cx="1764720" cy="143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C123EBE-1534-2E67-8E72-C2EEEEDB1D05}"/>
                    </a:ext>
                  </a:extLst>
                </p14:cNvPr>
                <p14:cNvContentPartPr/>
                <p14:nvPr/>
              </p14:nvContentPartPr>
              <p14:xfrm>
                <a:off x="6404515" y="2134460"/>
                <a:ext cx="808560" cy="11257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C123EBE-1534-2E67-8E72-C2EEEEDB1D0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395515" y="2125820"/>
                  <a:ext cx="826200" cy="11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27B9488-E805-A128-C384-B543F7077E91}"/>
                    </a:ext>
                  </a:extLst>
                </p14:cNvPr>
                <p14:cNvContentPartPr/>
                <p14:nvPr/>
              </p14:nvContentPartPr>
              <p14:xfrm>
                <a:off x="8356075" y="2154620"/>
                <a:ext cx="2441880" cy="8146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27B9488-E805-A128-C384-B543F7077E9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347075" y="2145980"/>
                  <a:ext cx="2459520" cy="83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8CFF875-0AAC-7ABD-E1D1-95567B31760C}"/>
                    </a:ext>
                  </a:extLst>
                </p14:cNvPr>
                <p14:cNvContentPartPr/>
                <p14:nvPr/>
              </p14:nvContentPartPr>
              <p14:xfrm>
                <a:off x="10946995" y="2923220"/>
                <a:ext cx="18360" cy="100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8CFF875-0AAC-7ABD-E1D1-95567B31760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937995" y="2914220"/>
                  <a:ext cx="3600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1A35D3E-2562-39CD-0778-3A6F62409A40}"/>
                    </a:ext>
                  </a:extLst>
                </p14:cNvPr>
                <p14:cNvContentPartPr/>
                <p14:nvPr/>
              </p14:nvContentPartPr>
              <p14:xfrm>
                <a:off x="4133995" y="4249100"/>
                <a:ext cx="252360" cy="3952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1A35D3E-2562-39CD-0778-3A6F62409A4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125355" y="4240460"/>
                  <a:ext cx="270000" cy="41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2EEF394-4013-2FAD-C99E-61DCCDE25BEB}"/>
                    </a:ext>
                  </a:extLst>
                </p14:cNvPr>
                <p14:cNvContentPartPr/>
                <p14:nvPr/>
              </p14:nvContentPartPr>
              <p14:xfrm>
                <a:off x="4270435" y="4370780"/>
                <a:ext cx="8640" cy="230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2EEF394-4013-2FAD-C99E-61DCCDE25BE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261435" y="4361780"/>
                  <a:ext cx="2628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B9A2C08-5282-AC7C-F360-1A0D1236D5CD}"/>
                    </a:ext>
                  </a:extLst>
                </p14:cNvPr>
                <p14:cNvContentPartPr/>
                <p14:nvPr/>
              </p14:nvContentPartPr>
              <p14:xfrm>
                <a:off x="3240475" y="4119860"/>
                <a:ext cx="1061640" cy="11088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B9A2C08-5282-AC7C-F360-1A0D1236D5C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231835" y="4110860"/>
                  <a:ext cx="1079280" cy="11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BD4FC46-F130-B361-37F5-20B25EF2A055}"/>
                    </a:ext>
                  </a:extLst>
                </p14:cNvPr>
                <p14:cNvContentPartPr/>
                <p14:nvPr/>
              </p14:nvContentPartPr>
              <p14:xfrm>
                <a:off x="4569595" y="4512620"/>
                <a:ext cx="392040" cy="3747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BD4FC46-F130-B361-37F5-20B25EF2A05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560595" y="4503980"/>
                  <a:ext cx="409680" cy="39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8BEA181-04E9-8293-EED3-03057C13C849}"/>
                    </a:ext>
                  </a:extLst>
                </p14:cNvPr>
                <p14:cNvContentPartPr/>
                <p14:nvPr/>
              </p14:nvContentPartPr>
              <p14:xfrm>
                <a:off x="5299675" y="4355660"/>
                <a:ext cx="849960" cy="6649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8BEA181-04E9-8293-EED3-03057C13C84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290675" y="4346660"/>
                  <a:ext cx="867600" cy="68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CA50933-DA01-8912-D0C1-488481D42F6F}"/>
                    </a:ext>
                  </a:extLst>
                </p14:cNvPr>
                <p14:cNvContentPartPr/>
                <p14:nvPr/>
              </p14:nvContentPartPr>
              <p14:xfrm>
                <a:off x="6282115" y="4205180"/>
                <a:ext cx="544680" cy="7801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4CA50933-DA01-8912-D0C1-488481D42F6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273475" y="4196180"/>
                  <a:ext cx="562320" cy="79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BD0E3DB-3E8E-731F-1475-4FA634191697}"/>
                    </a:ext>
                  </a:extLst>
                </p14:cNvPr>
                <p14:cNvContentPartPr/>
                <p14:nvPr/>
              </p14:nvContentPartPr>
              <p14:xfrm>
                <a:off x="7182115" y="4332260"/>
                <a:ext cx="466920" cy="6616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BD0E3DB-3E8E-731F-1475-4FA63419169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173115" y="4323620"/>
                  <a:ext cx="484560" cy="67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F6406B3-AF3E-101B-738B-012C4AA6C349}"/>
                    </a:ext>
                  </a:extLst>
                </p14:cNvPr>
                <p14:cNvContentPartPr/>
                <p14:nvPr/>
              </p14:nvContentPartPr>
              <p14:xfrm>
                <a:off x="3750235" y="5029580"/>
                <a:ext cx="1107360" cy="6814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F6406B3-AF3E-101B-738B-012C4AA6C34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741595" y="5020580"/>
                  <a:ext cx="1125000" cy="69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388910C-649D-51C5-6CF9-C3E28C8025F0}"/>
                    </a:ext>
                  </a:extLst>
                </p14:cNvPr>
                <p14:cNvContentPartPr/>
                <p14:nvPr/>
              </p14:nvContentPartPr>
              <p14:xfrm>
                <a:off x="4917715" y="4958300"/>
                <a:ext cx="777600" cy="7077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388910C-649D-51C5-6CF9-C3E28C8025F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909075" y="4949660"/>
                  <a:ext cx="795240" cy="72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3F44C43-21FB-DF06-0BB2-E5A3E30B7058}"/>
                    </a:ext>
                  </a:extLst>
                </p14:cNvPr>
                <p14:cNvContentPartPr/>
                <p14:nvPr/>
              </p14:nvContentPartPr>
              <p14:xfrm>
                <a:off x="5719795" y="5009060"/>
                <a:ext cx="493200" cy="6116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3F44C43-21FB-DF06-0BB2-E5A3E30B705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710795" y="5000060"/>
                  <a:ext cx="510840" cy="62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AAF0CFF-59D3-C6A6-F56F-95EC3411B3C5}"/>
                    </a:ext>
                  </a:extLst>
                </p14:cNvPr>
                <p14:cNvContentPartPr/>
                <p14:nvPr/>
              </p14:nvContentPartPr>
              <p14:xfrm>
                <a:off x="6320635" y="5048660"/>
                <a:ext cx="456840" cy="6490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AAF0CFF-59D3-C6A6-F56F-95EC3411B3C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311635" y="5039660"/>
                  <a:ext cx="474480" cy="66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898EA72-D8D1-07A8-8FB2-9002991D04ED}"/>
                    </a:ext>
                  </a:extLst>
                </p14:cNvPr>
                <p14:cNvContentPartPr/>
                <p14:nvPr/>
              </p14:nvContentPartPr>
              <p14:xfrm>
                <a:off x="6795475" y="5016620"/>
                <a:ext cx="1189080" cy="6426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898EA72-D8D1-07A8-8FB2-9002991D04E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786835" y="5007620"/>
                  <a:ext cx="1206720" cy="66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760B5C1-CBAC-272F-EEEC-1049E62C08D4}"/>
                    </a:ext>
                  </a:extLst>
                </p14:cNvPr>
                <p14:cNvContentPartPr/>
                <p14:nvPr/>
              </p14:nvContentPartPr>
              <p14:xfrm>
                <a:off x="7978075" y="5128220"/>
                <a:ext cx="12240" cy="36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760B5C1-CBAC-272F-EEEC-1049E62C08D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969435" y="5119580"/>
                  <a:ext cx="2988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F99E178-060C-F61F-5EFF-1DD226340DDC}"/>
                    </a:ext>
                  </a:extLst>
                </p14:cNvPr>
                <p14:cNvContentPartPr/>
                <p14:nvPr/>
              </p14:nvContentPartPr>
              <p14:xfrm>
                <a:off x="3444235" y="3712340"/>
                <a:ext cx="40320" cy="1695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F99E178-060C-F61F-5EFF-1DD226340DD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435595" y="3703340"/>
                  <a:ext cx="579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D7C6E50-3F0B-679F-1254-465F94FDCE7D}"/>
                    </a:ext>
                  </a:extLst>
                </p14:cNvPr>
                <p14:cNvContentPartPr/>
                <p14:nvPr/>
              </p14:nvContentPartPr>
              <p14:xfrm>
                <a:off x="2904595" y="3534860"/>
                <a:ext cx="452520" cy="21596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D7C6E50-3F0B-679F-1254-465F94FDCE7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895955" y="3526220"/>
                  <a:ext cx="470160" cy="217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1B875E2-CD31-866A-61E5-2DD1CA5009E7}"/>
                    </a:ext>
                  </a:extLst>
                </p14:cNvPr>
                <p14:cNvContentPartPr/>
                <p14:nvPr/>
              </p14:nvContentPartPr>
              <p14:xfrm>
                <a:off x="3374755" y="3648260"/>
                <a:ext cx="5580360" cy="23558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1B875E2-CD31-866A-61E5-2DD1CA5009E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366115" y="3639620"/>
                  <a:ext cx="5598000" cy="237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EE592F1-BB64-9FAF-C45A-C74445F44F0A}"/>
                    </a:ext>
                  </a:extLst>
                </p14:cNvPr>
                <p14:cNvContentPartPr/>
                <p14:nvPr/>
              </p14:nvContentPartPr>
              <p14:xfrm>
                <a:off x="3336955" y="5592620"/>
                <a:ext cx="42480" cy="100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EE592F1-BB64-9FAF-C45A-C74445F44F0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328315" y="5583980"/>
                  <a:ext cx="6012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59F7C11-004E-6ACE-334C-E504AE7AE51B}"/>
                    </a:ext>
                  </a:extLst>
                </p14:cNvPr>
                <p14:cNvContentPartPr/>
                <p14:nvPr/>
              </p14:nvContentPartPr>
              <p14:xfrm>
                <a:off x="2690755" y="5666780"/>
                <a:ext cx="6134760" cy="7322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59F7C11-004E-6ACE-334C-E504AE7AE51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682115" y="5657780"/>
                  <a:ext cx="6152400" cy="74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C7C89EC-BF73-4682-EB3D-31E9DD633492}"/>
                    </a:ext>
                  </a:extLst>
                </p14:cNvPr>
                <p14:cNvContentPartPr/>
                <p14:nvPr/>
              </p14:nvContentPartPr>
              <p14:xfrm>
                <a:off x="7903555" y="6004100"/>
                <a:ext cx="340560" cy="4507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C7C89EC-BF73-4682-EB3D-31E9DD63349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894555" y="5995100"/>
                  <a:ext cx="358200" cy="46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F07D457-268A-AC33-68E3-DEFB5891F298}"/>
                    </a:ext>
                  </a:extLst>
                </p14:cNvPr>
                <p14:cNvContentPartPr/>
                <p14:nvPr/>
              </p14:nvContentPartPr>
              <p14:xfrm>
                <a:off x="3743395" y="3751220"/>
                <a:ext cx="995760" cy="20916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F07D457-268A-AC33-68E3-DEFB5891F29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734755" y="3742220"/>
                  <a:ext cx="1013400" cy="21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43E471F-79BD-4746-DBC3-92DAFF7209DD}"/>
                    </a:ext>
                  </a:extLst>
                </p14:cNvPr>
                <p14:cNvContentPartPr/>
                <p14:nvPr/>
              </p14:nvContentPartPr>
              <p14:xfrm>
                <a:off x="4517395" y="3766340"/>
                <a:ext cx="943200" cy="20484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43E471F-79BD-4746-DBC3-92DAFF7209D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508755" y="3757340"/>
                  <a:ext cx="960840" cy="20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66F9EE9-1EAC-E1CC-E616-E64E7BA43241}"/>
                    </a:ext>
                  </a:extLst>
                </p14:cNvPr>
                <p14:cNvContentPartPr/>
                <p14:nvPr/>
              </p14:nvContentPartPr>
              <p14:xfrm>
                <a:off x="5084395" y="3680660"/>
                <a:ext cx="1215720" cy="22266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66F9EE9-1EAC-E1CC-E616-E64E7BA4324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075395" y="3671660"/>
                  <a:ext cx="1233360" cy="224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23DE09F-F764-632B-5F5D-2E303ED3A79A}"/>
                    </a:ext>
                  </a:extLst>
                </p14:cNvPr>
                <p14:cNvContentPartPr/>
                <p14:nvPr/>
              </p14:nvContentPartPr>
              <p14:xfrm>
                <a:off x="5572915" y="3797300"/>
                <a:ext cx="1214280" cy="22222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23DE09F-F764-632B-5F5D-2E303ED3A79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564275" y="3788300"/>
                  <a:ext cx="1231920" cy="223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8B902A5-29D8-0DD6-4BD3-0542FDDF16EC}"/>
                    </a:ext>
                  </a:extLst>
                </p14:cNvPr>
                <p14:cNvContentPartPr/>
                <p14:nvPr/>
              </p14:nvContentPartPr>
              <p14:xfrm>
                <a:off x="6140995" y="3922220"/>
                <a:ext cx="1314360" cy="20556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8B902A5-29D8-0DD6-4BD3-0542FDDF16E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131995" y="3913220"/>
                  <a:ext cx="1332000" cy="20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82FD1347-3B48-BA78-05F2-EF9E7139B0B4}"/>
                    </a:ext>
                  </a:extLst>
                </p14:cNvPr>
                <p14:cNvContentPartPr/>
                <p14:nvPr/>
              </p14:nvContentPartPr>
              <p14:xfrm>
                <a:off x="1741795" y="4468700"/>
                <a:ext cx="1628280" cy="370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82FD1347-3B48-BA78-05F2-EF9E7139B0B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733155" y="4459700"/>
                  <a:ext cx="164592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6F579CA-002B-1D3C-3138-3F64EFC47892}"/>
                    </a:ext>
                  </a:extLst>
                </p14:cNvPr>
                <p14:cNvContentPartPr/>
                <p14:nvPr/>
              </p14:nvContentPartPr>
              <p14:xfrm>
                <a:off x="990475" y="3754820"/>
                <a:ext cx="480240" cy="13032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6F579CA-002B-1D3C-3138-3F64EFC47892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81835" y="3745820"/>
                  <a:ext cx="497880" cy="132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AF04478-4FA7-0C3B-0F51-13075DABD38E}"/>
                    </a:ext>
                  </a:extLst>
                </p14:cNvPr>
                <p14:cNvContentPartPr/>
                <p14:nvPr/>
              </p14:nvContentPartPr>
              <p14:xfrm>
                <a:off x="1242475" y="4257740"/>
                <a:ext cx="271800" cy="1760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AF04478-4FA7-0C3B-0F51-13075DABD38E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233835" y="4249100"/>
                  <a:ext cx="2894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4A9EB4E-2EB8-4627-1F73-25F8D8FD7B0C}"/>
                    </a:ext>
                  </a:extLst>
                </p14:cNvPr>
                <p14:cNvContentPartPr/>
                <p14:nvPr/>
              </p14:nvContentPartPr>
              <p14:xfrm>
                <a:off x="1585195" y="3477620"/>
                <a:ext cx="386280" cy="9252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4A9EB4E-2EB8-4627-1F73-25F8D8FD7B0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576195" y="3468980"/>
                  <a:ext cx="403920" cy="9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26C66B7-65CF-8EB3-BD3A-14A7DB3D417A}"/>
                    </a:ext>
                  </a:extLst>
                </p14:cNvPr>
                <p14:cNvContentPartPr/>
                <p14:nvPr/>
              </p14:nvContentPartPr>
              <p14:xfrm>
                <a:off x="1940515" y="3423620"/>
                <a:ext cx="232200" cy="6303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26C66B7-65CF-8EB3-BD3A-14A7DB3D417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931875" y="3414980"/>
                  <a:ext cx="249840" cy="64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4D88688-A00D-7B27-295F-B5F697EC2FBE}"/>
                    </a:ext>
                  </a:extLst>
                </p14:cNvPr>
                <p14:cNvContentPartPr/>
                <p14:nvPr/>
              </p14:nvContentPartPr>
              <p14:xfrm>
                <a:off x="2360275" y="3534140"/>
                <a:ext cx="58320" cy="4028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4D88688-A00D-7B27-295F-B5F697EC2FB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351635" y="3525140"/>
                  <a:ext cx="75960" cy="42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B868009-AADA-058A-3D5D-F19F44510213}"/>
                    </a:ext>
                  </a:extLst>
                </p14:cNvPr>
                <p14:cNvContentPartPr/>
                <p14:nvPr/>
              </p14:nvContentPartPr>
              <p14:xfrm>
                <a:off x="2645035" y="3143900"/>
                <a:ext cx="583920" cy="4003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B868009-AADA-058A-3D5D-F19F4451021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636035" y="3135260"/>
                  <a:ext cx="601560" cy="41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EE24332-8E47-2DBE-CA78-5E863039E3E5}"/>
                    </a:ext>
                  </a:extLst>
                </p14:cNvPr>
                <p14:cNvContentPartPr/>
                <p14:nvPr/>
              </p14:nvContentPartPr>
              <p14:xfrm>
                <a:off x="631195" y="2101700"/>
                <a:ext cx="983160" cy="5241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EE24332-8E47-2DBE-CA78-5E863039E3E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22555" y="2092700"/>
                  <a:ext cx="1000800" cy="54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079FB532-2BA6-3B66-0486-985939476E42}"/>
                    </a:ext>
                  </a:extLst>
                </p14:cNvPr>
                <p14:cNvContentPartPr/>
                <p14:nvPr/>
              </p14:nvContentPartPr>
              <p14:xfrm>
                <a:off x="531475" y="1311500"/>
                <a:ext cx="1494720" cy="142812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079FB532-2BA6-3B66-0486-985939476E42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22475" y="1302860"/>
                  <a:ext cx="1512360" cy="144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695415A0-F3F4-43D0-3A22-F217275E7AA0}"/>
                    </a:ext>
                  </a:extLst>
                </p14:cNvPr>
                <p14:cNvContentPartPr/>
                <p14:nvPr/>
              </p14:nvContentPartPr>
              <p14:xfrm>
                <a:off x="1691035" y="1702100"/>
                <a:ext cx="18360" cy="36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695415A0-F3F4-43D0-3A22-F217275E7AA0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682395" y="1693460"/>
                  <a:ext cx="360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E1E94AD-0403-54F4-7D48-B44BCDBA8F0E}"/>
                    </a:ext>
                  </a:extLst>
                </p14:cNvPr>
                <p14:cNvContentPartPr/>
                <p14:nvPr/>
              </p14:nvContentPartPr>
              <p14:xfrm>
                <a:off x="3980995" y="4087460"/>
                <a:ext cx="124560" cy="633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E1E94AD-0403-54F4-7D48-B44BCDBA8F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971995" y="4078820"/>
                  <a:ext cx="14220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5870A6E-5F20-4553-E417-AA086391FCFC}"/>
                    </a:ext>
                  </a:extLst>
                </p14:cNvPr>
                <p14:cNvContentPartPr/>
                <p14:nvPr/>
              </p14:nvContentPartPr>
              <p14:xfrm>
                <a:off x="4018075" y="3304460"/>
                <a:ext cx="1384920" cy="6451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5870A6E-5F20-4553-E417-AA086391FCFC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009075" y="3295820"/>
                  <a:ext cx="1402560" cy="66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C8409F6-4D93-129D-E98A-D2232346A129}"/>
                    </a:ext>
                  </a:extLst>
                </p14:cNvPr>
                <p14:cNvContentPartPr/>
                <p14:nvPr/>
              </p14:nvContentPartPr>
              <p14:xfrm>
                <a:off x="5059555" y="3410300"/>
                <a:ext cx="1001880" cy="7146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C8409F6-4D93-129D-E98A-D2232346A12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050555" y="3401660"/>
                  <a:ext cx="1019520" cy="73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AF6CB71-ACA3-AFFC-2A82-2E0235C12F49}"/>
                    </a:ext>
                  </a:extLst>
                </p14:cNvPr>
                <p14:cNvContentPartPr/>
                <p14:nvPr/>
              </p14:nvContentPartPr>
              <p14:xfrm>
                <a:off x="4399315" y="3669860"/>
                <a:ext cx="32760" cy="122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AF6CB71-ACA3-AFFC-2A82-2E0235C12F4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390675" y="3660860"/>
                  <a:ext cx="5040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D613854-2D3F-2B95-2ADA-2C851C5C0490}"/>
                    </a:ext>
                  </a:extLst>
                </p14:cNvPr>
                <p14:cNvContentPartPr/>
                <p14:nvPr/>
              </p14:nvContentPartPr>
              <p14:xfrm>
                <a:off x="4244875" y="3617660"/>
                <a:ext cx="366840" cy="946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D613854-2D3F-2B95-2ADA-2C851C5C049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236235" y="3608660"/>
                  <a:ext cx="38448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8F7AB84-A529-7BDD-70A1-CF1EFFCE9520}"/>
                    </a:ext>
                  </a:extLst>
                </p14:cNvPr>
                <p14:cNvContentPartPr/>
                <p14:nvPr/>
              </p14:nvContentPartPr>
              <p14:xfrm>
                <a:off x="5021035" y="3009980"/>
                <a:ext cx="81720" cy="2444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8F7AB84-A529-7BDD-70A1-CF1EFFCE9520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012395" y="3000980"/>
                  <a:ext cx="9936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77BF84F1-E841-FCEE-319C-650499D18B3A}"/>
                    </a:ext>
                  </a:extLst>
                </p14:cNvPr>
                <p14:cNvContentPartPr/>
                <p14:nvPr/>
              </p14:nvContentPartPr>
              <p14:xfrm>
                <a:off x="5255395" y="2821340"/>
                <a:ext cx="219960" cy="2307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77BF84F1-E841-FCEE-319C-650499D18B3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246755" y="2812700"/>
                  <a:ext cx="23760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A08694B-1769-6AF8-DB60-655741928C53}"/>
                    </a:ext>
                  </a:extLst>
                </p14:cNvPr>
                <p14:cNvContentPartPr/>
                <p14:nvPr/>
              </p14:nvContentPartPr>
              <p14:xfrm>
                <a:off x="5493715" y="2673380"/>
                <a:ext cx="110520" cy="40752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A08694B-1769-6AF8-DB60-655741928C53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485075" y="2664380"/>
                  <a:ext cx="128160" cy="42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B673ED64-6309-9A76-F5D7-9A3E77B77531}"/>
                    </a:ext>
                  </a:extLst>
                </p14:cNvPr>
                <p14:cNvContentPartPr/>
                <p14:nvPr/>
              </p14:nvContentPartPr>
              <p14:xfrm>
                <a:off x="4193035" y="3889100"/>
                <a:ext cx="24480" cy="493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B673ED64-6309-9A76-F5D7-9A3E77B77531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184395" y="3880100"/>
                  <a:ext cx="4212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483398D-B076-DAB9-54C5-6EDA3125749E}"/>
                    </a:ext>
                  </a:extLst>
                </p14:cNvPr>
                <p14:cNvContentPartPr/>
                <p14:nvPr/>
              </p14:nvContentPartPr>
              <p14:xfrm>
                <a:off x="5257915" y="3535220"/>
                <a:ext cx="7560" cy="100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483398D-B076-DAB9-54C5-6EDA3125749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249275" y="3526220"/>
                  <a:ext cx="2520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4FEA8381-FB7C-75B1-ED0F-71138236A08F}"/>
                    </a:ext>
                  </a:extLst>
                </p14:cNvPr>
                <p14:cNvContentPartPr/>
                <p14:nvPr/>
              </p14:nvContentPartPr>
              <p14:xfrm>
                <a:off x="4083595" y="4225340"/>
                <a:ext cx="17280" cy="165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4FEA8381-FB7C-75B1-ED0F-71138236A08F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074595" y="4216700"/>
                  <a:ext cx="349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08844AA-70F4-C95D-615C-339E9DEC2DE7}"/>
                    </a:ext>
                  </a:extLst>
                </p14:cNvPr>
                <p14:cNvContentPartPr/>
                <p14:nvPr/>
              </p14:nvContentPartPr>
              <p14:xfrm>
                <a:off x="6186355" y="3134540"/>
                <a:ext cx="56880" cy="4093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08844AA-70F4-C95D-615C-339E9DEC2DE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177715" y="3125900"/>
                  <a:ext cx="74520" cy="42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7DD302FD-CB6D-332A-6096-986D7858D317}"/>
                    </a:ext>
                  </a:extLst>
                </p14:cNvPr>
                <p14:cNvContentPartPr/>
                <p14:nvPr/>
              </p14:nvContentPartPr>
              <p14:xfrm>
                <a:off x="6336835" y="3143540"/>
                <a:ext cx="270360" cy="2548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7DD302FD-CB6D-332A-6096-986D7858D31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327835" y="3134900"/>
                  <a:ext cx="28800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9F458B0F-BB90-311A-FDD2-69AD679116F4}"/>
                    </a:ext>
                  </a:extLst>
                </p14:cNvPr>
                <p14:cNvContentPartPr/>
                <p14:nvPr/>
              </p14:nvContentPartPr>
              <p14:xfrm>
                <a:off x="6756595" y="3029420"/>
                <a:ext cx="215280" cy="5169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9F458B0F-BB90-311A-FDD2-69AD679116F4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747595" y="3020420"/>
                  <a:ext cx="232920" cy="53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425D647A-297B-81F1-BF1A-8151C2B985D7}"/>
                    </a:ext>
                  </a:extLst>
                </p14:cNvPr>
                <p14:cNvContentPartPr/>
                <p14:nvPr/>
              </p14:nvContentPartPr>
              <p14:xfrm>
                <a:off x="6813475" y="2873180"/>
                <a:ext cx="568440" cy="1674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425D647A-297B-81F1-BF1A-8151C2B985D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804475" y="2864180"/>
                  <a:ext cx="5860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D92AB811-7805-38FF-7A7A-128B6AC018CD}"/>
                    </a:ext>
                  </a:extLst>
                </p14:cNvPr>
                <p14:cNvContentPartPr/>
                <p14:nvPr/>
              </p14:nvContentPartPr>
              <p14:xfrm>
                <a:off x="4814035" y="3475460"/>
                <a:ext cx="40320" cy="360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D92AB811-7805-38FF-7A7A-128B6AC018CD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805395" y="3466820"/>
                  <a:ext cx="5796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0E0F70F6-F6FB-2CED-B01B-2C78E0991C70}"/>
                    </a:ext>
                  </a:extLst>
                </p14:cNvPr>
                <p14:cNvContentPartPr/>
                <p14:nvPr/>
              </p14:nvContentPartPr>
              <p14:xfrm>
                <a:off x="5379595" y="4099340"/>
                <a:ext cx="13680" cy="122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0E0F70F6-F6FB-2CED-B01B-2C78E0991C70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370955" y="4090700"/>
                  <a:ext cx="3132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B7606109-8221-DC05-7394-3E56FB63A3EA}"/>
                    </a:ext>
                  </a:extLst>
                </p14:cNvPr>
                <p14:cNvContentPartPr/>
                <p14:nvPr/>
              </p14:nvContentPartPr>
              <p14:xfrm>
                <a:off x="4652755" y="3429740"/>
                <a:ext cx="90720" cy="8604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B7606109-8221-DC05-7394-3E56FB63A3EA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643755" y="3421100"/>
                  <a:ext cx="10836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CD132AFF-5E73-5D7B-01F7-2FC52EBAB519}"/>
                    </a:ext>
                  </a:extLst>
                </p14:cNvPr>
                <p14:cNvContentPartPr/>
                <p14:nvPr/>
              </p14:nvContentPartPr>
              <p14:xfrm>
                <a:off x="3338035" y="3872540"/>
                <a:ext cx="797760" cy="9885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D132AFF-5E73-5D7B-01F7-2FC52EBAB519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3329395" y="3863900"/>
                  <a:ext cx="815400" cy="10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4CE4031-FFAF-DE43-1A04-151536049C07}"/>
                    </a:ext>
                  </a:extLst>
                </p14:cNvPr>
                <p14:cNvContentPartPr/>
                <p14:nvPr/>
              </p14:nvContentPartPr>
              <p14:xfrm>
                <a:off x="4168915" y="4347020"/>
                <a:ext cx="5040" cy="1008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4CE4031-FFAF-DE43-1A04-151536049C0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160275" y="4338020"/>
                  <a:ext cx="2268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139EEDC9-FBCF-93EE-69FB-0DDF9BAFA088}"/>
                    </a:ext>
                  </a:extLst>
                </p14:cNvPr>
                <p14:cNvContentPartPr/>
                <p14:nvPr/>
              </p14:nvContentPartPr>
              <p14:xfrm>
                <a:off x="4171435" y="4330460"/>
                <a:ext cx="1440" cy="68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139EEDC9-FBCF-93EE-69FB-0DDF9BAFA088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162795" y="4321820"/>
                  <a:ext cx="1908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1879A420-E62F-F9CC-09CF-80806C7D02D1}"/>
                    </a:ext>
                  </a:extLst>
                </p14:cNvPr>
                <p14:cNvContentPartPr/>
                <p14:nvPr/>
              </p14:nvContentPartPr>
              <p14:xfrm>
                <a:off x="9088675" y="4046060"/>
                <a:ext cx="755280" cy="10288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1879A420-E62F-F9CC-09CF-80806C7D02D1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080035" y="4037420"/>
                  <a:ext cx="772920" cy="10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3834205B-B8FE-C1D2-F865-0575BCE5D597}"/>
                    </a:ext>
                  </a:extLst>
                </p14:cNvPr>
                <p14:cNvContentPartPr/>
                <p14:nvPr/>
              </p14:nvContentPartPr>
              <p14:xfrm>
                <a:off x="9228355" y="3773900"/>
                <a:ext cx="1281240" cy="141480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3834205B-B8FE-C1D2-F865-0575BCE5D59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219715" y="3765260"/>
                  <a:ext cx="1298880" cy="143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0FB7D325-6BDA-D460-8B01-F5D8BF5DA723}"/>
                    </a:ext>
                  </a:extLst>
                </p14:cNvPr>
                <p14:cNvContentPartPr/>
                <p14:nvPr/>
              </p14:nvContentPartPr>
              <p14:xfrm>
                <a:off x="10152115" y="4333700"/>
                <a:ext cx="188640" cy="720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0FB7D325-6BDA-D460-8B01-F5D8BF5DA723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143475" y="4325060"/>
                  <a:ext cx="20628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8C9CA180-C399-B559-0F49-6F47D58BABC6}"/>
                    </a:ext>
                  </a:extLst>
                </p14:cNvPr>
                <p14:cNvContentPartPr/>
                <p14:nvPr/>
              </p14:nvContentPartPr>
              <p14:xfrm>
                <a:off x="10553875" y="4031300"/>
                <a:ext cx="374040" cy="3117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8C9CA180-C399-B559-0F49-6F47D58BABC6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0544875" y="4022300"/>
                  <a:ext cx="39168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56FE17C3-3D7A-0087-D5D4-7D3F79E0D6C1}"/>
                    </a:ext>
                  </a:extLst>
                </p14:cNvPr>
                <p14:cNvContentPartPr/>
                <p14:nvPr/>
              </p14:nvContentPartPr>
              <p14:xfrm>
                <a:off x="11047075" y="4006100"/>
                <a:ext cx="265320" cy="51372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56FE17C3-3D7A-0087-D5D4-7D3F79E0D6C1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1038075" y="3997100"/>
                  <a:ext cx="282960" cy="53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FD905EBB-513C-E822-ECBE-D146BC5234D2}"/>
                    </a:ext>
                  </a:extLst>
                </p14:cNvPr>
                <p14:cNvContentPartPr/>
                <p14:nvPr/>
              </p14:nvContentPartPr>
              <p14:xfrm>
                <a:off x="11264155" y="4435940"/>
                <a:ext cx="70200" cy="241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FD905EBB-513C-E822-ECBE-D146BC5234D2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1255155" y="4426940"/>
                  <a:ext cx="878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007CAE5D-364A-099B-9162-504890C0BF96}"/>
                    </a:ext>
                  </a:extLst>
                </p14:cNvPr>
                <p14:cNvContentPartPr/>
                <p14:nvPr/>
              </p14:nvContentPartPr>
              <p14:xfrm>
                <a:off x="10423195" y="3499220"/>
                <a:ext cx="434880" cy="3153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007CAE5D-364A-099B-9162-504890C0BF96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0414195" y="3490580"/>
                  <a:ext cx="45252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41AA14CB-E1DF-9F5C-08BE-7250EB355E19}"/>
                    </a:ext>
                  </a:extLst>
                </p14:cNvPr>
                <p14:cNvContentPartPr/>
                <p14:nvPr/>
              </p14:nvContentPartPr>
              <p14:xfrm>
                <a:off x="10958875" y="3077300"/>
                <a:ext cx="146160" cy="4345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41AA14CB-E1DF-9F5C-08BE-7250EB355E1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0950235" y="3068300"/>
                  <a:ext cx="163800" cy="45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402766F0-4132-882D-C623-F62FE94CA7AC}"/>
                    </a:ext>
                  </a:extLst>
                </p14:cNvPr>
                <p14:cNvContentPartPr/>
                <p14:nvPr/>
              </p14:nvContentPartPr>
              <p14:xfrm>
                <a:off x="11173435" y="3103220"/>
                <a:ext cx="230040" cy="1011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402766F0-4132-882D-C623-F62FE94CA7AC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1164795" y="3094220"/>
                  <a:ext cx="24768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9E0FE7FC-1586-2C8E-1DD7-0602F3DE5A4D}"/>
                    </a:ext>
                  </a:extLst>
                </p14:cNvPr>
                <p14:cNvContentPartPr/>
                <p14:nvPr/>
              </p14:nvContentPartPr>
              <p14:xfrm>
                <a:off x="11424355" y="3007820"/>
                <a:ext cx="45000" cy="1803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9E0FE7FC-1586-2C8E-1DD7-0602F3DE5A4D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1415715" y="2998820"/>
                  <a:ext cx="6264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3DD426D0-ABAC-0BCB-E70D-E87893E0F1B9}"/>
                    </a:ext>
                  </a:extLst>
                </p14:cNvPr>
                <p14:cNvContentPartPr/>
                <p14:nvPr/>
              </p14:nvContentPartPr>
              <p14:xfrm>
                <a:off x="9442195" y="5854340"/>
                <a:ext cx="555840" cy="5576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3DD426D0-ABAC-0BCB-E70D-E87893E0F1B9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9433555" y="5845340"/>
                  <a:ext cx="573480" cy="57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1BCD444-9315-D0BF-BF23-2D0527BD1A0A}"/>
                    </a:ext>
                  </a:extLst>
                </p14:cNvPr>
                <p14:cNvContentPartPr/>
                <p14:nvPr/>
              </p14:nvContentPartPr>
              <p14:xfrm>
                <a:off x="10264435" y="6133340"/>
                <a:ext cx="189720" cy="219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1BCD444-9315-D0BF-BF23-2D0527BD1A0A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0255435" y="6124340"/>
                  <a:ext cx="2073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3CF8DAD-3178-24E1-55D2-0B521653D295}"/>
                    </a:ext>
                  </a:extLst>
                </p14:cNvPr>
                <p14:cNvContentPartPr/>
                <p14:nvPr/>
              </p14:nvContentPartPr>
              <p14:xfrm>
                <a:off x="10802275" y="5871620"/>
                <a:ext cx="146160" cy="3801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93CF8DAD-3178-24E1-55D2-0B521653D295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0793275" y="5862980"/>
                  <a:ext cx="163800" cy="39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D19F79D-323D-325A-7C25-F91550CA9F3E}"/>
                    </a:ext>
                  </a:extLst>
                </p14:cNvPr>
                <p14:cNvContentPartPr/>
                <p14:nvPr/>
              </p14:nvContentPartPr>
              <p14:xfrm>
                <a:off x="11113315" y="4386980"/>
                <a:ext cx="47520" cy="7524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D19F79D-323D-325A-7C25-F91550CA9F3E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1104315" y="4378340"/>
                  <a:ext cx="651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85FA2864-9EAA-5684-82D2-077DC6D37A1C}"/>
                    </a:ext>
                  </a:extLst>
                </p14:cNvPr>
                <p14:cNvContentPartPr/>
                <p14:nvPr/>
              </p14:nvContentPartPr>
              <p14:xfrm>
                <a:off x="10014955" y="4612700"/>
                <a:ext cx="1149120" cy="88560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85FA2864-9EAA-5684-82D2-077DC6D37A1C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0005955" y="4604060"/>
                  <a:ext cx="1166760" cy="90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570BAF27-3FA5-A55E-E089-B94EA5F7C827}"/>
                    </a:ext>
                  </a:extLst>
                </p14:cNvPr>
                <p14:cNvContentPartPr/>
                <p14:nvPr/>
              </p14:nvContentPartPr>
              <p14:xfrm>
                <a:off x="10975795" y="4642220"/>
                <a:ext cx="425160" cy="5335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570BAF27-3FA5-A55E-E089-B94EA5F7C827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967155" y="4633580"/>
                  <a:ext cx="442800" cy="55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1F3C61A6-677E-FCA1-2F7C-32F88AFB8707}"/>
                    </a:ext>
                  </a:extLst>
                </p14:cNvPr>
                <p14:cNvContentPartPr/>
                <p14:nvPr/>
              </p14:nvContentPartPr>
              <p14:xfrm>
                <a:off x="10970035" y="5276540"/>
                <a:ext cx="396720" cy="5004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1F3C61A6-677E-FCA1-2F7C-32F88AFB8707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961395" y="5267900"/>
                  <a:ext cx="414360" cy="51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E18B9230-5625-6072-BC03-7771B11E7251}"/>
                    </a:ext>
                  </a:extLst>
                </p14:cNvPr>
                <p14:cNvContentPartPr/>
                <p14:nvPr/>
              </p14:nvContentPartPr>
              <p14:xfrm>
                <a:off x="10063195" y="5347100"/>
                <a:ext cx="435240" cy="55908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E18B9230-5625-6072-BC03-7771B11E7251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054195" y="5338460"/>
                  <a:ext cx="45288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76D429C9-70DB-3AE6-F679-DF17D222FD2B}"/>
                    </a:ext>
                  </a:extLst>
                </p14:cNvPr>
                <p14:cNvContentPartPr/>
                <p14:nvPr/>
              </p14:nvContentPartPr>
              <p14:xfrm>
                <a:off x="11200075" y="5288780"/>
                <a:ext cx="29160" cy="468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76D429C9-70DB-3AE6-F679-DF17D222FD2B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1191435" y="5280140"/>
                  <a:ext cx="4680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AC79402B-F9B7-95AC-44B4-BB5294DCC0E8}"/>
                    </a:ext>
                  </a:extLst>
                </p14:cNvPr>
                <p14:cNvContentPartPr/>
                <p14:nvPr/>
              </p14:nvContentPartPr>
              <p14:xfrm>
                <a:off x="11395555" y="5839220"/>
                <a:ext cx="260640" cy="4230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AC79402B-F9B7-95AC-44B4-BB5294DCC0E8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1386915" y="5830220"/>
                  <a:ext cx="278280" cy="44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103518AF-1809-BCDF-320A-15456879CA15}"/>
                    </a:ext>
                  </a:extLst>
                </p14:cNvPr>
                <p14:cNvContentPartPr/>
                <p14:nvPr/>
              </p14:nvContentPartPr>
              <p14:xfrm>
                <a:off x="11713075" y="5831660"/>
                <a:ext cx="232560" cy="48960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103518AF-1809-BCDF-320A-15456879CA15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1704075" y="5822660"/>
                  <a:ext cx="250200" cy="50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E31EB709-D445-8C48-FF2A-B8DA351A76FE}"/>
                    </a:ext>
                  </a:extLst>
                </p14:cNvPr>
                <p14:cNvContentPartPr/>
                <p14:nvPr/>
              </p14:nvContentPartPr>
              <p14:xfrm>
                <a:off x="12082795" y="5782700"/>
                <a:ext cx="221040" cy="558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E31EB709-D445-8C48-FF2A-B8DA351A76FE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2073795" y="5773700"/>
                  <a:ext cx="23868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20D24245-2EFD-3594-F1B7-57B5FEC9D59B}"/>
                    </a:ext>
                  </a:extLst>
                </p14:cNvPr>
                <p14:cNvContentPartPr/>
                <p14:nvPr/>
              </p14:nvContentPartPr>
              <p14:xfrm>
                <a:off x="11982715" y="6160340"/>
                <a:ext cx="36000" cy="612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20D24245-2EFD-3594-F1B7-57B5FEC9D59B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1973715" y="6151700"/>
                  <a:ext cx="536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8D30F3A6-7FC3-E4BC-1C45-78263589237F}"/>
                    </a:ext>
                  </a:extLst>
                </p14:cNvPr>
                <p14:cNvContentPartPr/>
                <p14:nvPr/>
              </p14:nvContentPartPr>
              <p14:xfrm>
                <a:off x="5618635" y="3787580"/>
                <a:ext cx="3226320" cy="47808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8D30F3A6-7FC3-E4BC-1C45-78263589237F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5609635" y="3778940"/>
                  <a:ext cx="3243960" cy="49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7345F5EC-5488-44D1-EDA5-B0256C41AA13}"/>
                    </a:ext>
                  </a:extLst>
                </p14:cNvPr>
                <p14:cNvContentPartPr/>
                <p14:nvPr/>
              </p14:nvContentPartPr>
              <p14:xfrm>
                <a:off x="9110635" y="3516500"/>
                <a:ext cx="140400" cy="34452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7345F5EC-5488-44D1-EDA5-B0256C41AA13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101635" y="3507860"/>
                  <a:ext cx="15804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1250C3A0-B4BA-E692-EF12-D7D36305D53F}"/>
                    </a:ext>
                  </a:extLst>
                </p14:cNvPr>
                <p14:cNvContentPartPr/>
                <p14:nvPr/>
              </p14:nvContentPartPr>
              <p14:xfrm>
                <a:off x="9395035" y="3373940"/>
                <a:ext cx="292320" cy="34776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1250C3A0-B4BA-E692-EF12-D7D36305D53F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386035" y="3365300"/>
                  <a:ext cx="30996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C1CC9ADB-FB84-2A8A-F59A-1310F016CD1C}"/>
                    </a:ext>
                  </a:extLst>
                </p14:cNvPr>
                <p14:cNvContentPartPr/>
                <p14:nvPr/>
              </p14:nvContentPartPr>
              <p14:xfrm>
                <a:off x="9900115" y="3283220"/>
                <a:ext cx="195840" cy="4953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C1CC9ADB-FB84-2A8A-F59A-1310F016CD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9891115" y="3274580"/>
                  <a:ext cx="213480" cy="51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3E92985-B540-BD9C-1AA0-1A69CD9272AF}"/>
                    </a:ext>
                  </a:extLst>
                </p14:cNvPr>
                <p14:cNvContentPartPr/>
                <p14:nvPr/>
              </p14:nvContentPartPr>
              <p14:xfrm>
                <a:off x="10405555" y="3640340"/>
                <a:ext cx="58320" cy="3384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3E92985-B540-BD9C-1AA0-1A69CD9272AF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396555" y="3631700"/>
                  <a:ext cx="7596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3E907F6E-2B86-BA34-5B95-B0B33651F48C}"/>
                    </a:ext>
                  </a:extLst>
                </p14:cNvPr>
                <p14:cNvContentPartPr/>
                <p14:nvPr/>
              </p14:nvContentPartPr>
              <p14:xfrm>
                <a:off x="3493915" y="3777140"/>
                <a:ext cx="130680" cy="15228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3E907F6E-2B86-BA34-5B95-B0B33651F48C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3484915" y="3768500"/>
                  <a:ext cx="14832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C078D9A1-0B02-C194-2D5D-D889F860E71B}"/>
                    </a:ext>
                  </a:extLst>
                </p14:cNvPr>
                <p14:cNvContentPartPr/>
                <p14:nvPr/>
              </p14:nvContentPartPr>
              <p14:xfrm>
                <a:off x="4650235" y="3189980"/>
                <a:ext cx="2589120" cy="92772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C078D9A1-0B02-C194-2D5D-D889F860E71B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4641235" y="3180980"/>
                  <a:ext cx="2606760" cy="9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B77FFFB2-A0F4-BC9A-48DB-57732A68ED79}"/>
                    </a:ext>
                  </a:extLst>
                </p14:cNvPr>
                <p14:cNvContentPartPr/>
                <p14:nvPr/>
              </p14:nvContentPartPr>
              <p14:xfrm>
                <a:off x="2712355" y="2613620"/>
                <a:ext cx="2477160" cy="28800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B77FFFB2-A0F4-BC9A-48DB-57732A68ED79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703715" y="2604980"/>
                  <a:ext cx="249480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4548351F-7FCF-005B-1D2F-918B9063F5CA}"/>
                    </a:ext>
                  </a:extLst>
                </p14:cNvPr>
                <p14:cNvContentPartPr/>
                <p14:nvPr/>
              </p14:nvContentPartPr>
              <p14:xfrm>
                <a:off x="3339475" y="2590940"/>
                <a:ext cx="1243440" cy="19152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4548351F-7FCF-005B-1D2F-918B9063F5CA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3330835" y="2582300"/>
                  <a:ext cx="1261080" cy="209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0745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D06DC513-34EF-2142-4DE8-717D363D4062}"/>
              </a:ext>
            </a:extLst>
          </p:cNvPr>
          <p:cNvGrpSpPr/>
          <p:nvPr/>
        </p:nvGrpSpPr>
        <p:grpSpPr>
          <a:xfrm>
            <a:off x="460195" y="230060"/>
            <a:ext cx="10190520" cy="5844600"/>
            <a:chOff x="460195" y="230060"/>
            <a:chExt cx="10190520" cy="5844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ABD93B3E-9BB5-EBF7-7794-A75EC83012F1}"/>
                    </a:ext>
                  </a:extLst>
                </p14:cNvPr>
                <p14:cNvContentPartPr/>
                <p14:nvPr/>
              </p14:nvContentPartPr>
              <p14:xfrm>
                <a:off x="821635" y="371900"/>
                <a:ext cx="640080" cy="167976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ABD93B3E-9BB5-EBF7-7794-A75EC83012F1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12635" y="362900"/>
                  <a:ext cx="657720" cy="169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64849B73-A9D4-92CC-B7E0-F8419319A851}"/>
                    </a:ext>
                  </a:extLst>
                </p14:cNvPr>
                <p14:cNvContentPartPr/>
                <p14:nvPr/>
              </p14:nvContentPartPr>
              <p14:xfrm>
                <a:off x="783475" y="1046540"/>
                <a:ext cx="921240" cy="1609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64849B73-A9D4-92CC-B7E0-F8419319A85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74835" y="1037900"/>
                  <a:ext cx="9388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2318C84B-62F8-C460-A3C5-CD9129B7DADD}"/>
                    </a:ext>
                  </a:extLst>
                </p14:cNvPr>
                <p14:cNvContentPartPr/>
                <p14:nvPr/>
              </p14:nvContentPartPr>
              <p14:xfrm>
                <a:off x="1881835" y="807140"/>
                <a:ext cx="445320" cy="6390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2318C84B-62F8-C460-A3C5-CD9129B7DAD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872835" y="798140"/>
                  <a:ext cx="462960" cy="65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6D16423-221F-BF4D-FB75-7A797C808307}"/>
                    </a:ext>
                  </a:extLst>
                </p14:cNvPr>
                <p14:cNvContentPartPr/>
                <p14:nvPr/>
              </p14:nvContentPartPr>
              <p14:xfrm>
                <a:off x="2332555" y="820820"/>
                <a:ext cx="366840" cy="4356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6D16423-221F-BF4D-FB75-7A797C80830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323915" y="811820"/>
                  <a:ext cx="384480" cy="45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D144896-5475-DA27-1F12-6C42F26AEC3C}"/>
                    </a:ext>
                  </a:extLst>
                </p14:cNvPr>
                <p14:cNvContentPartPr/>
                <p14:nvPr/>
              </p14:nvContentPartPr>
              <p14:xfrm>
                <a:off x="2999635" y="727580"/>
                <a:ext cx="1038240" cy="15411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D144896-5475-DA27-1F12-6C42F26AEC3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990635" y="718940"/>
                  <a:ext cx="1055880" cy="155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FCB7D73-A516-2278-C3BE-33C81240F161}"/>
                    </a:ext>
                  </a:extLst>
                </p14:cNvPr>
                <p14:cNvContentPartPr/>
                <p14:nvPr/>
              </p14:nvContentPartPr>
              <p14:xfrm>
                <a:off x="4665715" y="766820"/>
                <a:ext cx="32760" cy="165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FCB7D73-A516-2278-C3BE-33C81240F16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657075" y="757820"/>
                  <a:ext cx="504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181556A-04F6-3505-0573-F8C25B4BC5DB}"/>
                    </a:ext>
                  </a:extLst>
                </p14:cNvPr>
                <p14:cNvContentPartPr/>
                <p14:nvPr/>
              </p14:nvContentPartPr>
              <p14:xfrm>
                <a:off x="4529635" y="1406900"/>
                <a:ext cx="83520" cy="154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181556A-04F6-3505-0573-F8C25B4BC5D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520635" y="1398260"/>
                  <a:ext cx="1011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0F44947-D93F-F489-4B32-A7C5CB340A4A}"/>
                    </a:ext>
                  </a:extLst>
                </p14:cNvPr>
                <p14:cNvContentPartPr/>
                <p14:nvPr/>
              </p14:nvContentPartPr>
              <p14:xfrm>
                <a:off x="4981795" y="1132580"/>
                <a:ext cx="397080" cy="536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0F44947-D93F-F489-4B32-A7C5CB340A4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972795" y="1123580"/>
                  <a:ext cx="41472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A9AC941-A04C-1CE0-19ED-B5BF04CF896F}"/>
                    </a:ext>
                  </a:extLst>
                </p14:cNvPr>
                <p14:cNvContentPartPr/>
                <p14:nvPr/>
              </p14:nvContentPartPr>
              <p14:xfrm>
                <a:off x="6278515" y="819740"/>
                <a:ext cx="232200" cy="11239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A9AC941-A04C-1CE0-19ED-B5BF04CF896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9515" y="810740"/>
                  <a:ext cx="249840" cy="11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C1A2F55-8C87-403D-F05B-1D591AE86E3A}"/>
                    </a:ext>
                  </a:extLst>
                </p14:cNvPr>
                <p14:cNvContentPartPr/>
                <p14:nvPr/>
              </p14:nvContentPartPr>
              <p14:xfrm>
                <a:off x="6480835" y="752780"/>
                <a:ext cx="3054240" cy="2617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C1A2F55-8C87-403D-F05B-1D591AE86E3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72195" y="743780"/>
                  <a:ext cx="307188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60774C0-09E6-80E3-0602-542FF2268139}"/>
                    </a:ext>
                  </a:extLst>
                </p14:cNvPr>
                <p14:cNvContentPartPr/>
                <p14:nvPr/>
              </p14:nvContentPartPr>
              <p14:xfrm>
                <a:off x="6065755" y="1902260"/>
                <a:ext cx="3527280" cy="3070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60774C0-09E6-80E3-0602-542FF226813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057115" y="1893620"/>
                  <a:ext cx="354492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99FDAD7-2FEC-A80D-4F54-107F451096A2}"/>
                    </a:ext>
                  </a:extLst>
                </p14:cNvPr>
                <p14:cNvContentPartPr/>
                <p14:nvPr/>
              </p14:nvContentPartPr>
              <p14:xfrm>
                <a:off x="8918755" y="1029260"/>
                <a:ext cx="769680" cy="13536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99FDAD7-2FEC-A80D-4F54-107F451096A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909755" y="1020620"/>
                  <a:ext cx="787320" cy="137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42BD477-0F54-CFA6-B8C3-9BEB8C703376}"/>
                    </a:ext>
                  </a:extLst>
                </p14:cNvPr>
                <p14:cNvContentPartPr/>
                <p14:nvPr/>
              </p14:nvContentPartPr>
              <p14:xfrm>
                <a:off x="7861075" y="1203140"/>
                <a:ext cx="20880" cy="1087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42BD477-0F54-CFA6-B8C3-9BEB8C70337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852435" y="1194140"/>
                  <a:ext cx="3852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69D01FD-663C-769D-D5FD-830C2A221E46}"/>
                    </a:ext>
                  </a:extLst>
                </p14:cNvPr>
                <p14:cNvContentPartPr/>
                <p14:nvPr/>
              </p14:nvContentPartPr>
              <p14:xfrm>
                <a:off x="6825355" y="914420"/>
                <a:ext cx="540720" cy="12265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69D01FD-663C-769D-D5FD-830C2A221E4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816715" y="905420"/>
                  <a:ext cx="558360" cy="124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306B97B-19A9-6850-709E-3D1E57991E8A}"/>
                    </a:ext>
                  </a:extLst>
                </p14:cNvPr>
                <p14:cNvContentPartPr/>
                <p14:nvPr/>
              </p14:nvContentPartPr>
              <p14:xfrm>
                <a:off x="7827595" y="939980"/>
                <a:ext cx="527040" cy="11955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306B97B-19A9-6850-709E-3D1E57991E8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818595" y="931340"/>
                  <a:ext cx="544680" cy="12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7B3E963-C7AB-33EF-5458-366CA65A95A3}"/>
                    </a:ext>
                  </a:extLst>
                </p14:cNvPr>
                <p14:cNvContentPartPr/>
                <p14:nvPr/>
              </p14:nvContentPartPr>
              <p14:xfrm>
                <a:off x="8473795" y="1097300"/>
                <a:ext cx="676800" cy="10695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7B3E963-C7AB-33EF-5458-366CA65A95A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465155" y="1088660"/>
                  <a:ext cx="694440" cy="10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2AD5FFD-5878-0657-592A-03E6AB93080A}"/>
                    </a:ext>
                  </a:extLst>
                </p14:cNvPr>
                <p14:cNvContentPartPr/>
                <p14:nvPr/>
              </p14:nvContentPartPr>
              <p14:xfrm>
                <a:off x="6718075" y="1260380"/>
                <a:ext cx="168120" cy="2923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2AD5FFD-5878-0657-592A-03E6AB93080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709435" y="1251740"/>
                  <a:ext cx="18576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9B68BFA-3302-E240-780B-266998C640EF}"/>
                    </a:ext>
                  </a:extLst>
                </p14:cNvPr>
                <p14:cNvContentPartPr/>
                <p14:nvPr/>
              </p14:nvContentPartPr>
              <p14:xfrm>
                <a:off x="7516915" y="1265060"/>
                <a:ext cx="294120" cy="3625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9B68BFA-3302-E240-780B-266998C640E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507915" y="1256060"/>
                  <a:ext cx="311760" cy="3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E5C9D5D-BF46-E359-A1FF-3351555CB523}"/>
                    </a:ext>
                  </a:extLst>
                </p14:cNvPr>
                <p14:cNvContentPartPr/>
                <p14:nvPr/>
              </p14:nvContentPartPr>
              <p14:xfrm>
                <a:off x="8325475" y="1495100"/>
                <a:ext cx="353520" cy="3398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E5C9D5D-BF46-E359-A1FF-3351555CB52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316835" y="1486460"/>
                  <a:ext cx="37116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4658127-CA72-050E-CADE-6E5EEC840D1B}"/>
                    </a:ext>
                  </a:extLst>
                </p14:cNvPr>
                <p14:cNvContentPartPr/>
                <p14:nvPr/>
              </p14:nvContentPartPr>
              <p14:xfrm>
                <a:off x="9185155" y="1670420"/>
                <a:ext cx="259560" cy="3283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4658127-CA72-050E-CADE-6E5EEC840D1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176515" y="1661780"/>
                  <a:ext cx="27720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B1FFD61-AB77-DB85-4AB7-3901D8F7EB54}"/>
                    </a:ext>
                  </a:extLst>
                </p14:cNvPr>
                <p14:cNvContentPartPr/>
                <p14:nvPr/>
              </p14:nvContentPartPr>
              <p14:xfrm>
                <a:off x="8994715" y="1594820"/>
                <a:ext cx="349560" cy="3974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B1FFD61-AB77-DB85-4AB7-3901D8F7EB5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985715" y="1585820"/>
                  <a:ext cx="367200" cy="41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87C637C-A872-A48A-A02D-07040B57A888}"/>
                    </a:ext>
                  </a:extLst>
                </p14:cNvPr>
                <p14:cNvContentPartPr/>
                <p14:nvPr/>
              </p14:nvContentPartPr>
              <p14:xfrm>
                <a:off x="6937315" y="266420"/>
                <a:ext cx="1152000" cy="6969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87C637C-A872-A48A-A02D-07040B57A88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928675" y="257420"/>
                  <a:ext cx="1169640" cy="71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DD6436B-B347-EBDE-9605-5B9BB76EF1BC}"/>
                    </a:ext>
                  </a:extLst>
                </p14:cNvPr>
                <p14:cNvContentPartPr/>
                <p14:nvPr/>
              </p14:nvContentPartPr>
              <p14:xfrm>
                <a:off x="8253475" y="392420"/>
                <a:ext cx="694800" cy="6462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DD6436B-B347-EBDE-9605-5B9BB76EF1BC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244475" y="383420"/>
                  <a:ext cx="712440" cy="66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E406448-B430-DD80-927B-D2C8442B62F8}"/>
                    </a:ext>
                  </a:extLst>
                </p14:cNvPr>
                <p14:cNvContentPartPr/>
                <p14:nvPr/>
              </p14:nvContentPartPr>
              <p14:xfrm>
                <a:off x="9046555" y="498260"/>
                <a:ext cx="614880" cy="5936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E406448-B430-DD80-927B-D2C8442B62F8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037555" y="489620"/>
                  <a:ext cx="632520" cy="61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E17417B-65E1-E058-A829-68C92E2BAD69}"/>
                    </a:ext>
                  </a:extLst>
                </p14:cNvPr>
                <p14:cNvContentPartPr/>
                <p14:nvPr/>
              </p14:nvContentPartPr>
              <p14:xfrm>
                <a:off x="6869995" y="724340"/>
                <a:ext cx="30600" cy="165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E17417B-65E1-E058-A829-68C92E2BAD6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861355" y="715700"/>
                  <a:ext cx="482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7EED88B-377F-CFDD-055B-D9FEDB039C7F}"/>
                    </a:ext>
                  </a:extLst>
                </p14:cNvPr>
                <p14:cNvContentPartPr/>
                <p14:nvPr/>
              </p14:nvContentPartPr>
              <p14:xfrm>
                <a:off x="9694195" y="911180"/>
                <a:ext cx="82440" cy="568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7EED88B-377F-CFDD-055B-D9FEDB039C7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685195" y="902180"/>
                  <a:ext cx="10008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7963966-6BE3-FC3B-F979-374AD5EEBC73}"/>
                    </a:ext>
                  </a:extLst>
                </p14:cNvPr>
                <p14:cNvContentPartPr/>
                <p14:nvPr/>
              </p14:nvContentPartPr>
              <p14:xfrm>
                <a:off x="5342515" y="230060"/>
                <a:ext cx="1156320" cy="26294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7963966-6BE3-FC3B-F979-374AD5EEBC7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333515" y="221060"/>
                  <a:ext cx="1173960" cy="264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03BCFB3-6E6B-5168-973F-B876C2A7AB96}"/>
                    </a:ext>
                  </a:extLst>
                </p14:cNvPr>
                <p14:cNvContentPartPr/>
                <p14:nvPr/>
              </p14:nvContentPartPr>
              <p14:xfrm>
                <a:off x="8878795" y="488900"/>
                <a:ext cx="1771920" cy="21492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03BCFB3-6E6B-5168-973F-B876C2A7AB9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870155" y="479900"/>
                  <a:ext cx="1789560" cy="21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569A2AA-EC89-78E4-731A-799870B2A488}"/>
                    </a:ext>
                  </a:extLst>
                </p14:cNvPr>
                <p14:cNvContentPartPr/>
                <p14:nvPr/>
              </p14:nvContentPartPr>
              <p14:xfrm>
                <a:off x="6551755" y="1706060"/>
                <a:ext cx="1319400" cy="7646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569A2AA-EC89-78E4-731A-799870B2A48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543115" y="1697420"/>
                  <a:ext cx="1337040" cy="78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2902685-3B84-FF72-41DB-B1CC43A851B2}"/>
                    </a:ext>
                  </a:extLst>
                </p14:cNvPr>
                <p14:cNvContentPartPr/>
                <p14:nvPr/>
              </p14:nvContentPartPr>
              <p14:xfrm>
                <a:off x="9088675" y="1706420"/>
                <a:ext cx="88560" cy="3204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2902685-3B84-FF72-41DB-B1CC43A851B2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080035" y="1697780"/>
                  <a:ext cx="10620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2FD4427-F87F-D6EC-12E4-203857AD4463}"/>
                    </a:ext>
                  </a:extLst>
                </p14:cNvPr>
                <p14:cNvContentPartPr/>
                <p14:nvPr/>
              </p14:nvContentPartPr>
              <p14:xfrm>
                <a:off x="7152235" y="1701020"/>
                <a:ext cx="69120" cy="504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2FD4427-F87F-D6EC-12E4-203857AD446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143595" y="1692380"/>
                  <a:ext cx="8676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FA93766-4E77-2067-93DF-E328285867EA}"/>
                    </a:ext>
                  </a:extLst>
                </p14:cNvPr>
                <p14:cNvContentPartPr/>
                <p14:nvPr/>
              </p14:nvContentPartPr>
              <p14:xfrm>
                <a:off x="5711155" y="2211140"/>
                <a:ext cx="6480" cy="25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FA93766-4E77-2067-93DF-E328285867E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702515" y="2202500"/>
                  <a:ext cx="2412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31AF89A-F0A7-45D4-04F2-F60D7DB81510}"/>
                    </a:ext>
                  </a:extLst>
                </p14:cNvPr>
                <p14:cNvContentPartPr/>
                <p14:nvPr/>
              </p14:nvContentPartPr>
              <p14:xfrm>
                <a:off x="6802675" y="945740"/>
                <a:ext cx="34200" cy="633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31AF89A-F0A7-45D4-04F2-F60D7DB8151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793675" y="937100"/>
                  <a:ext cx="5184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59562C0-2AD5-4D32-A533-3352A69EA623}"/>
                    </a:ext>
                  </a:extLst>
                </p14:cNvPr>
                <p14:cNvContentPartPr/>
                <p14:nvPr/>
              </p14:nvContentPartPr>
              <p14:xfrm>
                <a:off x="7785115" y="645140"/>
                <a:ext cx="46080" cy="90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59562C0-2AD5-4D32-A533-3352A69EA62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776475" y="636500"/>
                  <a:ext cx="637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5587FA1-E3E5-2AC9-B29B-8140ED87A973}"/>
                    </a:ext>
                  </a:extLst>
                </p14:cNvPr>
                <p14:cNvContentPartPr/>
                <p14:nvPr/>
              </p14:nvContentPartPr>
              <p14:xfrm>
                <a:off x="6889435" y="981740"/>
                <a:ext cx="48600" cy="1425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5587FA1-E3E5-2AC9-B29B-8140ED87A97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880435" y="972740"/>
                  <a:ext cx="6624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B517D31-6E84-7F03-B62D-0372990C325C}"/>
                    </a:ext>
                  </a:extLst>
                </p14:cNvPr>
                <p14:cNvContentPartPr/>
                <p14:nvPr/>
              </p14:nvContentPartPr>
              <p14:xfrm>
                <a:off x="8005795" y="710300"/>
                <a:ext cx="36360" cy="338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B517D31-6E84-7F03-B62D-0372990C325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997155" y="701660"/>
                  <a:ext cx="5400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3D441E3-D9A7-A240-C433-CC76F12F8F68}"/>
                    </a:ext>
                  </a:extLst>
                </p14:cNvPr>
                <p14:cNvContentPartPr/>
                <p14:nvPr/>
              </p14:nvContentPartPr>
              <p14:xfrm>
                <a:off x="6466435" y="1703180"/>
                <a:ext cx="110880" cy="1252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3D441E3-D9A7-A240-C433-CC76F12F8F6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457795" y="1694180"/>
                  <a:ext cx="1285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E530CBE-7BA9-4107-EF03-88BCB90D6EAA}"/>
                    </a:ext>
                  </a:extLst>
                </p14:cNvPr>
                <p14:cNvContentPartPr/>
                <p14:nvPr/>
              </p14:nvContentPartPr>
              <p14:xfrm>
                <a:off x="1341835" y="1505540"/>
                <a:ext cx="2149560" cy="4460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E530CBE-7BA9-4107-EF03-88BCB90D6EA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332835" y="1496540"/>
                  <a:ext cx="2167200" cy="46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C9DAA22-B85B-AB3D-C759-6D78D9D7F16A}"/>
                    </a:ext>
                  </a:extLst>
                </p14:cNvPr>
                <p14:cNvContentPartPr/>
                <p14:nvPr/>
              </p14:nvContentPartPr>
              <p14:xfrm>
                <a:off x="1703635" y="1721180"/>
                <a:ext cx="2218680" cy="6058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C9DAA22-B85B-AB3D-C759-6D78D9D7F16A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694995" y="1712540"/>
                  <a:ext cx="2236320" cy="62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8FCAAA5-95CD-C371-E854-776F8D4D6F38}"/>
                    </a:ext>
                  </a:extLst>
                </p14:cNvPr>
                <p14:cNvContentPartPr/>
                <p14:nvPr/>
              </p14:nvContentPartPr>
              <p14:xfrm>
                <a:off x="661795" y="3140660"/>
                <a:ext cx="213480" cy="12272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8FCAAA5-95CD-C371-E854-776F8D4D6F3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53155" y="3132020"/>
                  <a:ext cx="231120" cy="12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DA0A825-A265-1D2E-7D1F-128DD579E192}"/>
                    </a:ext>
                  </a:extLst>
                </p14:cNvPr>
                <p14:cNvContentPartPr/>
                <p14:nvPr/>
              </p14:nvContentPartPr>
              <p14:xfrm>
                <a:off x="665035" y="2936900"/>
                <a:ext cx="660960" cy="14842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DA0A825-A265-1D2E-7D1F-128DD579E19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56035" y="2927900"/>
                  <a:ext cx="678600" cy="150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24220FE-5ABA-6EC0-B724-E9ADAE1128F2}"/>
                    </a:ext>
                  </a:extLst>
                </p14:cNvPr>
                <p14:cNvContentPartPr/>
                <p14:nvPr/>
              </p14:nvContentPartPr>
              <p14:xfrm>
                <a:off x="2183155" y="2895140"/>
                <a:ext cx="555120" cy="12474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24220FE-5ABA-6EC0-B724-E9ADAE1128F2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174155" y="2886500"/>
                  <a:ext cx="572760" cy="126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F17826E-529E-8EE6-9716-25693769D43A}"/>
                    </a:ext>
                  </a:extLst>
                </p14:cNvPr>
                <p14:cNvContentPartPr/>
                <p14:nvPr/>
              </p14:nvContentPartPr>
              <p14:xfrm>
                <a:off x="3164875" y="2444060"/>
                <a:ext cx="473400" cy="12142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F17826E-529E-8EE6-9716-25693769D43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155875" y="2435060"/>
                  <a:ext cx="491040" cy="12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C49FF38-5910-8D82-6AC6-0B014D8EC041}"/>
                    </a:ext>
                  </a:extLst>
                </p14:cNvPr>
                <p14:cNvContentPartPr/>
                <p14:nvPr/>
              </p14:nvContentPartPr>
              <p14:xfrm>
                <a:off x="3322555" y="2985860"/>
                <a:ext cx="466920" cy="2206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C49FF38-5910-8D82-6AC6-0B014D8EC04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313915" y="2977220"/>
                  <a:ext cx="48456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76CCE22-5FB1-FBDF-3D16-BDCB55208631}"/>
                    </a:ext>
                  </a:extLst>
                </p14:cNvPr>
                <p14:cNvContentPartPr/>
                <p14:nvPr/>
              </p14:nvContentPartPr>
              <p14:xfrm>
                <a:off x="460195" y="1789220"/>
                <a:ext cx="5117760" cy="24696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76CCE22-5FB1-FBDF-3D16-BDCB5520863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51195" y="1780580"/>
                  <a:ext cx="5135400" cy="24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89662F6-A2A6-D765-A359-559BA86B586A}"/>
                    </a:ext>
                  </a:extLst>
                </p14:cNvPr>
                <p14:cNvContentPartPr/>
                <p14:nvPr/>
              </p14:nvContentPartPr>
              <p14:xfrm>
                <a:off x="3291235" y="3923660"/>
                <a:ext cx="439200" cy="4194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89662F6-A2A6-D765-A359-559BA86B586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282595" y="3915020"/>
                  <a:ext cx="456840" cy="43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657BE025-AB6E-FA88-1C97-483C8849D296}"/>
                    </a:ext>
                  </a:extLst>
                </p14:cNvPr>
                <p14:cNvContentPartPr/>
                <p14:nvPr/>
              </p14:nvContentPartPr>
              <p14:xfrm>
                <a:off x="3168115" y="4022300"/>
                <a:ext cx="646560" cy="5569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657BE025-AB6E-FA88-1C97-483C8849D296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159475" y="4013660"/>
                  <a:ext cx="664200" cy="57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A58E5495-8607-D430-C3E0-5A00CDEA9EA4}"/>
                    </a:ext>
                  </a:extLst>
                </p14:cNvPr>
                <p14:cNvContentPartPr/>
                <p14:nvPr/>
              </p14:nvContentPartPr>
              <p14:xfrm>
                <a:off x="3580675" y="3837980"/>
                <a:ext cx="68040" cy="1566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A58E5495-8607-D430-C3E0-5A00CDEA9EA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571675" y="3828980"/>
                  <a:ext cx="8568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1F022AF-4077-D8B3-4AFA-E02614710EC4}"/>
                    </a:ext>
                  </a:extLst>
                </p14:cNvPr>
                <p14:cNvContentPartPr/>
                <p14:nvPr/>
              </p14:nvContentPartPr>
              <p14:xfrm>
                <a:off x="3877315" y="3577340"/>
                <a:ext cx="12240" cy="122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1F022AF-4077-D8B3-4AFA-E02614710EC4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868315" y="3568700"/>
                  <a:ext cx="2988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A77D7F1E-96A9-F91F-47D3-4CAAA7C7D946}"/>
                    </a:ext>
                  </a:extLst>
                </p14:cNvPr>
                <p14:cNvContentPartPr/>
                <p14:nvPr/>
              </p14:nvContentPartPr>
              <p14:xfrm>
                <a:off x="4676875" y="3608660"/>
                <a:ext cx="216000" cy="11466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A77D7F1E-96A9-F91F-47D3-4CAAA7C7D94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668235" y="3600020"/>
                  <a:ext cx="233640" cy="11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F2D46F7-46BE-1129-BFD4-6EF418328975}"/>
                    </a:ext>
                  </a:extLst>
                </p14:cNvPr>
                <p14:cNvContentPartPr/>
                <p14:nvPr/>
              </p14:nvContentPartPr>
              <p14:xfrm>
                <a:off x="3597595" y="4624580"/>
                <a:ext cx="1259280" cy="4172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F2D46F7-46BE-1129-BFD4-6EF41832897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588595" y="4615940"/>
                  <a:ext cx="1276920" cy="43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98BD017-E0C5-F7C5-0C77-5003F4830DBF}"/>
                    </a:ext>
                  </a:extLst>
                </p14:cNvPr>
                <p14:cNvContentPartPr/>
                <p14:nvPr/>
              </p14:nvContentPartPr>
              <p14:xfrm>
                <a:off x="4794595" y="3966140"/>
                <a:ext cx="2046600" cy="9000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98BD017-E0C5-F7C5-0C77-5003F4830DB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785595" y="3957140"/>
                  <a:ext cx="2064240" cy="91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EFB8A37B-9F9D-4030-76CE-E096172E337D}"/>
                    </a:ext>
                  </a:extLst>
                </p14:cNvPr>
                <p14:cNvContentPartPr/>
                <p14:nvPr/>
              </p14:nvContentPartPr>
              <p14:xfrm>
                <a:off x="3730795" y="5000060"/>
                <a:ext cx="163800" cy="7894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EFB8A37B-9F9D-4030-76CE-E096172E337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721795" y="4991420"/>
                  <a:ext cx="181440" cy="80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4B683068-2C5F-2D14-30A5-60B1FCA0250A}"/>
                    </a:ext>
                  </a:extLst>
                </p14:cNvPr>
                <p14:cNvContentPartPr/>
                <p14:nvPr/>
              </p14:nvContentPartPr>
              <p14:xfrm>
                <a:off x="3534955" y="5463740"/>
                <a:ext cx="984240" cy="61092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4B683068-2C5F-2D14-30A5-60B1FCA0250A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525955" y="5454740"/>
                  <a:ext cx="1001880" cy="62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756DBAB0-6D63-42D2-5625-A0223AE3E27D}"/>
              </a:ext>
            </a:extLst>
          </p:cNvPr>
          <p:cNvGrpSpPr/>
          <p:nvPr/>
        </p:nvGrpSpPr>
        <p:grpSpPr>
          <a:xfrm>
            <a:off x="6474715" y="4433780"/>
            <a:ext cx="4930560" cy="1922040"/>
            <a:chOff x="6474715" y="4433780"/>
            <a:chExt cx="4930560" cy="1922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55CEAD0-DE93-23D8-13DF-49BFD27EE309}"/>
                    </a:ext>
                  </a:extLst>
                </p14:cNvPr>
                <p14:cNvContentPartPr/>
                <p14:nvPr/>
              </p14:nvContentPartPr>
              <p14:xfrm>
                <a:off x="6474715" y="4433780"/>
                <a:ext cx="1196640" cy="7531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55CEAD0-DE93-23D8-13DF-49BFD27EE309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465715" y="4424780"/>
                  <a:ext cx="1214280" cy="77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379D3D5-FC3F-9D6C-1C15-B7188191214B}"/>
                    </a:ext>
                  </a:extLst>
                </p14:cNvPr>
                <p14:cNvContentPartPr/>
                <p14:nvPr/>
              </p14:nvContentPartPr>
              <p14:xfrm>
                <a:off x="6856675" y="5729420"/>
                <a:ext cx="587160" cy="4510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379D3D5-FC3F-9D6C-1C15-B7188191214B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847675" y="5720780"/>
                  <a:ext cx="604800" cy="46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ABB6825-C662-B51F-023B-650026CB09F4}"/>
                    </a:ext>
                  </a:extLst>
                </p14:cNvPr>
                <p14:cNvContentPartPr/>
                <p14:nvPr/>
              </p14:nvContentPartPr>
              <p14:xfrm>
                <a:off x="7572715" y="5594780"/>
                <a:ext cx="1101600" cy="7610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ABB6825-C662-B51F-023B-650026CB09F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563715" y="5586140"/>
                  <a:ext cx="1119240" cy="77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3444ECD7-8CEE-6406-A5D3-2666954C3357}"/>
                    </a:ext>
                  </a:extLst>
                </p14:cNvPr>
                <p14:cNvContentPartPr/>
                <p14:nvPr/>
              </p14:nvContentPartPr>
              <p14:xfrm>
                <a:off x="9330595" y="4798460"/>
                <a:ext cx="105840" cy="10162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3444ECD7-8CEE-6406-A5D3-2666954C335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321595" y="4789460"/>
                  <a:ext cx="123480" cy="10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4EF7641-1C82-FF49-FE90-92F46228F48F}"/>
                    </a:ext>
                  </a:extLst>
                </p14:cNvPr>
                <p14:cNvContentPartPr/>
                <p14:nvPr/>
              </p14:nvContentPartPr>
              <p14:xfrm>
                <a:off x="9622915" y="4746980"/>
                <a:ext cx="981000" cy="100080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4EF7641-1C82-FF49-FE90-92F46228F48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614275" y="4737980"/>
                  <a:ext cx="998640" cy="10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3585D3F2-CEA9-A562-0872-CD62CCBE15FB}"/>
                    </a:ext>
                  </a:extLst>
                </p14:cNvPr>
                <p14:cNvContentPartPr/>
                <p14:nvPr/>
              </p14:nvContentPartPr>
              <p14:xfrm>
                <a:off x="10623715" y="4770380"/>
                <a:ext cx="781560" cy="4100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3585D3F2-CEA9-A562-0872-CD62CCBE15FB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615075" y="4761380"/>
                  <a:ext cx="799200" cy="427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4619848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825EEC09-1A57-A272-AA88-CB41A7F6C056}"/>
              </a:ext>
            </a:extLst>
          </p:cNvPr>
          <p:cNvGrpSpPr/>
          <p:nvPr/>
        </p:nvGrpSpPr>
        <p:grpSpPr>
          <a:xfrm>
            <a:off x="322315" y="98300"/>
            <a:ext cx="10105200" cy="5828400"/>
            <a:chOff x="322315" y="98300"/>
            <a:chExt cx="10105200" cy="582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F5082EEB-D9FD-7BFE-6344-B31C43DD5DD9}"/>
                    </a:ext>
                  </a:extLst>
                </p14:cNvPr>
                <p14:cNvContentPartPr/>
                <p14:nvPr/>
              </p14:nvContentPartPr>
              <p14:xfrm>
                <a:off x="1217995" y="724700"/>
                <a:ext cx="94680" cy="115056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F5082EEB-D9FD-7BFE-6344-B31C43DD5DD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09355" y="715700"/>
                  <a:ext cx="112320" cy="11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441623C-0314-7AEE-0E01-5F05B610A67D}"/>
                    </a:ext>
                  </a:extLst>
                </p14:cNvPr>
                <p14:cNvContentPartPr/>
                <p14:nvPr/>
              </p14:nvContentPartPr>
              <p14:xfrm>
                <a:off x="1295035" y="354980"/>
                <a:ext cx="534960" cy="8917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441623C-0314-7AEE-0E01-5F05B610A67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286035" y="346340"/>
                  <a:ext cx="552600" cy="90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C2FC0034-BD38-AA71-E8AB-64180B5AEFD8}"/>
                    </a:ext>
                  </a:extLst>
                </p14:cNvPr>
                <p14:cNvContentPartPr/>
                <p14:nvPr/>
              </p14:nvContentPartPr>
              <p14:xfrm>
                <a:off x="2035915" y="847100"/>
                <a:ext cx="379080" cy="5112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C2FC0034-BD38-AA71-E8AB-64180B5AEFD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027275" y="838100"/>
                  <a:ext cx="396720" cy="52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5FEAEB7-6A62-EAB6-C354-24F624FA61A6}"/>
                    </a:ext>
                  </a:extLst>
                </p14:cNvPr>
                <p14:cNvContentPartPr/>
                <p14:nvPr/>
              </p14:nvContentPartPr>
              <p14:xfrm>
                <a:off x="2582395" y="746300"/>
                <a:ext cx="359640" cy="3794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5FEAEB7-6A62-EAB6-C354-24F624FA61A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573395" y="737300"/>
                  <a:ext cx="377280" cy="39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78785E66-62C4-2475-56FE-A788CCA5BF53}"/>
                    </a:ext>
                  </a:extLst>
                </p14:cNvPr>
                <p14:cNvContentPartPr/>
                <p14:nvPr/>
              </p14:nvContentPartPr>
              <p14:xfrm>
                <a:off x="3185035" y="551900"/>
                <a:ext cx="470880" cy="8154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78785E66-62C4-2475-56FE-A788CCA5BF5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176035" y="542900"/>
                  <a:ext cx="488520" cy="83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1BF2A7A-F709-0D38-C6EF-BF2AC998A231}"/>
                    </a:ext>
                  </a:extLst>
                </p14:cNvPr>
                <p14:cNvContentPartPr/>
                <p14:nvPr/>
              </p14:nvContentPartPr>
              <p14:xfrm>
                <a:off x="4053355" y="536420"/>
                <a:ext cx="149040" cy="6670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1BF2A7A-F709-0D38-C6EF-BF2AC998A23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044355" y="527420"/>
                  <a:ext cx="166680" cy="68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45C6B6E-BB62-7B21-9208-BBED5B949C2D}"/>
                    </a:ext>
                  </a:extLst>
                </p14:cNvPr>
                <p14:cNvContentPartPr/>
                <p14:nvPr/>
              </p14:nvContentPartPr>
              <p14:xfrm>
                <a:off x="4334155" y="887060"/>
                <a:ext cx="896400" cy="3322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45C6B6E-BB62-7B21-9208-BBED5B949C2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325515" y="878060"/>
                  <a:ext cx="91404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AFA13CB-2A68-220C-1C86-F812FDA426C7}"/>
                    </a:ext>
                  </a:extLst>
                </p14:cNvPr>
                <p14:cNvContentPartPr/>
                <p14:nvPr/>
              </p14:nvContentPartPr>
              <p14:xfrm>
                <a:off x="6449515" y="517700"/>
                <a:ext cx="1229400" cy="9637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AFA13CB-2A68-220C-1C86-F812FDA426C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440875" y="509060"/>
                  <a:ext cx="1247040" cy="9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0FC4575-6672-3196-B412-0A982E16BB35}"/>
                    </a:ext>
                  </a:extLst>
                </p14:cNvPr>
                <p14:cNvContentPartPr/>
                <p14:nvPr/>
              </p14:nvContentPartPr>
              <p14:xfrm>
                <a:off x="7879435" y="982820"/>
                <a:ext cx="1334880" cy="5155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0FC4575-6672-3196-B412-0A982E16BB3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870435" y="974180"/>
                  <a:ext cx="1352520" cy="53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EEDD28C-5648-B46C-5AC8-9527024DE5BA}"/>
                    </a:ext>
                  </a:extLst>
                </p14:cNvPr>
                <p14:cNvContentPartPr/>
                <p14:nvPr/>
              </p14:nvContentPartPr>
              <p14:xfrm>
                <a:off x="9594115" y="852500"/>
                <a:ext cx="52200" cy="100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EEDD28C-5648-B46C-5AC8-9527024DE5B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585115" y="843500"/>
                  <a:ext cx="6984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210E313-231F-15B6-3A95-3B5D285864D4}"/>
                    </a:ext>
                  </a:extLst>
                </p14:cNvPr>
                <p14:cNvContentPartPr/>
                <p14:nvPr/>
              </p14:nvContentPartPr>
              <p14:xfrm>
                <a:off x="9456595" y="846020"/>
                <a:ext cx="20880" cy="144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210E313-231F-15B6-3A95-3B5D285864D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447595" y="837020"/>
                  <a:ext cx="385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0AF6249-DF4B-5350-ADCF-5DA5A5EE9675}"/>
                    </a:ext>
                  </a:extLst>
                </p14:cNvPr>
                <p14:cNvContentPartPr/>
                <p14:nvPr/>
              </p14:nvContentPartPr>
              <p14:xfrm>
                <a:off x="9208195" y="1486100"/>
                <a:ext cx="159480" cy="219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0AF6249-DF4B-5350-ADCF-5DA5A5EE967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199195" y="1477460"/>
                  <a:ext cx="1771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5DE99D8-A835-C903-39D5-D0BE7EB4F027}"/>
                    </a:ext>
                  </a:extLst>
                </p14:cNvPr>
                <p14:cNvContentPartPr/>
                <p14:nvPr/>
              </p14:nvContentPartPr>
              <p14:xfrm>
                <a:off x="2027635" y="3238940"/>
                <a:ext cx="14760" cy="36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5DE99D8-A835-C903-39D5-D0BE7EB4F02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018635" y="3229940"/>
                  <a:ext cx="324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CA0163C-9C9B-173C-1137-C8A9FF9C5BA3}"/>
                    </a:ext>
                  </a:extLst>
                </p14:cNvPr>
                <p14:cNvContentPartPr/>
                <p14:nvPr/>
              </p14:nvContentPartPr>
              <p14:xfrm>
                <a:off x="2092435" y="3015740"/>
                <a:ext cx="839160" cy="5364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CA0163C-9C9B-173C-1137-C8A9FF9C5BA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083435" y="3007100"/>
                  <a:ext cx="856800" cy="55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8B6C50B-C5DA-4D85-7E24-2125E67946EC}"/>
                    </a:ext>
                  </a:extLst>
                </p14:cNvPr>
                <p14:cNvContentPartPr/>
                <p14:nvPr/>
              </p14:nvContentPartPr>
              <p14:xfrm>
                <a:off x="3089275" y="3002780"/>
                <a:ext cx="1706760" cy="14241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8B6C50B-C5DA-4D85-7E24-2125E67946E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080275" y="2994140"/>
                  <a:ext cx="1724400" cy="144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3CC11AF-5B9A-CFC5-88D6-1A8A804ACEC1}"/>
                    </a:ext>
                  </a:extLst>
                </p14:cNvPr>
                <p14:cNvContentPartPr/>
                <p14:nvPr/>
              </p14:nvContentPartPr>
              <p14:xfrm>
                <a:off x="5427835" y="3542780"/>
                <a:ext cx="509040" cy="558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3CC11AF-5B9A-CFC5-88D6-1A8A804ACEC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419195" y="3533780"/>
                  <a:ext cx="52668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4B3BC1D-E68B-0FA7-6CF2-A1155D26FCB9}"/>
                    </a:ext>
                  </a:extLst>
                </p14:cNvPr>
                <p14:cNvContentPartPr/>
                <p14:nvPr/>
              </p14:nvContentPartPr>
              <p14:xfrm>
                <a:off x="6491635" y="3017540"/>
                <a:ext cx="972720" cy="11376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4B3BC1D-E68B-0FA7-6CF2-A1155D26FCB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482635" y="3008540"/>
                  <a:ext cx="990360" cy="11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A5671E0-93DC-8E57-8F43-55240261611C}"/>
                    </a:ext>
                  </a:extLst>
                </p14:cNvPr>
                <p14:cNvContentPartPr/>
                <p14:nvPr/>
              </p14:nvContentPartPr>
              <p14:xfrm>
                <a:off x="7785115" y="3843380"/>
                <a:ext cx="145080" cy="273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A5671E0-93DC-8E57-8F43-55240261611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776475" y="3834380"/>
                  <a:ext cx="1627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3D676A6-C14E-C467-7E33-136E00DC9935}"/>
                    </a:ext>
                  </a:extLst>
                </p14:cNvPr>
                <p14:cNvContentPartPr/>
                <p14:nvPr/>
              </p14:nvContentPartPr>
              <p14:xfrm>
                <a:off x="9831355" y="2011340"/>
                <a:ext cx="198360" cy="8870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3D676A6-C14E-C467-7E33-136E00DC993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822715" y="2002700"/>
                  <a:ext cx="216000" cy="90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B5D6970-E750-442B-F679-AEED33C15B06}"/>
                    </a:ext>
                  </a:extLst>
                </p14:cNvPr>
                <p14:cNvContentPartPr/>
                <p14:nvPr/>
              </p14:nvContentPartPr>
              <p14:xfrm>
                <a:off x="9257515" y="3800900"/>
                <a:ext cx="281160" cy="144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B5D6970-E750-442B-F679-AEED33C15B0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248875" y="3792260"/>
                  <a:ext cx="2988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E3F19D1-9372-9B0C-60D6-C91283B59499}"/>
                    </a:ext>
                  </a:extLst>
                </p14:cNvPr>
                <p14:cNvContentPartPr/>
                <p14:nvPr/>
              </p14:nvContentPartPr>
              <p14:xfrm>
                <a:off x="9586915" y="4765700"/>
                <a:ext cx="102960" cy="1695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E3F19D1-9372-9B0C-60D6-C91283B5949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577915" y="4757060"/>
                  <a:ext cx="12060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18BB24A-BF29-31D7-7329-BEF6A389BBAE}"/>
                    </a:ext>
                  </a:extLst>
                </p14:cNvPr>
                <p14:cNvContentPartPr/>
                <p14:nvPr/>
              </p14:nvContentPartPr>
              <p14:xfrm>
                <a:off x="8667475" y="1922780"/>
                <a:ext cx="1760040" cy="31842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18BB24A-BF29-31D7-7329-BEF6A389BBA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658835" y="1914140"/>
                  <a:ext cx="1777680" cy="320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1201EBC-8E42-9C1B-4558-31319ADA50B2}"/>
                    </a:ext>
                  </a:extLst>
                </p14:cNvPr>
                <p14:cNvContentPartPr/>
                <p14:nvPr/>
              </p14:nvContentPartPr>
              <p14:xfrm>
                <a:off x="9503395" y="2989460"/>
                <a:ext cx="54720" cy="273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1201EBC-8E42-9C1B-4558-31319ADA50B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494755" y="2980460"/>
                  <a:ext cx="7236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D0E4096-3ABB-1AAE-5150-BCD4596A356E}"/>
                    </a:ext>
                  </a:extLst>
                </p14:cNvPr>
                <p14:cNvContentPartPr/>
                <p14:nvPr/>
              </p14:nvContentPartPr>
              <p14:xfrm>
                <a:off x="1918915" y="1505900"/>
                <a:ext cx="4621320" cy="9414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D0E4096-3ABB-1AAE-5150-BCD4596A356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909915" y="1496900"/>
                  <a:ext cx="4638960" cy="9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C1EFB9F-7C0B-9CBA-72A2-380B67FE5698}"/>
                    </a:ext>
                  </a:extLst>
                </p14:cNvPr>
                <p14:cNvContentPartPr/>
                <p14:nvPr/>
              </p14:nvContentPartPr>
              <p14:xfrm>
                <a:off x="2718475" y="98300"/>
                <a:ext cx="5970240" cy="17802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C1EFB9F-7C0B-9CBA-72A2-380B67FE569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709835" y="89300"/>
                  <a:ext cx="5987880" cy="179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AD2D3BC-2AE2-8A1B-8F20-E3AC29603E9F}"/>
                    </a:ext>
                  </a:extLst>
                </p14:cNvPr>
                <p14:cNvContentPartPr/>
                <p14:nvPr/>
              </p14:nvContentPartPr>
              <p14:xfrm>
                <a:off x="1732075" y="3650060"/>
                <a:ext cx="9720" cy="306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AD2D3BC-2AE2-8A1B-8F20-E3AC29603E9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723435" y="3641420"/>
                  <a:ext cx="2736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5F5ADCB-1157-1B4F-1B8E-94F0068C4EB5}"/>
                    </a:ext>
                  </a:extLst>
                </p14:cNvPr>
                <p14:cNvContentPartPr/>
                <p14:nvPr/>
              </p14:nvContentPartPr>
              <p14:xfrm>
                <a:off x="2298715" y="4284380"/>
                <a:ext cx="1233720" cy="900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5F5ADCB-1157-1B4F-1B8E-94F0068C4EB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290075" y="4275380"/>
                  <a:ext cx="12513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C189FEB-153F-6EF5-76AD-D2BE72A18CBB}"/>
                    </a:ext>
                  </a:extLst>
                </p14:cNvPr>
                <p14:cNvContentPartPr/>
                <p14:nvPr/>
              </p14:nvContentPartPr>
              <p14:xfrm>
                <a:off x="4498315" y="4396700"/>
                <a:ext cx="522360" cy="752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C189FEB-153F-6EF5-76AD-D2BE72A18CBB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489315" y="4388060"/>
                  <a:ext cx="54000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B335F74-2852-EAB1-14A5-9B023A1F91BF}"/>
                    </a:ext>
                  </a:extLst>
                </p14:cNvPr>
                <p14:cNvContentPartPr/>
                <p14:nvPr/>
              </p14:nvContentPartPr>
              <p14:xfrm>
                <a:off x="498715" y="1846460"/>
                <a:ext cx="141480" cy="892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B335F74-2852-EAB1-14A5-9B023A1F91B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89715" y="1837820"/>
                  <a:ext cx="1591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F56A5FF-28E7-B461-C407-A27CD54A9356}"/>
                    </a:ext>
                  </a:extLst>
                </p14:cNvPr>
                <p14:cNvContentPartPr/>
                <p14:nvPr/>
              </p14:nvContentPartPr>
              <p14:xfrm>
                <a:off x="322315" y="1773740"/>
                <a:ext cx="432000" cy="17953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F56A5FF-28E7-B461-C407-A27CD54A935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13675" y="1764740"/>
                  <a:ext cx="449640" cy="181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C072AAA-0875-CFD7-4526-7114C24B8643}"/>
                    </a:ext>
                  </a:extLst>
                </p14:cNvPr>
                <p14:cNvContentPartPr/>
                <p14:nvPr/>
              </p14:nvContentPartPr>
              <p14:xfrm>
                <a:off x="550555" y="4056860"/>
                <a:ext cx="396720" cy="18698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C072AAA-0875-CFD7-4526-7114C24B864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41555" y="4047860"/>
                  <a:ext cx="414360" cy="18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EDF4096-8791-9F78-ABA6-D75638E3B4D0}"/>
                    </a:ext>
                  </a:extLst>
                </p14:cNvPr>
                <p14:cNvContentPartPr/>
                <p14:nvPr/>
              </p14:nvContentPartPr>
              <p14:xfrm>
                <a:off x="788155" y="2386820"/>
                <a:ext cx="845640" cy="11102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EDF4096-8791-9F78-ABA6-D75638E3B4D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79155" y="2378180"/>
                  <a:ext cx="863280" cy="11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552EFA4-DC43-44B9-BD77-6CEE05813060}"/>
                    </a:ext>
                  </a:extLst>
                </p14:cNvPr>
                <p14:cNvContentPartPr/>
                <p14:nvPr/>
              </p14:nvContentPartPr>
              <p14:xfrm>
                <a:off x="856915" y="3074060"/>
                <a:ext cx="11160" cy="338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552EFA4-DC43-44B9-BD77-6CEE0581306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47915" y="3065060"/>
                  <a:ext cx="2880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1CF2CFE-AD1C-DF6B-C508-8CD96388FC1E}"/>
                    </a:ext>
                  </a:extLst>
                </p14:cNvPr>
                <p14:cNvContentPartPr/>
                <p14:nvPr/>
              </p14:nvContentPartPr>
              <p14:xfrm>
                <a:off x="865195" y="3746900"/>
                <a:ext cx="13680" cy="79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1CF2CFE-AD1C-DF6B-C508-8CD96388FC1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56195" y="3737900"/>
                  <a:ext cx="31320" cy="25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E21B7D25-D0F0-2EE7-0971-DFBA1CD393E6}"/>
                  </a:ext>
                </a:extLst>
              </p14:cNvPr>
              <p14:cNvContentPartPr/>
              <p14:nvPr/>
            </p14:nvContentPartPr>
            <p14:xfrm>
              <a:off x="3478435" y="5109500"/>
              <a:ext cx="2130480" cy="40716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E21B7D25-D0F0-2EE7-0971-DFBA1CD393E6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3469795" y="5100860"/>
                <a:ext cx="2148120" cy="424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670284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>
            <a:extLst>
              <a:ext uri="{FF2B5EF4-FFF2-40B4-BE49-F238E27FC236}">
                <a16:creationId xmlns:a16="http://schemas.microsoft.com/office/drawing/2014/main" id="{4E2DE799-A593-0D7E-5E25-BB7FA20C0D39}"/>
              </a:ext>
            </a:extLst>
          </p:cNvPr>
          <p:cNvGrpSpPr/>
          <p:nvPr/>
        </p:nvGrpSpPr>
        <p:grpSpPr>
          <a:xfrm>
            <a:off x="676195" y="117380"/>
            <a:ext cx="11201040" cy="5866560"/>
            <a:chOff x="676195" y="117380"/>
            <a:chExt cx="11201040" cy="5866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4266FA9-F471-8367-1942-39CFF22A0DDF}"/>
                    </a:ext>
                  </a:extLst>
                </p14:cNvPr>
                <p14:cNvContentPartPr/>
                <p14:nvPr/>
              </p14:nvContentPartPr>
              <p14:xfrm>
                <a:off x="6609715" y="4796660"/>
                <a:ext cx="1278720" cy="9781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4266FA9-F471-8367-1942-39CFF22A0DDF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601075" y="4788020"/>
                  <a:ext cx="1296360" cy="9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36B3EED1-C8D8-FE0C-DA76-B818FCC40452}"/>
                    </a:ext>
                  </a:extLst>
                </p14:cNvPr>
                <p14:cNvContentPartPr/>
                <p14:nvPr/>
              </p14:nvContentPartPr>
              <p14:xfrm>
                <a:off x="7841995" y="5017700"/>
                <a:ext cx="1667880" cy="4968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36B3EED1-C8D8-FE0C-DA76-B818FCC4045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832995" y="5008700"/>
                  <a:ext cx="1685520" cy="51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83992D9-9F11-D1DD-02CD-9B4F2A79B202}"/>
                    </a:ext>
                  </a:extLst>
                </p14:cNvPr>
                <p14:cNvContentPartPr/>
                <p14:nvPr/>
              </p14:nvContentPartPr>
              <p14:xfrm>
                <a:off x="9434995" y="5049380"/>
                <a:ext cx="97560" cy="738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83992D9-9F11-D1DD-02CD-9B4F2A79B20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425995" y="5040380"/>
                  <a:ext cx="11520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0282DAA-472B-F07E-C42B-E9F01F34AC29}"/>
                    </a:ext>
                  </a:extLst>
                </p14:cNvPr>
                <p14:cNvContentPartPr/>
                <p14:nvPr/>
              </p14:nvContentPartPr>
              <p14:xfrm>
                <a:off x="6569755" y="3818180"/>
                <a:ext cx="3607200" cy="21657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0282DAA-472B-F07E-C42B-E9F01F34AC2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561115" y="3809180"/>
                  <a:ext cx="3624840" cy="218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9ED2A23-F7DE-3525-1D00-7AC27A70E7C3}"/>
                    </a:ext>
                  </a:extLst>
                </p14:cNvPr>
                <p14:cNvContentPartPr/>
                <p14:nvPr/>
              </p14:nvContentPartPr>
              <p14:xfrm>
                <a:off x="10146355" y="5013380"/>
                <a:ext cx="305280" cy="838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9ED2A23-F7DE-3525-1D00-7AC27A70E7C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137355" y="5004380"/>
                  <a:ext cx="32292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1BE58110-F3A6-FEC5-1326-353B816B99CB}"/>
                    </a:ext>
                  </a:extLst>
                </p14:cNvPr>
                <p14:cNvContentPartPr/>
                <p14:nvPr/>
              </p14:nvContentPartPr>
              <p14:xfrm>
                <a:off x="9603475" y="4632140"/>
                <a:ext cx="505800" cy="1447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1BE58110-F3A6-FEC5-1326-353B816B99C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594475" y="4623500"/>
                  <a:ext cx="52344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8FDBBE7C-E40E-5DDD-BDEE-DA0682B3D152}"/>
                    </a:ext>
                  </a:extLst>
                </p14:cNvPr>
                <p14:cNvContentPartPr/>
                <p14:nvPr/>
              </p14:nvContentPartPr>
              <p14:xfrm>
                <a:off x="3194395" y="1293140"/>
                <a:ext cx="961920" cy="95112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8FDBBE7C-E40E-5DDD-BDEE-DA0682B3D15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185395" y="1284140"/>
                  <a:ext cx="979560" cy="9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958BB01-1ACE-8D5C-4FE1-27D5DF394758}"/>
                    </a:ext>
                  </a:extLst>
                </p14:cNvPr>
                <p14:cNvContentPartPr/>
                <p14:nvPr/>
              </p14:nvContentPartPr>
              <p14:xfrm>
                <a:off x="4144795" y="1840700"/>
                <a:ext cx="581400" cy="7657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958BB01-1ACE-8D5C-4FE1-27D5DF39475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136155" y="1832060"/>
                  <a:ext cx="599040" cy="78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C98F63C9-6EAA-D39A-3ED9-37638BB9D97E}"/>
                    </a:ext>
                  </a:extLst>
                </p14:cNvPr>
                <p14:cNvContentPartPr/>
                <p14:nvPr/>
              </p14:nvContentPartPr>
              <p14:xfrm>
                <a:off x="4889995" y="1515620"/>
                <a:ext cx="28080" cy="914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C98F63C9-6EAA-D39A-3ED9-37638BB9D97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881355" y="1506620"/>
                  <a:ext cx="4572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EAA69F9-76EC-BCA8-629E-781BD9478F3E}"/>
                    </a:ext>
                  </a:extLst>
                </p14:cNvPr>
                <p14:cNvContentPartPr/>
                <p14:nvPr/>
              </p14:nvContentPartPr>
              <p14:xfrm>
                <a:off x="5002315" y="1886780"/>
                <a:ext cx="340200" cy="2998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EAA69F9-76EC-BCA8-629E-781BD9478F3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993675" y="1877780"/>
                  <a:ext cx="35784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A54F9667-1D7B-8E35-D944-4A4D995A7538}"/>
                    </a:ext>
                  </a:extLst>
                </p14:cNvPr>
                <p14:cNvContentPartPr/>
                <p14:nvPr/>
              </p14:nvContentPartPr>
              <p14:xfrm>
                <a:off x="5448355" y="2022500"/>
                <a:ext cx="65520" cy="1328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A54F9667-1D7B-8E35-D944-4A4D995A753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439715" y="2013500"/>
                  <a:ext cx="8316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2D49BAA-25BE-A6DA-DBE6-5061A13E6CB9}"/>
                    </a:ext>
                  </a:extLst>
                </p14:cNvPr>
                <p14:cNvContentPartPr/>
                <p14:nvPr/>
              </p14:nvContentPartPr>
              <p14:xfrm>
                <a:off x="6292555" y="1996580"/>
                <a:ext cx="1233720" cy="1148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2D49BAA-25BE-A6DA-DBE6-5061A13E6CB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283555" y="1987940"/>
                  <a:ext cx="125136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5EAF694-6E80-BB26-3394-BCE2BFCE8409}"/>
                    </a:ext>
                  </a:extLst>
                </p14:cNvPr>
                <p14:cNvContentPartPr/>
                <p14:nvPr/>
              </p14:nvContentPartPr>
              <p14:xfrm>
                <a:off x="7551115" y="1651340"/>
                <a:ext cx="319320" cy="8488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5EAF694-6E80-BB26-3394-BCE2BFCE840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542115" y="1642700"/>
                  <a:ext cx="336960" cy="86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F90BA13-4341-5537-4E9B-B5D717954124}"/>
                    </a:ext>
                  </a:extLst>
                </p14:cNvPr>
                <p14:cNvContentPartPr/>
                <p14:nvPr/>
              </p14:nvContentPartPr>
              <p14:xfrm>
                <a:off x="8103715" y="2298980"/>
                <a:ext cx="114840" cy="493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F90BA13-4341-5537-4E9B-B5D71795412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094715" y="2290340"/>
                  <a:ext cx="13248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FE02A53-C4CA-7A0F-74AF-CE5757D41232}"/>
                    </a:ext>
                  </a:extLst>
                </p14:cNvPr>
                <p14:cNvContentPartPr/>
                <p14:nvPr/>
              </p14:nvContentPartPr>
              <p14:xfrm>
                <a:off x="6303715" y="1955180"/>
                <a:ext cx="2076480" cy="16380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FE02A53-C4CA-7A0F-74AF-CE5757D4123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295075" y="1946180"/>
                  <a:ext cx="2094120" cy="165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1B29234-6F62-77BE-7E1C-62AFB4F8F0E7}"/>
                    </a:ext>
                  </a:extLst>
                </p14:cNvPr>
                <p14:cNvContentPartPr/>
                <p14:nvPr/>
              </p14:nvContentPartPr>
              <p14:xfrm>
                <a:off x="7021915" y="716060"/>
                <a:ext cx="2626560" cy="13456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A1B29234-6F62-77BE-7E1C-62AFB4F8F0E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013275" y="707420"/>
                  <a:ext cx="2644200" cy="136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AC493F2-9D35-8DE8-034E-F5C9B84D0574}"/>
                    </a:ext>
                  </a:extLst>
                </p14:cNvPr>
                <p14:cNvContentPartPr/>
                <p14:nvPr/>
              </p14:nvContentPartPr>
              <p14:xfrm>
                <a:off x="7147195" y="2125820"/>
                <a:ext cx="7920" cy="97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AC493F2-9D35-8DE8-034E-F5C9B84D057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138195" y="2117180"/>
                  <a:ext cx="2556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7C0CD70-4957-2C69-FED8-2EDBC25E7385}"/>
                    </a:ext>
                  </a:extLst>
                </p14:cNvPr>
                <p14:cNvContentPartPr/>
                <p14:nvPr/>
              </p14:nvContentPartPr>
              <p14:xfrm>
                <a:off x="7030555" y="2001260"/>
                <a:ext cx="636120" cy="1519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7C0CD70-4957-2C69-FED8-2EDBC25E738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021555" y="1992260"/>
                  <a:ext cx="65376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04FDF06-F5E7-2319-F2A3-98A9D27A1BD2}"/>
                    </a:ext>
                  </a:extLst>
                </p14:cNvPr>
                <p14:cNvContentPartPr/>
                <p14:nvPr/>
              </p14:nvContentPartPr>
              <p14:xfrm>
                <a:off x="7224235" y="2005940"/>
                <a:ext cx="731520" cy="1494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04FDF06-F5E7-2319-F2A3-98A9D27A1BD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215595" y="1997300"/>
                  <a:ext cx="74916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286DAB7-69E7-40CA-DF9C-54DB078EA7BC}"/>
                    </a:ext>
                  </a:extLst>
                </p14:cNvPr>
                <p14:cNvContentPartPr/>
                <p14:nvPr/>
              </p14:nvContentPartPr>
              <p14:xfrm>
                <a:off x="7096795" y="1729460"/>
                <a:ext cx="964800" cy="8838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286DAB7-69E7-40CA-DF9C-54DB078EA7B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087795" y="1720460"/>
                  <a:ext cx="982440" cy="90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121FCC5-6015-D8A0-1CC2-AEDAAA7A564F}"/>
                    </a:ext>
                  </a:extLst>
                </p14:cNvPr>
                <p14:cNvContentPartPr/>
                <p14:nvPr/>
              </p14:nvContentPartPr>
              <p14:xfrm>
                <a:off x="6937315" y="2346860"/>
                <a:ext cx="1125720" cy="1155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121FCC5-6015-D8A0-1CC2-AEDAAA7A564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928675" y="2337860"/>
                  <a:ext cx="11433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5874DF7-8503-E20B-84BF-ECCB258E3F82}"/>
                    </a:ext>
                  </a:extLst>
                </p14:cNvPr>
                <p14:cNvContentPartPr/>
                <p14:nvPr/>
              </p14:nvContentPartPr>
              <p14:xfrm>
                <a:off x="8801395" y="1962020"/>
                <a:ext cx="600840" cy="4766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5874DF7-8503-E20B-84BF-ECCB258E3F8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792755" y="1953380"/>
                  <a:ext cx="618480" cy="49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6D71EFE-D0F6-E593-690C-ECB6E5696E5B}"/>
                    </a:ext>
                  </a:extLst>
                </p14:cNvPr>
                <p14:cNvContentPartPr/>
                <p14:nvPr/>
              </p14:nvContentPartPr>
              <p14:xfrm>
                <a:off x="9528235" y="1998380"/>
                <a:ext cx="986040" cy="3276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6D71EFE-D0F6-E593-690C-ECB6E5696E5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519235" y="1989740"/>
                  <a:ext cx="100368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EFB05EF-62F7-BC64-06D2-71B1B2843495}"/>
                    </a:ext>
                  </a:extLst>
                </p14:cNvPr>
                <p14:cNvContentPartPr/>
                <p14:nvPr/>
              </p14:nvContentPartPr>
              <p14:xfrm>
                <a:off x="9820555" y="544340"/>
                <a:ext cx="112320" cy="3877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EFB05EF-62F7-BC64-06D2-71B1B284349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811915" y="535340"/>
                  <a:ext cx="129960" cy="40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86F5539-7E84-3B7C-1D10-FD543527257B}"/>
                    </a:ext>
                  </a:extLst>
                </p14:cNvPr>
                <p14:cNvContentPartPr/>
                <p14:nvPr/>
              </p14:nvContentPartPr>
              <p14:xfrm>
                <a:off x="9935395" y="231140"/>
                <a:ext cx="1487160" cy="9486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86F5539-7E84-3B7C-1D10-FD543527257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926395" y="222140"/>
                  <a:ext cx="1504800" cy="9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033C613-60EB-1413-84C9-49E0168E294A}"/>
                    </a:ext>
                  </a:extLst>
                </p14:cNvPr>
                <p14:cNvContentPartPr/>
                <p14:nvPr/>
              </p14:nvContentPartPr>
              <p14:xfrm>
                <a:off x="11165875" y="325100"/>
                <a:ext cx="237600" cy="6285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033C613-60EB-1413-84C9-49E0168E294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1156875" y="316100"/>
                  <a:ext cx="255240" cy="64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AC976BB-AC2D-C6A3-BCF6-B929D7D53CBD}"/>
                    </a:ext>
                  </a:extLst>
                </p14:cNvPr>
                <p14:cNvContentPartPr/>
                <p14:nvPr/>
              </p14:nvContentPartPr>
              <p14:xfrm>
                <a:off x="11415355" y="664580"/>
                <a:ext cx="147960" cy="2358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AC976BB-AC2D-C6A3-BCF6-B929D7D53CB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406355" y="655940"/>
                  <a:ext cx="16560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4EB2B6C-6388-F7D8-B992-6DE23E90C90C}"/>
                    </a:ext>
                  </a:extLst>
                </p14:cNvPr>
                <p14:cNvContentPartPr/>
                <p14:nvPr/>
              </p14:nvContentPartPr>
              <p14:xfrm>
                <a:off x="11638555" y="783020"/>
                <a:ext cx="238680" cy="1731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4EB2B6C-6388-F7D8-B992-6DE23E90C90C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1629555" y="774380"/>
                  <a:ext cx="25632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D0E46EB-C368-ECDB-85B3-9A5E4602F4F1}"/>
                    </a:ext>
                  </a:extLst>
                </p14:cNvPr>
                <p14:cNvContentPartPr/>
                <p14:nvPr/>
              </p14:nvContentPartPr>
              <p14:xfrm>
                <a:off x="8054395" y="3306260"/>
                <a:ext cx="801000" cy="9208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D0E46EB-C368-ECDB-85B3-9A5E4602F4F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045395" y="3297260"/>
                  <a:ext cx="818640" cy="9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EDC5C22-CF43-0072-5F62-9A511E6E9142}"/>
                    </a:ext>
                  </a:extLst>
                </p14:cNvPr>
                <p14:cNvContentPartPr/>
                <p14:nvPr/>
              </p14:nvContentPartPr>
              <p14:xfrm>
                <a:off x="8967715" y="3394100"/>
                <a:ext cx="281880" cy="5799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EDC5C22-CF43-0072-5F62-9A511E6E9142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958715" y="3385100"/>
                  <a:ext cx="299520" cy="59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F950E15-CFA5-0C2B-7C97-F3226460815B}"/>
                    </a:ext>
                  </a:extLst>
                </p14:cNvPr>
                <p14:cNvContentPartPr/>
                <p14:nvPr/>
              </p14:nvContentPartPr>
              <p14:xfrm>
                <a:off x="8928115" y="3726020"/>
                <a:ext cx="520920" cy="2581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F950E15-CFA5-0C2B-7C97-F3226460815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919115" y="3717380"/>
                  <a:ext cx="53856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F00CC32-B59D-69BF-4343-E911C05586D2}"/>
                    </a:ext>
                  </a:extLst>
                </p14:cNvPr>
                <p14:cNvContentPartPr/>
                <p14:nvPr/>
              </p14:nvContentPartPr>
              <p14:xfrm>
                <a:off x="9734875" y="3770300"/>
                <a:ext cx="1200600" cy="2977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F00CC32-B59D-69BF-4343-E911C05586D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726235" y="3761300"/>
                  <a:ext cx="121824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100F495-B227-B0FB-82E8-417B70ED7181}"/>
                    </a:ext>
                  </a:extLst>
                </p14:cNvPr>
                <p14:cNvContentPartPr/>
                <p14:nvPr/>
              </p14:nvContentPartPr>
              <p14:xfrm>
                <a:off x="5650675" y="1651340"/>
                <a:ext cx="1418760" cy="7444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100F495-B227-B0FB-82E8-417B70ED7181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642035" y="1642700"/>
                  <a:ext cx="1436400" cy="76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E2CAF71-1431-37D0-97F8-CDC3BDD5567C}"/>
                    </a:ext>
                  </a:extLst>
                </p14:cNvPr>
                <p14:cNvContentPartPr/>
                <p14:nvPr/>
              </p14:nvContentPartPr>
              <p14:xfrm>
                <a:off x="6519355" y="2108180"/>
                <a:ext cx="54720" cy="165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E2CAF71-1431-37D0-97F8-CDC3BDD5567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510355" y="2099180"/>
                  <a:ext cx="723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5122A81-CF94-A800-DE02-0BD2FA21AB38}"/>
                    </a:ext>
                  </a:extLst>
                </p14:cNvPr>
                <p14:cNvContentPartPr/>
                <p14:nvPr/>
              </p14:nvContentPartPr>
              <p14:xfrm>
                <a:off x="10316275" y="1918100"/>
                <a:ext cx="360000" cy="4910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5122A81-CF94-A800-DE02-0BD2FA21AB38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307275" y="1909460"/>
                  <a:ext cx="377640" cy="50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009A0EB-BB0B-84E8-2253-DB6A9E14978B}"/>
                    </a:ext>
                  </a:extLst>
                </p14:cNvPr>
                <p14:cNvContentPartPr/>
                <p14:nvPr/>
              </p14:nvContentPartPr>
              <p14:xfrm>
                <a:off x="10750435" y="2352620"/>
                <a:ext cx="522360" cy="3247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009A0EB-BB0B-84E8-2253-DB6A9E14978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741435" y="2343620"/>
                  <a:ext cx="54000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D58FF2C5-664A-A0E3-AACC-73212B1F3E24}"/>
                    </a:ext>
                  </a:extLst>
                </p14:cNvPr>
                <p14:cNvContentPartPr/>
                <p14:nvPr/>
              </p14:nvContentPartPr>
              <p14:xfrm>
                <a:off x="4275115" y="1605620"/>
                <a:ext cx="4678920" cy="10375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D58FF2C5-664A-A0E3-AACC-73212B1F3E2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266475" y="1596980"/>
                  <a:ext cx="4696560" cy="10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2ED5798-6348-3184-08A5-B22FB8C2BD8E}"/>
                    </a:ext>
                  </a:extLst>
                </p14:cNvPr>
                <p14:cNvContentPartPr/>
                <p14:nvPr/>
              </p14:nvContentPartPr>
              <p14:xfrm>
                <a:off x="1679155" y="117380"/>
                <a:ext cx="927720" cy="550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2ED5798-6348-3184-08A5-B22FB8C2BD8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670155" y="108380"/>
                  <a:ext cx="94536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67D8AA2-A904-362A-6059-EA8089C6EDA4}"/>
                    </a:ext>
                  </a:extLst>
                </p14:cNvPr>
                <p14:cNvContentPartPr/>
                <p14:nvPr/>
              </p14:nvContentPartPr>
              <p14:xfrm>
                <a:off x="2146795" y="272540"/>
                <a:ext cx="144360" cy="6530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67D8AA2-A904-362A-6059-EA8089C6EDA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138155" y="263900"/>
                  <a:ext cx="162000" cy="67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8610271-4E64-6B4A-5482-C9B26C7A4E09}"/>
                    </a:ext>
                  </a:extLst>
                </p14:cNvPr>
                <p14:cNvContentPartPr/>
                <p14:nvPr/>
              </p14:nvContentPartPr>
              <p14:xfrm>
                <a:off x="2627035" y="842420"/>
                <a:ext cx="1224360" cy="3546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8610271-4E64-6B4A-5482-C9B26C7A4E09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618035" y="833420"/>
                  <a:ext cx="124200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C1A018E-910E-D0F4-A129-5F8B2F3CA182}"/>
                    </a:ext>
                  </a:extLst>
                </p14:cNvPr>
                <p14:cNvContentPartPr/>
                <p14:nvPr/>
              </p14:nvContentPartPr>
              <p14:xfrm>
                <a:off x="4306435" y="1206380"/>
                <a:ext cx="35280" cy="273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C1A018E-910E-D0F4-A129-5F8B2F3CA18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297795" y="1197380"/>
                  <a:ext cx="529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68748FC-5026-870F-F382-19BB17A6BFD7}"/>
                    </a:ext>
                  </a:extLst>
                </p14:cNvPr>
                <p14:cNvContentPartPr/>
                <p14:nvPr/>
              </p14:nvContentPartPr>
              <p14:xfrm>
                <a:off x="9801475" y="1477460"/>
                <a:ext cx="896400" cy="334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68748FC-5026-870F-F382-19BB17A6BFD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792475" y="1468820"/>
                  <a:ext cx="9140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4D83E23-0E95-6620-0B5A-39829A5261E2}"/>
                    </a:ext>
                  </a:extLst>
                </p14:cNvPr>
                <p14:cNvContentPartPr/>
                <p14:nvPr/>
              </p14:nvContentPartPr>
              <p14:xfrm>
                <a:off x="11290435" y="4351340"/>
                <a:ext cx="369360" cy="284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4D83E23-0E95-6620-0B5A-39829A5261E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1281795" y="4342340"/>
                  <a:ext cx="38700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904F215-3ED4-6DE8-2E50-85B08D3A0AB0}"/>
                    </a:ext>
                  </a:extLst>
                </p14:cNvPr>
                <p14:cNvContentPartPr/>
                <p14:nvPr/>
              </p14:nvContentPartPr>
              <p14:xfrm>
                <a:off x="10752595" y="2865620"/>
                <a:ext cx="46080" cy="396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904F215-3ED4-6DE8-2E50-85B08D3A0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743955" y="2856620"/>
                  <a:ext cx="637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2C6D3A0-15AB-A8DB-D073-C702A7D41D7D}"/>
                    </a:ext>
                  </a:extLst>
                </p14:cNvPr>
                <p14:cNvContentPartPr/>
                <p14:nvPr/>
              </p14:nvContentPartPr>
              <p14:xfrm>
                <a:off x="10575475" y="2723420"/>
                <a:ext cx="83520" cy="633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2C6D3A0-15AB-A8DB-D073-C702A7D41D7D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566835" y="2714420"/>
                  <a:ext cx="10116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051B2E8-98E7-F7CC-4F98-9A54DBBDCE7A}"/>
                    </a:ext>
                  </a:extLst>
                </p14:cNvPr>
                <p14:cNvContentPartPr/>
                <p14:nvPr/>
              </p14:nvContentPartPr>
              <p14:xfrm>
                <a:off x="10379995" y="2782100"/>
                <a:ext cx="360" cy="3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051B2E8-98E7-F7CC-4F98-9A54DBBDCE7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371355" y="2773100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10E381A-B164-158D-442B-0B97CBE117FA}"/>
                    </a:ext>
                  </a:extLst>
                </p14:cNvPr>
                <p14:cNvContentPartPr/>
                <p14:nvPr/>
              </p14:nvContentPartPr>
              <p14:xfrm>
                <a:off x="8904355" y="2908820"/>
                <a:ext cx="1580040" cy="2944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10E381A-B164-158D-442B-0B97CBE117F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895355" y="2900180"/>
                  <a:ext cx="159768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11222C3-C522-9F56-E565-244D4307D016}"/>
                    </a:ext>
                  </a:extLst>
                </p14:cNvPr>
                <p14:cNvContentPartPr/>
                <p14:nvPr/>
              </p14:nvContentPartPr>
              <p14:xfrm>
                <a:off x="9081475" y="2799380"/>
                <a:ext cx="1078200" cy="2109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11222C3-C522-9F56-E565-244D4307D01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072835" y="2790380"/>
                  <a:ext cx="109584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83B1353-61D7-7FF5-1D5F-AFB3F2A95858}"/>
                    </a:ext>
                  </a:extLst>
                </p14:cNvPr>
                <p14:cNvContentPartPr/>
                <p14:nvPr/>
              </p14:nvContentPartPr>
              <p14:xfrm>
                <a:off x="9064555" y="2768060"/>
                <a:ext cx="1037520" cy="1188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83B1353-61D7-7FF5-1D5F-AFB3F2A9585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055915" y="2759060"/>
                  <a:ext cx="105516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B11D346-B1AB-315F-E1E2-214B111283F0}"/>
                    </a:ext>
                  </a:extLst>
                </p14:cNvPr>
                <p14:cNvContentPartPr/>
                <p14:nvPr/>
              </p14:nvContentPartPr>
              <p14:xfrm>
                <a:off x="676195" y="3234980"/>
                <a:ext cx="520920" cy="12153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B11D346-B1AB-315F-E1E2-214B111283F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67195" y="3225980"/>
                  <a:ext cx="538560" cy="12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27B45096-081A-5CCC-8167-1A72531F1B66}"/>
                    </a:ext>
                  </a:extLst>
                </p14:cNvPr>
                <p14:cNvContentPartPr/>
                <p14:nvPr/>
              </p14:nvContentPartPr>
              <p14:xfrm>
                <a:off x="785995" y="3386900"/>
                <a:ext cx="1073160" cy="9680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27B45096-081A-5CCC-8167-1A72531F1B6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76995" y="3377900"/>
                  <a:ext cx="1090800" cy="9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91E23C4-5CCB-5B84-A9F5-254F5E4653F7}"/>
                    </a:ext>
                  </a:extLst>
                </p14:cNvPr>
                <p14:cNvContentPartPr/>
                <p14:nvPr/>
              </p14:nvContentPartPr>
              <p14:xfrm>
                <a:off x="1536955" y="3549620"/>
                <a:ext cx="227160" cy="5868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91E23C4-5CCB-5B84-A9F5-254F5E4653F7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527955" y="3540620"/>
                  <a:ext cx="244800" cy="60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6D7B0F5-5C42-4DE2-B8E0-CD19478CACA7}"/>
                    </a:ext>
                  </a:extLst>
                </p14:cNvPr>
                <p14:cNvContentPartPr/>
                <p14:nvPr/>
              </p14:nvContentPartPr>
              <p14:xfrm>
                <a:off x="1768435" y="3710900"/>
                <a:ext cx="325440" cy="3625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6D7B0F5-5C42-4DE2-B8E0-CD19478CACA7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759435" y="3702260"/>
                  <a:ext cx="343080" cy="3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21E3E3B-AA7A-DF94-5592-A8BC7041F19D}"/>
                    </a:ext>
                  </a:extLst>
                </p14:cNvPr>
                <p14:cNvContentPartPr/>
                <p14:nvPr/>
              </p14:nvContentPartPr>
              <p14:xfrm>
                <a:off x="2151475" y="3606860"/>
                <a:ext cx="303480" cy="6645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21E3E3B-AA7A-DF94-5592-A8BC7041F19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142475" y="3597860"/>
                  <a:ext cx="321120" cy="68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C1B28957-5D84-7DE4-90AD-B977F5614C0C}"/>
                    </a:ext>
                  </a:extLst>
                </p14:cNvPr>
                <p14:cNvContentPartPr/>
                <p14:nvPr/>
              </p14:nvContentPartPr>
              <p14:xfrm>
                <a:off x="2210875" y="3724580"/>
                <a:ext cx="323280" cy="2894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C1B28957-5D84-7DE4-90AD-B977F5614C0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201875" y="3715580"/>
                  <a:ext cx="34092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92C7CF9C-EC47-D060-B410-492169800CCF}"/>
                    </a:ext>
                  </a:extLst>
                </p14:cNvPr>
                <p14:cNvContentPartPr/>
                <p14:nvPr/>
              </p14:nvContentPartPr>
              <p14:xfrm>
                <a:off x="2759515" y="3818540"/>
                <a:ext cx="129240" cy="2509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92C7CF9C-EC47-D060-B410-492169800CC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750515" y="3809540"/>
                  <a:ext cx="14688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1A6E42A8-23F4-B337-6E65-E57DF0FB0A82}"/>
                    </a:ext>
                  </a:extLst>
                </p14:cNvPr>
                <p14:cNvContentPartPr/>
                <p14:nvPr/>
              </p14:nvContentPartPr>
              <p14:xfrm>
                <a:off x="2828275" y="3846620"/>
                <a:ext cx="1146960" cy="392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1A6E42A8-23F4-B337-6E65-E57DF0FB0A82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819275" y="3837980"/>
                  <a:ext cx="116460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4DCA44E0-9884-8F5B-72DB-BDCBE892805E}"/>
                    </a:ext>
                  </a:extLst>
                </p14:cNvPr>
                <p14:cNvContentPartPr/>
                <p14:nvPr/>
              </p14:nvContentPartPr>
              <p14:xfrm>
                <a:off x="3684355" y="3568700"/>
                <a:ext cx="327240" cy="6091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4DCA44E0-9884-8F5B-72DB-BDCBE892805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675355" y="3560060"/>
                  <a:ext cx="344880" cy="62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66566FBD-0723-5B57-6A82-EDA862A1C4B7}"/>
                    </a:ext>
                  </a:extLst>
                </p14:cNvPr>
                <p14:cNvContentPartPr/>
                <p14:nvPr/>
              </p14:nvContentPartPr>
              <p14:xfrm>
                <a:off x="4252435" y="4013660"/>
                <a:ext cx="135360" cy="187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66566FBD-0723-5B57-6A82-EDA862A1C4B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243435" y="4005020"/>
                  <a:ext cx="1530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83DA2437-501A-A0B6-C2EE-443349BDDA32}"/>
                    </a:ext>
                  </a:extLst>
                </p14:cNvPr>
                <p14:cNvContentPartPr/>
                <p14:nvPr/>
              </p14:nvContentPartPr>
              <p14:xfrm>
                <a:off x="4326955" y="3473300"/>
                <a:ext cx="322200" cy="4831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83DA2437-501A-A0B6-C2EE-443349BDDA32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318315" y="3464660"/>
                  <a:ext cx="339840" cy="50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18C8E36A-2582-B61F-0469-1B6D81E1DA10}"/>
                    </a:ext>
                  </a:extLst>
                </p14:cNvPr>
                <p14:cNvContentPartPr/>
                <p14:nvPr/>
              </p14:nvContentPartPr>
              <p14:xfrm>
                <a:off x="4580395" y="3115100"/>
                <a:ext cx="521280" cy="1328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18C8E36A-2582-B61F-0469-1B6D81E1DA10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571395" y="3106460"/>
                  <a:ext cx="53892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6041DFB-851B-7179-C713-20DB20B50022}"/>
                    </a:ext>
                  </a:extLst>
                </p14:cNvPr>
                <p14:cNvContentPartPr/>
                <p14:nvPr/>
              </p14:nvContentPartPr>
              <p14:xfrm>
                <a:off x="4090795" y="3919340"/>
                <a:ext cx="427320" cy="882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6041DFB-851B-7179-C713-20DB20B50022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81795" y="3910340"/>
                  <a:ext cx="4449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3FE2C45-EE28-D667-FAE9-5CEA16213380}"/>
                    </a:ext>
                  </a:extLst>
                </p14:cNvPr>
                <p14:cNvContentPartPr/>
                <p14:nvPr/>
              </p14:nvContentPartPr>
              <p14:xfrm>
                <a:off x="4526035" y="3777500"/>
                <a:ext cx="811080" cy="2649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3FE2C45-EE28-D667-FAE9-5CEA1621338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517035" y="3768860"/>
                  <a:ext cx="82872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227A24B2-CEDC-C6D8-B4C0-0BBE06DE1BEC}"/>
                    </a:ext>
                  </a:extLst>
                </p14:cNvPr>
                <p14:cNvContentPartPr/>
                <p14:nvPr/>
              </p14:nvContentPartPr>
              <p14:xfrm>
                <a:off x="5301475" y="3799820"/>
                <a:ext cx="304200" cy="1818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227A24B2-CEDC-C6D8-B4C0-0BBE06DE1BE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292475" y="3791180"/>
                  <a:ext cx="32184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9DDE851F-A465-EFAD-EC9A-F56D4910C10A}"/>
                    </a:ext>
                  </a:extLst>
                </p14:cNvPr>
                <p14:cNvContentPartPr/>
                <p14:nvPr/>
              </p14:nvContentPartPr>
              <p14:xfrm>
                <a:off x="5646355" y="3794420"/>
                <a:ext cx="327240" cy="2462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9DDE851F-A465-EFAD-EC9A-F56D4910C10A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637355" y="3785780"/>
                  <a:ext cx="34488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28A18C83-BB0A-3AFC-1B34-AEDF26CDE443}"/>
                    </a:ext>
                  </a:extLst>
                </p14:cNvPr>
                <p14:cNvContentPartPr/>
                <p14:nvPr/>
              </p14:nvContentPartPr>
              <p14:xfrm>
                <a:off x="5768035" y="3842300"/>
                <a:ext cx="714240" cy="2754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28A18C83-BB0A-3AFC-1B34-AEDF26CDE443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759035" y="3833300"/>
                  <a:ext cx="73188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AE4FE8D4-661A-8F60-587A-30649A4C249F}"/>
                    </a:ext>
                  </a:extLst>
                </p14:cNvPr>
                <p14:cNvContentPartPr/>
                <p14:nvPr/>
              </p14:nvContentPartPr>
              <p14:xfrm>
                <a:off x="6399835" y="4107980"/>
                <a:ext cx="32760" cy="273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E4FE8D4-661A-8F60-587A-30649A4C249F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390835" y="4099340"/>
                  <a:ext cx="5040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59BB34B1-CC49-A4B3-376B-75EDB2F967C8}"/>
                    </a:ext>
                  </a:extLst>
                </p14:cNvPr>
                <p14:cNvContentPartPr/>
                <p14:nvPr/>
              </p14:nvContentPartPr>
              <p14:xfrm>
                <a:off x="4360795" y="4412180"/>
                <a:ext cx="777960" cy="7970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59BB34B1-CC49-A4B3-376B-75EDB2F967C8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52155" y="4403180"/>
                  <a:ext cx="795600" cy="81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9CE5FAB-CA00-EF2F-0C4F-D2AD0A91D804}"/>
                    </a:ext>
                  </a:extLst>
                </p14:cNvPr>
                <p14:cNvContentPartPr/>
                <p14:nvPr/>
              </p14:nvContentPartPr>
              <p14:xfrm>
                <a:off x="4358275" y="4733300"/>
                <a:ext cx="2111760" cy="3902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9CE5FAB-CA00-EF2F-0C4F-D2AD0A91D804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349635" y="4724300"/>
                  <a:ext cx="2129400" cy="40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61196CC7-B0E2-E2A2-2AF7-52C658D5F263}"/>
                    </a:ext>
                  </a:extLst>
                </p14:cNvPr>
                <p14:cNvContentPartPr/>
                <p14:nvPr/>
              </p14:nvContentPartPr>
              <p14:xfrm>
                <a:off x="6643555" y="4973060"/>
                <a:ext cx="55800" cy="2412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61196CC7-B0E2-E2A2-2AF7-52C658D5F263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634555" y="4964420"/>
                  <a:ext cx="73440" cy="4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5BE37B30-F59F-8A19-1AE1-54939D57A353}"/>
              </a:ext>
            </a:extLst>
          </p:cNvPr>
          <p:cNvGrpSpPr/>
          <p:nvPr/>
        </p:nvGrpSpPr>
        <p:grpSpPr>
          <a:xfrm>
            <a:off x="1101355" y="5120300"/>
            <a:ext cx="2637720" cy="1388160"/>
            <a:chOff x="1101355" y="5120300"/>
            <a:chExt cx="2637720" cy="1388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0FB5F3D-AF97-4F1C-C776-15B07D5298FA}"/>
                    </a:ext>
                  </a:extLst>
                </p14:cNvPr>
                <p14:cNvContentPartPr/>
                <p14:nvPr/>
              </p14:nvContentPartPr>
              <p14:xfrm>
                <a:off x="1101355" y="5120300"/>
                <a:ext cx="1901880" cy="13881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0FB5F3D-AF97-4F1C-C776-15B07D5298FA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92355" y="5111660"/>
                  <a:ext cx="1919520" cy="140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F04FA47-1C13-4241-D0FA-1974744B8225}"/>
                    </a:ext>
                  </a:extLst>
                </p14:cNvPr>
                <p14:cNvContentPartPr/>
                <p14:nvPr/>
              </p14:nvContentPartPr>
              <p14:xfrm>
                <a:off x="3201955" y="5648060"/>
                <a:ext cx="13680" cy="396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F04FA47-1C13-4241-D0FA-1974744B8225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3193315" y="5639420"/>
                  <a:ext cx="313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A18AFF4D-F916-CD60-F22A-38FA9B81B8E6}"/>
                    </a:ext>
                  </a:extLst>
                </p14:cNvPr>
                <p14:cNvContentPartPr/>
                <p14:nvPr/>
              </p14:nvContentPartPr>
              <p14:xfrm>
                <a:off x="3428755" y="6064220"/>
                <a:ext cx="310320" cy="846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A18AFF4D-F916-CD60-F22A-38FA9B81B8E6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3419755" y="6055220"/>
                  <a:ext cx="327960" cy="102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AB19CD47-F259-781C-1DED-DE294DA011AF}"/>
                  </a:ext>
                </a:extLst>
              </p14:cNvPr>
              <p14:cNvContentPartPr/>
              <p14:nvPr/>
            </p14:nvContentPartPr>
            <p14:xfrm>
              <a:off x="4292035" y="6403340"/>
              <a:ext cx="317520" cy="37080"/>
            </p14:xfrm>
          </p:contentPart>
        </mc:Choice>
        <mc:Fallback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AB19CD47-F259-781C-1DED-DE294DA011AF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283395" y="6394700"/>
                <a:ext cx="335160" cy="54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05" name="Group 104">
            <a:extLst>
              <a:ext uri="{FF2B5EF4-FFF2-40B4-BE49-F238E27FC236}">
                <a16:creationId xmlns:a16="http://schemas.microsoft.com/office/drawing/2014/main" id="{B2070F87-2958-E66D-CA0B-E4719EE96671}"/>
              </a:ext>
            </a:extLst>
          </p:cNvPr>
          <p:cNvGrpSpPr/>
          <p:nvPr/>
        </p:nvGrpSpPr>
        <p:grpSpPr>
          <a:xfrm>
            <a:off x="5359075" y="6060260"/>
            <a:ext cx="6597360" cy="880560"/>
            <a:chOff x="5359075" y="6060260"/>
            <a:chExt cx="6597360" cy="880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E3000130-6D5E-56AE-0A6A-FB7AF3E476BC}"/>
                    </a:ext>
                  </a:extLst>
                </p14:cNvPr>
                <p14:cNvContentPartPr/>
                <p14:nvPr/>
              </p14:nvContentPartPr>
              <p14:xfrm>
                <a:off x="5359075" y="6381740"/>
                <a:ext cx="468360" cy="7632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E3000130-6D5E-56AE-0A6A-FB7AF3E476B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0435" y="6372740"/>
                  <a:ext cx="48600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A6E830C-3E56-0DA0-D0BA-3D5C1F8D6F1A}"/>
                    </a:ext>
                  </a:extLst>
                </p14:cNvPr>
                <p14:cNvContentPartPr/>
                <p14:nvPr/>
              </p14:nvContentPartPr>
              <p14:xfrm>
                <a:off x="6301195" y="6060260"/>
                <a:ext cx="282240" cy="5612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A6E830C-3E56-0DA0-D0BA-3D5C1F8D6F1A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292195" y="6051260"/>
                  <a:ext cx="299880" cy="57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7E915A9-2FEB-E237-970F-47A0138DE9E7}"/>
                    </a:ext>
                  </a:extLst>
                </p14:cNvPr>
                <p14:cNvContentPartPr/>
                <p14:nvPr/>
              </p14:nvContentPartPr>
              <p14:xfrm>
                <a:off x="6720595" y="6558500"/>
                <a:ext cx="222120" cy="1054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7E915A9-2FEB-E237-970F-47A0138DE9E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711595" y="6549860"/>
                  <a:ext cx="23976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72338D8C-359A-D093-1BA6-83894638BD3B}"/>
                    </a:ext>
                  </a:extLst>
                </p14:cNvPr>
                <p14:cNvContentPartPr/>
                <p14:nvPr/>
              </p14:nvContentPartPr>
              <p14:xfrm>
                <a:off x="7476595" y="6419540"/>
                <a:ext cx="379080" cy="3423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72338D8C-359A-D093-1BA6-83894638BD3B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467955" y="6410540"/>
                  <a:ext cx="39672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10BEBC52-6413-136B-3E49-AC6A17941C3C}"/>
                    </a:ext>
                  </a:extLst>
                </p14:cNvPr>
                <p14:cNvContentPartPr/>
                <p14:nvPr/>
              </p14:nvContentPartPr>
              <p14:xfrm>
                <a:off x="7987795" y="6859100"/>
                <a:ext cx="135360" cy="8172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10BEBC52-6413-136B-3E49-AC6A17941C3C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979155" y="6850460"/>
                  <a:ext cx="1530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92A32874-54C4-1365-22E9-E5884F2966DF}"/>
                    </a:ext>
                  </a:extLst>
                </p14:cNvPr>
                <p14:cNvContentPartPr/>
                <p14:nvPr/>
              </p14:nvContentPartPr>
              <p14:xfrm>
                <a:off x="8549755" y="6847125"/>
                <a:ext cx="411480" cy="6768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92A32874-54C4-1365-22E9-E5884F2966D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541115" y="6838125"/>
                  <a:ext cx="42912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8E4BE19E-4CB3-A129-4297-B33A66E736E8}"/>
                    </a:ext>
                  </a:extLst>
                </p14:cNvPr>
                <p14:cNvContentPartPr/>
                <p14:nvPr/>
              </p14:nvContentPartPr>
              <p14:xfrm>
                <a:off x="8533915" y="6550485"/>
                <a:ext cx="1398960" cy="8640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8E4BE19E-4CB3-A129-4297-B33A66E736E8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525275" y="6541485"/>
                  <a:ext cx="141660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89D61F0-1C11-08DE-2E04-A6EADE9F7FE9}"/>
                    </a:ext>
                  </a:extLst>
                </p14:cNvPr>
                <p14:cNvContentPartPr/>
                <p14:nvPr/>
              </p14:nvContentPartPr>
              <p14:xfrm>
                <a:off x="9734875" y="6297045"/>
                <a:ext cx="1982880" cy="39744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89D61F0-1C11-08DE-2E04-A6EADE9F7FE9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725875" y="6288405"/>
                  <a:ext cx="2000520" cy="41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5C684030-05C0-D84A-DE27-EB51763EC5C7}"/>
                    </a:ext>
                  </a:extLst>
                </p14:cNvPr>
                <p14:cNvContentPartPr/>
                <p14:nvPr/>
              </p14:nvContentPartPr>
              <p14:xfrm>
                <a:off x="11897035" y="6645165"/>
                <a:ext cx="59400" cy="5580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5C684030-05C0-D84A-DE27-EB51763EC5C7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1888395" y="6636165"/>
                  <a:ext cx="77040" cy="73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933370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494B80BC-2DD6-FCE0-B16C-4B5711F6A37B}"/>
              </a:ext>
            </a:extLst>
          </p:cNvPr>
          <p:cNvGrpSpPr/>
          <p:nvPr/>
        </p:nvGrpSpPr>
        <p:grpSpPr>
          <a:xfrm>
            <a:off x="1629835" y="434540"/>
            <a:ext cx="9033840" cy="4539600"/>
            <a:chOff x="1629835" y="434540"/>
            <a:chExt cx="9033840" cy="4539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50E59CAD-38CB-70C4-F934-4F9E0C3EB575}"/>
                    </a:ext>
                  </a:extLst>
                </p14:cNvPr>
                <p14:cNvContentPartPr/>
                <p14:nvPr/>
              </p14:nvContentPartPr>
              <p14:xfrm>
                <a:off x="1629835" y="434540"/>
                <a:ext cx="119880" cy="54504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50E59CAD-38CB-70C4-F934-4F9E0C3EB57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620835" y="425900"/>
                  <a:ext cx="137520" cy="56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A57829B-38D5-5737-6E5E-E7DE6BD98C1D}"/>
                    </a:ext>
                  </a:extLst>
                </p14:cNvPr>
                <p14:cNvContentPartPr/>
                <p14:nvPr/>
              </p14:nvContentPartPr>
              <p14:xfrm>
                <a:off x="1931155" y="467660"/>
                <a:ext cx="1611360" cy="5198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A57829B-38D5-5737-6E5E-E7DE6BD98C1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922155" y="458660"/>
                  <a:ext cx="1629000" cy="53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D030BCAF-C8B4-8C0A-C679-644928FEE968}"/>
                    </a:ext>
                  </a:extLst>
                </p14:cNvPr>
                <p14:cNvContentPartPr/>
                <p14:nvPr/>
              </p14:nvContentPartPr>
              <p14:xfrm>
                <a:off x="3977395" y="624260"/>
                <a:ext cx="261720" cy="4010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D030BCAF-C8B4-8C0A-C679-644928FEE96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968755" y="615620"/>
                  <a:ext cx="27936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1F48079-8856-14B6-8AD0-D846AE9BCC2A}"/>
                    </a:ext>
                  </a:extLst>
                </p14:cNvPr>
                <p14:cNvContentPartPr/>
                <p14:nvPr/>
              </p14:nvContentPartPr>
              <p14:xfrm>
                <a:off x="4011235" y="834860"/>
                <a:ext cx="392760" cy="1645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1F48079-8856-14B6-8AD0-D846AE9BCC2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002235" y="826220"/>
                  <a:ext cx="41040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93D81EF-3322-FAF3-0299-5AA43BC8EFA4}"/>
                    </a:ext>
                  </a:extLst>
                </p14:cNvPr>
                <p14:cNvContentPartPr/>
                <p14:nvPr/>
              </p14:nvContentPartPr>
              <p14:xfrm>
                <a:off x="4527115" y="767900"/>
                <a:ext cx="54720" cy="306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93D81EF-3322-FAF3-0299-5AA43BC8EFA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18475" y="758900"/>
                  <a:ext cx="7236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45BF8A6-CC39-00F7-D8C8-531669B86CB8}"/>
                    </a:ext>
                  </a:extLst>
                </p14:cNvPr>
                <p14:cNvContentPartPr/>
                <p14:nvPr/>
              </p14:nvContentPartPr>
              <p14:xfrm>
                <a:off x="5365195" y="1000100"/>
                <a:ext cx="523800" cy="1166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45BF8A6-CC39-00F7-D8C8-531669B86CB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356555" y="991100"/>
                  <a:ext cx="54144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83523E1-6928-407E-1E68-B430FCF9D324}"/>
                    </a:ext>
                  </a:extLst>
                </p14:cNvPr>
                <p14:cNvContentPartPr/>
                <p14:nvPr/>
              </p14:nvContentPartPr>
              <p14:xfrm>
                <a:off x="7176715" y="465140"/>
                <a:ext cx="724680" cy="9990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83523E1-6928-407E-1E68-B430FCF9D32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168075" y="456140"/>
                  <a:ext cx="742320" cy="10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7350A06-6C85-90AC-1C1F-0100DCB3FC3E}"/>
                    </a:ext>
                  </a:extLst>
                </p14:cNvPr>
                <p14:cNvContentPartPr/>
                <p14:nvPr/>
              </p14:nvContentPartPr>
              <p14:xfrm>
                <a:off x="8250235" y="788420"/>
                <a:ext cx="363960" cy="5245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7350A06-6C85-90AC-1C1F-0100DCB3FC3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241595" y="779780"/>
                  <a:ext cx="381600" cy="54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01903F0-5E87-FD20-D214-2742B6D84E44}"/>
                    </a:ext>
                  </a:extLst>
                </p14:cNvPr>
                <p14:cNvContentPartPr/>
                <p14:nvPr/>
              </p14:nvContentPartPr>
              <p14:xfrm>
                <a:off x="8587195" y="697340"/>
                <a:ext cx="761040" cy="8164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01903F0-5E87-FD20-D214-2742B6D84E4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578195" y="688340"/>
                  <a:ext cx="778680" cy="83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493B6F8-CBEF-EB55-7024-295BE137AE35}"/>
                    </a:ext>
                  </a:extLst>
                </p14:cNvPr>
                <p14:cNvContentPartPr/>
                <p14:nvPr/>
              </p14:nvContentPartPr>
              <p14:xfrm>
                <a:off x="9342115" y="778340"/>
                <a:ext cx="1033200" cy="8823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493B6F8-CBEF-EB55-7024-295BE137AE3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333115" y="769340"/>
                  <a:ext cx="1050840" cy="90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FAAE417-56BB-0CCF-4DDC-4FA4AD08098A}"/>
                    </a:ext>
                  </a:extLst>
                </p14:cNvPr>
                <p14:cNvContentPartPr/>
                <p14:nvPr/>
              </p14:nvContentPartPr>
              <p14:xfrm>
                <a:off x="7210195" y="1748900"/>
                <a:ext cx="3453480" cy="8229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FAAE417-56BB-0CCF-4DDC-4FA4AD08098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201555" y="1739900"/>
                  <a:ext cx="3471120" cy="84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33974B8-4426-A2B4-109A-F13648A4BF0B}"/>
                    </a:ext>
                  </a:extLst>
                </p14:cNvPr>
                <p14:cNvContentPartPr/>
                <p14:nvPr/>
              </p14:nvContentPartPr>
              <p14:xfrm>
                <a:off x="2161555" y="2495540"/>
                <a:ext cx="1015560" cy="16002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33974B8-4426-A2B4-109A-F13648A4BF0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152555" y="2486540"/>
                  <a:ext cx="1033200" cy="161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DC1056C-1EFB-F4F1-E5BF-E5B551F33417}"/>
                    </a:ext>
                  </a:extLst>
                </p14:cNvPr>
                <p14:cNvContentPartPr/>
                <p14:nvPr/>
              </p14:nvContentPartPr>
              <p14:xfrm>
                <a:off x="2032315" y="2297540"/>
                <a:ext cx="2244960" cy="21204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DC1056C-1EFB-F4F1-E5BF-E5B551F3341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023675" y="2288540"/>
                  <a:ext cx="2262600" cy="21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6F35173-7118-B629-1FF6-82780E18BF97}"/>
                    </a:ext>
                  </a:extLst>
                </p14:cNvPr>
                <p14:cNvContentPartPr/>
                <p14:nvPr/>
              </p14:nvContentPartPr>
              <p14:xfrm>
                <a:off x="2162635" y="3944540"/>
                <a:ext cx="175320" cy="1933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6F35173-7118-B629-1FF6-82780E18BF9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153635" y="3935900"/>
                  <a:ext cx="19296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FC0F27F-C5B1-BDE7-EDA2-49CFDA5C6FCF}"/>
                    </a:ext>
                  </a:extLst>
                </p14:cNvPr>
                <p14:cNvContentPartPr/>
                <p14:nvPr/>
              </p14:nvContentPartPr>
              <p14:xfrm>
                <a:off x="5525755" y="2969660"/>
                <a:ext cx="416520" cy="8089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FC0F27F-C5B1-BDE7-EDA2-49CFDA5C6FC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516755" y="2961020"/>
                  <a:ext cx="434160" cy="82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D506E29-DA35-0A8B-D671-A92F1E359193}"/>
                    </a:ext>
                  </a:extLst>
                </p14:cNvPr>
                <p14:cNvContentPartPr/>
                <p14:nvPr/>
              </p14:nvContentPartPr>
              <p14:xfrm>
                <a:off x="6102115" y="2887580"/>
                <a:ext cx="2711160" cy="5403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D506E29-DA35-0A8B-D671-A92F1E35919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093115" y="2878580"/>
                  <a:ext cx="2728800" cy="55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C09F9BE-A885-B5ED-29C1-C4D777BB3876}"/>
                    </a:ext>
                  </a:extLst>
                </p14:cNvPr>
                <p14:cNvContentPartPr/>
                <p14:nvPr/>
              </p14:nvContentPartPr>
              <p14:xfrm>
                <a:off x="8154835" y="3448460"/>
                <a:ext cx="576720" cy="9086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C09F9BE-A885-B5ED-29C1-C4D777BB387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145835" y="3439460"/>
                  <a:ext cx="594360" cy="9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8DB257E-F57F-48D7-CA9C-CFDBCC4F5BC4}"/>
                    </a:ext>
                  </a:extLst>
                </p14:cNvPr>
                <p14:cNvContentPartPr/>
                <p14:nvPr/>
              </p14:nvContentPartPr>
              <p14:xfrm>
                <a:off x="4764715" y="3574100"/>
                <a:ext cx="2764440" cy="14000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8DB257E-F57F-48D7-CA9C-CFDBCC4F5BC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755715" y="3565460"/>
                  <a:ext cx="2782080" cy="141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43A5035-CFDA-CEA3-50AE-309D6829A5D7}"/>
                    </a:ext>
                  </a:extLst>
                </p14:cNvPr>
                <p14:cNvContentPartPr/>
                <p14:nvPr/>
              </p14:nvContentPartPr>
              <p14:xfrm>
                <a:off x="7435555" y="4854620"/>
                <a:ext cx="928800" cy="514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43A5035-CFDA-CEA3-50AE-309D6829A5D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426915" y="4845980"/>
                  <a:ext cx="94644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91BFA04-667E-66C8-CF3F-4FAC5188AAB2}"/>
                    </a:ext>
                  </a:extLst>
                </p14:cNvPr>
                <p14:cNvContentPartPr/>
                <p14:nvPr/>
              </p14:nvContentPartPr>
              <p14:xfrm>
                <a:off x="7934875" y="4422620"/>
                <a:ext cx="598320" cy="4194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91BFA04-667E-66C8-CF3F-4FAC5188AAB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925875" y="4413980"/>
                  <a:ext cx="615960" cy="43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F1CF615-07B0-CD2D-F610-D894B75F1BD6}"/>
                    </a:ext>
                  </a:extLst>
                </p14:cNvPr>
                <p14:cNvContentPartPr/>
                <p14:nvPr/>
              </p14:nvContentPartPr>
              <p14:xfrm>
                <a:off x="3255235" y="2676620"/>
                <a:ext cx="1429200" cy="1566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F1CF615-07B0-CD2D-F610-D894B75F1BD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246235" y="2667980"/>
                  <a:ext cx="14468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1962758-353E-1F62-B38B-4AF556DCAFF0}"/>
                    </a:ext>
                  </a:extLst>
                </p14:cNvPr>
                <p14:cNvContentPartPr/>
                <p14:nvPr/>
              </p14:nvContentPartPr>
              <p14:xfrm>
                <a:off x="5809435" y="3032660"/>
                <a:ext cx="1451520" cy="2120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1962758-353E-1F62-B38B-4AF556DCAFF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800795" y="3024020"/>
                  <a:ext cx="14691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AC8B895-BBF9-5783-DBA1-6115A65FD001}"/>
                    </a:ext>
                  </a:extLst>
                </p14:cNvPr>
                <p14:cNvContentPartPr/>
                <p14:nvPr/>
              </p14:nvContentPartPr>
              <p14:xfrm>
                <a:off x="4765795" y="1565300"/>
                <a:ext cx="122040" cy="3974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AC8B895-BBF9-5783-DBA1-6115A65FD00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757155" y="1556660"/>
                  <a:ext cx="139680" cy="41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A23CFD3-1DCB-F270-2CF4-20DB0EA677D5}"/>
                    </a:ext>
                  </a:extLst>
                </p14:cNvPr>
                <p14:cNvContentPartPr/>
                <p14:nvPr/>
              </p14:nvContentPartPr>
              <p14:xfrm>
                <a:off x="4736995" y="1334180"/>
                <a:ext cx="401760" cy="1220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A23CFD3-1DCB-F270-2CF4-20DB0EA677D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28355" y="1325540"/>
                  <a:ext cx="4194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CAD28F9-218C-3EAB-142C-DD045B21E078}"/>
                    </a:ext>
                  </a:extLst>
                </p14:cNvPr>
                <p14:cNvContentPartPr/>
                <p14:nvPr/>
              </p14:nvContentPartPr>
              <p14:xfrm>
                <a:off x="4557355" y="2160020"/>
                <a:ext cx="216360" cy="460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CAD28F9-218C-3EAB-142C-DD045B21E07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548355" y="2151380"/>
                  <a:ext cx="23400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C602AAF-A81D-4C16-2042-151474E36783}"/>
                    </a:ext>
                  </a:extLst>
                </p14:cNvPr>
                <p14:cNvContentPartPr/>
                <p14:nvPr/>
              </p14:nvContentPartPr>
              <p14:xfrm>
                <a:off x="5189875" y="2024660"/>
                <a:ext cx="571320" cy="1825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C602AAF-A81D-4C16-2042-151474E3678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181235" y="2016020"/>
                  <a:ext cx="58896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841BDAB-E498-36C2-F5C6-0E314DA8F489}"/>
                    </a:ext>
                  </a:extLst>
                </p14:cNvPr>
                <p14:cNvContentPartPr/>
                <p14:nvPr/>
              </p14:nvContentPartPr>
              <p14:xfrm>
                <a:off x="5855875" y="2188100"/>
                <a:ext cx="644400" cy="1450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841BDAB-E498-36C2-F5C6-0E314DA8F48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847235" y="2179100"/>
                  <a:ext cx="6620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FE559D3-866B-231D-66DC-86A80448BF87}"/>
                    </a:ext>
                  </a:extLst>
                </p14:cNvPr>
                <p14:cNvContentPartPr/>
                <p14:nvPr/>
              </p14:nvContentPartPr>
              <p14:xfrm>
                <a:off x="6654355" y="2346860"/>
                <a:ext cx="25200" cy="100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FE559D3-866B-231D-66DC-86A80448BF8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645715" y="2337860"/>
                  <a:ext cx="4284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9CEA677-E3FF-DEAD-C1ED-838B4D762D23}"/>
                    </a:ext>
                  </a:extLst>
                </p14:cNvPr>
                <p14:cNvContentPartPr/>
                <p14:nvPr/>
              </p14:nvContentPartPr>
              <p14:xfrm>
                <a:off x="7000315" y="2347940"/>
                <a:ext cx="24480" cy="241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9CEA677-E3FF-DEAD-C1ED-838B4D762D2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991315" y="2338940"/>
                  <a:ext cx="42120" cy="41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13901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Group 126">
            <a:extLst>
              <a:ext uri="{FF2B5EF4-FFF2-40B4-BE49-F238E27FC236}">
                <a16:creationId xmlns:a16="http://schemas.microsoft.com/office/drawing/2014/main" id="{8CC02C8D-67E4-2FB6-F081-FE5C5F073C7E}"/>
              </a:ext>
            </a:extLst>
          </p:cNvPr>
          <p:cNvGrpSpPr/>
          <p:nvPr/>
        </p:nvGrpSpPr>
        <p:grpSpPr>
          <a:xfrm>
            <a:off x="869155" y="564860"/>
            <a:ext cx="13006440" cy="6693745"/>
            <a:chOff x="869155" y="564860"/>
            <a:chExt cx="13006440" cy="6693745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1F0677D3-4B8E-A223-F0AA-F6451BC65F5F}"/>
                    </a:ext>
                  </a:extLst>
                </p14:cNvPr>
                <p14:cNvContentPartPr/>
                <p14:nvPr/>
              </p14:nvContentPartPr>
              <p14:xfrm>
                <a:off x="869155" y="564860"/>
                <a:ext cx="832320" cy="110736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1F0677D3-4B8E-A223-F0AA-F6451BC65F5F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60155" y="555860"/>
                  <a:ext cx="849960" cy="11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32DA0D0-7BDA-89A8-1FA6-F8AEDFCB0F91}"/>
                    </a:ext>
                  </a:extLst>
                </p14:cNvPr>
                <p14:cNvContentPartPr/>
                <p14:nvPr/>
              </p14:nvContentPartPr>
              <p14:xfrm>
                <a:off x="1840795" y="846020"/>
                <a:ext cx="260640" cy="6210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32DA0D0-7BDA-89A8-1FA6-F8AEDFCB0F9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831795" y="837020"/>
                  <a:ext cx="278280" cy="63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B3A50D36-D041-9998-10FA-2649F3B4775F}"/>
                    </a:ext>
                  </a:extLst>
                </p14:cNvPr>
                <p14:cNvContentPartPr/>
                <p14:nvPr/>
              </p14:nvContentPartPr>
              <p14:xfrm>
                <a:off x="1737115" y="1176140"/>
                <a:ext cx="834840" cy="3603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B3A50D36-D041-9998-10FA-2649F3B4775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728115" y="1167140"/>
                  <a:ext cx="852480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AEDA2A0-BD05-1220-8E24-D864905E5F67}"/>
                    </a:ext>
                  </a:extLst>
                </p14:cNvPr>
                <p14:cNvContentPartPr/>
                <p14:nvPr/>
              </p14:nvContentPartPr>
              <p14:xfrm>
                <a:off x="2812435" y="1043660"/>
                <a:ext cx="772200" cy="4424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AEDA2A0-BD05-1220-8E24-D864905E5F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803435" y="1034660"/>
                  <a:ext cx="78984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896B87C-575A-210D-7179-BF2617C8552D}"/>
                    </a:ext>
                  </a:extLst>
                </p14:cNvPr>
                <p14:cNvContentPartPr/>
                <p14:nvPr/>
              </p14:nvContentPartPr>
              <p14:xfrm>
                <a:off x="4959835" y="1546940"/>
                <a:ext cx="1037880" cy="1598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896B87C-575A-210D-7179-BF2617C8552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950835" y="1538300"/>
                  <a:ext cx="10555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62DB3A4-1BC5-3997-5C7D-4E959342DF11}"/>
                    </a:ext>
                  </a:extLst>
                </p14:cNvPr>
                <p14:cNvContentPartPr/>
                <p14:nvPr/>
              </p14:nvContentPartPr>
              <p14:xfrm>
                <a:off x="4929955" y="3585980"/>
                <a:ext cx="657360" cy="439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62DB3A4-1BC5-3997-5C7D-4E959342DF1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920955" y="3577340"/>
                  <a:ext cx="6750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CF0D35A-7294-6B03-1EE6-EAFCD4C424F9}"/>
                    </a:ext>
                  </a:extLst>
                </p14:cNvPr>
                <p14:cNvContentPartPr/>
                <p14:nvPr/>
              </p14:nvContentPartPr>
              <p14:xfrm>
                <a:off x="7168795" y="1258580"/>
                <a:ext cx="763560" cy="5198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CF0D35A-7294-6B03-1EE6-EAFCD4C424F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159795" y="1249940"/>
                  <a:ext cx="781200" cy="53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7A806FC-5974-01F0-FC6B-A9ECA583A609}"/>
                    </a:ext>
                  </a:extLst>
                </p14:cNvPr>
                <p14:cNvContentPartPr/>
                <p14:nvPr/>
              </p14:nvContentPartPr>
              <p14:xfrm>
                <a:off x="8189035" y="1155260"/>
                <a:ext cx="1313640" cy="7772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7A806FC-5974-01F0-FC6B-A9ECA583A60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180395" y="1146620"/>
                  <a:ext cx="1331280" cy="79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C2A4CB3-BB9D-2146-8A33-EA0636E5D607}"/>
                    </a:ext>
                  </a:extLst>
                </p14:cNvPr>
                <p14:cNvContentPartPr/>
                <p14:nvPr/>
              </p14:nvContentPartPr>
              <p14:xfrm>
                <a:off x="7011115" y="1033940"/>
                <a:ext cx="686880" cy="11091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C2A4CB3-BB9D-2146-8A33-EA0636E5D60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002475" y="1025300"/>
                  <a:ext cx="704520" cy="11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8D560C4-89CC-49C3-9E4F-724DF76FA454}"/>
                    </a:ext>
                  </a:extLst>
                </p14:cNvPr>
                <p14:cNvContentPartPr/>
                <p14:nvPr/>
              </p14:nvContentPartPr>
              <p14:xfrm>
                <a:off x="7978075" y="1423460"/>
                <a:ext cx="488880" cy="4734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8D560C4-89CC-49C3-9E4F-724DF76FA45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969435" y="1414460"/>
                  <a:ext cx="506520" cy="49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6180ADB-C65C-AE9C-3DA5-73C5E061B738}"/>
                    </a:ext>
                  </a:extLst>
                </p14:cNvPr>
                <p14:cNvContentPartPr/>
                <p14:nvPr/>
              </p14:nvContentPartPr>
              <p14:xfrm>
                <a:off x="7791235" y="1685900"/>
                <a:ext cx="772200" cy="3484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6180ADB-C65C-AE9C-3DA5-73C5E061B73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782595" y="1676900"/>
                  <a:ext cx="78984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B02CA537-3CBB-8BFF-B12D-EA4A6E4569BC}"/>
                    </a:ext>
                  </a:extLst>
                </p14:cNvPr>
                <p14:cNvContentPartPr/>
                <p14:nvPr/>
              </p14:nvContentPartPr>
              <p14:xfrm>
                <a:off x="8945395" y="1880300"/>
                <a:ext cx="792360" cy="2170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B02CA537-3CBB-8BFF-B12D-EA4A6E4569B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936755" y="1871300"/>
                  <a:ext cx="81000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B4267EE-EDED-E607-AFBD-51FE21E86DAE}"/>
                    </a:ext>
                  </a:extLst>
                </p14:cNvPr>
                <p14:cNvContentPartPr/>
                <p14:nvPr/>
              </p14:nvContentPartPr>
              <p14:xfrm>
                <a:off x="10164355" y="2206820"/>
                <a:ext cx="134280" cy="406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B4267EE-EDED-E607-AFBD-51FE21E86DA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0155355" y="2198180"/>
                  <a:ext cx="15192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6A0D65D-A320-19FB-764D-ECE298023E2A}"/>
                    </a:ext>
                  </a:extLst>
                </p14:cNvPr>
                <p14:cNvContentPartPr/>
                <p14:nvPr/>
              </p14:nvContentPartPr>
              <p14:xfrm>
                <a:off x="7373995" y="2292500"/>
                <a:ext cx="574560" cy="6516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6A0D65D-A320-19FB-764D-ECE298023E2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365355" y="2283860"/>
                  <a:ext cx="592200" cy="66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E073E3C-0242-0D48-6820-900C7A52F187}"/>
                    </a:ext>
                  </a:extLst>
                </p14:cNvPr>
                <p14:cNvContentPartPr/>
                <p14:nvPr/>
              </p14:nvContentPartPr>
              <p14:xfrm>
                <a:off x="6712675" y="2597420"/>
                <a:ext cx="1116360" cy="5540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E073E3C-0242-0D48-6820-900C7A52F18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703675" y="2588780"/>
                  <a:ext cx="1134000" cy="57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610C4C2-49AA-C5F0-E9B6-F4490D44D33E}"/>
                    </a:ext>
                  </a:extLst>
                </p14:cNvPr>
                <p14:cNvContentPartPr/>
                <p14:nvPr/>
              </p14:nvContentPartPr>
              <p14:xfrm>
                <a:off x="9847555" y="2162180"/>
                <a:ext cx="132480" cy="6526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610C4C2-49AA-C5F0-E9B6-F4490D44D33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838915" y="2153540"/>
                  <a:ext cx="150120" cy="67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A21D13D-24CA-7CC6-4F7C-7296492C8381}"/>
                    </a:ext>
                  </a:extLst>
                </p14:cNvPr>
                <p14:cNvContentPartPr/>
                <p14:nvPr/>
              </p14:nvContentPartPr>
              <p14:xfrm>
                <a:off x="9478915" y="2925380"/>
                <a:ext cx="906480" cy="3060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A21D13D-24CA-7CC6-4F7C-7296492C838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470275" y="2916380"/>
                  <a:ext cx="92412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C51789B-9310-F299-7216-E25069E366D1}"/>
                    </a:ext>
                  </a:extLst>
                </p14:cNvPr>
                <p14:cNvContentPartPr/>
                <p14:nvPr/>
              </p14:nvContentPartPr>
              <p14:xfrm>
                <a:off x="10681675" y="2981540"/>
                <a:ext cx="81000" cy="385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C51789B-9310-F299-7216-E25069E366D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672675" y="2972900"/>
                  <a:ext cx="9864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340369B-2E6D-3184-A6DE-DAE38D5B1932}"/>
                    </a:ext>
                  </a:extLst>
                </p14:cNvPr>
                <p14:cNvContentPartPr/>
                <p14:nvPr/>
              </p14:nvContentPartPr>
              <p14:xfrm>
                <a:off x="8935675" y="5227940"/>
                <a:ext cx="934920" cy="1198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340369B-2E6D-3184-A6DE-DAE38D5B193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926675" y="5219300"/>
                  <a:ext cx="95256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4441C69-2E90-8A38-F39E-7AFFBCCEFA65}"/>
                    </a:ext>
                  </a:extLst>
                </p14:cNvPr>
                <p14:cNvContentPartPr/>
                <p14:nvPr/>
              </p14:nvContentPartPr>
              <p14:xfrm>
                <a:off x="9229795" y="5205260"/>
                <a:ext cx="35280" cy="133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4441C69-2E90-8A38-F39E-7AFFBCCEFA6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221155" y="5196620"/>
                  <a:ext cx="5292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141623F-4D6A-D258-8FE3-C43024AA3135}"/>
                    </a:ext>
                  </a:extLst>
                </p14:cNvPr>
                <p14:cNvContentPartPr/>
                <p14:nvPr/>
              </p14:nvContentPartPr>
              <p14:xfrm>
                <a:off x="4997995" y="4277180"/>
                <a:ext cx="646200" cy="8535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141623F-4D6A-D258-8FE3-C43024AA313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989355" y="4268540"/>
                  <a:ext cx="663840" cy="87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6B42D86-1F52-B75F-15EF-428A76007F64}"/>
                    </a:ext>
                  </a:extLst>
                </p14:cNvPr>
                <p14:cNvContentPartPr/>
                <p14:nvPr/>
              </p14:nvContentPartPr>
              <p14:xfrm>
                <a:off x="5672635" y="4205900"/>
                <a:ext cx="1503360" cy="13492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6B42D86-1F52-B75F-15EF-428A76007F64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663995" y="4196900"/>
                  <a:ext cx="1521000" cy="136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A70E47A-9D20-69CC-865B-8D5A1B2C1E62}"/>
                    </a:ext>
                  </a:extLst>
                </p14:cNvPr>
                <p14:cNvContentPartPr/>
                <p14:nvPr/>
              </p14:nvContentPartPr>
              <p14:xfrm>
                <a:off x="4735195" y="5037140"/>
                <a:ext cx="2012400" cy="5126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A70E47A-9D20-69CC-865B-8D5A1B2C1E6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726195" y="5028140"/>
                  <a:ext cx="2030040" cy="53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D0D6014-FDF7-744E-55D5-94E3B76ED022}"/>
                    </a:ext>
                  </a:extLst>
                </p14:cNvPr>
                <p14:cNvContentPartPr/>
                <p14:nvPr/>
              </p14:nvContentPartPr>
              <p14:xfrm>
                <a:off x="6531235" y="4673540"/>
                <a:ext cx="36360" cy="612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D0D6014-FDF7-744E-55D5-94E3B76ED02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522595" y="4664900"/>
                  <a:ext cx="5400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1CFA7AE-EC89-6493-73A9-8CBB38C9DDEF}"/>
                    </a:ext>
                  </a:extLst>
                </p14:cNvPr>
                <p14:cNvContentPartPr/>
                <p14:nvPr/>
              </p14:nvContentPartPr>
              <p14:xfrm>
                <a:off x="6217315" y="4583540"/>
                <a:ext cx="1263240" cy="3387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1CFA7AE-EC89-6493-73A9-8CBB38C9DDE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208675" y="4574540"/>
                  <a:ext cx="128088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81F503C-B526-4E74-8508-AD86CCEDB765}"/>
                    </a:ext>
                  </a:extLst>
                </p14:cNvPr>
                <p14:cNvContentPartPr/>
                <p14:nvPr/>
              </p14:nvContentPartPr>
              <p14:xfrm>
                <a:off x="6207955" y="4568420"/>
                <a:ext cx="73800" cy="579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81F503C-B526-4E74-8508-AD86CCEDB76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199315" y="4559420"/>
                  <a:ext cx="9144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FB1FF5A-485E-8666-2BBA-FE8EE0D78EB3}"/>
                    </a:ext>
                  </a:extLst>
                </p14:cNvPr>
                <p14:cNvContentPartPr/>
                <p14:nvPr/>
              </p14:nvContentPartPr>
              <p14:xfrm>
                <a:off x="6467515" y="4425140"/>
                <a:ext cx="89640" cy="122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FB1FF5A-485E-8666-2BBA-FE8EE0D78EB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458515" y="4416140"/>
                  <a:ext cx="10728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CD71F6D-F39F-796C-232B-09532565D446}"/>
                    </a:ext>
                  </a:extLst>
                </p14:cNvPr>
                <p14:cNvContentPartPr/>
                <p14:nvPr/>
              </p14:nvContentPartPr>
              <p14:xfrm>
                <a:off x="6164755" y="4737620"/>
                <a:ext cx="78840" cy="439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CD71F6D-F39F-796C-232B-09532565D44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155755" y="4728620"/>
                  <a:ext cx="964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AC4115F-3048-964B-7A86-4F5573FB9B45}"/>
                    </a:ext>
                  </a:extLst>
                </p14:cNvPr>
                <p14:cNvContentPartPr/>
                <p14:nvPr/>
              </p14:nvContentPartPr>
              <p14:xfrm>
                <a:off x="6687835" y="4307780"/>
                <a:ext cx="604800" cy="842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AC4115F-3048-964B-7A86-4F5573FB9B4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678835" y="4298780"/>
                  <a:ext cx="62244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DA2B1D6-A894-9C0E-8F2B-624D0DD9E3BF}"/>
                    </a:ext>
                  </a:extLst>
                </p14:cNvPr>
                <p14:cNvContentPartPr/>
                <p14:nvPr/>
              </p14:nvContentPartPr>
              <p14:xfrm>
                <a:off x="8725075" y="3935900"/>
                <a:ext cx="610200" cy="14000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DA2B1D6-A894-9C0E-8F2B-624D0DD9E3B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716075" y="3927260"/>
                  <a:ext cx="627840" cy="141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B415456-4EF0-D140-90CA-231A42BC24D5}"/>
                    </a:ext>
                  </a:extLst>
                </p14:cNvPr>
                <p14:cNvContentPartPr/>
                <p14:nvPr/>
              </p14:nvContentPartPr>
              <p14:xfrm>
                <a:off x="9439675" y="3847340"/>
                <a:ext cx="1589040" cy="15818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B415456-4EF0-D140-90CA-231A42BC24D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431035" y="3838700"/>
                  <a:ext cx="1606680" cy="159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C63359B-229D-9A4C-9BB5-C0BF0D4AE50B}"/>
                    </a:ext>
                  </a:extLst>
                </p14:cNvPr>
                <p14:cNvContentPartPr/>
                <p14:nvPr/>
              </p14:nvContentPartPr>
              <p14:xfrm>
                <a:off x="8633995" y="5288780"/>
                <a:ext cx="1361880" cy="4172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C63359B-229D-9A4C-9BB5-C0BF0D4AE50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625355" y="5280140"/>
                  <a:ext cx="1379520" cy="43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0E25A3B-F4C0-0654-4654-4D62A7485B80}"/>
                    </a:ext>
                  </a:extLst>
                </p14:cNvPr>
                <p14:cNvContentPartPr/>
                <p14:nvPr/>
              </p14:nvContentPartPr>
              <p14:xfrm>
                <a:off x="10175155" y="4210220"/>
                <a:ext cx="1432440" cy="5734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0E25A3B-F4C0-0654-4654-4D62A7485B8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166515" y="4201220"/>
                  <a:ext cx="1450080" cy="59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D08E9B7-7748-4026-2859-83749ADFAB71}"/>
                    </a:ext>
                  </a:extLst>
                </p14:cNvPr>
                <p14:cNvContentPartPr/>
                <p14:nvPr/>
              </p14:nvContentPartPr>
              <p14:xfrm>
                <a:off x="10229875" y="4124540"/>
                <a:ext cx="1355400" cy="4161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D08E9B7-7748-4026-2859-83749ADFAB7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220875" y="4115540"/>
                  <a:ext cx="1373040" cy="43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9564E62-B184-FBE1-FA68-13A89ABAB9D0}"/>
                    </a:ext>
                  </a:extLst>
                </p14:cNvPr>
                <p14:cNvContentPartPr/>
                <p14:nvPr/>
              </p14:nvContentPartPr>
              <p14:xfrm>
                <a:off x="8479915" y="4460780"/>
                <a:ext cx="295920" cy="1904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9564E62-B184-FBE1-FA68-13A89ABAB9D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470915" y="4452140"/>
                  <a:ext cx="31356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C2ACF94-DA57-920F-037B-C328F3D7856A}"/>
                    </a:ext>
                  </a:extLst>
                </p14:cNvPr>
                <p14:cNvContentPartPr/>
                <p14:nvPr/>
              </p14:nvContentPartPr>
              <p14:xfrm>
                <a:off x="6498835" y="4363220"/>
                <a:ext cx="1836720" cy="633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C2ACF94-DA57-920F-037B-C328F3D7856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489835" y="4354580"/>
                  <a:ext cx="185436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080254B8-759F-D62A-8D81-A836FB4BD6DE}"/>
                    </a:ext>
                  </a:extLst>
                </p14:cNvPr>
                <p14:cNvContentPartPr/>
                <p14:nvPr/>
              </p14:nvContentPartPr>
              <p14:xfrm>
                <a:off x="7913275" y="4340540"/>
                <a:ext cx="564840" cy="5331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80254B8-759F-D62A-8D81-A836FB4BD6D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904275" y="4331540"/>
                  <a:ext cx="582480" cy="55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E92BD8B-58CD-E7EA-7A36-4587456C758E}"/>
                    </a:ext>
                  </a:extLst>
                </p14:cNvPr>
                <p14:cNvContentPartPr/>
                <p14:nvPr/>
              </p14:nvContentPartPr>
              <p14:xfrm>
                <a:off x="8141155" y="4383740"/>
                <a:ext cx="21960" cy="252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E92BD8B-58CD-E7EA-7A36-4587456C758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132155" y="4375100"/>
                  <a:ext cx="396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4EC876C-FC7E-F727-FBB1-764499E21548}"/>
                    </a:ext>
                  </a:extLst>
                </p14:cNvPr>
                <p14:cNvContentPartPr/>
                <p14:nvPr/>
              </p14:nvContentPartPr>
              <p14:xfrm>
                <a:off x="8030635" y="3307340"/>
                <a:ext cx="118080" cy="10681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4EC876C-FC7E-F727-FBB1-764499E2154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021635" y="3298340"/>
                  <a:ext cx="135720" cy="10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3E6A5D6-7522-7133-0CA6-BC5037F2C4CC}"/>
                    </a:ext>
                  </a:extLst>
                </p14:cNvPr>
                <p14:cNvContentPartPr/>
                <p14:nvPr/>
              </p14:nvContentPartPr>
              <p14:xfrm>
                <a:off x="8354275" y="3530900"/>
                <a:ext cx="175320" cy="5450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3E6A5D6-7522-7133-0CA6-BC5037F2C4C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345635" y="3521900"/>
                  <a:ext cx="192960" cy="56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CE97153-FDD2-EC35-C5FC-238B24CB8639}"/>
                    </a:ext>
                  </a:extLst>
                </p14:cNvPr>
                <p14:cNvContentPartPr/>
                <p14:nvPr/>
              </p14:nvContentPartPr>
              <p14:xfrm>
                <a:off x="8423035" y="2924300"/>
                <a:ext cx="183600" cy="2196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CE97153-FDD2-EC35-C5FC-238B24CB8639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414395" y="2915300"/>
                  <a:ext cx="20124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C9779BBB-14C7-C690-F0AA-B3FE4BDE37C7}"/>
                    </a:ext>
                  </a:extLst>
                </p14:cNvPr>
                <p14:cNvContentPartPr/>
                <p14:nvPr/>
              </p14:nvContentPartPr>
              <p14:xfrm>
                <a:off x="6733915" y="4022300"/>
                <a:ext cx="1398960" cy="3866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C9779BBB-14C7-C690-F0AA-B3FE4BDE37C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724915" y="4013660"/>
                  <a:ext cx="1416600" cy="40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D7121FB4-9D27-DE68-B6E5-90A0B676975F}"/>
                    </a:ext>
                  </a:extLst>
                </p14:cNvPr>
                <p14:cNvContentPartPr/>
                <p14:nvPr/>
              </p14:nvContentPartPr>
              <p14:xfrm>
                <a:off x="7979515" y="3512540"/>
                <a:ext cx="458640" cy="13514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D7121FB4-9D27-DE68-B6E5-90A0B676975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970515" y="3503540"/>
                  <a:ext cx="476280" cy="136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A5AFD4F1-D988-1F69-040B-AF920E0EA087}"/>
                    </a:ext>
                  </a:extLst>
                </p14:cNvPr>
                <p14:cNvContentPartPr/>
                <p14:nvPr/>
              </p14:nvContentPartPr>
              <p14:xfrm>
                <a:off x="7919035" y="3885140"/>
                <a:ext cx="29160" cy="291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A5AFD4F1-D988-1F69-040B-AF920E0EA087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910395" y="3876140"/>
                  <a:ext cx="468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0EE626D-84E1-5FA6-1160-F4D0A836E75C}"/>
                    </a:ext>
                  </a:extLst>
                </p14:cNvPr>
                <p14:cNvContentPartPr/>
                <p14:nvPr/>
              </p14:nvContentPartPr>
              <p14:xfrm>
                <a:off x="8902915" y="4416500"/>
                <a:ext cx="20880" cy="316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0EE626D-84E1-5FA6-1160-F4D0A836E75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894275" y="4407500"/>
                  <a:ext cx="3852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BB8CE74D-51DF-BD0C-84C5-6249C62DC735}"/>
                    </a:ext>
                  </a:extLst>
                </p14:cNvPr>
                <p14:cNvContentPartPr/>
                <p14:nvPr/>
              </p14:nvContentPartPr>
              <p14:xfrm>
                <a:off x="11189275" y="2623700"/>
                <a:ext cx="496080" cy="4561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BB8CE74D-51DF-BD0C-84C5-6249C62DC73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180275" y="2614700"/>
                  <a:ext cx="513720" cy="47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139C069-332A-A659-3352-73AAC760AB93}"/>
                    </a:ext>
                  </a:extLst>
                </p14:cNvPr>
                <p14:cNvContentPartPr/>
                <p14:nvPr/>
              </p14:nvContentPartPr>
              <p14:xfrm>
                <a:off x="10861315" y="2452340"/>
                <a:ext cx="1296000" cy="10580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139C069-332A-A659-3352-73AAC760AB93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852315" y="2443340"/>
                  <a:ext cx="1313640" cy="10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ED1E107-AFC4-53AA-48DC-AD24A403D0FB}"/>
                    </a:ext>
                  </a:extLst>
                </p14:cNvPr>
                <p14:cNvContentPartPr/>
                <p14:nvPr/>
              </p14:nvContentPartPr>
              <p14:xfrm>
                <a:off x="11226715" y="1661420"/>
                <a:ext cx="212760" cy="12762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ED1E107-AFC4-53AA-48DC-AD24A403D0F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1217715" y="1652780"/>
                  <a:ext cx="230400" cy="129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60DAB06-3AE0-1949-1A10-AC9863CFF06A}"/>
                    </a:ext>
                  </a:extLst>
                </p14:cNvPr>
                <p14:cNvContentPartPr/>
                <p14:nvPr/>
              </p14:nvContentPartPr>
              <p14:xfrm>
                <a:off x="11273515" y="1535420"/>
                <a:ext cx="391320" cy="2649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60DAB06-3AE0-1949-1A10-AC9863CFF06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1264875" y="1526780"/>
                  <a:ext cx="40896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91176EFE-555B-E5FB-8224-3FC29F5C7930}"/>
                    </a:ext>
                  </a:extLst>
                </p14:cNvPr>
                <p14:cNvContentPartPr/>
                <p14:nvPr/>
              </p14:nvContentPartPr>
              <p14:xfrm>
                <a:off x="11551075" y="1625060"/>
                <a:ext cx="251280" cy="1119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91176EFE-555B-E5FB-8224-3FC29F5C793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1542075" y="1616420"/>
                  <a:ext cx="2689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9BB1BD0-FFB6-BA0A-2543-F953CB50A979}"/>
                    </a:ext>
                  </a:extLst>
                </p14:cNvPr>
                <p14:cNvContentPartPr/>
                <p14:nvPr/>
              </p14:nvContentPartPr>
              <p14:xfrm>
                <a:off x="10724875" y="1669700"/>
                <a:ext cx="673200" cy="57780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9BB1BD0-FFB6-BA0A-2543-F953CB50A979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716235" y="1660700"/>
                  <a:ext cx="690840" cy="59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55E5AA3-7DF6-6A47-A1F0-CF04E0806522}"/>
                    </a:ext>
                  </a:extLst>
                </p14:cNvPr>
                <p14:cNvContentPartPr/>
                <p14:nvPr/>
              </p14:nvContentPartPr>
              <p14:xfrm>
                <a:off x="10902355" y="980660"/>
                <a:ext cx="1074600" cy="370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55E5AA3-7DF6-6A47-A1F0-CF04E0806522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893355" y="971660"/>
                  <a:ext cx="109224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76A58AE-8A4F-C4FE-FC8E-555082FB9BA1}"/>
                    </a:ext>
                  </a:extLst>
                </p14:cNvPr>
                <p14:cNvContentPartPr/>
                <p14:nvPr/>
              </p14:nvContentPartPr>
              <p14:xfrm>
                <a:off x="11453155" y="978140"/>
                <a:ext cx="182520" cy="3632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76A58AE-8A4F-C4FE-FC8E-555082FB9BA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1444515" y="969140"/>
                  <a:ext cx="200160" cy="38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03A533E4-A228-5BFE-A58A-BF4A0704480D}"/>
                    </a:ext>
                  </a:extLst>
                </p14:cNvPr>
                <p14:cNvContentPartPr/>
                <p14:nvPr/>
              </p14:nvContentPartPr>
              <p14:xfrm>
                <a:off x="11672755" y="1386380"/>
                <a:ext cx="154800" cy="1098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03A533E4-A228-5BFE-A58A-BF4A0704480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1664115" y="1377740"/>
                  <a:ext cx="17244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D5694D0B-A935-032C-7170-E5F0EFBF5C99}"/>
                    </a:ext>
                  </a:extLst>
                </p14:cNvPr>
                <p14:cNvContentPartPr/>
                <p14:nvPr/>
              </p14:nvContentPartPr>
              <p14:xfrm>
                <a:off x="11788675" y="1512380"/>
                <a:ext cx="36360" cy="90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D5694D0B-A935-032C-7170-E5F0EFBF5C99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1779675" y="1503380"/>
                  <a:ext cx="5400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78D4F3D-02EE-4A38-6C88-0B333F996E0A}"/>
                    </a:ext>
                  </a:extLst>
                </p14:cNvPr>
                <p14:cNvContentPartPr/>
                <p14:nvPr/>
              </p14:nvContentPartPr>
              <p14:xfrm>
                <a:off x="5851195" y="5185820"/>
                <a:ext cx="673200" cy="1688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78D4F3D-02EE-4A38-6C88-0B333F996E0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842195" y="5176820"/>
                  <a:ext cx="69084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42C3E36-D714-82A0-CB34-DB69A0C31B94}"/>
                    </a:ext>
                  </a:extLst>
                </p14:cNvPr>
                <p14:cNvContentPartPr/>
                <p14:nvPr/>
              </p14:nvContentPartPr>
              <p14:xfrm>
                <a:off x="6792955" y="4911140"/>
                <a:ext cx="36360" cy="514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42C3E36-D714-82A0-CB34-DB69A0C31B9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783955" y="4902500"/>
                  <a:ext cx="5400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AD4ED0CD-8CDB-CF00-7333-1998D1233989}"/>
                    </a:ext>
                  </a:extLst>
                </p14:cNvPr>
                <p14:cNvContentPartPr/>
                <p14:nvPr/>
              </p14:nvContentPartPr>
              <p14:xfrm>
                <a:off x="9320155" y="4783340"/>
                <a:ext cx="930240" cy="5205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AD4ED0CD-8CDB-CF00-7333-1998D123398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311155" y="4774340"/>
                  <a:ext cx="947880" cy="53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2F3F631-D647-F58C-3411-3070980642C6}"/>
                    </a:ext>
                  </a:extLst>
                </p14:cNvPr>
                <p14:cNvContentPartPr/>
                <p14:nvPr/>
              </p14:nvContentPartPr>
              <p14:xfrm>
                <a:off x="6987355" y="4453220"/>
                <a:ext cx="635400" cy="2070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2F3F631-D647-F58C-3411-3070980642C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978715" y="4444580"/>
                  <a:ext cx="65304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62552561-FC12-CCDF-BC96-F1C0F8D291C8}"/>
                    </a:ext>
                  </a:extLst>
                </p14:cNvPr>
                <p14:cNvContentPartPr/>
                <p14:nvPr/>
              </p14:nvContentPartPr>
              <p14:xfrm>
                <a:off x="10054195" y="4830500"/>
                <a:ext cx="96120" cy="478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62552561-FC12-CCDF-BC96-F1C0F8D291C8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045555" y="4821860"/>
                  <a:ext cx="1137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7A94EAC-8751-6EB9-E613-74A1B4DBFAA7}"/>
                    </a:ext>
                  </a:extLst>
                </p14:cNvPr>
                <p14:cNvContentPartPr/>
                <p14:nvPr/>
              </p14:nvContentPartPr>
              <p14:xfrm>
                <a:off x="7500715" y="3969740"/>
                <a:ext cx="2487240" cy="6008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7A94EAC-8751-6EB9-E613-74A1B4DBFAA7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491715" y="3961100"/>
                  <a:ext cx="2504880" cy="61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D64EB0F-7C50-E049-9B42-0D7C17137040}"/>
                    </a:ext>
                  </a:extLst>
                </p14:cNvPr>
                <p14:cNvContentPartPr/>
                <p14:nvPr/>
              </p14:nvContentPartPr>
              <p14:xfrm>
                <a:off x="7273195" y="3777140"/>
                <a:ext cx="842760" cy="6872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D64EB0F-7C50-E049-9B42-0D7C1713704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264555" y="3768140"/>
                  <a:ext cx="860400" cy="70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7D654FA0-F6EF-FDC2-C3EB-C01A190F9F62}"/>
                    </a:ext>
                  </a:extLst>
                </p14:cNvPr>
                <p14:cNvContentPartPr/>
                <p14:nvPr/>
              </p14:nvContentPartPr>
              <p14:xfrm>
                <a:off x="7312435" y="4467260"/>
                <a:ext cx="178920" cy="187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7D654FA0-F6EF-FDC2-C3EB-C01A190F9F6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303795" y="4458620"/>
                  <a:ext cx="1965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69957209-824E-592B-9F29-AAEE9298B335}"/>
                    </a:ext>
                  </a:extLst>
                </p14:cNvPr>
                <p14:cNvContentPartPr/>
                <p14:nvPr/>
              </p14:nvContentPartPr>
              <p14:xfrm>
                <a:off x="10203955" y="5297780"/>
                <a:ext cx="102960" cy="3924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69957209-824E-592B-9F29-AAEE9298B33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195315" y="5288780"/>
                  <a:ext cx="12060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2F681FCB-CD40-90CC-1302-114E1D6E5F57}"/>
                    </a:ext>
                  </a:extLst>
                </p14:cNvPr>
                <p14:cNvContentPartPr/>
                <p14:nvPr/>
              </p14:nvContentPartPr>
              <p14:xfrm>
                <a:off x="9982195" y="5107700"/>
                <a:ext cx="76320" cy="558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2F681FCB-CD40-90CC-1302-114E1D6E5F5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973555" y="5098700"/>
                  <a:ext cx="9396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C11A8A8-F3A0-349F-4069-26E9FC34C0DF}"/>
                    </a:ext>
                  </a:extLst>
                </p14:cNvPr>
                <p14:cNvContentPartPr/>
                <p14:nvPr/>
              </p14:nvContentPartPr>
              <p14:xfrm>
                <a:off x="2084155" y="2738540"/>
                <a:ext cx="605520" cy="11332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C11A8A8-F3A0-349F-4069-26E9FC34C0DF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2075515" y="2729900"/>
                  <a:ext cx="623160" cy="11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223B345-8FBF-D431-325B-E4E399DFE2ED}"/>
                    </a:ext>
                  </a:extLst>
                </p14:cNvPr>
                <p14:cNvContentPartPr/>
                <p14:nvPr/>
              </p14:nvContentPartPr>
              <p14:xfrm>
                <a:off x="2853475" y="2775620"/>
                <a:ext cx="977040" cy="8186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223B345-8FBF-D431-325B-E4E399DFE2ED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2844835" y="2766980"/>
                  <a:ext cx="994680" cy="83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1EB833A-3E49-B050-7901-9443294F96AA}"/>
                    </a:ext>
                  </a:extLst>
                </p14:cNvPr>
                <p14:cNvContentPartPr/>
                <p14:nvPr/>
              </p14:nvContentPartPr>
              <p14:xfrm>
                <a:off x="1854115" y="4376180"/>
                <a:ext cx="100800" cy="3434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1EB833A-3E49-B050-7901-9443294F96A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845115" y="4367540"/>
                  <a:ext cx="118440" cy="36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A47458C-F00A-7B89-3D3B-83C595733493}"/>
                    </a:ext>
                  </a:extLst>
                </p14:cNvPr>
                <p14:cNvContentPartPr/>
                <p14:nvPr/>
              </p14:nvContentPartPr>
              <p14:xfrm>
                <a:off x="1289635" y="3922580"/>
                <a:ext cx="1331280" cy="11538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A47458C-F00A-7B89-3D3B-83C595733493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280635" y="3913940"/>
                  <a:ext cx="1348920" cy="11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151C1927-D288-3A47-6003-881B06663242}"/>
                    </a:ext>
                  </a:extLst>
                </p14:cNvPr>
                <p14:cNvContentPartPr/>
                <p14:nvPr/>
              </p14:nvContentPartPr>
              <p14:xfrm>
                <a:off x="1169035" y="5139020"/>
                <a:ext cx="363960" cy="74160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151C1927-D288-3A47-6003-881B0666324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60395" y="5130380"/>
                  <a:ext cx="381600" cy="75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E1E23F0-63DB-363C-0765-12F81F9839AC}"/>
                    </a:ext>
                  </a:extLst>
                </p14:cNvPr>
                <p14:cNvContentPartPr/>
                <p14:nvPr/>
              </p14:nvContentPartPr>
              <p14:xfrm>
                <a:off x="1956355" y="5173940"/>
                <a:ext cx="364680" cy="4852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E1E23F0-63DB-363C-0765-12F81F9839AC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947715" y="5164940"/>
                  <a:ext cx="382320" cy="50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3B1932DC-966E-A880-9BA9-825A23769848}"/>
                    </a:ext>
                  </a:extLst>
                </p14:cNvPr>
                <p14:cNvContentPartPr/>
                <p14:nvPr/>
              </p14:nvContentPartPr>
              <p14:xfrm>
                <a:off x="1819915" y="5322620"/>
                <a:ext cx="1859760" cy="3862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3B1932DC-966E-A880-9BA9-825A2376984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811275" y="5313620"/>
                  <a:ext cx="1877400" cy="4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FFBFF041-9A0E-EE6B-2953-FB3EDB272A04}"/>
                    </a:ext>
                  </a:extLst>
                </p14:cNvPr>
                <p14:cNvContentPartPr/>
                <p14:nvPr/>
              </p14:nvContentPartPr>
              <p14:xfrm>
                <a:off x="4196995" y="5130380"/>
                <a:ext cx="58320" cy="90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FFBFF041-9A0E-EE6B-2953-FB3EDB272A0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4187995" y="5121740"/>
                  <a:ext cx="7596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AA9433E1-0345-8ED7-A596-5B76A65C8BCD}"/>
                    </a:ext>
                  </a:extLst>
                </p14:cNvPr>
                <p14:cNvContentPartPr/>
                <p14:nvPr/>
              </p14:nvContentPartPr>
              <p14:xfrm>
                <a:off x="4304995" y="4793060"/>
                <a:ext cx="1302840" cy="9108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AA9433E1-0345-8ED7-A596-5B76A65C8BCD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296355" y="4784060"/>
                  <a:ext cx="132048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6785A91B-9D32-1CBB-7EAE-F584C23BC065}"/>
                    </a:ext>
                  </a:extLst>
                </p14:cNvPr>
                <p14:cNvContentPartPr/>
                <p14:nvPr/>
              </p14:nvContentPartPr>
              <p14:xfrm>
                <a:off x="5063875" y="4420820"/>
                <a:ext cx="351360" cy="5896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6785A91B-9D32-1CBB-7EAE-F584C23BC06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054875" y="4411820"/>
                  <a:ext cx="369000" cy="60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B1C8513A-37EB-44A6-CA32-2CE53DD0733B}"/>
                    </a:ext>
                  </a:extLst>
                </p14:cNvPr>
                <p14:cNvContentPartPr/>
                <p14:nvPr/>
              </p14:nvContentPartPr>
              <p14:xfrm>
                <a:off x="4847875" y="4778660"/>
                <a:ext cx="10080" cy="428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B1C8513A-37EB-44A6-CA32-2CE53DD0733B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839235" y="4770020"/>
                  <a:ext cx="2772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8106B96-0A79-D498-F324-285E8F2EE34C}"/>
                    </a:ext>
                  </a:extLst>
                </p14:cNvPr>
                <p14:cNvContentPartPr/>
                <p14:nvPr/>
              </p14:nvContentPartPr>
              <p14:xfrm>
                <a:off x="3902515" y="5591540"/>
                <a:ext cx="1367640" cy="106740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8106B96-0A79-D498-F324-285E8F2EE34C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893875" y="5582540"/>
                  <a:ext cx="1385280" cy="10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ACB88124-6891-6945-4230-C4A74AD07C08}"/>
                    </a:ext>
                  </a:extLst>
                </p14:cNvPr>
                <p14:cNvContentPartPr/>
                <p14:nvPr/>
              </p14:nvContentPartPr>
              <p14:xfrm>
                <a:off x="4897555" y="6063860"/>
                <a:ext cx="476640" cy="87480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ACB88124-6891-6945-4230-C4A74AD07C08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888555" y="6055220"/>
                  <a:ext cx="494280" cy="89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9F16FD86-6020-5A61-13CC-A11722BE6859}"/>
                    </a:ext>
                  </a:extLst>
                </p14:cNvPr>
                <p14:cNvContentPartPr/>
                <p14:nvPr/>
              </p14:nvContentPartPr>
              <p14:xfrm>
                <a:off x="6457075" y="6015525"/>
                <a:ext cx="1829880" cy="7916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9F16FD86-6020-5A61-13CC-A11722BE6859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448435" y="6006525"/>
                  <a:ext cx="1847520" cy="80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DA3009C-A5A6-571D-2220-D97BD0A10B38}"/>
                    </a:ext>
                  </a:extLst>
                </p14:cNvPr>
                <p14:cNvContentPartPr/>
                <p14:nvPr/>
              </p14:nvContentPartPr>
              <p14:xfrm>
                <a:off x="8649835" y="6343125"/>
                <a:ext cx="291600" cy="3826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DA3009C-A5A6-571D-2220-D97BD0A10B38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641195" y="6334485"/>
                  <a:ext cx="309240" cy="40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3761F5F-153E-50E3-5216-4C71FF030316}"/>
                    </a:ext>
                  </a:extLst>
                </p14:cNvPr>
                <p14:cNvContentPartPr/>
                <p14:nvPr/>
              </p14:nvContentPartPr>
              <p14:xfrm>
                <a:off x="9085075" y="6901125"/>
                <a:ext cx="613080" cy="14148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3761F5F-153E-50E3-5216-4C71FF030316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076435" y="6892485"/>
                  <a:ext cx="6307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43D1A671-DADE-EB5A-210C-1AF2CCD7AA53}"/>
                    </a:ext>
                  </a:extLst>
                </p14:cNvPr>
                <p14:cNvContentPartPr/>
                <p14:nvPr/>
              </p14:nvContentPartPr>
              <p14:xfrm>
                <a:off x="10118635" y="6530685"/>
                <a:ext cx="189720" cy="44568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43D1A671-DADE-EB5A-210C-1AF2CCD7AA5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0109635" y="6522045"/>
                  <a:ext cx="207360" cy="46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E6AD6D77-7DC8-EBBA-3243-FC54AD8B55D4}"/>
                    </a:ext>
                  </a:extLst>
                </p14:cNvPr>
                <p14:cNvContentPartPr/>
                <p14:nvPr/>
              </p14:nvContentPartPr>
              <p14:xfrm>
                <a:off x="10869235" y="6234765"/>
                <a:ext cx="393120" cy="4539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E6AD6D77-7DC8-EBBA-3243-FC54AD8B55D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0860235" y="6226125"/>
                  <a:ext cx="410760" cy="47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1C13E65-F3FC-82C8-9294-3A6169DB00C1}"/>
                    </a:ext>
                  </a:extLst>
                </p14:cNvPr>
                <p14:cNvContentPartPr/>
                <p14:nvPr/>
              </p14:nvContentPartPr>
              <p14:xfrm>
                <a:off x="11581315" y="6225045"/>
                <a:ext cx="634680" cy="11880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1C13E65-F3FC-82C8-9294-3A6169DB00C1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1572315" y="6216405"/>
                  <a:ext cx="65232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7C6C44F8-DF85-7276-D685-4AC482604C54}"/>
                    </a:ext>
                  </a:extLst>
                </p14:cNvPr>
                <p14:cNvContentPartPr/>
                <p14:nvPr/>
              </p14:nvContentPartPr>
              <p14:xfrm>
                <a:off x="11595715" y="6346725"/>
                <a:ext cx="219960" cy="34452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7C6C44F8-DF85-7276-D685-4AC482604C54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1586715" y="6337725"/>
                  <a:ext cx="23760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54B5F603-67F6-E715-70EF-F7686E5E060F}"/>
                    </a:ext>
                  </a:extLst>
                </p14:cNvPr>
                <p14:cNvContentPartPr/>
                <p14:nvPr/>
              </p14:nvContentPartPr>
              <p14:xfrm>
                <a:off x="11711275" y="6575685"/>
                <a:ext cx="168120" cy="13284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54B5F603-67F6-E715-70EF-F7686E5E060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1702635" y="6567045"/>
                  <a:ext cx="18576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2BACD64-C223-4CED-A0A5-5A6AC0A6D0B6}"/>
                    </a:ext>
                  </a:extLst>
                </p14:cNvPr>
                <p14:cNvContentPartPr/>
                <p14:nvPr/>
              </p14:nvContentPartPr>
              <p14:xfrm>
                <a:off x="11919715" y="6551925"/>
                <a:ext cx="263520" cy="18648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2BACD64-C223-4CED-A0A5-5A6AC0A6D0B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1910715" y="6542925"/>
                  <a:ext cx="28116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91435622-0A0F-085A-428E-16985038E84F}"/>
                    </a:ext>
                  </a:extLst>
                </p14:cNvPr>
                <p14:cNvContentPartPr/>
                <p14:nvPr/>
              </p14:nvContentPartPr>
              <p14:xfrm>
                <a:off x="12182875" y="6511605"/>
                <a:ext cx="118440" cy="2844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91435622-0A0F-085A-428E-16985038E84F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2173875" y="6502965"/>
                  <a:ext cx="1360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C9C85F88-50FA-F37D-85DD-AF435A54A052}"/>
                    </a:ext>
                  </a:extLst>
                </p14:cNvPr>
                <p14:cNvContentPartPr/>
                <p14:nvPr/>
              </p14:nvContentPartPr>
              <p14:xfrm>
                <a:off x="9923875" y="5798085"/>
                <a:ext cx="2811600" cy="146052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C9C85F88-50FA-F37D-85DD-AF435A54A052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914875" y="5789445"/>
                  <a:ext cx="2829240" cy="147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5D5A17B4-9277-1A80-8857-A92D20628399}"/>
                    </a:ext>
                  </a:extLst>
                </p14:cNvPr>
                <p14:cNvContentPartPr/>
                <p14:nvPr/>
              </p14:nvContentPartPr>
              <p14:xfrm>
                <a:off x="12545755" y="6372645"/>
                <a:ext cx="78840" cy="2196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5D5A17B4-9277-1A80-8857-A92D20628399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2537115" y="6364005"/>
                  <a:ext cx="964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215139BB-5B96-93D9-C338-3F56FFCA7C91}"/>
                    </a:ext>
                  </a:extLst>
                </p14:cNvPr>
                <p14:cNvContentPartPr/>
                <p14:nvPr/>
              </p14:nvContentPartPr>
              <p14:xfrm>
                <a:off x="10945555" y="4749045"/>
                <a:ext cx="1537200" cy="13453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215139BB-5B96-93D9-C338-3F56FFCA7C91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936915" y="4740045"/>
                  <a:ext cx="1554840" cy="136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BABA8490-0ED8-18E1-7196-4F598F0AC7CE}"/>
                    </a:ext>
                  </a:extLst>
                </p14:cNvPr>
                <p14:cNvContentPartPr/>
                <p14:nvPr/>
              </p14:nvContentPartPr>
              <p14:xfrm>
                <a:off x="11289355" y="4682805"/>
                <a:ext cx="1191600" cy="39888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BABA8490-0ED8-18E1-7196-4F598F0AC7CE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1280355" y="4673805"/>
                  <a:ext cx="1209240" cy="41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4112CDF4-C247-8B7F-BC7D-448EDAE7202D}"/>
                    </a:ext>
                  </a:extLst>
                </p14:cNvPr>
                <p14:cNvContentPartPr/>
                <p14:nvPr/>
              </p14:nvContentPartPr>
              <p14:xfrm>
                <a:off x="12509755" y="4795845"/>
                <a:ext cx="232920" cy="67860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4112CDF4-C247-8B7F-BC7D-448EDAE7202D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2500755" y="4787205"/>
                  <a:ext cx="250560" cy="69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F208EBA7-F4BD-9748-1F63-CF1A7FE6F9D8}"/>
                    </a:ext>
                  </a:extLst>
                </p14:cNvPr>
                <p14:cNvContentPartPr/>
                <p14:nvPr/>
              </p14:nvContentPartPr>
              <p14:xfrm>
                <a:off x="13022035" y="4351965"/>
                <a:ext cx="228240" cy="37044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F208EBA7-F4BD-9748-1F63-CF1A7FE6F9D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3013395" y="4343325"/>
                  <a:ext cx="245880" cy="38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C6AEC721-02E3-42FF-153E-AFD9A2B53C07}"/>
                    </a:ext>
                  </a:extLst>
                </p14:cNvPr>
                <p14:cNvContentPartPr/>
                <p14:nvPr/>
              </p14:nvContentPartPr>
              <p14:xfrm>
                <a:off x="12920875" y="4265925"/>
                <a:ext cx="954720" cy="59688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C6AEC721-02E3-42FF-153E-AFD9A2B53C07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2911875" y="4256925"/>
                  <a:ext cx="972360" cy="61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5F18E9A-F2DB-F9A7-0D15-F8F46CD6385E}"/>
                    </a:ext>
                  </a:extLst>
                </p14:cNvPr>
                <p14:cNvContentPartPr/>
                <p14:nvPr/>
              </p14:nvContentPartPr>
              <p14:xfrm>
                <a:off x="10575475" y="5701605"/>
                <a:ext cx="222120" cy="45504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5F18E9A-F2DB-F9A7-0D15-F8F46CD6385E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0566835" y="5692605"/>
                  <a:ext cx="239760" cy="472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1983216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8F21085F-AFF3-9D8C-37F3-B7AC1B41F404}"/>
              </a:ext>
            </a:extLst>
          </p:cNvPr>
          <p:cNvGrpSpPr/>
          <p:nvPr/>
        </p:nvGrpSpPr>
        <p:grpSpPr>
          <a:xfrm>
            <a:off x="869875" y="783020"/>
            <a:ext cx="10978200" cy="5700960"/>
            <a:chOff x="869875" y="783020"/>
            <a:chExt cx="10978200" cy="5700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5F94E654-A3E0-822E-4E35-03E2D1AEA8DF}"/>
                    </a:ext>
                  </a:extLst>
                </p14:cNvPr>
                <p14:cNvContentPartPr/>
                <p14:nvPr/>
              </p14:nvContentPartPr>
              <p14:xfrm>
                <a:off x="1565755" y="996860"/>
                <a:ext cx="417600" cy="69156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5F94E654-A3E0-822E-4E35-03E2D1AEA8DF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557115" y="987860"/>
                  <a:ext cx="435240" cy="70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655576D-9C36-37DF-E44A-2D8ADB043B01}"/>
                    </a:ext>
                  </a:extLst>
                </p14:cNvPr>
                <p14:cNvContentPartPr/>
                <p14:nvPr/>
              </p14:nvContentPartPr>
              <p14:xfrm>
                <a:off x="1524715" y="783020"/>
                <a:ext cx="768600" cy="979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655576D-9C36-37DF-E44A-2D8ADB043B0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516075" y="774380"/>
                  <a:ext cx="78624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146F8FCA-EADD-7E3B-9295-88936963FD42}"/>
                    </a:ext>
                  </a:extLst>
                </p14:cNvPr>
                <p14:cNvContentPartPr/>
                <p14:nvPr/>
              </p14:nvContentPartPr>
              <p14:xfrm>
                <a:off x="869875" y="1892180"/>
                <a:ext cx="597240" cy="838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146F8FCA-EADD-7E3B-9295-88936963FD4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61235" y="1883180"/>
                  <a:ext cx="61488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290B92E-3AD2-FD53-5018-295976DC13DB}"/>
                    </a:ext>
                  </a:extLst>
                </p14:cNvPr>
                <p14:cNvContentPartPr/>
                <p14:nvPr/>
              </p14:nvContentPartPr>
              <p14:xfrm>
                <a:off x="1908835" y="1104140"/>
                <a:ext cx="1154520" cy="9273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290B92E-3AD2-FD53-5018-295976DC13D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900195" y="1095140"/>
                  <a:ext cx="1172160" cy="9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054C74E-F545-D42D-81C7-18F8B50567AF}"/>
                    </a:ext>
                  </a:extLst>
                </p14:cNvPr>
                <p14:cNvContentPartPr/>
                <p14:nvPr/>
              </p14:nvContentPartPr>
              <p14:xfrm>
                <a:off x="3351715" y="1764020"/>
                <a:ext cx="523800" cy="417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054C74E-F545-D42D-81C7-18F8B50567A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342715" y="1755380"/>
                  <a:ext cx="54144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850DBD9-6592-6981-8530-C138AB66DF0E}"/>
                    </a:ext>
                  </a:extLst>
                </p14:cNvPr>
                <p14:cNvContentPartPr/>
                <p14:nvPr/>
              </p14:nvContentPartPr>
              <p14:xfrm>
                <a:off x="5437555" y="1486100"/>
                <a:ext cx="541800" cy="8870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850DBD9-6592-6981-8530-C138AB66DF0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428915" y="1477460"/>
                  <a:ext cx="559440" cy="90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6855061-75B4-AABD-492B-FA75647058D7}"/>
                    </a:ext>
                  </a:extLst>
                </p14:cNvPr>
                <p14:cNvContentPartPr/>
                <p14:nvPr/>
              </p14:nvContentPartPr>
              <p14:xfrm>
                <a:off x="5800435" y="1437500"/>
                <a:ext cx="673560" cy="5961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6855061-75B4-AABD-492B-FA75647058D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791795" y="1428860"/>
                  <a:ext cx="691200" cy="61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5235512-CD69-68E3-8FBE-EFCED82FBD9A}"/>
                    </a:ext>
                  </a:extLst>
                </p14:cNvPr>
                <p14:cNvContentPartPr/>
                <p14:nvPr/>
              </p14:nvContentPartPr>
              <p14:xfrm>
                <a:off x="6405235" y="1911620"/>
                <a:ext cx="1422000" cy="5688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5235512-CD69-68E3-8FBE-EFCED82FBD9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396235" y="1902980"/>
                  <a:ext cx="1439640" cy="58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F924866-9526-B931-FE76-4B908A833D10}"/>
                    </a:ext>
                  </a:extLst>
                </p14:cNvPr>
                <p14:cNvContentPartPr/>
                <p14:nvPr/>
              </p14:nvContentPartPr>
              <p14:xfrm>
                <a:off x="8670355" y="2064620"/>
                <a:ext cx="431280" cy="4665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F924866-9526-B931-FE76-4B908A833D1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661355" y="2055980"/>
                  <a:ext cx="448920" cy="48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F73D4D8-DC46-9BF8-FA81-8CD8C3E95DF2}"/>
                    </a:ext>
                  </a:extLst>
                </p14:cNvPr>
                <p14:cNvContentPartPr/>
                <p14:nvPr/>
              </p14:nvContentPartPr>
              <p14:xfrm>
                <a:off x="9374515" y="2369540"/>
                <a:ext cx="274680" cy="1987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F73D4D8-DC46-9BF8-FA81-8CD8C3E95DF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365875" y="2360540"/>
                  <a:ext cx="29232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797B6CA-4462-5989-D010-26C8750D2EDB}"/>
                    </a:ext>
                  </a:extLst>
                </p14:cNvPr>
                <p14:cNvContentPartPr/>
                <p14:nvPr/>
              </p14:nvContentPartPr>
              <p14:xfrm>
                <a:off x="9857995" y="2412020"/>
                <a:ext cx="368280" cy="2793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797B6CA-4462-5989-D010-26C8750D2ED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849355" y="2403020"/>
                  <a:ext cx="38592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BBEB643-96BF-4D45-6E53-486C70AC9C9B}"/>
                    </a:ext>
                  </a:extLst>
                </p14:cNvPr>
                <p14:cNvContentPartPr/>
                <p14:nvPr/>
              </p14:nvContentPartPr>
              <p14:xfrm>
                <a:off x="10387915" y="2243900"/>
                <a:ext cx="457560" cy="3834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BBEB643-96BF-4D45-6E53-486C70AC9C9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379275" y="2234900"/>
                  <a:ext cx="475200" cy="40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706B8FD-8773-EC3B-FDEC-5F0A4F32BEF0}"/>
                    </a:ext>
                  </a:extLst>
                </p14:cNvPr>
                <p14:cNvContentPartPr/>
                <p14:nvPr/>
              </p14:nvContentPartPr>
              <p14:xfrm>
                <a:off x="10846915" y="2696420"/>
                <a:ext cx="29160" cy="784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706B8FD-8773-EC3B-FDEC-5F0A4F32BEF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0837915" y="2687420"/>
                  <a:ext cx="4680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DCB2496-F9E1-24AE-7857-5D44C88DA3B0}"/>
                    </a:ext>
                  </a:extLst>
                </p14:cNvPr>
                <p14:cNvContentPartPr/>
                <p14:nvPr/>
              </p14:nvContentPartPr>
              <p14:xfrm>
                <a:off x="2378635" y="2140580"/>
                <a:ext cx="2186640" cy="21546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DCB2496-F9E1-24AE-7857-5D44C88DA3B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369635" y="2131940"/>
                  <a:ext cx="2204280" cy="21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C969D82-7EC4-4A56-FF53-454D59BBFECB}"/>
                    </a:ext>
                  </a:extLst>
                </p14:cNvPr>
                <p14:cNvContentPartPr/>
                <p14:nvPr/>
              </p14:nvContentPartPr>
              <p14:xfrm>
                <a:off x="4068835" y="2839700"/>
                <a:ext cx="1688760" cy="9900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C969D82-7EC4-4A56-FF53-454D59BBFEC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060195" y="2830700"/>
                  <a:ext cx="1706400" cy="10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BC60D9F-0A93-329A-81D6-83B34266616E}"/>
                    </a:ext>
                  </a:extLst>
                </p14:cNvPr>
                <p14:cNvContentPartPr/>
                <p14:nvPr/>
              </p14:nvContentPartPr>
              <p14:xfrm>
                <a:off x="4419835" y="4354220"/>
                <a:ext cx="657000" cy="8344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BC60D9F-0A93-329A-81D6-83B34266616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411195" y="4345220"/>
                  <a:ext cx="674640" cy="85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B3B91AD-7E10-2C96-A6B3-E489B2CCE1DA}"/>
                    </a:ext>
                  </a:extLst>
                </p14:cNvPr>
                <p14:cNvContentPartPr/>
                <p14:nvPr/>
              </p14:nvContentPartPr>
              <p14:xfrm>
                <a:off x="5266195" y="4430540"/>
                <a:ext cx="494640" cy="7221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B3B91AD-7E10-2C96-A6B3-E489B2CCE1D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257555" y="4421540"/>
                  <a:ext cx="512280" cy="73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EEAEC1C-AAAD-64E6-BF59-720A394080CD}"/>
                    </a:ext>
                  </a:extLst>
                </p14:cNvPr>
                <p14:cNvContentPartPr/>
                <p14:nvPr/>
              </p14:nvContentPartPr>
              <p14:xfrm>
                <a:off x="5473915" y="4775780"/>
                <a:ext cx="540720" cy="4104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EEAEC1C-AAAD-64E6-BF59-720A394080CD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464915" y="4766780"/>
                  <a:ext cx="558360" cy="42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AD17951-3121-77C3-9C3F-FC9C162278C7}"/>
                    </a:ext>
                  </a:extLst>
                </p14:cNvPr>
                <p14:cNvContentPartPr/>
                <p14:nvPr/>
              </p14:nvContentPartPr>
              <p14:xfrm>
                <a:off x="6179155" y="4936340"/>
                <a:ext cx="488880" cy="2142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AD17951-3121-77C3-9C3F-FC9C162278C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170155" y="4927340"/>
                  <a:ext cx="50652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3402B4B-E448-09BF-C549-A0774B3C0184}"/>
                    </a:ext>
                  </a:extLst>
                </p14:cNvPr>
                <p14:cNvContentPartPr/>
                <p14:nvPr/>
              </p14:nvContentPartPr>
              <p14:xfrm>
                <a:off x="6967555" y="4874420"/>
                <a:ext cx="430920" cy="4507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3402B4B-E448-09BF-C549-A0774B3C018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958555" y="4865420"/>
                  <a:ext cx="448560" cy="46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63755D2-8308-FF36-13A0-955BCBEB640F}"/>
                    </a:ext>
                  </a:extLst>
                </p14:cNvPr>
                <p14:cNvContentPartPr/>
                <p14:nvPr/>
              </p14:nvContentPartPr>
              <p14:xfrm>
                <a:off x="3990355" y="3932300"/>
                <a:ext cx="4114080" cy="16066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63755D2-8308-FF36-13A0-955BCBEB640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981355" y="3923660"/>
                  <a:ext cx="4131720" cy="162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46C2577-344F-5AEF-0184-97437D298647}"/>
                    </a:ext>
                  </a:extLst>
                </p14:cNvPr>
                <p14:cNvContentPartPr/>
                <p14:nvPr/>
              </p14:nvContentPartPr>
              <p14:xfrm>
                <a:off x="8236195" y="4900340"/>
                <a:ext cx="18360" cy="687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46C2577-344F-5AEF-0184-97437D29864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227555" y="4891700"/>
                  <a:ext cx="3600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CC8A19C-8DAF-3B60-5C11-359F0F93E9B2}"/>
                    </a:ext>
                  </a:extLst>
                </p14:cNvPr>
                <p14:cNvContentPartPr/>
                <p14:nvPr/>
              </p14:nvContentPartPr>
              <p14:xfrm>
                <a:off x="8694475" y="3555740"/>
                <a:ext cx="680400" cy="9781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CC8A19C-8DAF-3B60-5C11-359F0F93E9B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685835" y="3547100"/>
                  <a:ext cx="698040" cy="9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92BEC7F-ADAC-1091-A0CA-B9C6AE84AC0A}"/>
                    </a:ext>
                  </a:extLst>
                </p14:cNvPr>
                <p14:cNvContentPartPr/>
                <p14:nvPr/>
              </p14:nvContentPartPr>
              <p14:xfrm>
                <a:off x="10921435" y="3687860"/>
                <a:ext cx="848160" cy="12013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92BEC7F-ADAC-1091-A0CA-B9C6AE84AC0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912795" y="3678860"/>
                  <a:ext cx="865800" cy="12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85D12FB-1D71-2B6A-DC1D-236330DA55A7}"/>
                    </a:ext>
                  </a:extLst>
                </p14:cNvPr>
                <p14:cNvContentPartPr/>
                <p14:nvPr/>
              </p14:nvContentPartPr>
              <p14:xfrm>
                <a:off x="8095075" y="4716740"/>
                <a:ext cx="1125360" cy="12189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85D12FB-1D71-2B6A-DC1D-236330DA55A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086435" y="4708100"/>
                  <a:ext cx="1143000" cy="123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0B30B21-7C27-F50D-5541-49DB723688FD}"/>
                    </a:ext>
                  </a:extLst>
                </p14:cNvPr>
                <p14:cNvContentPartPr/>
                <p14:nvPr/>
              </p14:nvContentPartPr>
              <p14:xfrm>
                <a:off x="9818395" y="5247020"/>
                <a:ext cx="1814400" cy="12369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0B30B21-7C27-F50D-5541-49DB723688F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809395" y="5238380"/>
                  <a:ext cx="1832040" cy="125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2E93F7C-C7E0-0476-58A3-C2F7CFB39C62}"/>
                    </a:ext>
                  </a:extLst>
                </p14:cNvPr>
                <p14:cNvContentPartPr/>
                <p14:nvPr/>
              </p14:nvContentPartPr>
              <p14:xfrm>
                <a:off x="7565875" y="4350620"/>
                <a:ext cx="1491840" cy="3344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2E93F7C-C7E0-0476-58A3-C2F7CFB39C6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557235" y="4341980"/>
                  <a:ext cx="150948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DFF1651-507F-F0CC-2462-E6BD2C9AFEA9}"/>
                    </a:ext>
                  </a:extLst>
                </p14:cNvPr>
                <p14:cNvContentPartPr/>
                <p14:nvPr/>
              </p14:nvContentPartPr>
              <p14:xfrm>
                <a:off x="8795635" y="4084220"/>
                <a:ext cx="144720" cy="752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DFF1651-507F-F0CC-2462-E6BD2C9AFEA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786995" y="4075580"/>
                  <a:ext cx="1623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9C8159D-BD3C-5A53-53BD-191DF832A68F}"/>
                    </a:ext>
                  </a:extLst>
                </p14:cNvPr>
                <p14:cNvContentPartPr/>
                <p14:nvPr/>
              </p14:nvContentPartPr>
              <p14:xfrm>
                <a:off x="7581355" y="4102580"/>
                <a:ext cx="1209960" cy="7610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9C8159D-BD3C-5A53-53BD-191DF832A68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572715" y="4093940"/>
                  <a:ext cx="1227600" cy="77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C390CAE-9C82-0813-966D-A2164B986DEC}"/>
                    </a:ext>
                  </a:extLst>
                </p14:cNvPr>
                <p14:cNvContentPartPr/>
                <p14:nvPr/>
              </p14:nvContentPartPr>
              <p14:xfrm>
                <a:off x="7120555" y="4993580"/>
                <a:ext cx="466200" cy="9050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C390CAE-9C82-0813-966D-A2164B986DE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111555" y="4984940"/>
                  <a:ext cx="483840" cy="9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5306294-6419-E143-CC33-26CF0ECA767C}"/>
                    </a:ext>
                  </a:extLst>
                </p14:cNvPr>
                <p14:cNvContentPartPr/>
                <p14:nvPr/>
              </p14:nvContentPartPr>
              <p14:xfrm>
                <a:off x="7517635" y="5637260"/>
                <a:ext cx="263520" cy="3495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5306294-6419-E143-CC33-26CF0ECA767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508635" y="5628260"/>
                  <a:ext cx="281160" cy="36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1F47FD8-4EFA-7EE9-9AEB-2DA64107B681}"/>
                    </a:ext>
                  </a:extLst>
                </p14:cNvPr>
                <p14:cNvContentPartPr/>
                <p14:nvPr/>
              </p14:nvContentPartPr>
              <p14:xfrm>
                <a:off x="8297755" y="5729420"/>
                <a:ext cx="6480" cy="100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1F47FD8-4EFA-7EE9-9AEB-2DA64107B68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288755" y="5720780"/>
                  <a:ext cx="2412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10D664D-1C13-696A-8F31-C60B47289319}"/>
                    </a:ext>
                  </a:extLst>
                </p14:cNvPr>
                <p14:cNvContentPartPr/>
                <p14:nvPr/>
              </p14:nvContentPartPr>
              <p14:xfrm>
                <a:off x="9535795" y="3750140"/>
                <a:ext cx="2114640" cy="7372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10D664D-1C13-696A-8F31-C60B4728931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526795" y="3741500"/>
                  <a:ext cx="2132280" cy="75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E82B2D5-38B2-623C-96C8-507F021F3EF2}"/>
                    </a:ext>
                  </a:extLst>
                </p14:cNvPr>
                <p14:cNvContentPartPr/>
                <p14:nvPr/>
              </p14:nvContentPartPr>
              <p14:xfrm>
                <a:off x="11796955" y="4377260"/>
                <a:ext cx="51120" cy="439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E82B2D5-38B2-623C-96C8-507F021F3EF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788315" y="4368620"/>
                  <a:ext cx="6876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D1974C1-BD64-3A26-AE80-E52114F8B5A4}"/>
                    </a:ext>
                  </a:extLst>
                </p14:cNvPr>
                <p14:cNvContentPartPr/>
                <p14:nvPr/>
              </p14:nvContentPartPr>
              <p14:xfrm>
                <a:off x="8946475" y="5077460"/>
                <a:ext cx="1085760" cy="3981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D1974C1-BD64-3A26-AE80-E52114F8B5A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937475" y="5068460"/>
                  <a:ext cx="1103400" cy="415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979355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roup 39">
            <a:extLst>
              <a:ext uri="{FF2B5EF4-FFF2-40B4-BE49-F238E27FC236}">
                <a16:creationId xmlns:a16="http://schemas.microsoft.com/office/drawing/2014/main" id="{11D87E23-42DF-F440-73E7-7BD670E05279}"/>
              </a:ext>
            </a:extLst>
          </p:cNvPr>
          <p:cNvGrpSpPr/>
          <p:nvPr/>
        </p:nvGrpSpPr>
        <p:grpSpPr>
          <a:xfrm>
            <a:off x="2098195" y="105860"/>
            <a:ext cx="8816760" cy="5154840"/>
            <a:chOff x="2098195" y="105860"/>
            <a:chExt cx="8816760" cy="515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3C8EF7F0-E3A0-592A-C0AE-866689904E8F}"/>
                    </a:ext>
                  </a:extLst>
                </p14:cNvPr>
                <p14:cNvContentPartPr/>
                <p14:nvPr/>
              </p14:nvContentPartPr>
              <p14:xfrm>
                <a:off x="3228955" y="654860"/>
                <a:ext cx="617040" cy="109476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3C8EF7F0-E3A0-592A-C0AE-866689904E8F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220315" y="646220"/>
                  <a:ext cx="634680" cy="11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0D5FAB1-A48E-65DA-C0A2-F74CF6EE93A3}"/>
                    </a:ext>
                  </a:extLst>
                </p14:cNvPr>
                <p14:cNvContentPartPr/>
                <p14:nvPr/>
              </p14:nvContentPartPr>
              <p14:xfrm>
                <a:off x="4002595" y="686900"/>
                <a:ext cx="1321560" cy="8110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0D5FAB1-A48E-65DA-C0A2-F74CF6EE93A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993955" y="678260"/>
                  <a:ext cx="1339200" cy="82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C58F59F-D376-B524-0C8E-08CF2AA0B1D5}"/>
                    </a:ext>
                  </a:extLst>
                </p14:cNvPr>
                <p14:cNvContentPartPr/>
                <p14:nvPr/>
              </p14:nvContentPartPr>
              <p14:xfrm>
                <a:off x="5450875" y="824420"/>
                <a:ext cx="64440" cy="428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C58F59F-D376-B524-0C8E-08CF2AA0B1D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441875" y="815420"/>
                  <a:ext cx="8208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0ED071A-508C-C026-DD35-B65857D571A6}"/>
                    </a:ext>
                  </a:extLst>
                </p14:cNvPr>
                <p14:cNvContentPartPr/>
                <p14:nvPr/>
              </p14:nvContentPartPr>
              <p14:xfrm>
                <a:off x="5560675" y="903260"/>
                <a:ext cx="307800" cy="4248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0ED071A-508C-C026-DD35-B65857D571A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552035" y="894620"/>
                  <a:ext cx="325440" cy="44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0AF8A52-E90C-C08E-8891-9454DB38F490}"/>
                    </a:ext>
                  </a:extLst>
                </p14:cNvPr>
                <p14:cNvContentPartPr/>
                <p14:nvPr/>
              </p14:nvContentPartPr>
              <p14:xfrm>
                <a:off x="6171955" y="340940"/>
                <a:ext cx="1160280" cy="13165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0AF8A52-E90C-C08E-8891-9454DB38F49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162955" y="331940"/>
                  <a:ext cx="1177920" cy="133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9E5CE6A-5DC1-9367-8DB3-548ACB9D8D79}"/>
                    </a:ext>
                  </a:extLst>
                </p14:cNvPr>
                <p14:cNvContentPartPr/>
                <p14:nvPr/>
              </p14:nvContentPartPr>
              <p14:xfrm>
                <a:off x="8222875" y="430220"/>
                <a:ext cx="529560" cy="7210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9E5CE6A-5DC1-9367-8DB3-548ACB9D8D7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214235" y="421220"/>
                  <a:ext cx="547200" cy="73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7697565-AE31-76D1-9692-9ECABB7AA209}"/>
                    </a:ext>
                  </a:extLst>
                </p14:cNvPr>
                <p14:cNvContentPartPr/>
                <p14:nvPr/>
              </p14:nvContentPartPr>
              <p14:xfrm>
                <a:off x="8846395" y="393500"/>
                <a:ext cx="491040" cy="7275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7697565-AE31-76D1-9692-9ECABB7AA20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837395" y="384500"/>
                  <a:ext cx="508680" cy="74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B23DD1-5F48-C86A-204C-F0C882DDC4DB}"/>
                    </a:ext>
                  </a:extLst>
                </p14:cNvPr>
                <p14:cNvContentPartPr/>
                <p14:nvPr/>
              </p14:nvContentPartPr>
              <p14:xfrm>
                <a:off x="9384235" y="437420"/>
                <a:ext cx="736920" cy="6670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B23DD1-5F48-C86A-204C-F0C882DDC4D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375235" y="428420"/>
                  <a:ext cx="754560" cy="68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3B2C260-BF2E-E40E-6773-529EB00607DB}"/>
                    </a:ext>
                  </a:extLst>
                </p14:cNvPr>
                <p14:cNvContentPartPr/>
                <p14:nvPr/>
              </p14:nvContentPartPr>
              <p14:xfrm>
                <a:off x="3519835" y="2202860"/>
                <a:ext cx="7382880" cy="5670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3B2C260-BF2E-E40E-6773-529EB00607D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510835" y="2194220"/>
                  <a:ext cx="7400520" cy="58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5F0D459-C15A-53DB-42FD-342BEC0F9BCD}"/>
                    </a:ext>
                  </a:extLst>
                </p14:cNvPr>
                <p14:cNvContentPartPr/>
                <p14:nvPr/>
              </p14:nvContentPartPr>
              <p14:xfrm>
                <a:off x="2623795" y="849260"/>
                <a:ext cx="73800" cy="18406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A5F0D459-C15A-53DB-42FD-342BEC0F9BC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615155" y="840620"/>
                  <a:ext cx="91440" cy="18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2BEEB1C-B0F6-268B-F6C4-413789556E4E}"/>
                    </a:ext>
                  </a:extLst>
                </p14:cNvPr>
                <p14:cNvContentPartPr/>
                <p14:nvPr/>
              </p14:nvContentPartPr>
              <p14:xfrm>
                <a:off x="2393035" y="261020"/>
                <a:ext cx="2983680" cy="6548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2BEEB1C-B0F6-268B-F6C4-413789556E4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384035" y="252380"/>
                  <a:ext cx="3001320" cy="67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4075FCD-1DD1-9743-3D21-F7A54ADBF99D}"/>
                    </a:ext>
                  </a:extLst>
                </p14:cNvPr>
                <p14:cNvContentPartPr/>
                <p14:nvPr/>
              </p14:nvContentPartPr>
              <p14:xfrm>
                <a:off x="3095755" y="869780"/>
                <a:ext cx="21960" cy="1566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4075FCD-1DD1-9743-3D21-F7A54ADBF99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087115" y="861140"/>
                  <a:ext cx="396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D450DAA-B202-9151-496F-A40554741483}"/>
                    </a:ext>
                  </a:extLst>
                </p14:cNvPr>
                <p14:cNvContentPartPr/>
                <p14:nvPr/>
              </p14:nvContentPartPr>
              <p14:xfrm>
                <a:off x="3162715" y="749540"/>
                <a:ext cx="49320" cy="8622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D450DAA-B202-9151-496F-A4055474148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153715" y="740540"/>
                  <a:ext cx="66960" cy="87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0590313-C0C0-0B94-032D-AEA78E052A07}"/>
                    </a:ext>
                  </a:extLst>
                </p14:cNvPr>
                <p14:cNvContentPartPr/>
                <p14:nvPr/>
              </p14:nvContentPartPr>
              <p14:xfrm>
                <a:off x="4893595" y="275420"/>
                <a:ext cx="1095120" cy="24429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0590313-C0C0-0B94-032D-AEA78E052A0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884955" y="266780"/>
                  <a:ext cx="1112760" cy="246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DE2DC56-9A8B-20E2-8C5E-6B904727F316}"/>
                    </a:ext>
                  </a:extLst>
                </p14:cNvPr>
                <p14:cNvContentPartPr/>
                <p14:nvPr/>
              </p14:nvContentPartPr>
              <p14:xfrm>
                <a:off x="3126715" y="793460"/>
                <a:ext cx="455400" cy="18932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DE2DC56-9A8B-20E2-8C5E-6B904727F31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117715" y="784820"/>
                  <a:ext cx="473040" cy="19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FC196A8-CFFD-D326-B20F-E228E592C9E1}"/>
                    </a:ext>
                  </a:extLst>
                </p14:cNvPr>
                <p14:cNvContentPartPr/>
                <p14:nvPr/>
              </p14:nvContentPartPr>
              <p14:xfrm>
                <a:off x="10012435" y="155540"/>
                <a:ext cx="424080" cy="16178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FC196A8-CFFD-D326-B20F-E228E592C9E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003435" y="146540"/>
                  <a:ext cx="441720" cy="163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4B11176-E0F6-CA88-6506-123DB3462914}"/>
                    </a:ext>
                  </a:extLst>
                </p14:cNvPr>
                <p14:cNvContentPartPr/>
                <p14:nvPr/>
              </p14:nvContentPartPr>
              <p14:xfrm>
                <a:off x="7877995" y="158060"/>
                <a:ext cx="402120" cy="20167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4B11176-E0F6-CA88-6506-123DB346291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868995" y="149060"/>
                  <a:ext cx="419760" cy="20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7EAB712-9547-E320-6FAA-FAEACAE31FF2}"/>
                    </a:ext>
                  </a:extLst>
                </p14:cNvPr>
                <p14:cNvContentPartPr/>
                <p14:nvPr/>
              </p14:nvContentPartPr>
              <p14:xfrm>
                <a:off x="6889435" y="164900"/>
                <a:ext cx="883440" cy="20822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7EAB712-9547-E320-6FAA-FAEACAE31FF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880435" y="156260"/>
                  <a:ext cx="901080" cy="20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F9A2783-FB33-C231-A337-C5C4FBAEFC97}"/>
                    </a:ext>
                  </a:extLst>
                </p14:cNvPr>
                <p14:cNvContentPartPr/>
                <p14:nvPr/>
              </p14:nvContentPartPr>
              <p14:xfrm>
                <a:off x="6075475" y="105860"/>
                <a:ext cx="341640" cy="20268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F9A2783-FB33-C231-A337-C5C4FBAEFC9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066835" y="96860"/>
                  <a:ext cx="359280" cy="20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3034376-D9CA-EA33-B332-7B9987163BF7}"/>
                    </a:ext>
                  </a:extLst>
                </p14:cNvPr>
                <p14:cNvContentPartPr/>
                <p14:nvPr/>
              </p14:nvContentPartPr>
              <p14:xfrm>
                <a:off x="2098195" y="3741500"/>
                <a:ext cx="348840" cy="11401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3034376-D9CA-EA33-B332-7B9987163BF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089195" y="3732860"/>
                  <a:ext cx="366480" cy="11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5B6F9A3-49EB-1DE0-7CB7-6E232200F2B3}"/>
                    </a:ext>
                  </a:extLst>
                </p14:cNvPr>
                <p14:cNvContentPartPr/>
                <p14:nvPr/>
              </p14:nvContentPartPr>
              <p14:xfrm>
                <a:off x="2819275" y="3695780"/>
                <a:ext cx="298800" cy="9694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5B6F9A3-49EB-1DE0-7CB7-6E232200F2B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810275" y="3686780"/>
                  <a:ext cx="316440" cy="9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8333BF7-0779-C2A1-4D4C-1781B978C2BA}"/>
                    </a:ext>
                  </a:extLst>
                </p14:cNvPr>
                <p14:cNvContentPartPr/>
                <p14:nvPr/>
              </p14:nvContentPartPr>
              <p14:xfrm>
                <a:off x="2522995" y="4191860"/>
                <a:ext cx="865080" cy="1544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8333BF7-0779-C2A1-4D4C-1781B978C2B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514355" y="4182860"/>
                  <a:ext cx="88272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B3220BB-594C-A519-332D-3A455773D4D3}"/>
                    </a:ext>
                  </a:extLst>
                </p14:cNvPr>
                <p14:cNvContentPartPr/>
                <p14:nvPr/>
              </p14:nvContentPartPr>
              <p14:xfrm>
                <a:off x="3255235" y="4143980"/>
                <a:ext cx="666360" cy="4608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B3220BB-594C-A519-332D-3A455773D4D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246235" y="4134980"/>
                  <a:ext cx="684000" cy="47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F85E885-4D86-3113-5D0C-2380FB227578}"/>
                    </a:ext>
                  </a:extLst>
                </p14:cNvPr>
                <p14:cNvContentPartPr/>
                <p14:nvPr/>
              </p14:nvContentPartPr>
              <p14:xfrm>
                <a:off x="4122115" y="3849860"/>
                <a:ext cx="10080" cy="1054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F85E885-4D86-3113-5D0C-2380FB227578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113115" y="3841220"/>
                  <a:ext cx="277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4EBC40C-E01A-641F-D721-196370580820}"/>
                    </a:ext>
                  </a:extLst>
                </p14:cNvPr>
                <p14:cNvContentPartPr/>
                <p14:nvPr/>
              </p14:nvContentPartPr>
              <p14:xfrm>
                <a:off x="4175035" y="4140020"/>
                <a:ext cx="1108440" cy="11206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4EBC40C-E01A-641F-D721-19637058082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166395" y="4131020"/>
                  <a:ext cx="1126080" cy="11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BF43A36-171F-7DF6-7114-BC8014E88BC0}"/>
                    </a:ext>
                  </a:extLst>
                </p14:cNvPr>
                <p14:cNvContentPartPr/>
                <p14:nvPr/>
              </p14:nvContentPartPr>
              <p14:xfrm>
                <a:off x="5666515" y="3914660"/>
                <a:ext cx="401760" cy="5695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BF43A36-171F-7DF6-7114-BC8014E88BC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657875" y="3905660"/>
                  <a:ext cx="419400" cy="58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C328E9A-73A1-1D90-DBB5-B8183560E3B2}"/>
                    </a:ext>
                  </a:extLst>
                </p14:cNvPr>
                <p14:cNvContentPartPr/>
                <p14:nvPr/>
              </p14:nvContentPartPr>
              <p14:xfrm>
                <a:off x="6381835" y="4215620"/>
                <a:ext cx="583920" cy="468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C328E9A-73A1-1D90-DBB5-B8183560E3B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372835" y="4206620"/>
                  <a:ext cx="60156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221CC9D-7AF5-636B-F9A6-95AAF0C0822D}"/>
                    </a:ext>
                  </a:extLst>
                </p14:cNvPr>
                <p14:cNvContentPartPr/>
                <p14:nvPr/>
              </p14:nvContentPartPr>
              <p14:xfrm>
                <a:off x="8180755" y="3309860"/>
                <a:ext cx="1926000" cy="9864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221CC9D-7AF5-636B-F9A6-95AAF0C0822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172115" y="3300860"/>
                  <a:ext cx="1943640" cy="10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03F4E34-55B4-A0B4-18AA-0E26DECC25DA}"/>
                    </a:ext>
                  </a:extLst>
                </p14:cNvPr>
                <p14:cNvContentPartPr/>
                <p14:nvPr/>
              </p14:nvContentPartPr>
              <p14:xfrm>
                <a:off x="9110635" y="3976220"/>
                <a:ext cx="218880" cy="2224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03F4E34-55B4-A0B4-18AA-0E26DECC25D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101635" y="3967220"/>
                  <a:ext cx="2365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813E489-9588-D71A-919B-66673872C695}"/>
                    </a:ext>
                  </a:extLst>
                </p14:cNvPr>
                <p14:cNvContentPartPr/>
                <p14:nvPr/>
              </p14:nvContentPartPr>
              <p14:xfrm>
                <a:off x="9686635" y="4110500"/>
                <a:ext cx="476640" cy="2988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813E489-9588-D71A-919B-66673872C69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677995" y="4101500"/>
                  <a:ext cx="4942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102080A-56EA-A527-971B-B247651B3C0D}"/>
                    </a:ext>
                  </a:extLst>
                </p14:cNvPr>
                <p14:cNvContentPartPr/>
                <p14:nvPr/>
              </p14:nvContentPartPr>
              <p14:xfrm>
                <a:off x="10271635" y="4248020"/>
                <a:ext cx="96840" cy="1188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102080A-56EA-A527-971B-B247651B3C0D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262995" y="4239380"/>
                  <a:ext cx="11448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9446122-4961-B704-ECC5-A600B093CF74}"/>
                    </a:ext>
                  </a:extLst>
                </p14:cNvPr>
                <p14:cNvContentPartPr/>
                <p14:nvPr/>
              </p14:nvContentPartPr>
              <p14:xfrm>
                <a:off x="7416835" y="3065060"/>
                <a:ext cx="1136880" cy="20376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9446122-4961-B704-ECC5-A600B093CF7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407835" y="3056060"/>
                  <a:ext cx="1154520" cy="20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2802ED7-E4C4-C8B2-0514-38504FA62B54}"/>
                    </a:ext>
                  </a:extLst>
                </p14:cNvPr>
                <p14:cNvContentPartPr/>
                <p14:nvPr/>
              </p14:nvContentPartPr>
              <p14:xfrm>
                <a:off x="9863035" y="3269900"/>
                <a:ext cx="1051920" cy="17589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2802ED7-E4C4-C8B2-0514-38504FA62B5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854035" y="3260900"/>
                  <a:ext cx="1069560" cy="177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2DCB90D8-4DFF-B2D0-09FF-AA1AE88AE617}"/>
              </a:ext>
            </a:extLst>
          </p:cNvPr>
          <p:cNvGrpSpPr/>
          <p:nvPr/>
        </p:nvGrpSpPr>
        <p:grpSpPr>
          <a:xfrm>
            <a:off x="7612675" y="5428820"/>
            <a:ext cx="1237680" cy="590760"/>
            <a:chOff x="7612675" y="5428820"/>
            <a:chExt cx="1237680" cy="590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C79BCC8-41C7-1AB8-4D9C-17D1C59FD639}"/>
                    </a:ext>
                  </a:extLst>
                </p14:cNvPr>
                <p14:cNvContentPartPr/>
                <p14:nvPr/>
              </p14:nvContentPartPr>
              <p14:xfrm>
                <a:off x="7612675" y="5663180"/>
                <a:ext cx="349920" cy="349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C79BCC8-41C7-1AB8-4D9C-17D1C59FD63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604035" y="5654540"/>
                  <a:ext cx="3675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8FCBEED-1423-6C6D-85C2-6973106EA6EB}"/>
                    </a:ext>
                  </a:extLst>
                </p14:cNvPr>
                <p14:cNvContentPartPr/>
                <p14:nvPr/>
              </p14:nvContentPartPr>
              <p14:xfrm>
                <a:off x="8019115" y="5428820"/>
                <a:ext cx="268560" cy="5907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8FCBEED-1423-6C6D-85C2-6973106EA6E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010475" y="5420180"/>
                  <a:ext cx="286200" cy="60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97975B5-1B93-E545-19AD-D3404E94AAF1}"/>
                    </a:ext>
                  </a:extLst>
                </p14:cNvPr>
                <p14:cNvContentPartPr/>
                <p14:nvPr/>
              </p14:nvContentPartPr>
              <p14:xfrm>
                <a:off x="8835595" y="5892140"/>
                <a:ext cx="14760" cy="122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97975B5-1B93-E545-19AD-D3404E94AAF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826595" y="5883500"/>
                  <a:ext cx="32400" cy="2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4F25CE42-FE45-DD17-8536-E7CB35FFB551}"/>
              </a:ext>
            </a:extLst>
          </p:cNvPr>
          <p:cNvGrpSpPr/>
          <p:nvPr/>
        </p:nvGrpSpPr>
        <p:grpSpPr>
          <a:xfrm>
            <a:off x="9716875" y="5200220"/>
            <a:ext cx="2025000" cy="1275840"/>
            <a:chOff x="9716875" y="5200220"/>
            <a:chExt cx="2025000" cy="1275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5A1679E-C6AB-912E-23DA-5656EE90EFCA}"/>
                    </a:ext>
                  </a:extLst>
                </p14:cNvPr>
                <p14:cNvContentPartPr/>
                <p14:nvPr/>
              </p14:nvContentPartPr>
              <p14:xfrm>
                <a:off x="9716875" y="5272580"/>
                <a:ext cx="1155960" cy="5544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5A1679E-C6AB-912E-23DA-5656EE90EFC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707875" y="5263940"/>
                  <a:ext cx="1173600" cy="57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B0410A7-20FA-43A6-1D25-EAC71C831042}"/>
                    </a:ext>
                  </a:extLst>
                </p14:cNvPr>
                <p14:cNvContentPartPr/>
                <p14:nvPr/>
              </p14:nvContentPartPr>
              <p14:xfrm>
                <a:off x="11017915" y="5446100"/>
                <a:ext cx="24480" cy="208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B0410A7-20FA-43A6-1D25-EAC71C83104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009275" y="5437460"/>
                  <a:ext cx="421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B051010-AE2D-922C-82FB-74F63F0B0F76}"/>
                    </a:ext>
                  </a:extLst>
                </p14:cNvPr>
                <p14:cNvContentPartPr/>
                <p14:nvPr/>
              </p14:nvContentPartPr>
              <p14:xfrm>
                <a:off x="11054995" y="5200220"/>
                <a:ext cx="686880" cy="12758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B051010-AE2D-922C-82FB-74F63F0B0F7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046355" y="5191580"/>
                  <a:ext cx="704520" cy="129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2E3E4D27-965A-4854-CC45-84215CEB0154}"/>
                    </a:ext>
                  </a:extLst>
                </p14:cNvPr>
                <p14:cNvContentPartPr/>
                <p14:nvPr/>
              </p14:nvContentPartPr>
              <p14:xfrm>
                <a:off x="9774835" y="5841740"/>
                <a:ext cx="1303920" cy="5544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2E3E4D27-965A-4854-CC45-84215CEB015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765835" y="5832740"/>
                  <a:ext cx="1321560" cy="572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7297887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60B17AB-C394-3796-D902-8DA3B13A0D47}"/>
              </a:ext>
            </a:extLst>
          </p:cNvPr>
          <p:cNvGrpSpPr/>
          <p:nvPr/>
        </p:nvGrpSpPr>
        <p:grpSpPr>
          <a:xfrm>
            <a:off x="1352635" y="281900"/>
            <a:ext cx="568080" cy="912240"/>
            <a:chOff x="1352635" y="281900"/>
            <a:chExt cx="568080" cy="912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87086C24-C710-DBBB-51FB-B1B16068233D}"/>
                    </a:ext>
                  </a:extLst>
                </p14:cNvPr>
                <p14:cNvContentPartPr/>
                <p14:nvPr/>
              </p14:nvContentPartPr>
              <p14:xfrm>
                <a:off x="1352635" y="433100"/>
                <a:ext cx="568080" cy="76104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87086C24-C710-DBBB-51FB-B1B16068233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343635" y="424460"/>
                  <a:ext cx="585720" cy="77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E1CC066-51F0-28EC-CB3F-D261984A5234}"/>
                    </a:ext>
                  </a:extLst>
                </p14:cNvPr>
                <p14:cNvContentPartPr/>
                <p14:nvPr/>
              </p14:nvContentPartPr>
              <p14:xfrm>
                <a:off x="1439035" y="660260"/>
                <a:ext cx="446400" cy="1738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E1CC066-51F0-28EC-CB3F-D261984A523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430395" y="651620"/>
                  <a:ext cx="46404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DA0A28D2-8D84-2C4B-E59B-BA0438E99813}"/>
                    </a:ext>
                  </a:extLst>
                </p14:cNvPr>
                <p14:cNvContentPartPr/>
                <p14:nvPr/>
              </p14:nvContentPartPr>
              <p14:xfrm>
                <a:off x="1356595" y="281900"/>
                <a:ext cx="137160" cy="24012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DA0A28D2-8D84-2C4B-E59B-BA0438E9981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347955" y="272900"/>
                  <a:ext cx="154800" cy="257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597FFC20-89B7-9E13-DE73-CC35968A07C1}"/>
                  </a:ext>
                </a:extLst>
              </p14:cNvPr>
              <p14:cNvContentPartPr/>
              <p14:nvPr/>
            </p14:nvContentPartPr>
            <p14:xfrm>
              <a:off x="2310955" y="868700"/>
              <a:ext cx="93240" cy="1414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597FFC20-89B7-9E13-DE73-CC35968A07C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301955" y="860060"/>
                <a:ext cx="110880" cy="159120"/>
              </a:xfrm>
              <a:prstGeom prst="rect">
                <a:avLst/>
              </a:prstGeom>
            </p:spPr>
          </p:pic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CC9CA436-E305-6547-3014-6A01EFFECEE5}"/>
              </a:ext>
            </a:extLst>
          </p:cNvPr>
          <p:cNvGrpSpPr/>
          <p:nvPr/>
        </p:nvGrpSpPr>
        <p:grpSpPr>
          <a:xfrm>
            <a:off x="3563035" y="244820"/>
            <a:ext cx="632880" cy="652320"/>
            <a:chOff x="3563035" y="244820"/>
            <a:chExt cx="632880" cy="652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C61315D-FCD8-9722-9DCE-6AC6D7224B8B}"/>
                    </a:ext>
                  </a:extLst>
                </p14:cNvPr>
                <p14:cNvContentPartPr/>
                <p14:nvPr/>
              </p14:nvContentPartPr>
              <p14:xfrm>
                <a:off x="3563035" y="244820"/>
                <a:ext cx="416520" cy="5083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C61315D-FCD8-9722-9DCE-6AC6D7224B8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554035" y="236180"/>
                  <a:ext cx="434160" cy="52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4E013BE-4CDB-AB1F-5D97-BF7F72381993}"/>
                    </a:ext>
                  </a:extLst>
                </p14:cNvPr>
                <p14:cNvContentPartPr/>
                <p14:nvPr/>
              </p14:nvContentPartPr>
              <p14:xfrm>
                <a:off x="4019515" y="736220"/>
                <a:ext cx="176400" cy="1609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4E013BE-4CDB-AB1F-5D97-BF7F7238199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010875" y="727580"/>
                  <a:ext cx="194040" cy="178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A84D02A1-73E8-F549-3FCE-CFEB881728F3}"/>
                  </a:ext>
                </a:extLst>
              </p14:cNvPr>
              <p14:cNvContentPartPr/>
              <p14:nvPr/>
            </p14:nvContentPartPr>
            <p14:xfrm>
              <a:off x="5222635" y="340220"/>
              <a:ext cx="672120" cy="54828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A84D02A1-73E8-F549-3FCE-CFEB881728F3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213995" y="331580"/>
                <a:ext cx="689760" cy="56592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87AA4BD5-06B7-217D-1C7F-5A617B63C082}"/>
              </a:ext>
            </a:extLst>
          </p:cNvPr>
          <p:cNvGrpSpPr/>
          <p:nvPr/>
        </p:nvGrpSpPr>
        <p:grpSpPr>
          <a:xfrm>
            <a:off x="6472195" y="116660"/>
            <a:ext cx="504360" cy="778320"/>
            <a:chOff x="6472195" y="116660"/>
            <a:chExt cx="504360" cy="778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0BBB80D-D0BF-A694-BA26-6333393BE731}"/>
                    </a:ext>
                  </a:extLst>
                </p14:cNvPr>
                <p14:cNvContentPartPr/>
                <p14:nvPr/>
              </p14:nvContentPartPr>
              <p14:xfrm>
                <a:off x="6472195" y="502940"/>
                <a:ext cx="118440" cy="2174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0BBB80D-D0BF-A694-BA26-6333393BE73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463195" y="494300"/>
                  <a:ext cx="13608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E2BE3DC-7B39-74D0-26C5-11913F4DADA8}"/>
                    </a:ext>
                  </a:extLst>
                </p14:cNvPr>
                <p14:cNvContentPartPr/>
                <p14:nvPr/>
              </p14:nvContentPartPr>
              <p14:xfrm>
                <a:off x="6607195" y="116660"/>
                <a:ext cx="369360" cy="7783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E2BE3DC-7B39-74D0-26C5-11913F4DADA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598555" y="108020"/>
                  <a:ext cx="387000" cy="795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3C00805F-398D-8362-E529-7938A6F55AE0}"/>
                  </a:ext>
                </a:extLst>
              </p14:cNvPr>
              <p14:cNvContentPartPr/>
              <p14:nvPr/>
            </p14:nvContentPartPr>
            <p14:xfrm>
              <a:off x="7546435" y="645140"/>
              <a:ext cx="138960" cy="22824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3C00805F-398D-8362-E529-7938A6F55AE0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7537795" y="636500"/>
                <a:ext cx="156600" cy="245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E785FA63-4729-1E41-631F-98FCAEAEEFFD}"/>
              </a:ext>
            </a:extLst>
          </p:cNvPr>
          <p:cNvGrpSpPr/>
          <p:nvPr/>
        </p:nvGrpSpPr>
        <p:grpSpPr>
          <a:xfrm>
            <a:off x="1997035" y="2249300"/>
            <a:ext cx="1088280" cy="494280"/>
            <a:chOff x="1997035" y="2249300"/>
            <a:chExt cx="1088280" cy="494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F44C1D7-7196-652F-1F3F-8DDB72831131}"/>
                    </a:ext>
                  </a:extLst>
                </p14:cNvPr>
                <p14:cNvContentPartPr/>
                <p14:nvPr/>
              </p14:nvContentPartPr>
              <p14:xfrm>
                <a:off x="1997035" y="2249300"/>
                <a:ext cx="674640" cy="4942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F44C1D7-7196-652F-1F3F-8DDB7283113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988395" y="2240300"/>
                  <a:ext cx="692280" cy="51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E5BBA948-CC6D-4A11-9186-AAA9F391E542}"/>
                    </a:ext>
                  </a:extLst>
                </p14:cNvPr>
                <p14:cNvContentPartPr/>
                <p14:nvPr/>
              </p14:nvContentPartPr>
              <p14:xfrm>
                <a:off x="2956075" y="2570420"/>
                <a:ext cx="129240" cy="1220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E5BBA948-CC6D-4A11-9186-AAA9F391E54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947075" y="2561420"/>
                  <a:ext cx="146880" cy="139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7B39EF35-D480-EA95-59AD-2BE11196D4A8}"/>
                  </a:ext>
                </a:extLst>
              </p14:cNvPr>
              <p14:cNvContentPartPr/>
              <p14:nvPr/>
            </p14:nvContentPartPr>
            <p14:xfrm>
              <a:off x="3784795" y="1984700"/>
              <a:ext cx="563760" cy="67572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7B39EF35-D480-EA95-59AD-2BE11196D4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775795" y="1975700"/>
                <a:ext cx="581400" cy="69336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2590CDE2-72AF-B861-4603-3EC944D3171F}"/>
              </a:ext>
            </a:extLst>
          </p:cNvPr>
          <p:cNvGrpSpPr/>
          <p:nvPr/>
        </p:nvGrpSpPr>
        <p:grpSpPr>
          <a:xfrm>
            <a:off x="4988995" y="2004500"/>
            <a:ext cx="452520" cy="875520"/>
            <a:chOff x="4988995" y="2004500"/>
            <a:chExt cx="452520" cy="875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BC46552-AC3C-0040-FBF5-F9A62239CCFA}"/>
                    </a:ext>
                  </a:extLst>
                </p14:cNvPr>
                <p14:cNvContentPartPr/>
                <p14:nvPr/>
              </p14:nvContentPartPr>
              <p14:xfrm>
                <a:off x="5137675" y="2004500"/>
                <a:ext cx="303840" cy="5558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BC46552-AC3C-0040-FBF5-F9A62239CCF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129035" y="1995860"/>
                  <a:ext cx="321480" cy="57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E4D0B8C-14FE-BB55-EB9B-40F186C23D06}"/>
                    </a:ext>
                  </a:extLst>
                </p14:cNvPr>
                <p14:cNvContentPartPr/>
                <p14:nvPr/>
              </p14:nvContentPartPr>
              <p14:xfrm>
                <a:off x="4988995" y="2662580"/>
                <a:ext cx="142560" cy="2174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E4D0B8C-14FE-BB55-EB9B-40F186C23D0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980355" y="2653940"/>
                  <a:ext cx="160200" cy="23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B140E65-7EE8-FC86-DD38-43D64DD5E9C4}"/>
              </a:ext>
            </a:extLst>
          </p:cNvPr>
          <p:cNvGrpSpPr/>
          <p:nvPr/>
        </p:nvGrpSpPr>
        <p:grpSpPr>
          <a:xfrm>
            <a:off x="6373195" y="1803260"/>
            <a:ext cx="693720" cy="901080"/>
            <a:chOff x="6373195" y="1803260"/>
            <a:chExt cx="693720" cy="901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62911C9-795C-C5D6-A0A0-86CC54ECCA5F}"/>
                    </a:ext>
                  </a:extLst>
                </p14:cNvPr>
                <p14:cNvContentPartPr/>
                <p14:nvPr/>
              </p14:nvContentPartPr>
              <p14:xfrm>
                <a:off x="6373195" y="2540180"/>
                <a:ext cx="224640" cy="1641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62911C9-795C-C5D6-A0A0-86CC54ECCA5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364555" y="2531180"/>
                  <a:ext cx="24228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16A01B0-05BA-2641-4CC8-96F95D6ABAE1}"/>
                    </a:ext>
                  </a:extLst>
                </p14:cNvPr>
                <p14:cNvContentPartPr/>
                <p14:nvPr/>
              </p14:nvContentPartPr>
              <p14:xfrm>
                <a:off x="6581275" y="1803260"/>
                <a:ext cx="485640" cy="6890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16A01B0-05BA-2641-4CC8-96F95D6ABAE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572635" y="1794620"/>
                  <a:ext cx="503280" cy="706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2C890302-E27A-09FC-FBBC-7BDEC2CE1765}"/>
                  </a:ext>
                </a:extLst>
              </p14:cNvPr>
              <p14:cNvContentPartPr/>
              <p14:nvPr/>
            </p14:nvContentPartPr>
            <p14:xfrm>
              <a:off x="8491795" y="113060"/>
              <a:ext cx="909360" cy="273348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2C890302-E27A-09FC-FBBC-7BDEC2CE1765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483155" y="104060"/>
                <a:ext cx="927000" cy="275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B4EC02E1-191C-5478-35D1-BBD2E5238DE8}"/>
                  </a:ext>
                </a:extLst>
              </p14:cNvPr>
              <p14:cNvContentPartPr/>
              <p14:nvPr/>
            </p14:nvContentPartPr>
            <p14:xfrm>
              <a:off x="9785635" y="2264420"/>
              <a:ext cx="17280" cy="5148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B4EC02E1-191C-5478-35D1-BBD2E5238DE8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9776995" y="2255420"/>
                <a:ext cx="34920" cy="69120"/>
              </a:xfrm>
              <a:prstGeom prst="rect">
                <a:avLst/>
              </a:prstGeom>
            </p:spPr>
          </p:pic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9A653471-21C1-9B8E-3EDC-FCED3DBDA998}"/>
              </a:ext>
            </a:extLst>
          </p:cNvPr>
          <p:cNvGrpSpPr/>
          <p:nvPr/>
        </p:nvGrpSpPr>
        <p:grpSpPr>
          <a:xfrm>
            <a:off x="3316435" y="3561860"/>
            <a:ext cx="5851080" cy="1319400"/>
            <a:chOff x="3316435" y="3561860"/>
            <a:chExt cx="5851080" cy="1319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63D4750-6F75-AD0E-F928-732EA2BA02C4}"/>
                    </a:ext>
                  </a:extLst>
                </p14:cNvPr>
                <p14:cNvContentPartPr/>
                <p14:nvPr/>
              </p14:nvContentPartPr>
              <p14:xfrm>
                <a:off x="3316435" y="3946340"/>
                <a:ext cx="594720" cy="9349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63D4750-6F75-AD0E-F928-732EA2BA02C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307795" y="3937340"/>
                  <a:ext cx="612360" cy="9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CB1A1AB-760A-ADDC-266E-ED792A7BD671}"/>
                    </a:ext>
                  </a:extLst>
                </p14:cNvPr>
                <p14:cNvContentPartPr/>
                <p14:nvPr/>
              </p14:nvContentPartPr>
              <p14:xfrm>
                <a:off x="3371875" y="4222100"/>
                <a:ext cx="668520" cy="2530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CB1A1AB-760A-ADDC-266E-ED792A7BD67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363235" y="4213100"/>
                  <a:ext cx="68616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C0B3BA1-173D-5742-E22D-5492A6721E05}"/>
                    </a:ext>
                  </a:extLst>
                </p14:cNvPr>
                <p14:cNvContentPartPr/>
                <p14:nvPr/>
              </p14:nvContentPartPr>
              <p14:xfrm>
                <a:off x="4316155" y="3614420"/>
                <a:ext cx="405360" cy="10288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C0B3BA1-173D-5742-E22D-5492A6721E0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307155" y="3605420"/>
                  <a:ext cx="423000" cy="10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9D0C681-4E8B-4BAB-683D-1620FEA02FD1}"/>
                    </a:ext>
                  </a:extLst>
                </p14:cNvPr>
                <p14:cNvContentPartPr/>
                <p14:nvPr/>
              </p14:nvContentPartPr>
              <p14:xfrm>
                <a:off x="4997275" y="3637460"/>
                <a:ext cx="975960" cy="7711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9D0C681-4E8B-4BAB-683D-1620FEA02FD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988635" y="3628820"/>
                  <a:ext cx="993600" cy="78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BD64580-2804-E988-885B-9EEC93032FD8}"/>
                    </a:ext>
                  </a:extLst>
                </p14:cNvPr>
                <p14:cNvContentPartPr/>
                <p14:nvPr/>
              </p14:nvContentPartPr>
              <p14:xfrm>
                <a:off x="6092395" y="3773900"/>
                <a:ext cx="97920" cy="784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BD64580-2804-E988-885B-9EEC93032FD8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083395" y="3765260"/>
                  <a:ext cx="11556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7FD3362-D036-3116-D908-197183E11690}"/>
                    </a:ext>
                  </a:extLst>
                </p14:cNvPr>
                <p14:cNvContentPartPr/>
                <p14:nvPr/>
              </p14:nvContentPartPr>
              <p14:xfrm>
                <a:off x="6316675" y="3884420"/>
                <a:ext cx="265320" cy="4755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7FD3362-D036-3116-D908-197183E1169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307675" y="3875420"/>
                  <a:ext cx="282960" cy="49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53E37AC-6651-0EF1-3AB0-FE9208464E8B}"/>
                    </a:ext>
                  </a:extLst>
                </p14:cNvPr>
                <p14:cNvContentPartPr/>
                <p14:nvPr/>
              </p14:nvContentPartPr>
              <p14:xfrm>
                <a:off x="6713035" y="3561860"/>
                <a:ext cx="2454480" cy="6951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53E37AC-6651-0EF1-3AB0-FE9208464E8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704395" y="3552860"/>
                  <a:ext cx="2472120" cy="712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40AFF53C-6F58-625B-FCC6-202C71143FE9}"/>
                  </a:ext>
                </a:extLst>
              </p14:cNvPr>
              <p14:cNvContentPartPr/>
              <p14:nvPr/>
            </p14:nvContentPartPr>
            <p14:xfrm>
              <a:off x="3835195" y="5076020"/>
              <a:ext cx="786600" cy="18036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40AFF53C-6F58-625B-FCC6-202C71143FE9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3826195" y="5067380"/>
                <a:ext cx="804240" cy="19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A1A2FBA5-6A77-932C-B820-80CD883C0EA3}"/>
                  </a:ext>
                </a:extLst>
              </p14:cNvPr>
              <p14:cNvContentPartPr/>
              <p14:nvPr/>
            </p14:nvContentPartPr>
            <p14:xfrm>
              <a:off x="4947235" y="4688660"/>
              <a:ext cx="624600" cy="10224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A1A2FBA5-6A77-932C-B820-80CD883C0EA3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4938235" y="4680020"/>
                <a:ext cx="642240" cy="11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44B552D3-96DF-537E-8CBE-B87A8B361B63}"/>
                  </a:ext>
                </a:extLst>
              </p14:cNvPr>
              <p14:cNvContentPartPr/>
              <p14:nvPr/>
            </p14:nvContentPartPr>
            <p14:xfrm>
              <a:off x="6904915" y="4626740"/>
              <a:ext cx="1245960" cy="3708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44B552D3-96DF-537E-8CBE-B87A8B361B6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6896275" y="4618100"/>
                <a:ext cx="1263600" cy="5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0F9658EB-4121-E3BE-73C7-E95E91EE0272}"/>
                  </a:ext>
                </a:extLst>
              </p14:cNvPr>
              <p14:cNvContentPartPr/>
              <p14:nvPr/>
            </p14:nvContentPartPr>
            <p14:xfrm>
              <a:off x="8834155" y="4840580"/>
              <a:ext cx="634680" cy="2844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0F9658EB-4121-E3BE-73C7-E95E91EE0272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8825515" y="4831940"/>
                <a:ext cx="652320" cy="4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3DCB4115-C708-8B2C-6A4E-81EE26A2E754}"/>
                  </a:ext>
                </a:extLst>
              </p14:cNvPr>
              <p14:cNvContentPartPr/>
              <p14:nvPr/>
            </p14:nvContentPartPr>
            <p14:xfrm>
              <a:off x="1217275" y="3280700"/>
              <a:ext cx="1115640" cy="108936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3DCB4115-C708-8B2C-6A4E-81EE26A2E754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1208635" y="3271700"/>
                <a:ext cx="1133280" cy="1107000"/>
              </a:xfrm>
              <a:prstGeom prst="rect">
                <a:avLst/>
              </a:prstGeom>
            </p:spPr>
          </p:pic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9466F434-81A7-6FD2-4679-E3F3F804F5B0}"/>
              </a:ext>
            </a:extLst>
          </p:cNvPr>
          <p:cNvGrpSpPr/>
          <p:nvPr/>
        </p:nvGrpSpPr>
        <p:grpSpPr>
          <a:xfrm>
            <a:off x="2887675" y="5761460"/>
            <a:ext cx="1792800" cy="514080"/>
            <a:chOff x="2887675" y="5761460"/>
            <a:chExt cx="1792800" cy="514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4724935-C2B6-9764-E261-FA06AFCC8475}"/>
                    </a:ext>
                  </a:extLst>
                </p14:cNvPr>
                <p14:cNvContentPartPr/>
                <p14:nvPr/>
              </p14:nvContentPartPr>
              <p14:xfrm>
                <a:off x="2887675" y="5761460"/>
                <a:ext cx="1384200" cy="5140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04724935-C2B6-9764-E261-FA06AFCC847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79035" y="5752460"/>
                  <a:ext cx="1401840" cy="53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7192E33-6B83-0F62-6BE7-BE8EA6DEE0EE}"/>
                    </a:ext>
                  </a:extLst>
                </p14:cNvPr>
                <p14:cNvContentPartPr/>
                <p14:nvPr/>
              </p14:nvContentPartPr>
              <p14:xfrm>
                <a:off x="4395715" y="5973500"/>
                <a:ext cx="284760" cy="525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7192E33-6B83-0F62-6BE7-BE8EA6DEE0E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387075" y="5964860"/>
                  <a:ext cx="302400" cy="70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F43C831A-8371-E58B-0C3E-9834F25E1025}"/>
                  </a:ext>
                </a:extLst>
              </p14:cNvPr>
              <p14:cNvContentPartPr/>
              <p14:nvPr/>
            </p14:nvContentPartPr>
            <p14:xfrm>
              <a:off x="6688915" y="5659940"/>
              <a:ext cx="626400" cy="47988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F43C831A-8371-E58B-0C3E-9834F25E1025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6679915" y="5651300"/>
                <a:ext cx="644040" cy="497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620542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roup 57">
            <a:extLst>
              <a:ext uri="{FF2B5EF4-FFF2-40B4-BE49-F238E27FC236}">
                <a16:creationId xmlns:a16="http://schemas.microsoft.com/office/drawing/2014/main" id="{C5AD81FF-67BF-19F8-C67D-329C01B5A49E}"/>
              </a:ext>
            </a:extLst>
          </p:cNvPr>
          <p:cNvGrpSpPr/>
          <p:nvPr/>
        </p:nvGrpSpPr>
        <p:grpSpPr>
          <a:xfrm>
            <a:off x="584395" y="2204660"/>
            <a:ext cx="10870560" cy="4318560"/>
            <a:chOff x="584395" y="2204660"/>
            <a:chExt cx="10870560" cy="4318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4CC792E-2BE3-5CD7-635D-C9190F399464}"/>
                    </a:ext>
                  </a:extLst>
                </p14:cNvPr>
                <p14:cNvContentPartPr/>
                <p14:nvPr/>
              </p14:nvContentPartPr>
              <p14:xfrm>
                <a:off x="584395" y="3197180"/>
                <a:ext cx="44640" cy="6120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4CC792E-2BE3-5CD7-635D-C9190F399464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75395" y="3188180"/>
                  <a:ext cx="62280" cy="62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849CDD9-E9D7-81B2-1A50-5BDFA363AE1D}"/>
                    </a:ext>
                  </a:extLst>
                </p14:cNvPr>
                <p14:cNvContentPartPr/>
                <p14:nvPr/>
              </p14:nvContentPartPr>
              <p14:xfrm>
                <a:off x="873475" y="3421820"/>
                <a:ext cx="632160" cy="2419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849CDD9-E9D7-81B2-1A50-5BDFA363AE1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64835" y="3412820"/>
                  <a:ext cx="6498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1ADC0EF-5BF3-61BE-F9E3-2574A52B1AF7}"/>
                    </a:ext>
                  </a:extLst>
                </p14:cNvPr>
                <p14:cNvContentPartPr/>
                <p14:nvPr/>
              </p14:nvContentPartPr>
              <p14:xfrm>
                <a:off x="1610035" y="3144620"/>
                <a:ext cx="133560" cy="4899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1ADC0EF-5BF3-61BE-F9E3-2574A52B1AF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601035" y="3135620"/>
                  <a:ext cx="151200" cy="50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C7A7871-AC76-2AFA-019B-8A964CC81EF0}"/>
                    </a:ext>
                  </a:extLst>
                </p14:cNvPr>
                <p14:cNvContentPartPr/>
                <p14:nvPr/>
              </p14:nvContentPartPr>
              <p14:xfrm>
                <a:off x="2414635" y="2852660"/>
                <a:ext cx="159480" cy="8661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C7A7871-AC76-2AFA-019B-8A964CC81EF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405995" y="2843660"/>
                  <a:ext cx="177120" cy="88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2DD8D34-41B2-2DF6-2B55-36DA3B9EEB2D}"/>
                    </a:ext>
                  </a:extLst>
                </p14:cNvPr>
                <p14:cNvContentPartPr/>
                <p14:nvPr/>
              </p14:nvContentPartPr>
              <p14:xfrm>
                <a:off x="1903435" y="3099620"/>
                <a:ext cx="79920" cy="1648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2DD8D34-41B2-2DF6-2B55-36DA3B9EEB2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894435" y="3090620"/>
                  <a:ext cx="975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D505CD1-0959-C498-100C-C2B2480EA65A}"/>
                    </a:ext>
                  </a:extLst>
                </p14:cNvPr>
                <p14:cNvContentPartPr/>
                <p14:nvPr/>
              </p14:nvContentPartPr>
              <p14:xfrm>
                <a:off x="2092795" y="3074060"/>
                <a:ext cx="8640" cy="655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D505CD1-0959-C498-100C-C2B2480EA65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083795" y="3065060"/>
                  <a:ext cx="2628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3281776-0A6A-E34D-62A4-34738C77913A}"/>
                    </a:ext>
                  </a:extLst>
                </p14:cNvPr>
                <p14:cNvContentPartPr/>
                <p14:nvPr/>
              </p14:nvContentPartPr>
              <p14:xfrm>
                <a:off x="2067235" y="3109700"/>
                <a:ext cx="177840" cy="4842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3281776-0A6A-E34D-62A4-34738C77913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058235" y="3101060"/>
                  <a:ext cx="195480" cy="50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EC9572B-7D19-98F8-8B50-AA6E4CDB7CD5}"/>
                    </a:ext>
                  </a:extLst>
                </p14:cNvPr>
                <p14:cNvContentPartPr/>
                <p14:nvPr/>
              </p14:nvContentPartPr>
              <p14:xfrm>
                <a:off x="2196475" y="3216260"/>
                <a:ext cx="370440" cy="1076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EC9572B-7D19-98F8-8B50-AA6E4CDB7CD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187475" y="3207260"/>
                  <a:ext cx="3880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516E575-6141-9B19-F856-219E85A06386}"/>
                    </a:ext>
                  </a:extLst>
                </p14:cNvPr>
                <p14:cNvContentPartPr/>
                <p14:nvPr/>
              </p14:nvContentPartPr>
              <p14:xfrm>
                <a:off x="2571235" y="2989460"/>
                <a:ext cx="50040" cy="1695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516E575-6141-9B19-F856-219E85A0638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562595" y="2980460"/>
                  <a:ext cx="676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634F982-0C0D-84CF-ECB4-68E37814035C}"/>
                    </a:ext>
                  </a:extLst>
                </p14:cNvPr>
                <p14:cNvContentPartPr/>
                <p14:nvPr/>
              </p14:nvContentPartPr>
              <p14:xfrm>
                <a:off x="2780035" y="2936180"/>
                <a:ext cx="83520" cy="1969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634F982-0C0D-84CF-ECB4-68E37814035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771035" y="2927180"/>
                  <a:ext cx="10116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23C9FB8-9C7A-3608-C7F3-526DCCBB14A9}"/>
                    </a:ext>
                  </a:extLst>
                </p14:cNvPr>
                <p14:cNvContentPartPr/>
                <p14:nvPr/>
              </p14:nvContentPartPr>
              <p14:xfrm>
                <a:off x="875995" y="4227140"/>
                <a:ext cx="664560" cy="5464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23C9FB8-9C7A-3608-C7F3-526DCCBB14A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67355" y="4218500"/>
                  <a:ext cx="682200" cy="56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E0091F2-28FB-D8E8-99E9-C8FA0F129332}"/>
                    </a:ext>
                  </a:extLst>
                </p14:cNvPr>
                <p14:cNvContentPartPr/>
                <p14:nvPr/>
              </p14:nvContentPartPr>
              <p14:xfrm>
                <a:off x="608515" y="3762380"/>
                <a:ext cx="1311480" cy="13132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E0091F2-28FB-D8E8-99E9-C8FA0F12933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99515" y="3753740"/>
                  <a:ext cx="1329120" cy="133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7083F1E-0AC3-58E6-FCBC-DE96B069E924}"/>
                    </a:ext>
                  </a:extLst>
                </p14:cNvPr>
                <p14:cNvContentPartPr/>
                <p14:nvPr/>
              </p14:nvContentPartPr>
              <p14:xfrm>
                <a:off x="2102515" y="4462220"/>
                <a:ext cx="983160" cy="414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7083F1E-0AC3-58E6-FCBC-DE96B069E92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093515" y="4453220"/>
                  <a:ext cx="100080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B8F5B8D-D6BB-1997-7C09-573CAD150671}"/>
                    </a:ext>
                  </a:extLst>
                </p14:cNvPr>
                <p14:cNvContentPartPr/>
                <p14:nvPr/>
              </p14:nvContentPartPr>
              <p14:xfrm>
                <a:off x="2782555" y="4126700"/>
                <a:ext cx="403200" cy="6440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B8F5B8D-D6BB-1997-7C09-573CAD15067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773555" y="4117700"/>
                  <a:ext cx="420840" cy="66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D39954F1-3982-BE71-1CF1-C69E7A7C5EE2}"/>
                    </a:ext>
                  </a:extLst>
                </p14:cNvPr>
                <p14:cNvContentPartPr/>
                <p14:nvPr/>
              </p14:nvContentPartPr>
              <p14:xfrm>
                <a:off x="3735115" y="2434340"/>
                <a:ext cx="642960" cy="144180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D39954F1-3982-BE71-1CF1-C69E7A7C5EE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726475" y="2425340"/>
                  <a:ext cx="660600" cy="145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9B173262-EDFA-98D6-7A0A-E3CD02DEB271}"/>
                    </a:ext>
                  </a:extLst>
                </p14:cNvPr>
                <p14:cNvContentPartPr/>
                <p14:nvPr/>
              </p14:nvContentPartPr>
              <p14:xfrm>
                <a:off x="3758155" y="3117260"/>
                <a:ext cx="856080" cy="2368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9B173262-EDFA-98D6-7A0A-E3CD02DEB27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749515" y="3108620"/>
                  <a:ext cx="87372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01080A17-4574-3FBF-F079-83FD6CF92272}"/>
                    </a:ext>
                  </a:extLst>
                </p14:cNvPr>
                <p14:cNvContentPartPr/>
                <p14:nvPr/>
              </p14:nvContentPartPr>
              <p14:xfrm>
                <a:off x="4775875" y="2878940"/>
                <a:ext cx="951480" cy="2790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01080A17-4574-3FBF-F079-83FD6CF9227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766875" y="2869940"/>
                  <a:ext cx="969120" cy="29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7BC03B3-8D17-EB3F-1265-99A6EC98EBF1}"/>
                    </a:ext>
                  </a:extLst>
                </p14:cNvPr>
                <p14:cNvContentPartPr/>
                <p14:nvPr/>
              </p14:nvContentPartPr>
              <p14:xfrm>
                <a:off x="5993395" y="2773460"/>
                <a:ext cx="63000" cy="2304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7BC03B3-8D17-EB3F-1265-99A6EC98EBF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984755" y="2764460"/>
                  <a:ext cx="8064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9BF2514-C811-FA4C-9736-9B2DCC68C993}"/>
                    </a:ext>
                  </a:extLst>
                </p14:cNvPr>
                <p14:cNvContentPartPr/>
                <p14:nvPr/>
              </p14:nvContentPartPr>
              <p14:xfrm>
                <a:off x="6182755" y="2544500"/>
                <a:ext cx="30600" cy="579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9BF2514-C811-FA4C-9736-9B2DCC68C99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174115" y="2535500"/>
                  <a:ext cx="4824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6976E3A-A2B7-CF3C-E7C4-407C2AB1B980}"/>
                    </a:ext>
                  </a:extLst>
                </p14:cNvPr>
                <p14:cNvContentPartPr/>
                <p14:nvPr/>
              </p14:nvContentPartPr>
              <p14:xfrm>
                <a:off x="6725275" y="2204660"/>
                <a:ext cx="149760" cy="7556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6976E3A-A2B7-CF3C-E7C4-407C2AB1B98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716635" y="2196020"/>
                  <a:ext cx="167400" cy="77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D33BD49-597F-7716-7F92-1FBE60AA169C}"/>
                    </a:ext>
                  </a:extLst>
                </p14:cNvPr>
                <p14:cNvContentPartPr/>
                <p14:nvPr/>
              </p14:nvContentPartPr>
              <p14:xfrm>
                <a:off x="6430075" y="2572940"/>
                <a:ext cx="1215000" cy="540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D33BD49-597F-7716-7F92-1FBE60AA169C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421075" y="2564300"/>
                  <a:ext cx="123264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87721A4-8FE2-9B71-7290-A7698BE087AC}"/>
                    </a:ext>
                  </a:extLst>
                </p14:cNvPr>
                <p14:cNvContentPartPr/>
                <p14:nvPr/>
              </p14:nvContentPartPr>
              <p14:xfrm>
                <a:off x="4177555" y="5333060"/>
                <a:ext cx="3502080" cy="1965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87721A4-8FE2-9B71-7290-A7698BE087A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168555" y="5324060"/>
                  <a:ext cx="351972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A9F1E12-634F-05F7-F01E-C0A2A6BDFCD8}"/>
                    </a:ext>
                  </a:extLst>
                </p14:cNvPr>
                <p14:cNvContentPartPr/>
                <p14:nvPr/>
              </p14:nvContentPartPr>
              <p14:xfrm>
                <a:off x="7282915" y="4746980"/>
                <a:ext cx="936720" cy="11311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A9F1E12-634F-05F7-F01E-C0A2A6BDFCD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274275" y="4738340"/>
                  <a:ext cx="954360" cy="11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5E0D5BA-C0B7-A449-F3E5-B9AC7EE5B9A8}"/>
                    </a:ext>
                  </a:extLst>
                </p14:cNvPr>
                <p14:cNvContentPartPr/>
                <p14:nvPr/>
              </p14:nvContentPartPr>
              <p14:xfrm>
                <a:off x="3755275" y="3864620"/>
                <a:ext cx="187200" cy="8463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5E0D5BA-C0B7-A449-F3E5-B9AC7EE5B9A8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746275" y="3855620"/>
                  <a:ext cx="204840" cy="86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E5BBE56-8F2A-0044-8147-6367D130C5EB}"/>
                    </a:ext>
                  </a:extLst>
                </p14:cNvPr>
                <p14:cNvContentPartPr/>
                <p14:nvPr/>
              </p14:nvContentPartPr>
              <p14:xfrm>
                <a:off x="3517315" y="4707020"/>
                <a:ext cx="468000" cy="3927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E5BBE56-8F2A-0044-8147-6367D130C5E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508675" y="4698380"/>
                  <a:ext cx="485640" cy="41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65CA002-A4CA-8D83-7B7F-BB7AB37F27AF}"/>
                    </a:ext>
                  </a:extLst>
                </p14:cNvPr>
                <p14:cNvContentPartPr/>
                <p14:nvPr/>
              </p14:nvContentPartPr>
              <p14:xfrm>
                <a:off x="4993675" y="3189260"/>
                <a:ext cx="171720" cy="7261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65CA002-A4CA-8D83-7B7F-BB7AB37F27A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985035" y="3180260"/>
                  <a:ext cx="189360" cy="74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84F5213-3FC8-A527-D168-8C1B3B81A76F}"/>
                    </a:ext>
                  </a:extLst>
                </p14:cNvPr>
                <p14:cNvContentPartPr/>
                <p14:nvPr/>
              </p14:nvContentPartPr>
              <p14:xfrm>
                <a:off x="4851475" y="4274300"/>
                <a:ext cx="165960" cy="3661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84F5213-3FC8-A527-D168-8C1B3B81A76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42475" y="4265300"/>
                  <a:ext cx="183600" cy="3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F3F8B2E-2815-A135-FC07-A7610196D435}"/>
                    </a:ext>
                  </a:extLst>
                </p14:cNvPr>
                <p14:cNvContentPartPr/>
                <p14:nvPr/>
              </p14:nvContentPartPr>
              <p14:xfrm>
                <a:off x="6038035" y="3115100"/>
                <a:ext cx="187560" cy="7221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F3F8B2E-2815-A135-FC07-A7610196D43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029035" y="3106460"/>
                  <a:ext cx="205200" cy="73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817A046-F227-A7C5-E5C0-FEC36D2EE7A5}"/>
                    </a:ext>
                  </a:extLst>
                </p14:cNvPr>
                <p14:cNvContentPartPr/>
                <p14:nvPr/>
              </p14:nvContentPartPr>
              <p14:xfrm>
                <a:off x="5936875" y="4088180"/>
                <a:ext cx="506880" cy="3297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817A046-F227-A7C5-E5C0-FEC36D2EE7A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927875" y="4079180"/>
                  <a:ext cx="52452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FFF1052-BDE8-3DDF-5DBA-57D5591B8935}"/>
                    </a:ext>
                  </a:extLst>
                </p14:cNvPr>
                <p14:cNvContentPartPr/>
                <p14:nvPr/>
              </p14:nvContentPartPr>
              <p14:xfrm>
                <a:off x="7222075" y="3012140"/>
                <a:ext cx="137880" cy="5374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FFF1052-BDE8-3DDF-5DBA-57D5591B893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213435" y="3003140"/>
                  <a:ext cx="155520" cy="55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88DFB9C-30A8-977B-EFE2-A1353D0E5DAA}"/>
                    </a:ext>
                  </a:extLst>
                </p14:cNvPr>
                <p14:cNvContentPartPr/>
                <p14:nvPr/>
              </p14:nvContentPartPr>
              <p14:xfrm>
                <a:off x="7205155" y="3704060"/>
                <a:ext cx="395640" cy="5022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88DFB9C-30A8-977B-EFE2-A1353D0E5DAA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196515" y="3695420"/>
                  <a:ext cx="413280" cy="51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B89C2EB-44D0-4911-A19B-5317E961ACE7}"/>
                    </a:ext>
                  </a:extLst>
                </p14:cNvPr>
                <p14:cNvContentPartPr/>
                <p14:nvPr/>
              </p14:nvContentPartPr>
              <p14:xfrm>
                <a:off x="5064235" y="6157100"/>
                <a:ext cx="765720" cy="795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B89C2EB-44D0-4911-A19B-5317E961ACE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055235" y="6148100"/>
                  <a:ext cx="78336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88B2F65-8B47-7358-615C-4D0C4B0B6745}"/>
                    </a:ext>
                  </a:extLst>
                </p14:cNvPr>
                <p14:cNvContentPartPr/>
                <p14:nvPr/>
              </p14:nvContentPartPr>
              <p14:xfrm>
                <a:off x="5409835" y="5966300"/>
                <a:ext cx="105120" cy="3895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88B2F65-8B47-7358-615C-4D0C4B0B674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401195" y="5957660"/>
                  <a:ext cx="122760" cy="40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3BEDF3E-E7D7-B6E1-CCB9-482700AAEAC2}"/>
                    </a:ext>
                  </a:extLst>
                </p14:cNvPr>
                <p14:cNvContentPartPr/>
                <p14:nvPr/>
              </p14:nvContentPartPr>
              <p14:xfrm>
                <a:off x="5793235" y="5899700"/>
                <a:ext cx="415080" cy="3387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3BEDF3E-E7D7-B6E1-CCB9-482700AAEAC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784595" y="5891060"/>
                  <a:ext cx="43272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57E0E28-7A0D-E89B-86A9-23061EBCCE3A}"/>
                    </a:ext>
                  </a:extLst>
                </p14:cNvPr>
                <p14:cNvContentPartPr/>
                <p14:nvPr/>
              </p14:nvContentPartPr>
              <p14:xfrm>
                <a:off x="6422515" y="5893940"/>
                <a:ext cx="648000" cy="4219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57E0E28-7A0D-E89B-86A9-23061EBCCE3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413515" y="5884940"/>
                  <a:ext cx="665640" cy="43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DF1F355-1E13-51C6-2F11-5A154D131576}"/>
                    </a:ext>
                  </a:extLst>
                </p14:cNvPr>
                <p14:cNvContentPartPr/>
                <p14:nvPr/>
              </p14:nvContentPartPr>
              <p14:xfrm>
                <a:off x="7614835" y="6197060"/>
                <a:ext cx="110520" cy="3121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DF1F355-1E13-51C6-2F11-5A154D13157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605835" y="6188420"/>
                  <a:ext cx="128160" cy="32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6CE9E07-2F0B-06C4-14D7-D658E33319F8}"/>
                    </a:ext>
                  </a:extLst>
                </p14:cNvPr>
                <p14:cNvContentPartPr/>
                <p14:nvPr/>
              </p14:nvContentPartPr>
              <p14:xfrm>
                <a:off x="7840915" y="5872700"/>
                <a:ext cx="25560" cy="1098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6CE9E07-2F0B-06C4-14D7-D658E33319F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831915" y="5864060"/>
                  <a:ext cx="4320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618DCC3-F853-841B-BB4D-18AAB84CA3D7}"/>
                    </a:ext>
                  </a:extLst>
                </p14:cNvPr>
                <p14:cNvContentPartPr/>
                <p14:nvPr/>
              </p14:nvContentPartPr>
              <p14:xfrm>
                <a:off x="7893835" y="6165740"/>
                <a:ext cx="293400" cy="3096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618DCC3-F853-841B-BB4D-18AAB84CA3D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884835" y="6156740"/>
                  <a:ext cx="31104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8D9B4A3-4281-462B-8F5C-3BE006C03107}"/>
                    </a:ext>
                  </a:extLst>
                </p14:cNvPr>
                <p14:cNvContentPartPr/>
                <p14:nvPr/>
              </p14:nvContentPartPr>
              <p14:xfrm>
                <a:off x="8440675" y="5675060"/>
                <a:ext cx="774720" cy="6876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8D9B4A3-4281-462B-8F5C-3BE006C0310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432035" y="5666420"/>
                  <a:ext cx="792360" cy="70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A9DE6D3-C598-B1AB-684E-DEEED6CD7771}"/>
                    </a:ext>
                  </a:extLst>
                </p14:cNvPr>
                <p14:cNvContentPartPr/>
                <p14:nvPr/>
              </p14:nvContentPartPr>
              <p14:xfrm>
                <a:off x="9520315" y="5896460"/>
                <a:ext cx="175320" cy="1641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A9DE6D3-C598-B1AB-684E-DEEED6CD777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511315" y="5887820"/>
                  <a:ext cx="19296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E8AF25F-28AE-573F-DBAE-470C0F8AEA26}"/>
                    </a:ext>
                  </a:extLst>
                </p14:cNvPr>
                <p14:cNvContentPartPr/>
                <p14:nvPr/>
              </p14:nvContentPartPr>
              <p14:xfrm>
                <a:off x="9397555" y="5927060"/>
                <a:ext cx="375480" cy="2271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E8AF25F-28AE-573F-DBAE-470C0F8AEA2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388555" y="5918060"/>
                  <a:ext cx="39312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066563B-A4DD-E444-8753-6424B4FF76FF}"/>
                    </a:ext>
                  </a:extLst>
                </p14:cNvPr>
                <p14:cNvContentPartPr/>
                <p14:nvPr/>
              </p14:nvContentPartPr>
              <p14:xfrm>
                <a:off x="10113595" y="5911940"/>
                <a:ext cx="13680" cy="666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066563B-A4DD-E444-8753-6424B4FF76F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104955" y="5902940"/>
                  <a:ext cx="3132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7CDD56D-8AA2-E14F-40F4-042DCEB9F636}"/>
                    </a:ext>
                  </a:extLst>
                </p14:cNvPr>
                <p14:cNvContentPartPr/>
                <p14:nvPr/>
              </p14:nvContentPartPr>
              <p14:xfrm>
                <a:off x="10272715" y="5589380"/>
                <a:ext cx="8640" cy="828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7CDD56D-8AA2-E14F-40F4-042DCEB9F63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264075" y="5580740"/>
                  <a:ext cx="2628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66E896B-6227-FC4C-4535-ED88BC269DB7}"/>
                    </a:ext>
                  </a:extLst>
                </p14:cNvPr>
                <p14:cNvContentPartPr/>
                <p14:nvPr/>
              </p14:nvContentPartPr>
              <p14:xfrm>
                <a:off x="10363795" y="5778380"/>
                <a:ext cx="716760" cy="6865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66E896B-6227-FC4C-4535-ED88BC269DB7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355155" y="5769740"/>
                  <a:ext cx="734400" cy="70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CA652BC-2C33-9922-CDCA-44FA88EE1815}"/>
                    </a:ext>
                  </a:extLst>
                </p14:cNvPr>
                <p14:cNvContentPartPr/>
                <p14:nvPr/>
              </p14:nvContentPartPr>
              <p14:xfrm>
                <a:off x="11409955" y="5920580"/>
                <a:ext cx="45000" cy="482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CA652BC-2C33-9922-CDCA-44FA88EE181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400955" y="5911580"/>
                  <a:ext cx="6264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BEAB4B3-ADAC-0219-761C-61F47342109F}"/>
                    </a:ext>
                  </a:extLst>
                </p14:cNvPr>
                <p14:cNvContentPartPr/>
                <p14:nvPr/>
              </p14:nvContentPartPr>
              <p14:xfrm>
                <a:off x="6437275" y="6282740"/>
                <a:ext cx="677880" cy="568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BEAB4B3-ADAC-0219-761C-61F47342109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428275" y="6274100"/>
                  <a:ext cx="69552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081A6CB7-AE05-5306-13F0-1292C5A429C4}"/>
                    </a:ext>
                  </a:extLst>
                </p14:cNvPr>
                <p14:cNvContentPartPr/>
                <p14:nvPr/>
              </p14:nvContentPartPr>
              <p14:xfrm>
                <a:off x="9332395" y="6444740"/>
                <a:ext cx="324720" cy="784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81A6CB7-AE05-5306-13F0-1292C5A429C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323395" y="6435740"/>
                  <a:ext cx="342360" cy="96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6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D4546EB6-7FEF-17A0-5E25-AF1C3721A6E1}"/>
                  </a:ext>
                </a:extLst>
              </p14:cNvPr>
              <p14:cNvContentPartPr/>
              <p14:nvPr/>
            </p14:nvContentPartPr>
            <p14:xfrm>
              <a:off x="4008355" y="5483180"/>
              <a:ext cx="58680" cy="3600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D4546EB6-7FEF-17A0-5E25-AF1C3721A6E1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3999355" y="5474180"/>
                <a:ext cx="76320" cy="53640"/>
              </a:xfrm>
              <a:prstGeom prst="rect">
                <a:avLst/>
              </a:prstGeom>
            </p:spPr>
          </p:pic>
        </mc:Fallback>
      </mc:AlternateContent>
      <p:grpSp>
        <p:nvGrpSpPr>
          <p:cNvPr id="81" name="Group 80">
            <a:extLst>
              <a:ext uri="{FF2B5EF4-FFF2-40B4-BE49-F238E27FC236}">
                <a16:creationId xmlns:a16="http://schemas.microsoft.com/office/drawing/2014/main" id="{57B65F68-128E-4920-B012-5683DD0B0DCF}"/>
              </a:ext>
            </a:extLst>
          </p:cNvPr>
          <p:cNvGrpSpPr/>
          <p:nvPr/>
        </p:nvGrpSpPr>
        <p:grpSpPr>
          <a:xfrm>
            <a:off x="98755" y="5540780"/>
            <a:ext cx="3239280" cy="1092240"/>
            <a:chOff x="98755" y="5540780"/>
            <a:chExt cx="3239280" cy="1092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492845B-B548-05AA-74B9-5E7679BCFC29}"/>
                    </a:ext>
                  </a:extLst>
                </p14:cNvPr>
                <p14:cNvContentPartPr/>
                <p14:nvPr/>
              </p14:nvContentPartPr>
              <p14:xfrm>
                <a:off x="537595" y="6056660"/>
                <a:ext cx="2533680" cy="464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492845B-B548-05AA-74B9-5E7679BCFC2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28595" y="6048020"/>
                  <a:ext cx="255132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4361968-ED60-0016-9332-4588DB255F6C}"/>
                    </a:ext>
                  </a:extLst>
                </p14:cNvPr>
                <p14:cNvContentPartPr/>
                <p14:nvPr/>
              </p14:nvContentPartPr>
              <p14:xfrm>
                <a:off x="2853835" y="5540780"/>
                <a:ext cx="484200" cy="98568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4361968-ED60-0016-9332-4588DB255F6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844835" y="5531780"/>
                  <a:ext cx="501840" cy="10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E9F98EE-105C-0087-1451-7E25F57A1DAB}"/>
                    </a:ext>
                  </a:extLst>
                </p14:cNvPr>
                <p14:cNvContentPartPr/>
                <p14:nvPr/>
              </p14:nvContentPartPr>
              <p14:xfrm>
                <a:off x="98755" y="5749940"/>
                <a:ext cx="570240" cy="5155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E9F98EE-105C-0087-1451-7E25F57A1DA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9755" y="5741300"/>
                  <a:ext cx="587880" cy="53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9DA431B-D006-EC5F-9A33-995264EB7E01}"/>
                    </a:ext>
                  </a:extLst>
                </p14:cNvPr>
                <p14:cNvContentPartPr/>
                <p14:nvPr/>
              </p14:nvContentPartPr>
              <p14:xfrm>
                <a:off x="1533355" y="5820500"/>
                <a:ext cx="132840" cy="4669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9DA431B-D006-EC5F-9A33-995264EB7E0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524355" y="5811860"/>
                  <a:ext cx="150480" cy="48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FC0A2EC-29A8-952B-E62C-CE1B234103C4}"/>
                    </a:ext>
                  </a:extLst>
                </p14:cNvPr>
                <p14:cNvContentPartPr/>
                <p14:nvPr/>
              </p14:nvContentPartPr>
              <p14:xfrm>
                <a:off x="1551355" y="6398660"/>
                <a:ext cx="155520" cy="2343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FC0A2EC-29A8-952B-E62C-CE1B234103C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542355" y="6389660"/>
                  <a:ext cx="17316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CC0693BB-4BC7-C1A4-3E1B-9949A5CFEDF4}"/>
                    </a:ext>
                  </a:extLst>
                </p14:cNvPr>
                <p14:cNvContentPartPr/>
                <p14:nvPr/>
              </p14:nvContentPartPr>
              <p14:xfrm>
                <a:off x="2389435" y="6372380"/>
                <a:ext cx="268200" cy="140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CC0693BB-4BC7-C1A4-3E1B-9949A5CFEDF4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380435" y="6363380"/>
                  <a:ext cx="28584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1681CDE6-6E4C-6DDB-7867-8D89F28A7ABE}"/>
                    </a:ext>
                  </a:extLst>
                </p14:cNvPr>
                <p14:cNvContentPartPr/>
                <p14:nvPr/>
              </p14:nvContentPartPr>
              <p14:xfrm>
                <a:off x="2484475" y="6302540"/>
                <a:ext cx="72720" cy="20988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1681CDE6-6E4C-6DDB-7867-8D89F28A7AB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475835" y="6293540"/>
                  <a:ext cx="9036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73793E2-679A-5793-9FFB-9C20A877E467}"/>
                    </a:ext>
                  </a:extLst>
                </p14:cNvPr>
                <p14:cNvContentPartPr/>
                <p14:nvPr/>
              </p14:nvContentPartPr>
              <p14:xfrm>
                <a:off x="2808835" y="6333860"/>
                <a:ext cx="180000" cy="2358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73793E2-679A-5793-9FFB-9C20A877E467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800195" y="6325220"/>
                  <a:ext cx="19764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FB0F09C-075C-B33E-EF45-290CEAAFAE32}"/>
                    </a:ext>
                  </a:extLst>
                </p14:cNvPr>
                <p14:cNvContentPartPr/>
                <p14:nvPr/>
              </p14:nvContentPartPr>
              <p14:xfrm>
                <a:off x="3073075" y="6316580"/>
                <a:ext cx="222480" cy="2365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FB0F09C-075C-B33E-EF45-290CEAAFAE32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064075" y="6307940"/>
                  <a:ext cx="24012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F45C1E1-5978-FBA8-237D-D95061DDAC10}"/>
                    </a:ext>
                  </a:extLst>
                </p14:cNvPr>
                <p14:cNvContentPartPr/>
                <p14:nvPr/>
              </p14:nvContentPartPr>
              <p14:xfrm>
                <a:off x="325555" y="6449060"/>
                <a:ext cx="234720" cy="770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F45C1E1-5978-FBA8-237D-D95061DDAC1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16915" y="6440060"/>
                  <a:ext cx="25236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4AC3959-C83D-23C0-2A42-A1C97940ACA0}"/>
                    </a:ext>
                  </a:extLst>
                </p14:cNvPr>
                <p14:cNvContentPartPr/>
                <p14:nvPr/>
              </p14:nvContentPartPr>
              <p14:xfrm>
                <a:off x="802555" y="6348980"/>
                <a:ext cx="136440" cy="2041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4AC3959-C83D-23C0-2A42-A1C97940ACA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93555" y="6340340"/>
                  <a:ext cx="15408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106346A-5BD3-83DB-8989-6D98E610D9E5}"/>
                    </a:ext>
                  </a:extLst>
                </p14:cNvPr>
                <p14:cNvContentPartPr/>
                <p14:nvPr/>
              </p14:nvContentPartPr>
              <p14:xfrm>
                <a:off x="983275" y="6338180"/>
                <a:ext cx="73080" cy="1490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106346A-5BD3-83DB-8989-6D98E610D9E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74635" y="6329540"/>
                  <a:ext cx="9072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52696E75-C15C-21E3-5582-413F91C428BC}"/>
                    </a:ext>
                  </a:extLst>
                </p14:cNvPr>
                <p14:cNvContentPartPr/>
                <p14:nvPr/>
              </p14:nvContentPartPr>
              <p14:xfrm>
                <a:off x="1226995" y="6411980"/>
                <a:ext cx="3960" cy="111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52696E75-C15C-21E3-5582-413F91C428B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217995" y="6403340"/>
                  <a:ext cx="216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9C8BF61-7D29-986D-11F3-B891F7E1D855}"/>
                    </a:ext>
                  </a:extLst>
                </p14:cNvPr>
                <p14:cNvContentPartPr/>
                <p14:nvPr/>
              </p14:nvContentPartPr>
              <p14:xfrm>
                <a:off x="1259755" y="6339260"/>
                <a:ext cx="50400" cy="446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9C8BF61-7D29-986D-11F3-B891F7E1D855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251115" y="6330620"/>
                  <a:ext cx="6804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4A742AC-65E5-8F23-7B16-033CE12CA019}"/>
                    </a:ext>
                  </a:extLst>
                </p14:cNvPr>
                <p14:cNvContentPartPr/>
                <p14:nvPr/>
              </p14:nvContentPartPr>
              <p14:xfrm>
                <a:off x="1386115" y="6220100"/>
                <a:ext cx="38880" cy="1252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4A742AC-65E5-8F23-7B16-033CE12CA019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377115" y="6211100"/>
                  <a:ext cx="565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0B689F2D-A871-75C1-2284-87C2718D0EC3}"/>
                    </a:ext>
                  </a:extLst>
                </p14:cNvPr>
                <p14:cNvContentPartPr/>
                <p14:nvPr/>
              </p14:nvContentPartPr>
              <p14:xfrm>
                <a:off x="1360915" y="5965940"/>
                <a:ext cx="47520" cy="1371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0B689F2D-A871-75C1-2284-87C2718D0EC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351915" y="5957300"/>
                  <a:ext cx="65160" cy="15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FA24112A-62CA-36B5-274E-921DADDD40C5}"/>
              </a:ext>
            </a:extLst>
          </p:cNvPr>
          <p:cNvGrpSpPr/>
          <p:nvPr/>
        </p:nvGrpSpPr>
        <p:grpSpPr>
          <a:xfrm>
            <a:off x="3416515" y="25220"/>
            <a:ext cx="5744880" cy="2150640"/>
            <a:chOff x="3416515" y="25220"/>
            <a:chExt cx="5744880" cy="215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FECC4EB-DCB0-EEC9-DE6D-DCAA957EFE3D}"/>
                    </a:ext>
                  </a:extLst>
                </p14:cNvPr>
                <p14:cNvContentPartPr/>
                <p14:nvPr/>
              </p14:nvContentPartPr>
              <p14:xfrm>
                <a:off x="3879835" y="159860"/>
                <a:ext cx="3537000" cy="2318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FECC4EB-DCB0-EEC9-DE6D-DCAA957EFE3D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3870835" y="151220"/>
                  <a:ext cx="355464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DCC82719-27BC-3C03-0C6B-F6704986CF60}"/>
                    </a:ext>
                  </a:extLst>
                </p14:cNvPr>
                <p14:cNvContentPartPr/>
                <p14:nvPr/>
              </p14:nvContentPartPr>
              <p14:xfrm>
                <a:off x="3416515" y="25220"/>
                <a:ext cx="1081080" cy="5504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DCC82719-27BC-3C03-0C6B-F6704986CF60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407515" y="16220"/>
                  <a:ext cx="1098720" cy="56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38086DF2-C59D-3928-38FB-450A23804631}"/>
                    </a:ext>
                  </a:extLst>
                </p14:cNvPr>
                <p14:cNvContentPartPr/>
                <p14:nvPr/>
              </p14:nvContentPartPr>
              <p14:xfrm>
                <a:off x="5349355" y="721100"/>
                <a:ext cx="434520" cy="417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38086DF2-C59D-3928-38FB-450A2380463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340715" y="712460"/>
                  <a:ext cx="45216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FB2A06A-2E2C-5E28-CF37-882A2642C61C}"/>
                    </a:ext>
                  </a:extLst>
                </p14:cNvPr>
                <p14:cNvContentPartPr/>
                <p14:nvPr/>
              </p14:nvContentPartPr>
              <p14:xfrm>
                <a:off x="6167275" y="607340"/>
                <a:ext cx="331920" cy="2613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FB2A06A-2E2C-5E28-CF37-882A2642C61C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158275" y="598340"/>
                  <a:ext cx="34956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85A4533B-08E9-608D-CDD4-A77EBE0D75C0}"/>
                    </a:ext>
                  </a:extLst>
                </p14:cNvPr>
                <p14:cNvContentPartPr/>
                <p14:nvPr/>
              </p14:nvContentPartPr>
              <p14:xfrm>
                <a:off x="6660115" y="633620"/>
                <a:ext cx="236520" cy="1825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85A4533B-08E9-608D-CDD4-A77EBE0D75C0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651475" y="624620"/>
                  <a:ext cx="25416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B08751FA-C7A2-5F73-FE20-6BAFD45F9833}"/>
                    </a:ext>
                  </a:extLst>
                </p14:cNvPr>
                <p14:cNvContentPartPr/>
                <p14:nvPr/>
              </p14:nvContentPartPr>
              <p14:xfrm>
                <a:off x="7146115" y="575660"/>
                <a:ext cx="96840" cy="2066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B08751FA-C7A2-5F73-FE20-6BAFD45F9833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137475" y="567020"/>
                  <a:ext cx="11448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AF6CD3AF-3960-8A07-ED10-B95A79EB11BA}"/>
                    </a:ext>
                  </a:extLst>
                </p14:cNvPr>
                <p14:cNvContentPartPr/>
                <p14:nvPr/>
              </p14:nvContentPartPr>
              <p14:xfrm>
                <a:off x="7357075" y="485660"/>
                <a:ext cx="10080" cy="547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AF6CD3AF-3960-8A07-ED10-B95A79EB11BA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348435" y="477020"/>
                  <a:ext cx="2772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709C173-E076-75DD-A26A-6648A373C74D}"/>
                    </a:ext>
                  </a:extLst>
                </p14:cNvPr>
                <p14:cNvContentPartPr/>
                <p14:nvPr/>
              </p14:nvContentPartPr>
              <p14:xfrm>
                <a:off x="7381195" y="351020"/>
                <a:ext cx="949320" cy="45288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709C173-E076-75DD-A26A-6648A373C74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372555" y="342380"/>
                  <a:ext cx="966960" cy="47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6076768-4C49-60CB-DFCE-2C429E4B9E38}"/>
                    </a:ext>
                  </a:extLst>
                </p14:cNvPr>
                <p14:cNvContentPartPr/>
                <p14:nvPr/>
              </p14:nvContentPartPr>
              <p14:xfrm>
                <a:off x="8388115" y="615980"/>
                <a:ext cx="117360" cy="1630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6076768-4C49-60CB-DFCE-2C429E4B9E3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379475" y="606980"/>
                  <a:ext cx="13500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7EF75B22-0346-CD61-BF85-C4A3483C2F9C}"/>
                    </a:ext>
                  </a:extLst>
                </p14:cNvPr>
                <p14:cNvContentPartPr/>
                <p14:nvPr/>
              </p14:nvContentPartPr>
              <p14:xfrm>
                <a:off x="8615995" y="670340"/>
                <a:ext cx="146160" cy="17928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7EF75B22-0346-CD61-BF85-C4A3483C2F9C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607355" y="661340"/>
                  <a:ext cx="16380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DA752096-65D0-D827-A887-D2388C26332B}"/>
                    </a:ext>
                  </a:extLst>
                </p14:cNvPr>
                <p14:cNvContentPartPr/>
                <p14:nvPr/>
              </p14:nvContentPartPr>
              <p14:xfrm>
                <a:off x="9115315" y="360740"/>
                <a:ext cx="46080" cy="1458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DA752096-65D0-D827-A887-D2388C26332B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106315" y="352100"/>
                  <a:ext cx="637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4D5102F4-3DE0-3D5E-BF09-C7EBC5575847}"/>
                    </a:ext>
                  </a:extLst>
                </p14:cNvPr>
                <p14:cNvContentPartPr/>
                <p14:nvPr/>
              </p14:nvContentPartPr>
              <p14:xfrm>
                <a:off x="9128635" y="499700"/>
                <a:ext cx="3960" cy="360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4D5102F4-3DE0-3D5E-BF09-C7EBC557584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119635" y="491060"/>
                  <a:ext cx="2160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1124E83-299D-BA4A-2862-D20BA15B5B04}"/>
                    </a:ext>
                  </a:extLst>
                </p14:cNvPr>
                <p14:cNvContentPartPr/>
                <p14:nvPr/>
              </p14:nvContentPartPr>
              <p14:xfrm>
                <a:off x="6782155" y="1376300"/>
                <a:ext cx="231840" cy="5943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1124E83-299D-BA4A-2862-D20BA15B5B0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773155" y="1367300"/>
                  <a:ext cx="249480" cy="61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E57AB77-4A9E-E0A9-FB76-671C623266EA}"/>
                    </a:ext>
                  </a:extLst>
                </p14:cNvPr>
                <p14:cNvContentPartPr/>
                <p14:nvPr/>
              </p14:nvContentPartPr>
              <p14:xfrm>
                <a:off x="6647155" y="1079660"/>
                <a:ext cx="304200" cy="349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E57AB77-4A9E-E0A9-FB76-671C623266E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6638155" y="1070660"/>
                  <a:ext cx="32184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343A9B88-0855-FB8C-C42B-CBCEC7EF0603}"/>
                    </a:ext>
                  </a:extLst>
                </p14:cNvPr>
                <p14:cNvContentPartPr/>
                <p14:nvPr/>
              </p14:nvContentPartPr>
              <p14:xfrm>
                <a:off x="7082395" y="921620"/>
                <a:ext cx="243360" cy="3502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343A9B88-0855-FB8C-C42B-CBCEC7EF0603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073395" y="912620"/>
                  <a:ext cx="26100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371DE4C5-A510-AF07-562F-D3043FF54346}"/>
                    </a:ext>
                  </a:extLst>
                </p14:cNvPr>
                <p14:cNvContentPartPr/>
                <p14:nvPr/>
              </p14:nvContentPartPr>
              <p14:xfrm>
                <a:off x="5919955" y="1711820"/>
                <a:ext cx="142560" cy="4071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371DE4C5-A510-AF07-562F-D3043FF54346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910955" y="1703180"/>
                  <a:ext cx="16020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2FB0AB12-C577-8E6B-1FAC-8B0850DA89FA}"/>
                    </a:ext>
                  </a:extLst>
                </p14:cNvPr>
                <p14:cNvContentPartPr/>
                <p14:nvPr/>
              </p14:nvContentPartPr>
              <p14:xfrm>
                <a:off x="5506675" y="1329860"/>
                <a:ext cx="318600" cy="1947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2FB0AB12-C577-8E6B-1FAC-8B0850DA89FA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497675" y="1321220"/>
                  <a:ext cx="33624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6A98D1DD-2A67-7B42-23AC-E90DF1A50B5C}"/>
                    </a:ext>
                  </a:extLst>
                </p14:cNvPr>
                <p14:cNvContentPartPr/>
                <p14:nvPr/>
              </p14:nvContentPartPr>
              <p14:xfrm>
                <a:off x="6005635" y="965540"/>
                <a:ext cx="301680" cy="27756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6A98D1DD-2A67-7B42-23AC-E90DF1A50B5C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96635" y="956900"/>
                  <a:ext cx="31932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8D7FCB95-91A5-AE6A-D3C0-54CF020C1B69}"/>
                    </a:ext>
                  </a:extLst>
                </p14:cNvPr>
                <p14:cNvContentPartPr/>
                <p14:nvPr/>
              </p14:nvContentPartPr>
              <p14:xfrm>
                <a:off x="4947955" y="1669700"/>
                <a:ext cx="282600" cy="50616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8D7FCB95-91A5-AE6A-D3C0-54CF020C1B6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939315" y="1660700"/>
                  <a:ext cx="300240" cy="52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B64DE65-4579-6D23-670A-44B252509EFA}"/>
                    </a:ext>
                  </a:extLst>
                </p14:cNvPr>
                <p14:cNvContentPartPr/>
                <p14:nvPr/>
              </p14:nvContentPartPr>
              <p14:xfrm>
                <a:off x="4848595" y="1234460"/>
                <a:ext cx="238680" cy="9396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B64DE65-4579-6D23-670A-44B252509EFA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839595" y="1225820"/>
                  <a:ext cx="2563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EB7A2783-2AE5-C015-922E-80A3CFB8E57E}"/>
                    </a:ext>
                  </a:extLst>
                </p14:cNvPr>
                <p14:cNvContentPartPr/>
                <p14:nvPr/>
              </p14:nvContentPartPr>
              <p14:xfrm>
                <a:off x="5175835" y="951140"/>
                <a:ext cx="155160" cy="3585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EB7A2783-2AE5-C015-922E-80A3CFB8E57E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167195" y="942500"/>
                  <a:ext cx="17280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1CF99B0A-05AA-F2BC-A5B1-EEB01AE1A3EE}"/>
                    </a:ext>
                  </a:extLst>
                </p14:cNvPr>
                <p14:cNvContentPartPr/>
                <p14:nvPr/>
              </p14:nvContentPartPr>
              <p14:xfrm>
                <a:off x="4056955" y="1305740"/>
                <a:ext cx="206640" cy="4946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1CF99B0A-05AA-F2BC-A5B1-EEB01AE1A3EE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047955" y="1296740"/>
                  <a:ext cx="224280" cy="51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87822B22-CF5F-2DDC-87B3-E92F0EB76216}"/>
                    </a:ext>
                  </a:extLst>
                </p14:cNvPr>
                <p14:cNvContentPartPr/>
                <p14:nvPr/>
              </p14:nvContentPartPr>
              <p14:xfrm>
                <a:off x="3945715" y="891020"/>
                <a:ext cx="282600" cy="2872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87822B22-CF5F-2DDC-87B3-E92F0EB7621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936715" y="882020"/>
                  <a:ext cx="300240" cy="30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645EB381-F0DF-5D76-D0E6-A2604B6700BC}"/>
              </a:ext>
            </a:extLst>
          </p:cNvPr>
          <p:cNvGrpSpPr/>
          <p:nvPr/>
        </p:nvGrpSpPr>
        <p:grpSpPr>
          <a:xfrm>
            <a:off x="8472715" y="1262540"/>
            <a:ext cx="2055960" cy="1073520"/>
            <a:chOff x="8472715" y="1262540"/>
            <a:chExt cx="2055960" cy="1073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AAED51C6-49EB-7626-0E80-5227AB5FD00B}"/>
                    </a:ext>
                  </a:extLst>
                </p14:cNvPr>
                <p14:cNvContentPartPr/>
                <p14:nvPr/>
              </p14:nvContentPartPr>
              <p14:xfrm>
                <a:off x="8794195" y="1389620"/>
                <a:ext cx="636120" cy="9464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AAED51C6-49EB-7626-0E80-5227AB5FD00B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785555" y="1380980"/>
                  <a:ext cx="653760" cy="9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AF9B7037-E0C1-E875-D283-0657C00CDB58}"/>
                    </a:ext>
                  </a:extLst>
                </p14:cNvPr>
                <p14:cNvContentPartPr/>
                <p14:nvPr/>
              </p14:nvContentPartPr>
              <p14:xfrm>
                <a:off x="8764315" y="1748900"/>
                <a:ext cx="565920" cy="1749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AF9B7037-E0C1-E875-D283-0657C00CDB58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755675" y="1739900"/>
                  <a:ext cx="58356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2F53EBE9-9EEC-F367-1771-9FA95AD669C9}"/>
                    </a:ext>
                  </a:extLst>
                </p14:cNvPr>
                <p14:cNvContentPartPr/>
                <p14:nvPr/>
              </p14:nvContentPartPr>
              <p14:xfrm>
                <a:off x="9449395" y="1594820"/>
                <a:ext cx="670680" cy="18792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2F53EBE9-9EEC-F367-1771-9FA95AD669C9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9440395" y="1585820"/>
                  <a:ext cx="68832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34F5DCE4-31F1-52C8-6D78-7B183F7A1F80}"/>
                    </a:ext>
                  </a:extLst>
                </p14:cNvPr>
                <p14:cNvContentPartPr/>
                <p14:nvPr/>
              </p14:nvContentPartPr>
              <p14:xfrm>
                <a:off x="10136635" y="1294220"/>
                <a:ext cx="70200" cy="5364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34F5DCE4-31F1-52C8-6D78-7B183F7A1F80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127635" y="1285220"/>
                  <a:ext cx="8784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70510FAD-696D-CA70-FF40-12B431991B4F}"/>
                    </a:ext>
                  </a:extLst>
                </p14:cNvPr>
                <p14:cNvContentPartPr/>
                <p14:nvPr/>
              </p14:nvContentPartPr>
              <p14:xfrm>
                <a:off x="10353355" y="1262540"/>
                <a:ext cx="42480" cy="3909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70510FAD-696D-CA70-FF40-12B431991B4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344355" y="1253900"/>
                  <a:ext cx="60120" cy="40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D41FD036-D50D-2B13-7534-EF19EDA8E60F}"/>
                    </a:ext>
                  </a:extLst>
                </p14:cNvPr>
                <p14:cNvContentPartPr/>
                <p14:nvPr/>
              </p14:nvContentPartPr>
              <p14:xfrm>
                <a:off x="10389715" y="1411220"/>
                <a:ext cx="138960" cy="460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D41FD036-D50D-2B13-7534-EF19EDA8E60F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381075" y="1402580"/>
                  <a:ext cx="15660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D127B763-6EF9-373D-8C1E-68FAB17F0A76}"/>
                    </a:ext>
                  </a:extLst>
                </p14:cNvPr>
                <p14:cNvContentPartPr/>
                <p14:nvPr/>
              </p14:nvContentPartPr>
              <p14:xfrm>
                <a:off x="8472715" y="1429940"/>
                <a:ext cx="70200" cy="720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D127B763-6EF9-373D-8C1E-68FAB17F0A76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463715" y="1420940"/>
                  <a:ext cx="87840" cy="89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0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85967C37-ED74-B0D6-32D7-D2F5E50484D1}"/>
                  </a:ext>
                </a:extLst>
              </p14:cNvPr>
              <p14:cNvContentPartPr/>
              <p14:nvPr/>
            </p14:nvContentPartPr>
            <p14:xfrm>
              <a:off x="11141035" y="1814060"/>
              <a:ext cx="762480" cy="39960"/>
            </p14:xfrm>
          </p:contentPart>
        </mc:Choice>
        <mc:Fallback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85967C37-ED74-B0D6-32D7-D2F5E50484D1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11132035" y="1805060"/>
                <a:ext cx="780120" cy="57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44" name="Group 143">
            <a:extLst>
              <a:ext uri="{FF2B5EF4-FFF2-40B4-BE49-F238E27FC236}">
                <a16:creationId xmlns:a16="http://schemas.microsoft.com/office/drawing/2014/main" id="{97557F4B-6472-EEF3-A40F-08340DAE7018}"/>
              </a:ext>
            </a:extLst>
          </p:cNvPr>
          <p:cNvGrpSpPr/>
          <p:nvPr/>
        </p:nvGrpSpPr>
        <p:grpSpPr>
          <a:xfrm>
            <a:off x="9463795" y="2135900"/>
            <a:ext cx="2762640" cy="2657880"/>
            <a:chOff x="9463795" y="2135900"/>
            <a:chExt cx="2762640" cy="2657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3B26637-852B-8693-93C6-B819FBE1C64F}"/>
                    </a:ext>
                  </a:extLst>
                </p14:cNvPr>
                <p14:cNvContentPartPr/>
                <p14:nvPr/>
              </p14:nvContentPartPr>
              <p14:xfrm>
                <a:off x="9463795" y="2135900"/>
                <a:ext cx="2562480" cy="5760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03B26637-852B-8693-93C6-B819FBE1C64F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455155" y="2127260"/>
                  <a:ext cx="2580120" cy="59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C091195B-A2A7-CC1A-CC31-D606009E7265}"/>
                    </a:ext>
                  </a:extLst>
                </p14:cNvPr>
                <p14:cNvContentPartPr/>
                <p14:nvPr/>
              </p14:nvContentPartPr>
              <p14:xfrm>
                <a:off x="10534435" y="2968940"/>
                <a:ext cx="432000" cy="51228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C091195B-A2A7-CC1A-CC31-D606009E7265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525795" y="2960300"/>
                  <a:ext cx="449640" cy="52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1AA27E21-3B2B-E1E6-E0A4-E6B8E98A0739}"/>
                    </a:ext>
                  </a:extLst>
                </p14:cNvPr>
                <p14:cNvContentPartPr/>
                <p14:nvPr/>
              </p14:nvContentPartPr>
              <p14:xfrm>
                <a:off x="10711915" y="3049940"/>
                <a:ext cx="210240" cy="3384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1AA27E21-3B2B-E1E6-E0A4-E6B8E98A0739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0702915" y="3041300"/>
                  <a:ext cx="22788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161F6B4A-979E-5302-DBA4-F85289E99BCE}"/>
                    </a:ext>
                  </a:extLst>
                </p14:cNvPr>
                <p14:cNvContentPartPr/>
                <p14:nvPr/>
              </p14:nvContentPartPr>
              <p14:xfrm>
                <a:off x="10332115" y="2921060"/>
                <a:ext cx="37800" cy="439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161F6B4A-979E-5302-DBA4-F85289E99BCE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0323115" y="2912060"/>
                  <a:ext cx="5544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78507ACC-BBCA-AD22-9DDD-02F352924888}"/>
                    </a:ext>
                  </a:extLst>
                </p14:cNvPr>
                <p14:cNvContentPartPr/>
                <p14:nvPr/>
              </p14:nvContentPartPr>
              <p14:xfrm>
                <a:off x="11185675" y="2803700"/>
                <a:ext cx="61920" cy="13068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78507ACC-BBCA-AD22-9DDD-02F352924888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1176675" y="2795060"/>
                  <a:ext cx="795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5D5FCCC3-7513-D5EF-E19C-883C710F8C2A}"/>
                    </a:ext>
                  </a:extLst>
                </p14:cNvPr>
                <p14:cNvContentPartPr/>
                <p14:nvPr/>
              </p14:nvContentPartPr>
              <p14:xfrm>
                <a:off x="9568555" y="3930860"/>
                <a:ext cx="341640" cy="8629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5D5FCCC3-7513-D5EF-E19C-883C710F8C2A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559915" y="3922220"/>
                  <a:ext cx="359280" cy="88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225DC485-4ED6-5425-9692-7F75F03F3385}"/>
                    </a:ext>
                  </a:extLst>
                </p14:cNvPr>
                <p14:cNvContentPartPr/>
                <p14:nvPr/>
              </p14:nvContentPartPr>
              <p14:xfrm>
                <a:off x="9775555" y="4253420"/>
                <a:ext cx="595800" cy="14364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225DC485-4ED6-5425-9692-7F75F03F3385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9766555" y="4244780"/>
                  <a:ext cx="61344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BE08E1D3-F35B-5626-CCD5-143808E18E6C}"/>
                    </a:ext>
                  </a:extLst>
                </p14:cNvPr>
                <p14:cNvContentPartPr/>
                <p14:nvPr/>
              </p14:nvContentPartPr>
              <p14:xfrm>
                <a:off x="10360915" y="4002860"/>
                <a:ext cx="114840" cy="3708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BE08E1D3-F35B-5626-CCD5-143808E18E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351915" y="3994220"/>
                  <a:ext cx="13248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AEC44815-7A81-B619-2190-12427CC7B15C}"/>
                    </a:ext>
                  </a:extLst>
                </p14:cNvPr>
                <p14:cNvContentPartPr/>
                <p14:nvPr/>
              </p14:nvContentPartPr>
              <p14:xfrm>
                <a:off x="10586275" y="4013660"/>
                <a:ext cx="49680" cy="31104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AEC44815-7A81-B619-2190-12427CC7B15C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577635" y="4004660"/>
                  <a:ext cx="6732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9142E63F-8C01-8FB6-F297-D0C505E9068D}"/>
                    </a:ext>
                  </a:extLst>
                </p14:cNvPr>
                <p14:cNvContentPartPr/>
                <p14:nvPr/>
              </p14:nvContentPartPr>
              <p14:xfrm>
                <a:off x="10615435" y="4071260"/>
                <a:ext cx="221040" cy="6012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9142E63F-8C01-8FB6-F297-D0C505E9068D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0606435" y="4062260"/>
                  <a:ext cx="23868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036AAD6A-3D74-BAE4-F4CA-A41398A1A275}"/>
                    </a:ext>
                  </a:extLst>
                </p14:cNvPr>
                <p14:cNvContentPartPr/>
                <p14:nvPr/>
              </p14:nvContentPartPr>
              <p14:xfrm>
                <a:off x="11197555" y="3908540"/>
                <a:ext cx="371880" cy="990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036AAD6A-3D74-BAE4-F4CA-A41398A1A275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1188915" y="3899540"/>
                  <a:ext cx="38952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D6D51C27-1A41-66B1-6B84-0FD07BFAC886}"/>
                    </a:ext>
                  </a:extLst>
                </p14:cNvPr>
                <p14:cNvContentPartPr/>
                <p14:nvPr/>
              </p14:nvContentPartPr>
              <p14:xfrm>
                <a:off x="11683555" y="3724940"/>
                <a:ext cx="84960" cy="24876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D6D51C27-1A41-66B1-6B84-0FD07BFAC886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1674915" y="3716300"/>
                  <a:ext cx="10260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22985B47-31FE-DB30-26A7-41BD2520A03C}"/>
                    </a:ext>
                  </a:extLst>
                </p14:cNvPr>
                <p14:cNvContentPartPr/>
                <p14:nvPr/>
              </p14:nvContentPartPr>
              <p14:xfrm>
                <a:off x="11017915" y="3591020"/>
                <a:ext cx="146160" cy="80280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22985B47-31FE-DB30-26A7-41BD2520A03C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1009275" y="3582380"/>
                  <a:ext cx="163800" cy="82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EC5EE37E-9265-CF6E-3C79-59CA062E754F}"/>
                    </a:ext>
                  </a:extLst>
                </p14:cNvPr>
                <p14:cNvContentPartPr/>
                <p14:nvPr/>
              </p14:nvContentPartPr>
              <p14:xfrm>
                <a:off x="11654755" y="3396260"/>
                <a:ext cx="571680" cy="99000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EC5EE37E-9265-CF6E-3C79-59CA062E754F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1645755" y="3387620"/>
                  <a:ext cx="589320" cy="10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95EB8462-8AFD-8B4B-3159-06C7EDF33203}"/>
                    </a:ext>
                  </a:extLst>
                </p14:cNvPr>
                <p14:cNvContentPartPr/>
                <p14:nvPr/>
              </p14:nvContentPartPr>
              <p14:xfrm>
                <a:off x="10838995" y="3495620"/>
                <a:ext cx="608760" cy="93384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95EB8462-8AFD-8B4B-3159-06C7EDF33203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829995" y="3486980"/>
                  <a:ext cx="626400" cy="9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176E1D8E-F276-24AC-E059-AC21AEBB936B}"/>
                    </a:ext>
                  </a:extLst>
                </p14:cNvPr>
                <p14:cNvContentPartPr/>
                <p14:nvPr/>
              </p14:nvContentPartPr>
              <p14:xfrm>
                <a:off x="11616235" y="4173140"/>
                <a:ext cx="1440" cy="900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176E1D8E-F276-24AC-E059-AC21AEBB936B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1607235" y="4164500"/>
                  <a:ext cx="19080" cy="2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80C803BE-1CDF-6785-876C-00CEAB7FE2BD}"/>
              </a:ext>
            </a:extLst>
          </p:cNvPr>
          <p:cNvGrpSpPr/>
          <p:nvPr/>
        </p:nvGrpSpPr>
        <p:grpSpPr>
          <a:xfrm>
            <a:off x="10997755" y="4670300"/>
            <a:ext cx="927360" cy="730080"/>
            <a:chOff x="10997755" y="4670300"/>
            <a:chExt cx="927360" cy="730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E340B0D2-E499-C4DF-9CF6-343C6476FA3B}"/>
                    </a:ext>
                  </a:extLst>
                </p14:cNvPr>
                <p14:cNvContentPartPr/>
                <p14:nvPr/>
              </p14:nvContentPartPr>
              <p14:xfrm>
                <a:off x="11362435" y="4751660"/>
                <a:ext cx="363960" cy="64872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E340B0D2-E499-C4DF-9CF6-343C6476FA3B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1353435" y="4743020"/>
                  <a:ext cx="381600" cy="66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1900F983-4E86-BC9D-2930-AD341FDD3485}"/>
                    </a:ext>
                  </a:extLst>
                </p14:cNvPr>
                <p14:cNvContentPartPr/>
                <p14:nvPr/>
              </p14:nvContentPartPr>
              <p14:xfrm>
                <a:off x="11124115" y="5066300"/>
                <a:ext cx="473040" cy="3276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1900F983-4E86-BC9D-2930-AD341FDD3485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1115475" y="5057660"/>
                  <a:ext cx="49068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926D683B-5F06-2007-1D86-0570CB6E1EB9}"/>
                    </a:ext>
                  </a:extLst>
                </p14:cNvPr>
                <p14:cNvContentPartPr/>
                <p14:nvPr/>
              </p14:nvContentPartPr>
              <p14:xfrm>
                <a:off x="11846275" y="5088260"/>
                <a:ext cx="78840" cy="5580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926D683B-5F06-2007-1D86-0570CB6E1EB9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1837635" y="5079260"/>
                  <a:ext cx="9648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7CCD27A2-F785-954E-A0C7-F8EBE8A0108E}"/>
                    </a:ext>
                  </a:extLst>
                </p14:cNvPr>
                <p14:cNvContentPartPr/>
                <p14:nvPr/>
              </p14:nvContentPartPr>
              <p14:xfrm>
                <a:off x="10997755" y="4748420"/>
                <a:ext cx="55440" cy="22608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7CCD27A2-F785-954E-A0C7-F8EBE8A0108E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989115" y="4739420"/>
                  <a:ext cx="7308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D87F434E-C3E9-F2C3-861D-7B434FF48DF2}"/>
                    </a:ext>
                  </a:extLst>
                </p14:cNvPr>
                <p14:cNvContentPartPr/>
                <p14:nvPr/>
              </p14:nvContentPartPr>
              <p14:xfrm>
                <a:off x="11799475" y="4670300"/>
                <a:ext cx="66600" cy="11448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D87F434E-C3E9-F2C3-861D-7B434FF48DF2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1790475" y="4661300"/>
                  <a:ext cx="84240" cy="13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85C14A07-C983-2A75-DD1B-683E590F407C}"/>
              </a:ext>
            </a:extLst>
          </p:cNvPr>
          <p:cNvGrpSpPr/>
          <p:nvPr/>
        </p:nvGrpSpPr>
        <p:grpSpPr>
          <a:xfrm>
            <a:off x="9530035" y="2179820"/>
            <a:ext cx="1880280" cy="332640"/>
            <a:chOff x="9530035" y="2179820"/>
            <a:chExt cx="1880280" cy="332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D9660FCF-2B7E-1AB6-BB51-B7888BF0E7ED}"/>
                    </a:ext>
                  </a:extLst>
                </p14:cNvPr>
                <p14:cNvContentPartPr/>
                <p14:nvPr/>
              </p14:nvContentPartPr>
              <p14:xfrm>
                <a:off x="9836395" y="2467460"/>
                <a:ext cx="58320" cy="4500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D9660FCF-2B7E-1AB6-BB51-B7888BF0E7ED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9827395" y="2458460"/>
                  <a:ext cx="7596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8D81BECC-02B7-6152-C6B6-523347162257}"/>
                    </a:ext>
                  </a:extLst>
                </p14:cNvPr>
                <p14:cNvContentPartPr/>
                <p14:nvPr/>
              </p14:nvContentPartPr>
              <p14:xfrm>
                <a:off x="9530035" y="2179820"/>
                <a:ext cx="1880280" cy="29664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8D81BECC-02B7-6152-C6B6-523347162257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9521395" y="2170820"/>
                  <a:ext cx="1897920" cy="314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38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66F437BA-34C5-E361-EDBB-497D7C381830}"/>
                  </a:ext>
                </a:extLst>
              </p14:cNvPr>
              <p14:cNvContentPartPr/>
              <p14:nvPr/>
            </p14:nvContentPartPr>
            <p14:xfrm>
              <a:off x="10276315" y="4915460"/>
              <a:ext cx="235440" cy="75240"/>
            </p14:xfrm>
          </p:contentPart>
        </mc:Choice>
        <mc:Fallback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66F437BA-34C5-E361-EDBB-497D7C381830}"/>
                  </a:ext>
                </a:extLst>
              </p:cNvPr>
              <p:cNvPicPr/>
              <p:nvPr/>
            </p:nvPicPr>
            <p:blipFill>
              <a:blip r:embed="rId239"/>
              <a:stretch>
                <a:fillRect/>
              </a:stretch>
            </p:blipFill>
            <p:spPr>
              <a:xfrm>
                <a:off x="10267675" y="4906820"/>
                <a:ext cx="253080" cy="92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56" name="Group 155">
            <a:extLst>
              <a:ext uri="{FF2B5EF4-FFF2-40B4-BE49-F238E27FC236}">
                <a16:creationId xmlns:a16="http://schemas.microsoft.com/office/drawing/2014/main" id="{33B53A49-942E-38E4-5989-5D190A31444E}"/>
              </a:ext>
            </a:extLst>
          </p:cNvPr>
          <p:cNvGrpSpPr/>
          <p:nvPr/>
        </p:nvGrpSpPr>
        <p:grpSpPr>
          <a:xfrm>
            <a:off x="10938355" y="729020"/>
            <a:ext cx="1080360" cy="882360"/>
            <a:chOff x="10938355" y="729020"/>
            <a:chExt cx="1080360" cy="882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E7F6752C-3CD5-D2C9-A67B-24F8F0671F74}"/>
                    </a:ext>
                  </a:extLst>
                </p14:cNvPr>
                <p14:cNvContentPartPr/>
                <p14:nvPr/>
              </p14:nvContentPartPr>
              <p14:xfrm>
                <a:off x="10938355" y="861500"/>
                <a:ext cx="28080" cy="8280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E7F6752C-3CD5-D2C9-A67B-24F8F0671F74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0929715" y="852500"/>
                  <a:ext cx="4572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E2089B0D-D122-82BA-6E31-CF43E9E6AADC}"/>
                    </a:ext>
                  </a:extLst>
                </p14:cNvPr>
                <p14:cNvContentPartPr/>
                <p14:nvPr/>
              </p14:nvContentPartPr>
              <p14:xfrm>
                <a:off x="11051755" y="765020"/>
                <a:ext cx="235800" cy="8463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E2089B0D-D122-82BA-6E31-CF43E9E6AADC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1042755" y="756380"/>
                  <a:ext cx="253440" cy="86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CC55E33A-4422-D030-1310-5C62A9CFCCC7}"/>
                    </a:ext>
                  </a:extLst>
                </p14:cNvPr>
                <p14:cNvContentPartPr/>
                <p14:nvPr/>
              </p14:nvContentPartPr>
              <p14:xfrm>
                <a:off x="11552155" y="729020"/>
                <a:ext cx="466560" cy="81648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CC55E33A-4422-D030-1310-5C62A9CFCCC7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1543515" y="720020"/>
                  <a:ext cx="484200" cy="83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BA9D47C7-82DE-7EC3-23DF-A12BE9727837}"/>
                    </a:ext>
                  </a:extLst>
                </p14:cNvPr>
                <p14:cNvContentPartPr/>
                <p14:nvPr/>
              </p14:nvContentPartPr>
              <p14:xfrm>
                <a:off x="11479795" y="975260"/>
                <a:ext cx="284400" cy="3171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BA9D47C7-82DE-7EC3-23DF-A12BE9727837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1471155" y="966260"/>
                  <a:ext cx="30204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CE0B50BA-9D9E-1711-449A-FCA581B2063A}"/>
                    </a:ext>
                  </a:extLst>
                </p14:cNvPr>
                <p14:cNvContentPartPr/>
                <p14:nvPr/>
              </p14:nvContentPartPr>
              <p14:xfrm>
                <a:off x="11597875" y="1502660"/>
                <a:ext cx="32760" cy="417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CE0B50BA-9D9E-1711-449A-FCA581B2063A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1589235" y="1493660"/>
                  <a:ext cx="50400" cy="59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5199133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3325B73E-7BD4-6FD3-629B-E93CE7EBD777}"/>
              </a:ext>
            </a:extLst>
          </p:cNvPr>
          <p:cNvGrpSpPr/>
          <p:nvPr/>
        </p:nvGrpSpPr>
        <p:grpSpPr>
          <a:xfrm>
            <a:off x="2642875" y="820820"/>
            <a:ext cx="1132200" cy="875880"/>
            <a:chOff x="2642875" y="820820"/>
            <a:chExt cx="1132200" cy="875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8DC15EF9-505F-45D0-549E-0275D54952FF}"/>
                    </a:ext>
                  </a:extLst>
                </p14:cNvPr>
                <p14:cNvContentPartPr/>
                <p14:nvPr/>
              </p14:nvContentPartPr>
              <p14:xfrm>
                <a:off x="2642875" y="875900"/>
                <a:ext cx="543600" cy="77760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8DC15EF9-505F-45D0-549E-0275D54952FF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634235" y="867260"/>
                  <a:ext cx="561240" cy="79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697578D-255F-3BC4-A8B4-931E49574C99}"/>
                    </a:ext>
                  </a:extLst>
                </p14:cNvPr>
                <p14:cNvContentPartPr/>
                <p14:nvPr/>
              </p14:nvContentPartPr>
              <p14:xfrm>
                <a:off x="3279355" y="820820"/>
                <a:ext cx="495720" cy="8758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697578D-255F-3BC4-A8B4-931E49574C9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270715" y="811820"/>
                  <a:ext cx="513360" cy="89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D401A39-AD55-C54B-38CD-A18561FA4D7D}"/>
              </a:ext>
            </a:extLst>
          </p:cNvPr>
          <p:cNvGrpSpPr/>
          <p:nvPr/>
        </p:nvGrpSpPr>
        <p:grpSpPr>
          <a:xfrm>
            <a:off x="4253515" y="734060"/>
            <a:ext cx="750240" cy="901080"/>
            <a:chOff x="4253515" y="734060"/>
            <a:chExt cx="750240" cy="901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AB63BED2-98AC-0835-22BF-3A1D963668CE}"/>
                    </a:ext>
                  </a:extLst>
                </p14:cNvPr>
                <p14:cNvContentPartPr/>
                <p14:nvPr/>
              </p14:nvContentPartPr>
              <p14:xfrm>
                <a:off x="4253515" y="770780"/>
                <a:ext cx="291960" cy="2516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AB63BED2-98AC-0835-22BF-3A1D963668C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244875" y="761780"/>
                  <a:ext cx="30960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12EA43B-2A53-E1CA-E20E-6AB83C93E8F6}"/>
                    </a:ext>
                  </a:extLst>
                </p14:cNvPr>
                <p14:cNvContentPartPr/>
                <p14:nvPr/>
              </p14:nvContentPartPr>
              <p14:xfrm>
                <a:off x="4597315" y="734060"/>
                <a:ext cx="259560" cy="8110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12EA43B-2A53-E1CA-E20E-6AB83C93E8F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88315" y="725420"/>
                  <a:ext cx="277200" cy="82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71B7D1B-9AFB-6B3F-C620-BBC14A512795}"/>
                    </a:ext>
                  </a:extLst>
                </p14:cNvPr>
                <p14:cNvContentPartPr/>
                <p14:nvPr/>
              </p14:nvContentPartPr>
              <p14:xfrm>
                <a:off x="4746715" y="1238780"/>
                <a:ext cx="257040" cy="3963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71B7D1B-9AFB-6B3F-C620-BBC14A51279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737715" y="1230140"/>
                  <a:ext cx="274680" cy="41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5F23F242-7B6C-9362-62AF-1D5F15414B88}"/>
              </a:ext>
            </a:extLst>
          </p:cNvPr>
          <p:cNvGrpSpPr/>
          <p:nvPr/>
        </p:nvGrpSpPr>
        <p:grpSpPr>
          <a:xfrm>
            <a:off x="6170875" y="697340"/>
            <a:ext cx="722520" cy="807840"/>
            <a:chOff x="6170875" y="697340"/>
            <a:chExt cx="722520" cy="807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225BABB-FD4A-274D-B865-5006979493E2}"/>
                    </a:ext>
                  </a:extLst>
                </p14:cNvPr>
                <p14:cNvContentPartPr/>
                <p14:nvPr/>
              </p14:nvContentPartPr>
              <p14:xfrm>
                <a:off x="6170875" y="1090100"/>
                <a:ext cx="693720" cy="752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225BABB-FD4A-274D-B865-5006979493E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161875" y="1081460"/>
                  <a:ext cx="7113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73C5F62-05F3-365C-416A-CD3E21F10F7F}"/>
                    </a:ext>
                  </a:extLst>
                </p14:cNvPr>
                <p14:cNvContentPartPr/>
                <p14:nvPr/>
              </p14:nvContentPartPr>
              <p14:xfrm>
                <a:off x="6555355" y="697340"/>
                <a:ext cx="338040" cy="8078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73C5F62-05F3-365C-416A-CD3E21F10F7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546715" y="688340"/>
                  <a:ext cx="355680" cy="825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D69EA28-154A-2B51-130A-AF3AE08C0999}"/>
              </a:ext>
            </a:extLst>
          </p:cNvPr>
          <p:cNvGrpSpPr/>
          <p:nvPr/>
        </p:nvGrpSpPr>
        <p:grpSpPr>
          <a:xfrm>
            <a:off x="7600435" y="298100"/>
            <a:ext cx="3649680" cy="1908000"/>
            <a:chOff x="7600435" y="298100"/>
            <a:chExt cx="3649680" cy="190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5F70156-869D-CAEA-52AB-EBFAF122C5CD}"/>
                    </a:ext>
                  </a:extLst>
                </p14:cNvPr>
                <p14:cNvContentPartPr/>
                <p14:nvPr/>
              </p14:nvContentPartPr>
              <p14:xfrm>
                <a:off x="7600435" y="801380"/>
                <a:ext cx="433440" cy="4867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5F70156-869D-CAEA-52AB-EBFAF122C5C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591795" y="792740"/>
                  <a:ext cx="451080" cy="50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C9068F3-E496-28DA-26E3-9424C15FA9AF}"/>
                    </a:ext>
                  </a:extLst>
                </p14:cNvPr>
                <p14:cNvContentPartPr/>
                <p14:nvPr/>
              </p14:nvContentPartPr>
              <p14:xfrm>
                <a:off x="8314675" y="701300"/>
                <a:ext cx="309960" cy="2318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C9068F3-E496-28DA-26E3-9424C15FA9A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305675" y="692300"/>
                  <a:ext cx="32760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1C1642D-8931-CF91-1434-E6BFCAD2CC63}"/>
                    </a:ext>
                  </a:extLst>
                </p14:cNvPr>
                <p14:cNvContentPartPr/>
                <p14:nvPr/>
              </p14:nvContentPartPr>
              <p14:xfrm>
                <a:off x="8571355" y="620300"/>
                <a:ext cx="388080" cy="8607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1C1642D-8931-CF91-1434-E6BFCAD2CC6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562715" y="611660"/>
                  <a:ext cx="405720" cy="87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75AA13C-86FC-F3C5-091C-9895E64F3358}"/>
                    </a:ext>
                  </a:extLst>
                </p14:cNvPr>
                <p14:cNvContentPartPr/>
                <p14:nvPr/>
              </p14:nvContentPartPr>
              <p14:xfrm>
                <a:off x="8917675" y="1282340"/>
                <a:ext cx="116640" cy="1058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75AA13C-86FC-F3C5-091C-9895E64F335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908675" y="1273340"/>
                  <a:ext cx="13428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497AF10-0A64-4305-10B4-BDB301F0DDBC}"/>
                    </a:ext>
                  </a:extLst>
                </p14:cNvPr>
                <p14:cNvContentPartPr/>
                <p14:nvPr/>
              </p14:nvContentPartPr>
              <p14:xfrm>
                <a:off x="9548035" y="783020"/>
                <a:ext cx="163080" cy="4323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497AF10-0A64-4305-10B4-BDB301F0DDB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539395" y="774380"/>
                  <a:ext cx="180720" cy="45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F60315E-03D8-8C67-A52B-B01EABD385A1}"/>
                    </a:ext>
                  </a:extLst>
                </p14:cNvPr>
                <p14:cNvContentPartPr/>
                <p14:nvPr/>
              </p14:nvContentPartPr>
              <p14:xfrm>
                <a:off x="9661435" y="849260"/>
                <a:ext cx="245160" cy="3920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F60315E-03D8-8C67-A52B-B01EABD385A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652795" y="840260"/>
                  <a:ext cx="262800" cy="40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F8E0A08-1D0A-E85B-CF7C-D3DB66F4F16E}"/>
                    </a:ext>
                  </a:extLst>
                </p14:cNvPr>
                <p14:cNvContentPartPr/>
                <p14:nvPr/>
              </p14:nvContentPartPr>
              <p14:xfrm>
                <a:off x="10055635" y="959780"/>
                <a:ext cx="46080" cy="1659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F8E0A08-1D0A-E85B-CF7C-D3DB66F4F16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046995" y="951140"/>
                  <a:ext cx="6372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FDD7905-F966-1430-E8BE-F36415299602}"/>
                    </a:ext>
                  </a:extLst>
                </p14:cNvPr>
                <p14:cNvContentPartPr/>
                <p14:nvPr/>
              </p14:nvContentPartPr>
              <p14:xfrm>
                <a:off x="10414195" y="880580"/>
                <a:ext cx="317880" cy="2343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FDD7905-F966-1430-E8BE-F3641529960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405195" y="871940"/>
                  <a:ext cx="33552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7E41DFD-6C0C-B591-3531-32272CC9BF30}"/>
                    </a:ext>
                  </a:extLst>
                </p14:cNvPr>
                <p14:cNvContentPartPr/>
                <p14:nvPr/>
              </p14:nvContentPartPr>
              <p14:xfrm>
                <a:off x="9212875" y="298100"/>
                <a:ext cx="1830240" cy="13266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7E41DFD-6C0C-B591-3531-32272CC9BF3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203875" y="289460"/>
                  <a:ext cx="1847880" cy="134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0D4A908-B98C-4B43-AF66-AACC37380251}"/>
                    </a:ext>
                  </a:extLst>
                </p14:cNvPr>
                <p14:cNvContentPartPr/>
                <p14:nvPr/>
              </p14:nvContentPartPr>
              <p14:xfrm>
                <a:off x="9768715" y="1838900"/>
                <a:ext cx="70560" cy="3672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0D4A908-B98C-4B43-AF66-AACC3738025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759715" y="1830260"/>
                  <a:ext cx="88200" cy="38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7B730F2-36FC-09DB-1305-B689AAAB9399}"/>
                    </a:ext>
                  </a:extLst>
                </p14:cNvPr>
                <p14:cNvContentPartPr/>
                <p14:nvPr/>
              </p14:nvContentPartPr>
              <p14:xfrm>
                <a:off x="9923155" y="1597340"/>
                <a:ext cx="1125360" cy="4399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7B730F2-36FC-09DB-1305-B689AAAB939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914515" y="1588700"/>
                  <a:ext cx="1143000" cy="45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4F997ED-8F1E-919D-79B5-3D2839F0C5E4}"/>
                    </a:ext>
                  </a:extLst>
                </p14:cNvPr>
                <p14:cNvContentPartPr/>
                <p14:nvPr/>
              </p14:nvContentPartPr>
              <p14:xfrm>
                <a:off x="11208715" y="1898660"/>
                <a:ext cx="41400" cy="57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4F997ED-8F1E-919D-79B5-3D2839F0C5E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1199715" y="1889660"/>
                  <a:ext cx="59040" cy="2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8A31EA7-8823-46C1-1887-3A51DF96E040}"/>
              </a:ext>
            </a:extLst>
          </p:cNvPr>
          <p:cNvGrpSpPr/>
          <p:nvPr/>
        </p:nvGrpSpPr>
        <p:grpSpPr>
          <a:xfrm>
            <a:off x="-246845" y="1187660"/>
            <a:ext cx="2624400" cy="2762640"/>
            <a:chOff x="-246845" y="1187660"/>
            <a:chExt cx="2624400" cy="2762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C5DB1ED-98CD-4BB4-48C7-15062B084572}"/>
                    </a:ext>
                  </a:extLst>
                </p14:cNvPr>
                <p14:cNvContentPartPr/>
                <p14:nvPr/>
              </p14:nvContentPartPr>
              <p14:xfrm>
                <a:off x="202075" y="2879660"/>
                <a:ext cx="246240" cy="133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C5DB1ED-98CD-4BB4-48C7-15062B08457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93075" y="2871020"/>
                  <a:ext cx="26388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9552604-826D-E11B-C315-F78F155707B1}"/>
                    </a:ext>
                  </a:extLst>
                </p14:cNvPr>
                <p14:cNvContentPartPr/>
                <p14:nvPr/>
              </p14:nvContentPartPr>
              <p14:xfrm>
                <a:off x="873835" y="2346860"/>
                <a:ext cx="360720" cy="4611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9552604-826D-E11B-C315-F78F155707B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64835" y="2337860"/>
                  <a:ext cx="378360" cy="47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C69C06E-AF57-A606-25C9-20016A04259F}"/>
                    </a:ext>
                  </a:extLst>
                </p14:cNvPr>
                <p14:cNvContentPartPr/>
                <p14:nvPr/>
              </p14:nvContentPartPr>
              <p14:xfrm>
                <a:off x="-246845" y="1876700"/>
                <a:ext cx="1870920" cy="14572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C69C06E-AF57-A606-25C9-20016A04259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-255485" y="1868060"/>
                  <a:ext cx="1888560" cy="147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AA1F94B-8707-4F34-9885-DFE26C349C90}"/>
                    </a:ext>
                  </a:extLst>
                </p14:cNvPr>
                <p14:cNvContentPartPr/>
                <p14:nvPr/>
              </p14:nvContentPartPr>
              <p14:xfrm>
                <a:off x="1996315" y="1187660"/>
                <a:ext cx="107640" cy="7632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AA1F94B-8707-4F34-9885-DFE26C349C9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987315" y="1179020"/>
                  <a:ext cx="125280" cy="78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D8EE880-C5DC-19ED-93BE-B7B3B011DA6A}"/>
                    </a:ext>
                  </a:extLst>
                </p14:cNvPr>
                <p14:cNvContentPartPr/>
                <p14:nvPr/>
              </p14:nvContentPartPr>
              <p14:xfrm>
                <a:off x="1657555" y="1857620"/>
                <a:ext cx="651600" cy="5324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D8EE880-C5DC-19ED-93BE-B7B3B011DA6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648555" y="1848980"/>
                  <a:ext cx="669240" cy="55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8A396E3-5C8F-D123-16BD-C305E955C5A9}"/>
                    </a:ext>
                  </a:extLst>
                </p14:cNvPr>
                <p14:cNvContentPartPr/>
                <p14:nvPr/>
              </p14:nvContentPartPr>
              <p14:xfrm>
                <a:off x="1970755" y="3084860"/>
                <a:ext cx="184680" cy="4518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8A396E3-5C8F-D123-16BD-C305E955C5A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962115" y="3075860"/>
                  <a:ext cx="202320" cy="46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90BAA22-F559-E9B2-3AB1-C79582DDC80C}"/>
                    </a:ext>
                  </a:extLst>
                </p14:cNvPr>
                <p14:cNvContentPartPr/>
                <p14:nvPr/>
              </p14:nvContentPartPr>
              <p14:xfrm>
                <a:off x="1582675" y="3521540"/>
                <a:ext cx="794880" cy="4287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90BAA22-F559-E9B2-3AB1-C79582DDC80C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573675" y="3512900"/>
                  <a:ext cx="812520" cy="446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9D963CE-1AE0-CFA8-910D-FE464670B0C4}"/>
              </a:ext>
            </a:extLst>
          </p:cNvPr>
          <p:cNvGrpSpPr/>
          <p:nvPr/>
        </p:nvGrpSpPr>
        <p:grpSpPr>
          <a:xfrm>
            <a:off x="3313555" y="2922500"/>
            <a:ext cx="1447920" cy="694080"/>
            <a:chOff x="3313555" y="2922500"/>
            <a:chExt cx="1447920" cy="694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E0A4E2A-2670-71E4-576F-15A642CBA00E}"/>
                    </a:ext>
                  </a:extLst>
                </p14:cNvPr>
                <p14:cNvContentPartPr/>
                <p14:nvPr/>
              </p14:nvContentPartPr>
              <p14:xfrm>
                <a:off x="3313555" y="2960660"/>
                <a:ext cx="401400" cy="5792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E0A4E2A-2670-71E4-576F-15A642CBA00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304915" y="2952020"/>
                  <a:ext cx="419040" cy="59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AFC7D3F-AC17-A6A5-9366-56DA1F405149}"/>
                    </a:ext>
                  </a:extLst>
                </p14:cNvPr>
                <p14:cNvContentPartPr/>
                <p14:nvPr/>
              </p14:nvContentPartPr>
              <p14:xfrm>
                <a:off x="4220755" y="2922500"/>
                <a:ext cx="235440" cy="2649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AFC7D3F-AC17-A6A5-9366-56DA1F40514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212115" y="2913860"/>
                  <a:ext cx="25308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3C1F3B3-EEEC-A674-3744-16DCF983A6DE}"/>
                    </a:ext>
                  </a:extLst>
                </p14:cNvPr>
                <p14:cNvContentPartPr/>
                <p14:nvPr/>
              </p14:nvContentPartPr>
              <p14:xfrm>
                <a:off x="3947155" y="2951300"/>
                <a:ext cx="548280" cy="6652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3C1F3B3-EEEC-A674-3744-16DCF983A6D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938515" y="2942660"/>
                  <a:ext cx="565920" cy="68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9DC01F3-3EBB-3005-F6C1-28A770D4B852}"/>
                    </a:ext>
                  </a:extLst>
                </p14:cNvPr>
                <p14:cNvContentPartPr/>
                <p14:nvPr/>
              </p14:nvContentPartPr>
              <p14:xfrm>
                <a:off x="4547635" y="2962820"/>
                <a:ext cx="213840" cy="482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9DC01F3-3EBB-3005-F6C1-28A770D4B852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538995" y="2954180"/>
                  <a:ext cx="231480" cy="6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5901ADA-91F5-5D00-F967-4612A436DDFB}"/>
              </a:ext>
            </a:extLst>
          </p:cNvPr>
          <p:cNvGrpSpPr/>
          <p:nvPr/>
        </p:nvGrpSpPr>
        <p:grpSpPr>
          <a:xfrm>
            <a:off x="5294995" y="2946620"/>
            <a:ext cx="1018440" cy="729000"/>
            <a:chOff x="5294995" y="2946620"/>
            <a:chExt cx="1018440" cy="729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713092F-62C2-1555-E301-9685ED91704E}"/>
                    </a:ext>
                  </a:extLst>
                </p14:cNvPr>
                <p14:cNvContentPartPr/>
                <p14:nvPr/>
              </p14:nvContentPartPr>
              <p14:xfrm>
                <a:off x="5294995" y="3244340"/>
                <a:ext cx="1018440" cy="1098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713092F-62C2-1555-E301-9685ED91704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285995" y="3235340"/>
                  <a:ext cx="103608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B2E4DC4-AC6F-6333-A94F-6A22B9330FCB}"/>
                    </a:ext>
                  </a:extLst>
                </p14:cNvPr>
                <p14:cNvContentPartPr/>
                <p14:nvPr/>
              </p14:nvContentPartPr>
              <p14:xfrm>
                <a:off x="5918875" y="2946620"/>
                <a:ext cx="269280" cy="7290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B2E4DC4-AC6F-6333-A94F-6A22B9330FC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909875" y="2937620"/>
                  <a:ext cx="286920" cy="74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A413DF75-F2F4-F740-5410-179B7EACA036}"/>
              </a:ext>
            </a:extLst>
          </p:cNvPr>
          <p:cNvGrpSpPr/>
          <p:nvPr/>
        </p:nvGrpSpPr>
        <p:grpSpPr>
          <a:xfrm>
            <a:off x="7234315" y="2343620"/>
            <a:ext cx="4888800" cy="3132360"/>
            <a:chOff x="7234315" y="2343620"/>
            <a:chExt cx="4888800" cy="3132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775B685-F757-8A3F-808F-DEADE5308541}"/>
                    </a:ext>
                  </a:extLst>
                </p14:cNvPr>
                <p14:cNvContentPartPr/>
                <p14:nvPr/>
              </p14:nvContentPartPr>
              <p14:xfrm>
                <a:off x="7330795" y="2784260"/>
                <a:ext cx="321840" cy="5079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775B685-F757-8A3F-808F-DEADE5308541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321795" y="2775260"/>
                  <a:ext cx="339480" cy="52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07B2DDC-28E8-1641-2910-47FF4122530C}"/>
                    </a:ext>
                  </a:extLst>
                </p14:cNvPr>
                <p14:cNvContentPartPr/>
                <p14:nvPr/>
              </p14:nvContentPartPr>
              <p14:xfrm>
                <a:off x="7716715" y="2743940"/>
                <a:ext cx="382680" cy="187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07B2DDC-28E8-1641-2910-47FF4122530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707715" y="2735300"/>
                  <a:ext cx="40032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98BE70B-B8D5-86B4-21CE-DA618FC14AE5}"/>
                    </a:ext>
                  </a:extLst>
                </p14:cNvPr>
                <p14:cNvContentPartPr/>
                <p14:nvPr/>
              </p14:nvContentPartPr>
              <p14:xfrm>
                <a:off x="8239795" y="2698940"/>
                <a:ext cx="215640" cy="2890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98BE70B-B8D5-86B4-21CE-DA618FC14AE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231155" y="2689940"/>
                  <a:ext cx="23328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8A8770E-43C6-23C3-1F79-341E6F76D852}"/>
                    </a:ext>
                  </a:extLst>
                </p14:cNvPr>
                <p14:cNvContentPartPr/>
                <p14:nvPr/>
              </p14:nvContentPartPr>
              <p14:xfrm>
                <a:off x="8303875" y="2617220"/>
                <a:ext cx="599760" cy="8751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8A8770E-43C6-23C3-1F79-341E6F76D85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294875" y="2608220"/>
                  <a:ext cx="617400" cy="89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CAF8BDA-0C69-8E48-9D9D-50B09B908AA6}"/>
                    </a:ext>
                  </a:extLst>
                </p14:cNvPr>
                <p14:cNvContentPartPr/>
                <p14:nvPr/>
              </p14:nvContentPartPr>
              <p14:xfrm>
                <a:off x="8799955" y="3102860"/>
                <a:ext cx="110520" cy="2862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CAF8BDA-0C69-8E48-9D9D-50B09B908AA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790955" y="3094220"/>
                  <a:ext cx="12816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1C8DC0A-F9B8-DB32-2C31-79F8B7BE81A3}"/>
                    </a:ext>
                  </a:extLst>
                </p14:cNvPr>
                <p14:cNvContentPartPr/>
                <p14:nvPr/>
              </p14:nvContentPartPr>
              <p14:xfrm>
                <a:off x="9654235" y="2343620"/>
                <a:ext cx="160560" cy="8521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1C8DC0A-F9B8-DB32-2C31-79F8B7BE81A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645595" y="2334620"/>
                  <a:ext cx="178200" cy="86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C3F0F66-0903-46A6-9F5F-59E34F4BF081}"/>
                    </a:ext>
                  </a:extLst>
                </p14:cNvPr>
                <p14:cNvContentPartPr/>
                <p14:nvPr/>
              </p14:nvContentPartPr>
              <p14:xfrm>
                <a:off x="9445075" y="3026180"/>
                <a:ext cx="639000" cy="5090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C3F0F66-0903-46A6-9F5F-59E34F4BF08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436075" y="3017540"/>
                  <a:ext cx="656640" cy="52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26694CA-ADB8-7191-8C86-A694996BA070}"/>
                    </a:ext>
                  </a:extLst>
                </p14:cNvPr>
                <p14:cNvContentPartPr/>
                <p14:nvPr/>
              </p14:nvContentPartPr>
              <p14:xfrm>
                <a:off x="10246435" y="3111860"/>
                <a:ext cx="41400" cy="493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26694CA-ADB8-7191-8C86-A694996BA07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237435" y="3103220"/>
                  <a:ext cx="5904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7FAE42EA-E410-4FCA-9F12-D9E98D276E5A}"/>
                    </a:ext>
                  </a:extLst>
                </p14:cNvPr>
                <p14:cNvContentPartPr/>
                <p14:nvPr/>
              </p14:nvContentPartPr>
              <p14:xfrm>
                <a:off x="10155715" y="2530100"/>
                <a:ext cx="19800" cy="219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7FAE42EA-E410-4FCA-9F12-D9E98D276E5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147075" y="2521460"/>
                  <a:ext cx="3744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3AA43A3-33DC-50C7-E4E8-ABBB85E28369}"/>
                    </a:ext>
                  </a:extLst>
                </p14:cNvPr>
                <p14:cNvContentPartPr/>
                <p14:nvPr/>
              </p14:nvContentPartPr>
              <p14:xfrm>
                <a:off x="8728675" y="3320660"/>
                <a:ext cx="1748160" cy="9313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3AA43A3-33DC-50C7-E4E8-ABBB85E2836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720035" y="3311660"/>
                  <a:ext cx="1765800" cy="9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E13B89E-E189-1133-0AEF-FFCBE1EFDBB8}"/>
                    </a:ext>
                  </a:extLst>
                </p14:cNvPr>
                <p14:cNvContentPartPr/>
                <p14:nvPr/>
              </p14:nvContentPartPr>
              <p14:xfrm>
                <a:off x="10435795" y="3261620"/>
                <a:ext cx="213840" cy="1350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E13B89E-E189-1133-0AEF-FFCBE1EFDBB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426795" y="3252980"/>
                  <a:ext cx="23148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0428423-1522-4833-473C-D579ACBFC5B9}"/>
                    </a:ext>
                  </a:extLst>
                </p14:cNvPr>
                <p14:cNvContentPartPr/>
                <p14:nvPr/>
              </p14:nvContentPartPr>
              <p14:xfrm>
                <a:off x="10735675" y="2961740"/>
                <a:ext cx="286560" cy="3290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0428423-1522-4833-473C-D579ACBFC5B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726675" y="2953100"/>
                  <a:ext cx="30420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26CF8A4-046A-7312-CC67-4B0E2E53A53F}"/>
                    </a:ext>
                  </a:extLst>
                </p14:cNvPr>
                <p14:cNvContentPartPr/>
                <p14:nvPr/>
              </p14:nvContentPartPr>
              <p14:xfrm>
                <a:off x="11154355" y="2800100"/>
                <a:ext cx="48600" cy="622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26CF8A4-046A-7312-CC67-4B0E2E53A53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145355" y="2791460"/>
                  <a:ext cx="6624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14F94E6-701D-A51F-92D1-9AC9E8D299A8}"/>
                    </a:ext>
                  </a:extLst>
                </p14:cNvPr>
                <p14:cNvContentPartPr/>
                <p14:nvPr/>
              </p14:nvContentPartPr>
              <p14:xfrm>
                <a:off x="10782835" y="2529020"/>
                <a:ext cx="188280" cy="7200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14F94E6-701D-A51F-92D1-9AC9E8D299A8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774195" y="2520380"/>
                  <a:ext cx="205920" cy="73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52CA7EC8-5C95-1126-DECA-DA333F115DC4}"/>
                    </a:ext>
                  </a:extLst>
                </p14:cNvPr>
                <p14:cNvContentPartPr/>
                <p14:nvPr/>
              </p14:nvContentPartPr>
              <p14:xfrm>
                <a:off x="11067595" y="2832860"/>
                <a:ext cx="641520" cy="4564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52CA7EC8-5C95-1126-DECA-DA333F115DC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1058955" y="2824220"/>
                  <a:ext cx="659160" cy="47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5BB219C-CD5C-3271-5781-8EEEA1A7FF67}"/>
                    </a:ext>
                  </a:extLst>
                </p14:cNvPr>
                <p14:cNvContentPartPr/>
                <p14:nvPr/>
              </p14:nvContentPartPr>
              <p14:xfrm>
                <a:off x="11866795" y="2798300"/>
                <a:ext cx="156600" cy="3682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5BB219C-CD5C-3271-5781-8EEEA1A7FF6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1858155" y="2789300"/>
                  <a:ext cx="174240" cy="38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2FE99C2-8C03-1856-2F1F-DAAD5102F749}"/>
                    </a:ext>
                  </a:extLst>
                </p14:cNvPr>
                <p14:cNvContentPartPr/>
                <p14:nvPr/>
              </p14:nvContentPartPr>
              <p14:xfrm>
                <a:off x="11962195" y="2907740"/>
                <a:ext cx="116280" cy="2858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2FE99C2-8C03-1856-2F1F-DAAD5102F74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1953195" y="2899100"/>
                  <a:ext cx="13392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06D1BA6-6C8B-5F22-39C4-FED2175692AA}"/>
                    </a:ext>
                  </a:extLst>
                </p14:cNvPr>
                <p14:cNvContentPartPr/>
                <p14:nvPr/>
              </p14:nvContentPartPr>
              <p14:xfrm>
                <a:off x="11998195" y="3161900"/>
                <a:ext cx="61920" cy="230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06D1BA6-6C8B-5F22-39C4-FED2175692A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1989555" y="3152900"/>
                  <a:ext cx="7956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4166485-31AC-975E-95AB-51C37CC7D967}"/>
                    </a:ext>
                  </a:extLst>
                </p14:cNvPr>
                <p14:cNvContentPartPr/>
                <p14:nvPr/>
              </p14:nvContentPartPr>
              <p14:xfrm>
                <a:off x="10383955" y="3602540"/>
                <a:ext cx="1622520" cy="673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4166485-31AC-975E-95AB-51C37CC7D96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374955" y="3593540"/>
                  <a:ext cx="164016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EA5C6619-AF23-8D8C-926B-191B8D65F882}"/>
                    </a:ext>
                  </a:extLst>
                </p14:cNvPr>
                <p14:cNvContentPartPr/>
                <p14:nvPr/>
              </p14:nvContentPartPr>
              <p14:xfrm>
                <a:off x="10928635" y="3834740"/>
                <a:ext cx="307800" cy="60588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EA5C6619-AF23-8D8C-926B-191B8D65F882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919995" y="3825740"/>
                  <a:ext cx="325440" cy="62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2F39F9D2-57F3-3F1C-F9A0-8284C6607A58}"/>
                    </a:ext>
                  </a:extLst>
                </p14:cNvPr>
                <p14:cNvContentPartPr/>
                <p14:nvPr/>
              </p14:nvContentPartPr>
              <p14:xfrm>
                <a:off x="10415275" y="4318580"/>
                <a:ext cx="804960" cy="3074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2F39F9D2-57F3-3F1C-F9A0-8284C6607A5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406275" y="4309940"/>
                  <a:ext cx="82260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C860E5C-8D36-5D26-8DDF-8D990CD8A258}"/>
                    </a:ext>
                  </a:extLst>
                </p14:cNvPr>
                <p14:cNvContentPartPr/>
                <p14:nvPr/>
              </p14:nvContentPartPr>
              <p14:xfrm>
                <a:off x="10437955" y="4989980"/>
                <a:ext cx="155880" cy="2937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C860E5C-8D36-5D26-8DDF-8D990CD8A258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428955" y="4981340"/>
                  <a:ext cx="17352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0F11C9D-C51D-5F60-175E-6D3E0CC1999E}"/>
                    </a:ext>
                  </a:extLst>
                </p14:cNvPr>
                <p14:cNvContentPartPr/>
                <p14:nvPr/>
              </p14:nvContentPartPr>
              <p14:xfrm>
                <a:off x="10605715" y="4772540"/>
                <a:ext cx="591480" cy="6591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0F11C9D-C51D-5F60-175E-6D3E0CC1999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596715" y="4763900"/>
                  <a:ext cx="609120" cy="67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F358DC1-FD16-5D76-CBFB-3F56011FB86C}"/>
                    </a:ext>
                  </a:extLst>
                </p14:cNvPr>
                <p14:cNvContentPartPr/>
                <p14:nvPr/>
              </p14:nvContentPartPr>
              <p14:xfrm>
                <a:off x="11514715" y="4638620"/>
                <a:ext cx="233640" cy="4856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F358DC1-FD16-5D76-CBFB-3F56011FB86C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1506075" y="4629980"/>
                  <a:ext cx="251280" cy="50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88486E6C-E51A-CE90-F217-69CD255BEFE8}"/>
                    </a:ext>
                  </a:extLst>
                </p14:cNvPr>
                <p14:cNvContentPartPr/>
                <p14:nvPr/>
              </p14:nvContentPartPr>
              <p14:xfrm>
                <a:off x="11427955" y="4644020"/>
                <a:ext cx="695160" cy="6894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88486E6C-E51A-CE90-F217-69CD255BEFE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1419315" y="4635020"/>
                  <a:ext cx="712800" cy="70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8F68C8E-DD38-4E9C-5285-42A7B57634D1}"/>
                    </a:ext>
                  </a:extLst>
                </p14:cNvPr>
                <p14:cNvContentPartPr/>
                <p14:nvPr/>
              </p14:nvContentPartPr>
              <p14:xfrm>
                <a:off x="9284515" y="4947140"/>
                <a:ext cx="225000" cy="3290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8F68C8E-DD38-4E9C-5285-42A7B57634D1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275875" y="4938140"/>
                  <a:ext cx="24264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887623D-07C2-82E3-6BD1-266B26AD5905}"/>
                    </a:ext>
                  </a:extLst>
                </p14:cNvPr>
                <p14:cNvContentPartPr/>
                <p14:nvPr/>
              </p14:nvContentPartPr>
              <p14:xfrm>
                <a:off x="9316555" y="4751300"/>
                <a:ext cx="621360" cy="7246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887623D-07C2-82E3-6BD1-266B26AD5905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307915" y="4742300"/>
                  <a:ext cx="639000" cy="74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D2293BA-6525-5D9B-880B-9AF2322B3358}"/>
                    </a:ext>
                  </a:extLst>
                </p14:cNvPr>
                <p14:cNvContentPartPr/>
                <p14:nvPr/>
              </p14:nvContentPartPr>
              <p14:xfrm>
                <a:off x="7234315" y="4256660"/>
                <a:ext cx="368280" cy="5212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D2293BA-6525-5D9B-880B-9AF2322B3358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225315" y="4248020"/>
                  <a:ext cx="385920" cy="53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3CF83B06-5264-AEDA-B216-72A08605128D}"/>
                    </a:ext>
                  </a:extLst>
                </p14:cNvPr>
                <p14:cNvContentPartPr/>
                <p14:nvPr/>
              </p14:nvContentPartPr>
              <p14:xfrm>
                <a:off x="7295875" y="4606220"/>
                <a:ext cx="600840" cy="6004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3CF83B06-5264-AEDA-B216-72A08605128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286875" y="4597580"/>
                  <a:ext cx="618480" cy="61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1A5403C-A8F2-8A0E-DD20-2698850AAFE2}"/>
                    </a:ext>
                  </a:extLst>
                </p14:cNvPr>
                <p14:cNvContentPartPr/>
                <p14:nvPr/>
              </p14:nvContentPartPr>
              <p14:xfrm>
                <a:off x="8003635" y="4770020"/>
                <a:ext cx="119880" cy="2282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1A5403C-A8F2-8A0E-DD20-2698850AAFE2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994635" y="4761380"/>
                  <a:ext cx="13752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FC25B2D-200B-ADF0-0189-F635AE956DCF}"/>
                    </a:ext>
                  </a:extLst>
                </p14:cNvPr>
                <p14:cNvContentPartPr/>
                <p14:nvPr/>
              </p14:nvContentPartPr>
              <p14:xfrm>
                <a:off x="8566675" y="4949300"/>
                <a:ext cx="844560" cy="2620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FC25B2D-200B-ADF0-0189-F635AE956DCF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557675" y="4940300"/>
                  <a:ext cx="86220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B717075C-75EE-4FC9-E44A-E023228DC6C5}"/>
                    </a:ext>
                  </a:extLst>
                </p14:cNvPr>
                <p14:cNvContentPartPr/>
                <p14:nvPr/>
              </p14:nvContentPartPr>
              <p14:xfrm>
                <a:off x="10047355" y="5202380"/>
                <a:ext cx="733320" cy="172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B717075C-75EE-4FC9-E44A-E023228DC6C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038715" y="5193380"/>
                  <a:ext cx="75096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EE00453A-9CD9-39A2-0745-70A8FCD8D834}"/>
                    </a:ext>
                  </a:extLst>
                </p14:cNvPr>
                <p14:cNvContentPartPr/>
                <p14:nvPr/>
              </p14:nvContentPartPr>
              <p14:xfrm>
                <a:off x="10889035" y="5006540"/>
                <a:ext cx="839520" cy="1447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EE00453A-9CD9-39A2-0745-70A8FCD8D834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880035" y="4997900"/>
                  <a:ext cx="85716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A572F61D-6801-763B-BB99-D279BC2F9188}"/>
                    </a:ext>
                  </a:extLst>
                </p14:cNvPr>
                <p14:cNvContentPartPr/>
                <p14:nvPr/>
              </p14:nvContentPartPr>
              <p14:xfrm>
                <a:off x="8331235" y="3509300"/>
                <a:ext cx="789120" cy="8769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A572F61D-6801-763B-BB99-D279BC2F918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322235" y="3500300"/>
                  <a:ext cx="806760" cy="89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26B0AEDA-CA9A-7507-3331-A632E4709FB2}"/>
                    </a:ext>
                  </a:extLst>
                </p14:cNvPr>
                <p14:cNvContentPartPr/>
                <p14:nvPr/>
              </p14:nvContentPartPr>
              <p14:xfrm>
                <a:off x="8902915" y="3950660"/>
                <a:ext cx="200880" cy="6624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26B0AEDA-CA9A-7507-3331-A632E4709FB2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894275" y="3942020"/>
                  <a:ext cx="218520" cy="68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A352B671-27F8-0492-9D91-1810562AE5B8}"/>
                    </a:ext>
                  </a:extLst>
                </p14:cNvPr>
                <p14:cNvContentPartPr/>
                <p14:nvPr/>
              </p14:nvContentPartPr>
              <p14:xfrm>
                <a:off x="8873035" y="4381580"/>
                <a:ext cx="20880" cy="100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352B671-27F8-0492-9D91-1810562AE5B8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864035" y="4372940"/>
                  <a:ext cx="3852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377D7B09-1831-A366-EFD6-138248095A92}"/>
                    </a:ext>
                  </a:extLst>
                </p14:cNvPr>
                <p14:cNvContentPartPr/>
                <p14:nvPr/>
              </p14:nvContentPartPr>
              <p14:xfrm>
                <a:off x="9084355" y="4115900"/>
                <a:ext cx="371520" cy="3931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377D7B09-1831-A366-EFD6-138248095A92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075355" y="4106900"/>
                  <a:ext cx="389160" cy="41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5680A4F5-9DE6-8B6A-4474-B35697327A78}"/>
                    </a:ext>
                  </a:extLst>
                </p14:cNvPr>
                <p14:cNvContentPartPr/>
                <p14:nvPr/>
              </p14:nvContentPartPr>
              <p14:xfrm>
                <a:off x="9554155" y="4162340"/>
                <a:ext cx="19800" cy="284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5680A4F5-9DE6-8B6A-4474-B35697327A78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545515" y="4153700"/>
                  <a:ext cx="3744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9156BC8E-7BD5-684D-E8D0-AC2A3179932F}"/>
                    </a:ext>
                  </a:extLst>
                </p14:cNvPr>
                <p14:cNvContentPartPr/>
                <p14:nvPr/>
              </p14:nvContentPartPr>
              <p14:xfrm>
                <a:off x="7635715" y="3711980"/>
                <a:ext cx="360" cy="3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9156BC8E-7BD5-684D-E8D0-AC2A3179932F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627075" y="3703340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0D2B3346-422E-AE79-1691-48F97C61C25F}"/>
                    </a:ext>
                  </a:extLst>
                </p14:cNvPr>
                <p14:cNvContentPartPr/>
                <p14:nvPr/>
              </p14:nvContentPartPr>
              <p14:xfrm>
                <a:off x="7827595" y="4316420"/>
                <a:ext cx="229320" cy="44388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0D2B3346-422E-AE79-1691-48F97C61C25F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818595" y="4307420"/>
                  <a:ext cx="246960" cy="46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40DB767C-B6B2-0BBC-7C98-227F2C189762}"/>
                    </a:ext>
                  </a:extLst>
                </p14:cNvPr>
                <p14:cNvContentPartPr/>
                <p14:nvPr/>
              </p14:nvContentPartPr>
              <p14:xfrm>
                <a:off x="8002195" y="3196460"/>
                <a:ext cx="178920" cy="7927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40DB767C-B6B2-0BBC-7C98-227F2C18976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993555" y="3187820"/>
                  <a:ext cx="196560" cy="81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48EB0BB9-F456-B1C4-C9B8-02E3DB395618}"/>
                    </a:ext>
                  </a:extLst>
                </p14:cNvPr>
                <p14:cNvContentPartPr/>
                <p14:nvPr/>
              </p14:nvContentPartPr>
              <p14:xfrm>
                <a:off x="8367595" y="4208060"/>
                <a:ext cx="2880" cy="2088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48EB0BB9-F456-B1C4-C9B8-02E3DB395618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358955" y="4199060"/>
                  <a:ext cx="20520" cy="38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727979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roup 69">
            <a:extLst>
              <a:ext uri="{FF2B5EF4-FFF2-40B4-BE49-F238E27FC236}">
                <a16:creationId xmlns:a16="http://schemas.microsoft.com/office/drawing/2014/main" id="{136003B9-6289-A7ED-4887-1669CAC41D3B}"/>
              </a:ext>
            </a:extLst>
          </p:cNvPr>
          <p:cNvGrpSpPr/>
          <p:nvPr/>
        </p:nvGrpSpPr>
        <p:grpSpPr>
          <a:xfrm>
            <a:off x="1153195" y="288020"/>
            <a:ext cx="10581480" cy="5364000"/>
            <a:chOff x="1153195" y="288020"/>
            <a:chExt cx="10581480" cy="5364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92CB7372-7445-EFC4-1B08-E6BC4E484375}"/>
                    </a:ext>
                  </a:extLst>
                </p14:cNvPr>
                <p14:cNvContentPartPr/>
                <p14:nvPr/>
              </p14:nvContentPartPr>
              <p14:xfrm>
                <a:off x="3284035" y="1389980"/>
                <a:ext cx="268200" cy="107244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92CB7372-7445-EFC4-1B08-E6BC4E48437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275035" y="1380980"/>
                  <a:ext cx="285840" cy="10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53E075D-8D84-894D-CE7D-B2E7EDFF8F0D}"/>
                    </a:ext>
                  </a:extLst>
                </p14:cNvPr>
                <p14:cNvContentPartPr/>
                <p14:nvPr/>
              </p14:nvContentPartPr>
              <p14:xfrm>
                <a:off x="2634595" y="2234900"/>
                <a:ext cx="1315440" cy="6692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53E075D-8D84-894D-CE7D-B2E7EDFF8F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625955" y="2226260"/>
                  <a:ext cx="1333080" cy="68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D92501F-7473-9841-6D62-73E8F96D1289}"/>
                    </a:ext>
                  </a:extLst>
                </p14:cNvPr>
                <p14:cNvContentPartPr/>
                <p14:nvPr/>
              </p14:nvContentPartPr>
              <p14:xfrm>
                <a:off x="4200595" y="1510580"/>
                <a:ext cx="527400" cy="7930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D92501F-7473-9841-6D62-73E8F96D128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191595" y="1501940"/>
                  <a:ext cx="545040" cy="81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B9A478D-1419-DC2A-3730-CA6D0429A7ED}"/>
                    </a:ext>
                  </a:extLst>
                </p14:cNvPr>
                <p14:cNvContentPartPr/>
                <p14:nvPr/>
              </p14:nvContentPartPr>
              <p14:xfrm>
                <a:off x="4962355" y="1644140"/>
                <a:ext cx="346320" cy="5889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B9A478D-1419-DC2A-3730-CA6D0429A7E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953715" y="1635140"/>
                  <a:ext cx="363960" cy="60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8B43B4F-7FEC-9811-10E5-68710C811AD8}"/>
                    </a:ext>
                  </a:extLst>
                </p14:cNvPr>
                <p14:cNvContentPartPr/>
                <p14:nvPr/>
              </p14:nvContentPartPr>
              <p14:xfrm>
                <a:off x="5753275" y="1671140"/>
                <a:ext cx="207360" cy="3045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8B43B4F-7FEC-9811-10E5-68710C811AD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744275" y="1662140"/>
                  <a:ext cx="22500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594504E-7EE2-DA9C-0311-3E140008787A}"/>
                    </a:ext>
                  </a:extLst>
                </p14:cNvPr>
                <p14:cNvContentPartPr/>
                <p14:nvPr/>
              </p14:nvContentPartPr>
              <p14:xfrm>
                <a:off x="5620795" y="1697780"/>
                <a:ext cx="831240" cy="10476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594504E-7EE2-DA9C-0311-3E140008787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612155" y="1689140"/>
                  <a:ext cx="848880" cy="10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7850123-9E7E-0CEB-F6F4-D6A3A26C8D6A}"/>
                    </a:ext>
                  </a:extLst>
                </p14:cNvPr>
                <p14:cNvContentPartPr/>
                <p14:nvPr/>
              </p14:nvContentPartPr>
              <p14:xfrm>
                <a:off x="6254755" y="2343620"/>
                <a:ext cx="153000" cy="3074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7850123-9E7E-0CEB-F6F4-D6A3A26C8D6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245755" y="2334620"/>
                  <a:ext cx="17064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BF0E9A3-5D33-8919-327C-EFE5753565BA}"/>
                    </a:ext>
                  </a:extLst>
                </p14:cNvPr>
                <p14:cNvContentPartPr/>
                <p14:nvPr/>
              </p14:nvContentPartPr>
              <p14:xfrm>
                <a:off x="7447795" y="2303300"/>
                <a:ext cx="1155600" cy="450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BF0E9A3-5D33-8919-327C-EFE5753565B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438795" y="2294660"/>
                  <a:ext cx="117324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08ADDBD-4F01-5C83-3F25-6A0E144FAB35}"/>
                    </a:ext>
                  </a:extLst>
                </p14:cNvPr>
                <p14:cNvContentPartPr/>
                <p14:nvPr/>
              </p14:nvContentPartPr>
              <p14:xfrm>
                <a:off x="8131435" y="1898300"/>
                <a:ext cx="497160" cy="8971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08ADDBD-4F01-5C83-3F25-6A0E144FAB3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122435" y="1889300"/>
                  <a:ext cx="514800" cy="91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DBF039F-DBDF-D0D8-ABE4-07CAF7E50E5A}"/>
                    </a:ext>
                  </a:extLst>
                </p14:cNvPr>
                <p14:cNvContentPartPr/>
                <p14:nvPr/>
              </p14:nvContentPartPr>
              <p14:xfrm>
                <a:off x="9644515" y="1709660"/>
                <a:ext cx="411840" cy="6894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DBF039F-DBDF-D0D8-ABE4-07CAF7E50E5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635515" y="1701020"/>
                  <a:ext cx="429480" cy="70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91F2EAC-B07D-CF8C-D10D-29D03A951FFB}"/>
                    </a:ext>
                  </a:extLst>
                </p14:cNvPr>
                <p14:cNvContentPartPr/>
                <p14:nvPr/>
              </p14:nvContentPartPr>
              <p14:xfrm>
                <a:off x="10303675" y="1912700"/>
                <a:ext cx="148680" cy="3672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91F2EAC-B07D-CF8C-D10D-29D03A951FF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295035" y="1903700"/>
                  <a:ext cx="166320" cy="38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BE392AE-2BB4-ACE5-14AB-B92466605F68}"/>
                    </a:ext>
                  </a:extLst>
                </p14:cNvPr>
                <p14:cNvContentPartPr/>
                <p14:nvPr/>
              </p14:nvContentPartPr>
              <p14:xfrm>
                <a:off x="10679515" y="1882460"/>
                <a:ext cx="139680" cy="2577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BE392AE-2BB4-ACE5-14AB-B92466605F6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670515" y="1873460"/>
                  <a:ext cx="15732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7766825-07AD-48FC-470A-5299ECCE6854}"/>
                    </a:ext>
                  </a:extLst>
                </p14:cNvPr>
                <p14:cNvContentPartPr/>
                <p14:nvPr/>
              </p14:nvContentPartPr>
              <p14:xfrm>
                <a:off x="10604275" y="1989740"/>
                <a:ext cx="484920" cy="6958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7766825-07AD-48FC-470A-5299ECCE685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0595635" y="1981100"/>
                  <a:ext cx="502560" cy="71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879AE5B-F426-7F1F-25A5-7A299EC48651}"/>
                    </a:ext>
                  </a:extLst>
                </p14:cNvPr>
                <p14:cNvContentPartPr/>
                <p14:nvPr/>
              </p14:nvContentPartPr>
              <p14:xfrm>
                <a:off x="10826035" y="2397980"/>
                <a:ext cx="262080" cy="4942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879AE5B-F426-7F1F-25A5-7A299EC4865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817395" y="2389340"/>
                  <a:ext cx="279720" cy="51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C463617-D400-4E9A-28CA-9A3054D8E1EC}"/>
                    </a:ext>
                  </a:extLst>
                </p14:cNvPr>
                <p14:cNvContentPartPr/>
                <p14:nvPr/>
              </p14:nvContentPartPr>
              <p14:xfrm>
                <a:off x="11305195" y="1770500"/>
                <a:ext cx="257040" cy="8643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C463617-D400-4E9A-28CA-9A3054D8E1E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1296195" y="1761860"/>
                  <a:ext cx="274680" cy="88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5A2669D-6808-242E-7673-64023BFA47BC}"/>
                    </a:ext>
                  </a:extLst>
                </p14:cNvPr>
                <p14:cNvContentPartPr/>
                <p14:nvPr/>
              </p14:nvContentPartPr>
              <p14:xfrm>
                <a:off x="11094595" y="2558540"/>
                <a:ext cx="640080" cy="4478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5A2669D-6808-242E-7673-64023BFA47B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1085955" y="2549540"/>
                  <a:ext cx="657720" cy="46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FF4A68E-3DD2-A8BD-565E-2BCC0420D43B}"/>
                    </a:ext>
                  </a:extLst>
                </p14:cNvPr>
                <p14:cNvContentPartPr/>
                <p14:nvPr/>
              </p14:nvContentPartPr>
              <p14:xfrm>
                <a:off x="5348995" y="288020"/>
                <a:ext cx="3723840" cy="17020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FF4A68E-3DD2-A8BD-565E-2BCC0420D43B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339995" y="279380"/>
                  <a:ext cx="3741480" cy="171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33DD4C7-3AD9-7FB3-02BA-3526229AF5AB}"/>
                    </a:ext>
                  </a:extLst>
                </p14:cNvPr>
                <p14:cNvContentPartPr/>
                <p14:nvPr/>
              </p14:nvContentPartPr>
              <p14:xfrm>
                <a:off x="8289475" y="1572140"/>
                <a:ext cx="835920" cy="5911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33DD4C7-3AD9-7FB3-02BA-3526229AF5A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280475" y="1563140"/>
                  <a:ext cx="853560" cy="60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A9284C7-8FDA-D946-2BF8-9F910B63254F}"/>
                    </a:ext>
                  </a:extLst>
                </p14:cNvPr>
                <p14:cNvContentPartPr/>
                <p14:nvPr/>
              </p14:nvContentPartPr>
              <p14:xfrm>
                <a:off x="5198875" y="625700"/>
                <a:ext cx="1024920" cy="8787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A9284C7-8FDA-D946-2BF8-9F910B63254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190235" y="616700"/>
                  <a:ext cx="1042560" cy="89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82AB900-3795-6B62-DFEC-AD3A47D97B87}"/>
                    </a:ext>
                  </a:extLst>
                </p14:cNvPr>
                <p14:cNvContentPartPr/>
                <p14:nvPr/>
              </p14:nvContentPartPr>
              <p14:xfrm>
                <a:off x="1419955" y="3368180"/>
                <a:ext cx="484920" cy="1350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82AB900-3795-6B62-DFEC-AD3A47D97B8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410955" y="3359180"/>
                  <a:ext cx="50256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1B3B3D4-5180-97F9-5078-4A6FB18CD670}"/>
                    </a:ext>
                  </a:extLst>
                </p14:cNvPr>
                <p14:cNvContentPartPr/>
                <p14:nvPr/>
              </p14:nvContentPartPr>
              <p14:xfrm>
                <a:off x="8864395" y="3305900"/>
                <a:ext cx="139680" cy="5432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1B3B3D4-5180-97F9-5078-4A6FB18CD67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855755" y="3296900"/>
                  <a:ext cx="157320" cy="56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5865BEC-7A51-E3FD-AE96-01BA891357C6}"/>
                    </a:ext>
                  </a:extLst>
                </p14:cNvPr>
                <p14:cNvContentPartPr/>
                <p14:nvPr/>
              </p14:nvContentPartPr>
              <p14:xfrm>
                <a:off x="8671435" y="3053900"/>
                <a:ext cx="1650240" cy="13352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5865BEC-7A51-E3FD-AE96-01BA891357C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662795" y="3044900"/>
                  <a:ext cx="1667880" cy="135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09A44AB-4138-DB50-E504-2919BAF788CC}"/>
                    </a:ext>
                  </a:extLst>
                </p14:cNvPr>
                <p14:cNvContentPartPr/>
                <p14:nvPr/>
              </p14:nvContentPartPr>
              <p14:xfrm>
                <a:off x="8374795" y="4642220"/>
                <a:ext cx="183960" cy="5245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09A44AB-4138-DB50-E504-2919BAF788CC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366155" y="4633220"/>
                  <a:ext cx="201600" cy="54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DAE9CF8-C47F-DF76-0EC4-E93779828388}"/>
                    </a:ext>
                  </a:extLst>
                </p14:cNvPr>
                <p14:cNvContentPartPr/>
                <p14:nvPr/>
              </p14:nvContentPartPr>
              <p14:xfrm>
                <a:off x="8474875" y="4470860"/>
                <a:ext cx="822600" cy="7192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0DAE9CF8-C47F-DF76-0EC4-E93779828388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466235" y="4461860"/>
                  <a:ext cx="840240" cy="73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AF63070-BC45-0339-DBFF-A734617F6180}"/>
                    </a:ext>
                  </a:extLst>
                </p14:cNvPr>
                <p14:cNvContentPartPr/>
                <p14:nvPr/>
              </p14:nvContentPartPr>
              <p14:xfrm>
                <a:off x="9950875" y="4691900"/>
                <a:ext cx="16200" cy="396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AF63070-BC45-0339-DBFF-A734617F618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942235" y="4683260"/>
                  <a:ext cx="3384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CFA2B3E-8519-59B5-5E4C-10C04B211163}"/>
                    </a:ext>
                  </a:extLst>
                </p14:cNvPr>
                <p14:cNvContentPartPr/>
                <p14:nvPr/>
              </p14:nvContentPartPr>
              <p14:xfrm>
                <a:off x="9580795" y="4651940"/>
                <a:ext cx="146880" cy="5115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CFA2B3E-8519-59B5-5E4C-10C04B21116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572155" y="4642940"/>
                  <a:ext cx="164520" cy="52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C4F6F78-0164-F630-2A72-DE6C32559AD7}"/>
                    </a:ext>
                  </a:extLst>
                </p14:cNvPr>
                <p14:cNvContentPartPr/>
                <p14:nvPr/>
              </p14:nvContentPartPr>
              <p14:xfrm>
                <a:off x="10242835" y="3322460"/>
                <a:ext cx="957960" cy="18716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C4F6F78-0164-F630-2A72-DE6C32559AD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233835" y="3313460"/>
                  <a:ext cx="975600" cy="18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491B04A-C7BC-10A4-2EDE-0D7F91FFBD05}"/>
                    </a:ext>
                  </a:extLst>
                </p14:cNvPr>
                <p14:cNvContentPartPr/>
                <p14:nvPr/>
              </p14:nvContentPartPr>
              <p14:xfrm>
                <a:off x="11291875" y="4005020"/>
                <a:ext cx="13680" cy="482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491B04A-C7BC-10A4-2EDE-0D7F91FFBD0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1282875" y="3996380"/>
                  <a:ext cx="3132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6A2AC6A-0F86-AA87-E2FC-F365C415E630}"/>
                    </a:ext>
                  </a:extLst>
                </p14:cNvPr>
                <p14:cNvContentPartPr/>
                <p14:nvPr/>
              </p14:nvContentPartPr>
              <p14:xfrm>
                <a:off x="7200115" y="3159740"/>
                <a:ext cx="1795680" cy="15501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6A2AC6A-0F86-AA87-E2FC-F365C415E63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191475" y="3150740"/>
                  <a:ext cx="1813320" cy="156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D293D00-7092-98CD-08ED-2C4E01182E77}"/>
                    </a:ext>
                  </a:extLst>
                </p14:cNvPr>
                <p14:cNvContentPartPr/>
                <p14:nvPr/>
              </p14:nvContentPartPr>
              <p14:xfrm>
                <a:off x="7314955" y="4939580"/>
                <a:ext cx="338040" cy="111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D293D00-7092-98CD-08ED-2C4E01182E7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306315" y="4930580"/>
                  <a:ext cx="3556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174F302-5ABC-173E-8B04-2ABE4E3F07CA}"/>
                    </a:ext>
                  </a:extLst>
                </p14:cNvPr>
                <p14:cNvContentPartPr/>
                <p14:nvPr/>
              </p14:nvContentPartPr>
              <p14:xfrm>
                <a:off x="6848395" y="3520100"/>
                <a:ext cx="136800" cy="4492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174F302-5ABC-173E-8B04-2ABE4E3F07CA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839395" y="3511460"/>
                  <a:ext cx="154440" cy="46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85928F8-89A5-7C8F-7F12-14F1466D5602}"/>
                    </a:ext>
                  </a:extLst>
                </p14:cNvPr>
                <p14:cNvContentPartPr/>
                <p14:nvPr/>
              </p14:nvContentPartPr>
              <p14:xfrm>
                <a:off x="7093195" y="3200780"/>
                <a:ext cx="117360" cy="2923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85928F8-89A5-7C8F-7F12-14F1466D560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084195" y="3192140"/>
                  <a:ext cx="13500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D80B155-0F9E-CE13-C3FA-1752CB00E284}"/>
                    </a:ext>
                  </a:extLst>
                </p14:cNvPr>
                <p14:cNvContentPartPr/>
                <p14:nvPr/>
              </p14:nvContentPartPr>
              <p14:xfrm>
                <a:off x="7240795" y="3206180"/>
                <a:ext cx="851400" cy="4010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D80B155-0F9E-CE13-C3FA-1752CB00E28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231795" y="3197540"/>
                  <a:ext cx="86904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23F9FD4-693B-CB3A-4B05-192736F8AAAB}"/>
                    </a:ext>
                  </a:extLst>
                </p14:cNvPr>
                <p14:cNvContentPartPr/>
                <p14:nvPr/>
              </p14:nvContentPartPr>
              <p14:xfrm>
                <a:off x="8100835" y="3185660"/>
                <a:ext cx="82800" cy="230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23F9FD4-693B-CB3A-4B05-192736F8AAA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092195" y="3177020"/>
                  <a:ext cx="10044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981CD48-2C1B-CBBB-ADDB-AECAB8CC4847}"/>
                    </a:ext>
                  </a:extLst>
                </p14:cNvPr>
                <p14:cNvContentPartPr/>
                <p14:nvPr/>
              </p14:nvContentPartPr>
              <p14:xfrm>
                <a:off x="8228995" y="2781740"/>
                <a:ext cx="162000" cy="6757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981CD48-2C1B-CBBB-ADDB-AECAB8CC484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220355" y="2772740"/>
                  <a:ext cx="179640" cy="69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D7CAB2B-D8D6-30FC-F9F0-50176B72D257}"/>
                    </a:ext>
                  </a:extLst>
                </p14:cNvPr>
                <p14:cNvContentPartPr/>
                <p14:nvPr/>
              </p14:nvContentPartPr>
              <p14:xfrm>
                <a:off x="8993635" y="3040220"/>
                <a:ext cx="41400" cy="14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D7CAB2B-D8D6-30FC-F9F0-50176B72D25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984635" y="3031580"/>
                  <a:ext cx="5904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CF86919-3D93-02BB-0F16-C15907234D04}"/>
                    </a:ext>
                  </a:extLst>
                </p14:cNvPr>
                <p14:cNvContentPartPr/>
                <p14:nvPr/>
              </p14:nvContentPartPr>
              <p14:xfrm>
                <a:off x="6403435" y="2108540"/>
                <a:ext cx="2966760" cy="22262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CF86919-3D93-02BB-0F16-C15907234D0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394435" y="2099540"/>
                  <a:ext cx="2984400" cy="224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9E8A5BD-8C24-D59D-3357-BB61AF52AD1F}"/>
                    </a:ext>
                  </a:extLst>
                </p14:cNvPr>
                <p14:cNvContentPartPr/>
                <p14:nvPr/>
              </p14:nvContentPartPr>
              <p14:xfrm>
                <a:off x="9431035" y="2941580"/>
                <a:ext cx="89640" cy="79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9E8A5BD-8C24-D59D-3357-BB61AF52AD1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422395" y="2932580"/>
                  <a:ext cx="10728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2290873-7AA0-E6F3-F4DA-D81BD8040312}"/>
                    </a:ext>
                  </a:extLst>
                </p14:cNvPr>
                <p14:cNvContentPartPr/>
                <p14:nvPr/>
              </p14:nvContentPartPr>
              <p14:xfrm>
                <a:off x="10481515" y="3667700"/>
                <a:ext cx="53280" cy="219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2290873-7AA0-E6F3-F4DA-D81BD804031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472515" y="3658700"/>
                  <a:ext cx="709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E4FB844-5ADC-69E4-979D-274325EE965E}"/>
                    </a:ext>
                  </a:extLst>
                </p14:cNvPr>
                <p14:cNvContentPartPr/>
                <p14:nvPr/>
              </p14:nvContentPartPr>
              <p14:xfrm>
                <a:off x="1679155" y="3787940"/>
                <a:ext cx="194400" cy="8956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E4FB844-5ADC-69E4-979D-274325EE965E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670155" y="3779300"/>
                  <a:ext cx="212040" cy="9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72A973D-F448-81C4-E3CE-618FB2ADC73A}"/>
                    </a:ext>
                  </a:extLst>
                </p14:cNvPr>
                <p14:cNvContentPartPr/>
                <p14:nvPr/>
              </p14:nvContentPartPr>
              <p14:xfrm>
                <a:off x="1153195" y="4542140"/>
                <a:ext cx="707040" cy="3139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72A973D-F448-81C4-E3CE-618FB2ADC73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44555" y="4533500"/>
                  <a:ext cx="72468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727A499-6389-3E94-39A4-8ED5B4FBC094}"/>
                    </a:ext>
                  </a:extLst>
                </p14:cNvPr>
                <p14:cNvContentPartPr/>
                <p14:nvPr/>
              </p14:nvContentPartPr>
              <p14:xfrm>
                <a:off x="2172355" y="4222820"/>
                <a:ext cx="741960" cy="3196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727A499-6389-3E94-39A4-8ED5B4FBC09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163355" y="4214180"/>
                  <a:ext cx="75960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B8D5DFE-394E-1BA8-8EA9-C7B1C3809D94}"/>
                    </a:ext>
                  </a:extLst>
                </p14:cNvPr>
                <p14:cNvContentPartPr/>
                <p14:nvPr/>
              </p14:nvContentPartPr>
              <p14:xfrm>
                <a:off x="2881195" y="4150460"/>
                <a:ext cx="588960" cy="1738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B8D5DFE-394E-1BA8-8EA9-C7B1C3809D9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872555" y="4141820"/>
                  <a:ext cx="60660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5B999F5-861B-5EEF-8654-359C3733C11C}"/>
                    </a:ext>
                  </a:extLst>
                </p14:cNvPr>
                <p14:cNvContentPartPr/>
                <p14:nvPr/>
              </p14:nvContentPartPr>
              <p14:xfrm>
                <a:off x="3640795" y="4095020"/>
                <a:ext cx="422280" cy="1216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5B999F5-861B-5EEF-8654-359C3733C11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632155" y="4086020"/>
                  <a:ext cx="4399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794CA52-3515-461A-3B6A-BE1FB8A7F5B6}"/>
                    </a:ext>
                  </a:extLst>
                </p14:cNvPr>
                <p14:cNvContentPartPr/>
                <p14:nvPr/>
              </p14:nvContentPartPr>
              <p14:xfrm>
                <a:off x="4487155" y="4003940"/>
                <a:ext cx="261000" cy="2091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794CA52-3515-461A-3B6A-BE1FB8A7F5B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478515" y="3995300"/>
                  <a:ext cx="27864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7759610-69C4-E7A0-190D-09C8487AC3CB}"/>
                    </a:ext>
                  </a:extLst>
                </p14:cNvPr>
                <p14:cNvContentPartPr/>
                <p14:nvPr/>
              </p14:nvContentPartPr>
              <p14:xfrm>
                <a:off x="4982875" y="4052900"/>
                <a:ext cx="11160" cy="1033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7759610-69C4-E7A0-190D-09C8487AC3CB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974235" y="4043900"/>
                  <a:ext cx="288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369977B-E78E-AF4F-A8AB-451464142AFF}"/>
                    </a:ext>
                  </a:extLst>
                </p14:cNvPr>
                <p14:cNvContentPartPr/>
                <p14:nvPr/>
              </p14:nvContentPartPr>
              <p14:xfrm>
                <a:off x="5160355" y="3744740"/>
                <a:ext cx="65520" cy="428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369977B-E78E-AF4F-A8AB-451464142AFF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151355" y="3735740"/>
                  <a:ext cx="831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032148E-B6E2-BBED-8299-2032EB9168F8}"/>
                    </a:ext>
                  </a:extLst>
                </p14:cNvPr>
                <p14:cNvContentPartPr/>
                <p14:nvPr/>
              </p14:nvContentPartPr>
              <p14:xfrm>
                <a:off x="5303635" y="4023740"/>
                <a:ext cx="772200" cy="1508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032148E-B6E2-BBED-8299-2032EB9168F8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294995" y="4015100"/>
                  <a:ext cx="78984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ACBF0F6-6736-D9AF-193D-518D059EDDDC}"/>
                    </a:ext>
                  </a:extLst>
                </p14:cNvPr>
                <p14:cNvContentPartPr/>
                <p14:nvPr/>
              </p14:nvContentPartPr>
              <p14:xfrm>
                <a:off x="5018875" y="4579220"/>
                <a:ext cx="281880" cy="8154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ACBF0F6-6736-D9AF-193D-518D059EDDD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009875" y="4570220"/>
                  <a:ext cx="299520" cy="83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3C84966-4EEA-A97D-0B71-F521AEDDC478}"/>
                    </a:ext>
                  </a:extLst>
                </p14:cNvPr>
                <p14:cNvContentPartPr/>
                <p14:nvPr/>
              </p14:nvContentPartPr>
              <p14:xfrm>
                <a:off x="4595875" y="4388060"/>
                <a:ext cx="1655280" cy="12639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3C84966-4EEA-A97D-0B71-F521AEDDC47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587235" y="4379420"/>
                  <a:ext cx="1672920" cy="128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442AF62-7B3C-80A3-7EF6-7A55A5237E2E}"/>
                    </a:ext>
                  </a:extLst>
                </p14:cNvPr>
                <p14:cNvContentPartPr/>
                <p14:nvPr/>
              </p14:nvContentPartPr>
              <p14:xfrm>
                <a:off x="4996195" y="5213900"/>
                <a:ext cx="218520" cy="230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442AF62-7B3C-80A3-7EF6-7A55A5237E2E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987555" y="5205260"/>
                  <a:ext cx="23616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FFC24CE-0C24-0719-3AEC-4A7BF6C68145}"/>
                    </a:ext>
                  </a:extLst>
                </p14:cNvPr>
                <p14:cNvContentPartPr/>
                <p14:nvPr/>
              </p14:nvContentPartPr>
              <p14:xfrm>
                <a:off x="4486075" y="4840580"/>
                <a:ext cx="694800" cy="1620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FFC24CE-0C24-0719-3AEC-4A7BF6C6814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477435" y="4831940"/>
                  <a:ext cx="7124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5B0BAB6-8013-B6DA-655D-DE139450B306}"/>
                    </a:ext>
                  </a:extLst>
                </p14:cNvPr>
                <p14:cNvContentPartPr/>
                <p14:nvPr/>
              </p14:nvContentPartPr>
              <p14:xfrm>
                <a:off x="2007835" y="5028500"/>
                <a:ext cx="721800" cy="2509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5B0BAB6-8013-B6DA-655D-DE139450B30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999195" y="5019500"/>
                  <a:ext cx="73944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9A538E6-7577-9390-1AAE-6504906CA226}"/>
                    </a:ext>
                  </a:extLst>
                </p14:cNvPr>
                <p14:cNvContentPartPr/>
                <p14:nvPr/>
              </p14:nvContentPartPr>
              <p14:xfrm>
                <a:off x="2917555" y="5037140"/>
                <a:ext cx="24480" cy="1242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9A538E6-7577-9390-1AAE-6504906CA22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908555" y="5028140"/>
                  <a:ext cx="4212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4122F7E-C1FB-CBDD-57A3-30F48B2CE8D7}"/>
                    </a:ext>
                  </a:extLst>
                </p14:cNvPr>
                <p14:cNvContentPartPr/>
                <p14:nvPr/>
              </p14:nvContentPartPr>
              <p14:xfrm>
                <a:off x="3235795" y="4779380"/>
                <a:ext cx="164520" cy="1026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4122F7E-C1FB-CBDD-57A3-30F48B2CE8D7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226795" y="4770740"/>
                  <a:ext cx="18216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0668835A-5D94-AE63-C993-03FFC7641E12}"/>
                    </a:ext>
                  </a:extLst>
                </p14:cNvPr>
                <p14:cNvContentPartPr/>
                <p14:nvPr/>
              </p14:nvContentPartPr>
              <p14:xfrm>
                <a:off x="3641875" y="4714580"/>
                <a:ext cx="48960" cy="295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0668835A-5D94-AE63-C993-03FFC7641E12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632875" y="4705940"/>
                  <a:ext cx="6660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760FB6E-552D-FC43-2C43-CD5D95D21028}"/>
                    </a:ext>
                  </a:extLst>
                </p14:cNvPr>
                <p14:cNvContentPartPr/>
                <p14:nvPr/>
              </p14:nvContentPartPr>
              <p14:xfrm>
                <a:off x="9229435" y="2825300"/>
                <a:ext cx="1033200" cy="558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760FB6E-552D-FC43-2C43-CD5D95D2102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220435" y="2816660"/>
                  <a:ext cx="105084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1D111842-6B1F-D163-D965-19073A8336E7}"/>
                    </a:ext>
                  </a:extLst>
                </p14:cNvPr>
                <p14:cNvContentPartPr/>
                <p14:nvPr/>
              </p14:nvContentPartPr>
              <p14:xfrm>
                <a:off x="9973915" y="2579060"/>
                <a:ext cx="486360" cy="2088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1D111842-6B1F-D163-D965-19073A8336E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964915" y="2570420"/>
                  <a:ext cx="504000" cy="226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3167051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roup 127">
            <a:extLst>
              <a:ext uri="{FF2B5EF4-FFF2-40B4-BE49-F238E27FC236}">
                <a16:creationId xmlns:a16="http://schemas.microsoft.com/office/drawing/2014/main" id="{C57E2409-169F-78E7-C9DA-5F53153C4274}"/>
              </a:ext>
            </a:extLst>
          </p:cNvPr>
          <p:cNvGrpSpPr/>
          <p:nvPr/>
        </p:nvGrpSpPr>
        <p:grpSpPr>
          <a:xfrm>
            <a:off x="2116915" y="35300"/>
            <a:ext cx="9293040" cy="6481080"/>
            <a:chOff x="2116915" y="35300"/>
            <a:chExt cx="9293040" cy="6481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F96ACDCE-532D-E785-0A16-33D71ABB6795}"/>
                    </a:ext>
                  </a:extLst>
                </p14:cNvPr>
                <p14:cNvContentPartPr/>
                <p14:nvPr/>
              </p14:nvContentPartPr>
              <p14:xfrm>
                <a:off x="2116915" y="1712900"/>
                <a:ext cx="65520" cy="8172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F96ACDCE-532D-E785-0A16-33D71ABB679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107915" y="1704260"/>
                  <a:ext cx="831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442BC7D-B1A7-BF4B-F2E0-11B62DA1AD34}"/>
                    </a:ext>
                  </a:extLst>
                </p14:cNvPr>
                <p14:cNvContentPartPr/>
                <p14:nvPr/>
              </p14:nvContentPartPr>
              <p14:xfrm>
                <a:off x="2210875" y="554060"/>
                <a:ext cx="681480" cy="10429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442BC7D-B1A7-BF4B-F2E0-11B62DA1AD3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201875" y="545060"/>
                  <a:ext cx="699120" cy="10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365947C-D080-F3F5-1087-34C149ACF806}"/>
                    </a:ext>
                  </a:extLst>
                </p14:cNvPr>
                <p14:cNvContentPartPr/>
                <p14:nvPr/>
              </p14:nvContentPartPr>
              <p14:xfrm>
                <a:off x="2593195" y="993980"/>
                <a:ext cx="491040" cy="5241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365947C-D080-F3F5-1087-34C149ACF80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584555" y="984980"/>
                  <a:ext cx="508680" cy="54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ABBB064-6A66-811A-73F6-C4FDB284AA82}"/>
                    </a:ext>
                  </a:extLst>
                </p14:cNvPr>
                <p14:cNvContentPartPr/>
                <p14:nvPr/>
              </p14:nvContentPartPr>
              <p14:xfrm>
                <a:off x="3005395" y="858980"/>
                <a:ext cx="507960" cy="6620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ABBB064-6A66-811A-73F6-C4FDB284AA8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996755" y="850340"/>
                  <a:ext cx="525600" cy="67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D1F4450-4EEB-9BC7-46AF-283BADADF17B}"/>
                    </a:ext>
                  </a:extLst>
                </p14:cNvPr>
                <p14:cNvContentPartPr/>
                <p14:nvPr/>
              </p14:nvContentPartPr>
              <p14:xfrm>
                <a:off x="3578155" y="1312580"/>
                <a:ext cx="336600" cy="957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D1F4450-4EEB-9BC7-46AF-283BADADF17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569515" y="1303940"/>
                  <a:ext cx="35424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8427F5E-C418-FB0B-DE66-7FD78419FCC4}"/>
                    </a:ext>
                  </a:extLst>
                </p14:cNvPr>
                <p14:cNvContentPartPr/>
                <p14:nvPr/>
              </p14:nvContentPartPr>
              <p14:xfrm>
                <a:off x="4221475" y="639020"/>
                <a:ext cx="191520" cy="6228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8427F5E-C418-FB0B-DE66-7FD78419FCC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212475" y="630380"/>
                  <a:ext cx="209160" cy="64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AA896E6-E5C8-806C-21E2-FFA109A43984}"/>
                    </a:ext>
                  </a:extLst>
                </p14:cNvPr>
                <p14:cNvContentPartPr/>
                <p14:nvPr/>
              </p14:nvContentPartPr>
              <p14:xfrm>
                <a:off x="4290955" y="362540"/>
                <a:ext cx="811800" cy="5727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AA896E6-E5C8-806C-21E2-FFA109A4398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281955" y="353900"/>
                  <a:ext cx="829440" cy="59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1AE65DB-CC8A-7D5A-502A-D8BBED30CD44}"/>
                    </a:ext>
                  </a:extLst>
                </p14:cNvPr>
                <p14:cNvContentPartPr/>
                <p14:nvPr/>
              </p14:nvContentPartPr>
              <p14:xfrm>
                <a:off x="5298235" y="458300"/>
                <a:ext cx="1196280" cy="3596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1AE65DB-CC8A-7D5A-502A-D8BBED30CD4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289235" y="449660"/>
                  <a:ext cx="1213920" cy="37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48F5DB0-AD54-BEFF-09CF-F9F79EE71383}"/>
                    </a:ext>
                  </a:extLst>
                </p14:cNvPr>
                <p14:cNvContentPartPr/>
                <p14:nvPr/>
              </p14:nvContentPartPr>
              <p14:xfrm>
                <a:off x="6991315" y="114140"/>
                <a:ext cx="1119960" cy="16524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48F5DB0-AD54-BEFF-09CF-F9F79EE7138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982315" y="105140"/>
                  <a:ext cx="1137600" cy="167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07343C7-1D89-7B8C-11CC-220E323024FC}"/>
                    </a:ext>
                  </a:extLst>
                </p14:cNvPr>
                <p14:cNvContentPartPr/>
                <p14:nvPr/>
              </p14:nvContentPartPr>
              <p14:xfrm>
                <a:off x="10008835" y="35300"/>
                <a:ext cx="1401120" cy="16390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07343C7-1D89-7B8C-11CC-220E323024F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999835" y="26300"/>
                  <a:ext cx="1418760" cy="165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1A527DD-769F-9EBC-2366-4CE6F35C4972}"/>
                    </a:ext>
                  </a:extLst>
                </p14:cNvPr>
                <p14:cNvContentPartPr/>
                <p14:nvPr/>
              </p14:nvContentPartPr>
              <p14:xfrm>
                <a:off x="7271755" y="737300"/>
                <a:ext cx="464760" cy="7873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1A527DD-769F-9EBC-2366-4CE6F35C497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262755" y="728300"/>
                  <a:ext cx="482400" cy="80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0B53571-4AF0-45FD-A8B0-4505663F7F84}"/>
                    </a:ext>
                  </a:extLst>
                </p14:cNvPr>
                <p14:cNvContentPartPr/>
                <p14:nvPr/>
              </p14:nvContentPartPr>
              <p14:xfrm>
                <a:off x="8037115" y="606260"/>
                <a:ext cx="192240" cy="6418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0B53571-4AF0-45FD-A8B0-4505663F7F8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028115" y="597260"/>
                  <a:ext cx="209880" cy="65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AB3E9EC-CEEB-CEDD-C4CD-EB790616F74B}"/>
                    </a:ext>
                  </a:extLst>
                </p14:cNvPr>
                <p14:cNvContentPartPr/>
                <p14:nvPr/>
              </p14:nvContentPartPr>
              <p14:xfrm>
                <a:off x="7784035" y="873740"/>
                <a:ext cx="707040" cy="2656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AB3E9EC-CEEB-CEDD-C4CD-EB790616F74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775395" y="864740"/>
                  <a:ext cx="72468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D3C974B-4604-3EA7-B792-2FBF7FA0ACEC}"/>
                    </a:ext>
                  </a:extLst>
                </p14:cNvPr>
                <p14:cNvContentPartPr/>
                <p14:nvPr/>
              </p14:nvContentPartPr>
              <p14:xfrm>
                <a:off x="8526355" y="577100"/>
                <a:ext cx="332640" cy="6274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D3C974B-4604-3EA7-B792-2FBF7FA0ACE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517355" y="568460"/>
                  <a:ext cx="350280" cy="64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3521493-F253-8EF1-3138-980B00284C76}"/>
                    </a:ext>
                  </a:extLst>
                </p14:cNvPr>
                <p14:cNvContentPartPr/>
                <p14:nvPr/>
              </p14:nvContentPartPr>
              <p14:xfrm>
                <a:off x="8716075" y="865460"/>
                <a:ext cx="280080" cy="547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3521493-F253-8EF1-3138-980B00284C7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707435" y="856820"/>
                  <a:ext cx="29772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BC988B7-E9CA-3E6E-C480-4274957A1FA4}"/>
                    </a:ext>
                  </a:extLst>
                </p14:cNvPr>
                <p14:cNvContentPartPr/>
                <p14:nvPr/>
              </p14:nvContentPartPr>
              <p14:xfrm>
                <a:off x="9268315" y="618140"/>
                <a:ext cx="18360" cy="316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BC988B7-E9CA-3E6E-C480-4274957A1FA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259675" y="609140"/>
                  <a:ext cx="3600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7AAF5D9-0FD1-B6D2-46DF-07AFFF04C601}"/>
                    </a:ext>
                  </a:extLst>
                </p14:cNvPr>
                <p14:cNvContentPartPr/>
                <p14:nvPr/>
              </p14:nvContentPartPr>
              <p14:xfrm>
                <a:off x="9059875" y="1148780"/>
                <a:ext cx="106560" cy="979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7AAF5D9-0FD1-B6D2-46DF-07AFFF04C60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050875" y="1139780"/>
                  <a:ext cx="1242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EA0C60C-2E0F-9994-1800-DD11D5C9DEA5}"/>
                    </a:ext>
                  </a:extLst>
                </p14:cNvPr>
                <p14:cNvContentPartPr/>
                <p14:nvPr/>
              </p14:nvContentPartPr>
              <p14:xfrm>
                <a:off x="9219355" y="706340"/>
                <a:ext cx="285840" cy="6678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EA0C60C-2E0F-9994-1800-DD11D5C9DEA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210355" y="697340"/>
                  <a:ext cx="303480" cy="68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DF02F53-8DEA-774F-D094-B3566B7B2340}"/>
                    </a:ext>
                  </a:extLst>
                </p14:cNvPr>
                <p14:cNvContentPartPr/>
                <p14:nvPr/>
              </p14:nvContentPartPr>
              <p14:xfrm>
                <a:off x="9539755" y="477020"/>
                <a:ext cx="190800" cy="860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DF02F53-8DEA-774F-D094-B3566B7B234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530755" y="468020"/>
                  <a:ext cx="20844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06E8123-6788-9832-97A7-0C5FD8BA1107}"/>
                    </a:ext>
                  </a:extLst>
                </p14:cNvPr>
                <p14:cNvContentPartPr/>
                <p14:nvPr/>
              </p14:nvContentPartPr>
              <p14:xfrm>
                <a:off x="9242035" y="960860"/>
                <a:ext cx="270360" cy="892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06E8123-6788-9832-97A7-0C5FD8BA110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233035" y="952220"/>
                  <a:ext cx="2880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302BDB7-81B9-8A92-365D-8E14C22199D1}"/>
                    </a:ext>
                  </a:extLst>
                </p14:cNvPr>
                <p14:cNvContentPartPr/>
                <p14:nvPr/>
              </p14:nvContentPartPr>
              <p14:xfrm>
                <a:off x="9555235" y="921980"/>
                <a:ext cx="207720" cy="2368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302BDB7-81B9-8A92-365D-8E14C22199D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546595" y="912980"/>
                  <a:ext cx="22536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D835179-2C52-233F-E914-75C6A6252974}"/>
                    </a:ext>
                  </a:extLst>
                </p14:cNvPr>
                <p14:cNvContentPartPr/>
                <p14:nvPr/>
              </p14:nvContentPartPr>
              <p14:xfrm>
                <a:off x="9846835" y="682940"/>
                <a:ext cx="212760" cy="4806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D835179-2C52-233F-E914-75C6A6252974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837835" y="673940"/>
                  <a:ext cx="230400" cy="49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72E971C-B115-A089-CEED-9D106D395A12}"/>
                    </a:ext>
                  </a:extLst>
                </p14:cNvPr>
                <p14:cNvContentPartPr/>
                <p14:nvPr/>
              </p14:nvContentPartPr>
              <p14:xfrm>
                <a:off x="10398355" y="736220"/>
                <a:ext cx="18360" cy="122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72E971C-B115-A089-CEED-9D106D395A1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389355" y="727580"/>
                  <a:ext cx="3600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662832B-2A3C-4ADE-36CE-72C5F444B4E9}"/>
                    </a:ext>
                  </a:extLst>
                </p14:cNvPr>
                <p14:cNvContentPartPr/>
                <p14:nvPr/>
              </p14:nvContentPartPr>
              <p14:xfrm>
                <a:off x="10385035" y="1049060"/>
                <a:ext cx="38880" cy="262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662832B-2A3C-4ADE-36CE-72C5F444B4E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376035" y="1040060"/>
                  <a:ext cx="5652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694BBD4-5C20-93C6-6EFE-44874F9805BF}"/>
                    </a:ext>
                  </a:extLst>
                </p14:cNvPr>
                <p14:cNvContentPartPr/>
                <p14:nvPr/>
              </p14:nvContentPartPr>
              <p14:xfrm>
                <a:off x="10601755" y="596180"/>
                <a:ext cx="157320" cy="5126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694BBD4-5C20-93C6-6EFE-44874F9805B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593115" y="587540"/>
                  <a:ext cx="174960" cy="53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1CF336A-F620-3D52-395F-2B03D4B5D82C}"/>
                    </a:ext>
                  </a:extLst>
                </p14:cNvPr>
                <p14:cNvContentPartPr/>
                <p14:nvPr/>
              </p14:nvContentPartPr>
              <p14:xfrm>
                <a:off x="10962475" y="676820"/>
                <a:ext cx="86760" cy="3614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1CF336A-F620-3D52-395F-2B03D4B5D82C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953835" y="668180"/>
                  <a:ext cx="10440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2EDAD05-4928-6AE8-0207-7391BE5E74E0}"/>
                    </a:ext>
                  </a:extLst>
                </p14:cNvPr>
                <p14:cNvContentPartPr/>
                <p14:nvPr/>
              </p14:nvContentPartPr>
              <p14:xfrm>
                <a:off x="10897315" y="820100"/>
                <a:ext cx="318240" cy="1519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2EDAD05-4928-6AE8-0207-7391BE5E74E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888675" y="811100"/>
                  <a:ext cx="33588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6EC2414-D746-7DA6-BBBE-A270C83CA066}"/>
                    </a:ext>
                  </a:extLst>
                </p14:cNvPr>
                <p14:cNvContentPartPr/>
                <p14:nvPr/>
              </p14:nvContentPartPr>
              <p14:xfrm>
                <a:off x="11150755" y="940700"/>
                <a:ext cx="66960" cy="640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6EC2414-D746-7DA6-BBBE-A270C83CA06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1141755" y="931700"/>
                  <a:ext cx="8460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0D464BB-F51E-3079-F1EF-517CD6B4B328}"/>
                    </a:ext>
                  </a:extLst>
                </p14:cNvPr>
                <p14:cNvContentPartPr/>
                <p14:nvPr/>
              </p14:nvContentPartPr>
              <p14:xfrm>
                <a:off x="6009235" y="1655660"/>
                <a:ext cx="34920" cy="1425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0D464BB-F51E-3079-F1EF-517CD6B4B32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000235" y="1646660"/>
                  <a:ext cx="5256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7128235-9497-BC7D-A468-4A919C60CFAD}"/>
                    </a:ext>
                  </a:extLst>
                </p14:cNvPr>
                <p14:cNvContentPartPr/>
                <p14:nvPr/>
              </p14:nvContentPartPr>
              <p14:xfrm>
                <a:off x="6161155" y="1741340"/>
                <a:ext cx="18360" cy="1414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7128235-9497-BC7D-A468-4A919C60CFA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152155" y="1732340"/>
                  <a:ext cx="360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2D2BF32-7679-EC43-403D-420DEC15F1E9}"/>
                    </a:ext>
                  </a:extLst>
                </p14:cNvPr>
                <p14:cNvContentPartPr/>
                <p14:nvPr/>
              </p14:nvContentPartPr>
              <p14:xfrm>
                <a:off x="9936475" y="2316980"/>
                <a:ext cx="583920" cy="9982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2D2BF32-7679-EC43-403D-420DEC15F1E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927475" y="2308340"/>
                  <a:ext cx="601560" cy="10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C039359-F221-451F-C6D3-503A2B118494}"/>
                    </a:ext>
                  </a:extLst>
                </p14:cNvPr>
                <p14:cNvContentPartPr/>
                <p14:nvPr/>
              </p14:nvContentPartPr>
              <p14:xfrm>
                <a:off x="9227275" y="2585540"/>
                <a:ext cx="43920" cy="763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C039359-F221-451F-C6D3-503A2B11849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218635" y="2576900"/>
                  <a:ext cx="6156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DE96514-A5EB-A48B-1F83-322AB4C3A4FC}"/>
                    </a:ext>
                  </a:extLst>
                </p14:cNvPr>
                <p14:cNvContentPartPr/>
                <p14:nvPr/>
              </p14:nvContentPartPr>
              <p14:xfrm>
                <a:off x="9366235" y="3231380"/>
                <a:ext cx="34560" cy="723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DE96514-A5EB-A48B-1F83-322AB4C3A4F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357595" y="3222380"/>
                  <a:ext cx="5220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A76F453-9E0F-E380-9278-C59BCBC70114}"/>
                    </a:ext>
                  </a:extLst>
                </p14:cNvPr>
                <p14:cNvContentPartPr/>
                <p14:nvPr/>
              </p14:nvContentPartPr>
              <p14:xfrm>
                <a:off x="8544715" y="3288980"/>
                <a:ext cx="346320" cy="1281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A76F453-9E0F-E380-9278-C59BCBC7011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536075" y="3280340"/>
                  <a:ext cx="3639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894B128-741A-C310-6E00-ABC563E54605}"/>
                    </a:ext>
                  </a:extLst>
                </p14:cNvPr>
                <p14:cNvContentPartPr/>
                <p14:nvPr/>
              </p14:nvContentPartPr>
              <p14:xfrm>
                <a:off x="9801475" y="2587340"/>
                <a:ext cx="440280" cy="5612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894B128-741A-C310-6E00-ABC563E5460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792475" y="2578700"/>
                  <a:ext cx="457920" cy="57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28B6115B-554A-8065-B614-691AB8451020}"/>
                    </a:ext>
                  </a:extLst>
                </p14:cNvPr>
                <p14:cNvContentPartPr/>
                <p14:nvPr/>
              </p14:nvContentPartPr>
              <p14:xfrm>
                <a:off x="9788155" y="3384380"/>
                <a:ext cx="182520" cy="100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28B6115B-554A-8065-B614-691AB845102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779155" y="3375380"/>
                  <a:ext cx="20016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25A2EE78-7E63-D94B-EB5D-3668FC9A5CE3}"/>
                    </a:ext>
                  </a:extLst>
                </p14:cNvPr>
                <p14:cNvContentPartPr/>
                <p14:nvPr/>
              </p14:nvContentPartPr>
              <p14:xfrm>
                <a:off x="9835315" y="3251900"/>
                <a:ext cx="184320" cy="1108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25A2EE78-7E63-D94B-EB5D-3668FC9A5CE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826315" y="3243260"/>
                  <a:ext cx="20196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6E00648-9DD0-6516-E4B6-348AEF9C7262}"/>
                    </a:ext>
                  </a:extLst>
                </p14:cNvPr>
                <p14:cNvContentPartPr/>
                <p14:nvPr/>
              </p14:nvContentPartPr>
              <p14:xfrm>
                <a:off x="3041755" y="2955980"/>
                <a:ext cx="101520" cy="1803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6E00648-9DD0-6516-E4B6-348AEF9C726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032755" y="2946980"/>
                  <a:ext cx="11916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6CCAFE3-CA5F-39B0-F5C0-F5A3647413B4}"/>
                    </a:ext>
                  </a:extLst>
                </p14:cNvPr>
                <p14:cNvContentPartPr/>
                <p14:nvPr/>
              </p14:nvContentPartPr>
              <p14:xfrm>
                <a:off x="3366115" y="2981540"/>
                <a:ext cx="75240" cy="1468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6CCAFE3-CA5F-39B0-F5C0-F5A3647413B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357115" y="2972900"/>
                  <a:ext cx="9288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4C48F9A-CD5F-8A9F-035A-BDDD1EE02FE1}"/>
                    </a:ext>
                  </a:extLst>
                </p14:cNvPr>
                <p14:cNvContentPartPr/>
                <p14:nvPr/>
              </p14:nvContentPartPr>
              <p14:xfrm>
                <a:off x="6722035" y="2494460"/>
                <a:ext cx="423360" cy="11505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4C48F9A-CD5F-8A9F-035A-BDDD1EE02FE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713035" y="2485460"/>
                  <a:ext cx="441000" cy="11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AD4EAE4-4418-871F-8921-CC07BEA13AC8}"/>
                    </a:ext>
                  </a:extLst>
                </p14:cNvPr>
                <p14:cNvContentPartPr/>
                <p14:nvPr/>
              </p14:nvContentPartPr>
              <p14:xfrm>
                <a:off x="7852795" y="2723060"/>
                <a:ext cx="49680" cy="1332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AD4EAE4-4418-871F-8921-CC07BEA13AC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844155" y="2714060"/>
                  <a:ext cx="6732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A5FA480-7DDB-EDF9-0DBF-8E42063918F7}"/>
                    </a:ext>
                  </a:extLst>
                </p14:cNvPr>
                <p14:cNvContentPartPr/>
                <p14:nvPr/>
              </p14:nvContentPartPr>
              <p14:xfrm>
                <a:off x="7960075" y="3234620"/>
                <a:ext cx="24120" cy="1242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A5FA480-7DDB-EDF9-0DBF-8E42063918F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951435" y="3225620"/>
                  <a:ext cx="4176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5257FD98-EA7A-FB20-A1AE-71DA478ED5BA}"/>
                    </a:ext>
                  </a:extLst>
                </p14:cNvPr>
                <p14:cNvContentPartPr/>
                <p14:nvPr/>
              </p14:nvContentPartPr>
              <p14:xfrm>
                <a:off x="7204075" y="3287900"/>
                <a:ext cx="407880" cy="1544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5257FD98-EA7A-FB20-A1AE-71DA478ED5B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195435" y="3278900"/>
                  <a:ext cx="42552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D64CA27-D41E-9DB6-A0A8-57848C56AAD3}"/>
                    </a:ext>
                  </a:extLst>
                </p14:cNvPr>
                <p14:cNvContentPartPr/>
                <p14:nvPr/>
              </p14:nvContentPartPr>
              <p14:xfrm>
                <a:off x="7244035" y="3256220"/>
                <a:ext cx="352440" cy="1252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D64CA27-D41E-9DB6-A0A8-57848C56AAD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235035" y="3247580"/>
                  <a:ext cx="37008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32C5BA2-1CEA-9E88-947A-E2CD0ECCFCAE}"/>
                    </a:ext>
                  </a:extLst>
                </p14:cNvPr>
                <p14:cNvContentPartPr/>
                <p14:nvPr/>
              </p14:nvContentPartPr>
              <p14:xfrm>
                <a:off x="7220995" y="3132380"/>
                <a:ext cx="1440" cy="79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32C5BA2-1CEA-9E88-947A-E2CD0ECCFCA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211995" y="3123740"/>
                  <a:ext cx="1908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745E153-4C2E-D24F-C411-993131756799}"/>
                    </a:ext>
                  </a:extLst>
                </p14:cNvPr>
                <p14:cNvContentPartPr/>
                <p14:nvPr/>
              </p14:nvContentPartPr>
              <p14:xfrm>
                <a:off x="3718195" y="2398340"/>
                <a:ext cx="892080" cy="16491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745E153-4C2E-D24F-C411-99313175679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709195" y="2389700"/>
                  <a:ext cx="909720" cy="166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30616AB-5B37-99B5-9852-F244E8FE0451}"/>
                    </a:ext>
                  </a:extLst>
                </p14:cNvPr>
                <p14:cNvContentPartPr/>
                <p14:nvPr/>
              </p14:nvContentPartPr>
              <p14:xfrm>
                <a:off x="3725395" y="2952380"/>
                <a:ext cx="393480" cy="4701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30616AB-5B37-99B5-9852-F244E8FE045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716395" y="2943740"/>
                  <a:ext cx="411120" cy="48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6772A79-480A-B44D-C2A7-AAB1714F17C9}"/>
                    </a:ext>
                  </a:extLst>
                </p14:cNvPr>
                <p14:cNvContentPartPr/>
                <p14:nvPr/>
              </p14:nvContentPartPr>
              <p14:xfrm>
                <a:off x="4459075" y="2587700"/>
                <a:ext cx="765360" cy="4345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6772A79-480A-B44D-C2A7-AAB1714F17C9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450435" y="2579060"/>
                  <a:ext cx="783000" cy="45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0BAF548-8503-1223-2A61-8A93CCE7C05E}"/>
                    </a:ext>
                  </a:extLst>
                </p14:cNvPr>
                <p14:cNvContentPartPr/>
                <p14:nvPr/>
              </p14:nvContentPartPr>
              <p14:xfrm>
                <a:off x="5063875" y="2237060"/>
                <a:ext cx="108720" cy="558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0BAF548-8503-1223-2A61-8A93CCE7C05E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054875" y="2228420"/>
                  <a:ext cx="12636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5F59525-F0D5-71CB-96CF-54D2C48F35DE}"/>
                    </a:ext>
                  </a:extLst>
                </p14:cNvPr>
                <p14:cNvContentPartPr/>
                <p14:nvPr/>
              </p14:nvContentPartPr>
              <p14:xfrm>
                <a:off x="5344675" y="2158940"/>
                <a:ext cx="180000" cy="3279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5F59525-F0D5-71CB-96CF-54D2C48F35D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336035" y="2150300"/>
                  <a:ext cx="19764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B55D01F-833D-B3CB-153F-1F8F6FABBABA}"/>
                    </a:ext>
                  </a:extLst>
                </p14:cNvPr>
                <p14:cNvContentPartPr/>
                <p14:nvPr/>
              </p14:nvContentPartPr>
              <p14:xfrm>
                <a:off x="5429275" y="2293580"/>
                <a:ext cx="160560" cy="2433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B55D01F-833D-B3CB-153F-1F8F6FABBABA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420275" y="2284940"/>
                  <a:ext cx="17820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832B3EF-0DA0-7D55-356A-FBEF18E61B3F}"/>
                    </a:ext>
                  </a:extLst>
                </p14:cNvPr>
                <p14:cNvContentPartPr/>
                <p14:nvPr/>
              </p14:nvContentPartPr>
              <p14:xfrm>
                <a:off x="5758315" y="2238140"/>
                <a:ext cx="52200" cy="396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832B3EF-0DA0-7D55-356A-FBEF18E61B3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749675" y="2229500"/>
                  <a:ext cx="6984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089F8C9D-5DDF-3C5A-6F4F-E3387381D7AB}"/>
                    </a:ext>
                  </a:extLst>
                </p14:cNvPr>
                <p14:cNvContentPartPr/>
                <p14:nvPr/>
              </p14:nvContentPartPr>
              <p14:xfrm>
                <a:off x="3718555" y="3716300"/>
                <a:ext cx="469080" cy="2455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089F8C9D-5DDF-3C5A-6F4F-E3387381D7A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709555" y="3707660"/>
                  <a:ext cx="48672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2616723-B64E-45CC-BD34-57F161C2EA5C}"/>
                    </a:ext>
                  </a:extLst>
                </p14:cNvPr>
                <p14:cNvContentPartPr/>
                <p14:nvPr/>
              </p14:nvContentPartPr>
              <p14:xfrm>
                <a:off x="5539435" y="2366300"/>
                <a:ext cx="665640" cy="4539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2616723-B64E-45CC-BD34-57F161C2EA5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530435" y="2357660"/>
                  <a:ext cx="683280" cy="47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46701671-7E62-81D4-BF1F-B04B8AA3D721}"/>
                    </a:ext>
                  </a:extLst>
                </p14:cNvPr>
                <p14:cNvContentPartPr/>
                <p14:nvPr/>
              </p14:nvContentPartPr>
              <p14:xfrm>
                <a:off x="3840955" y="3429740"/>
                <a:ext cx="1197720" cy="5875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46701671-7E62-81D4-BF1F-B04B8AA3D72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832315" y="3421100"/>
                  <a:ext cx="1215360" cy="60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421054B-2970-036C-DD86-3A83B4E01E52}"/>
                    </a:ext>
                  </a:extLst>
                </p14:cNvPr>
                <p14:cNvContentPartPr/>
                <p14:nvPr/>
              </p14:nvContentPartPr>
              <p14:xfrm>
                <a:off x="4066675" y="3351620"/>
                <a:ext cx="957600" cy="5810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421054B-2970-036C-DD86-3A83B4E01E52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057675" y="3342980"/>
                  <a:ext cx="975240" cy="59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6F1FD9C-CF26-1FBD-39C4-DB7636BB95AF}"/>
                    </a:ext>
                  </a:extLst>
                </p14:cNvPr>
                <p14:cNvContentPartPr/>
                <p14:nvPr/>
              </p14:nvContentPartPr>
              <p14:xfrm>
                <a:off x="5978995" y="2621540"/>
                <a:ext cx="20880" cy="266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6F1FD9C-CF26-1FBD-39C4-DB7636BB95A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969995" y="2612540"/>
                  <a:ext cx="3852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8924A4C-455A-FED2-FED8-4B559E19977F}"/>
                    </a:ext>
                  </a:extLst>
                </p14:cNvPr>
                <p14:cNvContentPartPr/>
                <p14:nvPr/>
              </p14:nvContentPartPr>
              <p14:xfrm>
                <a:off x="6676675" y="4554740"/>
                <a:ext cx="533880" cy="15843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8924A4C-455A-FED2-FED8-4B559E19977F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668035" y="4545740"/>
                  <a:ext cx="551520" cy="160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AA49F38-835C-2DDA-4820-EF8793F12F2F}"/>
                    </a:ext>
                  </a:extLst>
                </p14:cNvPr>
                <p14:cNvContentPartPr/>
                <p14:nvPr/>
              </p14:nvContentPartPr>
              <p14:xfrm>
                <a:off x="6409555" y="5112020"/>
                <a:ext cx="991440" cy="2271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AA49F38-835C-2DDA-4820-EF8793F12F2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400555" y="5103020"/>
                  <a:ext cx="100908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231A869-3DE9-C2F9-4B06-17154F424583}"/>
                    </a:ext>
                  </a:extLst>
                </p14:cNvPr>
                <p14:cNvContentPartPr/>
                <p14:nvPr/>
              </p14:nvContentPartPr>
              <p14:xfrm>
                <a:off x="8124235" y="4727900"/>
                <a:ext cx="143640" cy="7423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231A869-3DE9-C2F9-4B06-17154F42458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115235" y="4719260"/>
                  <a:ext cx="161280" cy="75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98A5CF-3128-796C-CB7A-5F129D600D5F}"/>
                    </a:ext>
                  </a:extLst>
                </p14:cNvPr>
                <p14:cNvContentPartPr/>
                <p14:nvPr/>
              </p14:nvContentPartPr>
              <p14:xfrm>
                <a:off x="7839475" y="4457180"/>
                <a:ext cx="723960" cy="1627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98A5CF-3128-796C-CB7A-5F129D600D5F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830835" y="4448180"/>
                  <a:ext cx="7416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3C7E551-4445-D7D2-FE33-F706B8C7FFDB}"/>
                    </a:ext>
                  </a:extLst>
                </p14:cNvPr>
                <p14:cNvContentPartPr/>
                <p14:nvPr/>
              </p14:nvContentPartPr>
              <p14:xfrm>
                <a:off x="7677835" y="5503700"/>
                <a:ext cx="728640" cy="3412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3C7E551-4445-D7D2-FE33-F706B8C7FFDB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669195" y="5495060"/>
                  <a:ext cx="746280" cy="35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92232F0-53AB-D2DF-62EB-1B987C8463A5}"/>
                    </a:ext>
                  </a:extLst>
                </p14:cNvPr>
                <p14:cNvContentPartPr/>
                <p14:nvPr/>
              </p14:nvContentPartPr>
              <p14:xfrm>
                <a:off x="7205155" y="3400580"/>
                <a:ext cx="316440" cy="968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92232F0-53AB-D2DF-62EB-1B987C8463A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196515" y="3391940"/>
                  <a:ext cx="33408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31FB46F-7761-FA74-137A-9F912260C78D}"/>
                    </a:ext>
                  </a:extLst>
                </p14:cNvPr>
                <p14:cNvContentPartPr/>
                <p14:nvPr/>
              </p14:nvContentPartPr>
              <p14:xfrm>
                <a:off x="3550795" y="3632060"/>
                <a:ext cx="600480" cy="2023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31FB46F-7761-FA74-137A-9F912260C78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3542155" y="3623060"/>
                  <a:ext cx="61812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84F4B268-62F0-8A49-05C4-DAF585C27160}"/>
                    </a:ext>
                  </a:extLst>
                </p14:cNvPr>
                <p14:cNvContentPartPr/>
                <p14:nvPr/>
              </p14:nvContentPartPr>
              <p14:xfrm>
                <a:off x="3924475" y="3737180"/>
                <a:ext cx="2274480" cy="9900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84F4B268-62F0-8A49-05C4-DAF585C27160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3915475" y="3728540"/>
                  <a:ext cx="2292120" cy="10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E21150E-3AAF-14A0-94A0-0679B4AEA31E}"/>
                    </a:ext>
                  </a:extLst>
                </p14:cNvPr>
                <p14:cNvContentPartPr/>
                <p14:nvPr/>
              </p14:nvContentPartPr>
              <p14:xfrm>
                <a:off x="5975395" y="4222100"/>
                <a:ext cx="458280" cy="11246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E21150E-3AAF-14A0-94A0-0679B4AEA31E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966395" y="4213460"/>
                  <a:ext cx="475920" cy="11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D903E206-B09E-A111-66C2-6F9B6D4A7CD1}"/>
                    </a:ext>
                  </a:extLst>
                </p14:cNvPr>
                <p14:cNvContentPartPr/>
                <p14:nvPr/>
              </p14:nvContentPartPr>
              <p14:xfrm>
                <a:off x="6597475" y="4927340"/>
                <a:ext cx="34200" cy="165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D903E206-B09E-A111-66C2-6F9B6D4A7CD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588835" y="4918700"/>
                  <a:ext cx="518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A84E002-1D90-B819-C722-5DF7862733EF}"/>
                    </a:ext>
                  </a:extLst>
                </p14:cNvPr>
                <p14:cNvContentPartPr/>
                <p14:nvPr/>
              </p14:nvContentPartPr>
              <p14:xfrm>
                <a:off x="8573875" y="3468980"/>
                <a:ext cx="43920" cy="198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A84E002-1D90-B819-C722-5DF7862733EF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565235" y="3459980"/>
                  <a:ext cx="615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81941F23-1D7C-BBEF-E0C9-05D09C290F37}"/>
                    </a:ext>
                  </a:extLst>
                </p14:cNvPr>
                <p14:cNvContentPartPr/>
                <p14:nvPr/>
              </p14:nvContentPartPr>
              <p14:xfrm>
                <a:off x="4725115" y="3079460"/>
                <a:ext cx="55800" cy="1792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81941F23-1D7C-BBEF-E0C9-05D09C290F3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716115" y="3070460"/>
                  <a:ext cx="7344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5FF0DC5-7826-049A-C52F-A5B521583531}"/>
                    </a:ext>
                  </a:extLst>
                </p14:cNvPr>
                <p14:cNvContentPartPr/>
                <p14:nvPr/>
              </p14:nvContentPartPr>
              <p14:xfrm>
                <a:off x="6094915" y="2420660"/>
                <a:ext cx="65520" cy="4068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5FF0DC5-7826-049A-C52F-A5B521583531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085915" y="2411660"/>
                  <a:ext cx="8316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D358FF0-F661-A8CF-2067-A5C630CE2D62}"/>
                    </a:ext>
                  </a:extLst>
                </p14:cNvPr>
                <p14:cNvContentPartPr/>
                <p14:nvPr/>
              </p14:nvContentPartPr>
              <p14:xfrm>
                <a:off x="3906115" y="3665540"/>
                <a:ext cx="106560" cy="2498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D358FF0-F661-A8CF-2067-A5C630CE2D62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3897475" y="3656540"/>
                  <a:ext cx="12420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B6245FC-C9A9-AA4D-1A56-9928AE206E9C}"/>
                    </a:ext>
                  </a:extLst>
                </p14:cNvPr>
                <p14:cNvContentPartPr/>
                <p14:nvPr/>
              </p14:nvContentPartPr>
              <p14:xfrm>
                <a:off x="6450595" y="4929500"/>
                <a:ext cx="78840" cy="482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B6245FC-C9A9-AA4D-1A56-9928AE206E9C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6441595" y="4920860"/>
                  <a:ext cx="9648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B696923-6EB9-650B-5CF9-0E84E0BECF6F}"/>
                    </a:ext>
                  </a:extLst>
                </p14:cNvPr>
                <p14:cNvContentPartPr/>
                <p14:nvPr/>
              </p14:nvContentPartPr>
              <p14:xfrm>
                <a:off x="4770475" y="3076940"/>
                <a:ext cx="697680" cy="6048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B696923-6EB9-650B-5CF9-0E84E0BECF6F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4761835" y="3068300"/>
                  <a:ext cx="715320" cy="62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19BB7201-21CE-10AB-7A7F-D71E9682A248}"/>
                    </a:ext>
                  </a:extLst>
                </p14:cNvPr>
                <p14:cNvContentPartPr/>
                <p14:nvPr/>
              </p14:nvContentPartPr>
              <p14:xfrm>
                <a:off x="5523595" y="3727100"/>
                <a:ext cx="99720" cy="53964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19BB7201-21CE-10AB-7A7F-D71E9682A248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14955" y="3718460"/>
                  <a:ext cx="117360" cy="55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2754C90D-A969-1317-061A-15EE11935A51}"/>
                    </a:ext>
                  </a:extLst>
                </p14:cNvPr>
                <p14:cNvContentPartPr/>
                <p14:nvPr/>
              </p14:nvContentPartPr>
              <p14:xfrm>
                <a:off x="4561675" y="4127780"/>
                <a:ext cx="230040" cy="1641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2754C90D-A969-1317-061A-15EE11935A51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553035" y="4118780"/>
                  <a:ext cx="24768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51645325-581E-624D-A2CC-248F262365F4}"/>
                    </a:ext>
                  </a:extLst>
                </p14:cNvPr>
                <p14:cNvContentPartPr/>
                <p14:nvPr/>
              </p14:nvContentPartPr>
              <p14:xfrm>
                <a:off x="4865875" y="4056500"/>
                <a:ext cx="189360" cy="2548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51645325-581E-624D-A2CC-248F262365F4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856875" y="4047500"/>
                  <a:ext cx="20700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290C522-5A8F-E4C3-2B8F-E18B8A669404}"/>
                    </a:ext>
                  </a:extLst>
                </p14:cNvPr>
                <p14:cNvContentPartPr/>
                <p14:nvPr/>
              </p14:nvContentPartPr>
              <p14:xfrm>
                <a:off x="4973515" y="4262420"/>
                <a:ext cx="18720" cy="1260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290C522-5A8F-E4C3-2B8F-E18B8A66940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964515" y="4253420"/>
                  <a:ext cx="3636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F1D441D6-46F3-5804-F91D-0D3F1A84A4AE}"/>
                    </a:ext>
                  </a:extLst>
                </p14:cNvPr>
                <p14:cNvContentPartPr/>
                <p14:nvPr/>
              </p14:nvContentPartPr>
              <p14:xfrm>
                <a:off x="4645195" y="2665100"/>
                <a:ext cx="61920" cy="13032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F1D441D6-46F3-5804-F91D-0D3F1A84A4AE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636555" y="2656100"/>
                  <a:ext cx="7956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B1098042-38F0-D4A6-A744-1D60029DDE7F}"/>
                    </a:ext>
                  </a:extLst>
                </p14:cNvPr>
                <p14:cNvContentPartPr/>
                <p14:nvPr/>
              </p14:nvContentPartPr>
              <p14:xfrm>
                <a:off x="5734195" y="4122380"/>
                <a:ext cx="75240" cy="6120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B1098042-38F0-D4A6-A744-1D60029DDE7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725555" y="4113380"/>
                  <a:ext cx="9288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0B88F4BD-9155-5EF8-C6C7-704EE0DC998B}"/>
                    </a:ext>
                  </a:extLst>
                </p14:cNvPr>
                <p14:cNvContentPartPr/>
                <p14:nvPr/>
              </p14:nvContentPartPr>
              <p14:xfrm>
                <a:off x="5136955" y="3318860"/>
                <a:ext cx="808560" cy="123840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0B88F4BD-9155-5EF8-C6C7-704EE0DC998B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127955" y="3309860"/>
                  <a:ext cx="826200" cy="12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E8F45059-4E55-E60F-3DFF-09EC1FD1CE83}"/>
                    </a:ext>
                  </a:extLst>
                </p14:cNvPr>
                <p14:cNvContentPartPr/>
                <p14:nvPr/>
              </p14:nvContentPartPr>
              <p14:xfrm>
                <a:off x="5870635" y="3699020"/>
                <a:ext cx="13680" cy="450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E8F45059-4E55-E60F-3DFF-09EC1FD1CE83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61635" y="3690380"/>
                  <a:ext cx="3132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69AD32AA-0E40-2655-592C-0E00EA0C98CC}"/>
                    </a:ext>
                  </a:extLst>
                </p14:cNvPr>
                <p14:cNvContentPartPr/>
                <p14:nvPr/>
              </p14:nvContentPartPr>
              <p14:xfrm>
                <a:off x="5941555" y="3202940"/>
                <a:ext cx="232920" cy="5126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69AD32AA-0E40-2655-592C-0E00EA0C98CC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32915" y="3194300"/>
                  <a:ext cx="250560" cy="53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3D344E11-CC62-5732-4FD4-69CA827619FF}"/>
                    </a:ext>
                  </a:extLst>
                </p14:cNvPr>
                <p14:cNvContentPartPr/>
                <p14:nvPr/>
              </p14:nvContentPartPr>
              <p14:xfrm>
                <a:off x="5247115" y="2743580"/>
                <a:ext cx="939600" cy="3909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3D344E11-CC62-5732-4FD4-69CA827619FF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5238115" y="2734940"/>
                  <a:ext cx="957240" cy="40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6AEB8657-D414-8BEB-99FC-E304B716688B}"/>
                    </a:ext>
                  </a:extLst>
                </p14:cNvPr>
                <p14:cNvContentPartPr/>
                <p14:nvPr/>
              </p14:nvContentPartPr>
              <p14:xfrm>
                <a:off x="6147835" y="2922860"/>
                <a:ext cx="283680" cy="4510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6AEB8657-D414-8BEB-99FC-E304B716688B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138835" y="2914220"/>
                  <a:ext cx="301320" cy="46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5FCED9AF-BF33-9947-8EA5-19BD97FEF89C}"/>
                    </a:ext>
                  </a:extLst>
                </p14:cNvPr>
                <p14:cNvContentPartPr/>
                <p14:nvPr/>
              </p14:nvContentPartPr>
              <p14:xfrm>
                <a:off x="6197515" y="2998460"/>
                <a:ext cx="479880" cy="47052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5FCED9AF-BF33-9947-8EA5-19BD97FEF89C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188875" y="2989820"/>
                  <a:ext cx="497520" cy="48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B76DC2F-99A4-0940-7793-D9C001BA94A8}"/>
                    </a:ext>
                  </a:extLst>
                </p14:cNvPr>
                <p14:cNvContentPartPr/>
                <p14:nvPr/>
              </p14:nvContentPartPr>
              <p14:xfrm>
                <a:off x="6014635" y="2751860"/>
                <a:ext cx="851400" cy="106740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B76DC2F-99A4-0940-7793-D9C001BA94A8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6005635" y="2742860"/>
                  <a:ext cx="869040" cy="10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C1A7750-0D3A-99BB-CEE8-B05735B5B0B3}"/>
                    </a:ext>
                  </a:extLst>
                </p14:cNvPr>
                <p14:cNvContentPartPr/>
                <p14:nvPr/>
              </p14:nvContentPartPr>
              <p14:xfrm>
                <a:off x="6620515" y="3514700"/>
                <a:ext cx="13680" cy="144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C1A7750-0D3A-99BB-CEE8-B05735B5B0B3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611515" y="3505700"/>
                  <a:ext cx="313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39A0FDEF-79DF-1077-222D-4A1221EC13F6}"/>
                    </a:ext>
                  </a:extLst>
                </p14:cNvPr>
                <p14:cNvContentPartPr/>
                <p14:nvPr/>
              </p14:nvContentPartPr>
              <p14:xfrm>
                <a:off x="6652915" y="3541700"/>
                <a:ext cx="6480" cy="2088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39A0FDEF-79DF-1077-222D-4A1221EC13F6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644275" y="3532700"/>
                  <a:ext cx="241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72EC28EE-BE57-8D2C-258E-268EF61B75D2}"/>
                    </a:ext>
                  </a:extLst>
                </p14:cNvPr>
                <p14:cNvContentPartPr/>
                <p14:nvPr/>
              </p14:nvContentPartPr>
              <p14:xfrm>
                <a:off x="7756315" y="5542940"/>
                <a:ext cx="83520" cy="6660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72EC28EE-BE57-8D2C-258E-268EF61B75D2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747675" y="5533940"/>
                  <a:ext cx="10116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50E13649-AE01-B1F1-8C0C-B50BA1D4A586}"/>
                    </a:ext>
                  </a:extLst>
                </p14:cNvPr>
                <p14:cNvContentPartPr/>
                <p14:nvPr/>
              </p14:nvContentPartPr>
              <p14:xfrm>
                <a:off x="6941275" y="3300860"/>
                <a:ext cx="106560" cy="8424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50E13649-AE01-B1F1-8C0C-B50BA1D4A586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932275" y="3291860"/>
                  <a:ext cx="12420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A261B9E-9740-A75A-1626-FE6B29A9E2B2}"/>
                    </a:ext>
                  </a:extLst>
                </p14:cNvPr>
                <p14:cNvContentPartPr/>
                <p14:nvPr/>
              </p14:nvContentPartPr>
              <p14:xfrm>
                <a:off x="6747235" y="1977860"/>
                <a:ext cx="14760" cy="68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A261B9E-9740-A75A-1626-FE6B29A9E2B2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738235" y="1968860"/>
                  <a:ext cx="324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1563D62C-86DA-FE34-BAB8-923664578B0A}"/>
                    </a:ext>
                  </a:extLst>
                </p14:cNvPr>
                <p14:cNvContentPartPr/>
                <p14:nvPr/>
              </p14:nvContentPartPr>
              <p14:xfrm>
                <a:off x="5717275" y="2485820"/>
                <a:ext cx="1507680" cy="27468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1563D62C-86DA-FE34-BAB8-923664578B0A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708635" y="2477180"/>
                  <a:ext cx="152532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FACE7F99-8D24-0721-7BA8-686A407382DB}"/>
                    </a:ext>
                  </a:extLst>
                </p14:cNvPr>
                <p14:cNvContentPartPr/>
                <p14:nvPr/>
              </p14:nvContentPartPr>
              <p14:xfrm>
                <a:off x="9273355" y="4394540"/>
                <a:ext cx="537120" cy="6660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FACE7F99-8D24-0721-7BA8-686A407382DB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9264355" y="4385900"/>
                  <a:ext cx="55476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B18BE152-3B1A-4B5D-9B61-1B9FC1E6D1C1}"/>
                    </a:ext>
                  </a:extLst>
                </p14:cNvPr>
                <p14:cNvContentPartPr/>
                <p14:nvPr/>
              </p14:nvContentPartPr>
              <p14:xfrm>
                <a:off x="9513115" y="4503260"/>
                <a:ext cx="40320" cy="14688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B18BE152-3B1A-4B5D-9B61-1B9FC1E6D1C1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9504475" y="4494260"/>
                  <a:ext cx="579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E284241C-06F0-625A-FFE9-D7A8FB2BFC55}"/>
                    </a:ext>
                  </a:extLst>
                </p14:cNvPr>
                <p14:cNvContentPartPr/>
                <p14:nvPr/>
              </p14:nvContentPartPr>
              <p14:xfrm>
                <a:off x="6773155" y="3907100"/>
                <a:ext cx="2577960" cy="230436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E284241C-06F0-625A-FFE9-D7A8FB2BFC5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764155" y="3898460"/>
                  <a:ext cx="2595600" cy="232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2BE24CFE-E3C8-8789-DAE0-69B7CB614A30}"/>
                    </a:ext>
                  </a:extLst>
                </p14:cNvPr>
                <p14:cNvContentPartPr/>
                <p14:nvPr/>
              </p14:nvContentPartPr>
              <p14:xfrm>
                <a:off x="5901955" y="4217780"/>
                <a:ext cx="3637800" cy="229860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2BE24CFE-E3C8-8789-DAE0-69B7CB614A30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5893315" y="4209140"/>
                  <a:ext cx="3655440" cy="2316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036059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270</TotalTime>
  <Words>0</Words>
  <Application>Microsoft Office PowerPoint</Application>
  <PresentationFormat>Widescreen</PresentationFormat>
  <Paragraphs>0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testBI Power</dc:creator>
  <cp:lastModifiedBy>testBI Power</cp:lastModifiedBy>
  <cp:revision>2</cp:revision>
  <dcterms:created xsi:type="dcterms:W3CDTF">2026-01-20T17:12:17Z</dcterms:created>
  <dcterms:modified xsi:type="dcterms:W3CDTF">2026-01-22T17:48:03Z</dcterms:modified>
</cp:coreProperties>
</file>