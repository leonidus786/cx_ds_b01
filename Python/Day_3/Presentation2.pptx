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2:51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26 8153,'45'0'2374,"-36"0"1827,-10-3-2319,-4-18 2200,4 21-3975,1 0 0,0 0 0,0 0 0,0 0 0,0 0 0,0-1 0,0 1 0,0 0 1,0 0-1,0 0 0,0 0 0,0 0 0,0 0 0,0 0 0,0 0 0,0 0 0,0 0 0,0 0 0,0-1 0,-1 1 0,1 0 1,0 0-1,0 0 0,0 0 0,0 0 0,0 0 0,0 0 0,0 0 0,0 0 0,0 0 0,-1 0 0,1 0 0,0 0 0,0 0 1,0 0-1,0 0 0,0 0 0,0 0 0,0 0 0,0 0 0,-1 0 0,1 0 0,0 0 0,0 0 0,0 0 0,0 0 1,0 0-1,0 1 0,0-1 0,0 0 0,0 0 0,0 0 0,-1 0 0,1 0 0,0 0 0,0 0 0,0 0 0,0 0 0,0 0 1,0 1-1,0-1 0,0 0 0,0 0 0,0 0 0,0 0 0,0 0 0,0 0 0,0 0 0,-5 20 6596,2-1-7255,2-13-912,-5 72 1464,5-55 0,-1-1 0,-7 36 0,-34 91 15,25-94-281,2 0 0,-12 86 0,5 4-10332,22-102 3534,7-1-4274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2:51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104 154 14245,'-57'-75'3061,"41"48"-365,6 3-368,-1 12-224,1-4 3253,27 44-6701,3 17-445,-16-27-1247,6 33-40,0 43-3017,-4-10-5376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2:57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1127 70 8833,'-7'-8'911,"1"-1"0,0 0 1,0 0-1,-4-11 0,8 18 340,0 0-137,-1 1-965,1-1-1,0 1 1,-1 0 0,1 0-1,-1 0 1,0 0 0,1 1-1,-1-1 1,1 1 0,-1-1-1,0 1 1,1 0 0,-1 0 0,-4 1-1,-1 0 59,0 0-1,0 1 0,1 0 1,-14 6-1,-6 5 333,-44 28 1,68-39-480,-62 40 590,-65 56-1,103-75-521,1 1-1,2 0 1,1 2-1,-39 55 1,57-72-107,0 0 0,0 0 0,0 1 0,1-1 0,0 1 0,1 0 0,1 1 0,-4 16 0,6-20-11,0 0 1,0 0 0,0-1-1,0 1 1,1 0-1,1-1 1,-1 1 0,1-1-1,0 1 1,0-1 0,1 1-1,0-1 1,7 11-1,-8-14-5,1 1 0,1-1-1,-1 1 1,0-1-1,1 0 1,-1-1-1,1 1 1,0-1 0,0 1-1,0-1 1,0 0-1,1 0 1,6 1-1,6 2 2,0-2 0,19 3-1,-28-5-3,9 1-3,0-1-1,-1-1 1,1-1 0,0 0 0,-1-1-1,1-1 1,-1 0 0,0-1-1,0-1 1,0-1 0,0 0 0,-1-1-1,0 0 1,-1-1 0,0-1-1,25-20 1,-23 15 70,0 0 0,-1-2-1,0 0 1,-1 0 0,-1-1 0,-1-1 0,-1 0-1,0-1 1,-1 0 0,-1-1 0,-1 0-1,9-34 1,-12 34 473,-1 0 0,-2 0 0,0 0 0,-1 0 0,0 0 0,-4-22 0,3 39 743,-15 18-381,12-10-816,-1 0 0,1 0 0,1 1 0,-1-1 0,1 1 0,0 0 0,0-1 0,1 1 0,0 0 0,-1 8 0,-1 68 518,2-36-281,-44 458 1189,0-15-1527,40-382 13,-24 279 0,27-375 0,0 0 0,0-1 0,-1 1 0,0-1 0,0 0 0,-1 0 0,-1 0 0,0 0 0,0-1 0,-1 0 0,0 0 0,-1 0 0,-12 12 0,16-18 0,1-1 0,-1-1 0,0 1 0,0 0 0,0-1 0,0 1 0,0-1 0,0 0 0,0 0 0,-1 0 0,1 0 0,0-1 0,-1 0 0,1 1 0,-5-1 0,-49-6 0,44 4 0,-18-5 0,0 0 0,-37-15 0,8 3 0,-198-64 4,143 44-207,98 34 29,-117-44-4075,129 47 3518,1 0 0,-1 0 0,1 0 0,0-1-1,0 0 1,0 0 0,-4-5 0,-3-4-4452,8 9 2661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2:58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2 492 8869,'-1'-3'242,"1"1"0,0 0 0,0-1 0,0 1 0,0-1 0,1 1 0,-1 0 0,0-1 0,1 1 0,0 0 0,-1-1 0,1 1 0,0 0 0,0 0 0,1 0 0,-1 0 0,4-4 5077,-4 3-3977,0-2-2121,4-15 6192,0 19-1508,3 11-2887,-5-3-975,0-1 1,-1 1-1,0 0 0,0-1 0,-1 1 0,0 0 0,1 14 0,-3 56 100,0-35-75,0-12-38,3 1 1,0-1-1,2 1 0,10 38 1,-13-65-30,0 0 0,1-1 1,-1 1-1,1 0 0,0 0 1,0-1-1,0 1 0,0-1 1,1 0-1,-1 0 0,1 0 1,0 0-1,0 0 0,0 0 1,0-1-1,1 0 0,-1 1 1,1-1-1,-1 0 0,1-1 1,0 1-1,0-1 0,-1 0 1,1 1-1,0-2 0,0 1 1,0 0-1,0-1 0,1 0 1,-1 0-1,0 0 0,0 0 1,0-1-1,0 1 0,0-1 1,0 0-1,4-2 0,11-5 5,-1 0 0,0-1 0,-1-1 0,0-1 0,30-24 0,74-77 15,-107 98-20,15-17 35,-13 14-56,1 0 0,0 1-1,1 0 1,32-21 0,-46 35 18,0-1 0,0 1 0,0 0 0,0 0 0,1 0 0,-1 1 0,1 0-1,-1 0 1,1 0 0,-1 0 0,1 1 0,0-1 0,-1 1 0,1 0 0,0 1 0,-1-1 0,1 1 0,-1 0 0,1 0 0,-1 0 0,1 1 0,-1 0 0,0-1 0,0 2 0,0-1 0,0 0 0,0 1 0,0 0 0,5 4 0,0 3-10,0 1 0,-1 0 0,0 0 0,0 0 0,-1 1 0,7 18 0,-13-29 12,-1 0 0,1 1 0,-1-1-1,1 0 1,-1 0 0,1 0-1,0 0 1,0 0 0,-1 0 0,1 0-1,0 0 1,0 0 0,0 0-1,0-1 1,0 1 0,0 0 0,0 0-1,1-1 1,-1 1 0,0-1-1,0 1 1,0-1 0,1 0 0,-1 1-1,0-1 1,1 0 0,-1 0-1,0 0 1,0 0 0,1 0-1,-1 0 1,0 0 0,3-1 0,3-1-3,0-1 0,0 0 0,0-1 1,0 1-1,6-6 0,18-8-4,-22 13-2,-3 0 7,1 1 1,1 0-1,-1 0 1,0 0-1,1 1 0,-1 0 1,1 1-1,0-1 0,0 1 1,-1 1-1,1 0 0,0 0 1,0 0-1,0 1 0,7 2 1,22 10-20,-1 2 0,48 27 0,-45-21-108,62 23 1,-86-39 84,1 0 0,-1-2 0,1 1 0,0-2 0,0 0 0,0-1 0,31-2 0,-22-2 11,-1 0 1,1-2-1,-1 0 0,40-16 0,-50 15 29,-2 0-1,1 0 0,-1-1 1,0-1-1,0 0 0,-1 0 1,0-2-1,0 1 0,-1-1 1,9-12-1,18-28-1,59-110 0,12-65 49,-38 52 654,-69 170-62,0 9-24,1 10-366,0 1 1,-2-1-1,1 0 0,-2 1 0,0-1 1,-4 19-1,-28 105-10,19-83-246,-3 8 11,-26 115 0,-9 90 0,-32 206 0,81-460-66,-4 28-6,-2 62-1,8-94-491,2 0 0,-1-1-1,1 1 1,1 0 0,0-1 0,1 1-1,0-1 1,1 0 0,0 0-1,8 15 1,-11-24 145,0-1 0,1 1 1,-1 0-1,1-1 0,-1 1 0,1-1 0,0 1 0,-1-1 1,1 0-1,0 0 0,0 0 0,0 0 0,0 0 0,0 0 0,0 0 1,0 0-1,0-1 0,0 1 0,1-1 0,-1 0 0,0 0 1,0 0-1,0 0 0,0 0 0,4-1 0,-4 1 170,48-4-11977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2:59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70 11169,'-10'-1'142,"8"1"69,-1 0 1,0 0-1,1-1 1,-1 1 0,1-1-1,-1 1 1,1-1-1,-1 0 1,1 0-1,0 0 1,-5-3-1,7 3-55,0-1 0,0 1 0,1 0-1,-1-1 1,0 1 0,0-1 0,1 1-1,-1-1 1,1 1 0,-1 0-1,1-1 1,0 1 0,-1 0 0,1-1-1,0 1 1,0 0 0,0 0 0,0 0-1,0 0 1,0 0 0,2-1 0,-1 0 43,0 0 1,0 0-1,0 1 1,1-1 0,-1 1-1,0-1 1,1 1-1,-1 0 1,1 0 0,-1 0-1,1 0 1,0 1-1,-1-1 1,6 0 0,47 0 945,-37 1-793,20 1 12,-1 1-1,0 3 1,0 0-1,41 13 0,-58-12-269,0 0 0,-1 1 0,0 1 0,0 1 0,0 1 0,-1 0 0,-1 1 0,0 1 0,19 18 0,-33-27-81,1 0 0,-1 1 0,0-1 0,0 1 0,0 0 0,-1 0 0,0 0 0,1 0 0,-1 1 0,-1-1 0,1 1 0,0-1 0,-1 1 0,0-1 0,0 1 0,-1 0 0,1 0 1,-1-1-1,0 1 0,0 0 0,-1 0 0,1-1 0,-1 1 0,0 0 0,-1-1 0,1 1 0,-1-1 0,1 1 0,-1-1 0,-3 5 0,-7 10-2,-1 0 0,-1-1 0,-1 0 0,-32 31 0,29-31-13,-244 232-2298,236-222 429,26-28 1840,0 1 1,-1-1 0,1 0 0,0 0 0,0 1 0,0-1-1,0 0 1,0 1 0,-1-1 0,1 0 0,0 1 0,0-1 0,0 0-1,0 1 1,0-1 0,0 0 0,0 1 0,0-1 0,0 0-1,0 1 1,0-1 0,0 0 0,0 1 0,0-1 0,1 0 0,-1 1-1,0-1 1,0 0 0,1 1 0,16 1-651,3-5 414,-1-1 0,0-1 0,0-1 0,-1-1 0,1 0 0,-2-2 0,28-15 0,-1-5-67,67-54 0,153-159 810,-17-13 3537,-198 212-2729,-45 41-836,0 3 56,3 2-351,0 0-1,0 1 0,0-1 0,-1 1 0,1 0 0,-1 1 0,0-1 0,0 1 0,-1 1 0,0-1 0,0 1 1,0 0-1,0 0 0,-1 0 0,0 1 0,5 10 0,2 3 189,0 0-1,1-2 1,1 1 0,0-1 0,2-1-1,0-1 1,1 0 0,35 27-1,-49-42-144,-3-5-37,-2-6-84,3 5-56,-2 1 0,1-1 0,0 1-1,-1-1 1,0 1 0,0 0-1,0-1 1,-1 1 0,1 0 0,-1 1-1,-5-7 1,-20-17 55,-57-42 0,53 43-165,-1 0-1174,-45-29-1,71 51 2558,28 38-26578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2:59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1 274 10809,'5'-3'491,"-3"1"-315,-1 1 0,0 0 0,1 0 0,-1 1 0,1-1 0,-1 0 0,1 0 0,-1 1-1,1-1 1,-1 1 0,1-1 0,0 1 0,-1-1 0,1 1 0,0 0 0,-1 0-1,1 0 1,0 0 0,-1 0 0,6 2 3149,2 16-1490,-3-9-1529,24 42 789,32 65 489,-54-98-1402,-1 0-1,0 1 0,-1 0 1,5 33-1,-7-11-49,-2 0-1,-1 1 0,-2-1 1,-3 0-1,0 0 0,-16 58 1,18-90-97,-1-1 0,0 0 0,-1 0 0,-4 7 0,0 3 46,6-14 177,4-9-69,-1 3-174,23-48-4,2 1-1,2 1 0,50-65 0,-2 23-2182,165-151 1,182-65-2028,-283 213 5362,-137 93-994,-1 0 0,1-1 0,-1 1 0,1 0 0,-1 0 0,1 0 0,-1 1 0,1-1 0,-1 1 0,1-1 0,-1 1 0,0 0 0,1 0 0,-1 0-1,0 0 1,0 0 0,4 3 0,-6-3-66,0 1 1,0 0-1,1-1 0,-1 1 0,0 0 1,-1-1-1,1 1 0,0-1 0,0 1 0,-1 0 1,1-1-1,-1 1 0,1-1 0,-2 3 0,-13 28 840,9-21-531,-181 349 5793,44-90-5787,134-251-800,0-3 71,1 1-1,-7 23 1,-3 36-4694,-11 124-16427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2:59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3 172 13169,'-3'-39'2236,"20"6"-191,-7 24-457,13-10-400,28-5-228,9 9-240,14 3-332,16 6-300,21 0-660,29 0-764,18 6-904,26-3-3201,17 6-4368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0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1143 10533,'-45'-25'3557,"39"21"-2337,-1-1 0,1 0 0,0-1 0,0 1 0,0-1 0,1 0 0,-9-14 0,13 18-1062,0 0 0,1 0 0,-1 0 0,1 0 0,-1 0 0,1 0 0,0 0 0,0 0 0,0-1 0,0 1 0,0 0 0,0 0 1,1 0-1,-1 0 0,1 0 0,-1 0 0,1 0 0,0-1 0,0 2 0,0-1 0,0 0 0,0 0 0,0 0 0,3-3 0,3-3 108,0 0-1,1 0 0,11-9 1,25-17 390,0 3 0,60-31 0,29-20 160,-101 60-614,-10 7-50,0 0 0,-2-2 0,0-1 1,31-35-1,88-103-17,-88 92-123,60-97-1,-10 13-12,-49 79 1,-51 67 0,0 1 0,0 0 0,1-1 0,-1 1 0,0 0 0,1-1 0,-1 1 0,1 0 0,0 0 0,-1 0 0,1 1 0,0-1 0,-1 0 0,1 1 0,0-1 0,0 1 0,-1-1 0,1 1 0,0 0 0,0-1 0,0 1 0,0 0 0,0 1 0,-1-1 0,1 0 0,0 0 0,0 1 0,0-1 0,0 1 0,-1 0 0,3 0 0,1 2 0,-1-1 0,0 0 0,0 1 0,0 0 0,0 0 0,0 0 0,-1 1 0,1-1 0,-1 1 0,5 7 0,1 5 0,-1 1 0,0 0 0,-1 1 0,-1 0 0,-1 0 0,-1 0 0,4 32 0,-3-2 0,-3 87 0,-4-93 0,-2 0 0,-2 0 0,-1 0 0,-3-1 0,-1 0 0,-2-1 0,-1-1 0,-3 0 0,-1 0 0,-1-2 0,-3-1 0,-1 0 0,-1-2 0,-2 0 0,-1-2 0,-32 29 0,17-22-29,-1-2 1,-2-1-1,-2-3 1,-58 32-1,61-47-1919,32-15-22,26-11-580,91-37-8357,-34 16-1358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1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619 362 11861,'-1'1'167,"0"1"1,0-1-1,0 0 0,0 1 1,0-1-1,0 0 0,0 1 1,0-1-1,0 0 0,-1 0 0,1 0 1,0 0-1,-1 0 0,1-1 1,-1 1-1,1 0 0,-1-1 1,1 1-1,-1-1 0,0 1 0,1-1 1,-1 0-1,0 1 0,1-1 1,-1 0-1,0 0 0,1 0 1,-1 0-1,-2-1 0,-3 1 367,4 0 806,4 4-1130,0 0 0,0 1 0,1-1 0,0 0 0,-1 0 0,2 0 0,-1 0 0,0 0 1,1-1-1,-1 1 0,6 4 0,-8-8-182,9 11 160,1-1 1,0 0-1,1-1 0,-1-1 1,2 1-1,17 8 1,86 38 360,-78-39-518,171 67-99,-158-66-4,0-3-1,1-1 1,0-3-1,58 5 1,-104-15 67,1 1 1,-1-1-1,0 0 1,1 0-1,-1-1 0,1 0 1,-1 0-1,0 0 0,0 0 1,0-1-1,0 0 0,0 0 1,0-1-1,0 1 0,0-1 1,-1 0-1,1 0 1,-1 0-1,0-1 0,0 0 1,0 0-1,-1 0 0,1 0 1,2-5-1,-2 0 40,1-1 0,-1 0-1,-1 0 1,0 0 0,0 0-1,-1-1 1,-1 1 0,0-1 0,0 0-1,-1 1 1,-1-12 0,-1 1 508,0-1 0,-12-40 0,-1-4 1631,6 23-839,9 43-1318,0 0 0,0 0-1,0 0 1,0 0-1,0-1 1,0 1 0,0 0-1,0 0 1,0 0 0,0 0-1,0 0 1,0-1 0,0 1-1,0 0 1,0 0-1,0 0 1,0 0 0,0 0-1,0-1 1,0 1 0,0 0-1,0 0 1,0 0-1,0 0 1,-1 0 0,1-1-1,0 1 1,0 0 0,0 0-1,0 0 1,0 0-1,0 0 1,0 0 0,-1 0-1,1 0 1,0-1 0,0 1-1,0 0 1,0 0 0,0 0-1,0 0 1,-1 0-1,1 0 1,0 0 0,0 0-1,0 0 1,0 0 0,-1 0-1,1 0 1,0 0-1,0 0 1,0 0 0,0 0-1,0 0 1,-1 0 0,1 0-1,0 0 1,-3 25 506,-10 236 1118,-68 381 0,55-514-1684,-5-1 1,-7-2-1,-4-2 0,-116 233 0,101-253-182,-4-2 0,-5-2 0,-4-4 0,-4-3 0,-156 151 1,197-213 18,-2-2 0,-74 45 0,92-63 158,-1-1-1,1 0 0,-2-2 1,1 0-1,-1-1 0,0-1 1,0-1-1,-1 0 0,-21 0 0,35-4 38,1 0 0,0 0-1,0 0 1,-1-1-1,1 0 1,0 0 0,0 0-1,0-1 1,0 1-1,0-1 1,1-1 0,-1 1-1,0 0 1,1-1-1,0 0 1,-1 0 0,-3-4-1,5 3 6,0 0-1,0 0 0,1 0 1,-1 0-1,1 0 0,0-1 1,0 1-1,0-1 0,1 1 1,-1-1-1,1 0 0,0 1 0,1-1 1,-1 0-1,1 0 0,0 0 1,0 1-1,0-1 0,2-5 1,2-13-7,0 0 0,2 1 0,1-1 0,13-29 0,49-86-27,-1 24-6,4 3 0,4 4 0,174-185 0,321-252-110,-454 438 119,39-34-40,255-241 1,-290 259 34,130-171-1,-148 146 24,-91 128 19,-2 0-1,0-1 1,-2-1 0,0 1 0,10-42 0,-17 56-1,0 0 0,-1 0 0,1-1 0,-1 1 1,0 0-1,-1 0 0,0 0 0,0 0 0,0 0 0,-1 0 1,-2-7-1,3 11 4,1 0-1,-1 0 1,0 0 0,-1 0 0,1 1 0,0-1 0,-1 0 0,1 1 0,-1-1 0,1 0 0,-1 1 0,0 0-1,1-1 1,-1 1 0,0 0 0,0 0 0,0 0 0,0 0 0,0 1 0,0-1 0,0 0 0,0 1-1,-1-1 1,1 1 0,0 0 0,0 0 0,0 0 0,-1 0 0,1 0 0,0 0 0,0 1 0,0-1-1,-3 1 1,1 1 5,0-1-1,0 1 0,0 0 0,1 0 1,-1 0-1,0 0 0,1 1 0,0 0 1,0-1-1,-1 1 0,2 0 1,-1 1-1,0-1 0,1 0 0,-1 1 1,1-1-1,0 1 0,-2 5 0,0 0 14,0 1 0,0 0-1,1 1 1,1-1-1,-1 0 1,0 14-1,2-3 17,1 1 0,1-1 0,1 1 0,0-1 0,7 24 0,35 104 112,-11-47-63,-7-10 15,-3 1-1,16 152 1,-36-212-86,-2 0 0,-1 0 0,-2-1 0,-1 1 0,-1 0 1,-2-1-1,-2 0 0,-1-1 0,-1 1 0,-1-2 0,-22 42 0,13-40-20,0 0-1,-2-2 1,-2-1-1,0 0 1,-54 46-1,35-39-655,-1-2 0,-2-2 0,-64 33 0,31-29-1634,27-19-2595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1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34 12273,'-23'-3'2544,"29"-12"1845,-26 9-2649,4-3 1148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1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237 261 11529,'-127'-23'2740,"65"8"1317,14 11 202,51-1-1654,7-2-2103,-1 3-264,0 1-1,1 0 1,-1 0-1,1 1 1,0 0-1,-1 1 1,15 0-1,-6-1-4,771-26 2813,-420 22-2474,-262 3-542,425-17 296,-6-32-1710,-521 51 1313,39-5-1376,0-2 0,67-21-1,-108 28 821,0-1 0,0 1-1,0-1 1,0 1 0,0-1-1,0 0 1,-1-1 0,1 1 0,0 0-1,2-4 1,3-2-4724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2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1703 9297,'0'0'2167,"0"-3"-316,1-5-1318,-1 1 1,1-1 0,1 1-1,-1-1 1,2 1 0,-1 0 0,1-1-1,0 1 1,7-13 0,6-4 224,25-31 0,0 0-87,-28 36-515,62-93 544,66-134 0,97-316-285,-124 277-44,-89 224-189,27-102 0,-51 161-168,0 0 0,-1 0 1,1-1-1,-1 1 0,0 0 1,1 0-1,-1-1 0,0 1 1,0 0-1,-1 0 0,1-3 1,-1 4-9,1 1 0,0 0 0,-1 0 0,1 0 1,0 0-1,-1 0 0,1 0 0,-1-1 0,1 1 1,0 0-1,-1 0 0,1 0 0,0 0 0,-1 0 1,1 0-1,0 0 0,-1 1 0,1-1 0,0 0 1,-1 0-1,1 0 0,0 0 0,-1 0 1,1 1-1,0-1 0,-1 0 0,1 0 0,0 0 1,-1 1-1,1-1 0,0 0 0,0 0 0,-1 1 1,1-1-1,0 0 0,0 1 0,0-1 0,-1 1 1,-7 8 150,1 1 0,-14 20 0,-34 73 741,-53 138 0,102-226-846,-125 345 708,109-280-592,3 1 0,-14 132 0,30-177-165,2 0-1,1 1 1,2-1 0,1 0 0,2 0 0,2 0-1,1-1 1,23 61 0,-22-74-122,1 0-1,1-1 1,1-1-1,0 0 1,2-1-1,0 0 1,2-1-1,0 0 1,0-2-1,2 0 1,0 0-1,1-2 1,0 0-1,30 15 1,-26-18 49,0-1 1,1-1-1,0-1 1,0 0-1,1-2 0,0-1 1,0-2-1,0 0 0,0-1 1,1-2-1,-1 0 1,1-2-1,-1 0 0,0-2 1,0-1-1,-1-1 1,1-1-1,-1-2 0,-1 0 1,1-1-1,-2-1 0,1-1 1,25-20-1,-16 8 259,-1-1-1,-1-2 1,-1 0-1,-2-3 1,26-35-1,-44 54 231,-1-2-1,0 1 1,10-22-1,-47 57 553,24-15-966,1-1 1,0 1-1,1 0 0,-1 0 1,2 0-1,-1 0 0,1 1 0,0-1 1,1 1-1,0-1 0,1 1 1,-1 0-1,3 15 0,-1-10-461,1 0-1,0 0 1,1 0-1,1 0 0,0 0 1,1-1-1,11 21 1,-10-23-637,1-1 0,0 0 0,16 18 1,14 4-5972,-7-10-2819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3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56 9961,'19'-55'5908,"-18"55"-5850,-1 0 1,1 0-1,0 0 1,0 0-1,-1 0 0,1 0 1,0 0-1,-1 0 1,1 0-1,0 0 1,-1 0-1,1 1 1,0-1-1,-1 0 0,1 0 1,0 1-1,-1-1 1,1 0-1,0 1 1,-1-1-1,1 1 1,2 0 91,18 11-471,0 1-1,-1 1 1,-1 1-1,23 21 1,-3-2-884,20 12-912,1-3-1,121 66 0,-168-104 2448,-1 0 0,1-1 1,0 0-1,19 3 0,-12-3 481,-19-5-724,0 1 1,-1 0-1,1-1 1,0 1 0,0 0-1,0-1 1,-1 1-1,1-1 1,0 0 0,-1 1-1,1-1 1,0 1-1,-1-1 1,1 0 0,-1 0-1,1 1 1,-1-1-1,1 0 1,-1 0-1,0 0 1,1 1 0,-1-3-1,1 2 165,0 0-104,0-1 0,0 1 0,0 0 0,-1-1 0,1 1 0,0-1 0,-1 1 0,1-1 0,-1 0 0,1 1 1,-1-1-1,0 1 0,0-1 0,0 0 0,0 1 0,0-1 0,0 0 0,0 1 0,0-1 0,-1 0 0,1 1 0,-1-1 0,1 1 0,-1-1 0,1 1 0,-1-1 1,0 1-1,0-1 0,0 1 0,0 0 0,0-1 0,0 1 0,0 0 0,-3-2 0,2 1-16,-1 0 0,1 1 0,-1-1 0,0 1 0,1-1 0,-1 1 0,0 0 0,0 0 0,0 0 0,0 1 0,0-1 0,0 1 0,0-1 0,-1 1 0,1 0 0,0 0 0,0 1 0,0-1 0,-5 2 0,-1 1 133,0 1 1,0 0-1,1 0 0,-1 1 1,1 0-1,1 1 0,-1 0 1,1 0-1,-12 12 0,-57 73 1674,67-79-1761,-188 287 2797,25 14-1673,169-309-1289,-27 51 267,-42 111 0,71-164-270,0 1-1,0 0 1,1 0-1,-1 0 0,1 0 1,-1-1-1,1 1 1,0 0-1,0 0 1,1 0-1,-1 0 1,0 0-1,1 0 1,1 3-1,-1-4-4,0 0 0,0 0 1,0-1-1,0 1 0,0 0 0,1-1 0,-1 1 0,0-1 0,1 0 1,0 1-1,-1-1 0,1 0 0,0 0 0,-1 0 0,5 1 0,3 1 5,0-1-1,0 0 0,0 0 0,1-1 0,-1 0 1,16-2-1,13-1 9,0-1-1,55-13 1,17-3-61,-85 16 24,142-11-148,-138 13 111,1 1 0,-1 2-1,46 8 1,-68-9 41,0 1 0,0 0 0,0 0 0,-1 1 0,1 0 0,-1 0 0,1 0 0,-1 1 0,0 0 0,10 9 0,-15-11 11,1 0-1,0 0 1,-1 0 0,1 0-1,-1 0 1,0 0 0,0 0-1,0 0 1,0 1 0,0-1-1,0 0 1,-1 1 0,1-1-1,-1 1 1,1-1-1,-1 1 1,0-1 0,0 1-1,0-1 1,0 1 0,-1-1-1,1 1 1,-1-1 0,1 0-1,-1 1 1,0-1 0,0 0-1,0 1 1,0-1 0,0 0-1,-1 0 1,1 0 0,-4 3-1,-4 7 0,-1-1 0,0 0 0,-1-1 0,0-1 0,-1 1-1,-16 9 1,-82 42 2,102-57 3,-83 37-296,-191 58 0,191-71-968,76-24 37,0 0 0,-31 2 0,-1-4-9111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3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64 10165,'5'8'796,"0"-1"-1,0 1 1,-1 0-1,0 0 1,0 1-1,-1-1 1,0 1 0,2 9-1,7 20 654,0-4-867,-1 0 0,-2 0-1,-1 1 1,5 58-1,-12-72-498,0-1-1,-2 0 1,0 1-1,-2-1 1,0 0-1,-1 0 1,-1 0-1,-1 0 1,-17 36-1,18-44-42,-5 8 33,0 0-1,-27 38 1,33-53-34,0 1 0,-1-1 1,0 0-1,0 0 0,-1 0 0,1-1 0,-1 0 1,0 0-1,0 0 0,-1-1 0,1 1 0,-1-2 0,1 1 1,-13 2-1,16-4-16,1-1 1,-1 0 0,1 1-1,0-1 1,-1-1 0,1 1-1,-1 0 1,1 0 0,-1-1-1,1 0 1,0 1 0,-1-1-1,1 0 1,0 0 0,0 0-1,0 0 1,0-1 0,0 1-1,0 0 1,0-1 0,0 0-1,0 1 1,1-1-1,-1 0 1,1 0 0,-1 0-1,1 0 1,0 0 0,-1 0-1,1 0 1,0-1 0,1 1-1,-2-3 1,0-3 14,0 0 1,0 0-1,1 1 1,0-1-1,0 0 0,1 0 1,0 0-1,0 0 1,3-16-1,1 9-73,1 0 0,0 1 0,1-1 0,1 1-1,0 1 1,1-1 0,0 1 0,13-14 0,4-4-474,1 2 1,35-30-1,-15 21-968,2 2-1,1 1 0,2 3 1,104-48-1,231-69-2749,-321 128 4771,45-18 3633,-106 38-1478,-14 2-2485,0 1-1,0 0 1,0 0-1,0 1 1,1 0-1,0 1 1,-1 0-1,-14 9 1,18-10-94,-38 21-296,2 1 1,0 2 0,2 2-1,1 2 1,2 2-1,1 1 1,2 1-1,-37 49 1,70-83 164,0 1 1,0-1-1,0 1 0,0-1 1,0 1-1,0 0 0,1-1 0,-1 1 1,1-1-1,-1 1 0,1 0 1,-1 1-1,1-2 24,0 0 1,0-1-1,0 1 1,1-1 0,-1 1-1,0 0 1,0-1-1,0 1 1,1-1-1,-1 1 1,0-1-1,0 1 1,1-1-1,-1 1 1,0-1-1,1 1 1,-1-1 0,1 0-1,-1 1 1,1-1-1,-1 0 1,1 1-1,-1-1 1,1 1-1,3 0 90,0 0-1,0 0 1,0 0-1,1 0 0,-1-1 1,0 0-1,0 0 0,9-1 1,5 0-45,1 1 0,-1 1 0,1 0 0,-1 1 0,1 1 0,-1 1 0,0 1 1,0 0-1,-1 1 0,0 1 0,0 1 0,0 0 0,-1 1 0,0 1 0,24 20 0,127 91-4488,-49-47-3072,-62-42 1401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3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7585,'47'-56'4098,"-46"55"-3975,-1 1-1,1-1 1,0 0-1,0 1 1,0-1 0,0 1-1,0-1 1,-1 1-1,1-1 1,0 1-1,0 0 1,0-1 0,0 1-1,0 0 1,0 0-1,0 0 1,0-1-1,1 1 1,-1 0 0,0 1-1,0-1 1,1 0-1,2 0 331,3 0-211,-1 0 1,0 1-1,1 0 1,-1 0-1,0 0 1,1 0-1,-1 1 1,0 0-1,0 1 1,0-1-1,-1 1 1,1 1-1,-1-1 1,1 0-1,-1 1 1,0 0-1,8 10 1,-1-3 0,-1 2 1,0-1 0,-1 2 0,-1-1-1,15 30 1,-14-23-155,-1 0 1,-1 0 0,-1 1-1,-1 0 1,0 1-1,-2-1 1,-1 1-1,0 0 1,-2 0-1,0 0 1,-2 0-1,0 0 1,-6 27-1,3-30-61,-22 82 83,23-91-87,0 0 0,-2-1 1,1 0-1,-1 0 0,0 0 1,-1 0-1,-13 14 0,18-21-19,0-1 1,0 0-1,0 0 0,0 0 0,0 0 1,0 0-1,0-1 0,0 1 1,0 0-1,-1 0 0,1-1 0,0 1 1,-1-1-1,1 1 0,-3 0 0,4-2-4,0 1-1,-1 0 1,1 0-1,-1 0 0,1 0 1,0-1-1,-1 1 0,1 0 1,0-1-1,-1 1 0,1 0 1,0 0-1,-1-1 1,1 1-1,0 0 0,-1-1 1,1 1-1,0-1 0,0 1 1,0 0-1,-1-1 0,1 1 1,0-1-1,0 1 1,0-1-1,0 1 0,0 0 1,0-1-1,0 1 0,0-1 1,0-4-28,0 1-1,0-1 1,1 1 0,-1-1 0,1 1 0,0 0 0,0-1 0,3-4-1,0 1-156,1 0-1,-1 0 0,2 1 1,-1 0-1,1 0 0,0 0 1,11-9-1,55-39-2088,-56 44 1676,100-68-6607,-44 34-480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4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638 1 5637,'-2'11'317,"1"-6"-129,0-1 1,-1 1 0,1-1 0,-1 1-1,1-1 1,-1 0 0,-1 0-1,1 0 1,-1 0 0,1 0-1,-5 5 1,4-6-50,1 0-1,0 0 1,0 1-1,0-1 1,1 1 0,-1-1-1,1 1 1,0 0-1,0 0 1,0-1 0,0 1-1,1 0 1,0 0-1,-1 0 1,2 0-1,-1 0 1,0 0 0,1 0-1,-1-1 1,1 1-1,0 0 1,1 0 0,-1-1-1,0 1 1,1 0-1,3 4 1,0 2-29,1-1 1,0 1-1,1-1 1,0 0-1,0 0 1,1-1-1,0 0 1,10 8 0,-1-5-25,-1 0 0,1-1 1,1 0-1,0-2 1,0 0-1,1-1 1,0-1-1,36 7 0,-47-12 50,0 0 0,1 0 0,-1-1 0,0 0 0,0-1 1,0 0-1,0 0 0,0-1 0,0 0 0,13-5 0,-15 4 81,-1 0 0,0 0 0,0-1 0,0 1 0,0-1 0,-1 0 0,1 0 0,-1-1 0,0 1 0,0-1 0,-1 0 0,1 0 1,-1-1-1,0 1 0,4-11 0,9-35 2191,-15 48-2045,-4 4-304,1 0 1,-1 0 0,1 0 0,0 0-1,0 0 1,0 1 0,0 0 0,0-1-1,0 1 1,0 0 0,0 0 0,0 0-1,1 0 1,-1 0 0,-2 4 0,2-3 17,-15 26 402,0 2 1,2 0-1,1 0 1,-17 63-1,13-41-66,-98 273 1052,-256 500 1,121-389-3725,238-417 1857,-1-1 0,-1 0 0,-1-2 0,-23 22 0,38-38 353,0 0 0,0 0-1,0 0 1,-1 0 0,1 0 0,0-1-1,0 1 1,-1-1 0,1 1 0,0-1-1,-1 1 1,1-1 0,0 0-1,-1 1 1,1-1 0,0 0 0,-1 0-1,1 0 1,-1 0 0,1-1 0,0 1-1,-1 0 1,1 0 0,-1-1-1,1 1 1,0-1 0,0 1 0,-1-1-1,1 0 1,0 1 0,0-1 0,0 0-1,-1 0 1,0-1 0,-1-1-31,0 0 0,1 0 0,-1 0 0,1 0 0,0 0 1,0 0-1,0-1 0,0 1 0,0-1 0,1 1 0,-2-6 0,1-5-60,0 1 0,1 0 0,0-1-1,1 1 1,1-1 0,4-23 0,23-82-312,-3 46-55,3 2 1,3 0-1,3 2 0,3 2 1,3 1-1,3 2 0,61-70 1,-53 77-436,3 1 1,2 3 0,2 3-1,120-79 1,-90 75 348,3 5-1,2 3 1,109-37 0,45-14 3834,-238 93-2715,0 0 1,0-1 0,-1-1 0,1 1-1,14-14 1,-21 17-490,-3-3-669,-8-40-4956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4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668 16 9765,'-8'-5'924,"-7"-5"7187,4 32-4054,-32 81-425,-18 41-1331,-159 269 964,4-7-4833,195-363 456,3 1 0,-19 64 0,31-86-243,2 1 1,-3 37 0,6-45-427,2 1 1,-1 0-1,2-1 1,5 26-1,11 20-9420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5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9801,'-7'51'1920,"14"-33"-144,9 4-272,14 11-172,7-15-283,17 3-245,23 3-544,20 3-716,20 0-588,17 0-457,14 1-351,-4-4-2076,0 0-2753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5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18 664 6597,'-18'2'8059,"31"-4"-5452,45-9-1478,-30 3-732,0-2 0,-1-1 0,0-1 0,-1-2 0,0 0 0,-1-2 0,-1 0 0,32-30 0,-26 19-488,-3-2 0,0-1-1,-2-1 1,-1 0 0,36-64 0,1-21-2850,-22 38-2601,-34 68 4399,23-48-7665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6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97 11665,'32'-66'3270,"-17"36"6563,-45 63-7893,-17 30-1379,4 3-1,2 1 1,-51 117 0,53-90-1780,3 2-1,-33 147 1,65-223 824,1 0 0,0 0 0,1 40 0,3-49 178,0 0-1,0 0 1,1 0 0,1 0-1,0-1 1,0 1 0,1-1 0,8 17-1,-11-24 143,1 0-1,0 0 0,0-1 0,0 1 0,0 0 1,1-1-1,-1 0 0,1 1 0,-1-1 1,1 0-1,0 0 0,0 0 0,0-1 1,0 1-1,0-1 0,5 2 0,-2-2 20,-1 0 0,0 0 0,1 0-1,-1-1 1,1 0 0,-1 0 0,1-1 0,-1 0 0,8-1-1,5-4 43,0 0-1,-1-1 0,0 0 1,29-19-1,-16 9 248,0 1 1,1 2-1,1 1 0,0 2 1,0 1-1,1 1 0,1 2 1,44-4-1,-36 5-171,-1-1 1,0-3-1,0-1 1,46-20-1,-30 4-8,-45 20-54,1 1 0,1 0-1,-1 1 1,22-5 0,-17 5-3,-8 3-4,1 0 0,-1 1 1,1 0-1,-1 0 0,1 1 0,-1 1 0,13 1 0,107 10-105,-107-11 41,0 0 1,0-1 0,0-2-1,0 0 1,-1-1-1,1-1 1,-1-2 0,43-15-1,-18 5 32,37-18 0,-62 23 83,0 2 0,39-11 0,-26 13 52,0 1 0,1 2 1,0 2-1,-1 1 0,50 6 0,179 35-213,-179-24-291,-14-3-294,90 13-1652,-134-23 1424,0-2 1,0-1-1,-1-1 0,28-4 1,-51 5 943,1-1-508,0 0-1,0 1 1,0-1-1,0-1 1,0 1-1,0 0 1,5-4 0,2-1-2473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7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249 282 7061,'-197'6'3446,"157"-10"-813,40 4-2548,-1 0-1,0 0 0,1 0 0,-1 0 0,0 0 0,1-1 0,-1 1 0,1 0 1,-1-1-1,1 1 0,-1 0 0,0-1 0,1 1 0,-1 0 0,1-1 0,-1 1 1,1-1-1,0 1 0,-1-1 0,0 0 0,1 0-52,1 0 0,-1 0 0,0 1 0,0-1-1,1 0 1,-1 1 0,0-1 0,1 0 0,-1 1 0,1-1 0,-1 0 0,1 1-1,-1-1 1,1 1 0,-1-1 0,1 1 0,-1-1 0,1 1 0,0-1 0,-1 1-1,1 0 1,0-1 0,1 1 0,17-10 206,1 1-1,0 1 1,1 1 0,0 1-1,0 1 1,37-4 0,-29 4-115,660-79 872,13 43-654,-541 33-263,293-12 48,59 1-81,56 4 8,2180-2 462,-1839 37-331,425 23 127,-392-4-94,918 53 72,479 22-75,-5-32 54,-2096-76-255,1417 21 740,-1632-27-729,149 0 222,194-24 0,-361 23-265,15-2-60,40-10 0,-56 12-30,0-1 0,-1 0 1,1 0-1,-1 0 0,1 0 1,-1 0-1,0-1 0,0 0 1,0 0-1,0 0 0,0 0 1,0-1-1,-1 1 1,3-6-1,-5 8-23,0-1 1,0 0-1,0 1 0,-1-1 1,1 0-1,-1 0 0,1 0 1,-1 1-1,0-1 0,0 0 1,0 0-1,0 0 0,0 0 1,0 0-1,0 0 0,-1 1 1,1-1-1,-1 0 1,1 0-1,-1 0 0,0 1 1,0-1-1,0 0 0,0 1 1,-1-3-1,-4-4-1205,0 1 0,0 0 1,-14-11-1,15 13 351,-31-27-6844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9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503 1207 7985,'0'0'9608,"-3"-1"-8068,-84-5 11898,85 3-13265,1 0-171,0 1 0,0-1 0,0 1-1,0-1 1,0 0 0,1 1 0,-1-1-1,1 0 1,0 0 0,0 1 0,0-1-1,0 0 1,1-4 0,16-37-4,-17 44 2,370-706 0,-237 463 0,-107 198 0,-15 28 0,-1 0 0,-1-1 0,13-35 0,-22 53 0,0 0 0,0-1 0,1 1 0,-1 0 0,0-1 0,0 1 0,0 0 0,0-1 0,0 1 0,0 0 0,0-1 0,0 1 0,0 0 0,0-1 0,0 1 0,0 0 0,0-1 0,0 1 0,0 0 0,0-1 0,0 1 0,0 0 0,0-1 0,-1 1 0,1 0 0,0-1 0,0 1 0,0 0 0,0 0 0,-1-1 0,1 1 0,0 0 0,0 0 0,-1-1 0,1 1 0,0 0 0,-1 0 0,1 0 0,-1-1 0,-16 4 0,-26 18 0,22-7 0,0 0 0,1 2 0,0 0 0,2 2 0,0 0 0,-27 35 0,13-9 0,2 1 0,-26 53 0,29-46 0,2 2 0,3 0 0,2 2 0,-24 108 0,38-129 0,1 1 0,2-1 0,1 1 0,2 0 0,2 0 0,1 0 0,2-1 0,1 1 0,13 42 0,8-4 0,-15-44-10,-2 1-1,11 52 1,-20-77-17,0 0 0,0 0 0,-1 0 0,0 0 0,-1 0 0,1 0 0,-1 0 0,0 0-1,0 0 1,-1 0 0,0-1 0,0 1 0,0 0 0,-1-1 0,-5 9 0,3-7-1,-1-1-1,0 1 0,0-1 1,0-1-1,-1 1 0,1-1 0,-1 0 1,-1 0-1,1-1 0,-14 6 1,-5 0-23,-1-1 1,0 0-1,-50 7 1,-88 3-93,6-15-3313,137-4 1289,22 0 2122,0 0 0,0 0 1,0 0-1,0 0 0,0 0 1,0 0-1,0 0 0,0 0 0,1 0 1,-1 0-1,0 0 0,0 0 1,0-1-1,0 1 0,0 0 1,0 0-1,0 0 0,0 0 1,0 0-1,0 0 0,0 0 0,0 0 1,0 0-1,0-1 0,0 1 1,0 0-1,0 0 0,0 0 1,0 0-1,0 0 0,0 0 1,0 0-1,0 0 0,0 0 0,0-1 1,0 1-1,0 0 0,0 0 1,0 0-1,-1 0 0,1 0 1,0 0-1,0 0 0,0 0 0,0 0 1,0 0-1,0 0 0,0 0 1,0 0-1,0 0 0,0-1 1,0 1-1,-1 0 0,1 0 0,5-5-948,-1-1-1,1 1 0,0 0 0,0 0 0,1 1 0,0 0 0,0 0 0,0 0 0,10-5 0,48-14-9644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09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268 370 10949,'-39'-3'2230,"38"3"-2060,-1 0 0,1 0 1,-1 1-1,1-1 0,-1 0 1,1 0-1,0 1 0,-1-1 1,1 1-1,0-1 0,-1 1 1,1 0-1,0-1 0,-1 1 1,1 0-1,0 0 0,0 0 1,0 0-1,0 0 1,0 0-1,0 0 0,0 0 1,0 0-1,0 2 0,-9 8 1947,5-5-1722,2-5-260,1 1-1,-1 0 1,1 0 0,0 0 0,0 0-1,0 0 1,0 1 0,1-1-1,-1 1 1,1-1 0,-1 1 0,1-1-1,0 1 1,0 0 0,0 0-1,0 0 1,0 0 0,1-1 0,-1 1-1,1 6 1,1 2-113,0-1 0,0 1 0,1 0 0,0-1 1,1 1-1,1-1 0,-1 0 0,1 0 0,1 0 0,0 0 0,1-1 0,-1 0 0,2 0 0,-1 0 0,1-1 1,1 0-1,-1 0 0,1-1 0,1 0 0,-1-1 0,1 0 0,1 0 0,-1 0 0,1-1 0,-1-1 0,2 0 1,-1 0-1,0-1 0,21 4 0,-17-5-66,1 0 1,-1-2-1,1 1 0,-1-2 1,1 0-1,-1 0 0,0-2 1,0 1-1,0-2 1,0 0-1,0-1 0,-1 0 1,1-1-1,21-13 0,-9 2 209,-1-1-1,-2-1 0,0-1 0,0-1 0,-2 0 0,20-28 1,-11 16 442,-27 30-289,-9 25 564,-36 74 30,-7 20-440,-204 692-169,221-705-796,-5-2-1,-5-1 1,-92 162 0,122-243 414,-1 0 0,0-1 0,-1 0 1,-1-1-1,-1 0 0,0-2 0,-37 27 0,52-41 79,0 0-1,0 0 0,-1 0 1,1 0-1,0 0 0,-1 0 1,1 0-1,-1-1 0,1 1 1,-1 0-1,1-1 0,-1 0 1,1 1-1,-1-1 0,0 0 1,1 0-1,-1 0 0,1 0 1,-1 0-1,0 0 1,1 0-1,-1 0 0,1-1 1,-1 1-1,0-1 0,1 1 1,-1-1-1,1 0 0,0 1 1,-1-1-1,1 0 0,-1 0 1,1 0-1,0 0 0,0 0 1,0-1-1,0 1 0,0 0 1,0 0-1,0-1 0,0 1 1,0 0-1,0-1 0,1 1 1,-1-1-1,0 1 1,1-1-1,0 0 0,-1 1 1,1-1-1,0 1 0,0-1 1,0 0-1,0 1 0,0-1 1,0-2-1,1-12-1,1 0 0,0 0 0,1 0 1,1 1-1,0-1 0,10-22 0,49-94 80,-49 105-34,222-363-194,33 17 46,-72 104-22,-169 230 105,154-228-98,-22 18 93,-90 140 18,5-18-18,-75 127 23,5-10 38,1-1 0,0 1 0,1 1 0,9-12 0,-15 20-22,-1 0 0,1 0 0,0 0 1,0 0-1,0 0 0,0 0 0,0 0 1,0 1-1,0-1 0,0 0 0,0 0 0,0 1 1,0-1-1,0 1 0,1-1 0,-1 1 1,0 0-1,0-1 0,1 1 0,-1 0 1,0 0-1,0 0 0,1 0 0,-1 0 1,0 0-1,1 0 0,-1 0 0,0 1 1,0-1-1,1 0 0,-1 1 0,0-1 1,0 1-1,0-1 0,0 1 0,0 0 1,0 0-1,0-1 0,0 1 0,0 0 1,0 0-1,0 0 0,0 0 0,0 0 1,-1 0-1,1 0 0,0 0 0,-1 0 1,1 0-1,0 3 0,13 25 146,-2 1 1,-1 0-1,-1 1 0,6 35 0,0-3-71,14 51 109,-5 1 0,13 143 0,-36-220-171,-1-1 0,-1 0 0,-2 1 0,-11 56 0,7-68-9,-1 1-1,-1-1 1,-2 0-1,0-1 1,-2 0-1,-27 43 1,11-29-110,-3-2 1,-1 0-1,-1-2 0,-2-2 1,-1-1-1,-2-2 1,-1-2-1,-49 28 0,59-39-501,-2-1 0,0-2 0,-60 19 0,72-28-588,-1 0 0,0-2 0,-1 0 0,-25 0 0,24-6-4505,13-9-3408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0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 19198,'-23'12'11809,"36"3"-13469,-3 0-192,4 3-4089,9 15-436,4-9-5816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1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1212 177 17930,'-35'16'1373,"0"-3"1,-40 11 0,-8 3 1218,72-22-2340,-1 0 0,1 1-1,1 0 1,-1 1 0,1 1 0,0-1 0,0 2-1,1-1 1,0 1 0,1 1 0,0-1 0,0 1 0,-8 16-1,4-5-178,0 1 0,2 1 0,0 0 0,2 0-1,-10 46 1,16-60-186,1 0 0,1 0 0,-1 0 0,2 0 0,-1 0 0,1 0 0,0 0-1,1-1 1,0 1 0,1 0 0,0-1 0,0 1 0,0-1 0,1 0 0,1 0 0,-1 0-1,7 7 1,-5-7-22,1 0-1,0 0 1,0 0 0,1-1-1,-1-1 1,1 1-1,1-1 1,0 0-1,-1-1 1,2 0-1,-1-1 1,0 0-1,1 0 1,15 3 0,-19-5 108,0-1 0,0 0 1,0-1-1,0 0 0,0 0 1,1 0-1,-1-1 1,0 0-1,0 0 0,0 0 1,0-1-1,0 0 0,-1 0 1,1 0-1,0-1 0,-1 0 1,0 0-1,0 0 1,0-1-1,0 0 0,0 0 1,0 0-1,-1 0 0,0-1 1,7-9-1,-2 0 236,0-1-1,-1-1 1,0 0-1,-1 0 1,-1 0-1,-1-1 1,7-32-1,-10 34 230,-1 0 0,0 0 0,-2-19 1,0 8-42,1 26-388,0 0 0,0-1 0,0 1-1,-1 0 1,1 0 0,0 0 0,0 0 0,0 0 0,0 0-1,0-1 1,0 1 0,0 0 0,0 0 0,0 0-1,-1 0 1,1 0 0,0 0 0,0 0 0,0 0-1,0 0 1,0 0 0,-1 0 0,1 0 0,0-1 0,0 1-1,0 0 1,0 0 0,0 0 0,-1 0 0,1 0-1,0 0 1,0 0 0,0 0 0,0 0 0,0 1 0,-1-1-1,1 0 1,0 0 0,0 0 0,0 0 0,0 0-1,0 0 1,-1 0 0,1 0 0,0 0 0,0 0-1,0 0 1,0 1 0,0-1 0,0 0 0,0 0 0,0 0-1,-1 0 1,1 1 0,-8 5 101,3 0-65,0 0-1,1 0 1,0 1 0,0-1-1,1 1 1,-1 0 0,-2 11-1,-14 58 120,8-29-77,-261 769 373,194-632-627,-7-4-1,-144 220 1,45-135-274,137-205 179,-2-2-1,-67 59 0,117-117 261,0 1 0,0-1 0,0 0-1,0 0 1,0 0 0,0 0 0,0 0 0,0 0 0,0 0-1,0 0 1,0 0 0,0 1 0,-1-1 0,1 0 0,0 0-1,0 0 1,0 0 0,0 0 0,0 0 0,0 0 0,0 0-1,0 0 1,-1 0 0,1 0 0,0 0 0,0 0-1,0 0 1,0 0 0,0 0 0,0 0 0,0 0 0,-1 0-1,1 0 1,0 0 0,0 0 0,0 0 0,0 0 0,0 0-1,0 0 1,0 0 0,-1 0 0,1 0 0,0 0 0,0-1-1,0 1 1,0 0 0,0 0 0,0 0 0,0 0-1,0 0 1,0 0 0,0 0 0,0 0 0,0 0 0,-1-1-1,1 1 1,0 0 0,0 0 0,0 0 0,0 0 0,0 0-1,0 0 1,0 0 0,0-1 0,-1-2-15,-1 0 0,1-1 0,-1 1 0,1-1-1,0 1 1,1-1 0,-1 0 0,1 1 0,-1-1 0,1 0 0,0 1 0,0-1 0,1 0 0,-1 1 0,1-1-1,0 0 1,0 1 0,0-1 0,0 1 0,1-1 0,-1 1 0,1 0 0,2-4 0,8-11-144,0 0 0,28-31 0,-27 33 33,433-440-2420,37 36 139,-223 199 962,-215 182 1214,263-234-1321,-25-23 793,-263 271 932,-2 0 0,0-1 0,19-40 0,-36 65-127,-1-1 1,1 1-1,0 0 0,-1-1 0,1 1 1,-1-1-1,0 1 0,1-1 0,-1 1 1,0-1-1,0 1 0,0-1 0,0 1 1,0-1-1,0 1 0,-1-1 0,1 1 1,0-1-1,-1 1 0,1 0 0,-1-1 1,1 1-1,-1-1 0,0 1 0,0 0 1,0 0-1,1-1 0,-1 1 0,0 0 1,0 0-1,-1 0 0,1 0 1,0 0-1,0 0 0,0 0 0,-1 1 1,1-1-1,0 0 0,-1 1 0,1-1 1,-1 1-1,1-1 0,-1 1 0,1 0 1,-1-1-1,1 1 0,-1 0 0,1 0 1,-1 0-1,1 0 0,-1 1 0,1-1 1,-1 0-1,-1 1 0,-13 4 138,0 0-1,1 1 0,0 0 0,0 1 1,0 1-1,1 1 0,0 0 0,1 0 1,0 1-1,1 1 0,0 1 1,-12 13-1,16-16-109,-1 2 0,2-1 0,-1 1 0,1 0 0,1 0 0,0 1-1,1-1 1,0 2 0,1-1 0,0 0 0,1 1 0,0 0 0,1-1 0,0 1 0,1 26 0,2-31-77,1 1-1,0-1 1,0 0 0,1 0 0,0 0-1,0 0 1,1 0 0,0-1 0,0 1-1,1-1 1,0 0 0,0-1 0,1 1-1,-1-1 1,2 0 0,-1 0-1,0-1 1,15 9 0,1 0-126,1-2 0,0-1 1,0 0-1,1-2 0,25 7 0,-10-6-99,0-2 0,1-1 0,-1-3-1,1 0 1,0-3 0,0-2 0,63-8 0,-54 2 56,0-3 1,-1-3 0,0-1 0,-1-2-1,77-38 1,-103 42 170,-1 0 0,0-2 0,-1 0 0,0-1-1,-1-1 1,22-25 0,-16 13 104,-2-2 0,-1 0 0,29-54-1,-23 27 316,-2-2 0,-3 0 0,-2-1 0,17-94-1,-5-36 2024,13-57 1656,-45 246-4010,1 0 1,-1 1-1,0-1 0,0 0 1,1 0-1,-1 1 1,0-1-1,0 0 1,0 0-1,0 1 1,0-1-1,0 0 0,0 0 1,0 1-1,0-1 1,0 0-1,0 0 1,-1 1-1,1-1 0,0 0 1,-1 1-1,1-1 1,-1-1-1,0 2-43,1 0 1,-1 0-1,0 0 0,1 1 0,-1-1 0,0 0 0,1 0 0,-1 0 1,0 1-1,1-1 0,-1 0 0,0 1 0,1-1 0,-1 0 0,1 1 1,-1-1-1,1 1 0,-1-1 0,0 1 0,-26 32 411,18-17-434,1 0 0,1 0-1,1 1 1,-7 29 0,-11 76-34,16-71 22,-4 22-614,3 0 0,1 135 0,11-156-1930,13 73-1,-7-82-1282,2 0 1,17 44-1,1-20-7608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1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34 227 15741,'-33'-33'2857,"36"-9"-661,-3 20-364,20 1-352,17-12-292,17 12-304,23 9-184,20 0-620,20 3-820,7 3-744,13-6-1128,14 9-128,13 18-3029,10 3-4860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1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140 601 12733,'-1'-1'382,"0"1"0,0-1 0,0 1-1,0-1 1,0 0 0,0 0 0,0 1-1,0-1 1,0 0 0,0 0 0,1 0 0,-1 0-1,0 0 1,0 0 0,1 0 0,-1 0-1,1-1 1,-1 1 0,1 0 0,-1-2 0,1 0-38,0 1 1,-1-1 0,1 0 0,0 1 0,1-1 0,-1 0 0,1 1 0,-1-1 0,2-4 0,1 1-30,-1 0-1,1 0 0,0 0 1,1 0-1,-1 0 0,1 1 1,8-9-1,22-17 1104,76-53-1,1 1 179,-94 68-1358,-1 0 0,-1-1 1,0-1-1,16-23 0,29-64 192,-20 32-430,-39 70 0,-1 1 0,1 0 0,0 0 0,0 0 0,-1 0 0,1-1 0,0 1 0,0 0 0,0 1 0,0-1 0,0 0 0,0 0 0,0 0 0,2-1 0,-1 2 0,0 1 0,-1-1 0,1 0 0,-1 0 0,1 1 0,0-1 0,-1 0 0,1 1 0,-1 0 0,1-1 0,-1 1 0,0 0 0,1 0 0,-1 0 0,0 0 0,1 0 0,-1 0 0,0 0 0,1 1 0,21 27 0,-13-10 0,-1 0 0,-2 0 0,0 1 0,-1 0 0,0 0 0,-2 1 0,2 23 0,-2-21 0,3 24-36,-1 0 0,-3 1 0,-2 0 0,-2 0 0,-2 0 0,-3-1 0,-1 0 1,-2 0-1,-3 0 0,-1-1 0,-2-1 0,-3 0 0,-1-2 0,-2 0 0,-2-1 0,-2-1 0,-49 62 0,3-20-37,-3-4-1,-4-3 1,-3-3-1,-107 73 1,173-134 64,15-12 9,1 0 0,-1 0 1,0 0-1,0 0 0,0 0 0,0 0 1,0 0-1,0 0 0,0 0 1,0 0-1,0 0 0,0 0 0,0 0 1,0 0-1,1 0 0,-1 0 0,0 0 1,0 0-1,0 0 0,0 0 0,0 0 1,0 0-1,0 0 0,0 0 1,0 0-1,0 0 0,0 0 0,0 0 1,0 1-1,0-1 0,0 0 0,0 0 1,0 0-1,1 0 0,-1 0 1,0 0-1,0 0 0,0 0 0,0 0 1,0 0-1,0 0 0,0 0 0,0 1 1,0-1-1,0 0 0,0 0 0,0 0 1,0 0-1,0 0 0,0 0 1,0 0-1,-1 0 0,1 0 0,0 0 1,0 0-1,0 0 0,0 0 0,0 1 1,0-1-1,0 0 0,0 0 1,0 0-1,0 0 0,32-10 72,453-205-193,152-55-8,-627 267 123,22-8-19,66-13 1,-90 23 23,-1 0 0,1 0 1,0 1-1,-1 0 0,1 0 0,0 0 1,-1 1-1,1 1 0,-1-1 0,1 1 0,-1 0 1,0 1-1,0-1 0,12 8 0,-16-8 0,-1 0 0,1 0 0,0 0 0,-1 1 0,0-1 0,1 1 0,-1 0-1,0 0 1,-1 0 0,1 0 0,0 0 0,-1 0 0,0 0 0,2 6 0,-1-2 1,-1 0 0,0 0 0,-1 0 0,1 0 1,-1 0-1,-2 12 0,-3 5-82,0-1 0,-1 1 0,-12 24 0,16-42 33,-16 52-2503,2 1 0,-12 90 0,27-143 2157,-3 10-1036,0 7-1760,6-7-2069,11 7-4947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2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432 78 10081,'-2'-5'405,"-19"-50"4606,-2 38-961,29 33-3963,8 27-1736,15 83 0,-27-111 1051,0-1 1,-1 1-1,-1-1 0,0 1 0,-2 0 0,1-1 0,-2 0 0,0 1 0,0-1 0,-7 15 1,7-21 256,-32 76-1896,-6-5 5244,41-79-2898,0 0 1,0 1-1,0-1 1,0 0-1,0 0 1,0 0-1,0 0 1,0 1-1,0-1 0,0 0 1,0 0-1,0 0 1,0 0-1,0 1 1,0-1-1,0 0 1,0 0-1,1 1 986,-1-1-986,0 0 1,1 0-1,-1 1 0,0-1 1,0 0-1,0 0 1,0 0-1,0 0 1,1 0-1,-1 0 1,0 0-1,0 0 1,0 0-1,0 0 0,1 0 1,-1 0-1,0 0 1,0 0-1,0 0 1,1 0-1,17 1 2330,31-4-1666,-30 2 270,-10 1-904,-1 0-1,1 1 1,-1 0 0,1 1-1,-1 0 1,0 0 0,0 1-1,1 0 1,-2 0-1,1 1 1,0 0 0,-1 0-1,0 1 1,8 6 0,-10-8-99,-1 1 0,0 0 0,0 0 0,0 0 0,0 1-1,-1-1 1,0 1 0,0 0 0,0 0 0,0 0 0,-1 0 0,0 0 0,0 1 0,0-1 0,-1 1 0,0-1 0,0 1 0,0 0 0,-1-1 0,0 1 0,0 0 0,0-1 0,0 1 0,-1 0 0,-2 7 0,-2 5 19,0-1 0,-1 0 0,0 0 0,-2 0 0,0-1 0,0 0 0,-12 15-1,-17 18 64,-75 76 0,69-81-14,-65 89 0,103-125-104,0-1-1,1 1 1,0 0 0,0 0-1,1 1 1,0-1 0,0 1-1,-3 16 1,6-19-1,0-1 0,0 1 0,0 0 1,0 0-1,1-1 0,0 1 0,0 0 0,1-1 0,0 1 1,-1-1-1,2 1 0,-1-1 0,1 0 0,5 9 1,7 4 11,1 0 1,0 0 0,1-2 0,20 16-1,-15-14-36,-2 0-1,22 26 1,-41-42 26,1 1 0,0-1 1,-1 1-1,0-1 1,1 1-1,-1 0 1,0 0-1,0 0 1,-1 0-1,1 0 0,-1 0 1,1 0-1,-1 0 1,0 0-1,0 0 1,0 0-1,-1 0 1,1 0-1,-1 0 0,1-1 1,-1 1-1,0 0 1,-1 3-1,-1 0-16,0 0-1,0-1 0,0 1 1,-1-1-1,0 0 1,0 1-1,0-2 0,-1 1 1,-5 5-1,-9 4-18,-1 0 1,-1-1-1,0-1 0,0-1 0,-25 8 1,-117 34-39,112-38-6,36-11 32,17-5-11,25-8 11,103-27-3,187-59 108,-207 51-91,68-46-9,-157 79 35,-1-2 0,0 0-1,0-1 1,-1-1 0,20-21 0,-25 22-1,7-7 96,0-1 1,-2-1-1,-1 0 1,-1-1-1,-1-1 0,-1-1 1,-1 0-1,-1-1 0,-1 0 1,-2-1-1,8-33 0,-17 55 57,0 0-1,0-1 0,0 1 1,-1 0-1,0 0 1,0-1-1,-1 1 1,0 0-1,-2-11 0,3 15-76,-1 0-1,1 0 0,-1 1 0,0-1 1,0 0-1,1 0 0,-1 1 1,0-1-1,0 0 0,-1 1 0,1-1 1,0 1-1,0-1 0,-1 1 0,1 0 1,-1-1-1,1 1 0,-1 0 1,0 0-1,1 0 0,-1 0 0,0 0 1,0 1-1,0-1 0,0 1 0,1-1 1,-1 1-1,0-1 0,0 1 1,-2 0-1,0 0 38,0 0 0,0 1 0,0 0 0,1 0 0,-1 0 0,0 0 0,1 0 1,-1 0-1,1 1 0,-1 0 0,1 0 0,-6 4 0,3 0-12,0 0 1,0 0-1,1 0 1,0 1-1,0 0 1,0 0-1,1 0 1,0 1-1,1-1 0,-1 1 1,2 0-1,-1 0 1,1 0-1,0 0 1,1 0-1,-2 15 0,3-11-80,-1-1-1,2 0 1,-1 1-1,2-1 1,-1 0-1,2 0 1,-1 0-1,1 0 0,1 0 1,0-1-1,1 0 1,6 12-1,1-5-252,2 0 1,-1 0-1,2-2 0,0 0 0,1-1 0,33 24 0,118 63-2740,-148-91 2612,56 29-2383,109 40-1,0-16-4447,-6-9-3785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2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25 11957,'-23'-24'2248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4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1296 13813,'-3'-1'2006,"-3"-1"-1490,5 2-320,-1-1 0,1 0-1,-1 1 1,1-1-1,-1 1 1,0 0 0,1 0-1,-1-1 1,0 1-1,1 0 1,-1 0 0,0 0-1,1 1 1,-1-1-1,0 0 1,1 1 0,-1-1-1,1 1 1,-1-1-1,1 1 1,-1 0 0,1 0-1,-1 0 1,1-1-1,0 2 1,-1-1 0,1 0-1,0 0 1,-2 2-1,-8 9 512,-1 0 0,2 0 0,0 1 0,1 1-1,0 0 1,0 0 0,-5 16 0,-41 113 1516,46-116-1819,-1 2-174,2 0 1,0 0-1,2 1 1,2 0-1,1 0 1,1 0-1,1 1 1,5 45-1,-2-59-217,2 1-1,-1-1 0,2 0 0,0 0 0,1-1 1,1 1-1,1-1 0,0-1 0,1 1 1,0-2-1,1 1 0,1-1 0,0-1 0,1 0 1,1 0-1,14 11 0,-9-11-111,1-1 0,0 0 0,0-1 0,2-2 0,-1 0 0,1-1-1,0 0 1,1-2 0,-1-1 0,1-1 0,1 0 0,-1-2 0,0-1 0,1 0 0,-1-2 0,23-3 0,-28 2-39,0-1-1,0 0 1,0-2 0,0 0 0,-1-1 0,0 0 0,0-1 0,-1-1 0,0-1-1,0 0 1,0-1 0,-2 0 0,1-2 0,-1 1 0,-1-1 0,0-1 0,-1 0-1,0-1 1,-1 0 0,0-1 0,8-17 0,-14 20 61,1 1-1,-1-1 1,-1 0 0,0 0-1,-1 0 1,2-24 0,1-184-663,-7 192 684,-1 1-1,-1-1 1,-1 1-1,-1 0 1,-2 0-1,-1 0 1,-1 1-1,-1 1 1,-1 0-1,-17-27 1,15 26 16,-263-417-134,273 438 186,-11-15 13,2-1 1,0 0 0,1-1-1,-12-31 1,21 47-22,1 0 0,1 0 1,-1-1-1,1 1 0,0-1 0,0 1 1,1-1-1,0 1 0,0-1 0,1 0 1,-1 1-1,1-1 0,1 1 0,-1 0 0,1-1 1,1 1-1,-1 0 0,1 0 0,0 0 1,0 0-1,8-10 0,2 2-33,0 0 0,1 1 0,1 0 0,0 1 0,1 0 0,0 2 0,0 0 0,1 0 0,20-6 0,31-12-199,74-18-1,-81 27 79,390-108-711,-42 12 509,-260 70 216,276-91 757,-415 132-573,30-7 386,-39 10-388,0 1 1,1 0-1,-1 0 1,0 0-1,0 0 1,1 0 0,-1 0-1,0 1 1,0-1-1,0 0 1,1 1-1,-1-1 1,0 1-1,0-1 1,0 1-1,0-1 1,0 1-1,0 0 1,0-1-1,0 1 1,0 0-1,0 0 1,0 0-1,-1 0 1,1 0-1,0 0 1,0 0-1,-1 0 1,2 2-1,-1 1 76,1 1 0,-1 0 0,0 0 0,-1-1 0,1 1 0,-1 0 0,0 0 0,0 0 0,0 0 0,-2 8 0,-15 52 830,11-46-706,-246 696 3568,-85 15-3814,-59-26 0,168-306 0,128-221 0,-275 513 0,257-423 0,105-229 0,1 1 0,2 0 0,2 1 0,-7 81 0,15-99 6,0 0 0,1 0 0,2 0 0,0 0 0,1 0 0,8 23 0,-9-37-52,-1 0 0,1-1 0,1 1 1,-1-1-1,1 0 0,0 0 0,1 0 1,0-1-1,0 1 0,0-1 0,1 0 1,0-1-1,0 1 0,0-1 0,1-1 1,-1 1-1,1-1 0,1 0 0,9 4 1,-13-7-5,0-1 0,-1 1 0,1-1 0,-1 1 0,1-1 0,0-1-1,-1 1 1,1 0 0,-1-1 0,1 0 0,0 0 0,-1 0 0,0 0 0,1 0 0,2-2 0,39-26-295,-36 22 273,-1 0-1,-1-1 1,1-1-1,-2 1 1,1-1-1,-1 0 1,0-1-1,6-13 1,-3 1-42,0 0 0,9-40-1,-10 26 60,-2-1-1,-2 0 0,-1-1 0,-2 1 0,-2-1 0,-1 1 0,-2 0 0,-1-1 0,-11-37 1,-18-39-61,-71-167 1,0 0 64,94 247 42,2 0 0,2 0 0,1-1-1,-2-58 1,8 74-24,0 0 0,2 0-1,0 0 1,1 0 0,1 0-1,1 1 1,0-1 0,2 1-1,0 1 1,13-24 0,1 8-229,2 0-1,1 2 1,2 0 0,1 2 0,1 1 0,53-40 0,-14 19-541,1 3-1,92-46 1,-15 23-779,3 6 1,2 7 0,186-44 0,484-71-5413,-564 123 3913,-210 42 857,-18 5-424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4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1301 101 12241,'-18'-18'560,"12"12"-266,0-1-1,0 1 0,-1 0 1,0 1-1,-1-1 0,1 2 0,-1-1 1,0 1-1,0 0 0,0 0 1,-13-3-1,-2 1 574,-1 2 0,0 0-1,-1 1 1,1 2 0,0 0 0,-1 2 0,1 0 0,0 2 0,0 1 0,-34 9 0,23-2-255,1 2 0,0 1 0,1 2 0,1 1 1,1 2-1,-40 29 0,15-5-280,1 3 0,3 2 0,1 2 0,3 3 0,2 1 0,3 3 0,2 1-1,-59 114 1,78-125-434,2 0 0,2 2 0,2 0-1,3 1 1,-11 69 0,20-77-156,0 1 1,3 0-1,2-1 1,1 1 0,3-1-1,1 0 1,12 43-1,-4-36-581,3-1-1,1-1 1,3 0-1,1-2 0,3 0 1,1-2-1,2-1 1,62 71-1,-52-72-1253,2-2-1,1-3 1,2 0-1,79 48 0,19-6-7354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4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3411 214 9925,'-33'-99'1665,"29"91"-1320,0 1-1,0-1 1,-1 1 0,0 0-1,-1 0 1,1 1-1,-1 0 1,-1 0-1,1 0 1,-1 0-1,0 1 1,0 0-1,-1 1 1,1 0 0,-1 0-1,0 0 1,0 1-1,0 1 1,0-1-1,-1 1 1,-16-2-1,21 4-187,-1 0-1,1-1 0,-1 2 1,0-1-1,1 1 1,-1-1-1,1 1 0,-1 1 1,1-1-1,0 0 0,-1 1 1,1 0-1,0 0 0,0 0 1,0 1-1,1 0 0,-1-1 1,0 1-1,1 0 0,0 1 1,-6 5-1,-2 5 238,1 0-1,0 1 1,1 0-1,-10 24 1,1 2 289,2 1 0,-15 63 0,-11 93 546,25-112-811,-16 70 517,-98 277 0,98-350-775,-3-2 1,-4-2-1,-3-1 0,-102 136 0,84-141-160,-3-3-1,-3-3 0,-3-3 0,-3-3 0,-2-4 0,-155 91 0,112-85-783,-3-6 0,-3-4-1,-1-6 1,-170 39 0,175-60-1335,-184 16-1,-125-25-7447,230-21-661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6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940 1 13813,'0'0'5439,"-4"2"-3797,-2 0-1272,0 1 0,0 1 0,0-1 0,1 1 0,-1 0 1,1 0-1,0 0 0,0 1 0,1 0 0,0 0 0,-1 0 0,1 0 0,1 1 0,-1 0 1,1 0-1,-3 8 0,-115 277 4939,-27 56-5037,54-162-272,-268 584 0,332-691 0,4 1 0,-20 104 0,35-124 0,3 0 0,2 1 0,5 112 0,3-144 0,1 0 0,1 0 0,2 0 0,0 0 0,2-1 0,1 0 0,1-1 0,2 0 0,0-1 0,2 0 0,0-1 0,2 0 0,1-1 0,0-1 0,2-1 0,0-1 0,2 0 0,0-1 0,24 15 0,-8-11 1,1-1 0,0-2 0,2-1 0,0-3 0,1-1 0,1-2 0,0-2 0,1-2 0,65 7 0,-40-12-22,1-2 0,-1-3-1,0-3 1,0-2 0,94-23 0,-107 14-892,-1-2 1,0-2-1,66-34 1,142-94-12527,-162 85 862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6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965 508 14457,'93'-167'11462,"-48"100"-8726,-26 40-1715,0-2 1,-2 0 0,14-32 0,-29 56-1018,0 0 0,0-1 0,0 1 0,-1-1 0,0 1-1,1-12 1,-2 14-4,-1 1 0,1-1 0,0 1 0,-1-1 0,0 1-1,1 0 1,-1-1 0,0 1 0,0 0 0,0 0 0,-1 0 0,1 0 0,0 0-1,-1 0 1,1 0 0,-1 0 0,-3-3 0,0 1 0,1 1 0,-1-1 0,0 1 0,0 0 0,0 0 0,0 0 0,-1 1 0,1 0 0,-1 0 0,1 0 0,-1 1 0,0 0 0,0 0 0,0 0 0,0 1 0,0-1 0,1 1 0,-1 1 0,-11 1 0,-5 3 0,1 0 0,-1 1 0,1 2 0,0 0 0,0 1 0,1 1 0,0 1 0,-20 15 0,-7 8 0,2 1 0,-40 43 0,62-55 0,1 0 0,1 2 0,2 0 0,0 1 0,2 1 0,1 1 0,1 0 0,1 1 0,1 0 0,2 1 0,1 1 0,2 0 0,1 0 0,1 1 0,1-1 0,2 1 0,2 0 0,1 0 0,1 0 0,8 50 0,12 3 0,51 134 0,-43-142 0,-4 0 0,18 94 0,-40-154 0,-1 1 0,0-1 0,-1 1 0,-2 0 0,1-1 0,-2 1 0,0 0 0,-2-1 0,-5 20 0,5-24 0,-1-1 0,-1 0 0,0 1 0,-1-2 0,0 1 0,-1-1 0,0 0 0,0-1 0,-1 0 0,-1 0 0,0-1 0,-16 12 0,3-5 0,-2-1 0,0-2 0,0 0 0,-2-1 0,1-2 0,-1 0 0,-30 5 0,23-7 0,-1-2 0,-1-2 0,1-1 0,-1-1 0,-42-5 0,77 3 0,0 1 0,0-1 0,0 0 0,-1 0 0,1 0 0,0 0 0,0-1 0,0 1 0,0 0 0,0 0 0,0-1 0,-1 1 0,1-1 0,0 1 0,0-1 0,0 1 0,0-1 0,0 0 0,1 1 0,-1-1 0,0 0 0,0 0 0,0 0 0,1 1 0,-1-1 0,0 0 0,1 0 0,-1 0 0,1 0 0,-1 0 0,1 0 0,-1-1 0,1 1 0,0 0 0,-1 0 0,1 0 0,0 0 0,0 0 0,0 0 0,0-1 0,0 1 0,0 0 0,0 0 0,1 0 0,-1 0 0,0 0 0,0-1 0,1 1 0,0-1 0,1-3 0,1 0 0,-1 0 0,1 1 0,0-1 0,0 1 0,0-1 0,1 1 0,0 0 0,6-5 0,14-8-4,1 1 0,1 1 1,0 0-1,2 3 0,38-14 0,151-36-181,-212 61 178,104-27-100,1 5 0,158-12 0,-253 34 151,0 1 0,25 3 1,-35-2-20,-1 0 1,1 0 0,-1 0 0,1 0-1,-1 1 1,0 0 0,0 0 0,0 0-1,0 1 1,0-1 0,0 1 0,3 3-1,-5-4-21,-1 0 1,1 0-1,-1 0 0,0 0 0,0 0 0,0 0 0,0 1 0,0-1 0,0 0 0,-1 0 1,1 1-1,-1-1 0,1 1 0,-1-1 0,0 0 0,0 1 0,0 3 0,-9 37-13,8-39 13,-4 11-8,-2-1 1,0 0-1,0 0 0,-1 0 1,-1-1-1,-18 22 0,5-6-171,-14 17-1673,-3 4-4114,19-18-4691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6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9785,'30'6'1632,"-6"-15"-656,-4 6-684,0 9-660,7 3-504,3 3-2500,23 15-1717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17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215 218 12973,'-3'-9'401,"2"4"-66,0 0 0,-1 0 1,2 0-1,-1 0 0,0 0 0,1 0 0,0 0 0,0 0 1,1 0-1,-1 0 0,3-7 0,1-13 2074,-4 22-2205,0 0-1,1 0 0,-1 0 1,1 0-1,-1 0 0,1 0 0,0 0 1,0 1-1,0-1 0,1 0 1,-1 1-1,1-1 0,-1 1 0,1-1 1,0 1-1,0-1 0,0 1 1,0 0-1,0 0 0,1 0 0,-1 1 1,1-1-1,2-1 0,16-7 502,1 1 0,1 1 0,-1 1 1,1 1-1,37-5 0,-53 9-605,0 1 1,0 0 0,0 1 0,0-1 0,0 2-1,0-1 1,0 1 0,0 0 0,-1 0 0,1 1 0,0-1-1,-1 2 1,1-1 0,-1 1 0,1 0 0,9 6-1,-12-5-66,1 0-1,0 1 0,-1-1 1,0 1-1,0 0 0,0 0 1,-1 0-1,0 0 0,0 0 1,0 1-1,-1 0 0,1 0 1,-1-1-1,-1 1 0,1 0 1,-1 1-1,0-1 0,0 6 1,0 15-60,-2-1 1,-6 49 0,3-47-108,1 0 0,2 31 0,1-49 87,1 0 0,1 0-1,0-1 1,0 1-1,1-1 1,0 1-1,0-1 1,1 0-1,10 16 1,10 11-141,-17-27 93,0 0 0,-1 0 0,0 0 0,0 1-1,-1 0 1,-1 0 0,6 19 0,-9-27 83,-1 1-1,0 0 1,-1 0 0,1 0 0,-1 0 0,1 0 0,-1 0 0,0-1 0,0 1 0,0 0 0,0 0 0,0-1-1,-1 1 1,1-1 0,-1 1 0,0-1 0,0 0 0,0 0 0,0 0 0,0 0 0,0 0 0,0 0-1,-1 0 1,1-1 0,-4 3 0,-6 3-10,-1 0 0,0 0 0,0-1 0,-15 4 0,-64 16-56,-1-4-1,-102 10 1,19-3 79,156-24 18,16-4-1,9-2-20,687-58-3248,-586 54 2050,-1-5 0,160-35 0,-228 36 881,-1-2 0,0-1 0,-1-2 1,0-1-1,-1-2 0,0-2 0,-2-1 0,0-1 1,-2-1-1,44-42 0,-46 35 267,28-37 1,-46 54 172,-2-1 1,0 0-1,-1 0 1,0-1-1,-1 0 1,6-19-1,-10 29 28,-1-1 0,-1 1-1,1-1 1,-1 0 0,1 0 0,-1 1 0,-1-1-1,1 0 1,-1 0 0,0 1 0,0-1 0,0 1-1,0-1 1,-1 1 0,0-1 0,0 1 0,0 0-1,0 0 1,-1 0 0,0 0 0,0 0 0,0 0-1,0 1 1,0-1 0,-1 1 0,1 0 0,-1 0-1,0 1 1,0-1 0,0 1 0,0 0 0,-1 0-1,1 0 1,0 0 0,-1 1 0,-6-2 0,4 2 136,0 0 1,0 0-1,0 1 1,0 0-1,-1 0 1,1 1-1,0 0 0,0 0 1,0 1-1,0 0 1,0 0-1,0 0 1,1 1-1,-8 3 1,-2 3 443,0 1 0,0 0 0,-27 24 0,23-17-622,2 1 0,0 1 1,1 0-1,1 1 0,1 1 0,1 1 0,-19 37 1,28-49-113,1-1 1,0 1 0,1 0 0,0-1 0,1 2 0,0-1 0,0 0-1,1 0 1,0 1 0,1-1 0,0 0 0,1 1 0,0-1-1,1 0 1,0 0 0,0 0 0,1 0 0,0 0 0,1 0-1,0-1 1,9 16 0,-1-10 7,-1 1 0,2-2 0,0 0 0,1 0 0,0-1 0,1-1 0,1-1 0,0 0 0,0-1 0,24 12 0,19 3-685,108 33 0,-157-55 532,267 64-5960,-88-36-2731,-28-9-4527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26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1501 4980,'8'-2'655,"1"0"-1,-1-1 1,0 0-1,0 0 1,0-1-1,0 0 1,0 0-1,-1-1 1,0 0-1,0 0 1,0-1-1,0 0 1,-1 0-1,0-1 1,-1 1-1,7-11 1,67-123 9911,-76 135-10109,0 2 1,0-1-1,1 0 1,0 1-1,-1-1 0,1 1 1,0 0-1,9-5 0,-11 7 914,0 3-1335,-1 0 1,0 0 0,1 0 0,-1 0-1,0 0 1,0 0 0,0 0 0,0 1 0,-1-1-1,1 0 1,-1 1 0,1-1 0,-1 0-1,0 1 1,0-1 0,0 0 0,0 3 0,-8 42-142,5-36 155,-13 48-50,-3-1 0,-39 81 0,-5 15 0,51-122 0,2 0 0,2 1 0,0 1 0,3-1 0,0 1 0,1 47 0,4-67 0,1 0 0,0-1 0,1 1 0,1-1 0,0 1 0,1-1 0,0 0 0,1 0 0,1-1 0,0 1 0,0-1 0,1 0 0,1-1 0,0 0 0,0 0 0,1-1 0,1 0 0,15 13 0,-11-13-114,1 0 0,0-1 0,0-1 0,0-1 0,1 0 0,1-1 0,-1 0 0,1-2 0,-1 0 0,2 0 0,-1-2 0,25 1 0,0-3-393,0-1 0,0-3 0,81-16 0,-92 13 299,0-1-1,0-2 0,0-1 1,-2-1-1,55-31 0,-70 34 116,0 0-1,-1-1 0,0-1 0,-1 0 0,0 0 0,-1-1 0,0-1 0,-1 0 0,-1 0 0,0-1 0,0 0 0,-1-1 0,8-22 0,-9 15-24,0 0 1,-2-1-1,0 1 0,-1-1 1,-2 0-1,0 0 0,-2-1 1,0 1-1,-6-38 0,0 31 33,-1 1 0,-1 1-1,-2-1 1,0 1 0,-2 1-1,-28-47 1,10 28 30,-3 3 1,-1 0-1,-2 2 1,-1 2-1,-2 1 1,-2 3-1,-86-59 1,78 64-11,22 13 41,0-1 0,-28-24 0,53 40 21,1 1 1,-1-1-1,0 1 1,1-1-1,-1 0 0,1 0 1,0 0-1,-1 0 1,1 0-1,-1-4 0,2 5-1,-1 0 0,1 0 0,0 0-1,0 0 1,0 0 0,0 0 0,0 0-1,0 0 1,0 0 0,0 0 0,1 0-1,-1 0 1,0 0 0,1 0 0,-1 0-1,0 0 1,1 0 0,0 0 0,3-4-28,0 1 0,0 0 0,0 0 0,1 1 0,0-1 0,-1 1 1,8-4-1,-5 4-1,35-20-249,2 1 0,56-17 1,-12 4 25,254-125-337,-270 120 622,-1-2 0,101-82 0,-129 89 139,-3-1-1,-1-2 1,-2-2 0,50-68 0,-7-21 938,-30 46-107,-41 73-421,-9 20 171,-1 1-657,-12 178 848,-9 0 1,-7-2 0,-107 360-1,-216 403-1229,214-600-24,-138 357-280,117-269 280,149-409 309,1-5 7,-7 36-1,14-54 1,1 1 1,0-1-1,0 1 1,1 0-1,0-1 1,0 1-1,1-1 1,0 1-1,0 0 1,3 9-1,-2-11-4,1-1 1,0 1-1,0-1 0,0 0 0,0 1 0,0-2 0,1 1 0,0 0 1,7 5-1,-8-7 3,-1-1 0,1 1 1,-1-1-1,1 0 1,0 0-1,0 0 0,-1-1 1,1 1-1,0-1 0,0 1 1,0-1-1,0 0 0,0 0 1,5-1-1,38-9 8,-34 7-4,12-3-15,0-2-1,-1 0 1,0-2-1,0 0 1,26-18-1,98-76 42,-129 89-39,0-1-1,-1-1 1,-1 0-1,-1-1 1,0-1-1,-1 0 1,-1-1-1,-1-1 1,10-24-1,-10 17 21,-2-1 0,-1 0-1,-1-1 1,-2 0-1,-1 0 1,3-45 0,-8 24-177,-2 1 1,-2-1 0,-2 1 0,-2 0-1,-3 0 1,-2 1 0,-1 1-1,-30-65 1,-29-20-642,50 95 444,-36-80-1,57 113 314,0 0 0,1 0 1,-1 0-1,1 0 0,0-1 0,1 1 0,-1-1 1,1 1-1,0 0 0,0-1 0,1 1 0,0-1 1,0 1-1,0 0 0,2-7 0,0 6 11,1-1-1,-1 1 0,1 0 1,0 0-1,1 0 0,-1 0 1,1 1-1,0 0 0,1 0 1,-1 0-1,8-4 0,23-14-62,1 1-1,1 3 1,1 1-1,43-13 1,-38 14 2,454-154-1301,-418 146 983,99-29-856,229-81-4310,-381 123 2367,41-24 1,-48 25-2916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27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0 623 14101,'7'34'1024,"2"8"987,18 50 0,59 222 4560,-54-183-5353,52 135 1,-78-248-1111,2 0 0,0-1 0,2 0 1,-1-1-1,24 30 0,-26-39-24,0 0 0,0 0 0,1 0-1,0-1 1,0 0 0,0-1 0,1 0 0,0 0-1,0-1 1,0 0 0,1 0 0,-1-1 0,11 2-1,-1-2 94,-1-1-1,1-1 1,-1 0-1,1-1 1,0-1-1,-1-1 1,23-5 0,-7-1 185,-1-1 0,48-19 0,-55 16-310,-1-1 0,0-1 0,-1 0 0,0-2 0,30-27 0,-8 0-62,47-56-1,252-368 18,-179 225-137,275-306-6778,-424 526 5857,2 2-1,0 0 1,1 1-1,1 1 1,38-25-1,-58 42 832,1 0 1,0 0-1,0 0 1,0 0-1,0 0 0,0 1 1,0-1-1,0 1 1,0-1-1,0 1 0,1 0 1,-1 0-1,3 0 0,-4 0 3,0 1 0,0-1-1,0 0 1,0 0 0,-1 1-1,1-1 1,0 0 0,0 1-1,0-1 1,0 1-1,0-1 1,-1 1 0,1 0-1,0-1 1,0 1 0,-1 0-1,1-1 1,-1 1 0,1 0-1,-1 0 1,1 0-1,-1 0 1,1-1 0,-1 1-1,1 0 1,-1 0 0,0 1-1,-2 30-7064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27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718 96 7069,'67'-50'2392,"-64"47"-1871,1 0 0,-1 1-1,0-1 1,0 0 0,0-1 0,0 1 0,5-8 0,-8 11-430,0 0 1,0-1-1,0 1 1,0 0-1,0-1 1,0 1-1,1-1 1,-1 1-1,0 0 1,0-1-1,0 1 1,0 0-1,0-1 1,0 1-1,0-1 1,0 1 0,-1 0-1,1-1 1,0 1-1,0 0 1,0-1-1,0 1 1,0 0-1,-1-1 1,1 1-1,0 0 1,0-1-1,-1 1 1,1 0-1,0 0 1,0-1-1,-1 1 1,1 0-1,0 0 1,-1-1-1,1 1 1,0 0-1,-1 0 1,1 0-1,0 0 1,-1 0-1,1-1 1,-1 1-1,-5 0 362,-1-1-1,1 1 1,0 0-1,-1 1 1,1-1-1,-12 4 1,-12 4 133,0 1 1,1 1 0,0 1-1,-27 17 1,-106 67 1054,-34 46-395,163-114-1059,1 1 1,2 2 0,-45 57 0,67-77-172,1 1 1,1-1-1,0 1 1,-9 24-1,13-31-37,1 0 0,0 1 0,0-1 0,0 1 0,0-1 0,0 1 0,1-1 0,0 1 0,0 0 0,0-1 0,1 1 0,0-1 0,0 1 0,0-1 0,0 1 0,3 5 0,-3-8 0,0-1 0,1 1 1,-1-1-1,0 1 0,1-1 0,-1 0 1,1 1-1,0-1 0,-1 0 0,1 0 1,0 0-1,0 0 0,0-1 0,-1 1 0,1 0 1,3 0-1,33 4-149,-26-3 127,5 0-13,1 0-1,0-2 0,24-1 1,-34 0-5,1 0 0,0 1 0,-1 0 0,1 0 1,0 1-1,0 0 0,-1 0 0,1 1 1,-1 0-1,0 1 0,1 0 0,-1 0 0,0 1 1,0 0-1,8 6 0,-11-7-141,-1 1-1,0-1 1,0 1-1,0 0 1,-1 0-1,1 0 1,-1 1-1,0-1 1,0 1 0,-1 0-1,1 0 1,-1 0-1,0 0 1,1 7-1,3 31-3423,-11 4-3400,1-20-1654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28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329 302 10365,'0'0'3902,"0"4"-2236,0 60 1196,-9 67 1,6-107-2632,-2-1-1,0 0 1,-1 0 0,-2 0-1,0-1 1,-16 29 0,8-23-63,-1-1 0,-1-1 0,-1-1-1,-1 0 1,-2-2 0,-37 33 0,36-38 378,2 2-1,-22 23 1,41-41-137,9-7 10,368-250 1072,-199 140-1775,-77 49-544,316-204-2242,-203 144-1319,5 13-4222,-147 81 373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28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 16013,'17'-9'2705,"0"6"-553,6-6-416,1-3-356,-1 6-388,21-6-804,-8 6-684,-5-3-604,-1-6-900,-17 9-908,7 0-2661,0 2-4540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30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2710 112 5096,'-8'-27'1090,"6"21"-188,35-6 9563,-40-7-9687,0 5 258,-1-16-472,7 27 1257,4 6-1606,38 46 269,-21-26-302,0 1-1,-2 0 0,0 2 0,15 30 0,-7 8 2,-3 1-1,-3 0 1,-3 2-1,-2 0 0,7 99 1,-17-98-188,-3-1 1,-4 1 0,-2-1-1,-3 1 1,-3-1-1,-3-1 1,-3 0 0,-3-1-1,-2-1 1,-4-1 0,-2-1-1,-3-1 1,-2-2 0,-3-1-1,-2-2 1,-3-1 0,-2-2-1,-3-2 1,-2-2 0,-1-2-1,-3-2 1,-80 53 0,55-50-297,-3-4 1,-140 56 0,-179 39-1223,-182 16-1748,-7-31-3389,472-100 4537,-142 29-4767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31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28 11317,'0'-3'2038,"1"1"-2160,-1 0 481,0 1 0,0-1 0,0 1 0,1-1 0,-1 1 0,0-1 0,1 1 0,0-1 0,-1 1 0,1 0 0,0-1 0,1-1 0,-1 3-93,0-1 0,0 1 1,0 0-1,1 0 0,-1 0 1,0 0-1,0 0 0,0 0 1,0 0-1,0 0 0,0 1 1,0-1-1,1 0 0,-1 1 0,0-1 1,0 1-1,0-1 0,0 1 1,1 0-1,-1 0-167,-1 0 0,1 1-1,0-1 1,-1 0 0,1 0-1,-1 0 1,1 1 0,-1-1 0,0 0-1,1 0 1,-1 1 0,0-1 0,0 0-1,0 1 1,0 1 0,0 0 132,5 25 268,-1 1 0,-1 0 0,-2 0-1,-1 0 1,-1 0 0,-8 49 0,-52 168 306,54-220-702,-105 303 373,54-169-348,10-33-52,-20 59-1,60-158-74,1 0 0,1 1 1,1 0-1,0 47 0,5-69-21,0 0-1,0 0 1,1 0 0,0 0-1,0 0 1,1 0 0,0-1-1,0 1 1,0 0 0,1-1-1,4 8 1,-5-11-5,1 0 1,-1-1-1,1 1 1,0 0-1,-1-1 1,1 0-1,0 1 1,0-1-1,0 0 1,1-1-1,-1 1 1,1 0-1,-1-1 1,0 0-1,1 0 1,0 0-1,-1 0 1,1-1-1,0 1 1,-1-1 0,1 0-1,0 0 1,5-1-1,9-1-33,-1-1-1,1 0 1,-1-1 0,0-2-1,0 1 1,-1-2-1,0 0 1,0-1 0,28-19-1,5-8-37,69-66 0,-32 26 91,-52 44 383,-32 30-136,6 76 920,-5-65-1053,1-1-1,0 1 0,1-1 0,-1 0 1,2 0-1,-1-1 0,1 1 0,1-1 0,0-1 1,0 1-1,0-1 0,1 0 0,0-1 1,0 0-1,16 9 0,2-1-24,1-1 1,0-2-1,0 0 0,36 7 0,32 3-1070,186 15 0,-271-35 839,97 3-4141,201-16-1,-148 1-3769,-39 9-2724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31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641 118 11857,'4'-12'711,"1"0"0,0 1 1,1 0-1,0 0 0,1 1 0,0-1 0,10-11 0,-3 7 809,-11 12-113,-1 5 72,1 0-1269,0 1-1,-1 0 1,1 0-1,-1 0 1,0 0-1,0 0 1,0 1-1,0-1 1,0 1 0,-1-1-1,0 1 1,0 0-1,0-1 1,0 1-1,1 7 1,0 7 203,-1 0 0,-1 22 0,-3-3-137,-2 0 0,-1-1 0,-2 0 0,-1 0 0,-2 0 0,-2-1 0,-31 61 0,-14 11 47,-76 102 1,-269 355 24,392-548-359,0-1 0,1 2 0,-7 17 0,16-33 9,0 1 0,0-1 0,1 1 0,-1-1 0,0 1 0,1-1 1,0 1-1,-1-1 0,1 1 0,0 0 0,0-1 0,0 1 0,0-1 0,0 1 0,0 0 1,0-1-1,1 1 0,-1-1 0,0 1 0,1-1 0,0 2 0,0-2 0,0 0 0,0 0-1,0 0 1,0 0-1,0 0 1,1-1 0,-1 1-1,0 0 1,0-1 0,1 1-1,-1-1 1,0 1 0,0-1-1,1 0 1,-1 0-1,1 1 1,-1-1 0,3 0-1,8-1-7,-1 0 0,0-1 0,1 0-1,14-5 1,-19 5 12,75-21-23,93-23-36,-175 46 57,313-59-103,48 33 111,-295 27-18,-1 2-1,0 4 1,99 22-1,-150-26 14,-1 1 0,0 1 0,0 0 1,-1 0-1,1 1 0,18 13 0,-29-18-3,0 1 0,1 0 0,-1 0 0,0 0 0,0 0 0,0 1-1,0-1 1,0 1 0,-1-1 0,1 1 0,-1-1 0,0 1 0,0 0 0,0 0 0,1 4 0,-1-4 0,-1 0-1,-1 0 1,1 0-1,0 0 1,-1 0 0,1-1-1,-1 1 1,0 0 0,0 0-1,0 0 1,0-1 0,-1 1-1,1 0 1,-1-1 0,0 1-1,1-1 1,-1 0 0,0 0-1,-3 2 1,-5 7 6,-1-2 1,0 1-1,-1-1 0,0-1 1,-19 10-1,-70 29 17,80-39-20,-526 185-142,268-102-2060,219-71 892,-50 18-1421,41-10-6617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31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402 1 15417,'-29'6'819,"-1"-1"1391,1 2 0,-50 19 0,48-13 170,24-11-2037,0 0 0,0 1 0,0 1 0,0-1 0,0 1 0,0 0-1,1 1 1,0-1 0,0 1 0,0 1 0,-9 10 0,4-2-540,0 1 1,1 0-1,1 1 1,1 0 0,0 0-1,1 1 1,0 0-1,2 1 1,-5 21 0,5 17-2531,0 8-2610,-5-25-2086,0-11-1503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32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391 863 8849,'-18'36'1335,"-1"-1"0,-2-1 1,-1-1-1,-29 33 0,15-26-883,-1-1 0,-65 53 0,96-87-536,-1-1 1,1 1 0,-1-1-1,0 0 1,0-1-1,-10 4 1,16-7 67,0 1 0,0-1 0,0 0 0,0 0 0,1 0 0,-1 1 0,0-1 0,0 0 0,0 0 0,0 0 0,0 0 0,0-1 0,1 1 0,-1 0 0,0 0 0,0 0 0,0-1 0,0 1 0,1-1 0,-1 1 0,0 0 0,0-1 0,1 1 0,-1-1 0,-1-1 0,1 0 6,1 0 0,-1 0 0,0 0 0,1 0 0,-1 0 1,1 0-1,0 0 0,0 0 0,0 0 0,0 0 0,0 0 0,0-1 0,1 1 0,-1 0 1,1 0-1,0-3 0,7-19-29,0 0 1,1 1 0,1-1-1,15-21 1,59-87 20,3 21 195,118-117-1,-115 139 351,3 3 0,4 5 0,4 4 0,3 4 0,138-72 0,-229 138-442,11-6 110,0 1-1,32-11 1,-50 21-110,0 0 0,1 1 0,0-1 1,-1 1-1,1 0 0,-1 1 0,1 0 1,0 0-1,0 0 0,-1 1 0,1 0 1,-1 0-1,1 1 0,7 2 0,-13-4-61,-1 1 1,1-1-1,0 0 0,0 1 0,0-1 1,-1 1-1,1 0 0,0-1 0,-1 1 1,1-1-1,-1 1 0,1 0 0,-1 0 0,1-1 1,-1 1-1,1 0 0,-1 0 0,0 0 1,1-1-1,-1 1 0,0 0 0,0 0 1,1 0-1,-1 1 0,-5 26 313,-20 21 86,8-28-208,0-1 0,-2 0 0,0-2 0,-42 32 1,22-17-3,-16 12 121,-94 105 1,134-133-317,0 2 1,1 0 0,1 1-1,1 0 1,1 0 0,1 1 0,0 1-1,2 0 1,-11 44 0,17-50-67,1 1 0,1-1 0,0 0 0,1 1 0,1-1 0,0 0 0,1 0 0,1 0 0,0 0 0,2-1 0,-1 0 0,2 0 0,14 25 0,11 11-140,2 0-1,54 59 1,-51-64 34,-25-32 93,-1 0-1,-1 1 1,0 1-1,15 33 1,-23-43 48,1 1 0,-1 0 0,-1 0 0,1 0 1,-1 0-1,0 0 0,-1 0 0,0 0 0,0 0 0,0 0 0,-1 0 1,0 0-1,0 0 0,-1 0 0,-4 13 0,0-9 9,0 1 1,0-1-1,-1-1 1,0 1-1,-1-1 1,-1 0-1,1-1 0,-1 0 1,-1 0-1,-18 13 1,-10 2 55,-69 34 0,96-52-44,-430 181 743,214-108-1873,2-7-4756,223-71 5442,0-1 1,0 1 0,0-1 0,1 1 0,-1 0 0,0 0 0,1 0 0,-1 0 0,0 0 0,1 0 0,-2 1 0,2 12-7756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13:32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 0 13145,'-137'21'2128,"117"-21"-147,-17 3-553,4-3-348,9 0-200,1 3 280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0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1 275 11209,'24'-13'506,"-6"2"391,0 2 0,1 0 0,0 1 0,39-11 0,-41 16-627,0 1-1,0 0 0,0 2 1,1 0-1,-1 1 0,0 0 1,0 2-1,0 0 0,0 1 1,0 0-1,-1 2 0,1 0 1,-1 0-1,-1 2 1,1 0-1,25 18 0,-27-16-219,1 2 0,-2-1 0,0 2-1,0 0 1,-1 0 0,-1 1 0,0 0-1,-1 1 1,0 0 0,-1 1 0,-1 0-1,-1 1 1,0-1 0,-1 1 0,-1 1 0,4 18-1,-6-7-4,-1 1 0,-1 0 0,-1 0 0,-2 0 0,-1-1 0,-1 1 0,-15 51 0,2-26 5,-3 0 0,-2-1 0,-29 52 0,41-85 92,-2 1 1,0-2-1,-2 1 1,0-2-1,-1 0 1,-27 26-1,42-44-131,-1-1 0,1 1 0,-1-1 0,1 0 0,-1 1 0,0-1 0,1 1 0,-1-1 0,1 0 0,-1 0 0,0 1 1,1-1-1,-1 0 0,0 0 0,1 0 0,-1 0 0,0 0 0,0 0 0,1 0 0,-1 0 0,0 0 0,1 0 0,-1 0 0,0 0 0,1 0 0,-1-1 0,0 1 0,1 0 0,-1 0 0,0-1 0,1 1 0,-1 0 0,1-1 0,-1 1 0,1-1 0,-1 1 0,1-1 0,-1 1 0,1-1 0,-1 1 0,1-1 1,-1 1-1,1-1 0,0 0 0,-1 1 0,1-1 0,0 0 0,0 1 0,-1-2 0,-1-3 30,1-1 1,-1 1 0,1 0-1,0-1 1,-1-7 0,2 0 8,1-1 1,0 0 0,0 1 0,1-1 0,1 1 0,0 0 0,1-1 0,7-13 0,52-104 185,-60 126-226,272-440-2077,-63 167-2813,-107 159-785,0 13-3427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0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574 68 11021,'-1'0'150,"-1"0"1,1 0-1,0 0 1,-1-1-1,1 1 1,0-1-1,-1 1 1,1-1-1,0 1 1,0-1-1,-1 0 1,1 1-1,0-1 1,0 0-1,0 0 1,0 0-1,0 0 1,0 0-1,0 0 1,0 0-1,0 0 0,1-1 1,-1 1-1,0 0 1,1 0-1,-1-1 1,1 1-1,-1 0 1,1-1-1,0 1 1,0 0-1,-1-1 1,1 1-1,0-1 1,0 1-1,0 0 1,1-1-1,-1-1 1,-1 1 222,1 0 1,-1 0-1,0 0 1,0 0 0,-1 1-1,1-1 1,0 0 0,-1 0-1,1 1 1,-1-1-1,-2-2 1,-2 0 2338,16 14-1645,-8-8-989,0 1 0,0-1 0,0 1 0,0 0 0,0 0 0,0 0 0,-1 0 1,1 0-1,-1 0 0,0 0 0,0 0 0,0 1 0,0-1 0,-1 0 0,1 7 1,-1 5 192,0-1 0,-4 23 1,1-14-56,-22 131 587,10-76-524,-5 83 0,13 3-50,6-140-204,2-1 0,0 0 0,2 0 0,0 0 0,2 0 0,0 0 0,1-1 0,2 0 0,17 37 0,-20-50-23,1 0 1,-1-1-1,1 1 0,1-1 1,0 0-1,0-1 1,0 0-1,1 0 0,0-1 1,1 1-1,-1-2 1,1 1-1,0-1 0,0-1 1,1 0-1,-1 0 1,1-1-1,0 0 0,0 0 1,0-1-1,17 1 1,-6-3-1,1-1 0,-1 0 1,0-2-1,0 0 0,-1-1 0,1-1 1,-1-2-1,0 0 0,0 0 0,-1-2 1,0-1-1,0 0 0,-1-1 1,-1-1-1,0-1 0,17-15 0,-25 18 0,0 0-1,0-1 1,-1 1-1,0-2 1,-1 1-1,0-1 1,-1 0-1,0 0 1,-1-1 0,0 0-1,-1 0 1,3-16-1,-5 13-7,0 0-1,-2-1 1,1 1-1,-2 0 1,0-1 0,-1 1-1,-1 0 1,-1 0-1,-5-17 1,-2 2-9,-2 2 0,-1-1 0,-1 2 0,-2 0 0,0 1 0,-2 0 0,-1 2 0,-1 0 0,-41-36 0,29 32-44,-2 2-1,0 2 1,-1 1-1,-2 1 0,0 2 1,-75-28-1,80 38-231,0 1-1,0 1 0,-1 3 0,0 0 1,-1 2-1,1 2 0,-1 1 0,1 1 1,-40 6-1,56-3-101,0 1 0,0 0-1,0 1 1,0 1 0,1 0 0,0 2 0,-18 10-1,28-14-43,0 1 0,0 0 0,1 0 0,0 1 0,0 0 1,0 0-1,-8 12 0,11-13-113,0 0 0,0 0 0,1 1 0,0-1 0,0 0 1,0 1-1,0 0 0,1-1 0,0 1 0,1 0 0,-1-1 1,1 9-1,7 37-8512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2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936 23 10013,'1'0'74,"-1"-1"-1,0 1 1,0-1 0,1 0-1,-1 1 1,0-1 0,0 1 0,0-1-1,0 0 1,1 1 0,-1-1-1,0 1 1,0-1 0,0 0 0,0 1-1,0-1 1,-1 1 0,1-1-1,0 0 1,0 1 0,0-1 0,0 1-1,-1-1 1,1 1 0,0-1-1,-1 1 1,1-1 0,-1 0 0,-17-4 1646,12 5-1348,0 0 0,-1 1 0,1 0 1,0 0-1,-10 4 0,-15 7 510,2 1 0,-1 1-1,-41 29 1,-79 67 339,117-85-980,-298 266 829,267-232-971,31-27-1,-47 56-1,78-86-85,0 1-1,0 0 0,0 0 1,1 0-1,-1 0 1,1 0-1,-1 0 0,1 0 1,-2 7-1,3-10-9,0 0 0,0 1 0,0-1 0,0 1 0,0-1-1,0 0 1,0 1 0,0-1 0,0 0 0,1 1 0,-1-1 0,0 0 0,0 1 0,0-1 0,0 0 0,0 1 0,1-1 0,-1 0-1,0 1 1,0-1 0,1 0 0,-1 0 0,0 1 0,0-1 0,1 0 0,-1 0 0,0 0 0,1 1 0,-1-1 0,1 0 0,18-2 35,28-19 65,-1-2-1,-1-1 0,57-42 1,16-9 27,-39 27-27,99-52 215,-158 91-296,0 1 0,0 0 0,1 2 0,0 0 0,0 2 0,0 0 0,26-1 0,-31 5-10,0 1 1,0 0 0,-1 1-1,1 1 1,-1 1 0,1 0-1,-1 1 1,0 0 0,18 10-1,2 5-5,0 0 0,44 37 0,-59-42-32,0-1 0,0-1 0,30 14 0,-40-23 14,0 0-1,1 0 0,-1-1 0,1-1 1,0 0-1,-1 0 0,1-1 0,0-1 1,20 0-1,27-8-88,84-23 1,-24 4 49,-52 16 47,-1-4-1,68-23 0,-105 27 47,-1 0 1,0-2-1,-1-1 1,-1 0-1,0-2 1,43-37-1,26-20 823,-88 69-855,-4 2 55,3 3-9,7 1-20,-9-2-30,0 0 1,1 1-1,-1 0 1,1-1-1,-1 1 0,0 0 1,1 1-1,-1-1 1,0 1-1,0-1 0,0 1 1,0 0-1,0 0 0,0 0 1,3 4-1,5 8 21,1-1-1,0 0 0,1 0 0,1-1 1,24 17-1,-28-23-18,1-1 0,-1 0-1,1 0 1,0-1 0,0 0 0,0-1 0,0-1 0,1 1 0,0-2-1,18 1 1,18-3 3,0-2 0,-1-2-1,0-3 1,86-24 0,-13-10-20,-49 15 2,149-34 0,-206 60 10,0-1-1,-1 2 1,1 0-1,0 0 1,-1 2 0,15 2-1,80 24-72,-37-8 77,-44-14-12,330 70-928,-307-69 789,0-2-1,1-2 0,-1-3 0,0-2 0,60-9 0,-91 8 146,-1-1-1,1-1 0,-1 0 1,17-9-1,-31 12-277,1 0 0,-1 0 0,1-1 0,-1 1 0,0-1-1,0 0 1,0 0 0,0 0 0,-1-1 0,1 1 0,-1-1 0,0 0 0,0 0 0,0 0 0,-1-1 0,1 1 0,-1-1 0,0 1 0,1-6 0,-2-11-14481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2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51 335 7897,'-5'-2'789,"0"0"1,1-1-1,-1 1 0,1-1 1,0 0-1,0 0 1,0 0-1,0 0 0,-5-7 1,7-1 3165,13-16-1651,-5 23-2047,0 0 1,0 0-1,0 0 1,1 0-1,0 1 1,-1 0-1,1 1 0,0 0 1,10-2-1,-1-1 81,64-15 678,1 4 0,156-10 1,-176 21-796,1170-72-1176,-1154 73 554,204-8-1466,193-11-2714,-162-2-3557,-157 9-1168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3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88 13521,'-24'-33'2448,"4"15"125,-3 9-269,-4 3-344,3 0-388,4 0-324,4 3-296,-5 0 229,1 0-1545,7 3-541,3 9-2935,0 3 340,-10 0-2205,3 3-4756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7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6291 323 3604,'15'-20'2534,"-13"16"-2304,1 0 0,0 1-1,-1-1 1,1 1 0,0 0 0,1 0 0,-1 0 0,0 0 0,1 1-1,0-1 1,4-1 0,-2 0 139,0 0 0,-1 0 0,0 0-1,0 0 1,0-1 0,0 0 0,0 0 0,6-10-1,1 0 354,-11 11-626,0 1 0,0 0 1,-1 0-1,1-1 0,-1 1 1,0-1-1,0 1 1,0 0-1,0-1 0,-1-3 1,0 5-78,0 0 1,0 0 0,1 0-1,-1 0 1,-1 0 0,1 0-1,0 0 1,0 0 0,-1 0-1,1 1 1,-1-1 0,0 0-1,1 1 1,-1 0 0,0-1-1,0 1 1,-2-2 0,-47-17 102,-20 1 60,-127-16 1,-88 6-153,-37 11 32,0 15-1,-406 46 1,338 8-14,-571 150 1,648-111-8,-577 251-1,631-216-7,6 12 0,-338 240-1,286-138 10,236-177-13,4 3 0,-68 84-1,112-121-21,1 0-1,2 2 0,0 0 1,2 1-1,2 1 0,-20 57 1,30-74 6,1 1 0,0-1 0,2 1 0,-1 0 0,2 0 0,0 0 0,2 0 0,-1 0 0,2 0-1,0 0 1,1 0 0,0-1 0,1 1 0,1-1 0,1 0 0,0 0 0,9 15 0,-2-10-7,2 0 0,0 0 0,1-1 0,1-1-1,1-1 1,0 0 0,1-2 0,1 0-1,1-1 1,41 21 0,4-3-4,2-3-1,102 28 1,23-5 32,3-8 0,283 26 0,409-29-215,482-107 0,-12-133-112,-368-35 192,-763 163 96,-3-11 0,266-136 0,-352 144 64,133-96 0,-199 119 33,-3-3 1,-2-4 0,81-89-1,-123 119-51,-1-1 0,-2-1 0,-1-1 0,-1-1 0,-2-1 0,-1-1 0,22-62-1,-33 78-22,-2-1 0,0 1-1,-1-1 1,0 1-1,-2-1 1,0 0 0,-1 0-1,-1 0 1,-1 1 0,-1-1-1,0 0 1,-1 1-1,-1 0 1,-1 0 0,-1 0-1,0 1 1,-13-21-1,0 6 7,-2 1-1,-2 1 0,0 1 0,-2 1 0,-1 1 0,-1 2 0,-1 0 0,-2 2 0,-37-22 0,-5 3-11,-2 4 0,-2 2 1,-86-27-1,-13 8-39,-3 7 0,-323-43 1,-378 32-1847,285 66-719,202 19-1915,181-6-4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7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254 663 5809,'0'0'3542,"-1"-2"-1858,0-3-1013,0 0 0,0 0 0,1-1-1,0 1 1,0 0 0,0 0 0,0 0 0,2-8 0,0 8-557,-1 0 0,1 1 0,0-1 0,0 1 0,5-8 1,7-6 188,0 1-1,2 1 1,0 0 0,1 1 0,0 0 0,1 2 0,35-20 0,18-16 259,-28 17-113,47-46 0,-78 65-372,1-1 1,-2 0 0,0 0 0,0-1-1,-1-1 1,-1 0 0,9-23 0,-14 30-60,-3 6-10,1 1 0,-1-1 0,1 1 0,-1-1 0,0 0 1,-1 0-1,1 0 0,0 0 0,-1 0 0,1 0 0,-1 0 1,0 0-1,0 1 0,0-1 0,0 0 0,-1 0 0,1 0 1,-1 0-1,0 0 0,0 0 0,0 0 0,0 1 0,0-1 1,-2-2-1,0 1-4,0 0 0,0 1 0,0-1 0,-1 1 0,1 0 0,-1 0 0,0 0 0,0 1-1,0-1 1,0 1 0,0 0 0,0 0 0,0 0 0,-1 1 0,1 0 0,-1 0 0,1 0 0,-1 0 0,0 0 0,1 1 0,-1 0 0,0 0 0,1 0 0,-1 1 0,-8 1 0,-10 3 5,-1 1 0,1 1 0,0 0 0,1 2 0,0 1 0,0 0 0,1 2 0,-36 26 1,24-12 7,1 0 1,2 2-1,1 2 1,-34 42-1,51-56-10,0 1 0,1 0 0,1 0 0,1 1-1,0 0 1,1 1 0,1 0 0,1 0 0,-5 26-1,8-27-2,1 0-1,1 0 0,1 0 1,1 0-1,0 0 0,1 0 1,1 0-1,1-1 0,0 1 1,12 28-1,-6-23 0,1-1 1,1 0-1,0-1 0,2 0 1,24 28-1,92 84 9,-86-92-23,67 83-1,-107-119 9,0 1 0,0-1-1,0 1 1,-1 0-1,0 1 1,0-1-1,-1 0 1,0 1 0,2 7-1,-4-10 5,1 0-1,-1 1 0,0-1 1,0 0-1,-1 0 1,1 0-1,-1 0 0,0 0 1,0 0-1,0 0 1,-1 0-1,1 0 0,-1 0 1,0 0-1,0-1 1,-3 4-1,0 0 1,-1-1 1,0 0-1,0 0 0,-1 0 0,1-1 1,-1 0-1,-1 0 0,1-1 1,-1 0-1,-11 5 0,-13 4 12,-41 9 1,64-19-16,-60 14-589,-89 11 0,59-16-9252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8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0 12205,'-2'1'2286,"0"0"-2062,0-1 0,0 1-1,0 0 1,0 0 0,0 0-1,1 0 1,-1 0 0,0 0-1,1 0 1,-1 0 0,1 1-1,-1-1 1,1 1 0,0-1-1,-1 1 1,1-1 0,0 1-1,0 0 1,0 0 0,0-1-1,1 1 1,-1 0 0,0 0-1,1 0 1,-1 0 0,1 0-1,0 2 1,-18 86 1460,5 1-1,-2 96 1,15-185-1673,-3 202-5,3-78-900,-9 159-5528,8-244 4274,1 2-3021,3-15-3036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8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0 266 4664,'239'-27'3521,"-156"18"-3184,84-12 46,-129 16-253,0-2 1,-1-1 0,0-1 0,-1-3-1,0-1 1,-1-1 0,52-30-1,-10-9 882,-77 52-962,0 0 1,1 0 0,-1-1-1,0 1 1,0 0 0,0-1 0,0 1-1,0 0 1,0 0 0,-1-1-1,1 1 1,0 0 0,-1 0-1,0-3 1,0 3 47,1 0-75,0-1-1,0 1 0,-1 0 0,1 0 0,0 0 0,-1 0 0,1 0 0,-1 1 0,0-1 0,1 0 1,-1 0-1,1 0 0,-1 0 0,0 0 0,0 1 0,0-1 0,0 0 0,1 1 0,-1-1 0,0 1 1,0-1-1,0 1 0,0-1 0,-2 0 0,1 1 13,-1 0-1,0-1 1,0 1-1,0 0 1,0 0-1,1 0 1,-1 1-1,0-1 1,-4 2 0,-5 1 71,1 1 0,-1 1 0,-19 11 0,14-5-142,2 1 0,-1 1 0,1 0 0,1 0 0,1 2 1,0 0-1,0 0 0,2 1 0,0 1 0,1 0 0,0 0 1,2 1-1,0 0 0,-7 24 0,14-37-23,-1 0 0,1-1 0,1 1 0,-1 0 0,1 0 0,0 0 1,0 0-1,0-1 0,0 1 0,1 0 0,0 0 0,0 0 0,0-1 0,1 1 0,0-1 0,-1 1 0,2-1 0,-1 0 0,0 1 0,1-1 0,0 0 0,6 6 0,-4-5 42,1-1-1,0 1 0,0-1 0,0-1 1,0 1-1,0-1 0,1 0 0,0-1 1,0 0-1,-1 0 0,1 0 0,0-1 1,1 0-1,12 1 0,10-3 431,0-1 0,-1-2 1,0 0-1,53-16 0,-1 0 552,-69 18-1022,0 0-1,0 1 1,0 0 0,0 1 0,20 2 0,-18 0-1742,0 1 1,22 7 0,5 6-3494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8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 6813,'47'-33'3474,"-45"32"-3261,1 0 1,0 0-1,0 0 1,0 1-1,0-1 1,-1 1-1,1 0 1,0 0-1,0 0 1,0 0-1,0 1 1,0-1-1,0 1 1,-1 0-1,1-1 0,5 4 1,1 0 2,-1 1-1,1 0 1,-1 1 0,1 0 0,-2 0-1,1 1 1,-1 0 0,0 0 0,11 16-1,-5-6-42,-1 1 0,0 0 0,-2 1 0,0 0 0,-1 0-1,-1 1 1,8 30 0,-8-18 60,-2-1 1,-1 1-1,-2 0 1,0 38-1,-3-67 277,2-5-463,19-20-771,-1-1 0,-1-1-1,22-38 1,3-2-987,97-132-5394,-87 121 2622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8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0 6749,'-1'2'131,"0"0"0,0 0 1,0 0-1,0-1 0,0 1 1,-1 0-1,1-1 0,0 1 1,-1-1-1,0 1 0,1-1 1,-1 0-1,0 0 0,1 0 1,-1 0-1,0 0 0,0 0 1,-2 1-1,1-1 68,0 0 0,1 0 1,-1 0-1,1 1 0,-1-1 0,1 1 0,-1 0 0,1-1 1,0 1-1,0 0 0,0 1 0,0-1 0,1 0 1,-4 5-1,-5 15 689,1 0 1,1 1 0,1-1-1,0 2 1,-2 24-1,-10 127 1321,14-125-1760,2 16-114,2-1 0,11 97-1,11-15-2126,7-4-3389,-11-87 710,5-8-2326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08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88 10125,'10'-24'4216,"4"15"-2440,-1 3-279,7-6-345,17-3-292,7 9-184,16 3-344,7-3-640,20 6-812,14-6-944,9 6-3001,1 3-4028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2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624 421 2976,'0'0'1863,"-2"1"-1434,-26 9 160,25-9 1411,5-2-1924,3-2-123,-3 1 92,0 1 0,1-1 0,-1 1 0,0-1 0,0 1 0,0-1 0,0 0 1,-1 0-1,1 0 0,-1 0 0,1 0 0,-1-1 0,2-2 0,32-68 1106,-34 71-171,9-29-249,-10 28-240,4-14 97,11-29 884,-14 43-1131,0 0 13,4-17 329,2 0 1,0 1-1,1-1 0,13-23 1,13-31 170,-33 71-608,11-19-158,-82 82 42,68-59-42,-20 16 245,7 3-137,1 1-1,0 0 0,2 0 1,-12 28-1,-34 101 834,25-60-419,7-24-80,-250 692 2755,219-556-3432,10 3 1,8 1-1,-15 254 1,45-346-1198,-5 63-2361,14-64-4723,0-87-737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3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0 594 5276,'6'9'1349,"-2"-18"3535,20-4-3070,19-3-1121,2 2 1,0 2-1,73-10 0,-94 18-549,849-91 2104,-230 61-1882,-390 22-249,1848-48 191,330-17-139,-1657 11-63,-606 39-55,-149 23-46,0-2-1,0 0 1,0-1-1,-1-1 1,0-1-1,20-13 0,-38 22-3,0 0-1,0 0 0,0 0 0,0 0 0,0 0 0,1-1 1,-1 1-1,0 0 0,0 0 0,0 0 0,0 0 0,0 0 1,0 0-1,0 0 0,0 0 0,0-1 0,0 1 0,0 0 1,0 0-1,0 0 0,1 0 0,-1 0 0,0 0 0,0-1 1,0 1-1,0 0 0,0 0 0,0 0 0,0 0 0,0 0 1,-1 0-1,1-1 0,0 1 0,0 0 0,0 0 0,0 0 1,0 0-1,0 0 0,0 0 0,0 0 0,0-1 0,0 1 1,0 0-1,0 0 0,0 0 0,-1 0 0,1 0 0,0 0 1,0 0-1,0 0 0,0 0 0,0 0 0,0 0 0,0 0 1,-1-1-1,-4-5 2,-1 1 0,0-1 0,0 1 0,0 0 0,-1 0 0,0 1 0,0-1 1,0 2-1,0-1 0,0 1 0,-1 0 0,0 0 0,0 1 0,1 0 0,-13-1 0,-14-1-70,-1 0-1,-42 2 0,-128 12-2768,138 4 1647,64-14 1105,0 1-105,-27 6 246,26-6 654,9-2-362,28-3 548,0 2-1,0 1 0,0 1 0,44 7 0,-75-7-869,0 1 0,0-1 0,1 0 0,-1 1 0,0-1 0,0 1 0,0 0 0,0 0 0,0-1 0,-1 1 0,1 0 0,0 1 0,0-1 0,-1 0 0,3 2 0,-2 0 16,-1 0 0,1-1 0,-1 1 0,1 0 0,-1 0 0,0 0 0,0 0 0,0 0 0,0 0 0,-1 0 0,1 5 0,0 6 73,-1 1 0,0-1 1,-1 0-1,-1 1 0,0-1 1,-1 0-1,0 0 0,-7 15 1,-50 114 1165,45-109-992,-12 24 199,-405 947 3468,371-829-3770,7 2 0,9 2 0,7 2 1,9 2-1,-8 224 0,34-325-327,4 0-1,3-1 0,16 86 1,-14-132-211,2-1-1,1 0 1,2 0 0,2-1 0,0-1 0,3 0-1,0-1 1,2 0 0,32 41 0,-40-62-127,-1 0 0,2-1 0,0 0 0,0 0 0,1-1 0,0 0 1,23 11-1,-32-18-31,0-1 1,0 0-1,1 0 1,-1-1-1,1 1 1,-1-1-1,1 0 1,-1 1-1,1-1 1,-1-1-1,1 1 1,-1 0-1,0-1 0,1 0 1,-1 0-1,0 0 1,1 0-1,-1-1 1,4-1-1,12-15-8246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4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40 474 5593,'-20'1'317,"1"-1"10038,102 6-8614,128-7 1,-117-2-1248,1373-3 1795,-479 6-1925,1389-42-58,-955-32-240,-13-66 60,-1357 134-115,235-39 51,-229 33-47,-1-2 1,99-40-1,-155 54-27,0-1-1,0 1 1,0 0-1,0-1 0,0 1 1,0 0-1,0-1 1,0 1-1,0-1 1,0 0-1,0 1 1,0-1-1,0 0 1,0 0-1,0 1 1,-1-1-1,1 0 0,0 0 1,-1 0-1,1 0 1,0 0-1,-1 0 1,1-2-1,-1 1-28,-1 0 0,0 1-1,0-1 1,0 1 0,0-1-1,0 1 1,0-1 0,0 1-1,0 0 1,-1-1 0,1 1-1,-3-2 1,-2-1-133,0-1 0,0 1 0,0 1-1,-1-1 1,1 1 0,-1 0 0,0 0 0,1 1-1,-1 0 1,-1 0 0,-7 0 0,-14-2-2574,-45 2 0,42 1-316,-43 1-5976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5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0 263 10721,'7'-39'2184,"3"21"-316,20-13-268,14 13-251,6 0-273,14 0-240,13-3-192,10 3-104,10 0-112,7 0-204,3 6-344,7 0-416,-4 3-568,1 3-324,-7 0-412,-14 9-445,-16 0-1791,-11 3-3021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5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39 7633,'-4'-1'396,"1"0"0,-1 0 0,1 0 1,0 0-1,0-1 0,-1 0 0,1 1 1,0-1-1,0 0 0,0 0 0,1 0 0,-1-1 1,1 1-1,-1-1 0,1 0 0,-3-3 1,4 6-207,0-1 0,0 1 0,0-1 0,-1 1 1,1 0-1,0-1 0,-1 1 0,1 0 0,0 0 1,0 0-1,-1 0 0,1 0 0,0 0 0,-1 0 1,-1 1-1,1-1 240,-2 1-190,1 0-1,0-1 0,-1 1 1,1 0-1,0 0 0,0 1 1,-1-1-1,1 1 0,0 0 1,1-1-1,-1 1 0,0 1 1,0-1-1,1 0 1,-1 1-1,1-1 0,-4 6 1,-1 1 219,0 1 0,1 0 0,1 0 1,-6 13-1,-1 8 147,2-1 0,1 2-1,2-1 1,-4 34 0,-4 130 339,15-129-1889,2 0 0,17 96 0,20 30-5201,-22-129-101,6-4-3968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5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21 14381,'-17'-12'5297,"48"6"-4361,19 6-384,0-3-336,14 3-692,13 0-800,13 3-756,1 0-3189,2 0-4172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5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1 103 9025,'0'0'5772,"3"-18"-4404,0 3-239,24 6-229,20-3-236,-4 3-392,14 3-500,4 0-756,6-3-637,-4 0-615,-6 3-1816,4 3-2973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6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0 9693,'-1'3'266,"0"-1"1,0 0-1,0 0 1,-1 0-1,1 0 1,-1 0-1,0 0 0,1 0 1,-1 0-1,0-1 1,0 1-1,0-1 1,0 1-1,0-1 1,0 0-1,-3 1 1,-19 16 1661,14-10-1382,1 1-1,1 0 1,0 1 0,0 0-1,0 0 1,1 1 0,1 0 0,0 0-1,-6 16 1,1 11 131,1 0-1,2 1 1,-4 55 0,6-44-2146,-17 71 1,14-91-1000,25-83-8266,-3 11 5542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6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8113,'3'1'1447,"2"0"-1194,0 0-7,-1 0-1,1 1 1,0-1 0,0 1-1,-1 0 1,1 1-1,-1-1 1,0 1-1,1 0 1,-1-1 0,0 2-1,-1-1 1,1 1-1,-1-1 1,1 1-1,3 5 1,9 16 117,-1 0 0,-2 1 0,0 0 0,-1 1 0,-2 0-1,-1 1 1,-1 0 0,-1 1 0,-2-1 0,-1 1 0,1 56 0,-14 68 377,9-149-447,3-5-169,13-7 12,0-1 1,0 0 0,-1-2-1,-1 1 1,0-2 0,0 0-1,13-14 1,38-32 625,-55 49-645,1 1 0,0 1 0,0 0-1,1 1 1,0 0 0,15-6 0,-21 11-75,0-1-1,-1 1 0,1 0 1,0 0-1,0 1 1,0 0-1,0 0 0,0 0 1,0 1-1,0 0 1,0 0-1,-1 0 0,1 1 1,0 0-1,8 4 0,-8-3-24,0 1 0,0 0 0,0 0 0,-1 1-1,0-1 1,0 1 0,0 0 0,0 1-1,-1-1 1,0 1 0,0 0 0,0 0 0,-1 0-1,5 11 1,2 10 9,-1 0-1,7 37 0,-7-25-36,2 4-354,33 107-1355,-36-131-21,18 33 0,-19-41 4,1 1 0,-1-2 0,17 18 1,8 2-5918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6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11849,'0'0'6252,"0"3"-4331,0 11-230,-2 1-1,-5 26 0,4-26-1270,0-1 0,1 0 0,0 28-1,6 27-275,14 81-1,17-3-7970,-26-110 1632,1 14-3858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6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1 133 11137,'26'-12'2384,"1"0"-480,3-3-327,0 6-341,11 0-320,2 0-200,7 3-160,-3 0-456,4-3-308,-1 3-404,-3 3-472,-7-6-360,-20 6-65,13 0-87,4 3-96,-23-12-40,2 3-112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6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6205,'0'0'450,"3"-1"37,27-13 3327,-28 11-2920,-1 2-1147,17-23 3607,-2 10-1969,-6 11-3256,-16 20-3858,2-1-23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7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390 40 8197,'0'-2'223,"0"1"1,0-1-1,0 1 1,0-1-1,0 1 1,0-1-1,-1 1 1,1-1-1,0 1 1,-1-1 0,1 1-1,-1 0 1,0-1-1,1 1 1,-1 0-1,0-1 1,0 1-1,0 0 1,0 0-1,0 0 1,0 0-1,0 0 1,0 0-1,-1 0 1,1 0-1,0 0 1,-1 1-1,1-1 1,0 0-1,-1 1 1,1-1 0,-1 1-1,1 0 1,-1-1-1,1 1 1,-1 0-1,1 0 1,-3 0-1,-10 3 216,0 1-1,0 1 1,0 0-1,0 1 1,1 0-1,0 1 1,1 0-1,-1 1 1,1 1-1,1 0 1,0 1-1,0 0 1,-13 16-1,4-3-215,2 0-1,0 2 0,1 0 1,2 1-1,-21 47 1,29-55-181,0 1 0,1 0 0,1 0 0,0 0 0,2 1 0,0-1 0,1 1 1,1 0-1,1 0 0,1 0 0,0-1 0,2 1 0,0 0 0,1-1 0,1 0 1,1 0-1,1 0 0,1-1 0,0 0 0,1 0 0,15 21 0,21 17-52,2-2-1,64 57 0,-77-79-61,22 19-73,38 40 4,-85-82 117,0 1-1,-1 1 0,-1 0 0,0 0 0,-1 0 0,0 1 0,7 18 1,-11-24 18,-1 0 1,0 0-1,0 0 1,-1 0-1,0 0 0,0 0 1,0 0-1,-1 1 1,0-1-1,0 0 1,0-1-1,-1 1 1,0 0-1,0 0 1,-1-1-1,1 1 1,-1-1-1,0 1 1,-1-1-1,1 0 1,-1-1-1,0 1 1,-7 6-1,-2 1-98,-1 0-1,0 0 1,-1-2-1,0 1 1,0-2-1,-32 14 1,8-5-838,-37 14-1401,20-12-6456,27-11 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7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12781,'0'0'12521,"-17"9"-16973,4 0 1952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8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27 212 10401,'0'0'129,"-1"1"1,1-1-1,0 1 1,-1-1-1,1 1 1,0-1-1,-1 0 1,1 1-1,-1-1 0,1 1 1,-1-1-1,1 0 1,-1 1-1,1-1 1,-1 0-1,1 0 1,-1 1-1,0-1 1,1 0-1,-1 0 0,1 0 1,-1 0-1,0 0 1,1 0-1,-1 0 1,1 0-1,-1 0 1,0 0-1,1 0 1,-1 0-1,1 0 0,-1 0 1,0-1-1,0 1 1,-6-21 3495,7 17-3617,0 3 95,0 0 0,0-1 0,0 1 0,0 0 0,1 0 0,-1-1 0,1 1 0,-1 0 0,1 0 0,-1-1 0,1 1 0,0 0 0,-1 0 0,1 0 0,0 0 0,0 0 0,0 0 0,2-2 0,0 0 180,4-5-114,0 1 1,0 0 0,1 1 0,0-1 0,0 2 0,0-1 0,1 1 0,0 0-1,0 1 1,0 0 0,1 0 0,-1 1 0,11-2 0,19-3-83,80-6 1,-65 9-265,87-13-1065,87-8-4371,-207 25 3341,-1-1 1,31-6-1,-45 7 1440,22-5-4863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8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0 8353,'-23'3'2284,"-7"15"-272,6 0-28,18-6-292,-18 3-291,7 6-289,1 1-264,-5 14-200,11-3-104,4 3-132,2 0-392,4 3-568,4-2-720,16-1-812,-3-3-3081,3 0-4108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8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33 103 11537,'-31'-13'1920,"31"13"-1846,0-1 0,0 1 1,-1 0-1,1-1 1,0 1-1,0 0 1,0-1-1,0 1 1,0 0-1,0-1 1,0 1-1,0 0 1,0-1-1,0 1 0,0 0 1,0-1-1,0 1 1,0 0-1,0-1 1,0 1-1,0 0 1,1-1-1,-1 1 1,0 0-1,0-1 1,0 1-1,1 0 0,-1 0 1,0-1-1,0 1 1,0 0-1,1 0 1,-1-1-1,0 1 1,1 0-1,-1 0 1,0 0-1,1-1 1,-1 1-1,1 0 0,14-13 1085,-3 6-840,1-1 1,0 2-1,0 0 1,0 0-1,1 1 0,0 1 1,0 0-1,19-2 1,14 0-125,59 0 0,-55 7-1467,0 3 1,51 10 0,-76-10 129,-21-4 349,0 1 0,0 1 0,0-1 0,0 0 0,0 1 0,-1 0 0,1 0 0,-1 1 0,7 3 0,3 10-4270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29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32 5777,'-3'-14'2643,"11"16"540,7 4 779,-2-22-2707,-4 7-419,-12 12 711,-22 29 393,18-18-1678,0 0 1,1 1-1,1 0 1,0 0 0,-3 18-1,-6 17 149,-88 310 348,60-209-3782,-1-1-5223,20-79-1389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0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6746 368 5248,'5'-7'397,"-4"6"-178,0-1-1,0 1 1,0 0-1,0-1 0,-1 1 1,1-1-1,0 1 1,-1-1-1,1 1 1,-1-1-1,1-2 1,32-2 2138,-29 6-1705,19-3 562,9-10 567,-23 9-1365,-6 3 579,-2 1-954,1 0 0,-1 0 0,1-1 0,-1 1 0,1 0 0,-1 0 0,1-1 0,-1 1-1,1-1 1,-1 0 0,1 1 0,1-2 0,9-3 3769,-35-3-3725,0 1 1,0 2-1,-1 0 1,0 1-1,0 1 1,-25 1-1,-30-5-14,-1860-176 200,443 105-480,2 122-1750,391 85-3548,638-66-452,335-50 1613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2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2443 0 4528,'-3'0'269,"0"1"0,0-1-1,0 1 1,0 0 0,0 0-1,0 0 1,0 0 0,0 0-1,1 1 1,-1-1 0,1 1-1,-1 0 1,1-1 0,-1 1-1,1 1 1,-4 3 0,-69 65 2995,-84 81 683,32-15-2351,6 5-1,-112 173 0,-357 631-22,45 14-2308,355-620-747,-30 46-3342,124-240-1677,60-95 361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2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1180 31 4792,'13'-30'5569,"-16"30"-4773,1 0-668,0-1-1,1 1 1,-1 0-1,0 1 1,0-1-1,0 0 1,0 0-1,1 1 1,-1-1-1,0 1 1,0-1-1,1 1 1,-4 2-1,3-1 67,0 0-1,0 1 0,1-1 1,-1 1-1,1 0 1,-1 0-1,1-1 1,0 1-1,0 0 1,-1 6-1,-8 34 975,1 1 0,-4 56-1,2 97 754,4-56-1014,-24 257 686,-105 503 0,-287 703-2274,98-696-5313,248-736 2897,14-66-2298,24-49-1041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3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193 480 4516,'-140'37'4124,"88"-18"-1501,52-18-2517,0 0 0,1 0 0,-1 0 0,1-1 0,-1 1 0,1 0 0,-1 0 0,1 0-1,-1-1 1,1 1 0,0 0 0,-1-1 0,1 1 0,0 0 0,0-1 0,0 1 0,1 0 0,1 1 14,1 1 1,0-1-1,0 0 1,0 0-1,0-1 0,0 1 1,0-1-1,0 0 1,6 1-1,68 1 599,492-38 1150,1838-263-1693,-2346 289-316,653-99-2598,-241 26-2865,-238 43-70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3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106 602 8009,'-55'-53'1574,"50"49"-1286,1 0 1,-1-1-1,1 0 1,0 0-1,0 0 1,1-1-1,-1 1 1,1-1-1,0 0 1,1 0-1,0 0 1,-1 0-1,2 0 1,-3-10-1,4 11-178,0 0 0,1 0 1,-1 0-1,1 0 0,0 0 0,0 1 0,0-1 0,1 0 0,0 1 0,-1-1 0,2 1 0,-1 0 0,0-1 0,1 1 1,4-4-1,5-5 5,1 0 0,1 0 0,1 2 0,-1 0 0,2 1 0,-1 0 0,2 1 0,18-8 0,26-8 70,0 2 1,126-29-1,140-5 104,669-35-1159,3 68-6813,-711 26 1668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4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0 418 8873,'1'-1'29,"9"-13"359,1 0 0,0 0 1,1 2-1,0-1 0,1 1 1,0 1-1,1 0 0,17-10 0,28-9 798,1 3 0,1 2-1,2 3 1,90-20-1,264-31 279,-346 63-1259,-31 5-205,332-43-889,-124 35-4232,-197 15 823,-25 2-2403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4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7445,'13'94'2520,"7"-40"-236,-10 15-228,7 1-104,0 2-387,-1 6-329,1 10-268,0 11-192,-4 4-144,4 8-136,0 4-376,-11 2-640,-2 1-788,-4-6-860,-14-1-3209,-2 4-4316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5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3627 5865,'-1'-2'159,"0"0"1,-1 0-1,1-1 1,0 1-1,-1 0 1,1 0-1,-1 1 1,1-1-1,-1 0 1,0 0-1,0 1 1,0-1-1,0 1 1,0 0-1,0 0 1,0 0 0,-1 0-1,1 0 1,0 0-1,-1 0 1,-2 0-1,2 0 103,-1-1-1,1 0 1,0 0 0,0 0-1,0 0 1,0 0-1,0-1 1,0 1 0,1-1-1,-1 1 1,1-1-1,-1 0 1,1 0 0,0 0-1,-2-6 1,-22-49 2038,26 56-2275,-4-10 261,0 0-1,2-1 0,0 0 0,0 0 0,1 0 0,0 1 1,1-1-1,1 0 0,2-14 0,4-15 255,17-53 0,-21 85-457,24-75 391,3 1-1,77-147 1,112-145-7,-183 319-400,374-593 244,15-22-350,-34-17-1494,-352 615 1066,1-2-1424,41-104 0,-81 179 1836,1 1 1,-1-1 0,0 0-1,1 1 1,-1-1 0,0 0-1,0 1 1,0-1 0,1 0-1,-1 0 1,0 1 0,0-1-1,0 0 1,0 1-1,0-1 1,0 0 0,0 0-1,0 1 1,-1-1 0,1 0-1,0 1 1,0-1 0,0 0-1,-1 1 1,1-1 0,0 0-1,-1 1 1,1-1-1,-1 1 1,1-1 0,-1 0-1,1 1 1,-1-1 0,1 1-1,-1 0 1,1-1 0,-1 1-1,0-1 1,1 1 0,-1 0-1,0-1 1,1 1-1,-1 0 1,0 0 0,1 0-1,-1-1 1,0 1 0,0 0-1,1 0 1,-1 0 0,-1 0-1,-38 7-2068,-9 13-1342,-1 11-1481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6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6078 524 4172,'-7'-22'230,"-1"-6"434,-20-48 0,23 66-513,0 1 0,0 0 0,-1 1 0,0-1 1,0 1-1,-1 0 0,0 1 0,-16-13 0,-12-5 137,-1 2 0,0 2 0,-2 1 0,-1 2 1,0 1-1,-1 3 0,0 1 0,-56-10 0,-12 4 206,-2 6 0,-111 0 0,17 12 254,-302 37-1,-200 77 62,75 23-240,-817 288 0,1245-352-501,-323 166 0,429-185-48,2 5 0,3 4-1,3 4 1,2 3-1,-84 90 1,137-125-11,3 2-1,0 2 1,3 1 0,1 0 0,2 3 0,-27 60 0,43-80-6,1 0 1,1 1 0,1 0-1,1 0 1,2 0-1,-2 32 1,4-37-3,2 0 0,0-1 0,2 1 0,0 0 0,0-1 0,2 1 0,0-1 0,1 0 0,10 19 0,-2-11-3,1 0 0,1-1 0,1-1 0,2 0 1,0-2-1,1 0 0,1-1 0,1-1 0,1-1 0,38 23 0,1-4 15,2-4 0,1-2 0,79 25 0,-5-12-16,2-5-1,176 24 1,299 4-39,80-36 22,1189-98 0,-668-97-50,-905 100 47,555-192 0,-359 38 36,-434 179-22,-2-3-1,-1-4 1,-3-2 0,94-87 0,-136 111 2,-2-2 1,-1 0-1,-2-2 1,0 0-1,-2-2 1,-1 0-1,-1-1 1,12-33-1,-20 40 1,-1 0 0,-2 0 0,0 0 0,-2 0 0,0-1-1,-2 0 1,-1 0 0,-1 0 0,-1 0 0,-1 0 0,-10-48 0,1 37-2,-1 0 0,-1 1-1,-2 0 1,-1 1 0,-2 1 0,-2 0 0,0 2-1,-2 0 1,-42-43 0,10 18 3,-2 4 0,-3 1 0,-112-72-1,69 60-6,-2 5-1,-3 5 1,-158-56-1,65 43-4,-221-42 0,182 62-525,-3 10 0,0 11-1,-1 11 1,-1 10-1,-424 48 1,305 12-2786,21 14-1535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7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1223 450 5144,'113'-116'2245,"-104"106"-1923,-1 1 0,0-1 0,0 0 0,-1-1 0,0 0 0,-1 0 1,0 0-1,-1-1 0,0 0 0,4-18 0,-8 24-237,0 0 0,0-1 0,0 1-1,-1 0 1,0-1 0,-1 1 0,1-1 0,-1 1-1,0-1 1,-1 1 0,0 0 0,0 0 0,0 0-1,0 0 1,-1 0 0,0 0 0,0 1 0,-1-1-1,0 1 1,0 0 0,0 0 0,-8-7 0,5 6-36,-1 1 1,0-1-1,0 1 1,0 0-1,-1 1 1,1 0 0,-1 1-1,0 0 1,0 0-1,0 0 1,-1 1-1,1 1 1,-1 0-1,-9 0 1,-12 0 68,1 2 0,-1 1 0,-31 7 1,-4 4 19,1 3 1,1 2 0,1 4 0,1 2 0,1 3 0,-90 54-1,85-40-48,2 3 1,2 4-1,2 1 0,2 4 0,-68 79 0,109-113-45,2 0 1,0 1-1,-22 43 1,33-57-37,1 1 0,0-1 0,1 1 0,-1 0 1,1 0-1,1 0 0,-1 0 0,1 0 0,1 1 0,-1-1 0,1 0 1,1 0-1,-1 1 0,1-1 0,0 0 0,1 0 0,0 0 1,2 7-1,1-4 2,1 0 0,0 0 1,1-1-1,0 0 0,0 0 0,1-1 1,0 1-1,0-2 0,1 1 0,0-1 1,19 11-1,5 0 23,1-1-1,46 16 1,120 37 9,71 28 31,-256-92-91,0 1 1,0 1-1,-1 0 0,17 13 1,-28-18 0,1-1 0,-1 1 0,0 0-1,-1 0 1,1 1 0,0-1 0,-1 1 0,0-1 0,3 7 0,-4-8-2,0 0-1,-1 0 1,1 0-1,-1 1 1,0-1-1,1 0 0,-1 0 1,0 1-1,0-1 1,-1 0-1,1 1 1,0-1-1,-1 0 1,1 0-1,-1 0 1,0 1-1,0-1 1,-1 3-1,-2 1-51,0 0 1,0-1-1,0 0 1,-1 1-1,0-2 0,0 1 1,0 0-1,0-1 0,-1 0 1,-10 6-1,-7 2-359,-36 13 0,51-22 332,-70 25-2256,-2-3 0,-148 25-1,121-29-1605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7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9253,'34'72'1640,"-24"-21"-412,0 10-52,0-1-184,0 3-160,0 4-136,3 8-140,-3 12-127,17 112-497,-17-96-877,-3 2-487,-14-2-2700,-3-7-3109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7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1 663 4568,'23'-27'436,"-11"13"-142,0 1 0,0 0 0,1 1 0,0 0-1,17-10 1,-15 13-40,1 1-1,0 0 0,0 1 0,1 0 1,0 1-1,0 1 0,0 1 1,1 1-1,32-3 0,-38 6-169,1-1 0,-1 2 0,1-1 0,-1 2 0,0 0 0,1 0 1,-1 1-1,0 0 0,-1 1 0,1 1 0,-1 0 0,1 0 0,-1 1 0,18 14 0,-23-14-48,0 0 1,0 1-1,-1 0 0,0 0 1,0 0-1,0 0 0,-1 1 0,0 0 1,-1 0-1,0 0 0,0 0 1,-1 1-1,0-1 0,0 1 1,-1-1-1,0 1 0,-1 0 1,1-1-1,-3 16 0,0 1 16,-2 1-1,-1-1 0,0 0 1,-2 0-1,-15 36 1,-25 41 124,-13 36-18,52-117-141,1 0 1,1 0-1,1 1 1,-3 35-1,7-51-7,1 0 0,0 0 1,0 1-1,1-1 0,0 0 0,0 0 0,0 0 0,0 0 0,1 0 1,0 0-1,1 0 0,-1 0 0,1-1 0,0 1 0,0-1 1,1 0-1,0 0 0,0 0 0,0-1 0,5 5 0,-1-3-8,1 0-1,-1 0 1,1-1 0,1 0-1,-1-1 1,1 0-1,0-1 1,-1 1-1,2-2 1,-1 0 0,13 2-1,-2-2-4,1 0 0,0-2 0,0 0 0,0-1 0,-1-2 0,1 0 0,-1-1 1,1-1-1,-1-1 0,-1-1 0,1-1 0,-1 0 0,25-16 0,-39 20 2,0 1 0,0-1 0,0-1 1,-1 1-1,0-1 0,0 0 0,0 0 1,0 0-1,-1-1 0,0 0 0,0 0 0,-1 0 1,1 0-1,-1 0 0,-1-1 0,1 1 1,-1-1-1,1-7 0,-1 4-4,-1 0 1,-1 1-1,0-1 0,0 0 0,-1 1 0,0-1 1,0 1-1,-1-1 0,0 1 0,-1-1 1,0 1-1,-8-14 0,-28-48-164,-3 1-1,-4 2 1,-59-68 0,12 16-277,84 109 331,3 2 5,-1 1 0,1-1 1,0-1-1,-5-11 0,10 18 71,0 0 0,0 0 0,0 0 0,1 0-1,-1 0 1,1 0 0,0 0 0,-1 0 0,1 0 0,1 0-1,-1 0 1,0 0 0,1 0 0,-1 0 0,1 0 0,0 0-1,0 0 1,0 0 0,3-5 0,0 3-9,0 0 0,0 0 0,0 1 0,1-1-1,0 1 1,0 0 0,0 0 0,0 1 0,0-1 0,1 1 0,0 0 0,11-4 0,11-2-169,44-10 1,-55 15 138,88-20-369,88-21-133,-148 32 467,-1-2 0,52-25 0,-80 32 136,-1-1-1,0 0 1,0-1 0,-1-1-1,0 0 1,-1-1-1,0 0 1,-1-1-1,0 0 1,-1-1-1,11-18 1,-18 21 134,0-1-1,0 1 1,-1-1-1,0 0 1,-1-1-1,-1 1 1,1-24-1,1-9 460,-2 41-42,5 25-72,-1-8-401,14 54 250,-4 1 1,11 106-1,-7 142-120,-17-62-1220,-7-86-2898,2-82 87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8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550 1 4392,'47'6'2097,"-47"15"-1321,3 3-128,-16-3-68,-18 15-312,1-6 168,-10 6-88,-10-2-80,-7 2-44,-3 3-76,-1-6 60,1-6-380,6 3-164,11-5-312,-4-7-412,10-9-1292,20-6-489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38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11 175 8469,'-4'-48'1840,"-2"24"-544,12 0-228,1 0 432,6 9-1048,1 3-452,2 6-664,1-3-692,3 3-2320,0 0-2269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11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1355 112 5821,'4'-26'1647,"-3"19"-935,-1 0-1,1 0 0,1 0 0,-1 0 0,1 1 0,1-1 1,-1 1-1,1-1 0,0 1 0,9-13 3760,-13 23-3457,-15 76 802,-3-2 0,-35 88 0,12-37-623,-241 694 2352,-109 24-2338,95-220-1488,226-466-1550,-60 202 1,76-160-1298,46-166 1149,2 1 0,-4 76 0,10-102 493,1 0-1,1-1 1,2 16-1,12 19-8034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12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744 143 5028,'3'-5'315,"-1"1"-1,1-1 1,0 1-1,0 0 1,0 0-1,1 0 0,0 0 1,-1 1-1,1-1 1,1 1-1,-1 0 1,7-4-1,63-30 2758,-61 32-2850,24-23 3847,-35 26-3001,18-15 4347,-21 41-4822,-2 0-1,0 0 1,-8 31-1,-28 78 880,22-76-1013,-153 467 1653,52-168-1996,-90 262-3177,87-315-952,-20-9-4210,32-94-2987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13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1 271 5701,'0'0'105,"1"1"1,0-1-1,-1 0 1,1 0-1,-1 0 1,1 1-1,0-1 1,-1 0-1,1 0 1,0 0-1,-1 0 1,1 0-1,0 0 0,-1 0 1,1 0-1,-1 0 1,1-1-1,0 1 1,-1 0-1,1 0 1,-1 0-1,1-1 1,0 1-1,-1 0 1,1-1-1,-1 1 1,1 0-1,-1-1 1,1 0-1,7-19 1305,-7 17-1262,-1 0-1,1 0 0,0 1 0,0-1 0,0 0 1,1 0-1,-1 1 0,0-1 0,1 0 0,0 1 1,2-3-1,10-7 287,1 2 1,0 0-1,0 0 0,1 2 1,0 0-1,33-11 1,111-25 929,-139 39-1195,91-18 651,122-8 0,119 8-77,844 14 304,2 58-992,-884-34-235,40 5-421,602 11-5240,-829-37 1698,-40-8-2209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13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32 718 9161,'-31'3'2527,"46"-9"2177,29-5-710,-18 5-4906,864-121 4299,-400 63-3013,246-33-145,118-18-1034,-9-26-3103,-385 35-3999,-271 59 47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16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43 163 3656,'-1'-1'268,"1"0"-1,0 0 0,0 0 0,-1 0 0,1 0 1,0 0-1,0 0 0,0 0 0,0 0 0,0 1 1,0-1-1,0 0 0,1 0 0,-1 0 0,0 0 1,0 0-1,1 0 0,-1 0 0,1 0 0,-1 0 1,1 1-1,-1-1 0,1 0 0,-1 0 0,1 1 1,0-1-1,-1 0 0,1 1 0,1-2 0,13-4 3554,-14 4-3627,-1 0 0,1 0-1,0 0 1,0 0-1,-1 1 1,1-1-1,1 0 1,-1 1 0,0-1-1,0 1 1,3-3-1,-3 24 170,-1 0 0,-1 0 0,-1 0-1,-1 0 1,0-1 0,-12 36 0,-6 35 165,12-10-264,7-53-171,-1 1 0,-9 35 0,9-46-192,0 0-1,1 0 1,1 0-1,1 0 0,0 0 1,1 0-1,1 0 1,6 26-1,-7-40-88,3 23-278,2-23 298,0-14 63,26-114-191,2 24 195,-11 28 42,4 1 0,44-85 0,-61 139 65,3-6-36,1 1 0,22-29 0,-33 47 26,1 0-1,0 1 1,0-1-1,0 1 0,1 0 1,-1 1-1,1-1 1,0 1-1,0 0 1,0 0-1,1 0 1,-1 1-1,1 0 1,-1 0-1,1 0 1,10-1-1,-11 3 4,0 0-1,0 1 1,0 0 0,0 0 0,0 0-1,0 1 1,-1-1 0,1 1-1,0 0 1,-1 1 0,1-1 0,-1 1-1,0 0 1,0 0 0,0 0-1,0 0 1,-1 1 0,1-1 0,-1 1-1,0 0 1,0 0 0,0 1-1,2 4 1,3 6-3,0 0 0,0 1 0,-2 0 0,0 0 0,6 25 0,14 88 173,-24-125-44,9-11-241,1-1 128,-1-1 0,0 1 0,-1-2 0,0 1 0,17-22 0,8-8-94,-30 34 95,147-138 87,-130 125-32,1 1 1,1 1-1,0 1 0,1 1 0,31-12 0,-51 24-34,-1 1-1,0-1 0,1 1 1,-1 1-1,1-1 0,-1 1 0,1-1 1,-1 1-1,1 0 0,-1 1 1,0-1-1,1 1 0,-1 0 0,1 0 1,-1 0-1,0 1 0,0 0 1,1-1-1,-1 1 0,-1 1 0,1-1 1,0 1-1,0-1 0,-1 1 1,0 0-1,1 0 0,-1 1 0,0-1 1,3 5-1,2 4 31,0 0-1,0 1 1,-1 0 0,-1 0-1,0 0 1,-1 1 0,6 23 0,41 264-334,-34-98-3654,-20-112-2783,2-63-421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16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7053,'11'13'2004,"-9"-11"-269,1 0-194,-1 0-1231,1 1-1,-1-1 1,1 1 0,-1 0-1,0 0 1,0 0-1,0 0 1,0 0 0,-1 0-1,1 1 1,-1-1-1,0 1 1,0-1 0,0 0-1,1 8 1,2 62 1393,-3-52-1449,-8 161 1394,0-7-2329,8-132-193,-2-22-888,6 41 0,-5-59 1352,1-1 1,-1 0-1,1 0 0,-1 0 0,0 1 0,0-1 0,0 0 0,0 0 0,0 1 0,0-1 0,-1 0 0,1 0 0,-1 0 0,0 1 0,-1 2 0,1-3 181,-6 19-5812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16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 9693,'70'-33'1776,"-53"27"-120,0 0-88,0 0-288,6-3-267,7 6-201,24 3-160,-11 3-280,7 0-616,1 3-568,2-3-693,-6-3-719,7 6-1820,3 6-2965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17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427 115 6225,'1'-1'132,"0"0"0,0 0 0,0 0 0,0-1 0,0 1 0,-1 0 0,1-1 1,-1 1-1,1 0 0,-1-1 0,1 1 0,-1-1 0,0 1 0,0-1 1,1 1-1,-1-1 0,0 1 0,-1-1 0,1 1 0,0-1 0,0 1 0,-1 0 1,1-1-1,0 1 0,-1-1 0,1 1 0,-1 0 0,0-1 0,0 1 1,-1-2-1,-9-23 1928,10 24-1906,0-1 0,0 1 0,0-1-1,0 1 1,0 0 0,-1-1 0,1 1 0,-1 0 0,1 0-1,-1 0 1,0 0 0,0 0 0,0 1 0,0-1 0,0 0-1,0 1 1,-1 0 0,1-1 0,0 1 0,-1 0-1,1 0 1,-1 0 0,1 1 0,-1-1 0,1 1 0,-1-1-1,0 1 1,1 0 0,-1 0 0,0 0 0,1 0 0,-1 0-1,0 1 1,1-1 0,-1 1 0,-2 1 0,-8 1 117,1 1 1,-1 1-1,1 0 1,1 0-1,-1 2 1,-13 8-1,0 3 62,1 1 0,0 0-1,2 2 1,-25 29 0,35-36-247,0 1 1,1 1 0,1 0 0,0 1 0,2 0 0,-1 0 0,-10 36-1,17-43-68,0 0 0,1 0 0,0 0 0,1 0 0,0 0 0,0 0-1,1 1 1,1-1 0,0 0 0,0 0 0,1-1 0,0 1 0,0 0-1,1-1 1,1 0 0,-1 0 0,2 0 0,-1-1 0,8 9 0,13 15 13,1-1 0,2-2 0,45 36 0,-32-28-15,-29-26-23,-1 0-1,0 1 1,-1 1 0,0-1 0,-1 2 0,-1-1-1,0 2 1,14 29 0,-22-41-1,0 0-1,0 0 1,-1 0 0,1 0-1,-1 0 1,0 0 0,0 0-1,0 0 1,0 0 0,0 0-1,-1 1 1,1-1 0,-1 0-1,0 0 1,0-1 0,0 1-1,0 0 1,-1 0-1,1 0 1,-1-1 0,0 1-1,0-1 1,1 1 0,-2-1-1,1 0 1,-3 3 0,-4 2-126,1 0 0,-1-1 0,-1 0 0,1-1 0,-20 8 0,5-4-618,1-1 1,-1-2-1,-37 7 1,33-10-3278,-37 1 0,29-4-3658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17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10 11597,'-20'-3'1672,"0"-3"3205,33 12-5361,4 0-909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40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426 15 5705,'-8'-12'1580,"6"9"-114,9 16 1049,47 124 4756,-10-20-5577,5-10-484,-9-24-232,55 172 0,-85-208-865,-2 2 0,-3-1 0,-2 0 0,-1 1 0,-3 0 0,-12 84 0,6-90-312,-22 78 1,1-27-896,-4 0 1,-88 172-1,25-103-3982,-172 224 1,127-203-2300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40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58 673 5573,'-8'28'1049,"-1"-1"1,-15 29-1,20-46-670,1-1 0,0 1 0,1-1 0,0 1 0,1 0 0,0 0-1,0 0 1,1 0 0,1 0 0,-1 0 0,2 0 0,-1-1-1,1 1 1,1 0 0,0-1 0,0 1 0,1-1 0,5 10 0,3 5 172,2 0 1,0-1 0,2 0 0,0-2 0,27 29 0,-17-26-324,1 0-1,1-2 1,1-1-1,1-1 1,1-1-1,0-2 0,2-1 1,0-2-1,0-1 1,1-2-1,1-1 1,53 9-1,-29-11-118,-1-2 1,0-3-1,1-2 0,0-2 0,-1-4 0,114-22 0,-118 13-71,-1-2-1,0-2 0,-1-3 1,-1-2-1,-1-2 1,-1-2-1,61-46 1,-60 35-290,-2-3 0,-2-1 0,-1-3 1,-2-1-1,-3-2 0,45-69 0,115-221-4372,-81 131 728,-30 54-1404,-40 88 615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41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637 1 8749,'-19'27'871,"2"2"0,1 0-1,2 0 1,1 2 0,-15 48 0,-71 379 5242,26 4-4354,72-458-1748,-107 488 688,61-306-548,11-38-1339,-76 203 0,90-305-419,14-29-1032,0 0 0,-6 21 0,12-18-5184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29:41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1 606 10213,'5'-7'742,"1"0"1,-1 0-1,0-1 1,-1 0-1,6-15 1,-9 23-663,0-1 1,-1 1-1,1 0 0,0-1 0,0 1 1,-1 0-1,1 0 0,0 0 1,0 0-1,-1 0 0,1 0 0,0 0 1,-1 0-1,1 0 0,0 0 1,0 0-1,-1 0 0,1 0 0,0 1 1,0-1-1,-1 0 0,2 1 0,-1-1 127,5 3-23,-1 0 1,1 0-1,-1 0 1,0 1-1,1-1 1,-2 1-1,1 0 1,0 1-1,-1-1 1,0 1-1,0 0 0,5 8 1,6 5 96,294 294 1785,-248-260-1942,2-3 0,2-3 0,104 55 0,-135-84-128,0-1-1,1-2 1,1-2 0,0-1 0,1-1-1,0-3 1,0-1 0,1-1-1,0-2 1,-1-2 0,1-1 0,0-3-1,-1 0 1,1-3 0,-1-1-1,0-1 1,-1-2 0,0-2-1,0-2 1,-2 0 0,0-3 0,59-37-1,-44 17 5,-1-2-1,49-52 0,79-100-28,-140 150 26,127-148-338,165-175-4368,-193 228-2270,-78 87 163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23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817 313 12677,'-18'-30'1222,"-1"1"0,-2 1 0,0 0 1,-2 2-1,-2 0 0,0 2 0,-33-25 0,43 38-551,-1 0 0,0 1 1,-1 1-1,0 0 0,-21-7 0,34 15-576,-1 0 0,1-1-1,0 1 1,-1 1 0,1-1 0,-1 1-1,1 0 1,-1 0 0,1 0-1,-1 0 1,1 1 0,-1 0 0,1 0-1,0 0 1,-1 0 0,1 1-1,0 0 1,0 0 0,0 0 0,0 0-1,0 1 1,1-1 0,-1 1-1,1 0 1,-1 0 0,1 0 0,-5 6-1,-1 5 181,-1 1 0,2-1 0,0 1 0,0 1 0,2 0 0,-9 30 0,-18 110 975,27-126-1078,-62 536 107,45-325-271,-83 798-8,77-605-756,-2 10-7434,31-443 8149,-8 87-4478,10-33-1382,9-5-4475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23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563 155 12325,'-6'-5'249,"-73"-63"1841,28 11 3826,50 57-5829,1-1 0,-1 1 0,1 0 0,-1-1 0,1 1 0,0-1-1,-1 1 1,1-1 0,0 1 0,-1-1 0,1 1 0,0-1 0,0 1 0,0-1 0,-1 1 0,1-1 0,0 1 0,0-1 0,0 0 0,0 1 0,0-1 0,0 1 0,0-1-1,0 0 1,0 1 0,0-1 0,0 1 0,1-1 0,-1 1 0,0-1 0,0 1 0,0-1 0,1 1 0,-1-1 0,0 1 0,1-1 0,-1 1 0,0-1 0,1 1 0,-1-1-1,1 1 1,-1 0 0,1-1 0,-1 1 0,1 0 0,-1-1 0,1 1 0,-1 0 0,1 0 0,-1-1 0,1 1 0,-1 0 0,1 0 0,0 0 0,-1 0 0,1 0 0,-1 0-1,1 0 1,1 0 0,39 0 328,-16 5-241,-1 2 0,0 0 0,0 1 0,0 2 0,-1 0 1,25 16-1,-23-13-77,49 28-17,-3 4 0,-1 2 0,-2 3 0,-3 3 0,-2 3 0,-3 3 0,-2 2 0,-3 2 0,80 122 0,-110-147-102,-3 1 1,-1 1-1,-2 1 1,-1 1-1,19 72 1,-31-90 18,-2 0 0,0 0 1,-1 0-1,-2 1 1,0-1-1,-2 1 0,-1-1 1,-1 1-1,0-1 1,-2 0-1,-1 0 1,-9 23-1,0-15-8,0 0 1,-3-1-1,0 0 1,-2-2-1,-1 0 1,-1-1-1,-2-1 1,-1-2-1,-35 30 1,-34 19-205,-145 87 0,214-144 145,-419 246-1847,142-99-2378,197-104 624,44-21-1839,30-17-3672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25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867 178 9597,'-9'-15'469,"1"0"491,-1 0-1,-1 0 0,0 1 1,-1 1-1,0-1 0,-1 2 1,-26-21-1,30 28-781,0 1 0,0 0 0,0 0 1,0 1-1,-1 1 0,1-1 0,-1 1 0,0 0 1,0 1-1,0 0 0,0 1 0,0 0 0,0 0 0,0 1 1,1 0-1,-1 0 0,0 1 0,0 0 0,1 1 0,-1 0 1,-13 7-1,-1 1 2,0 2 0,1 0-1,0 1 1,1 2 0,1 0 0,-23 23 0,-6 12 81,2 3-1,3 1 1,-74 121-1,94-134-157,-36 88 0,54-113-78,0 0 0,1 0-1,1 1 1,1-1 0,0 1-1,2 0 1,0 0 0,2 28-1,-1-42-18,0 1-1,1-1 1,0 0-1,0 0 1,0 0-1,1 0 1,-1 0 0,1 0-1,0 0 1,0 0-1,0-1 1,1 1-1,-1-1 1,1 1-1,0-1 1,0 0-1,0 0 1,0-1-1,1 1 1,-1 0-1,1-1 1,-1 0 0,6 3-1,-2-3 10,0 0 1,0 0-1,1-1 0,-1 1 1,0-2-1,0 1 0,1-1 1,-1 0-1,0 0 0,1-1 1,-1 0-1,14-4 0,2-2 157,-1-1 0,1-1-1,-1-1 1,-1-1 0,0-1 0,-1-1-1,0-1 1,22-19 0,13-19 525,63-74 1,30-29 143,-133 142-719,1 0-1,34-20 1,-47 31-110,0 1 0,0 0 0,0-1 1,1 1-1,-1 0 0,0 1 0,1-1 1,-1 0-1,1 1 0,-1 0 0,0 0 1,1 0-1,-1 0 0,1 1 0,-1-1 1,1 1-1,-1 0 0,0 0 0,1 0 1,-1 0-1,0 1 0,0-1 0,4 4 1,-2-2-7,1 2 1,0-1-1,-1 1 1,0 0-1,0 0 1,0 0-1,-1 1 1,0 0-1,0 0 1,4 7-1,3 12 14,-2 0 1,0 1-1,-1 0 1,-2 0-1,-1 0 1,-1 1-1,1 53 0,-5 0 41,-16 112 0,-5-55-31,-5-1 0,-70 208-1,-136 246 54,144-397-36,-115 185 1,185-349-57,-2-1-1,-28 31 0,48-59 11,0 0-1,0 0 0,0 0 1,0-1-1,0 1 0,0 0 0,0 0 1,0 0-1,0 0 0,0 0 0,0 0 1,0 0-1,0 0 0,0-1 1,0 1-1,0 0 0,0 0 0,0 0 1,0 0-1,0 0 0,0 0 1,0 0-1,0 0 0,-1 0 0,1 0 1,0-1-1,0 1 0,0 0 0,0 0 1,0 0-1,0 0 0,0 0 1,0 0-1,0 0 0,0 0 0,-1 0 1,1 0-1,0 0 0,0 0 1,0 0-1,0 0 0,0 0 0,0 0 1,0 0-1,0 0 0,-1 0 1,1 0-1,0 0 0,0 0 0,0 0 1,0 0-1,0 0 0,0 0 0,0 0 1,0 0-1,-1 0 0,1 0 1,0 1-1,0-1 0,0 0 0,0 0 1,0 0-1,0 0 0,0 0 1,0 0-1,0 0 0,0 0 0,0 0 1,-4-7 0,1 0 1,0 0 0,1 0 0,0-1-1,0 1 1,1-1 0,-1 1-1,2-1 1,-1 0 0,1 0-1,0 1 1,2-11 0,3-12-8,16-56-1,-12 56-2,127-394-162,-92 311-375,100-181-1,-36 118-1311,194-240 0,165-93-9370,-266 332 643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25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1019 8841,'-2'-1'225,"0"1"-1,0-1 1,0 0 0,0 0 0,0 0 0,0-1 0,1 1-1,-1 0 1,0-1 0,1 1 0,-1-1 0,1 1 0,-1-1-1,1 0 1,0 1 0,-1-1 0,1 0 0,0 0 0,1 0-1,-1 0 1,0 0 0,0 0 0,1 0 0,-1 0 0,1-1-1,0 1 1,0 0 0,-1 0 0,1 0 0,1 0 0,-1-4-1,0-4 900,3-26 3926,-2 34-4913,0 0 1,0 0 0,-1 0-1,1 1 1,0-1 0,1 1-1,-1-1 1,0 1 0,0-1-1,0 1 1,1 0 0,-1-1-1,1 1 1,-1 0 0,1 0-1,0 0 1,-1 0 0,3-1-1,6 0 109,-1 0 0,1 0-1,-1 0 1,1 2 0,0-1-1,0 1 1,15 2 0,-17-2-112,24 3 181,-1 1 0,-1 1 0,1 2-1,-1 1 1,0 1 0,41 20 0,-33-11-150,0 2 1,-1 2-1,-1 1 0,37 32 1,-55-40-146,-1 1 0,-1 1 0,-1 0 0,0 1 0,-1 0 1,-1 2-1,-1-1 0,13 30 0,-17-33-37,-2 1 0,0 0 0,-1 0 0,-1 1 0,0-1 0,-1 1 0,-1 0 0,-1 0 1,-1 0-1,0 0 0,-4 23 0,2-30 12,-1 0 0,-1-1 0,0 1 0,0-1 0,0 0 0,-2 0 0,1-1 0,-1 0 0,0 0 0,-1 0 0,0 0 0,-1-1 0,0-1 0,0 1 0,0-1 0,-1 0 0,0-1 0,-19 10 0,25-14 20,0-1-1,0 1 1,1-1-1,-1 0 1,0 0-1,0 0 1,-1 0-1,1-1 1,0 1-1,0-1 1,0 0-1,0 0 1,0 0-1,0 0 1,-1 0-1,1-1 1,0 1 0,0-1-1,0 0 1,0 0-1,0 0 1,0 0-1,0-1 1,1 1-1,-1-1 1,0 0-1,-3-3 1,3 2 19,0 0 1,0 0-1,0-1 1,1 0-1,0 1 0,-1-1 1,1 0-1,0 0 1,1 0-1,-1 0 0,1 0 1,0-1-1,0 1 1,0 0-1,0-1 1,1 1-1,0-1 0,0-4 1,3-14 107,0 0 0,2 0 1,0 1-1,2 0 0,13-31 0,57-106 223,-73 152-352,67-121-698,6 2-1,5 4 0,6 4 0,128-134 1,5 39-4299,19 22-3665,-78 77-3436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34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1270 4232,'-15'-10'504,"5"4"73,0 0 0,-1 1-1,-17-7 1,24 11-364,0-1 0,0 1 0,1-1 0,-1 0 0,1 0 0,-1 0 0,1 0 0,0 0 0,0-1 0,0 0 0,0 1-1,0-1 1,1 0 0,-5-6 0,6 6-131,0 1 0,0-1 0,1 1 0,-1-1 0,1 1-1,0-1 1,-1 1 0,1-1 0,0 1 0,0-1 0,1 1 0,-1-1-1,0 0 1,1 1 0,0 0 0,0-1 0,-1 1 0,1-1 0,1 1-1,-1 0 1,0-1 0,0 1 0,1 0 0,1-2 0,5-4 68,0 0 0,0 0 0,0 0 0,1 1 0,0 1 0,1-1 0,0 1 0,0 1 0,13-6 0,21-9 204,1 2 0,79-22 0,103-9 110,-219 48-451,799-115 650,11 45-270,-663 59-353,3416-211-85,-3114 198 17,195-9 1,598-36-58,-8-25-128,-670 34 9,-18-31-1202,-502 81 409,-1-1 0,94-37 0,-139 46 503,-1 0 1,1 0-1,0-1 0,-1 1 1,1-1-1,8-8 1,-14 11 216,1 0 0,0 0 1,0 0-1,-1 0 0,1-1 1,0 1-1,-1 0 0,1 0 0,-1 0 1,0-1-1,1 1 0,-1 0 1,0-1-1,0 1 0,0 0 1,0 0-1,0-2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38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3 3264,'0'0'1964,"-2"0"-1796,-26 3 99,25-3 115,0 0-480,-31-5-1769,31 4 771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39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15 3544,'13'-15'8935,"-15"16"-8507,-26 13 1718,27-11-1619,-21 86 2725,-9 36-2055,-7 127 171,-5 18-586,-47 293 153,75-411-666,6 265 1,21-248-167,47 238 1,-36-310-1027,-22-94 192,-2-7-390,-12-81-8370,3 24 881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39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780 326 4708,'0'0'263,"-1"0"0,0 0 0,0 0 0,1 0 0,-1-1-1,0 1 1,0 0 0,1-1 0,-1 1 0,0 0 0,1-1-1,-1 1 1,1-1 0,-1 1 0,1-1 0,-1 1 0,1-1-1,-1 1 1,1-1 0,-1 1 0,1-1 0,-1 0-1,1 1 1,0-1 0,-1-1 0,1 1-173,0 1-1,1-1 1,-1 0 0,0 0-1,0 0 1,1 0 0,-1 1-1,0-1 1,1 0 0,-1 0-1,1 1 1,-1-1 0,1 0-1,0 1 1,-1-1 0,1 1-1,1-2 1,3-2-51,1 0 0,-1 1-1,1-1 1,11-3 0,9-1 358,1 1-1,1 1 1,48-4 0,-32 5-79,723-66 1264,-408 43-1314,411-30-274,195-17-852,-851 66 694,-124 11 161,0 1 0,0 0-1,0 0 1,0 1-1,0 1 1,1-1 0,0 2-1,-17 11 1,18-10 40,1 0-1,-1 0 1,2 1 0,-1-1 0,1 2 0,0-1-1,0 1 1,1 0 0,0 0 0,1 0 0,0 0 0,0 1-1,1 0 1,1 0 0,-4 18 0,2 9 263,2 1 1,4 71-1,-1-82-215,6 610 2810,-54 0-1399,24-453-1199,-24 169 48,-74 458-78,84-562-266,37-246-55,3-81-582,-5 59 599,2 10 22,-1 0 1,1 0-1,-2 0 1,1 0-1,-2 0 1,1 0-1,-1 0 0,0 1 1,-1-1-1,0 1 1,0 0-1,-9-13 1,-1 5 4,-1 0 0,-1 0 0,0 2 0,-1 0 1,0 1-1,-1 0 0,-1 2 0,0 0 0,-29-12 1,-43-10-19,-2 4 0,-119-21 0,-199-13 7,350 55 26,-959-91 27,857 86 13,-531-32 151,210 15-136,462 30-116,20 0 11,0 0 0,-1 1 0,1-1 0,0 0 0,0 0 0,-1-1 0,1 1 1,0 0-1,0-1 0,0 0 0,-1 1 0,1-1 0,0 0 0,0 0 0,-3-2 0,5 3 16,0 0 0,0-1-1,1 1 1,-1-1 0,0 1-1,0 0 1,0-1 0,0 1-1,0-1 1,0 1 0,1 0-1,-1-1 1,0 1 0,0 0 0,1-1-1,-1 1 1,0 0 0,0 0-1,1-1 1,-1 1 0,0 0-1,1 0 1,-1-1 0,0 1-1,1 0 1,-1 0 0,0 0-1,1 0 1,-1-1 0,1 1-1,-1 0 1,0 0 0,1 0-1,-1 0 1,1 0 0,-1 0-1,0 0 1,2 0 0,39-10-2219,1 1 0,83-6 0,-78 10-153,88-9-5694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0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1 688 9945,'3'-7'655,"0"1"-1,0 0 1,1 0 0,0 1 0,0-1-1,0 1 1,1 0 0,0 0-1,0 1 1,10-8 0,20-14 308,2 1-1,1 2 1,0 2 0,71-28 0,177-46-30,-205 70-597,409-97 113,-136 58-656,262-52-1633,-325 70-2036,-260 37 569,-49 10-1728,-17 7-1395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1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55 6297,'-21'-54'10929,"23"55"-10717,-1 0 0,1 1 1,-1-1-1,0 1 0,1-1 1,-1 1-1,0-1 1,0 1-1,0 0 0,0 0 1,0 3-1,2 1 251,27 49 402,-3 1 1,-3 1 0,-2 1 0,22 92 0,-10 32-666,-30-149-762,-2 1-1,-1-1 0,-6 52 0,-1-31-1042,-2 14-1823,2-22-1700,-4 0-4242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2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0 289 8849,'47'-51'2016,"-39"43"-1161,1 0 0,0 1 0,1 1 0,-1-1 0,1 2 0,0-1-1,20-6 1,-11 4-351,-11 5-348,1 0-1,-1 1 1,1 0-1,0 0 1,0 1-1,0 0 0,0 1 1,0 0-1,0 0 1,0 1-1,0 0 1,0 1-1,0 0 0,11 4 1,-10-2-97,1 0 0,-1 1 1,0 0-1,0 1 0,0 0 0,-1 1 0,0 0 1,0 0-1,-1 1 0,0 0 0,0 0 1,-1 1-1,0 0 0,-1 0 0,9 16 1,-4-4-87,0 0 0,-1 1 1,-2 0-1,0 1 0,-1 0 1,5 34-1,-4 3-449,-3 1 0,-3 1 0,-6 78 0,5-113 339,-1-27 134,0 0 0,0 0 0,0 0 1,0 1-1,0-1 0,0 0 0,0 0 0,0 0 0,0 0 0,0 1 1,0-1-1,0 0 0,0 0 0,0 0 0,0 1 0,0-1 0,1 0 1,-1 0-1,0 0 0,0 0 0,0 0 0,0 1 0,0-1 1,1 0-1,-1 0 0,0 0 0,0 0 0,0 0 0,0 0 0,1 0 1,-1 0-1,0 0 0,0 0 0,0 1 0,0-1 0,1 0 0,-1 0 1,0 0-1,0 0 0,0 0 0,1 0 0,-1 0 0,0 0 1,0-1-1,0 1 0,1 0 0,-1 0 0,22-28-194,-12 12 173,159-274 312,-26 38 174,-115 206-307,-5 9 34,33-42-1,-49 70-141,1 0 0,0 1 0,0 0 0,1 0 0,0 1 0,0 0 0,1 0-1,0 1 1,17-8 0,-21 13-18,1-1 1,-1 1-1,0-1 0,0 2 0,1-1 1,-1 1-1,1 0 0,-1 0 0,0 1 0,1-1 1,-1 2-1,0-1 0,0 1 0,0 0 1,0 0-1,0 0 0,0 1 0,0 0 1,-1 0-1,1 0 0,-1 1 0,7 6 0,3 3 47,0 2-1,0-1 0,-1 2 1,-1 0-1,18 30 0,7 18 132,54 126-1,10 79-876,-58-147-701,-7-11-1028,17 43-4908,-18-72-152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2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43 6273,'-34'-35'2050,"28"28"3875,337 18-56,158 34-5339,-326-29 17,85 9-319,919 83 251,-1-54-762,-1059-54 104,325-2 272,-300-5-1372,162-29-1,-294 35 1111,0 0-1,1-1 1,-1 1-1,0 0 1,0-1-1,0 1 1,0-1 0,0 1-1,0 0 1,0-1-1,-1 1 1,1 0-1,-1-3 1,0 1-105,-1 0 0,1 0 0,-1 0 0,0 0 0,0 0 0,0 1-1,0-1 1,-1 1 0,1-1 0,-1 1 0,1 0 0,-1 0 0,0 0 0,0 0 0,0 0 0,0 1 0,0-1 0,0 1 0,-4-1 0,-9-6-1839,-13-11-3910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2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784 0 8249,'0'0'6808,"0"5"-5166,1 3-1327,0 0 0,1-1 1,-1 1-1,1 0 0,1 0 1,-1-1-1,1 0 0,1 1 0,0-1 1,-1 0-1,7 8 0,13 15 510,29 32 1,-11-14-229,12 18 72,68 116 1,-101-146-573,-2 1-1,-1 0 1,-2 2 0,-2 0-1,12 55 1,-16-43-55,-2 1 1,-3-1 0,-2 1-1,-2-1 1,-2 1-1,-3 0 1,-1-1-1,-27 97 1,15-92-122,-2-1 1,-2-1 0,-3-1 0,-1-1-1,-3-2 1,-3 0 0,-63 76 0,41-66-464,-2-2 1,-2-3 0,-75 54 0,50-50-1325,-3-4 0,-95 46 0,36-27-3426,15 1-3075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4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32 7313,'0'0'1728,"1"-3"-131,3-5-2355,4-13 12317,-15 32-10681,-25 41-292,3 1 0,3 2 0,1 1 0,4 0 0,1 2 0,-16 87 0,27-91-434,3 1-1,2-1 1,3 1 0,2 0 0,2 0-1,3 0 1,2-1 0,19 66-1,-17-87-212,1 0-1,1 0 0,2-2 0,1 1 0,2-2 0,0 0 0,3-1 0,0-1 1,2 0-1,0-2 0,2-1 0,1-1 0,1-1 0,32 22 0,-38-32-119,0-1-1,1-1 0,1-1 0,0-1 1,0-1-1,1 0 0,0-2 0,0-1 1,0-1-1,1 0 0,0-2 0,31-1 1,-48-1 131,0-1 1,0 1 0,0-2 0,-1 1 0,1-1 0,0 0 0,-1 0 0,1 0 0,-1-1-1,0 0 1,0-1 0,0 1 0,0-1 0,-1 0 0,1 0 0,-1-1 0,0 0 0,7-8 0,-7 5 14,-1 1 1,0-1-1,0 0 1,0-1-1,-1 1 1,0 0-1,-1-1 1,0 1-1,-1-1 1,1 0-1,-2 0 1,1 0 0,-2-17-1,-6-33-94,-3 0 1,-33-110-1,14 63 100,26 93 26,-28-131-31,28 126 29,1-1 0,1 0-1,1 0 1,0 1 0,6-32 0,-4 41 2,0 1-1,1-1 1,1 1 0,-1 0 0,1 0 0,1 0 0,-1 1 0,1-1-1,1 1 1,-1 0 0,1 1 0,0-1 0,1 1 0,-1 1 0,1-1-1,1 1 1,-1 0 0,1 1 0,-1-1 0,13-3 0,6-3-2,0 2 0,1 1 1,0 1-1,1 1 0,31-2 1,23 1 22,0 3 1,1 4-1,-1 4 1,0 3-1,-1 4 1,0 3-1,0 4 1,-2 3 0,79 32-1,-119-37 14,0 1 0,-1 2-1,-1 1 1,-1 2 0,0 2 0,46 41-1,-69-53-13,-1 0-1,0 0 0,-1 1 0,-1 1 0,0 0 0,-1 0 0,-1 1 0,0 0 0,-1 1 0,0-1 0,-1 1 0,-1 1 0,-1-1 0,0 1 1,-1-1-1,-1 1 0,-1 0 0,0 31 0,-4-18 1,-1-1 0,-2 0 1,0 0-1,-12 31 0,-50 108 74,45-120-274,3 0 0,3 1 1,-21 89-1,37-131 69,-1 0 1,2 0 0,-1 0-1,1 0 1,0 0 0,0 0-1,1 0 1,0 0-1,0 0 1,1 0 0,0 0-1,0 0 1,0-1 0,1 1-1,0-1 1,1 0 0,-1 0-1,1 0 1,0 0 0,1 0-1,-1-1 1,1 0-1,0 0 1,0 0 0,1-1-1,0 1 1,-1-1 0,1-1-1,1 1 1,-1-1 0,0 0-1,1 0 1,0-1-1,-1 0 1,1 0 0,0-1-1,11 2 1,-1-2-139,0-1 1,0-1-1,0 0 0,-1-1 1,1-1-1,-1-1 0,1 0 1,-1-1-1,0 0 0,-1-2 1,1 0-1,-1 0 0,24-18 1,1-2-166,-2-3 0,-1-1 1,51-55-1,-36 27 489,-2-1-1,-3-3 0,-2-1 0,-4-2 1,-2-3-1,34-84 0,-71 149-30,0 0 0,-1 0 1,1 0-1,-1-1 0,0 1 0,0 0 0,-1-1 0,1 1 0,-1-1 0,0 1 0,0-1 0,0 1 0,-1 0 1,1-1-1,-1 1 0,0-1 0,-1 1 0,1 0 0,-1 0 0,1 0 0,-1 0 0,-5-7 0,5 11-19,0 0-1,-1 1 0,1-1 0,0 1 1,0-1-1,0 1 0,0 0 0,0 0 1,0 0-1,0 0 0,0 0 0,0 0 0,-2 2 1,1 0-5,0 0 0,0-1 0,0 1 0,0 0 0,1 0 0,0 0 0,-1 1-1,1-1 1,0 1 0,1-1 0,-1 1 0,1 0 0,-1-1 0,1 1 0,0 0 0,1 0 0,-1 0 0,0 0 0,1 0 0,0 0 0,0 0 0,1 5 0,0-6-13,1 1-1,-1 0 1,1-1-1,0 1 1,0-1-1,0 1 1,0-1-1,1 0 1,-1 0-1,1 0 1,0 0-1,0 0 1,0-1-1,0 1 1,0-1-1,1 0 1,-1 0-1,1 0 1,-1 0-1,1-1 1,0 0-1,0 1 1,5 0-1,7 2 10,1-1-1,0-1 1,0 0 0,0-1-1,0-1 1,0-1-1,0 0 1,0-1 0,0-1-1,32-10 1,-22 4 136,0-1 1,-1-1-1,0-2 0,-1 0 1,45-33-1,-13 6-53,2 3-1,1 2 0,2 3 1,1 2-1,76-24 0,-116 46-74,1 1 1,-1 2-1,1 0 0,0 1 0,45-1 0,-60 6 27,0-1 0,0 1 0,-1 0 0,1 1 0,-1 0 0,1 1 0,-1-1 0,1 2 0,-1-1 0,0 1 0,-1 0 0,1 1 0,-1 0 0,0 0 0,0 1 0,0-1 0,-1 1-1,1 1 1,5 7 0,-2 2 97,1 0 0,-2 1 0,-1 0 0,0 1 0,-1 0 0,0 0 0,7 37 0,11 139 603,-23-172-679,6 137 307,-7-86-1104,14 88 0,-14-156 431,1 6-83,0 0-1,1 0 1,5 15 0,-7-22-438,2 0-1,-1 0 1,0 0 0,1 0 0,-1 0-1,1-1 1,4 5 0,14 9-7054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5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0 188 10125,'22'9'718,"-1"0"0,1-1 0,0-2 0,1 0-1,-1-1 1,1-1 0,46 1 0,221-7 2788,-76 0-2258,1662-35 2034,-1855 36-3327,28 0-407,0-2 0,0-3 0,0-1 0,52-17 0,-60 8-1093,-40 16 1488,-1 0 0,1-1 0,-1 1 1,1 0-1,-1 0 0,0 0 0,1-1 0,-1 1 0,1 0 1,-1-1-1,1 1 0,-1 0 0,0-1 0,1 1 1,-1-1-1,0 1 0,1 0 0,-1-1 0,0 1 0,0-1 1,0 1-1,1-1 0,-1 1 0,0-1 0,0 1 0,0-1 1,0 1-1,0-1 0,0 1 0,0-1 0,0 1 1,0-1-1,0 1 0,0-1 0,0 1 0,0-1 0,0 1 1,0-1-1,-1 1 0,1-2 0,-18-15-1027,12 12 551,-11-9-865,0 1-1,-1 1 0,-1 1 1,-24-11-1,-26-6-4731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5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6 8065,'-11'-6'9193,"22"12"-6665,25 17-1212,130 129 3031,83 82-2184,-201-184-1887,-3 2-1,74 110 1,-104-138-245,-1 1-1,-1 1 1,-1 0 0,-1 1 0,-2 0 0,0 1 0,-2 0 0,-1 0 0,-2 0 0,0 1 0,-2 0 0,-1-1 0,-1 1 0,-2 0 0,-1 0 0,-1-1 0,-1 0-1,-2 0 1,-19 54 0,-2-21-429,-2-1-1,-3-2 0,-2-1 0,-3-2 0,-2-1 1,-93 95-1,-323 251-9368,375-334 6402,-60 46-6785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5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0 10273,'-2'2'205,"0"0"0,1 0 1,-1 1-1,0-1 0,1 0 0,0 1 0,-1-1 1,1 1-1,0 0 0,1-1 0,-1 1 0,0 0 1,1-1-1,-1 1 0,1 0 0,0 0 0,0-1 1,0 1-1,1 5 0,-3 24 834,-20 50 1206,-7 34-33,-28 385 1810,48-393-3591,-8 214-917,26 329 0,15-369-2657,13-98-5169,-11-103-603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6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664 310 8697,'-33'-128'2367,"31"122"-1970,1-1 1,0 1 0,0-1-1,0 1 1,1-1 0,0 0-1,1-11 1,1 2 454,-2 8-342,1 1 0,-1-1 0,2 1 0,-1-1 0,5-12-1,-5 18-400,0-1 0,1 1 0,-1-1 0,0 1 0,1 0 0,-1 0 0,1 0 0,0 0 0,0 0 0,0 0 0,0 0 0,0 1 0,0-1 0,0 1 0,0-1 0,1 1 0,-1 0 0,1 0 0,-1 0 0,4-1 0,6 0 72,-1 1-1,1 0 1,0 0-1,0 1 1,-1 0 0,1 2-1,0-1 1,-1 1-1,22 7 1,13 6 213,47 23 0,-59-23-244,57 28 72,-2 3 0,-2 4 0,-2 5 0,-3 2 1,-3 5-1,138 137 0,-112-87-203,-5 5 1,-6 5 0,145 245-1,-194-288-170,-3 2 0,-4 2-1,-4 1 1,44 161 0,-69-199 74,-1 0 1,-3 1-1,-1-1 1,-5 74 0,-2-85 22,-1 0 0,-2 0 0,-2-1 0,-1 0 0,-1-1-1,-28 60 1,16-53-46,-2 0 0,-1-2-1,-2 0 1,-2-2-1,-2-1 1,-1-1-1,-1-2 1,-1-2-1,-56 38 1,4-11-186,-2-5-1,-2-3 1,-114 44 0,39-31-230,-267 65-1,-179 0-1885,389-85-104,74-8-3613,98-18 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7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1 238 12157,'6'0'1868,"144"1"2314,-48 1-2873,340 1 778,304-3-951,-3-35-1090,-563 20-174,225-23-144,-3-27-488,-248 20-2105,-152 44 1916,-6-2-450,-23-15-3740,-25-6-3150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7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7625,'1'0'275,"-1"-1"1,0 1 0,0-1-1,1 1 1,-1-1 0,0 1-1,1-1 1,-1 1 0,1-1 0,-1 1-1,0-1 1,1 1 0,-1 0-1,1-1 1,-1 1 0,1 0-1,0-1 1,-1 1 0,1 0-1,-1 0 1,1-1 0,-1 1-1,1 0 1,0 0 0,-1 0-1,1 0 1,0 0 0,-1 0 0,1 0-1,-1 0 1,1 0 0,0 0-1,-1 0 1,1 0 0,-1 1-1,2-1 1,0 2-67,0-1 0,0 1 0,-1 0-1,1 0 1,-1-1 0,1 1 0,-1 0 0,1 0 0,-1 1 0,1 2-1,22 61-100,-2 13 327,-4 0-1,15 146 1,-28-184-342,-4-37 50,-4-25-104,0-5-204,1 0 0,2 1 0,5-44 0,-3 32-451,-1 26-241,0 0-1,1 0 0,0 1 1,1-1-1,0 1 1,5-11-1,-8 20 515,1-1 0,0 1 0,-1-1 0,1 1 0,0 0-1,0-1 1,0 1 0,0 0 0,0 0 0,0 0 0,0 0 0,0 0 0,2-2 0,-3 3 301,14-9-6659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7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704 154 6273,'0'-2'66,"-1"-7"433,1 1 0,-1-1-1,1 0 1,1 1 0,0-1 0,0 1-1,0-1 1,1 1 0,4-12-1,-3 16-16,-1-1 0,0 0 0,-1 1 0,1-1 0,-1 0 0,0 0 0,0 0 0,-1 0 0,1-7 0,-6 14 335,-3 0-674,-1 1 0,1 1 0,-1 0 0,1 0 0,0 1 0,1 0 0,-1 0 1,1 0-1,0 1 0,0 0 0,-11 15 0,-8 10 107,-30 50-1,34-48-51,-258 412-761,110-135-7469,106-187 234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8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1 11401,'-7'15'1528,"0"6"-264,1 0-488,-1 0 88,0 0-95,-6 24-189,0-2-132,-11 5-480,-3 6-848,-6 6-733,-14 1-2763,-3 2-3369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8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10017,'154'105'1804,"-77"-62"-140,3-1-128,14 0-135,0 0-273,10 3-184,10 1-240,13 11-132,7 9-116,3 1-232,0 2-512,-3-3-268,0 0-468,-6-2-392,6-10-189,0-3-255,-4-9-2100,-2-2-2797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8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3612,'44'99'880,"-28"-68"-124,11-7-303,0-3-109,0-3-64,6-3-128,1-6-264,9 3-360,4-9-1281,10 3 597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48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24 988,'-90'-24'-340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0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33 684 9193,'-4'-19'1656,"3"17"-1393,0-1-1,0 0 1,1 1 0,-1-1-1,1 0 1,0 0 0,-1 1-1,1-1 1,0 0 0,1 0-1,-1 0 1,0 1 0,1-1-1,0 0 1,0 0 0,0 1-1,0-1 1,2-4 3321,9 45-3007,-11-20-476,-1-1 1,-1 1-1,0 0 1,-2 0-1,0-1 1,-7 21-1,-5 36 362,2 33 1980,20-173-2330,2 1-1,3 1 1,4 0-1,1 0 1,30-66 0,-6 39 51,5 2 1,67-100 0,-92 161 148,0 2-1,1 0 1,31-26-1,-51 51-264,-1-1 0,1 0 0,-1 1 0,1 0-1,0-1 1,0 1 0,-1 0 0,1 0 0,0 0-1,0 0 1,0 0 0,0 1 0,0-1 0,1 1 0,-1-1-1,0 1 1,0 0 0,0-1 0,0 1 0,1 0-1,-1 1 1,0-1 0,0 0 0,0 1 0,0-1-1,0 1 1,0-1 0,0 1 0,0 0 0,0 0 0,0 0-1,0 0 1,2 2 0,1 1 55,-1 0 1,0 1-1,0-1 0,-1 1 1,0 0-1,1 0 0,-1 0 1,-1 0-1,1 0 0,-1 0 1,3 10-1,2 16 290,0 0 1,-2 0-1,-2 1 1,0 61-1,-5 308 1665,-31 312-1953,9-275-108,12-235-465,-1 6-2208,12-6-3744,7-140-3574,-3-33-231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0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0 467 11293,'4'-4'769,"0"-1"0,0 1-1,1 1 1,-1-1 0,1 1 0,0-1-1,8-3 1,-5 3-194,2 1 0,-1-1-1,18-3 1,3 2-605,61 0 0,-46 3 749,434-19-420,287-23-2508,-738 42 2097,0-2 1,0 0-1,-1-2 1,1-1-1,42-17 1,-98 10 162,22 14-50,-1 0 1,1 1-1,0 0 0,0 0 1,0 1-1,-10 4 0,1-1 1,-5 1 5,0 2 1,0 0-1,1 1 0,1 1 1,0 1-1,0 0 1,1 2-1,0 0 1,1 1-1,1 0 0,0 1 1,-22 30-1,33-40-23,1-1 0,-1 1 0,1 0 0,1 0 0,-1 0 0,1 1 0,0-1 1,0 0-1,0 1 0,1 0 0,0-1 0,0 1 0,0 0 0,1 0 0,-1-1 0,2 1 0,0 11 0,1-13-3,-1 0 1,0 0-1,1-1 0,0 1 1,0 0-1,0-1 1,1 1-1,-1-1 1,1 0-1,-1 0 1,1 0-1,0 0 0,0-1 1,0 1-1,1-1 1,-1 1-1,1-1 1,-1 0-1,1-1 0,0 1 1,0-1-1,0 1 1,-1-1-1,1 0 1,0-1-1,5 1 1,13 2-33,1-1 0,-1-1 1,1-1-1,-1-1 1,1-2-1,-1 0 1,0-1-1,0-1 1,29-11-1,-23 6 101,0-1 0,-1-2 0,-1-1 0,0-1 1,-1-1-1,38-32 0,-47 33-30,-1 0 1,0-1 0,-1-1-1,-1-1 1,21-35 0,38-102 14,-17 33-145,-52 116 96,0 0-1,0 0 0,1 1 1,0-1-1,0 1 0,0 0 1,1 0-1,0 0 0,0 1 1,0 0-1,0 0 0,7-4 1,-8 6-2,1 0 0,0 0 0,0 0 1,0 1-1,0 0 0,0 0 0,1 0 1,-1 1-1,0-1 0,0 1 0,0 1 0,1-1 1,-1 1-1,0 0 0,0 0 0,8 2 1,158 67 202,-168-69-286,0-1-1,-1 0 1,1 0 0,-1 0-1,1 0 1,-1-1-1,1 1 1,-1-1 0,1 1-1,-1-1 1,1 0 0,-1 0-1,0 0 1,1 0 0,-1 0-1,0-1 1,0 1 0,0-1-1,0 1 1,0-1 0,0 0-1,3-3 1,-3 3-349,0 0 1,-1 1-1,1-1 0,1 1 1,-1 0-1,0 0 0,0-1 1,0 1-1,1 1 0,-1-1 1,3 0-1,-3 0 11,18-5-5300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1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95 160 10121,'83'-74'2174,"-77"69"-1422,0 0 0,-1-1 0,0 0 0,0 0-1,0 0 1,-1 0 0,0-1 0,0 1 0,-1-1 0,5-13 0,-6 14 3572,-3 11-3420,-13 58 331,-18 66-279,31-127-944,-35 108-681,-30 153 1,29-68-2853,17-95-267,2 0-3875,9-54-1041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1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0 435 8441,'60'-64'1852,"-30"34"-412,14 0-164,13 3-292,7-6-144,16 6-160,14 3-176,16-10-440,11 4-588,6-3-620,4-3-848,9-3-1636,4 12-2181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1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1414 109 7753,'-1'-24'1756,"1"23"-1576,0-1 0,0 1 0,1-1 1,-1 0-1,0 1 0,-1-1 0,1 1 1,0-1-1,0 1 0,-1-1 1,1 1-1,-1-1 0,1 1 0,-1-1 1,0 1-1,1 0 0,-1-1 0,0 1 1,0 0-1,0 0 0,0 0 0,0-1 1,0 1-1,-2-1 0,-12-11 1052,12 10-687,0 0 0,-1-1 1,0 1-1,1 0 0,-1 1 0,-1-1 1,1 1-1,0 0 0,0 0 0,-10-3 1,5 4-208,0 0 0,0 0 0,-1 1 0,1 0 0,0 1 0,0 0 1,-1 0-1,1 1 0,0 0 0,0 1 0,1 0 0,-1 0 0,1 1 1,-1 0-1,1 0 0,0 1 0,0 0 0,1 1 0,0-1 0,0 1 1,0 1-1,-8 10 0,-1 1-55,2 1 0,1 0-1,0 1 1,1 0 0,1 1 0,1 1 0,-14 42 0,13-22-135,2 0 0,1 1-1,2 0 1,2 1 0,2-1 0,2 1 0,2-1 0,8 46-1,6 3-96,5 0-1,53 148 1,-57-195-141,-3 1 0,-1 0 0,-2 1 0,5 54 0,-15-83 17,0-1 0,-2 0 1,0 0-1,0 1 0,-2-1 0,0 0 1,-1-1-1,0 1 0,-2-1 1,0 1-1,-1-2 0,0 1 1,-1-1-1,-1 0 0,-12 15 1,-2-2-180,-1-2 1,-1-1 0,-1 0 0,-1-2 0,-1-1 0,-1-2 0,-1-1 0,-1-1 0,0-1 0,-2-2 0,-34 12 0,13-9-699,0-3 0,-1-2 0,0-3 0,-1-2 0,0-2 0,-71-2 0,5-14-2899,46-4-1464,14 1-4032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2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1 339 6357,'16'-37'1751,"1"2"0,1 0 0,2 0 0,35-42 0,-48 66-918,1 1 0,-2-1 0,1-1 0,-2 1 0,6-13 0,-2 3 762,1 3-57,-10 17-1467,0 1-1,1 0 1,-1 0 0,0 0 0,1 0 0,-1-1-1,0 1 1,1 0 0,-1 0 0,1 0 0,-1 0-1,0 0 1,1 0 0,-1 0 0,1 0 0,-1 0 0,0 0-1,1 0 1,-1 0 0,0 1 0,1-1 0,-1 0-1,0 0 1,1 0 0,-1 0 0,0 1 0,1-1-1,-1 0 1,0 0 0,1 1 0,-1-1 0,0 0-1,0 0 1,1 1 0,10 9 588,-9-6-463,1 0 0,0 0 0,-1 0 0,0 0-1,0 0 1,0 0 0,0 1 0,-1-1 0,0 1 0,0-1-1,0 1 1,1 7 0,-3 64 1498,-1-51-1170,-77 651 963,62-564-1351,7-50-257,-5 32-985,-3 104 0,18-176 229,0 77-4451,6-35-5326,1-27 63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2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0 170 14225,'94'-52'2289,"-40"31"115,6 6-416,4 0-380,19 3-324,28 3-320,33 3-748,23 6-580,14 0-524,3-6-756,7 0-672,-16-3-1068,-8 3-1425,1-6-3780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2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1 478 11021,'14'-29'693,"-10"22"-453,-1 0 1,1 0 0,0 0 0,0 0 0,0 1 0,1-1 0,0 1 0,1 1 0,-1-1 0,1 1 0,0 0 0,7-5 0,24-11 799,0 2 1,1 1-1,1 2 1,46-13-1,170-34 428,-239 60-1390,1006-174 796,-898 166-2502,0 4 0,129 12 0,-228-4 468,-1 2-1,42 10 0,-65-13 1069,-1 0-1,1 0 1,0 0 0,-1 0-1,1 0 1,0 0 0,-1 0 0,1 0-1,-1 1 1,1-1 0,-1 0-1,1 0 1,0 1 0,-1-1 0,1 0-1,-1 1 1,1-1 0,-1 1-1,1-1 1,-1 1 0,0-1-1,1 1 1,-1-1 0,0 1 0,1-1-1,-1 1 1,0-1 0,1 2-1,-14 12-3128,12-14 3150,-34 28-5078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2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339 9 7409,'2'1'203,"-1"-1"0,0 0 0,0 0 1,1 0-1,-1 0 0,0 0 0,0 0 0,0 0 1,1 0-1,-1-1 0,0 1 0,0 0 0,0-1 1,0 1-1,1-1 0,-1 1 0,0-1 0,0 0 1,7-4 6414,-9 19-4829,0 0-1,-7 25 1,3-12-766,-26 119 2761,-58 165 0,35-135-2928,22-66-760,-56 223-2923,66-226 642,-11 60-3701,30-138 1845,0 54-1,11 4-6790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3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0 169 7237,'0'0'9351,"0"-3"-7973,3-32 855,-2 31-1143,-2 1 52,1 0-993,-1 0 1,1 0-1,0 0 0,-1 0 0,2 0 0,-1 0 0,0 1 0,0-1 0,1 0 0,0 0 1,-1 0-1,1 0 0,0 1 0,0-1 0,1 0 0,-1 1 0,0-1 0,1 1 0,0-1 1,-1 1-1,1 0 0,0 0 0,0 0 0,1 0 0,-1 0 0,0 0 0,1 1 0,-1-1 1,1 1-1,2-2 0,12-4 17,0 0 0,1 1 0,-1 1 0,1 1 0,0 1 0,0 0 0,1 1 0,21 1 0,-6-1-25,349-5 551,3 28-1823,-66-2-3101,-286-16 3238,-23-2 126,0 0 0,-1-1-1,18-1 1,-26 1 398,0-1-1,-1 1 1,1-1-1,0 0 1,-1 1-1,1-1 1,-1 0 0,1 0-1,-1 0 1,1 0-1,-1 0 1,0 0-1,1 0 1,-1 0-1,0-1 1,0 1-1,2-2 1,-15-4-7629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3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356 146 9729,'30'-85'5716,"-21"46"-489,-8 17 1401,2 57-5939,-2-1 0,-2 1 1,-1 0-1,-8 41 0,-39 144 323,19-96-818,-1 3-3118,-69 177 0,-17-29-8721,58-155 170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5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10 534 5965,'14'-26'499,"-4"6"150,1 1 0,1 0 0,0 1-1,2 0 1,27-28 0,-7 10 2122,38-52-1,0-1 734,56-63 4399,-126 149-7426,-2 6-44,-4 9-305,0-1 0,0 0 1,-1 0-1,-1 0 1,0-1-1,0 0 1,-13 16-1,-8 13 69,-2 7-90,3 0-1,2 2 0,1 1 0,3 0 0,-17 66 1,30-86-85,1 1 0,1 0 1,2 0-1,1 0 1,1 0-1,1 1 1,2-1-1,1 0 1,2 0-1,14 53 0,-3-40-12,1-1 0,2 0-1,2-1 1,35 50 0,119 144 17,-84-118-56,-65-83 4,35 47-88,54 95 0,-100-150 86,-2 0 1,0 0 0,-2 1-1,-1 1 1,-2 0 0,0 0-1,-2 1 1,4 41-1,-9-55 19,-1 0 0,-1 0-1,0 0 1,-1 0 0,-1 0-1,0 0 1,-1-1 0,-1 1 0,-12 26-1,7-23-52,0-1 0,-1-1-1,0 0 1,-2 0-1,1-1 1,-30 25 0,13-17-315,0-2 0,-1 0 0,-2-3 0,0 0 0,0-2-1,-2-1 1,-66 18 0,76-26-203,0-1-1,-1-2 0,0 0 0,0-2 0,-44-1 1,52-2-281,1-2 0,0 1 0,-29-10 0,32 7-556,0 0 0,0-1 0,0 0-1,-21-15 1,-20-18-7961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5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1 149 13469,'22'-18'660,"1"1"0,0 1 0,1 2-1,1 0 1,1 2 0,0 0 0,0 2 0,1 1-1,41-8 1,-27 12-647,0 2-1,0 2 1,0 1-1,0 3 1,0 1-1,58 13 1,-42-3-942,-1 3 0,-1 1-1,105 53 1,-134-58 388,-2 2 0,1 0 0,-2 2 0,28 24 0,-38-28 64,-1 0 0,1 1 0,-2 0 1,0 1-1,-1 0 0,-1 1 1,15 31-1,5 31-2530,-4 1-921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5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0 6101,'-51'109'380,"35"-70"-68,-1-6-124,-3-3-360,13-17-896,-13 5-645,7 0 669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6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72 11397,'0'0'2110,"-2"-3"-188,-10-24 2818,13 30-3975,2 5-552,-1 0-1,0 1 1,-1 0 0,0-1-1,0 1 1,0 0 0,-2-1-1,0 10 1,2 22 74,0-7 29,-2 0-1,-6 47 1,-25 82-169,4-16-1029,28-144 846,0 0 0,0-1 1,0 1-1,0-1 0,1 1 0,-1-1 1,1 0-1,-1 1 0,1-1 0,-1 1 1,1-1-1,0 0 0,-1 1 0,1-1 1,0 0-1,0 0 0,0 0 0,0 1 1,0-1-1,1 0 0,-1-1 0,2 3 1,2-6-15,0 1-1,-1-1 1,1 0 0,-1 0 0,0 0-1,0-1 1,5-4 0,0-1-28,20-19-146,-1-2 1,-1-1-1,29-44 0,19-22-145,-29 42 220,107-114-153,-136 153 275,1 0 0,1 1 0,0 1 0,1 1 0,1 1 0,0 0 0,30-10 1,-41 18 20,0 1 0,1 1 0,-1 0 0,1 1 0,-1 0 0,1 0 1,0 1-1,0 1 0,-1-1 0,1 2 0,-1 0 0,1 0 0,-1 1 1,0 0-1,13 5 0,-10-2 2,-1 1 0,1 0 0,-1 0 0,-1 1 0,1 1 0,-1 0 0,-1 0 0,0 1 0,0 1 0,15 21 0,-18-23-7,1 0 1,0 0-1,15 12 1,1 3 216,-23-24-195,0 1 0,1-1 0,-1 1 0,0-1 0,0 0 1,0 1-1,0-1 0,0 0 0,0 0 0,0 0 0,1 0 1,-1 0-1,0 0 0,0 0 0,0-1 0,0 1 0,0 0 1,2-1-1,1 0 37,7-1 123,0 0 1,0 0 0,0-1 0,-1-1-1,1 1 1,-1-2 0,0 0 0,16-10 0,-12 7 45,0 1 1,1 0 0,27-9 0,-27 13-174,1 0-1,0 1 1,0 1 0,0 1-1,0 0 1,0 1-1,0 0 1,19 5 0,132 40-68,-99-25-209,32 6-1436,2-4 0,1-5 1,1-5-1,152 1 0,-190-15 1057,-1-3 1,65-12-1,-92 9 926,0-2 0,-1-2 0,0-1 0,60-29 0,-42 15 942,-14 6 1079,-1-1 0,47-33 1,-88 79 43,-23 77-433,1-13-1119,2 5-314,-10 64-1011,23-104-555,2-12-774,-2 47-1,8-74-552,1-1 1,0 1-1,6 27 0,5-2-8183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6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2 306 13009,'0'-5'214,"-1"-1"1,1 0-1,0 1 0,0-1 0,0 0 0,1 1 1,0-1-1,0 1 0,1-1 0,2-6 0,2 0 398,0 1-1,1 1 0,13-17 0,-17 23-450,6-9 178,1 1 0,0 1 0,1-1 0,0 2 0,1 0 1,0 0-1,1 1 0,-1 0 0,2 1 0,-1 1 0,20-8 0,-4 5-141,0 0-1,1 2 1,0 2 0,1 0-1,0 2 1,-1 2 0,38 1-1,-16 3-35,0 2 1,-1 3-1,75 19 0,-97-19-193,0 3 0,0 0 0,-1 2 0,0 0 0,-1 2 0,-1 2 0,-1 0 0,32 26 0,-43-30-18,-1 0 0,-1 1-1,0 0 1,-1 0 0,0 2 0,-1-1 0,-1 1 0,0 1-1,-1 0 1,0 0 0,-2 0 0,0 1 0,-1 0-1,0 0 1,2 27 0,-5-22-23,-1 1 0,-1 0 0,-1 0 0,-1 0 0,-1 0 0,-1-1 0,-1 1 0,-1-1 0,-11 26 0,-10 12-162,-63 105 0,57-109 113,31-52 114,-1-1-1,1 1 1,0 0-1,1 0 1,-1 0-1,1 0 1,0 0-1,0 1 1,0-1-1,0 0 1,1 0-1,0 1 1,-1-1-1,2 0 0,-1 1 1,0-1-1,1 0 1,0 0-1,0 0 1,0 1-1,1-1 1,-1 0-1,1 0 1,0 0-1,0-1 1,0 1-1,1 0 1,-1-1-1,5 4 1,6 7-64,2-2 1,-1 0 0,2 0 0,-1-2-1,25 13 1,9 7-575,-46-28 627,-1 1-1,0-1 1,0 0-1,0 1 0,0-1 1,0 1-1,0-1 1,-1 1-1,1 0 1,-1 0-1,0 0 0,0 0 1,0 0-1,0 0 1,0 0-1,-1 0 1,0 0-1,1 0 0,-1 1 1,0-1-1,0 0 1,-1 0-1,1 0 1,-1 0-1,0 0 0,1 0 1,-1 0-1,-1 0 1,1 0-1,0 0 1,-1 0-1,1 0 0,-1-1 1,0 1-1,0-1 1,0 1-1,0-1 1,0 0-1,-3 2 0,-16 14-56,0-1-1,-1-2 0,-1 0 0,0-1 0,-44 18 0,-135 42 7,124-48 19,-47 16-24,121-41-133,9 0-90,11 1 133,0 0 0,0 0 0,1-2 0,-1 0 0,32-4 0,84-22-424,-70 12 388,80-17-44,188-30 843,-317 59-458,0 1 1,-1 1-1,1 0 0,0 1 1,23 4-1,-28-3-8,1 1 0,-1 0 0,-1 0 0,1 1-1,0 0 1,-1 0 0,0 1 0,0-1 0,12 12 0,22 24 695,-29-27-609,1 0 0,1-1 0,0 0 0,30 18 0,-20-18-119,1-1-1,0-1 1,0-1-1,1-2 1,0 0-1,1-1 1,-1-2-1,32 1 1,-34-4-6,0-1 1,0-1-1,0-1 1,0-1 0,0-1-1,-1-2 1,0 0-1,0-1 1,29-14-1,-10 4-27,-33 14-94,0-1-1,0 0 1,0-1 0,0 1 0,11-10 0,-17 11-87,0 1-1,0-1 0,-1 0 0,1-1 1,-1 1-1,0 0 0,0-1 0,0 1 1,0-1-1,-1 1 0,1-1 1,-1 0-1,0 0 0,0 0 0,0 0 1,-1 0-1,1-6 0,0-15-198,1 0 0,1-1 0,2 1-1,11-39 1,-14 59 351,-1 0 1,1-1-1,1 1 1,-1 0-1,1 0 1,0 0-1,0 1 1,0-1-1,1 1 0,-1 0 1,1 0-1,0 0 1,0 0-1,1 1 1,-1-1-1,1 1 1,0 0-1,-1 1 0,1-1 1,1 1-1,-1 0 1,0 0-1,0 0 1,1 1-1,-1 0 1,1 0-1,-1 1 0,7-1 1,-3 1 33,0 1 0,-1 0 1,1 0-1,0 1 0,-1 0 0,1 0 1,-1 1-1,1 0 0,-1 1 1,0-1-1,-1 2 0,1-1 0,-1 1 1,11 8-1,-14-9-40,0 0 1,0 0 0,-1 1 0,1-1-1,-1 1 1,0-1 0,0 1-1,-1 0 1,1 0 0,-1 1-1,0-1 1,0 0 0,-1 1-1,0-1 1,0 1 0,0-1-1,0 1 1,-1 0 0,0-1-1,0 1 1,-1 0 0,1-1-1,-1 1 1,-2 5 0,-1 2 25,-1 0 1,0-1-1,-1 1 1,0-1-1,-1 0 1,-16 20-1,-60 64-2376,35-43-6038,35-41-916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6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10537,'7'24'3736,"13"-36"-3036,0 0-396,7 15-488,26 3-504,-6 3-232,3 3-600,4-6-1988,9 9-1965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7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684 0 10373,'0'0'2321,"-6"0"-250,-1 1-1653,0-1 1,-1 1 0,1 1 0,0-1 0,0 1-1,0 0 1,0 1 0,0 0 0,1 0 0,-1 0-1,1 1 1,0 0 0,0 0 0,0 0 0,1 1-1,-1 0 1,1 0 0,0 0 0,0 1 0,1 0-1,-7 10 1,-25 42 1700,3 1 0,-35 84-1,-38 137 15,54-138-1903,26-72-528,-105 250-6433,124-308 6213,-29 69-5151,-5 56-10828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7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29 168 15677,'-3'-1'230,"1"-1"0,-1 1-1,1 0 1,-1-1 0,1 0-1,-1 0 1,1 1 0,-4-5-1,6 5-154,0 1-1,-1-1 0,1 1 0,0-1 0,0 1 0,-1-1 1,1 1-1,0-1 0,0 0 0,0 1 0,0-1 0,0 1 1,-1-1-1,1 1 0,0-1 0,0 0 0,1 1 0,-1-1 0,0 1 1,0-1-1,0 1 0,0-1 0,0 0 0,1 1 0,-1-1 1,0 1-1,0-1 0,1 0 0,4-3 275,0-1-1,0 1 1,0 1-1,0-1 1,1 1-1,-1-1 1,11-3-1,10-4 380,0 0 0,1 2 0,0 0 0,49-7-1,123-7 809,-176 21-1399,559-16 1513,10 37-884,-414-11-620,567 23-18,1086 35-4385,-1799-65 4032,279-3-3589,-274-2 1526,-2-2 1,45-12-1,-59 12-285,15 0-7396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7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4 9673,'-47'-4'2251,"45"4"-2072,1 1 0,-1-1 0,0 0 1,1 1-1,-1-1 0,1 1 0,-1 0 1,0-1-1,1 1 0,-1 0 0,1 0 1,0 0-1,-1 0 0,1 0 0,0 0 1,0 0-1,-1 1 0,1-1 0,0 0 1,0 1-1,0-1 0,1 1 0,-1-1 1,0 1-1,0-1 0,1 1 0,-1 0 1,0 1-1,0 2 161,0 0 0,0 0 1,0 0-1,1-1 0,-1 1 0,1 0 0,0 0 1,2 7-1,1 1 118,2-1 1,-1 1 0,2-1-1,0 0 1,0 0-1,1-1 1,10 13-1,-2-2 70,213 299 3885,-67-99-2690,-49-63-719,272 409 243,-330-480-1247,-5 1 0,54 133 0,-89-184 0,-1 0 0,-2 0 0,-1 1 0,-2 0 0,-2 0 0,-2 1 0,-1 0 0,-2 0 0,-6 47 0,2-64 4,-2 0 0,-1-1-1,-1 0 1,-1 0 0,0 0 0,-2-1 0,-1 0 0,0-1-1,-1-1 1,-2 1 0,0-2 0,0 0 0,-2-1 0,0 0-1,-24 18 1,-3-2-233,-1-2 0,-2-2 0,-1-1 0,-1-3 0,-73 27 0,49-25-1226,-2-4 1,-142 26-1,32-25-2684,-2-9-3373,25-5-4943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7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16926,'0'0'5644,"30"0"-7052,20 3-740,-3-6-3521,0 3-4692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8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2148 346 13477,'1'-15'399,"-1"6"-63,1 1 0,-1-1 0,2 1 0,-1 0 0,1-1 0,0 1 0,1 0 0,0 0 0,6-11 0,-7 15 59,0-1 1,0 1 0,-1 0 0,0-1 0,0 1-1,0-1 1,0 1 0,-1-1 0,1 1-1,-1-1 1,-1-8 0,3-28 2261,-1 36-2336,0-1-1,0 0 0,0 0 1,-1 0-1,0 0 1,0 1-1,0-1 1,-1 0-1,0 0 0,0 0 1,-3-8-1,3 11-229,-1 0 1,0-1-1,1 1 0,-1 0 1,0 0-1,0 1 0,-1-1 1,1 0-1,0 1 0,-1-1 1,0 1-1,1 0 0,-1 0 1,0 0-1,0 0 0,0 0 0,-1 1 1,1-1-1,-7-1 0,2 1 20,0 1 0,-1 0 0,1 0-1,-1 1 1,1 0 0,-1 0-1,1 1 1,-14 2 0,-5 4 185,-34 12 0,21-4-147,1 3 0,1 0 0,1 3-1,1 1 1,-54 43 0,31-15-158,2 2-1,-62 74 1,81-81 9,1 2 0,3 2 0,2 2 0,-32 66 0,45-76 0,2 1 0,2 1 0,2 1 0,1 0 0,3 1 0,-5 54 0,10-32 0,3-1 0,4 1 0,2-1 0,26 122 0,2-53 0,67 167 0,-98-295 0,77 223 0,-68-188 0,-1 0 0,-2 1 0,4 68 0,-12-94 0,0 0 0,-1 1 0,-1-2 0,-1 1 0,0 0 0,-1 0 0,-1-1 0,-1 0 0,0 0 0,-1 0 0,0-1 0,-1 0 0,-1 0 0,-1-1 0,0 0 0,-1-1 0,0 0 0,-1-1 0,0 0 0,-1-1 0,-23 16 0,-3-2-10,0-3 0,-1 0 0,-2-3 1,0-2-1,-86 24 0,-229 28-1811,350-68 1713,-259 32-2759,228-31 1245,0-1-1,0-2 1,-1-2 0,-67-13-1,105 16 1224,-1 0-1,1 0 0,-1-1 0,1 1 0,-1 0 1,1-1-1,-1 1 0,1-1 0,-1 0 0,1 1 0,0-1 1,-1 0-1,1 0 0,0 0 0,-2-1 0,3 1-294,0 0-1,1-1 0,-1 1 1,0 0-1,0 0 1,1 0-1,-1 0 0,0-1 1,1 1-1,-1 0 1,1 0-1,0 0 0,-1 0 1,3-2-1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8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0 11797,'13'84'2048,"7"-23"-184,-13 2-175,-21 3 3,8 13 20,-8 14-288,-2 7-220,-1 8-232,-3 4-188,6-1-432,8-2-736,-4-4-500,0 1-728,0-16-732,-11-2-848,5-7-1869,6-9-4016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8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1 127 13817,'127'-48'1960,"-90"21"-275,6 12-309,4 3-308,7 0-196,6 3-184,4 9-228,6 0-292,-3-4-512,-7 8-572,1-1-764,-11 6-432,-3-3-2925,-7 3-3984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8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34 173 6865,'-33'21'11989,"34"-24"-11130,3-3-689,0-1 0,0 1 0,1 0 0,0 0 0,0 0 0,0 1 0,1-1 0,0 1 0,0 1 0,0-1 0,9-4 0,15-7 115,37-16-1,-64 31-259,33-14-44,0 3 1,1 1 0,0 1-1,1 2 1,0 2 0,0 1-1,0 3 1,0 0-1,1 3 1,57 7 0,-92-7-51,0 0 1,0 0-1,0 0 1,0 1-1,0-1 1,0 1-1,-1 0 1,7 4-1,0 0-234,-10-6 294,0 0 1,0 1-1,0-1 1,1 0 0,-1 0-1,0 0 1,0 0-1,0 0 1,0 0 0,0 0-1,0 0 1,0 0 0,0 0-1,1 0 1,-1 0-1,0 1 1,0-1 0,0 0-1,0 0 1,0 0-1,0 0 1,0 0 0,0 0-1,0 1 1,0-1-1,0 0 1,0 0 0,0 0-1,0 0 1,0 0 0,0 0-1,0 1 1,0-1-1,0 0 1,0 0 0,0 0-1,0 0 1,0 0-1,0 0 1,0 1 0,0-1-1,0 0 1,0 0-1,0 0 1,0 0 0,0 0-1,0 0 1,0 1-1,-1-1 1,1 0 0,0 0-1,0 0 1,-5 11-448,-1 1 1,-1-2-1,1 1 0,-2-1 1,0 0-1,0 0 1,-14 12-1,20-20 103,25 4-59,-15-5 400,0-1-1,0 0 1,0 0-1,0-1 0,0 0 1,0-1-1,0 1 1,-1-2-1,13-4 1,1 1 8,99-36 94,5-1-12,-109 39-357,0 0 1,1 1-1,0 1 0,-1 1 1,30 1-1,-28 2-327,-1 2-1,0 0 1,20 8-1,10 2-1111,7 1-1466,5 2-1241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8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212 214 8869,'-24'-60'1472,"4"33"88,14 15-280,-11-9-76,0 0-156,0 6-208,-3 0-171,7 3-177,-1-1-200,1 4-532,3 0-564,-10 9-2881,0 3-95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02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1 634 2976,'41'-23'551,"11"-5"576,51-38 0,-20 1-690,-38 29-151,1 1 0,64-35-1,-63 45-167,1 3 0,1 2-1,0 2 1,78-18-1,101-7 64,318-18-1,236 33-105,-585 24-34,4406-7 1185,-3794 29-943,1146 5 22,-1927-23-286,646-36-25,-634 29-74,66-20 0,-102 26-97,-7-1-464,1 1 595,1 0-13,-1 0 1,1 0-1,-1 0 0,1 0 0,-1 0 0,1 1 0,-1-1 0,1 0 0,-1 1 0,0-1 0,1 1 0,-1 0 1,0-1-1,1 1 0,-1 0 0,0 0 0,1 0 0,-1 0 0,0 1 0,1-1 0,-1 0 0,0 1 0,1-1 0,-1 1 1,1-1-1,-1 1 0,0 0 0,1 0 0,-3 1 0,4-1 17,-1 0 0,1 0 1,0 0-1,0 1 0,-1-1 0,1 0 1,0 0-1,0 0 0,0 0 1,0 0-1,0 0 0,1 0 0,-1 1 1,0-1-1,0 0 0,1 0 0,0 1 1,-1 0-65,1 1 24,-1-1 0,1 1 0,0 0 0,0 0 0,0-1 0,0 1 0,1-1 0,-1 1 0,1-1 0,0 0 0,-1 1 0,1-1 0,0 0 0,0 0 0,0 0 0,3 1 0,2 2-225,0-1 0,1 0 0,-1 0 1,13 4-1,25 9-100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02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 4300,'14'-7'221,"0"0"-1,1 1 0,0 0 0,-1 1 0,2 1 1,-1 1-1,0 0 0,1 1 0,0 1 0,-1 0 0,27 2 1,490 35 1291,427 85-753,-705-85-659,1072 150-14,471 64-610,2-25-3683,-1338-173 2522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02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1252,'566'96'-428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9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70 16145,'-7'-9'1101,"-6"-6"6534,29 9-3442,-7 5-3417,27-9 276,0 2 0,68-5 0,79 6-1518,-129 6 693,925 11-506,4 32 1439,-341-12-3750,-3-9-5489,-504-18 583,-26 0-5003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0:59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469 0 15473,'-114'214'3849,"77"-138"-505,4-10-212,3 0-371,-7-9-209,7-2-896,-7-1-1656,7 9 0,-7 10 0,3-4 0,4 0 0,10 1 0,20-10 0,10-9-1072,14-18-1592,16 13-5857,20 2-9005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00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1 371 17054,'9'4'389,"-1"0"0,1 0 1,1-1-1,-1 0 0,0 0 1,1-1-1,-1-1 0,1 1 1,0-2-1,-1 1 0,1-1 1,0-1-1,10-1 1,-4 1-136,122-11 1927,184-41 0,-317 52-2158,16-3 45,58-11 326,93-31 1,-151 39-349,0-1 1,0-1-1,-1 0 1,0-2-1,-1 0 1,0-1-1,-1-2 1,-1 1-1,22-23 1,-35 32-38,0 0 0,0 0-1,-1-1 1,1 0 0,-1 0 0,3-5 0,-6 8-5,1 0-1,0 0 1,-1-1 0,0 1 0,1 0 0,-1 0 0,0 0-1,0 0 1,0-1 0,-1 1 0,1 0 0,0 0-1,-1 0 1,1 0 0,-1 0 0,0 0 0,0 0 0,0 0-1,0 0 1,-1-2 0,-1 0-2,0 0-1,0 0 1,0 1 0,0-1-1,-1 1 1,0 0-1,1 0 1,-1 0 0,0 1-1,-1-1 1,1 1 0,0 0-1,-1 0 1,1 0 0,-1 1-1,1 0 1,-1-1 0,0 2-1,0-1 1,0 0 0,-7 1-1,-10 1 1,0 0-1,0 1 1,-33 8 0,12 0 10,2 1 0,-1 3 0,2 1 0,0 2 0,0 1 0,2 3 0,1 1 0,0 2 1,2 1-1,1 1 0,0 3 0,-56 62 0,80-79 0,0 1 1,1 0-1,1 0 0,0 0 1,0 1-1,2 0 1,-10 28-1,14-35-9,1-1 0,-1 0 0,1 0 1,1 1-1,-1-1 0,1 0 0,1 1 0,-1-1 1,1 0-1,0 1 0,0-1 0,1 0 0,0 0 0,0 0 1,0 0-1,1 0 0,0 0 0,0-1 0,0 1 0,1-1 1,-1 0-1,7 6 0,2 1-23,1-1 0,0 0 0,1-1 0,0-1 0,0 0 0,1-1 0,0-1-1,1 0 1,16 5 0,19 3-385,83 15-1,-16-12-365,-1-6 1,214-4-1,-321-8 737,354-22-1283,-140-12 359,-174 23 557,0-2 0,66-26 0,-101 33 266,-2 1-57,-26-1 92,9 5 100,0 1 0,0 0 0,0-1-1,0 2 1,0-1 0,0 0 0,0 1-1,0 0 1,0-1 0,1 2 0,-1-1 0,0 0-1,1 1 1,-1 0 0,0-1 0,1 2-1,0-1 1,0 0 0,-4 3 0,3-2 44,2-1 1238,8-4-950,182-47 2007,-62 12-1086,-117 35-1234,0 1 1,0-1-1,0 2 0,0-1 1,0 1-1,0 0 0,-1 1 0,1 0 1,0 1-1,14 4 0,3 3-362,-1 1 0,28 16 0,31 13-917,-25-19-37,0-2 0,1-2 0,1-4 0,93 9 0,-104-19 845,-1-1-1,1-2 1,0-3-1,-1-2 1,0-2-1,54-16 1,-67 11 1139,0-2 1,-1-1-1,-1-2 1,57-39-1,-73 45 48,-8 5-455,0 0 1,1 1-1,0 0 0,16-5 0,-22 9-725,1 0 0,0 1 0,0-1 0,0 1 0,0 1 0,0-1 0,10 1 0,7 3-2041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00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55 10637,'13'21'4196,"-23"-33"-2603,4-3 1851,2-3-4152,1-1-952,-14 13-1069,1 0-1531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03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131 142 2908,'-61'-27'800,"35"15"-192,5 9-128,-2 0 801,36-16-1181,21 4-20,9 6-24,11 0 48,6-3-116,7 6-156,0-6-476,0 3-1021,-6 3 721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18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101 100 2792,'0'0'2768,"-2"-2"-2225,-38-39 1881,38 39-1626,-4-16-131,5 16-527,1 0 0,-1-1-1,0 1 1,0 0 0,-1 0-1,1 0 1,0 0-1,-1 1 1,1-1 0,-1 0-1,-2-2 1,-6-6 2550,-12 36-2372,21-19-224,1 0-1,-1 0 1,1 1 0,1-1-1,-1 0 1,1 0 0,1 0-1,3 14 1,3 17 316,28 373 2142,-33-142-1783,4 223-39,28 38-1054,-18-342-985,8 75-2178,3-88-2787,-11-104 672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19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5529,'0'-2'96,"0"0"1,0 0 0,0 1 0,0-1 0,0 0 0,0 0 0,1 1 0,-1-1-1,0 0 1,1 1 0,-1-1 0,1 0 0,0 1 0,0-1 0,-1 1 0,1-1-1,0 1 1,0-1 0,0 1 0,1-1 0,-1 1 0,0 0 0,0 0 0,3-2-1,0 1 149,1-1-1,0 1 1,0 0-1,0 0 0,0 1 1,0-1-1,0 1 0,7-1 1,10 0-121,0 2 1,1-1 0,-1 2 0,0 1-1,0 1 1,0 1 0,0 1 0,0 1 0,-1 0-1,21 11 1,-16-6-112,-1 1 0,0 1 0,-1 1 1,0 2-1,-2 0 0,0 1 0,34 34 0,-52-46-15,1 0-1,-1 0 1,0 0 0,0 0 0,-1 0-1,1 1 1,-1 0 0,0 0-1,-1 0 1,0 0 0,0 0-1,0 0 1,0 0 0,-1 1-1,0-1 1,-1 1 0,1-1 0,-1 1-1,0-1 1,-1 1 0,0-1-1,0 1 1,0-1 0,-1 0-1,0 0 1,0 0 0,0 1-1,-1-2 1,0 1 0,0 0 0,0-1-1,-1 1 1,0-1 0,0 0-1,-1 0 1,-6 6 0,-15 11-55,-1-2 0,-1 0 0,-1-2 0,-1-1 0,-41 17 1,1 1-667,-11-2-3930,64-27 1812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19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5448,'4'0'877,"12"1"-667,0 1 1,-1 0 0,1 1-1,-1 1 1,0 0 0,0 1-1,0 1 1,0 0 0,-1 1-1,0 0 1,-1 1 0,0 1-1,20 17 1,-12-8-187,-1 1-1,0 1 1,-2 1 0,-1 0 0,0 1 0,-2 1-1,14 27 1,-22-36-24,-1 1 0,-1-1 0,4 20 0,-1-6 15,-7-25 112,5-5-121,26-16-342,0-1 0,-2-2 0,37-30 0,-31 23-445,27-17-1274,9 0-393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22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1545 23 4616,'-20'-6'386,"-1"1"0,0 1-1,1 1 1,-1 0-1,0 2 1,-1 1 0,1 0-1,-41 7 1,37 1-83,1 0 1,-1 2-1,1 1 1,1 0-1,-35 25 1,-99 83 573,-73 103 71,17 20-307,81-83-225,-160 248 1,272-374-367,1-1 1,1 2-1,-24 66 1,39-88-37,0 0 0,0-1 0,2 1 0,-1 0 0,1 0 0,1 0-1,1 13 1,0-17-3,0-1 0,1 0 0,-1 1 0,2-1 0,-1 0 0,1 0 0,0-1 0,0 1 0,1-1 0,0 1 0,0-1 0,8 9 0,-2-5 0,1 0 1,-1-1 0,2 0 0,-1-1-1,1 0 1,0-1 0,1-1 0,0 1-1,17 4 1,15 4 11,69 11 0,-107-25-21,609 97 104,69 13-103,-508-70 4,-3 9 0,234 98 0,-293-98 3,-4 6 0,-1 5-1,-4 4 1,135 108 0,-184-125 0,-2 2 0,-2 3 1,74 95-1,-98-108 0,-2 1 1,-2 1 0,-2 1 0,-1 0 0,-3 2-1,22 74 1,-27-66 1,-3 1 0,-3 0 0,-2 0 0,-2 1 0,-2 0 1,-11 102-1,-2-85 45,-3 0 1,-3-1-1,-3-1 1,-45 106-1,16-70 107,-4-1 1,-79 113-1,-157 168 536,-563 526 919,563-640-1230,287-271-395,3 1-1,-1-1 0,1 1 1,-1-1-1,1 1 0,0-1 1,0 0-1,0 0 0,-1 1 1,1-1-1,0 0 1,0 0-1,2 1 0,2 4 9,14 15 33,36 31 1,-33-33-30,-2 1 1,24 29 0,-14-7 3,-2 0 0,34 72-1,32 101 38,-82-186-53,147 424-9,-28 12-42,-66-197-21,-11 3-1,-12 1 1,11 459-1,-69-40 88,0-27-60,17-594-70,3 0-1,3 0 1,2-1 0,27 93 0,-26-129-36,2 0 0,1-1 0,1 0 0,2-1 0,1 0 0,1-2 0,2 0 0,0-1 0,3-1 0,44 42 0,-11-22-1377,3-2 0,2-2 0,1-3-1,120 56 1,-65-47-2816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24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58 3984,'0'0'3961,"-13"-19"-5225,-1 1-697,8-3 225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23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1061 4548,'-4'-17'140,"-1"2"30,1-1-1,0 1 1,2-1-1,-1 0 1,2-1-1,0 1 1,1 0-1,1 0 1,0 0-1,6-23 1,7-15 396,2 1 0,3 1 0,2 0 0,38-69 0,-39 89-330,1 0-1,1 1 0,1 0 0,2 3 0,1 0 1,2 1-1,42-32 0,-26 27-73,2 3-1,0 1 1,3 3-1,0 1 1,1 3-1,1 2 1,1 2-1,79-15 1,-84 24-76,1 3 1,0 1-1,0 2 1,0 3-1,0 1 1,0 3-1,-1 1 1,0 3-1,88 28 1,-69-11 0,-1 3 1,-1 3-1,-1 3 0,-3 2 1,95 76-1,-77-47-20,-3 3 0,-3 4 0,87 113-1,-98-103-19,-5 3-1,-3 2 1,-4 2-1,-4 2 1,-5 2-1,-3 2 0,33 140 1,-43-119-22,-6 2 1,-4 0-1,-6 1 0,-6 1 1,-4-1-1,-16 122 1,-9-64 30,-7-1 0,-71 228 0,28-182-62,-132 276 0,146-373-2,-98 227 27,149-332-15,0 1 0,2 0 0,1 1 0,0-1 0,2 1 0,1 0 0,-1 31 0,4-49-11,1 1 1,-1-1-1,1 1 1,1-1-1,-1 0 0,1 0 1,0 0-1,0 0 0,0 0 1,0 0-1,1 0 1,0-1-1,0 1 0,1-1 1,5 6-1,-3-5-13,0 0 1,0 0-1,0-1 0,1 0 0,0-1 1,0 1-1,0-1 0,0-1 0,15 5 1,4-3-56,0 0 1,1-2-1,-1-1 0,1-1 1,38-5-1,65-13-254,0-5-1,170-54 1,247-113-343,689-329 208,-795 285 1114,-425 224-498,1 0-1,-1-1 0,-1-1 1,0-1-1,18-20 0,-27 19 384,-13 8-194,-24 7 165,29-1-470,-14 3 117,-1 0 1,2 1 0,-1 1-1,0 0 1,1 1 0,0 1-1,-17 9 1,-100 73 776,73-44-465,3 3-1,-98 108 1,76-62-72,-68 106 0,97-122-239,4 1 0,3 2 0,3 2 0,-38 121 0,47-100-43,3 2 1,6 1-1,-11 143 0,25-97-104,7 0 0,6 0-1,7-1 1,7 0 0,64 244 0,129 318-719,-55-205 21,-28 9-276,-21 223 51,-98-569 680,-8 1 0,-23 228 0,4-279 183,-5 0 0,-5-1 0,-46 129 0,43-169 43,-4-1-1,-3-2 1,-4-1 0,-3-2-1,-66 88 1,36-73 27,-4-4 0,-3-3 0,-4-3 1,-3-5-1,-108 72 0,69-64-434,-3-6 1,-4-5 0,-203 78-1,208-106-3084,-151 29 0,156-42-1502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24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242 383 9289,'-71'21'2612,"51"-12"-1552,0 0 1100,0-12-1828,-3 0-24,9-9-496,-9-21-520,13-21-476,-4-30-960,1-22-1252,0-21-1761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24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7245,'50'305'924,"-19"-182"-176,5 10-124,5 6-112,9 8-8,7 19-392,3 27-236,4 18-216,-1 15-472,-6 9-1956,4 21-873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25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402 863 8165,'-130'-211'944,"80"108"-516,3-8-556,-7-25-1040,-6-9-1208,0-11-505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23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 6065,'-34'0'1508,"44"9"-1252,0 3-60,-6 6-128,6 15-156,7 3-256,3 0-516,10 16-1133,17 11 169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24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1 2860,'-54'60'324,"34"-24"-212,3-3-208,0 1-188,4 5-576,6-3 200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25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3 5949,'-23'-3'792,"23"27"-152,27 9-140,9 22-40,15 23-192,6 34 0,6 41-200,21 34-256,6 42-328,8 46-516,12 44-1065,7 43-31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26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617 1538 6557,'-32'-43'1044,"31"42"-1003,1 1-1,-1 0 0,1-1 0,-1 1 0,0 0 1,1-1-1,-1 1 0,1 0 0,-1 0 1,0 0-1,1 0 0,-1 0 0,0 0 0,1-1 1,-1 1-1,1 1 0,-1-1 0,0 0 1,1 0-1,-1 0 0,0 0 0,1 0 0,-1 1 1,1-1-1,-1 0 0,0 0 0,1 1 1,-1-1-1,1 0 0,-1 1 0,1-1 0,-1 1 1,1-1-1,0 1 0,-1-1 0,1 1 1,-1-1-1,1 1 0,0-1 0,-1 1 0,1 1 1,-14 23 1283,13-23-1145,-5 15 354,1 1 0,0 0 0,1 0 0,1 1-1,1-1 1,0 33 0,-2 5 278,-64 557 3346,-94 300-2396,37-318-1202,26-110-217,91-449-381,-17 46-1,25-81 32,0-1 0,0 1-1,0-1 1,0 1 0,0-1 0,0 1-1,0-1 1,0 1 0,0-1-1,0 1 1,0-1 0,-1 1-1,1-1 1,0 0 0,0 1-1,0-1 1,-1 1 0,1-1 0,0 0-1,-1 1 1,1-1 0,0 0-1,-1 1 1,1-1 0,-1 0-1,1 1 1,0-1 0,-1 0-1,1 0 1,-1 0 0,1 1 0,-1-1-1,1 0 1,-1 0 0,-5-18-300,-2-53-41,2 0 0,7-118 0,0 154 286,10-173-273,72-395 1,119-192 23,-63 374 153,17 6 0,272-513 1,-368 814 150,5 3 1,4 2-1,89-104 1,-132 182 56,40-35 1,-53 55-16,0 1 0,0 0 0,1 0 0,1 2 0,23-12 0,-32 18-16,0-1 0,0 1 0,0 0 0,1 1 0,-1-1 0,1 1 0,-1 1 0,1-1 0,0 1 0,-1 0 0,1 1 0,-1-1 0,1 1 0,-1 1 0,1-1 0,-1 1 0,0 0 0,1 0 0,-1 1 0,0 0 0,-1 0 0,1 1 0,0-1 0,-1 1 1,0 0-1,0 1 0,0-1 0,0 1 0,5 7 0,5 8 31,-1 1 1,-1 1 0,-1 0-1,-1 0 1,-1 1 0,13 40-1,5 33 48,-5 0 1,-3 2-1,-5 0 0,-4 1 0,-3 111 0,-12-27-27,-54 341 0,-6-160-491,-37 227-742,58-293 361,33-217 439,-23 300-2063,32-363 2199,2 1 0,0-1 0,0 0 0,2 1 0,7 26-1,-9-40 178,1-1 0,-1 0 0,1 0 0,0 0 0,0 0 0,0 0 0,0 0 0,1-1 0,0 1 0,0-1 0,0 0 0,0 0 0,0 0 0,0 0 0,1 0 0,0-1 0,-1 1 0,1-1 0,0 0 0,0 0 0,0 0 0,0-1 0,0 0 0,1 0 0,-1 0 0,0 0 0,8 0 0,-3-1-12,0 0 0,0-1 0,0 0 0,0-1 0,-1 0 1,1 0-1,0-1 0,-1 0 0,0-1 0,0 1 0,12-9 0,5-4-77,-2-1-1,28-26 1,4-8-196,76-94 1,37-72 28,-114 145 254,72-97-50,265-338-257,-255 346 430,162-148-1,-188 209 568,4 4 0,5 6 0,3 5 0,242-125 0,-295 178 230,121-39 0,-150 59-462,0 2-1,1 2 1,0 2-1,69-2 1,-88 10-259,0 1 0,-1 0 0,1 2 0,-1 1 0,33 12 0,11 3-69,28 3-652,2-4 0,108 8 0,198-3-1036,-354-23 1459,1098-6-3438,-955-10 1076,321-65 1,-298 28-667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7:31:26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1 5076,'-81'96'1001,"75"-63"-241,9 6-20,14 7-76,6-1-20,7 3-80,14 9-88,16 4-100,14 8-180,6-3-136,7 1-124,11-1-140,-5 0-308,8-8-368,-1-7-1716,4 0-721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991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861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55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81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42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290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35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24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321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27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560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F7D2453-CEC1-405C-8674-F2D5DC06777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0154EF7-834D-4912-8C90-61FD125CB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5185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93" Type="http://schemas.openxmlformats.org/officeDocument/2006/relationships/image" Target="../media/image46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91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0.xml"/><Relationship Id="rId117" Type="http://schemas.openxmlformats.org/officeDocument/2006/relationships/image" Target="../media/image105.png"/><Relationship Id="rId21" Type="http://schemas.openxmlformats.org/officeDocument/2006/relationships/image" Target="../media/image57.png"/><Relationship Id="rId42" Type="http://schemas.openxmlformats.org/officeDocument/2006/relationships/customXml" Target="../ink/ink68.xml"/><Relationship Id="rId47" Type="http://schemas.openxmlformats.org/officeDocument/2006/relationships/image" Target="../media/image70.png"/><Relationship Id="rId63" Type="http://schemas.openxmlformats.org/officeDocument/2006/relationships/image" Target="../media/image78.png"/><Relationship Id="rId68" Type="http://schemas.openxmlformats.org/officeDocument/2006/relationships/customXml" Target="../ink/ink81.xml"/><Relationship Id="rId84" Type="http://schemas.openxmlformats.org/officeDocument/2006/relationships/customXml" Target="../ink/ink89.xml"/><Relationship Id="rId89" Type="http://schemas.openxmlformats.org/officeDocument/2006/relationships/image" Target="../media/image91.png"/><Relationship Id="rId112" Type="http://schemas.openxmlformats.org/officeDocument/2006/relationships/customXml" Target="../ink/ink103.xml"/><Relationship Id="rId16" Type="http://schemas.openxmlformats.org/officeDocument/2006/relationships/customXml" Target="../ink/ink55.xml"/><Relationship Id="rId107" Type="http://schemas.openxmlformats.org/officeDocument/2006/relationships/image" Target="../media/image100.png"/><Relationship Id="rId11" Type="http://schemas.openxmlformats.org/officeDocument/2006/relationships/image" Target="../media/image52.png"/><Relationship Id="rId32" Type="http://schemas.openxmlformats.org/officeDocument/2006/relationships/customXml" Target="../ink/ink63.xml"/><Relationship Id="rId37" Type="http://schemas.openxmlformats.org/officeDocument/2006/relationships/image" Target="../media/image65.png"/><Relationship Id="rId53" Type="http://schemas.openxmlformats.org/officeDocument/2006/relationships/image" Target="../media/image73.png"/><Relationship Id="rId58" Type="http://schemas.openxmlformats.org/officeDocument/2006/relationships/customXml" Target="../ink/ink76.xml"/><Relationship Id="rId74" Type="http://schemas.openxmlformats.org/officeDocument/2006/relationships/customXml" Target="../ink/ink84.xml"/><Relationship Id="rId79" Type="http://schemas.openxmlformats.org/officeDocument/2006/relationships/image" Target="../media/image86.png"/><Relationship Id="rId102" Type="http://schemas.openxmlformats.org/officeDocument/2006/relationships/customXml" Target="../ink/ink98.xml"/><Relationship Id="rId123" Type="http://schemas.openxmlformats.org/officeDocument/2006/relationships/image" Target="../media/image108.png"/><Relationship Id="rId5" Type="http://schemas.openxmlformats.org/officeDocument/2006/relationships/image" Target="../media/image49.png"/><Relationship Id="rId90" Type="http://schemas.openxmlformats.org/officeDocument/2006/relationships/customXml" Target="../ink/ink92.xml"/><Relationship Id="rId95" Type="http://schemas.openxmlformats.org/officeDocument/2006/relationships/image" Target="../media/image94.png"/><Relationship Id="rId22" Type="http://schemas.openxmlformats.org/officeDocument/2006/relationships/customXml" Target="../ink/ink58.xml"/><Relationship Id="rId27" Type="http://schemas.openxmlformats.org/officeDocument/2006/relationships/image" Target="../media/image60.png"/><Relationship Id="rId43" Type="http://schemas.openxmlformats.org/officeDocument/2006/relationships/image" Target="../media/image68.png"/><Relationship Id="rId48" Type="http://schemas.openxmlformats.org/officeDocument/2006/relationships/customXml" Target="../ink/ink71.xml"/><Relationship Id="rId64" Type="http://schemas.openxmlformats.org/officeDocument/2006/relationships/customXml" Target="../ink/ink79.xml"/><Relationship Id="rId69" Type="http://schemas.openxmlformats.org/officeDocument/2006/relationships/image" Target="../media/image81.png"/><Relationship Id="rId113" Type="http://schemas.openxmlformats.org/officeDocument/2006/relationships/image" Target="../media/image103.png"/><Relationship Id="rId118" Type="http://schemas.openxmlformats.org/officeDocument/2006/relationships/customXml" Target="../ink/ink106.xml"/><Relationship Id="rId80" Type="http://schemas.openxmlformats.org/officeDocument/2006/relationships/customXml" Target="../ink/ink87.xml"/><Relationship Id="rId85" Type="http://schemas.openxmlformats.org/officeDocument/2006/relationships/image" Target="../media/image89.png"/><Relationship Id="rId12" Type="http://schemas.openxmlformats.org/officeDocument/2006/relationships/customXml" Target="../ink/ink53.xml"/><Relationship Id="rId17" Type="http://schemas.openxmlformats.org/officeDocument/2006/relationships/image" Target="../media/image55.png"/><Relationship Id="rId33" Type="http://schemas.openxmlformats.org/officeDocument/2006/relationships/image" Target="../media/image63.png"/><Relationship Id="rId38" Type="http://schemas.openxmlformats.org/officeDocument/2006/relationships/customXml" Target="../ink/ink66.xml"/><Relationship Id="rId59" Type="http://schemas.openxmlformats.org/officeDocument/2006/relationships/image" Target="../media/image76.png"/><Relationship Id="rId103" Type="http://schemas.openxmlformats.org/officeDocument/2006/relationships/image" Target="../media/image98.png"/><Relationship Id="rId108" Type="http://schemas.openxmlformats.org/officeDocument/2006/relationships/customXml" Target="../ink/ink101.xml"/><Relationship Id="rId124" Type="http://schemas.openxmlformats.org/officeDocument/2006/relationships/customXml" Target="../ink/ink109.xml"/><Relationship Id="rId54" Type="http://schemas.openxmlformats.org/officeDocument/2006/relationships/customXml" Target="../ink/ink74.xml"/><Relationship Id="rId70" Type="http://schemas.openxmlformats.org/officeDocument/2006/relationships/customXml" Target="../ink/ink82.xml"/><Relationship Id="rId75" Type="http://schemas.openxmlformats.org/officeDocument/2006/relationships/image" Target="../media/image84.png"/><Relationship Id="rId91" Type="http://schemas.openxmlformats.org/officeDocument/2006/relationships/image" Target="../media/image92.png"/><Relationship Id="rId96" Type="http://schemas.openxmlformats.org/officeDocument/2006/relationships/customXml" Target="../ink/ink9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0.xml"/><Relationship Id="rId23" Type="http://schemas.openxmlformats.org/officeDocument/2006/relationships/image" Target="../media/image58.png"/><Relationship Id="rId28" Type="http://schemas.openxmlformats.org/officeDocument/2006/relationships/customXml" Target="../ink/ink61.xml"/><Relationship Id="rId49" Type="http://schemas.openxmlformats.org/officeDocument/2006/relationships/image" Target="../media/image71.png"/><Relationship Id="rId114" Type="http://schemas.openxmlformats.org/officeDocument/2006/relationships/customXml" Target="../ink/ink104.xml"/><Relationship Id="rId119" Type="http://schemas.openxmlformats.org/officeDocument/2006/relationships/image" Target="../media/image106.png"/><Relationship Id="rId44" Type="http://schemas.openxmlformats.org/officeDocument/2006/relationships/customXml" Target="../ink/ink69.xml"/><Relationship Id="rId60" Type="http://schemas.openxmlformats.org/officeDocument/2006/relationships/customXml" Target="../ink/ink77.xml"/><Relationship Id="rId65" Type="http://schemas.openxmlformats.org/officeDocument/2006/relationships/image" Target="../media/image79.png"/><Relationship Id="rId81" Type="http://schemas.openxmlformats.org/officeDocument/2006/relationships/image" Target="../media/image87.png"/><Relationship Id="rId86" Type="http://schemas.openxmlformats.org/officeDocument/2006/relationships/customXml" Target="../ink/ink90.xml"/><Relationship Id="rId13" Type="http://schemas.openxmlformats.org/officeDocument/2006/relationships/image" Target="../media/image53.png"/><Relationship Id="rId18" Type="http://schemas.openxmlformats.org/officeDocument/2006/relationships/customXml" Target="../ink/ink56.xml"/><Relationship Id="rId39" Type="http://schemas.openxmlformats.org/officeDocument/2006/relationships/image" Target="../media/image66.png"/><Relationship Id="rId109" Type="http://schemas.openxmlformats.org/officeDocument/2006/relationships/image" Target="../media/image101.png"/><Relationship Id="rId34" Type="http://schemas.openxmlformats.org/officeDocument/2006/relationships/customXml" Target="../ink/ink64.xml"/><Relationship Id="rId50" Type="http://schemas.openxmlformats.org/officeDocument/2006/relationships/customXml" Target="../ink/ink72.xml"/><Relationship Id="rId55" Type="http://schemas.openxmlformats.org/officeDocument/2006/relationships/image" Target="../media/image74.png"/><Relationship Id="rId76" Type="http://schemas.openxmlformats.org/officeDocument/2006/relationships/customXml" Target="../ink/ink85.xml"/><Relationship Id="rId97" Type="http://schemas.openxmlformats.org/officeDocument/2006/relationships/image" Target="../media/image95.png"/><Relationship Id="rId104" Type="http://schemas.openxmlformats.org/officeDocument/2006/relationships/customXml" Target="../ink/ink99.xml"/><Relationship Id="rId120" Type="http://schemas.openxmlformats.org/officeDocument/2006/relationships/customXml" Target="../ink/ink107.xml"/><Relationship Id="rId125" Type="http://schemas.openxmlformats.org/officeDocument/2006/relationships/image" Target="../media/image109.png"/><Relationship Id="rId7" Type="http://schemas.openxmlformats.org/officeDocument/2006/relationships/image" Target="../media/image50.png"/><Relationship Id="rId71" Type="http://schemas.openxmlformats.org/officeDocument/2006/relationships/image" Target="../media/image82.png"/><Relationship Id="rId92" Type="http://schemas.openxmlformats.org/officeDocument/2006/relationships/customXml" Target="../ink/ink93.xml"/><Relationship Id="rId2" Type="http://schemas.openxmlformats.org/officeDocument/2006/relationships/customXml" Target="../ink/ink48.xml"/><Relationship Id="rId29" Type="http://schemas.openxmlformats.org/officeDocument/2006/relationships/image" Target="../media/image61.png"/><Relationship Id="rId24" Type="http://schemas.openxmlformats.org/officeDocument/2006/relationships/customXml" Target="../ink/ink59.xml"/><Relationship Id="rId40" Type="http://schemas.openxmlformats.org/officeDocument/2006/relationships/customXml" Target="../ink/ink67.xml"/><Relationship Id="rId45" Type="http://schemas.openxmlformats.org/officeDocument/2006/relationships/image" Target="../media/image69.png"/><Relationship Id="rId66" Type="http://schemas.openxmlformats.org/officeDocument/2006/relationships/customXml" Target="../ink/ink80.xml"/><Relationship Id="rId87" Type="http://schemas.openxmlformats.org/officeDocument/2006/relationships/image" Target="../media/image90.png"/><Relationship Id="rId110" Type="http://schemas.openxmlformats.org/officeDocument/2006/relationships/customXml" Target="../ink/ink102.xml"/><Relationship Id="rId115" Type="http://schemas.openxmlformats.org/officeDocument/2006/relationships/image" Target="../media/image104.png"/><Relationship Id="rId61" Type="http://schemas.openxmlformats.org/officeDocument/2006/relationships/image" Target="../media/image77.png"/><Relationship Id="rId82" Type="http://schemas.openxmlformats.org/officeDocument/2006/relationships/customXml" Target="../ink/ink88.xml"/><Relationship Id="rId19" Type="http://schemas.openxmlformats.org/officeDocument/2006/relationships/image" Target="../media/image56.png"/><Relationship Id="rId14" Type="http://schemas.openxmlformats.org/officeDocument/2006/relationships/customXml" Target="../ink/ink54.xml"/><Relationship Id="rId30" Type="http://schemas.openxmlformats.org/officeDocument/2006/relationships/customXml" Target="../ink/ink62.xml"/><Relationship Id="rId35" Type="http://schemas.openxmlformats.org/officeDocument/2006/relationships/image" Target="../media/image64.png"/><Relationship Id="rId56" Type="http://schemas.openxmlformats.org/officeDocument/2006/relationships/customXml" Target="../ink/ink75.xml"/><Relationship Id="rId77" Type="http://schemas.openxmlformats.org/officeDocument/2006/relationships/image" Target="../media/image85.png"/><Relationship Id="rId100" Type="http://schemas.openxmlformats.org/officeDocument/2006/relationships/customXml" Target="../ink/ink97.xml"/><Relationship Id="rId105" Type="http://schemas.openxmlformats.org/officeDocument/2006/relationships/image" Target="../media/image99.png"/><Relationship Id="rId8" Type="http://schemas.openxmlformats.org/officeDocument/2006/relationships/customXml" Target="../ink/ink51.xml"/><Relationship Id="rId51" Type="http://schemas.openxmlformats.org/officeDocument/2006/relationships/image" Target="../media/image72.png"/><Relationship Id="rId72" Type="http://schemas.openxmlformats.org/officeDocument/2006/relationships/customXml" Target="../ink/ink83.xml"/><Relationship Id="rId93" Type="http://schemas.openxmlformats.org/officeDocument/2006/relationships/image" Target="../media/image93.png"/><Relationship Id="rId98" Type="http://schemas.openxmlformats.org/officeDocument/2006/relationships/customXml" Target="../ink/ink96.xml"/><Relationship Id="rId121" Type="http://schemas.openxmlformats.org/officeDocument/2006/relationships/image" Target="../media/image107.png"/><Relationship Id="rId3" Type="http://schemas.openxmlformats.org/officeDocument/2006/relationships/image" Target="../media/image48.png"/><Relationship Id="rId25" Type="http://schemas.openxmlformats.org/officeDocument/2006/relationships/image" Target="../media/image59.png"/><Relationship Id="rId46" Type="http://schemas.openxmlformats.org/officeDocument/2006/relationships/customXml" Target="../ink/ink70.xml"/><Relationship Id="rId67" Type="http://schemas.openxmlformats.org/officeDocument/2006/relationships/image" Target="../media/image80.png"/><Relationship Id="rId116" Type="http://schemas.openxmlformats.org/officeDocument/2006/relationships/customXml" Target="../ink/ink105.xml"/><Relationship Id="rId20" Type="http://schemas.openxmlformats.org/officeDocument/2006/relationships/customXml" Target="../ink/ink57.xml"/><Relationship Id="rId41" Type="http://schemas.openxmlformats.org/officeDocument/2006/relationships/image" Target="../media/image67.png"/><Relationship Id="rId62" Type="http://schemas.openxmlformats.org/officeDocument/2006/relationships/customXml" Target="../ink/ink78.xml"/><Relationship Id="rId83" Type="http://schemas.openxmlformats.org/officeDocument/2006/relationships/image" Target="../media/image88.png"/><Relationship Id="rId88" Type="http://schemas.openxmlformats.org/officeDocument/2006/relationships/customXml" Target="../ink/ink91.xml"/><Relationship Id="rId111" Type="http://schemas.openxmlformats.org/officeDocument/2006/relationships/image" Target="../media/image102.png"/><Relationship Id="rId15" Type="http://schemas.openxmlformats.org/officeDocument/2006/relationships/image" Target="../media/image54.png"/><Relationship Id="rId36" Type="http://schemas.openxmlformats.org/officeDocument/2006/relationships/customXml" Target="../ink/ink65.xml"/><Relationship Id="rId57" Type="http://schemas.openxmlformats.org/officeDocument/2006/relationships/image" Target="../media/image75.png"/><Relationship Id="rId106" Type="http://schemas.openxmlformats.org/officeDocument/2006/relationships/customXml" Target="../ink/ink100.xml"/><Relationship Id="rId10" Type="http://schemas.openxmlformats.org/officeDocument/2006/relationships/customXml" Target="../ink/ink52.xml"/><Relationship Id="rId31" Type="http://schemas.openxmlformats.org/officeDocument/2006/relationships/image" Target="../media/image62.png"/><Relationship Id="rId52" Type="http://schemas.openxmlformats.org/officeDocument/2006/relationships/customXml" Target="../ink/ink73.xml"/><Relationship Id="rId73" Type="http://schemas.openxmlformats.org/officeDocument/2006/relationships/image" Target="../media/image83.png"/><Relationship Id="rId78" Type="http://schemas.openxmlformats.org/officeDocument/2006/relationships/customXml" Target="../ink/ink86.xml"/><Relationship Id="rId94" Type="http://schemas.openxmlformats.org/officeDocument/2006/relationships/customXml" Target="../ink/ink94.xml"/><Relationship Id="rId99" Type="http://schemas.openxmlformats.org/officeDocument/2006/relationships/image" Target="../media/image96.png"/><Relationship Id="rId101" Type="http://schemas.openxmlformats.org/officeDocument/2006/relationships/image" Target="../media/image97.png"/><Relationship Id="rId122" Type="http://schemas.openxmlformats.org/officeDocument/2006/relationships/customXml" Target="../ink/ink108.xml"/><Relationship Id="rId4" Type="http://schemas.openxmlformats.org/officeDocument/2006/relationships/customXml" Target="../ink/ink49.xml"/><Relationship Id="rId9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2.xml"/><Relationship Id="rId21" Type="http://schemas.openxmlformats.org/officeDocument/2006/relationships/image" Target="../media/image119.png"/><Relationship Id="rId42" Type="http://schemas.openxmlformats.org/officeDocument/2006/relationships/customXml" Target="../ink/ink130.xml"/><Relationship Id="rId47" Type="http://schemas.openxmlformats.org/officeDocument/2006/relationships/image" Target="../media/image132.png"/><Relationship Id="rId63" Type="http://schemas.openxmlformats.org/officeDocument/2006/relationships/image" Target="../media/image140.png"/><Relationship Id="rId68" Type="http://schemas.openxmlformats.org/officeDocument/2006/relationships/customXml" Target="../ink/ink143.xml"/><Relationship Id="rId84" Type="http://schemas.openxmlformats.org/officeDocument/2006/relationships/customXml" Target="../ink/ink151.xml"/><Relationship Id="rId89" Type="http://schemas.openxmlformats.org/officeDocument/2006/relationships/image" Target="../media/image153.png"/><Relationship Id="rId16" Type="http://schemas.openxmlformats.org/officeDocument/2006/relationships/customXml" Target="../ink/ink117.xml"/><Relationship Id="rId107" Type="http://schemas.openxmlformats.org/officeDocument/2006/relationships/image" Target="../media/image162.png"/><Relationship Id="rId11" Type="http://schemas.openxmlformats.org/officeDocument/2006/relationships/image" Target="../media/image114.png"/><Relationship Id="rId32" Type="http://schemas.openxmlformats.org/officeDocument/2006/relationships/customXml" Target="../ink/ink125.xml"/><Relationship Id="rId37" Type="http://schemas.openxmlformats.org/officeDocument/2006/relationships/image" Target="../media/image127.png"/><Relationship Id="rId53" Type="http://schemas.openxmlformats.org/officeDocument/2006/relationships/image" Target="../media/image135.png"/><Relationship Id="rId58" Type="http://schemas.openxmlformats.org/officeDocument/2006/relationships/customXml" Target="../ink/ink138.xml"/><Relationship Id="rId74" Type="http://schemas.openxmlformats.org/officeDocument/2006/relationships/customXml" Target="../ink/ink146.xml"/><Relationship Id="rId79" Type="http://schemas.openxmlformats.org/officeDocument/2006/relationships/image" Target="../media/image148.png"/><Relationship Id="rId102" Type="http://schemas.openxmlformats.org/officeDocument/2006/relationships/customXml" Target="../ink/ink160.xml"/><Relationship Id="rId5" Type="http://schemas.openxmlformats.org/officeDocument/2006/relationships/image" Target="../media/image111.png"/><Relationship Id="rId90" Type="http://schemas.openxmlformats.org/officeDocument/2006/relationships/customXml" Target="../ink/ink154.xml"/><Relationship Id="rId95" Type="http://schemas.openxmlformats.org/officeDocument/2006/relationships/image" Target="../media/image156.png"/><Relationship Id="rId22" Type="http://schemas.openxmlformats.org/officeDocument/2006/relationships/customXml" Target="../ink/ink120.xml"/><Relationship Id="rId27" Type="http://schemas.openxmlformats.org/officeDocument/2006/relationships/image" Target="../media/image122.png"/><Relationship Id="rId43" Type="http://schemas.openxmlformats.org/officeDocument/2006/relationships/image" Target="../media/image130.png"/><Relationship Id="rId48" Type="http://schemas.openxmlformats.org/officeDocument/2006/relationships/customXml" Target="../ink/ink133.xml"/><Relationship Id="rId64" Type="http://schemas.openxmlformats.org/officeDocument/2006/relationships/customXml" Target="../ink/ink141.xml"/><Relationship Id="rId69" Type="http://schemas.openxmlformats.org/officeDocument/2006/relationships/image" Target="../media/image143.png"/><Relationship Id="rId80" Type="http://schemas.openxmlformats.org/officeDocument/2006/relationships/customXml" Target="../ink/ink149.xml"/><Relationship Id="rId85" Type="http://schemas.openxmlformats.org/officeDocument/2006/relationships/image" Target="../media/image151.png"/><Relationship Id="rId12" Type="http://schemas.openxmlformats.org/officeDocument/2006/relationships/customXml" Target="../ink/ink115.xml"/><Relationship Id="rId17" Type="http://schemas.openxmlformats.org/officeDocument/2006/relationships/image" Target="../media/image117.png"/><Relationship Id="rId33" Type="http://schemas.openxmlformats.org/officeDocument/2006/relationships/image" Target="../media/image125.png"/><Relationship Id="rId38" Type="http://schemas.openxmlformats.org/officeDocument/2006/relationships/customXml" Target="../ink/ink128.xml"/><Relationship Id="rId59" Type="http://schemas.openxmlformats.org/officeDocument/2006/relationships/image" Target="../media/image138.png"/><Relationship Id="rId103" Type="http://schemas.openxmlformats.org/officeDocument/2006/relationships/image" Target="../media/image160.png"/><Relationship Id="rId108" Type="http://schemas.openxmlformats.org/officeDocument/2006/relationships/customXml" Target="../ink/ink163.xml"/><Relationship Id="rId54" Type="http://schemas.openxmlformats.org/officeDocument/2006/relationships/customXml" Target="../ink/ink136.xml"/><Relationship Id="rId70" Type="http://schemas.openxmlformats.org/officeDocument/2006/relationships/customXml" Target="../ink/ink144.xml"/><Relationship Id="rId75" Type="http://schemas.openxmlformats.org/officeDocument/2006/relationships/image" Target="../media/image146.png"/><Relationship Id="rId91" Type="http://schemas.openxmlformats.org/officeDocument/2006/relationships/image" Target="../media/image154.png"/><Relationship Id="rId96" Type="http://schemas.openxmlformats.org/officeDocument/2006/relationships/customXml" Target="../ink/ink15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2.xml"/><Relationship Id="rId15" Type="http://schemas.openxmlformats.org/officeDocument/2006/relationships/image" Target="../media/image116.png"/><Relationship Id="rId23" Type="http://schemas.openxmlformats.org/officeDocument/2006/relationships/image" Target="../media/image120.png"/><Relationship Id="rId28" Type="http://schemas.openxmlformats.org/officeDocument/2006/relationships/customXml" Target="../ink/ink123.xml"/><Relationship Id="rId36" Type="http://schemas.openxmlformats.org/officeDocument/2006/relationships/customXml" Target="../ink/ink127.xml"/><Relationship Id="rId49" Type="http://schemas.openxmlformats.org/officeDocument/2006/relationships/image" Target="../media/image133.png"/><Relationship Id="rId57" Type="http://schemas.openxmlformats.org/officeDocument/2006/relationships/image" Target="../media/image137.png"/><Relationship Id="rId106" Type="http://schemas.openxmlformats.org/officeDocument/2006/relationships/customXml" Target="../ink/ink162.xml"/><Relationship Id="rId10" Type="http://schemas.openxmlformats.org/officeDocument/2006/relationships/customXml" Target="../ink/ink114.xml"/><Relationship Id="rId31" Type="http://schemas.openxmlformats.org/officeDocument/2006/relationships/image" Target="../media/image124.png"/><Relationship Id="rId44" Type="http://schemas.openxmlformats.org/officeDocument/2006/relationships/customXml" Target="../ink/ink131.xml"/><Relationship Id="rId52" Type="http://schemas.openxmlformats.org/officeDocument/2006/relationships/customXml" Target="../ink/ink135.xml"/><Relationship Id="rId60" Type="http://schemas.openxmlformats.org/officeDocument/2006/relationships/customXml" Target="../ink/ink139.xml"/><Relationship Id="rId65" Type="http://schemas.openxmlformats.org/officeDocument/2006/relationships/image" Target="../media/image141.png"/><Relationship Id="rId73" Type="http://schemas.openxmlformats.org/officeDocument/2006/relationships/image" Target="../media/image145.png"/><Relationship Id="rId78" Type="http://schemas.openxmlformats.org/officeDocument/2006/relationships/customXml" Target="../ink/ink148.xml"/><Relationship Id="rId81" Type="http://schemas.openxmlformats.org/officeDocument/2006/relationships/image" Target="../media/image149.png"/><Relationship Id="rId86" Type="http://schemas.openxmlformats.org/officeDocument/2006/relationships/customXml" Target="../ink/ink152.xml"/><Relationship Id="rId94" Type="http://schemas.openxmlformats.org/officeDocument/2006/relationships/customXml" Target="../ink/ink156.xml"/><Relationship Id="rId99" Type="http://schemas.openxmlformats.org/officeDocument/2006/relationships/image" Target="../media/image158.png"/><Relationship Id="rId101" Type="http://schemas.openxmlformats.org/officeDocument/2006/relationships/image" Target="../media/image159.png"/><Relationship Id="rId4" Type="http://schemas.openxmlformats.org/officeDocument/2006/relationships/customXml" Target="../ink/ink111.xml"/><Relationship Id="rId9" Type="http://schemas.openxmlformats.org/officeDocument/2006/relationships/image" Target="../media/image113.png"/><Relationship Id="rId13" Type="http://schemas.openxmlformats.org/officeDocument/2006/relationships/image" Target="../media/image115.png"/><Relationship Id="rId18" Type="http://schemas.openxmlformats.org/officeDocument/2006/relationships/customXml" Target="../ink/ink118.xml"/><Relationship Id="rId39" Type="http://schemas.openxmlformats.org/officeDocument/2006/relationships/image" Target="../media/image128.png"/><Relationship Id="rId109" Type="http://schemas.openxmlformats.org/officeDocument/2006/relationships/image" Target="../media/image163.png"/><Relationship Id="rId34" Type="http://schemas.openxmlformats.org/officeDocument/2006/relationships/customXml" Target="../ink/ink126.xml"/><Relationship Id="rId50" Type="http://schemas.openxmlformats.org/officeDocument/2006/relationships/customXml" Target="../ink/ink134.xml"/><Relationship Id="rId55" Type="http://schemas.openxmlformats.org/officeDocument/2006/relationships/image" Target="../media/image136.png"/><Relationship Id="rId76" Type="http://schemas.openxmlformats.org/officeDocument/2006/relationships/customXml" Target="../ink/ink147.xml"/><Relationship Id="rId97" Type="http://schemas.openxmlformats.org/officeDocument/2006/relationships/image" Target="../media/image157.png"/><Relationship Id="rId104" Type="http://schemas.openxmlformats.org/officeDocument/2006/relationships/customXml" Target="../ink/ink161.xml"/><Relationship Id="rId7" Type="http://schemas.openxmlformats.org/officeDocument/2006/relationships/image" Target="../media/image112.png"/><Relationship Id="rId71" Type="http://schemas.openxmlformats.org/officeDocument/2006/relationships/image" Target="../media/image144.png"/><Relationship Id="rId92" Type="http://schemas.openxmlformats.org/officeDocument/2006/relationships/customXml" Target="../ink/ink155.xml"/><Relationship Id="rId2" Type="http://schemas.openxmlformats.org/officeDocument/2006/relationships/customXml" Target="../ink/ink110.xml"/><Relationship Id="rId29" Type="http://schemas.openxmlformats.org/officeDocument/2006/relationships/image" Target="../media/image123.png"/><Relationship Id="rId24" Type="http://schemas.openxmlformats.org/officeDocument/2006/relationships/customXml" Target="../ink/ink121.xml"/><Relationship Id="rId40" Type="http://schemas.openxmlformats.org/officeDocument/2006/relationships/customXml" Target="../ink/ink129.xml"/><Relationship Id="rId45" Type="http://schemas.openxmlformats.org/officeDocument/2006/relationships/image" Target="../media/image131.png"/><Relationship Id="rId66" Type="http://schemas.openxmlformats.org/officeDocument/2006/relationships/customXml" Target="../ink/ink142.xml"/><Relationship Id="rId87" Type="http://schemas.openxmlformats.org/officeDocument/2006/relationships/image" Target="../media/image152.png"/><Relationship Id="rId61" Type="http://schemas.openxmlformats.org/officeDocument/2006/relationships/image" Target="../media/image139.png"/><Relationship Id="rId82" Type="http://schemas.openxmlformats.org/officeDocument/2006/relationships/customXml" Target="../ink/ink150.xml"/><Relationship Id="rId19" Type="http://schemas.openxmlformats.org/officeDocument/2006/relationships/image" Target="../media/image118.png"/><Relationship Id="rId14" Type="http://schemas.openxmlformats.org/officeDocument/2006/relationships/customXml" Target="../ink/ink116.xml"/><Relationship Id="rId30" Type="http://schemas.openxmlformats.org/officeDocument/2006/relationships/customXml" Target="../ink/ink124.xml"/><Relationship Id="rId35" Type="http://schemas.openxmlformats.org/officeDocument/2006/relationships/image" Target="../media/image126.png"/><Relationship Id="rId56" Type="http://schemas.openxmlformats.org/officeDocument/2006/relationships/customXml" Target="../ink/ink137.xml"/><Relationship Id="rId77" Type="http://schemas.openxmlformats.org/officeDocument/2006/relationships/image" Target="../media/image147.png"/><Relationship Id="rId100" Type="http://schemas.openxmlformats.org/officeDocument/2006/relationships/customXml" Target="../ink/ink159.xml"/><Relationship Id="rId105" Type="http://schemas.openxmlformats.org/officeDocument/2006/relationships/image" Target="../media/image161.png"/><Relationship Id="rId8" Type="http://schemas.openxmlformats.org/officeDocument/2006/relationships/customXml" Target="../ink/ink113.xml"/><Relationship Id="rId51" Type="http://schemas.openxmlformats.org/officeDocument/2006/relationships/image" Target="../media/image134.png"/><Relationship Id="rId72" Type="http://schemas.openxmlformats.org/officeDocument/2006/relationships/customXml" Target="../ink/ink145.xml"/><Relationship Id="rId93" Type="http://schemas.openxmlformats.org/officeDocument/2006/relationships/image" Target="../media/image155.png"/><Relationship Id="rId98" Type="http://schemas.openxmlformats.org/officeDocument/2006/relationships/customXml" Target="../ink/ink158.xml"/><Relationship Id="rId3" Type="http://schemas.openxmlformats.org/officeDocument/2006/relationships/image" Target="../media/image110.png"/><Relationship Id="rId25" Type="http://schemas.openxmlformats.org/officeDocument/2006/relationships/image" Target="../media/image121.png"/><Relationship Id="rId46" Type="http://schemas.openxmlformats.org/officeDocument/2006/relationships/customXml" Target="../ink/ink132.xml"/><Relationship Id="rId67" Type="http://schemas.openxmlformats.org/officeDocument/2006/relationships/image" Target="../media/image142.png"/><Relationship Id="rId20" Type="http://schemas.openxmlformats.org/officeDocument/2006/relationships/customXml" Target="../ink/ink119.xml"/><Relationship Id="rId41" Type="http://schemas.openxmlformats.org/officeDocument/2006/relationships/image" Target="../media/image129.png"/><Relationship Id="rId62" Type="http://schemas.openxmlformats.org/officeDocument/2006/relationships/customXml" Target="../ink/ink140.xml"/><Relationship Id="rId83" Type="http://schemas.openxmlformats.org/officeDocument/2006/relationships/image" Target="../media/image150.png"/><Relationship Id="rId88" Type="http://schemas.openxmlformats.org/officeDocument/2006/relationships/customXml" Target="../ink/ink15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7.xml"/><Relationship Id="rId13" Type="http://schemas.openxmlformats.org/officeDocument/2006/relationships/image" Target="../media/image169.png"/><Relationship Id="rId18" Type="http://schemas.openxmlformats.org/officeDocument/2006/relationships/customXml" Target="../ink/ink172.xml"/><Relationship Id="rId26" Type="http://schemas.openxmlformats.org/officeDocument/2006/relationships/customXml" Target="../ink/ink176.xml"/><Relationship Id="rId3" Type="http://schemas.openxmlformats.org/officeDocument/2006/relationships/image" Target="../media/image164.png"/><Relationship Id="rId21" Type="http://schemas.openxmlformats.org/officeDocument/2006/relationships/image" Target="../media/image173.png"/><Relationship Id="rId7" Type="http://schemas.openxmlformats.org/officeDocument/2006/relationships/image" Target="../media/image166.png"/><Relationship Id="rId12" Type="http://schemas.openxmlformats.org/officeDocument/2006/relationships/customXml" Target="../ink/ink169.xml"/><Relationship Id="rId17" Type="http://schemas.openxmlformats.org/officeDocument/2006/relationships/image" Target="../media/image171.png"/><Relationship Id="rId25" Type="http://schemas.openxmlformats.org/officeDocument/2006/relationships/image" Target="../media/image175.png"/><Relationship Id="rId2" Type="http://schemas.openxmlformats.org/officeDocument/2006/relationships/customXml" Target="../ink/ink164.xml"/><Relationship Id="rId16" Type="http://schemas.openxmlformats.org/officeDocument/2006/relationships/customXml" Target="../ink/ink171.xml"/><Relationship Id="rId20" Type="http://schemas.openxmlformats.org/officeDocument/2006/relationships/customXml" Target="../ink/ink173.xml"/><Relationship Id="rId29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6.xml"/><Relationship Id="rId11" Type="http://schemas.openxmlformats.org/officeDocument/2006/relationships/image" Target="../media/image168.png"/><Relationship Id="rId24" Type="http://schemas.openxmlformats.org/officeDocument/2006/relationships/customXml" Target="../ink/ink175.xml"/><Relationship Id="rId5" Type="http://schemas.openxmlformats.org/officeDocument/2006/relationships/image" Target="../media/image165.png"/><Relationship Id="rId15" Type="http://schemas.openxmlformats.org/officeDocument/2006/relationships/image" Target="../media/image170.png"/><Relationship Id="rId23" Type="http://schemas.openxmlformats.org/officeDocument/2006/relationships/image" Target="../media/image174.png"/><Relationship Id="rId28" Type="http://schemas.openxmlformats.org/officeDocument/2006/relationships/customXml" Target="../ink/ink177.xml"/><Relationship Id="rId10" Type="http://schemas.openxmlformats.org/officeDocument/2006/relationships/customXml" Target="../ink/ink168.xml"/><Relationship Id="rId19" Type="http://schemas.openxmlformats.org/officeDocument/2006/relationships/image" Target="../media/image172.png"/><Relationship Id="rId4" Type="http://schemas.openxmlformats.org/officeDocument/2006/relationships/customXml" Target="../ink/ink165.xml"/><Relationship Id="rId9" Type="http://schemas.openxmlformats.org/officeDocument/2006/relationships/image" Target="../media/image167.png"/><Relationship Id="rId14" Type="http://schemas.openxmlformats.org/officeDocument/2006/relationships/customXml" Target="../ink/ink170.xml"/><Relationship Id="rId22" Type="http://schemas.openxmlformats.org/officeDocument/2006/relationships/customXml" Target="../ink/ink174.xml"/><Relationship Id="rId27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5AB2785-A22A-56EB-48B0-E1351DC2089E}"/>
                  </a:ext>
                </a:extLst>
              </p14:cNvPr>
              <p14:cNvContentPartPr/>
              <p14:nvPr/>
            </p14:nvContentPartPr>
            <p14:xfrm>
              <a:off x="1561435" y="786980"/>
              <a:ext cx="60120" cy="309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5AB2785-A22A-56EB-48B0-E1351DC208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7115" y="782660"/>
                <a:ext cx="6876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4551D1-5319-7E76-2C25-7D2ACF37B043}"/>
                  </a:ext>
                </a:extLst>
              </p14:cNvPr>
              <p14:cNvContentPartPr/>
              <p14:nvPr/>
            </p14:nvContentPartPr>
            <p14:xfrm>
              <a:off x="1586275" y="329420"/>
              <a:ext cx="37800" cy="115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4551D1-5319-7E76-2C25-7D2ACF37B0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1955" y="325100"/>
                <a:ext cx="46440" cy="12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566C82C2-31EF-DBE8-144D-F9015EB2FF89}"/>
              </a:ext>
            </a:extLst>
          </p:cNvPr>
          <p:cNvGrpSpPr/>
          <p:nvPr/>
        </p:nvGrpSpPr>
        <p:grpSpPr>
          <a:xfrm>
            <a:off x="1314475" y="362900"/>
            <a:ext cx="2796120" cy="1008360"/>
            <a:chOff x="1314475" y="362900"/>
            <a:chExt cx="2796120" cy="10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1406452-DB44-FFE3-E4F6-C47C0026F81F}"/>
                    </a:ext>
                  </a:extLst>
                </p14:cNvPr>
                <p14:cNvContentPartPr/>
                <p14:nvPr/>
              </p14:nvContentPartPr>
              <p14:xfrm>
                <a:off x="1314475" y="362900"/>
                <a:ext cx="408240" cy="721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1406452-DB44-FFE3-E4F6-C47C0026F8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05835" y="354260"/>
                  <a:ext cx="425880" cy="7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54F16A8-1EAD-FC7A-FE63-DBD29BCC2F1B}"/>
                    </a:ext>
                  </a:extLst>
                </p14:cNvPr>
                <p14:cNvContentPartPr/>
                <p14:nvPr/>
              </p14:nvContentPartPr>
              <p14:xfrm>
                <a:off x="1807675" y="774380"/>
                <a:ext cx="768600" cy="596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54F16A8-1EAD-FC7A-FE63-DBD29BCC2F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99035" y="765380"/>
                  <a:ext cx="78624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5E73A9-5EF0-9DC9-F4EA-73557DBA3092}"/>
                    </a:ext>
                  </a:extLst>
                </p14:cNvPr>
                <p14:cNvContentPartPr/>
                <p14:nvPr/>
              </p14:nvContentPartPr>
              <p14:xfrm>
                <a:off x="2607595" y="965180"/>
                <a:ext cx="486360" cy="259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5E73A9-5EF0-9DC9-F4EA-73557DBA30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98595" y="956540"/>
                  <a:ext cx="5040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AEA827C-ADE2-2786-34D9-22ED28E09EB9}"/>
                    </a:ext>
                  </a:extLst>
                </p14:cNvPr>
                <p14:cNvContentPartPr/>
                <p14:nvPr/>
              </p14:nvContentPartPr>
              <p14:xfrm>
                <a:off x="3322555" y="807140"/>
                <a:ext cx="441000" cy="388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AEA827C-ADE2-2786-34D9-22ED28E09E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13915" y="798140"/>
                  <a:ext cx="4586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46C3D3-56F3-7C5C-3133-10BD4E8CB9B3}"/>
                    </a:ext>
                  </a:extLst>
                </p14:cNvPr>
                <p14:cNvContentPartPr/>
                <p14:nvPr/>
              </p14:nvContentPartPr>
              <p14:xfrm>
                <a:off x="3707395" y="976340"/>
                <a:ext cx="403200" cy="62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46C3D3-56F3-7C5C-3133-10BD4E8CB9B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98395" y="967340"/>
                  <a:ext cx="42084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60CB49-BC9C-BE25-0C36-1F738DC73EEF}"/>
              </a:ext>
            </a:extLst>
          </p:cNvPr>
          <p:cNvGrpSpPr/>
          <p:nvPr/>
        </p:nvGrpSpPr>
        <p:grpSpPr>
          <a:xfrm>
            <a:off x="5744635" y="547580"/>
            <a:ext cx="1405080" cy="1130400"/>
            <a:chOff x="5744635" y="547580"/>
            <a:chExt cx="1405080" cy="11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73454CE-8A7C-E893-CFC6-59D642A14F7E}"/>
                    </a:ext>
                  </a:extLst>
                </p14:cNvPr>
                <p14:cNvContentPartPr/>
                <p14:nvPr/>
              </p14:nvContentPartPr>
              <p14:xfrm>
                <a:off x="5744635" y="547580"/>
                <a:ext cx="419400" cy="471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73454CE-8A7C-E893-CFC6-59D642A14F7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35995" y="538580"/>
                  <a:ext cx="43704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7A3DD94-E70B-ED89-A100-86B8209DA7DE}"/>
                    </a:ext>
                  </a:extLst>
                </p14:cNvPr>
                <p14:cNvContentPartPr/>
                <p14:nvPr/>
              </p14:nvContentPartPr>
              <p14:xfrm>
                <a:off x="6284635" y="583580"/>
                <a:ext cx="865080" cy="1094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7A3DD94-E70B-ED89-A100-86B8209DA7D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75995" y="574940"/>
                  <a:ext cx="882720" cy="11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246308E-2EC6-B33C-14A5-1E6B15B4D7C7}"/>
              </a:ext>
            </a:extLst>
          </p:cNvPr>
          <p:cNvGrpSpPr/>
          <p:nvPr/>
        </p:nvGrpSpPr>
        <p:grpSpPr>
          <a:xfrm>
            <a:off x="7680355" y="791660"/>
            <a:ext cx="992160" cy="108720"/>
            <a:chOff x="7680355" y="791660"/>
            <a:chExt cx="992160" cy="1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4E1F79-3F19-414E-D756-77B87A0CC894}"/>
                    </a:ext>
                  </a:extLst>
                </p14:cNvPr>
                <p14:cNvContentPartPr/>
                <p14:nvPr/>
              </p14:nvContentPartPr>
              <p14:xfrm>
                <a:off x="7680355" y="791660"/>
                <a:ext cx="19800" cy="12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4E1F79-3F19-414E-D756-77B87A0CC8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71715" y="783020"/>
                  <a:ext cx="37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D16502-E306-28B8-3038-8CEC185EBA32}"/>
                    </a:ext>
                  </a:extLst>
                </p14:cNvPr>
                <p14:cNvContentPartPr/>
                <p14:nvPr/>
              </p14:nvContentPartPr>
              <p14:xfrm>
                <a:off x="7703755" y="806420"/>
                <a:ext cx="968760" cy="93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1D16502-E306-28B8-3038-8CEC185EBA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94755" y="797780"/>
                  <a:ext cx="98640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4600766-9438-D80C-0E73-05DBC391F5E5}"/>
              </a:ext>
            </a:extLst>
          </p:cNvPr>
          <p:cNvGrpSpPr/>
          <p:nvPr/>
        </p:nvGrpSpPr>
        <p:grpSpPr>
          <a:xfrm>
            <a:off x="9217915" y="361100"/>
            <a:ext cx="2517840" cy="1790280"/>
            <a:chOff x="9217915" y="361100"/>
            <a:chExt cx="2517840" cy="179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675AE00-E81E-6B3C-91B8-350A306C4BEB}"/>
                    </a:ext>
                  </a:extLst>
                </p14:cNvPr>
                <p14:cNvContentPartPr/>
                <p14:nvPr/>
              </p14:nvContentPartPr>
              <p14:xfrm>
                <a:off x="9217915" y="361100"/>
                <a:ext cx="579240" cy="685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675AE00-E81E-6B3C-91B8-350A306C4BE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08915" y="352100"/>
                  <a:ext cx="59688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D74282-37C9-C6B4-88ED-0E83F65CCCC3}"/>
                    </a:ext>
                  </a:extLst>
                </p14:cNvPr>
                <p14:cNvContentPartPr/>
                <p14:nvPr/>
              </p14:nvContentPartPr>
              <p14:xfrm>
                <a:off x="9899395" y="590420"/>
                <a:ext cx="303840" cy="633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D74282-37C9-C6B4-88ED-0E83F65CCC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90395" y="581780"/>
                  <a:ext cx="32148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7425F04-7330-CB36-6E8B-1DAD28246677}"/>
                    </a:ext>
                  </a:extLst>
                </p14:cNvPr>
                <p14:cNvContentPartPr/>
                <p14:nvPr/>
              </p14:nvContentPartPr>
              <p14:xfrm>
                <a:off x="10324195" y="887060"/>
                <a:ext cx="467640" cy="298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7425F04-7330-CB36-6E8B-1DAD2824667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315555" y="878420"/>
                  <a:ext cx="485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F725C0-2EAA-7CC0-8E5E-D4BFE8E7EDFD}"/>
                    </a:ext>
                  </a:extLst>
                </p14:cNvPr>
                <p14:cNvContentPartPr/>
                <p14:nvPr/>
              </p14:nvContentPartPr>
              <p14:xfrm>
                <a:off x="10932595" y="831620"/>
                <a:ext cx="195840" cy="253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F725C0-2EAA-7CC0-8E5E-D4BFE8E7ED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923595" y="822620"/>
                  <a:ext cx="213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7FABB2-10BC-84A4-8584-FF9A617EDB84}"/>
                    </a:ext>
                  </a:extLst>
                </p14:cNvPr>
                <p14:cNvContentPartPr/>
                <p14:nvPr/>
              </p14:nvContentPartPr>
              <p14:xfrm>
                <a:off x="11173075" y="803540"/>
                <a:ext cx="562680" cy="797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7FABB2-10BC-84A4-8584-FF9A617EDB8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164075" y="794900"/>
                  <a:ext cx="580320" cy="81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BDB3B2C-F580-03E8-B259-F32E26D8EA69}"/>
                    </a:ext>
                  </a:extLst>
                </p14:cNvPr>
                <p14:cNvContentPartPr/>
                <p14:nvPr/>
              </p14:nvContentPartPr>
              <p14:xfrm>
                <a:off x="10133755" y="1400420"/>
                <a:ext cx="240840" cy="559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BDB3B2C-F580-03E8-B259-F32E26D8EA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24755" y="1391780"/>
                  <a:ext cx="25848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A846AB0-18F0-3525-C557-AE6D5CE5FEA9}"/>
                    </a:ext>
                  </a:extLst>
                </p14:cNvPr>
                <p14:cNvContentPartPr/>
                <p14:nvPr/>
              </p14:nvContentPartPr>
              <p14:xfrm>
                <a:off x="9672235" y="1950860"/>
                <a:ext cx="362160" cy="124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A846AB0-18F0-3525-C557-AE6D5CE5FE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63595" y="1941860"/>
                  <a:ext cx="379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1D7017-274E-4D3C-67FE-A5D2AF9644FA}"/>
                    </a:ext>
                  </a:extLst>
                </p14:cNvPr>
                <p14:cNvContentPartPr/>
                <p14:nvPr/>
              </p14:nvContentPartPr>
              <p14:xfrm>
                <a:off x="10283515" y="1911620"/>
                <a:ext cx="239400" cy="239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1D7017-274E-4D3C-67FE-A5D2AF9644F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74515" y="1902980"/>
                  <a:ext cx="25704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43C6017-CF6A-2304-B856-0BC277C392C3}"/>
                  </a:ext>
                </a:extLst>
              </p14:cNvPr>
              <p14:cNvContentPartPr/>
              <p14:nvPr/>
            </p14:nvContentPartPr>
            <p14:xfrm>
              <a:off x="9709675" y="2363060"/>
              <a:ext cx="995760" cy="404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43C6017-CF6A-2304-B856-0BC277C392C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00675" y="2354420"/>
                <a:ext cx="101340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7A071C7-3B7F-ABE1-9D68-A267BB8A49D1}"/>
                  </a:ext>
                </a:extLst>
              </p14:cNvPr>
              <p14:cNvContentPartPr/>
              <p14:nvPr/>
            </p14:nvContentPartPr>
            <p14:xfrm>
              <a:off x="1057795" y="2075060"/>
              <a:ext cx="6624720" cy="1526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7A071C7-3B7F-ABE1-9D68-A267BB8A49D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48795" y="2066060"/>
                <a:ext cx="6642360" cy="17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93E5115F-EEBB-99A2-E790-BE779B62291B}"/>
              </a:ext>
            </a:extLst>
          </p:cNvPr>
          <p:cNvGrpSpPr/>
          <p:nvPr/>
        </p:nvGrpSpPr>
        <p:grpSpPr>
          <a:xfrm>
            <a:off x="1911715" y="2889380"/>
            <a:ext cx="9019080" cy="3651120"/>
            <a:chOff x="1911715" y="2889380"/>
            <a:chExt cx="9019080" cy="365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04B480-F1DB-813B-7218-099190A9FA4C}"/>
                    </a:ext>
                  </a:extLst>
                </p14:cNvPr>
                <p14:cNvContentPartPr/>
                <p14:nvPr/>
              </p14:nvContentPartPr>
              <p14:xfrm>
                <a:off x="1911715" y="3115100"/>
                <a:ext cx="361800" cy="573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04B480-F1DB-813B-7218-099190A9FA4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02715" y="3106100"/>
                  <a:ext cx="37944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03829C-2967-E50E-3E75-CEC4494177FE}"/>
                    </a:ext>
                  </a:extLst>
                </p14:cNvPr>
                <p14:cNvContentPartPr/>
                <p14:nvPr/>
              </p14:nvContentPartPr>
              <p14:xfrm>
                <a:off x="2465395" y="3214460"/>
                <a:ext cx="573840" cy="804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03829C-2967-E50E-3E75-CEC4494177F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56755" y="3205820"/>
                  <a:ext cx="59148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090887D-1284-E2FA-135E-E790F024A9C4}"/>
                    </a:ext>
                  </a:extLst>
                </p14:cNvPr>
                <p14:cNvContentPartPr/>
                <p14:nvPr/>
              </p14:nvContentPartPr>
              <p14:xfrm>
                <a:off x="3433435" y="3579500"/>
                <a:ext cx="31680" cy="42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090887D-1284-E2FA-135E-E790F024A9C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24795" y="3570860"/>
                  <a:ext cx="49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155903-2D78-BA39-C09C-FA2C97B10211}"/>
                    </a:ext>
                  </a:extLst>
                </p14:cNvPr>
                <p14:cNvContentPartPr/>
                <p14:nvPr/>
              </p14:nvContentPartPr>
              <p14:xfrm>
                <a:off x="3535315" y="3102500"/>
                <a:ext cx="1145880" cy="997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155903-2D78-BA39-C09C-FA2C97B102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26315" y="3093500"/>
                  <a:ext cx="1163520" cy="10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CBA09D9-4EDE-47D9-655A-D638AA474831}"/>
                    </a:ext>
                  </a:extLst>
                </p14:cNvPr>
                <p14:cNvContentPartPr/>
                <p14:nvPr/>
              </p14:nvContentPartPr>
              <p14:xfrm>
                <a:off x="4475275" y="3201860"/>
                <a:ext cx="416520" cy="81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CBA09D9-4EDE-47D9-655A-D638AA4748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66635" y="3193220"/>
                  <a:ext cx="4341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2DD1403-F27F-1903-8E7B-10A5D2D971B9}"/>
                    </a:ext>
                  </a:extLst>
                </p14:cNvPr>
                <p14:cNvContentPartPr/>
                <p14:nvPr/>
              </p14:nvContentPartPr>
              <p14:xfrm>
                <a:off x="5076115" y="2984780"/>
                <a:ext cx="524520" cy="601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2DD1403-F27F-1903-8E7B-10A5D2D971B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67115" y="2975780"/>
                  <a:ext cx="54216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C77252-6C6D-BF68-0DCC-4436503D5684}"/>
                    </a:ext>
                  </a:extLst>
                </p14:cNvPr>
                <p14:cNvContentPartPr/>
                <p14:nvPr/>
              </p14:nvContentPartPr>
              <p14:xfrm>
                <a:off x="5725915" y="3067580"/>
                <a:ext cx="692640" cy="671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C77252-6C6D-BF68-0DCC-4436503D568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16915" y="3058940"/>
                  <a:ext cx="71028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6192A9-727B-FBED-C694-39E97333CF21}"/>
                    </a:ext>
                  </a:extLst>
                </p14:cNvPr>
                <p14:cNvContentPartPr/>
                <p14:nvPr/>
              </p14:nvContentPartPr>
              <p14:xfrm>
                <a:off x="7492435" y="2889380"/>
                <a:ext cx="8640" cy="9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6192A9-727B-FBED-C694-39E97333CF2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83435" y="2880740"/>
                  <a:ext cx="26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0BB729-5A30-FF36-09F5-5CE1A1AA8062}"/>
                    </a:ext>
                  </a:extLst>
                </p14:cNvPr>
                <p14:cNvContentPartPr/>
                <p14:nvPr/>
              </p14:nvContentPartPr>
              <p14:xfrm>
                <a:off x="6778915" y="2894060"/>
                <a:ext cx="1105560" cy="1593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0BB729-5A30-FF36-09F5-5CE1A1AA80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70275" y="2885060"/>
                  <a:ext cx="1123200" cy="16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0A707F8-5206-5AC9-CF5E-F7BCDFE494B3}"/>
                    </a:ext>
                  </a:extLst>
                </p14:cNvPr>
                <p14:cNvContentPartPr/>
                <p14:nvPr/>
              </p14:nvContentPartPr>
              <p14:xfrm>
                <a:off x="7872955" y="3144260"/>
                <a:ext cx="468720" cy="820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0A707F8-5206-5AC9-CF5E-F7BCDFE494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63955" y="3135260"/>
                  <a:ext cx="486360" cy="83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B8D211D-0C6E-E369-948C-493AE80BDF9C}"/>
                    </a:ext>
                  </a:extLst>
                </p14:cNvPr>
                <p14:cNvContentPartPr/>
                <p14:nvPr/>
              </p14:nvContentPartPr>
              <p14:xfrm>
                <a:off x="8274715" y="3223820"/>
                <a:ext cx="1227960" cy="959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B8D211D-0C6E-E369-948C-493AE80BDF9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66075" y="3214820"/>
                  <a:ext cx="1245600" cy="9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0F2ED3E-167B-7DDB-7AF5-6B793C0DDB00}"/>
                    </a:ext>
                  </a:extLst>
                </p14:cNvPr>
                <p14:cNvContentPartPr/>
                <p14:nvPr/>
              </p14:nvContentPartPr>
              <p14:xfrm>
                <a:off x="4725475" y="3793340"/>
                <a:ext cx="681120" cy="1095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0F2ED3E-167B-7DDB-7AF5-6B793C0DDB0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16475" y="3784700"/>
                  <a:ext cx="698760" cy="11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05B34FE-628C-1492-E0F3-749217E1D952}"/>
                    </a:ext>
                  </a:extLst>
                </p14:cNvPr>
                <p14:cNvContentPartPr/>
                <p14:nvPr/>
              </p14:nvContentPartPr>
              <p14:xfrm>
                <a:off x="5495515" y="4384460"/>
                <a:ext cx="432360" cy="740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05B34FE-628C-1492-E0F3-749217E1D95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86875" y="4375460"/>
                  <a:ext cx="450000" cy="7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BCA368A-D187-451D-FF0F-86A19C408878}"/>
                    </a:ext>
                  </a:extLst>
                </p14:cNvPr>
                <p14:cNvContentPartPr/>
                <p14:nvPr/>
              </p14:nvContentPartPr>
              <p14:xfrm>
                <a:off x="6126235" y="4701620"/>
                <a:ext cx="73800" cy="19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BCA368A-D187-451D-FF0F-86A19C40887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17235" y="4692980"/>
                  <a:ext cx="91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DE382B6-12FE-8874-D803-34EEDF73B671}"/>
                    </a:ext>
                  </a:extLst>
                </p14:cNvPr>
                <p14:cNvContentPartPr/>
                <p14:nvPr/>
              </p14:nvContentPartPr>
              <p14:xfrm>
                <a:off x="6116515" y="4899260"/>
                <a:ext cx="843120" cy="366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DE382B6-12FE-8874-D803-34EEDF73B67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07515" y="4890260"/>
                  <a:ext cx="8607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EB7959D-88F0-8625-D4B6-3B8FDA3C7F77}"/>
                    </a:ext>
                  </a:extLst>
                </p14:cNvPr>
                <p14:cNvContentPartPr/>
                <p14:nvPr/>
              </p14:nvContentPartPr>
              <p14:xfrm>
                <a:off x="7746595" y="4367900"/>
                <a:ext cx="959040" cy="1379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EB7959D-88F0-8625-D4B6-3B8FDA3C7F7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37955" y="4359260"/>
                  <a:ext cx="976680" cy="13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50B85B1-69C1-EE33-D4B9-8727C6994708}"/>
                    </a:ext>
                  </a:extLst>
                </p14:cNvPr>
                <p14:cNvContentPartPr/>
                <p14:nvPr/>
              </p14:nvContentPartPr>
              <p14:xfrm>
                <a:off x="9021355" y="4528820"/>
                <a:ext cx="806760" cy="618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50B85B1-69C1-EE33-D4B9-8727C699470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12355" y="4519820"/>
                  <a:ext cx="82440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03C2202-9B98-9EEC-C219-F3BFE65F82B7}"/>
                    </a:ext>
                  </a:extLst>
                </p14:cNvPr>
                <p14:cNvContentPartPr/>
                <p14:nvPr/>
              </p14:nvContentPartPr>
              <p14:xfrm>
                <a:off x="9729835" y="4742300"/>
                <a:ext cx="294120" cy="320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03C2202-9B98-9EEC-C219-F3BFE65F82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20835" y="4733300"/>
                  <a:ext cx="3117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3DB1EF0-1F41-B7AB-3E8F-653FA31F4F6C}"/>
                    </a:ext>
                  </a:extLst>
                </p14:cNvPr>
                <p14:cNvContentPartPr/>
                <p14:nvPr/>
              </p14:nvContentPartPr>
              <p14:xfrm>
                <a:off x="10020715" y="4747340"/>
                <a:ext cx="565920" cy="354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3DB1EF0-1F41-B7AB-3E8F-653FA31F4F6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12075" y="4738700"/>
                  <a:ext cx="5835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102D7D3-7DDE-5FD2-F9C6-AE469718C7F9}"/>
                    </a:ext>
                  </a:extLst>
                </p14:cNvPr>
                <p14:cNvContentPartPr/>
                <p14:nvPr/>
              </p14:nvContentPartPr>
              <p14:xfrm>
                <a:off x="10242835" y="5044700"/>
                <a:ext cx="107640" cy="34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102D7D3-7DDE-5FD2-F9C6-AE469718C7F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33835" y="5035700"/>
                  <a:ext cx="125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F1598AC-A762-FCB2-E3D9-E9FD09128CFA}"/>
                    </a:ext>
                  </a:extLst>
                </p14:cNvPr>
                <p14:cNvContentPartPr/>
                <p14:nvPr/>
              </p14:nvContentPartPr>
              <p14:xfrm>
                <a:off x="9853315" y="4542140"/>
                <a:ext cx="1077480" cy="1011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F1598AC-A762-FCB2-E3D9-E9FD09128CF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44315" y="4533500"/>
                  <a:ext cx="1095120" cy="10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2FDC1E1-6F9E-53FA-17F8-9A1E521D9C1C}"/>
                    </a:ext>
                  </a:extLst>
                </p14:cNvPr>
                <p14:cNvContentPartPr/>
                <p14:nvPr/>
              </p14:nvContentPartPr>
              <p14:xfrm>
                <a:off x="6469675" y="5693420"/>
                <a:ext cx="707040" cy="610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2FDC1E1-6F9E-53FA-17F8-9A1E521D9C1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61035" y="5684780"/>
                  <a:ext cx="72468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379D9D3-654B-8BD5-4711-EEEDD586C8C7}"/>
                    </a:ext>
                  </a:extLst>
                </p14:cNvPr>
                <p14:cNvContentPartPr/>
                <p14:nvPr/>
              </p14:nvContentPartPr>
              <p14:xfrm>
                <a:off x="7276075" y="5692700"/>
                <a:ext cx="553680" cy="720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379D9D3-654B-8BD5-4711-EEEDD586C8C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267435" y="5683700"/>
                  <a:ext cx="571320" cy="73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61AAE86-1091-7A54-739C-3BB1FAACEA4A}"/>
                    </a:ext>
                  </a:extLst>
                </p14:cNvPr>
                <p14:cNvContentPartPr/>
                <p14:nvPr/>
              </p14:nvContentPartPr>
              <p14:xfrm>
                <a:off x="7975915" y="6258980"/>
                <a:ext cx="145080" cy="174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61AAE86-1091-7A54-739C-3BB1FAACEA4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66915" y="6250340"/>
                  <a:ext cx="1627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CF23289-58B1-7C42-B310-760AC51C38B9}"/>
                    </a:ext>
                  </a:extLst>
                </p14:cNvPr>
                <p14:cNvContentPartPr/>
                <p14:nvPr/>
              </p14:nvContentPartPr>
              <p14:xfrm>
                <a:off x="8283715" y="5812940"/>
                <a:ext cx="505080" cy="727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CF23289-58B1-7C42-B310-760AC51C38B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75075" y="5804300"/>
                  <a:ext cx="52272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C70984-B7D4-B149-2B64-71EBF7B38F94}"/>
                    </a:ext>
                  </a:extLst>
                </p14:cNvPr>
                <p14:cNvContentPartPr/>
                <p14:nvPr/>
              </p14:nvContentPartPr>
              <p14:xfrm>
                <a:off x="8708875" y="6526100"/>
                <a:ext cx="99360" cy="10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C70984-B7D4-B149-2B64-71EBF7B38F9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00235" y="6517100"/>
                  <a:ext cx="117000" cy="2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58397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61EF01-913A-3DB5-2D4D-77F9A6EC554B}"/>
                  </a:ext>
                </a:extLst>
              </p14:cNvPr>
              <p14:cNvContentPartPr/>
              <p14:nvPr/>
            </p14:nvContentPartPr>
            <p14:xfrm>
              <a:off x="1759795" y="703820"/>
              <a:ext cx="410400" cy="458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61EF01-913A-3DB5-2D4D-77F9A6EC55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1155" y="694820"/>
                <a:ext cx="42804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B3AD5E-E109-F7C2-9C14-DD4C17DE66FB}"/>
                  </a:ext>
                </a:extLst>
              </p14:cNvPr>
              <p14:cNvContentPartPr/>
              <p14:nvPr/>
            </p14:nvContentPartPr>
            <p14:xfrm>
              <a:off x="2310595" y="665300"/>
              <a:ext cx="423720" cy="397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B3AD5E-E109-F7C2-9C14-DD4C17DE66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01955" y="656660"/>
                <a:ext cx="44136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50267FA-F8AD-6C71-4E65-DDDE091F72DD}"/>
                  </a:ext>
                </a:extLst>
              </p14:cNvPr>
              <p14:cNvContentPartPr/>
              <p14:nvPr/>
            </p14:nvContentPartPr>
            <p14:xfrm>
              <a:off x="4150555" y="666380"/>
              <a:ext cx="1640880" cy="267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50267FA-F8AD-6C71-4E65-DDDE091F72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41555" y="657740"/>
                <a:ext cx="165852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AFAFD96-F42C-E5BB-69CD-7AFC60EB87E9}"/>
                  </a:ext>
                </a:extLst>
              </p14:cNvPr>
              <p14:cNvContentPartPr/>
              <p14:nvPr/>
            </p14:nvContentPartPr>
            <p14:xfrm>
              <a:off x="6382915" y="744140"/>
              <a:ext cx="1113120" cy="120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AFAFD96-F42C-E5BB-69CD-7AFC60EB87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74275" y="735140"/>
                <a:ext cx="113076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829F0E3-D840-E653-6956-9E4339765856}"/>
                  </a:ext>
                </a:extLst>
              </p14:cNvPr>
              <p14:cNvContentPartPr/>
              <p14:nvPr/>
            </p14:nvContentPartPr>
            <p14:xfrm>
              <a:off x="8089315" y="892460"/>
              <a:ext cx="95760" cy="31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829F0E3-D840-E653-6956-9E433976585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80315" y="883820"/>
                <a:ext cx="1134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E02A23C-23B4-275E-018F-5BCA247F141A}"/>
                  </a:ext>
                </a:extLst>
              </p14:cNvPr>
              <p14:cNvContentPartPr/>
              <p14:nvPr/>
            </p14:nvContentPartPr>
            <p14:xfrm>
              <a:off x="7990315" y="800300"/>
              <a:ext cx="2870280" cy="10728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E02A23C-23B4-275E-018F-5BCA247F14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81315" y="791660"/>
                <a:ext cx="2887920" cy="10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E14CEE1-E74D-6923-7AA1-95A96EE06A5E}"/>
                  </a:ext>
                </a:extLst>
              </p14:cNvPr>
              <p14:cNvContentPartPr/>
              <p14:nvPr/>
            </p14:nvContentPartPr>
            <p14:xfrm>
              <a:off x="9173635" y="1108820"/>
              <a:ext cx="269280" cy="5302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E14CEE1-E74D-6923-7AA1-95A96EE06A5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64635" y="1100180"/>
                <a:ext cx="28692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908A19E-4B29-78AC-5E0F-E7CF0625F015}"/>
                  </a:ext>
                </a:extLst>
              </p14:cNvPr>
              <p14:cNvContentPartPr/>
              <p14:nvPr/>
            </p14:nvContentPartPr>
            <p14:xfrm>
              <a:off x="9732715" y="1139060"/>
              <a:ext cx="35280" cy="410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908A19E-4B29-78AC-5E0F-E7CF0625F0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24075" y="1130060"/>
                <a:ext cx="5292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5081587-6711-E88D-63F7-0966C4F4F9A6}"/>
                  </a:ext>
                </a:extLst>
              </p14:cNvPr>
              <p14:cNvContentPartPr/>
              <p14:nvPr/>
            </p14:nvContentPartPr>
            <p14:xfrm>
              <a:off x="9656755" y="1343900"/>
              <a:ext cx="438120" cy="158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5081587-6711-E88D-63F7-0966C4F4F9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647755" y="1334900"/>
                <a:ext cx="45576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C129E25-0AC8-92E4-6EF4-0556781ED621}"/>
                  </a:ext>
                </a:extLst>
              </p14:cNvPr>
              <p14:cNvContentPartPr/>
              <p14:nvPr/>
            </p14:nvContentPartPr>
            <p14:xfrm>
              <a:off x="10201795" y="1301780"/>
              <a:ext cx="232920" cy="1684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C129E25-0AC8-92E4-6EF4-0556781ED62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192795" y="1292780"/>
                <a:ext cx="2505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F807ACF-A288-38FB-86BB-8A5EEB685149}"/>
                  </a:ext>
                </a:extLst>
              </p14:cNvPr>
              <p14:cNvContentPartPr/>
              <p14:nvPr/>
            </p14:nvContentPartPr>
            <p14:xfrm>
              <a:off x="10562875" y="988220"/>
              <a:ext cx="52560" cy="407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F807ACF-A288-38FB-86BB-8A5EEB68514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554235" y="979220"/>
                <a:ext cx="702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5F522C2-43FD-712A-97BF-CA7C089BB92F}"/>
                  </a:ext>
                </a:extLst>
              </p14:cNvPr>
              <p14:cNvContentPartPr/>
              <p14:nvPr/>
            </p14:nvContentPartPr>
            <p14:xfrm>
              <a:off x="10460995" y="1266860"/>
              <a:ext cx="242640" cy="31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5F522C2-43FD-712A-97BF-CA7C089BB92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51995" y="1258220"/>
                <a:ext cx="26028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7FAC1ECE-9909-00B2-F894-5CF317FE7B25}"/>
              </a:ext>
            </a:extLst>
          </p:cNvPr>
          <p:cNvGrpSpPr/>
          <p:nvPr/>
        </p:nvGrpSpPr>
        <p:grpSpPr>
          <a:xfrm>
            <a:off x="2098195" y="1879580"/>
            <a:ext cx="8261640" cy="4066200"/>
            <a:chOff x="2098195" y="1879580"/>
            <a:chExt cx="8261640" cy="406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7DD2B5-1F1A-4DB3-AE8A-D70C70EACCD5}"/>
                    </a:ext>
                  </a:extLst>
                </p14:cNvPr>
                <p14:cNvContentPartPr/>
                <p14:nvPr/>
              </p14:nvContentPartPr>
              <p14:xfrm>
                <a:off x="6471835" y="4712060"/>
                <a:ext cx="283320" cy="1000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7DD2B5-1F1A-4DB3-AE8A-D70C70EACCD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63195" y="4703420"/>
                  <a:ext cx="300960" cy="10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6F915D1-46F3-C90F-2D7D-E23AE45E733D}"/>
                    </a:ext>
                  </a:extLst>
                </p14:cNvPr>
                <p14:cNvContentPartPr/>
                <p14:nvPr/>
              </p14:nvContentPartPr>
              <p14:xfrm>
                <a:off x="6765235" y="4491380"/>
                <a:ext cx="2773440" cy="1320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6F915D1-46F3-C90F-2D7D-E23AE45E733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56235" y="4482380"/>
                  <a:ext cx="2791080" cy="13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B1621DA-6308-E2A7-FD15-941ACAAD6EBB}"/>
                    </a:ext>
                  </a:extLst>
                </p14:cNvPr>
                <p14:cNvContentPartPr/>
                <p14:nvPr/>
              </p14:nvContentPartPr>
              <p14:xfrm>
                <a:off x="6635275" y="5603420"/>
                <a:ext cx="3126240" cy="173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B1621DA-6308-E2A7-FD15-941ACAAD6EB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26635" y="5594780"/>
                  <a:ext cx="3143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559D109-D1BC-273B-A02C-86458519F22B}"/>
                    </a:ext>
                  </a:extLst>
                </p14:cNvPr>
                <p14:cNvContentPartPr/>
                <p14:nvPr/>
              </p14:nvContentPartPr>
              <p14:xfrm>
                <a:off x="6841195" y="5049020"/>
                <a:ext cx="483840" cy="94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559D109-D1BC-273B-A02C-86458519F22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32195" y="5040380"/>
                  <a:ext cx="5014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A97DCF0-C515-1AA0-0A15-4256E490CCC3}"/>
                    </a:ext>
                  </a:extLst>
                </p14:cNvPr>
                <p14:cNvContentPartPr/>
                <p14:nvPr/>
              </p14:nvContentPartPr>
              <p14:xfrm>
                <a:off x="7137835" y="5114540"/>
                <a:ext cx="84600" cy="392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A97DCF0-C515-1AA0-0A15-4256E490CC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29195" y="5105900"/>
                  <a:ext cx="1022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169F5BA-37A9-D1AC-D0A6-AD8CDB2BCF5E}"/>
                    </a:ext>
                  </a:extLst>
                </p14:cNvPr>
                <p14:cNvContentPartPr/>
                <p14:nvPr/>
              </p14:nvContentPartPr>
              <p14:xfrm>
                <a:off x="7517635" y="5172860"/>
                <a:ext cx="196920" cy="7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169F5BA-37A9-D1AC-D0A6-AD8CDB2BCF5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08635" y="5163860"/>
                  <a:ext cx="214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E8CFBA2-D96E-900C-8249-6AE0E0CF0870}"/>
                    </a:ext>
                  </a:extLst>
                </p14:cNvPr>
                <p14:cNvContentPartPr/>
                <p14:nvPr/>
              </p14:nvContentPartPr>
              <p14:xfrm>
                <a:off x="7728595" y="5289860"/>
                <a:ext cx="176400" cy="37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E8CFBA2-D96E-900C-8249-6AE0E0CF087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19955" y="5281220"/>
                  <a:ext cx="194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A353AB1-0982-4883-241D-C0C5AD211AC5}"/>
                    </a:ext>
                  </a:extLst>
                </p14:cNvPr>
                <p14:cNvContentPartPr/>
                <p14:nvPr/>
              </p14:nvContentPartPr>
              <p14:xfrm>
                <a:off x="8074195" y="5107700"/>
                <a:ext cx="78120" cy="207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A353AB1-0982-4883-241D-C0C5AD211AC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65195" y="5098700"/>
                  <a:ext cx="957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1647400-44B0-4DFC-1EDC-CF6CB3097313}"/>
                    </a:ext>
                  </a:extLst>
                </p14:cNvPr>
                <p14:cNvContentPartPr/>
                <p14:nvPr/>
              </p14:nvContentPartPr>
              <p14:xfrm>
                <a:off x="8217115" y="4928420"/>
                <a:ext cx="315000" cy="355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1647400-44B0-4DFC-1EDC-CF6CB309731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08115" y="4919780"/>
                  <a:ext cx="3326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D4A8722-D127-1517-0AA9-8A3207F77FE7}"/>
                    </a:ext>
                  </a:extLst>
                </p14:cNvPr>
                <p14:cNvContentPartPr/>
                <p14:nvPr/>
              </p14:nvContentPartPr>
              <p14:xfrm>
                <a:off x="8707795" y="5087180"/>
                <a:ext cx="27720" cy="220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D4A8722-D127-1517-0AA9-8A3207F77F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99155" y="5078180"/>
                  <a:ext cx="45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98D2390-B8FF-FBB4-F8F5-9720ACD82DDB}"/>
                    </a:ext>
                  </a:extLst>
                </p14:cNvPr>
                <p14:cNvContentPartPr/>
                <p14:nvPr/>
              </p14:nvContentPartPr>
              <p14:xfrm>
                <a:off x="8625715" y="5133620"/>
                <a:ext cx="217440" cy="48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98D2390-B8FF-FBB4-F8F5-9720ACD82DD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17075" y="5124980"/>
                  <a:ext cx="235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D4C9A6F-F841-CD4E-D5CC-7B4CCCC3C3AE}"/>
                    </a:ext>
                  </a:extLst>
                </p14:cNvPr>
                <p14:cNvContentPartPr/>
                <p14:nvPr/>
              </p14:nvContentPartPr>
              <p14:xfrm>
                <a:off x="8871595" y="5065220"/>
                <a:ext cx="29160" cy="21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D4C9A6F-F841-CD4E-D5CC-7B4CCCC3C3A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62955" y="5056580"/>
                  <a:ext cx="46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3807F69-62FE-8371-E4A6-FA69F498385F}"/>
                    </a:ext>
                  </a:extLst>
                </p14:cNvPr>
                <p14:cNvContentPartPr/>
                <p14:nvPr/>
              </p14:nvContentPartPr>
              <p14:xfrm>
                <a:off x="8870155" y="4897100"/>
                <a:ext cx="193320" cy="562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3807F69-62FE-8371-E4A6-FA69F498385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61155" y="4888460"/>
                  <a:ext cx="21096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EC61E39-55D8-3422-9680-68C4DCF75E98}"/>
                    </a:ext>
                  </a:extLst>
                </p14:cNvPr>
                <p14:cNvContentPartPr/>
                <p14:nvPr/>
              </p14:nvContentPartPr>
              <p14:xfrm>
                <a:off x="9081475" y="5217140"/>
                <a:ext cx="11160" cy="6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EC61E39-55D8-3422-9680-68C4DCF75E9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72835" y="5208500"/>
                  <a:ext cx="288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0D2674A-B20F-B0D9-66FB-D58EBDA96B39}"/>
                    </a:ext>
                  </a:extLst>
                </p14:cNvPr>
                <p14:cNvContentPartPr/>
                <p14:nvPr/>
              </p14:nvContentPartPr>
              <p14:xfrm>
                <a:off x="8276155" y="5495060"/>
                <a:ext cx="306360" cy="79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0D2674A-B20F-B0D9-66FB-D58EBDA96B3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67515" y="5486420"/>
                  <a:ext cx="3240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C94841C-BAA9-0982-B750-A8A334C91D82}"/>
                    </a:ext>
                  </a:extLst>
                </p14:cNvPr>
                <p14:cNvContentPartPr/>
                <p14:nvPr/>
              </p14:nvContentPartPr>
              <p14:xfrm>
                <a:off x="8438875" y="5460500"/>
                <a:ext cx="65520" cy="154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C94841C-BAA9-0982-B750-A8A334C91D8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29875" y="5451500"/>
                  <a:ext cx="83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721E912-EA22-9083-5E29-056BC9BFECA0}"/>
                    </a:ext>
                  </a:extLst>
                </p14:cNvPr>
                <p14:cNvContentPartPr/>
                <p14:nvPr/>
              </p14:nvContentPartPr>
              <p14:xfrm>
                <a:off x="8611675" y="5392100"/>
                <a:ext cx="220320" cy="37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721E912-EA22-9083-5E29-056BC9BFECA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03035" y="5383460"/>
                  <a:ext cx="237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D2C127E-356A-47B6-CC7B-5BD5F0AD31AD}"/>
                    </a:ext>
                  </a:extLst>
                </p14:cNvPr>
                <p14:cNvContentPartPr/>
                <p14:nvPr/>
              </p14:nvContentPartPr>
              <p14:xfrm>
                <a:off x="8626795" y="5411180"/>
                <a:ext cx="104760" cy="332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D2C127E-356A-47B6-CC7B-5BD5F0AD31A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18155" y="5402540"/>
                  <a:ext cx="1224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5E17187-1B2C-50A0-2C05-89260508BAB6}"/>
                    </a:ext>
                  </a:extLst>
                </p14:cNvPr>
                <p14:cNvContentPartPr/>
                <p14:nvPr/>
              </p14:nvContentPartPr>
              <p14:xfrm>
                <a:off x="4067755" y="5103380"/>
                <a:ext cx="2483280" cy="132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5E17187-1B2C-50A0-2C05-89260508BAB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59115" y="5094740"/>
                  <a:ext cx="2500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EEB548A-4E1E-7E44-E16E-6C4EFF6A9A69}"/>
                    </a:ext>
                  </a:extLst>
                </p14:cNvPr>
                <p14:cNvContentPartPr/>
                <p14:nvPr/>
              </p14:nvContentPartPr>
              <p14:xfrm>
                <a:off x="2122675" y="4263500"/>
                <a:ext cx="879480" cy="1322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EEB548A-4E1E-7E44-E16E-6C4EFF6A9A6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14035" y="4254500"/>
                  <a:ext cx="897120" cy="13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0B5EB6C-D930-2640-D214-54DAECEDA9C3}"/>
                    </a:ext>
                  </a:extLst>
                </p14:cNvPr>
                <p14:cNvContentPartPr/>
                <p14:nvPr/>
              </p14:nvContentPartPr>
              <p14:xfrm>
                <a:off x="3447835" y="4249100"/>
                <a:ext cx="429480" cy="1696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0B5EB6C-D930-2640-D214-54DAECEDA9C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39195" y="4240100"/>
                  <a:ext cx="447120" cy="17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F63475F-9D98-2ED9-5FD9-E909480E9B18}"/>
                    </a:ext>
                  </a:extLst>
                </p14:cNvPr>
                <p14:cNvContentPartPr/>
                <p14:nvPr/>
              </p14:nvContentPartPr>
              <p14:xfrm>
                <a:off x="2098195" y="5330180"/>
                <a:ext cx="1656360" cy="205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F63475F-9D98-2ED9-5FD9-E909480E9B1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89555" y="5321180"/>
                  <a:ext cx="1674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2982DEC-752F-E230-8173-56DD8C7A1793}"/>
                    </a:ext>
                  </a:extLst>
                </p14:cNvPr>
                <p14:cNvContentPartPr/>
                <p14:nvPr/>
              </p14:nvContentPartPr>
              <p14:xfrm>
                <a:off x="3030235" y="4168460"/>
                <a:ext cx="1115280" cy="216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2982DEC-752F-E230-8173-56DD8C7A179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21235" y="4159460"/>
                  <a:ext cx="11329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0836149-DF64-E1C6-6B22-7E547BCC0B79}"/>
                    </a:ext>
                  </a:extLst>
                </p14:cNvPr>
                <p14:cNvContentPartPr/>
                <p14:nvPr/>
              </p14:nvContentPartPr>
              <p14:xfrm>
                <a:off x="3097195" y="4595780"/>
                <a:ext cx="629640" cy="150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0836149-DF64-E1C6-6B22-7E547BCC0B7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88195" y="4586780"/>
                  <a:ext cx="6472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81FF10C-3606-EC42-0FD6-5A8708DEA875}"/>
                    </a:ext>
                  </a:extLst>
                </p14:cNvPr>
                <p14:cNvContentPartPr/>
                <p14:nvPr/>
              </p14:nvContentPartPr>
              <p14:xfrm>
                <a:off x="3394915" y="4655180"/>
                <a:ext cx="66600" cy="549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81FF10C-3606-EC42-0FD6-5A8708DEA87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86275" y="4646180"/>
                  <a:ext cx="8424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D4FEF7C-37C9-06EB-629C-A40009FB1A68}"/>
                    </a:ext>
                  </a:extLst>
                </p14:cNvPr>
                <p14:cNvContentPartPr/>
                <p14:nvPr/>
              </p14:nvContentPartPr>
              <p14:xfrm>
                <a:off x="3196195" y="2888300"/>
                <a:ext cx="664920" cy="1306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D4FEF7C-37C9-06EB-629C-A40009FB1A6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87195" y="2879300"/>
                  <a:ext cx="682560" cy="13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7FCB2FA-7E7D-70AF-1530-418D5CD4AC3D}"/>
                    </a:ext>
                  </a:extLst>
                </p14:cNvPr>
                <p14:cNvContentPartPr/>
                <p14:nvPr/>
              </p14:nvContentPartPr>
              <p14:xfrm>
                <a:off x="2646835" y="1879580"/>
                <a:ext cx="2883240" cy="1063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7FCB2FA-7E7D-70AF-1530-418D5CD4AC3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37835" y="1870940"/>
                  <a:ext cx="2900880" cy="10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3371A57-C8C0-6567-B89D-655BD6B218E8}"/>
                    </a:ext>
                  </a:extLst>
                </p14:cNvPr>
                <p14:cNvContentPartPr/>
                <p14:nvPr/>
              </p14:nvContentPartPr>
              <p14:xfrm>
                <a:off x="3399955" y="2544140"/>
                <a:ext cx="510480" cy="557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3371A57-C8C0-6567-B89D-655BD6B218E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390955" y="2535140"/>
                  <a:ext cx="52812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E1D3126-C731-1BE4-B004-09B2DC4D61DB}"/>
                    </a:ext>
                  </a:extLst>
                </p14:cNvPr>
                <p14:cNvContentPartPr/>
                <p14:nvPr/>
              </p14:nvContentPartPr>
              <p14:xfrm>
                <a:off x="4235515" y="2448740"/>
                <a:ext cx="54720" cy="411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E1D3126-C731-1BE4-B004-09B2DC4D61D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26515" y="2440100"/>
                  <a:ext cx="723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47707B4-664D-9021-8A1E-67D4C4B8BBD3}"/>
                    </a:ext>
                  </a:extLst>
                </p14:cNvPr>
                <p14:cNvContentPartPr/>
                <p14:nvPr/>
              </p14:nvContentPartPr>
              <p14:xfrm>
                <a:off x="4267915" y="2399060"/>
                <a:ext cx="555480" cy="526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47707B4-664D-9021-8A1E-67D4C4B8BBD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59275" y="2390060"/>
                  <a:ext cx="57312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0604222-2E75-D73F-C801-957490207E24}"/>
                    </a:ext>
                  </a:extLst>
                </p14:cNvPr>
                <p14:cNvContentPartPr/>
                <p14:nvPr/>
              </p14:nvContentPartPr>
              <p14:xfrm>
                <a:off x="4829875" y="2660420"/>
                <a:ext cx="216360" cy="154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0604222-2E75-D73F-C801-957490207E2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20875" y="2651780"/>
                  <a:ext cx="2340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7B133C4-2716-0F78-9D8E-DCE83FD33628}"/>
                    </a:ext>
                  </a:extLst>
                </p14:cNvPr>
                <p14:cNvContentPartPr/>
                <p14:nvPr/>
              </p14:nvContentPartPr>
              <p14:xfrm>
                <a:off x="4957675" y="2507420"/>
                <a:ext cx="41400" cy="63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7B133C4-2716-0F78-9D8E-DCE83FD336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49035" y="2498780"/>
                  <a:ext cx="59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B9208D4-2EB2-796C-5026-7F0B85CD374D}"/>
                    </a:ext>
                  </a:extLst>
                </p14:cNvPr>
                <p14:cNvContentPartPr/>
                <p14:nvPr/>
              </p14:nvContentPartPr>
              <p14:xfrm>
                <a:off x="8177875" y="2649620"/>
                <a:ext cx="500040" cy="1360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B9208D4-2EB2-796C-5026-7F0B85CD374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68875" y="2640620"/>
                  <a:ext cx="517680" cy="13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97C8353-B10F-B6E4-413D-F8D39F42148E}"/>
                    </a:ext>
                  </a:extLst>
                </p14:cNvPr>
                <p14:cNvContentPartPr/>
                <p14:nvPr/>
              </p14:nvContentPartPr>
              <p14:xfrm>
                <a:off x="9633715" y="2721980"/>
                <a:ext cx="339120" cy="940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97C8353-B10F-B6E4-413D-F8D39F42148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625075" y="2712980"/>
                  <a:ext cx="356760" cy="9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59319A6-B800-740C-872E-957C0D8B9803}"/>
                    </a:ext>
                  </a:extLst>
                </p14:cNvPr>
                <p14:cNvContentPartPr/>
                <p14:nvPr/>
              </p14:nvContentPartPr>
              <p14:xfrm>
                <a:off x="8450755" y="2659700"/>
                <a:ext cx="1909080" cy="98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59319A6-B800-740C-872E-957C0D8B980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42115" y="2651060"/>
                  <a:ext cx="1926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2B9CFB9-7739-CCD7-3E1B-2689F23BD92C}"/>
                    </a:ext>
                  </a:extLst>
                </p14:cNvPr>
                <p14:cNvContentPartPr/>
                <p14:nvPr/>
              </p14:nvContentPartPr>
              <p14:xfrm>
                <a:off x="8128555" y="3796580"/>
                <a:ext cx="1638000" cy="259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2B9CFB9-7739-CCD7-3E1B-2689F23BD92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19915" y="3787940"/>
                  <a:ext cx="16556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22F56C2-5743-130F-7939-D57FD190783A}"/>
                    </a:ext>
                  </a:extLst>
                </p14:cNvPr>
                <p14:cNvContentPartPr/>
                <p14:nvPr/>
              </p14:nvContentPartPr>
              <p14:xfrm>
                <a:off x="8876995" y="2993780"/>
                <a:ext cx="457560" cy="286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22F56C2-5743-130F-7939-D57FD190783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68355" y="2984780"/>
                  <a:ext cx="475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3ADF935-F0C0-4A7F-7C3F-2331E4F3D7F3}"/>
                    </a:ext>
                  </a:extLst>
                </p14:cNvPr>
                <p14:cNvContentPartPr/>
                <p14:nvPr/>
              </p14:nvContentPartPr>
              <p14:xfrm>
                <a:off x="9510955" y="3013220"/>
                <a:ext cx="18360" cy="256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3ADF935-F0C0-4A7F-7C3F-2331E4F3D7F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01955" y="3004220"/>
                  <a:ext cx="360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3BC0A9C-376B-0D10-2F09-C3E5BA502968}"/>
                    </a:ext>
                  </a:extLst>
                </p14:cNvPr>
                <p14:cNvContentPartPr/>
                <p14:nvPr/>
              </p14:nvContentPartPr>
              <p14:xfrm>
                <a:off x="9527515" y="3076220"/>
                <a:ext cx="210240" cy="23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3BC0A9C-376B-0D10-2F09-C3E5BA50296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18875" y="3067220"/>
                  <a:ext cx="227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4D5C369-F664-46D3-9D22-A4AA16876F25}"/>
                    </a:ext>
                  </a:extLst>
                </p14:cNvPr>
                <p14:cNvContentPartPr/>
                <p14:nvPr/>
              </p14:nvContentPartPr>
              <p14:xfrm>
                <a:off x="9137635" y="3412460"/>
                <a:ext cx="157320" cy="376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4D5C369-F664-46D3-9D22-A4AA16876F2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28995" y="3403820"/>
                  <a:ext cx="1749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E635798-C3A6-4738-BD27-8966E7885595}"/>
                    </a:ext>
                  </a:extLst>
                </p14:cNvPr>
                <p14:cNvContentPartPr/>
                <p14:nvPr/>
              </p14:nvContentPartPr>
              <p14:xfrm>
                <a:off x="9375595" y="3654380"/>
                <a:ext cx="14760" cy="4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E635798-C3A6-4738-BD27-8966E788559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66955" y="3645740"/>
                  <a:ext cx="32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D3D8D5D-78E7-0A2A-6612-280532F2E406}"/>
                    </a:ext>
                  </a:extLst>
                </p14:cNvPr>
                <p14:cNvContentPartPr/>
                <p14:nvPr/>
              </p14:nvContentPartPr>
              <p14:xfrm>
                <a:off x="9136915" y="1886780"/>
                <a:ext cx="263880" cy="895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D3D8D5D-78E7-0A2A-6612-280532F2E40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28275" y="1877780"/>
                  <a:ext cx="281520" cy="9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7605898-F65E-1F0E-30B1-6339675EA627}"/>
                    </a:ext>
                  </a:extLst>
                </p14:cNvPr>
                <p14:cNvContentPartPr/>
                <p14:nvPr/>
              </p14:nvContentPartPr>
              <p14:xfrm>
                <a:off x="8725435" y="2356580"/>
                <a:ext cx="867960" cy="501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7605898-F65E-1F0E-30B1-6339675EA6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16435" y="2347940"/>
                  <a:ext cx="88560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51D18D4-E200-5AD4-C47F-CBFDE9EB8C3C}"/>
                    </a:ext>
                  </a:extLst>
                </p14:cNvPr>
                <p14:cNvContentPartPr/>
                <p14:nvPr/>
              </p14:nvContentPartPr>
              <p14:xfrm>
                <a:off x="8648755" y="3873620"/>
                <a:ext cx="229320" cy="887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51D18D4-E200-5AD4-C47F-CBFDE9EB8C3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639755" y="3864980"/>
                  <a:ext cx="246960" cy="90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FB1955F-39C2-CBF3-CD22-A19E26404E44}"/>
                    </a:ext>
                  </a:extLst>
                </p14:cNvPr>
                <p14:cNvContentPartPr/>
                <p14:nvPr/>
              </p14:nvContentPartPr>
              <p14:xfrm>
                <a:off x="8091475" y="4437020"/>
                <a:ext cx="1003680" cy="462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FB1955F-39C2-CBF3-CD22-A19E26404E4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082835" y="4428020"/>
                  <a:ext cx="1021320" cy="48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2A20C-DB9B-35C0-8858-DED20817A724}"/>
              </a:ext>
            </a:extLst>
          </p:cNvPr>
          <p:cNvGrpSpPr/>
          <p:nvPr/>
        </p:nvGrpSpPr>
        <p:grpSpPr>
          <a:xfrm>
            <a:off x="657475" y="141468"/>
            <a:ext cx="3941280" cy="1931040"/>
            <a:chOff x="657475" y="141468"/>
            <a:chExt cx="3941280" cy="19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1E5B693-2BAA-26C8-26F7-46CC36CCFE04}"/>
                    </a:ext>
                  </a:extLst>
                </p14:cNvPr>
                <p14:cNvContentPartPr/>
                <p14:nvPr/>
              </p14:nvContentPartPr>
              <p14:xfrm>
                <a:off x="932875" y="410028"/>
                <a:ext cx="294480" cy="1181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1E5B693-2BAA-26C8-26F7-46CC36CCFE0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3875" y="401388"/>
                  <a:ext cx="312120" cy="11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6E45275-F008-C456-C827-5C2F6AFA57A2}"/>
                    </a:ext>
                  </a:extLst>
                </p14:cNvPr>
                <p14:cNvContentPartPr/>
                <p14:nvPr/>
              </p14:nvContentPartPr>
              <p14:xfrm>
                <a:off x="1010995" y="141468"/>
                <a:ext cx="567000" cy="906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6E45275-F008-C456-C827-5C2F6AFA57A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2355" y="132828"/>
                  <a:ext cx="58464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4D0393B-44CF-6091-FE49-E5D8B049E02C}"/>
                    </a:ext>
                  </a:extLst>
                </p14:cNvPr>
                <p14:cNvContentPartPr/>
                <p14:nvPr/>
              </p14:nvContentPartPr>
              <p14:xfrm>
                <a:off x="3264955" y="546468"/>
                <a:ext cx="586080" cy="1048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4D0393B-44CF-6091-FE49-E5D8B049E02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256315" y="537828"/>
                  <a:ext cx="603720" cy="10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F39B449-9FA0-0E32-5CC1-8DA312890447}"/>
                    </a:ext>
                  </a:extLst>
                </p14:cNvPr>
                <p14:cNvContentPartPr/>
                <p14:nvPr/>
              </p14:nvContentPartPr>
              <p14:xfrm>
                <a:off x="3583555" y="366468"/>
                <a:ext cx="653400" cy="61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F39B449-9FA0-0E32-5CC1-8DA31289044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74555" y="357468"/>
                  <a:ext cx="67104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F56CD7-3612-01DE-FF40-5A7528BE231B}"/>
                    </a:ext>
                  </a:extLst>
                </p14:cNvPr>
                <p14:cNvContentPartPr/>
                <p14:nvPr/>
              </p14:nvContentPartPr>
              <p14:xfrm>
                <a:off x="657475" y="1615308"/>
                <a:ext cx="3941280" cy="457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F56CD7-3612-01DE-FF40-5A7528BE231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8475" y="1606668"/>
                  <a:ext cx="3958920" cy="47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6999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F95F5378-EFC1-ECFC-430D-1CEDBEB9DC9C}"/>
              </a:ext>
            </a:extLst>
          </p:cNvPr>
          <p:cNvGrpSpPr/>
          <p:nvPr/>
        </p:nvGrpSpPr>
        <p:grpSpPr>
          <a:xfrm>
            <a:off x="1042675" y="397068"/>
            <a:ext cx="10068480" cy="4417200"/>
            <a:chOff x="1042675" y="397068"/>
            <a:chExt cx="10068480" cy="441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893DC5B-0267-FE7D-CE48-E76C6BEEBFDA}"/>
                    </a:ext>
                  </a:extLst>
                </p14:cNvPr>
                <p14:cNvContentPartPr/>
                <p14:nvPr/>
              </p14:nvContentPartPr>
              <p14:xfrm>
                <a:off x="1387195" y="974148"/>
                <a:ext cx="27000" cy="2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893DC5B-0267-FE7D-CE48-E76C6BEEBFD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78555" y="965148"/>
                  <a:ext cx="446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049F9CC-8ABC-B668-44FE-56644E00245D}"/>
                    </a:ext>
                  </a:extLst>
                </p14:cNvPr>
                <p14:cNvContentPartPr/>
                <p14:nvPr/>
              </p14:nvContentPartPr>
              <p14:xfrm>
                <a:off x="1353355" y="892788"/>
                <a:ext cx="100800" cy="922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049F9CC-8ABC-B668-44FE-56644E0024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44355" y="883788"/>
                  <a:ext cx="118440" cy="9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94F2405-CFDC-6545-DCAB-464CF71B0A6B}"/>
                    </a:ext>
                  </a:extLst>
                </p14:cNvPr>
                <p14:cNvContentPartPr/>
                <p14:nvPr/>
              </p14:nvContentPartPr>
              <p14:xfrm>
                <a:off x="1042675" y="782988"/>
                <a:ext cx="1436400" cy="1184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94F2405-CFDC-6545-DCAB-464CF71B0A6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3675" y="774348"/>
                  <a:ext cx="1454040" cy="12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0C9E7C1-3677-21FE-B038-CFB10CF020EB}"/>
                    </a:ext>
                  </a:extLst>
                </p14:cNvPr>
                <p14:cNvContentPartPr/>
                <p14:nvPr/>
              </p14:nvContentPartPr>
              <p14:xfrm>
                <a:off x="2391595" y="1051188"/>
                <a:ext cx="886320" cy="247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0C9E7C1-3677-21FE-B038-CFB10CF020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82955" y="1042188"/>
                  <a:ext cx="9039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D3ED389-1303-7A8C-E8FC-89EAC43A07B1}"/>
                    </a:ext>
                  </a:extLst>
                </p14:cNvPr>
                <p14:cNvContentPartPr/>
                <p14:nvPr/>
              </p14:nvContentPartPr>
              <p14:xfrm>
                <a:off x="2883715" y="486708"/>
                <a:ext cx="74520" cy="355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D3ED389-1303-7A8C-E8FC-89EAC43A07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74715" y="478068"/>
                  <a:ext cx="921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EF26633-4196-DDD2-7B23-EDA63E3C53CF}"/>
                    </a:ext>
                  </a:extLst>
                </p14:cNvPr>
                <p14:cNvContentPartPr/>
                <p14:nvPr/>
              </p14:nvContentPartPr>
              <p14:xfrm>
                <a:off x="3000715" y="397068"/>
                <a:ext cx="628560" cy="414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EF26633-4196-DDD2-7B23-EDA63E3C53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91715" y="388428"/>
                  <a:ext cx="6462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7B2E883-6A8F-8B2A-BC6D-674B473980AA}"/>
                    </a:ext>
                  </a:extLst>
                </p14:cNvPr>
                <p14:cNvContentPartPr/>
                <p14:nvPr/>
              </p14:nvContentPartPr>
              <p14:xfrm>
                <a:off x="3191155" y="944628"/>
                <a:ext cx="1631520" cy="93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7B2E883-6A8F-8B2A-BC6D-674B473980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82515" y="935988"/>
                  <a:ext cx="1649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1BEBCB6-D2A1-F47B-220C-93C394478551}"/>
                    </a:ext>
                  </a:extLst>
                </p14:cNvPr>
                <p14:cNvContentPartPr/>
                <p14:nvPr/>
              </p14:nvContentPartPr>
              <p14:xfrm>
                <a:off x="4499395" y="673548"/>
                <a:ext cx="446760" cy="891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1BEBCB6-D2A1-F47B-220C-93C39447855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90755" y="664548"/>
                  <a:ext cx="464400" cy="90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97F4F2-22D0-015F-315A-230AF4FC6AA0}"/>
                    </a:ext>
                  </a:extLst>
                </p14:cNvPr>
                <p14:cNvContentPartPr/>
                <p14:nvPr/>
              </p14:nvContentPartPr>
              <p14:xfrm>
                <a:off x="6144595" y="835548"/>
                <a:ext cx="1620360" cy="702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97F4F2-22D0-015F-315A-230AF4FC6A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35955" y="826548"/>
                  <a:ext cx="163800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16283DC-FDAA-A693-F5F1-1F5E059E41A7}"/>
                    </a:ext>
                  </a:extLst>
                </p14:cNvPr>
                <p14:cNvContentPartPr/>
                <p14:nvPr/>
              </p14:nvContentPartPr>
              <p14:xfrm>
                <a:off x="8870515" y="1385268"/>
                <a:ext cx="1070280" cy="86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16283DC-FDAA-A693-F5F1-1F5E059E41A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61515" y="1376628"/>
                  <a:ext cx="1087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464C92B-C2C5-3016-9F29-47922ACA5023}"/>
                    </a:ext>
                  </a:extLst>
                </p14:cNvPr>
                <p14:cNvContentPartPr/>
                <p14:nvPr/>
              </p14:nvContentPartPr>
              <p14:xfrm>
                <a:off x="9525355" y="968748"/>
                <a:ext cx="382680" cy="848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464C92B-C2C5-3016-9F29-47922ACA502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16355" y="959748"/>
                  <a:ext cx="40032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4E2436-908A-E6EC-49B8-02B2B3C5BABB}"/>
                    </a:ext>
                  </a:extLst>
                </p14:cNvPr>
                <p14:cNvContentPartPr/>
                <p14:nvPr/>
              </p14:nvContentPartPr>
              <p14:xfrm>
                <a:off x="3124195" y="2539068"/>
                <a:ext cx="55440" cy="869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4E2436-908A-E6EC-49B8-02B2B3C5BA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15195" y="2530068"/>
                  <a:ext cx="7308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44AFC84-E263-AD1E-3EAE-883F18B98D2C}"/>
                    </a:ext>
                  </a:extLst>
                </p14:cNvPr>
                <p14:cNvContentPartPr/>
                <p14:nvPr/>
              </p14:nvContentPartPr>
              <p14:xfrm>
                <a:off x="3033115" y="2203908"/>
                <a:ext cx="908280" cy="1274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44AFC84-E263-AD1E-3EAE-883F18B98D2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24475" y="2195268"/>
                  <a:ext cx="925920" cy="12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3DEFCA-49F1-0429-5EDA-51C06DC776FA}"/>
                    </a:ext>
                  </a:extLst>
                </p14:cNvPr>
                <p14:cNvContentPartPr/>
                <p14:nvPr/>
              </p14:nvContentPartPr>
              <p14:xfrm>
                <a:off x="3989275" y="2852628"/>
                <a:ext cx="1199880" cy="88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3DEFCA-49F1-0429-5EDA-51C06DC776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80635" y="2843628"/>
                  <a:ext cx="1217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7A14DF8-5D51-532B-EEA8-56895C348C90}"/>
                    </a:ext>
                  </a:extLst>
                </p14:cNvPr>
                <p14:cNvContentPartPr/>
                <p14:nvPr/>
              </p14:nvContentPartPr>
              <p14:xfrm>
                <a:off x="3545755" y="2188068"/>
                <a:ext cx="68040" cy="187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7A14DF8-5D51-532B-EEA8-56895C348C9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36755" y="2179428"/>
                  <a:ext cx="856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72850FC-028B-DBE1-CDA9-68CFDB7BE348}"/>
                    </a:ext>
                  </a:extLst>
                </p14:cNvPr>
                <p14:cNvContentPartPr/>
                <p14:nvPr/>
              </p14:nvContentPartPr>
              <p14:xfrm>
                <a:off x="3547915" y="1896468"/>
                <a:ext cx="262080" cy="394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72850FC-028B-DBE1-CDA9-68CFDB7BE34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39275" y="1887468"/>
                  <a:ext cx="2797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027690-5EE2-76B1-6D9D-39B06BDDB148}"/>
                    </a:ext>
                  </a:extLst>
                </p14:cNvPr>
                <p14:cNvContentPartPr/>
                <p14:nvPr/>
              </p14:nvContentPartPr>
              <p14:xfrm>
                <a:off x="3926635" y="2060268"/>
                <a:ext cx="87120" cy="170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027690-5EE2-76B1-6D9D-39B06BDDB1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17995" y="2051628"/>
                  <a:ext cx="104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50F1BA2-9724-9965-2C7C-645F003B6078}"/>
                    </a:ext>
                  </a:extLst>
                </p14:cNvPr>
                <p14:cNvContentPartPr/>
                <p14:nvPr/>
              </p14:nvContentPartPr>
              <p14:xfrm>
                <a:off x="2632795" y="1847508"/>
                <a:ext cx="783000" cy="362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50F1BA2-9724-9965-2C7C-645F003B607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24155" y="1838868"/>
                  <a:ext cx="8006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E439F6-223C-4BFD-1520-3D7115124AA0}"/>
                    </a:ext>
                  </a:extLst>
                </p14:cNvPr>
                <p14:cNvContentPartPr/>
                <p14:nvPr/>
              </p14:nvContentPartPr>
              <p14:xfrm>
                <a:off x="3876235" y="2307588"/>
                <a:ext cx="128160" cy="86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E439F6-223C-4BFD-1520-3D7115124A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7235" y="2298948"/>
                  <a:ext cx="145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FC4B746-A5CF-3657-DDF1-8CB6AFEAAB92}"/>
                    </a:ext>
                  </a:extLst>
                </p14:cNvPr>
                <p14:cNvContentPartPr/>
                <p14:nvPr/>
              </p14:nvContentPartPr>
              <p14:xfrm>
                <a:off x="3861475" y="2173308"/>
                <a:ext cx="32760" cy="9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FC4B746-A5CF-3657-DDF1-8CB6AFEAAB9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52835" y="2164308"/>
                  <a:ext cx="50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FE8E36C-DF89-C126-B745-9F29F3D60071}"/>
                    </a:ext>
                  </a:extLst>
                </p14:cNvPr>
                <p14:cNvContentPartPr/>
                <p14:nvPr/>
              </p14:nvContentPartPr>
              <p14:xfrm>
                <a:off x="5769475" y="2391468"/>
                <a:ext cx="202320" cy="920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E8E36C-DF89-C126-B745-9F29F3D6007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60475" y="2382468"/>
                  <a:ext cx="219960" cy="9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7714EE7-9BB9-27F3-5A11-9720A1881E9E}"/>
                    </a:ext>
                  </a:extLst>
                </p14:cNvPr>
                <p14:cNvContentPartPr/>
                <p14:nvPr/>
              </p14:nvContentPartPr>
              <p14:xfrm>
                <a:off x="5746435" y="2668308"/>
                <a:ext cx="925200" cy="234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7714EE7-9BB9-27F3-5A11-9720A1881E9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37435" y="2659308"/>
                  <a:ext cx="9428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EFC802-743C-2B78-F11E-FD562ABDB961}"/>
                    </a:ext>
                  </a:extLst>
                </p14:cNvPr>
                <p14:cNvContentPartPr/>
                <p14:nvPr/>
              </p14:nvContentPartPr>
              <p14:xfrm>
                <a:off x="7601875" y="2563908"/>
                <a:ext cx="84600" cy="365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EFC802-743C-2B78-F11E-FD562ABDB9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93235" y="2554908"/>
                  <a:ext cx="1022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C5E5F7-3D6A-C29C-15F8-6B906079BBC7}"/>
                    </a:ext>
                  </a:extLst>
                </p14:cNvPr>
                <p14:cNvContentPartPr/>
                <p14:nvPr/>
              </p14:nvContentPartPr>
              <p14:xfrm>
                <a:off x="7516555" y="2726628"/>
                <a:ext cx="433080" cy="156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C5E5F7-3D6A-C29C-15F8-6B906079BBC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07555" y="2717988"/>
                  <a:ext cx="450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C2A8DC-9310-4B21-906E-1465FFCFECFB}"/>
                    </a:ext>
                  </a:extLst>
                </p14:cNvPr>
                <p14:cNvContentPartPr/>
                <p14:nvPr/>
              </p14:nvContentPartPr>
              <p14:xfrm>
                <a:off x="7822555" y="2430348"/>
                <a:ext cx="509040" cy="735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C2A8DC-9310-4B21-906E-1465FFCFECF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13915" y="2421708"/>
                  <a:ext cx="52668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20E83F4-EDCA-4BA7-FB5E-AD4D63D5EDF5}"/>
                    </a:ext>
                  </a:extLst>
                </p14:cNvPr>
                <p14:cNvContentPartPr/>
                <p14:nvPr/>
              </p14:nvContentPartPr>
              <p14:xfrm>
                <a:off x="8958355" y="2540868"/>
                <a:ext cx="85320" cy="555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20E83F4-EDCA-4BA7-FB5E-AD4D63D5EDF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49715" y="2531868"/>
                  <a:ext cx="10296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AE1797-F760-DC74-A992-A23744124A3B}"/>
                    </a:ext>
                  </a:extLst>
                </p14:cNvPr>
                <p14:cNvContentPartPr/>
                <p14:nvPr/>
              </p14:nvContentPartPr>
              <p14:xfrm>
                <a:off x="8807875" y="2826348"/>
                <a:ext cx="663480" cy="61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AE1797-F760-DC74-A992-A23744124A3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98875" y="2817708"/>
                  <a:ext cx="681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147FC78-AFEB-1CE2-DDE8-A8041510339D}"/>
                    </a:ext>
                  </a:extLst>
                </p14:cNvPr>
                <p14:cNvContentPartPr/>
                <p14:nvPr/>
              </p14:nvContentPartPr>
              <p14:xfrm>
                <a:off x="9585475" y="2352948"/>
                <a:ext cx="807840" cy="172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147FC78-AFEB-1CE2-DDE8-A8041510339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76835" y="2343948"/>
                  <a:ext cx="825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F5E576-626B-2EAA-3A13-1CBF038C857C}"/>
                    </a:ext>
                  </a:extLst>
                </p14:cNvPr>
                <p14:cNvContentPartPr/>
                <p14:nvPr/>
              </p14:nvContentPartPr>
              <p14:xfrm>
                <a:off x="9869875" y="2552028"/>
                <a:ext cx="133560" cy="591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F5E576-626B-2EAA-3A13-1CBF038C857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60875" y="2543028"/>
                  <a:ext cx="1512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F0DA233-1A79-D8CC-9743-2A69DF874D5F}"/>
                    </a:ext>
                  </a:extLst>
                </p14:cNvPr>
                <p14:cNvContentPartPr/>
                <p14:nvPr/>
              </p14:nvContentPartPr>
              <p14:xfrm>
                <a:off x="10268035" y="2877468"/>
                <a:ext cx="528840" cy="61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F0DA233-1A79-D8CC-9743-2A69DF874D5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59035" y="2868468"/>
                  <a:ext cx="546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5FDA9B8-111B-AD89-5BD6-B14C0D130A70}"/>
                    </a:ext>
                  </a:extLst>
                </p14:cNvPr>
                <p14:cNvContentPartPr/>
                <p14:nvPr/>
              </p14:nvContentPartPr>
              <p14:xfrm>
                <a:off x="10506715" y="2683068"/>
                <a:ext cx="144000" cy="498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5FDA9B8-111B-AD89-5BD6-B14C0D130A7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98075" y="2674068"/>
                  <a:ext cx="16164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0207740-30A0-10AB-B83C-EBE4158A7C8E}"/>
                    </a:ext>
                  </a:extLst>
                </p14:cNvPr>
                <p14:cNvContentPartPr/>
                <p14:nvPr/>
              </p14:nvContentPartPr>
              <p14:xfrm>
                <a:off x="2737915" y="3887988"/>
                <a:ext cx="320400" cy="926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0207740-30A0-10AB-B83C-EBE4158A7C8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28915" y="3878988"/>
                  <a:ext cx="338040" cy="9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ADBA2CC-06D6-DE06-51E6-3545BCC91F91}"/>
                    </a:ext>
                  </a:extLst>
                </p14:cNvPr>
                <p14:cNvContentPartPr/>
                <p14:nvPr/>
              </p14:nvContentPartPr>
              <p14:xfrm>
                <a:off x="3411835" y="3645708"/>
                <a:ext cx="457200" cy="198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ADBA2CC-06D6-DE06-51E6-3545BCC91F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03195" y="3637068"/>
                  <a:ext cx="4748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5339929-A9A3-E869-40D7-118B6D018D5D}"/>
                    </a:ext>
                  </a:extLst>
                </p14:cNvPr>
                <p14:cNvContentPartPr/>
                <p14:nvPr/>
              </p14:nvContentPartPr>
              <p14:xfrm>
                <a:off x="3788035" y="4212348"/>
                <a:ext cx="52200" cy="93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5339929-A9A3-E869-40D7-118B6D018D5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79395" y="4203348"/>
                  <a:ext cx="69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A29B345-8630-F985-B829-C25D6356C164}"/>
                    </a:ext>
                  </a:extLst>
                </p14:cNvPr>
                <p14:cNvContentPartPr/>
                <p14:nvPr/>
              </p14:nvContentPartPr>
              <p14:xfrm>
                <a:off x="3938875" y="4065108"/>
                <a:ext cx="1105920" cy="304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A29B345-8630-F985-B829-C25D6356C1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30235" y="4056108"/>
                  <a:ext cx="11235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D6E6E2-CC04-62A9-0AAB-7A39209CD560}"/>
                    </a:ext>
                  </a:extLst>
                </p14:cNvPr>
                <p14:cNvContentPartPr/>
                <p14:nvPr/>
              </p14:nvContentPartPr>
              <p14:xfrm>
                <a:off x="5194555" y="3726708"/>
                <a:ext cx="977760" cy="618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D6E6E2-CC04-62A9-0AAB-7A39209CD56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85915" y="3718068"/>
                  <a:ext cx="99540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EA98EB3-61A1-86CC-FB3B-3BB9E6A43426}"/>
                    </a:ext>
                  </a:extLst>
                </p14:cNvPr>
                <p14:cNvContentPartPr/>
                <p14:nvPr/>
              </p14:nvContentPartPr>
              <p14:xfrm>
                <a:off x="6328555" y="3853068"/>
                <a:ext cx="123480" cy="18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EA98EB3-61A1-86CC-FB3B-3BB9E6A4342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19915" y="3844428"/>
                  <a:ext cx="141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19F1C35-DB8A-F246-3F90-7A5C07CCB35F}"/>
                    </a:ext>
                  </a:extLst>
                </p14:cNvPr>
                <p14:cNvContentPartPr/>
                <p14:nvPr/>
              </p14:nvContentPartPr>
              <p14:xfrm>
                <a:off x="6516835" y="3832548"/>
                <a:ext cx="246240" cy="499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19F1C35-DB8A-F246-3F90-7A5C07CCB35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07835" y="3823548"/>
                  <a:ext cx="26388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A25D58-79F4-25C7-FF4E-3D3CA22F26A3}"/>
                    </a:ext>
                  </a:extLst>
                </p14:cNvPr>
                <p14:cNvContentPartPr/>
                <p14:nvPr/>
              </p14:nvContentPartPr>
              <p14:xfrm>
                <a:off x="6998515" y="4175988"/>
                <a:ext cx="1778400" cy="60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A25D58-79F4-25C7-FF4E-3D3CA22F26A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89515" y="4166988"/>
                  <a:ext cx="1796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2D04D34-3CE0-1C6B-D171-36BD03428ECE}"/>
                    </a:ext>
                  </a:extLst>
                </p14:cNvPr>
                <p14:cNvContentPartPr/>
                <p14:nvPr/>
              </p14:nvContentPartPr>
              <p14:xfrm>
                <a:off x="8357875" y="3672708"/>
                <a:ext cx="519480" cy="1082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2D04D34-3CE0-1C6B-D171-36BD03428EC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49235" y="3663708"/>
                  <a:ext cx="53712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2649BD7-E55E-74B9-B493-CA3020936C4D}"/>
                    </a:ext>
                  </a:extLst>
                </p14:cNvPr>
                <p14:cNvContentPartPr/>
                <p14:nvPr/>
              </p14:nvContentPartPr>
              <p14:xfrm>
                <a:off x="9444355" y="4432668"/>
                <a:ext cx="63000" cy="1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2649BD7-E55E-74B9-B493-CA3020936C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435715" y="4423668"/>
                  <a:ext cx="806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B542E74-BE92-47E8-1DB4-2C60217B5553}"/>
                    </a:ext>
                  </a:extLst>
                </p14:cNvPr>
                <p14:cNvContentPartPr/>
                <p14:nvPr/>
              </p14:nvContentPartPr>
              <p14:xfrm>
                <a:off x="9147715" y="3584508"/>
                <a:ext cx="788400" cy="1096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B542E74-BE92-47E8-1DB4-2C60217B555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38715" y="3575868"/>
                  <a:ext cx="806040" cy="11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0B4D870-0F31-259A-5206-4EB880251562}"/>
                    </a:ext>
                  </a:extLst>
                </p14:cNvPr>
                <p14:cNvContentPartPr/>
                <p14:nvPr/>
              </p14:nvContentPartPr>
              <p14:xfrm>
                <a:off x="10102795" y="3883668"/>
                <a:ext cx="66600" cy="550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0B4D870-0F31-259A-5206-4EB88025156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094155" y="3874668"/>
                  <a:ext cx="8424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6492E5-7531-3A6B-D0B8-36607C8A42EB}"/>
                    </a:ext>
                  </a:extLst>
                </p14:cNvPr>
                <p14:cNvContentPartPr/>
                <p14:nvPr/>
              </p14:nvContentPartPr>
              <p14:xfrm>
                <a:off x="10075075" y="4215588"/>
                <a:ext cx="298080" cy="46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6492E5-7531-3A6B-D0B8-36607C8A42E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66435" y="4206588"/>
                  <a:ext cx="315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8EF96D4-9768-EA99-FC5B-20BCF9D6B3D4}"/>
                    </a:ext>
                  </a:extLst>
                </p14:cNvPr>
                <p14:cNvContentPartPr/>
                <p14:nvPr/>
              </p14:nvContentPartPr>
              <p14:xfrm>
                <a:off x="10379995" y="4384788"/>
                <a:ext cx="497160" cy="69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8EF96D4-9768-EA99-FC5B-20BCF9D6B3D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71355" y="4375788"/>
                  <a:ext cx="514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B8FA4E9-CDFA-31AE-2199-C6C769D5D3CF}"/>
                    </a:ext>
                  </a:extLst>
                </p14:cNvPr>
                <p14:cNvContentPartPr/>
                <p14:nvPr/>
              </p14:nvContentPartPr>
              <p14:xfrm>
                <a:off x="11034835" y="4355628"/>
                <a:ext cx="76320" cy="77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B8FA4E9-CDFA-31AE-2199-C6C769D5D3C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26195" y="4346628"/>
                  <a:ext cx="93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407C223-E859-BE2A-EC34-0E97A8BE3698}"/>
                    </a:ext>
                  </a:extLst>
                </p14:cNvPr>
                <p14:cNvContentPartPr/>
                <p14:nvPr/>
              </p14:nvContentPartPr>
              <p14:xfrm>
                <a:off x="4144795" y="1838868"/>
                <a:ext cx="3902400" cy="228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407C223-E859-BE2A-EC34-0E97A8BE369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36155" y="1829868"/>
                  <a:ext cx="3920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49A9E36-A2DD-8039-092E-B3CD12412537}"/>
                    </a:ext>
                  </a:extLst>
                </p14:cNvPr>
                <p14:cNvContentPartPr/>
                <p14:nvPr/>
              </p14:nvContentPartPr>
              <p14:xfrm>
                <a:off x="4804675" y="3400548"/>
                <a:ext cx="2640960" cy="326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49A9E36-A2DD-8039-092E-B3CD1241253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795675" y="3391908"/>
                  <a:ext cx="26586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32FDC94-F5D5-013C-8385-CB8F5437D0C1}"/>
                    </a:ext>
                  </a:extLst>
                </p14:cNvPr>
                <p14:cNvContentPartPr/>
                <p14:nvPr/>
              </p14:nvContentPartPr>
              <p14:xfrm>
                <a:off x="9176875" y="3656868"/>
                <a:ext cx="204120" cy="34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32FDC94-F5D5-013C-8385-CB8F5437D0C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67875" y="3647868"/>
                  <a:ext cx="2217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D3C5BD7-D6EC-92A3-8B1E-671C2992A787}"/>
              </a:ext>
            </a:extLst>
          </p:cNvPr>
          <p:cNvGrpSpPr/>
          <p:nvPr/>
        </p:nvGrpSpPr>
        <p:grpSpPr>
          <a:xfrm>
            <a:off x="6966475" y="5486388"/>
            <a:ext cx="2677320" cy="548640"/>
            <a:chOff x="6966475" y="5486388"/>
            <a:chExt cx="2677320" cy="54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942A094-76BD-C536-CDFE-2700E440E53D}"/>
                    </a:ext>
                  </a:extLst>
                </p14:cNvPr>
                <p14:cNvContentPartPr/>
                <p14:nvPr/>
              </p14:nvContentPartPr>
              <p14:xfrm>
                <a:off x="6966475" y="5486388"/>
                <a:ext cx="1413720" cy="39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942A094-76BD-C536-CDFE-2700E440E53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57835" y="5477388"/>
                  <a:ext cx="14313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924D599-054D-3E91-5E98-59742746D92C}"/>
                    </a:ext>
                  </a:extLst>
                </p14:cNvPr>
                <p14:cNvContentPartPr/>
                <p14:nvPr/>
              </p14:nvContentPartPr>
              <p14:xfrm>
                <a:off x="7664875" y="5613468"/>
                <a:ext cx="169200" cy="421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924D599-054D-3E91-5E98-59742746D92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55875" y="5604468"/>
                  <a:ext cx="1868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ACA9318-EE1A-6EDA-0717-46E30C2D250E}"/>
                    </a:ext>
                  </a:extLst>
                </p14:cNvPr>
                <p14:cNvContentPartPr/>
                <p14:nvPr/>
              </p14:nvContentPartPr>
              <p14:xfrm>
                <a:off x="8126395" y="5690508"/>
                <a:ext cx="1364040" cy="286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ACA9318-EE1A-6EDA-0717-46E30C2D250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17755" y="5681508"/>
                  <a:ext cx="13816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1231F24-01A6-6E23-F04D-89EB3794F4BB}"/>
                    </a:ext>
                  </a:extLst>
                </p14:cNvPr>
                <p14:cNvContentPartPr/>
                <p14:nvPr/>
              </p14:nvContentPartPr>
              <p14:xfrm>
                <a:off x="9622915" y="5852148"/>
                <a:ext cx="20880" cy="27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1231F24-01A6-6E23-F04D-89EB3794F4B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14275" y="5843148"/>
                  <a:ext cx="38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A3737E4-8474-2E59-46DD-641CC77A299E}"/>
                    </a:ext>
                  </a:extLst>
                </p14:cNvPr>
                <p14:cNvContentPartPr/>
                <p14:nvPr/>
              </p14:nvContentPartPr>
              <p14:xfrm>
                <a:off x="7713115" y="5906508"/>
                <a:ext cx="168120" cy="51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A3737E4-8474-2E59-46DD-641CC77A299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04115" y="5897508"/>
                  <a:ext cx="185760" cy="6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5898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F7430FA-BB52-AC04-F0CE-98BB0D422DF5}"/>
              </a:ext>
            </a:extLst>
          </p:cNvPr>
          <p:cNvGrpSpPr/>
          <p:nvPr/>
        </p:nvGrpSpPr>
        <p:grpSpPr>
          <a:xfrm>
            <a:off x="1534435" y="343428"/>
            <a:ext cx="272160" cy="915120"/>
            <a:chOff x="1534435" y="343428"/>
            <a:chExt cx="272160" cy="91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8CC0688-0A41-335B-E595-44439FF334E2}"/>
                    </a:ext>
                  </a:extLst>
                </p14:cNvPr>
                <p14:cNvContentPartPr/>
                <p14:nvPr/>
              </p14:nvContentPartPr>
              <p14:xfrm>
                <a:off x="1534435" y="343428"/>
                <a:ext cx="66600" cy="915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8CC0688-0A41-335B-E595-44439FF334E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25435" y="334788"/>
                  <a:ext cx="84240" cy="9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E431513-5F4C-525A-C21C-BB438CB6D038}"/>
                    </a:ext>
                  </a:extLst>
                </p14:cNvPr>
                <p14:cNvContentPartPr/>
                <p14:nvPr/>
              </p14:nvContentPartPr>
              <p14:xfrm>
                <a:off x="1589515" y="620268"/>
                <a:ext cx="217080" cy="223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E431513-5F4C-525A-C21C-BB438CB6D03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80875" y="611268"/>
                  <a:ext cx="234720" cy="24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E403AA-B5A6-C03B-4142-198A27C3D1E4}"/>
                  </a:ext>
                </a:extLst>
              </p14:cNvPr>
              <p14:cNvContentPartPr/>
              <p14:nvPr/>
            </p14:nvContentPartPr>
            <p14:xfrm>
              <a:off x="2119075" y="598668"/>
              <a:ext cx="273960" cy="141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E403AA-B5A6-C03B-4142-198A27C3D1E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10435" y="589668"/>
                <a:ext cx="29160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7A92335-4963-2940-1A41-A641E848B3C5}"/>
                  </a:ext>
                </a:extLst>
              </p14:cNvPr>
              <p14:cNvContentPartPr/>
              <p14:nvPr/>
            </p14:nvContentPartPr>
            <p14:xfrm>
              <a:off x="10195" y="246588"/>
              <a:ext cx="1299960" cy="4254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7A92335-4963-2940-1A41-A641E848B3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5" y="237948"/>
                <a:ext cx="1317600" cy="427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172708F-D83B-26E2-8DE8-4D1F0B016FE8}"/>
                  </a:ext>
                </a:extLst>
              </p14:cNvPr>
              <p14:cNvContentPartPr/>
              <p14:nvPr/>
            </p14:nvContentPartPr>
            <p14:xfrm>
              <a:off x="3015115" y="5622108"/>
              <a:ext cx="12240" cy="20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172708F-D83B-26E2-8DE8-4D1F0B016F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06475" y="5613108"/>
                <a:ext cx="2988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F54D795A-D99A-1791-5849-DEA5CCB44605}"/>
              </a:ext>
            </a:extLst>
          </p:cNvPr>
          <p:cNvGrpSpPr/>
          <p:nvPr/>
        </p:nvGrpSpPr>
        <p:grpSpPr>
          <a:xfrm>
            <a:off x="3146515" y="390228"/>
            <a:ext cx="1992960" cy="4740480"/>
            <a:chOff x="3146515" y="390228"/>
            <a:chExt cx="1992960" cy="47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425EF4E-3612-8E3A-E197-7F642A317295}"/>
                    </a:ext>
                  </a:extLst>
                </p14:cNvPr>
                <p14:cNvContentPartPr/>
                <p14:nvPr/>
              </p14:nvContentPartPr>
              <p14:xfrm>
                <a:off x="3229675" y="390228"/>
                <a:ext cx="1909800" cy="4357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425EF4E-3612-8E3A-E197-7F642A3172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20675" y="381228"/>
                  <a:ext cx="1927440" cy="43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628AC7-A807-C00D-7940-57369B79C38F}"/>
                    </a:ext>
                  </a:extLst>
                </p14:cNvPr>
                <p14:cNvContentPartPr/>
                <p14:nvPr/>
              </p14:nvContentPartPr>
              <p14:xfrm>
                <a:off x="3146515" y="4957908"/>
                <a:ext cx="87120" cy="152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628AC7-A807-C00D-7940-57369B79C38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37875" y="4948908"/>
                  <a:ext cx="1047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13BF4C-9E4D-EF7B-112E-CE067F6B8DB8}"/>
                    </a:ext>
                  </a:extLst>
                </p14:cNvPr>
                <p14:cNvContentPartPr/>
                <p14:nvPr/>
              </p14:nvContentPartPr>
              <p14:xfrm>
                <a:off x="3417955" y="2025708"/>
                <a:ext cx="205200" cy="768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13BF4C-9E4D-EF7B-112E-CE067F6B8DB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08955" y="2016708"/>
                  <a:ext cx="222840" cy="78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945CCDE-5B21-F7C7-99DE-8D51303B4B87}"/>
                    </a:ext>
                  </a:extLst>
                </p14:cNvPr>
                <p14:cNvContentPartPr/>
                <p14:nvPr/>
              </p14:nvContentPartPr>
              <p14:xfrm>
                <a:off x="3739795" y="4820028"/>
                <a:ext cx="145080" cy="310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45CCDE-5B21-F7C7-99DE-8D51303B4B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31155" y="4811388"/>
                  <a:ext cx="16272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AB1FAA-D63E-6083-593B-2F06C2440F06}"/>
              </a:ext>
            </a:extLst>
          </p:cNvPr>
          <p:cNvGrpSpPr/>
          <p:nvPr/>
        </p:nvGrpSpPr>
        <p:grpSpPr>
          <a:xfrm>
            <a:off x="2048155" y="1470948"/>
            <a:ext cx="404280" cy="836280"/>
            <a:chOff x="2048155" y="1470948"/>
            <a:chExt cx="404280" cy="83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B5D9D90-4D18-FE00-7A6B-3DD034B0F98E}"/>
                    </a:ext>
                  </a:extLst>
                </p14:cNvPr>
                <p14:cNvContentPartPr/>
                <p14:nvPr/>
              </p14:nvContentPartPr>
              <p14:xfrm>
                <a:off x="2048155" y="1755348"/>
                <a:ext cx="53280" cy="93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B5D9D90-4D18-FE00-7A6B-3DD034B0F9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39155" y="1746708"/>
                  <a:ext cx="70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E9858AE-194B-881D-16B1-D17C9669911A}"/>
                    </a:ext>
                  </a:extLst>
                </p14:cNvPr>
                <p14:cNvContentPartPr/>
                <p14:nvPr/>
              </p14:nvContentPartPr>
              <p14:xfrm>
                <a:off x="2172355" y="1470948"/>
                <a:ext cx="46080" cy="86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E9858AE-194B-881D-16B1-D17C9669911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63355" y="1462308"/>
                  <a:ext cx="63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9358EC-9A2B-E20E-EE94-4AF259932FF4}"/>
                    </a:ext>
                  </a:extLst>
                </p14:cNvPr>
                <p14:cNvContentPartPr/>
                <p14:nvPr/>
              </p14:nvContentPartPr>
              <p14:xfrm>
                <a:off x="2187835" y="1649148"/>
                <a:ext cx="264600" cy="658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9358EC-9A2B-E20E-EE94-4AF259932F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79195" y="1640148"/>
                  <a:ext cx="282240" cy="67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E4AB51-851D-ADCE-2186-D0F565469208}"/>
              </a:ext>
            </a:extLst>
          </p:cNvPr>
          <p:cNvGrpSpPr/>
          <p:nvPr/>
        </p:nvGrpSpPr>
        <p:grpSpPr>
          <a:xfrm>
            <a:off x="6953155" y="1779108"/>
            <a:ext cx="3413880" cy="1613520"/>
            <a:chOff x="6953155" y="1779108"/>
            <a:chExt cx="3413880" cy="161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72A5FE7-B4AD-47C6-E42B-B0BE0DFBB8A1}"/>
                    </a:ext>
                  </a:extLst>
                </p14:cNvPr>
                <p14:cNvContentPartPr/>
                <p14:nvPr/>
              </p14:nvContentPartPr>
              <p14:xfrm>
                <a:off x="6953155" y="1779108"/>
                <a:ext cx="2813760" cy="1613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72A5FE7-B4AD-47C6-E42B-B0BE0DFBB8A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44155" y="1770108"/>
                  <a:ext cx="2831400" cy="163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A97DEE-55EC-A401-842C-1476383C5251}"/>
                    </a:ext>
                  </a:extLst>
                </p14:cNvPr>
                <p14:cNvContentPartPr/>
                <p14:nvPr/>
              </p14:nvContentPartPr>
              <p14:xfrm>
                <a:off x="10037635" y="1831308"/>
                <a:ext cx="329400" cy="331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A97DEE-55EC-A401-842C-1476383C525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28995" y="1822668"/>
                  <a:ext cx="34704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9084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2026-01-20T17:12:17Z</dcterms:created>
  <dcterms:modified xsi:type="dcterms:W3CDTF">2026-01-20T20:37:31Z</dcterms:modified>
</cp:coreProperties>
</file>