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5.9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58 365 5513,'-57'-6'3146,"90"-3"-1373,-30 9 281,-4 2-1844,0-1-26,0 0-1,0-1 0,0 1 0,0 0 0,1 0 0,-1 0 0,0 0 0,1 0 0,-1 0 0,1 0 0,-1 0 0,1 1 0,-1-1 0,1 0 0,0 0 1,-1 2-1,15 5 4401,1-2-5663,-11-5 1096,0 0 1,0 0-1,-1 0 1,1 0-1,0-1 1,0 0-1,0 0 1,0 0-1,5 0 1,11 0 39,93 4 114,-1-5 0,134-18 0,57-2 69,-101 13-204,134 1 38,-186 13-95,-1-7 0,273-37 0,-336 24 30,752-111 153,-659 109-196,113-16 9,-99-8-63,-72 13 184,1 6 0,150-8 0,66 41-122,-180-3 79,10 2 341,-151-8-320,-16-2 73,1-1 1,-1 1-1,1-1 0,0 0 0,-1 0 0,1 0 1,-1 0-1,1 0 0,0 0 0,-1 0 0,1 0 1,-1 0-1,1-1 0,0 1 0,-1-1 0,1 1 1,1-2-1,0 0-802,4-2 1567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6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 10 6213,'-16'-9'4677,"-9"9"-3797,2 0 5282,22 0-6097,0 0-1,1 1 0,-1-1 0,0 0 0,0 0 1,0 1-1,1-1 0,-1 0 0,0 1 0,0-1 1,1 1-1,-1-1 0,0 1 0,1-1 1,-1 1-1,0-1 0,1 1 0,-1 0 0,1-1 1,-1 1-1,1 0 0,0 0 0,-1-1 1,1 1-1,0 0 0,-1 0 0,1 0 0,0-1 1,0 1-1,0 0 0,-1 1 0,1 0-3,0 0-1,0 1 1,0-1-1,1 0 1,-1 0 0,1 0-1,-1 0 1,1 0-1,-1 0 1,1 0-1,2 4 1,11 14 211,1-1 1,1-1-1,0 0 0,2-1 1,0-1-1,33 23 1,4 5-2,72 58 170,128 118-49,-236-201-373,-1 1-1,-1 1 0,-1 1 1,-1 0-1,-1 1 0,0 0 1,9 28-1,-17-36-11,0 1 1,-2 0-1,0 0 0,0 1 0,-2-1 1,0 1-1,-1-1 0,-1 1 0,0 0 0,-1 0 1,-1-1-1,-5 23 0,-2-9 3,-1-2 0,-1 0 0,-1 0 0,-1-1 0,-2 0 0,0-1-1,-22 26 1,-147 158-32,140-163 29,-234 230-3360,250-254 1284,12-11-762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7.0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 11945,'0'0'7048,"3"1"-5314,1 0-1568,0 1 0,-1-1 1,1 1-1,0 0 0,-1 0 1,1 0-1,-1 1 0,0-1 1,0 1-1,0 0 0,0 0 1,-1 0-1,1 0 0,-1 1 1,1-1-1,-1 0 1,0 1-1,0 0 0,1 5 1,3 8 337,-2 0 0,0 0 0,3 24 0,-1-3 23,77 340 1963,-55-256-2130,-20-88-277,2 0 1,1-1-1,19 40 1,-23-58-46,1-1-1,0 0 1,1 0 0,1 0 0,0-2 0,1 1 0,0-1 0,25 20 0,-33-30-20,0-1-1,0 1 1,0-1-1,0 0 1,1 0-1,-1 0 1,0 0 0,1-1-1,-1 1 1,1-1-1,-1 0 1,0 0-1,5 0 1,36-7 206,-43 7-213,7-3 26,-1 1 0,1-1 0,-1 0 0,0-1 1,0 0-1,0 0 0,-1 0 0,1-1 0,-1 0 0,0 0 0,0-1 0,-1 0 1,6-7-1,2-4 26,-1-1-1,-1 0 1,15-31 0,-3-10-17,-3 0 0,-2-1 1,13-88-1,-18 86-9,10-62-25,-8 37-805,27-83 1,-41 168 715,3-11-798,1 0 1,0 1-1,9-17 0,-13 26 457,1 1-1,-1 0 1,1 0-1,-1 0 1,1 0-1,0 1 1,0-1-1,0 0 1,0 1 0,0-1-1,3-1 1,-4 3 71,0-1 1,0 1-1,0 0 1,0-1-1,1 1 1,-1 0 0,0 0-1,0 0 1,0 0-1,0 0 1,0 0-1,1 1 1,-1-1 0,0 0-1,0 1 1,0-1-1,0 0 1,0 1-1,0-1 1,0 1 0,0 0-1,0-1 1,0 1-1,0 0 1,1 1-1,23 23-9087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7.4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414 133 8317,'-5'-7'432,"2"3"-63,0-1 1,1 1-1,0-1 0,-1 1 0,2-1 0,-1 0 1,0 1-1,1-1 0,-2-10 0,3 12-144,0 0 1,0 0-1,-1 1 0,1-1 0,-1 0 0,0 0 1,0 1-1,0-1 0,0 0 0,-1 1 0,1-1 1,-1 1-1,1 0 0,-1-1 0,0 1 0,0 0 1,0 0-1,0 0 0,0 0 0,-1 0 0,-2-1 1,1 1 5,-1-1 0,0 1 1,-1 1-1,1-1 1,0 1-1,0-1 1,-1 2-1,1-1 0,0 0 1,-11 2-1,7-1-99,-1 1-1,1 0 0,-1 0 1,1 1-1,0 1 1,-1 0-1,1 0 0,1 0 1,-1 1-1,0 1 1,1-1-1,-15 12 0,6 1-13,1 1 0,0 0-1,1 1 1,1 1 0,1 1 0,-20 42-1,27-50-96,1 1 0,0 0 0,1 0 0,1 0-1,0 0 1,0 1 0,2 0 0,0-1 0,1 1 0,0 0-1,1-1 1,5 27 0,13 4-32,-17-44 13,-1-1 0,0 1 0,1-1 0,-1 0 0,1 1 0,-1-1 0,0 0 0,1 0-1,-1 0 1,1 0 0,-1-1 0,1 1 0,-1 0 0,3-1 0,-3 0 1,3 1 7,1-1-1,-1 0 0,0 0 0,0-1 0,0 1 1,0-1-1,0 0 0,0 0 0,0 0 0,-1-1 1,1 1-1,-1-1 0,1 0 0,3-4 0,7-9 289,22-30-1,-11 12 599,-5 8 81,-11 14-456,0-1 0,1 1 0,1 1 0,22-20 0,-31 29-482,0 1-1,1-1 0,-1 0 0,1 1 0,-1-1 1,1 1-1,0 0 0,0 0 0,-1 0 0,1 0 1,0 1-1,0-1 0,0 1 0,0 0 0,0 0 1,0 0-1,0 0 0,0 0 0,0 0 0,0 1 1,0 0-1,0-1 0,-1 1 0,1 0 0,0 0 1,0 1-1,-1-1 0,1 1 0,-1-1 0,1 1 0,3 3 1,3 3-176,0 0 1,-1 1-1,0 0 1,-1 1 0,0 0-1,0 0 1,-1 0-1,9 20 1,6 34-3958,-9 6-6052,-6-14-601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7.8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73 15293,'5'-6'750,"1"1"0,0 0 0,1 1 0,0-1 0,-1 1 0,1 0-1,0 1 1,12-5 0,-15 7-599,0 1 1,0-1-1,0 1 0,0-1 0,0 1 0,0 0 1,0 1-1,0-1 0,-1 1 0,1 0 0,0 0 1,0 0-1,0 0 0,0 1 0,-1-1 0,1 1 1,-1 0-1,1 0 0,5 5 0,-3-2-68,0 0-1,0 0 1,-1 1 0,1 0-1,-1 0 1,0 0-1,-1 1 1,0-1-1,0 1 1,5 13 0,-4-8-79,-1 1 1,-1 0-1,0 0 1,-1 0-1,1 23 1,-3 4-290,-2 0 0,-2-1 0,-11 49 0,6-42 17,-1-1 0,-2-1 0,-25 63 0,25-88 221,12-19 48,0 0 0,0 0-1,-1 0 1,1 0 0,0 0 0,0-1 0,0 1 0,-1 0 0,1 0 0,0 0 0,0 0 0,0-1 0,0 1 0,0 0 0,-1 0 0,1 0 0,0-1-1,0 1 1,0 0 0,0 0 0,0-1 0,0 1 0,0 0 0,0 0 0,0 0 0,0-1 0,0 1 0,0 0 0,0 0 0,0-1 0,0 1 0,0 0-1,0 0 1,0-1 0,0 1 0,0 0 0,0 0 0,0 0 0,1-1 0,7-40 65,21-29 0,3 1 1,58-93-1,-58 113-623,67-81 1,-2 21-4296,-70 80 2290,-8 12-2370,8 7-2670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7.9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1 11629,'-23'33'6121,"9"-24"-4669,4 3 632,0 9-1276,3 0-224,-3 3-148,0 21-232,4-11-320,-8-1-452,4 0-652,-3 0-776,-1-3-452,4-18-2561,4 15-3968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8.1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43 11345,'3'-43'5741,"14"52"-6682,0 3-783,-10 16-9713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8.8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464 341 8145,'-2'-5'586,"0"-1"1,0 0 0,1 1-1,0-1 1,0 0 0,1 0-1,0 0 1,0 0 0,1-11-1,-1 16-399,-1-1-1,0 1 1,1-1-1,-1 1 1,0 0-1,0 0 1,0-1-1,0 1 1,0 0 0,0 0-1,-1 0 1,1 0-1,0 0 1,-1 0-1,1 1 1,0-1-1,-1 0 1,1 1-1,-1-1 1,-1 0-1,-3 2-24,0-1 0,0 1 0,0 0 0,0 1 0,0-1 1,0 1-1,0 0 0,1 1 0,-1-1 0,1 1 0,0 0 0,-1 1 0,1-1 0,1 1 0,-7 5 0,-10 10 208,-34 40 0,10-4 3,-59 91 1,86-117-334,2 0 1,1 2 0,1-1 0,2 2 0,-12 45 0,21-66-64,1-3 18,0 1 0,1-1 0,-1 1 0,1 17 0,1-25 4,0 1 0,0 0 0,1 0 0,-1-1 0,0 1 0,1 0 0,-1-1 0,1 1 0,0 0 1,-1-1-1,1 1 0,0-1 0,0 1 0,0-1 0,0 1 0,0-1 0,1 0 0,-1 1 1,0-1-1,1 0 0,-1 0 0,0 0 0,1 0 0,-1 0 0,1 0 0,0-1 0,-1 1 0,1 0 1,0-1-1,2 1 0,-1-1 0,0 0 0,0-1-1,0 1 1,0-1 0,1 0 0,-1 0 0,-1 0 0,1 0 0,0-1 0,0 1 0,0-1 0,-1 1-1,1-1 1,0 0 0,-1 0 0,0 0 0,4-4 0,-2 2-2,29-28 49,-2-1 0,-1-1 0,38-58 0,-37 48 34,2 2 0,46-46 1,-75 83-105,1 1 0,0 0 0,0 0 1,0 0-1,1 0 0,-1 1 0,1 0 1,0 0-1,0 1 0,0 0 0,0 0 1,0 0-1,0 1 0,1 0 0,-1 0 0,0 0 1,1 1-1,-1 0 0,1 0 0,-1 1 1,0-1-1,1 1 0,-1 1 0,0-1 1,0 1-1,0 1 0,0-1 0,0 1 0,0 0 1,-1 0-1,1 0 0,-1 1 0,5 4 1,121 96-6948,-130-104 6906,0 1 0,0-1 1,0 1-1,0-1 0,0 0 0,0 1 0,0-1 0,0 0 1,0 0-1,1 0 0,-1 1 0,0-1 0,0 0 0,0-1 1,0 1-1,0 0 0,0 0 0,1-1 0,4 1-122,-1-1 141,0 1 1,0-1-1,0 0 1,-1 0-1,1 0 1,0 0-1,-1-1 1,1 0-1,-1 0 1,0 0-1,0 0 1,1-1-1,-1 0 1,-1 0 0,1 0-1,0 0 1,-1-1-1,0 1 1,0-1-1,4-4 1,4-10 341,-1 0 1,0 0 0,11-30 0,-8 18 121,88-213 2599,-35 62 515,-65 178-3154,0 5-323,0 0-1,0 0 1,0 1 0,-1-1 0,1 1-1,-1-1 1,1 0 0,-1 1 0,0-1-1,0 5 1,0 3 62,0 70 703,-22 152 0,1-103-302,-11 96 87,28-182-273,2 0-1,2 0 1,6 51 0,-6-87-267,1-1 0,0 1 0,1-1 0,-1 1 1,1-1-1,0 1 0,1-1 0,-1 0 0,1 0 0,1 0 0,-1-1 0,1 1 0,0-1 0,0 0 1,0 0-1,6 5 0,-7-8-37,1 0 1,-1 0 0,1-1 0,-1 1-1,1-1 1,0 0 0,-1 0-1,1 0 1,0 0 0,0-1 0,-1 0-1,1 0 1,0 0 0,0 0-1,0 0 1,0-1 0,-1 1 0,1-1-1,6-2 1,2-1 11,0-1-1,0 0 1,-1 0-1,19-12 1,-8 1-149,0-1 1,-1 0-1,-1-2 1,-1 0-1,-1-1 1,23-33-1,-21 23-149,-1-1 0,-1 0 0,-2-1 0,17-49 0,-29 71 193,-1-1-1,0 0 1,0 1-1,-1-1 0,-1 0 1,0 0-1,0-1 1,-1 1-1,-1 0 1,0 0-1,0 0 0,-1 0 1,-5-16-1,6 25 51,-1-1 0,1 1-1,0 0 1,-1 0 0,0-1-1,1 1 1,-1 1 0,0-1-1,0 0 1,0 0 0,0 1-1,0-1 1,0 1 0,-1-1-1,1 1 1,0 0 0,-1 0-1,1 0 1,-1 0 0,1 1-1,-5-1 1,-3-1-29,1 1-1,0 1 1,-1 0 0,-16 2 0,2 0-310,0 1 1,0 1-1,0 1 1,1 1 0,-1 1-1,-30 14 1,-50 35-4183,39-16-2378,36-18-298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9.0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211 64 15317,'0'-31'2245,"0"13"4676,3 16-5893,-1 0-1,1 0 1,0 1 0,-1-1-1,1 1 1,0-1 0,6-1-1,-7 17-1016,-1-1 0,-1 1 0,0 0 0,-1-1 0,0 1 1,-6 25-1,-28 83-23,22-83 9,-40 138-1955,-37 113-4136,79-260 2485,1 0-1,-5 35 1,9-4-7294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39.4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65 339 9181,'1'1'153,"-1"-1"0,1 1 1,0 0-1,0-1 0,0 1 1,0-1-1,0 1 0,0-1 0,0 1 1,0-1-1,0 0 0,0 1 1,1-1-1,-1 0 0,0 0 1,0 0-1,0 0 0,0 0 0,0 0 1,0 0-1,0 0 0,1-1 1,-1 1-1,0 0 0,0-1 0,0 1 1,0 0-1,0-1 0,0 1 1,0-1-1,0 0 0,0 1 1,-1-1-1,2-1 0,2 0 3248,17 5-1168,-10-2-1874,1 0 0,-1-1 1,1 0-1,-1-1 0,1 0 1,-1-1-1,1-1 0,-1 1 1,0-2-1,0 1 0,0-2 1,-1 1-1,1-2 0,-1 1 1,16-13-1,-15 9-277,0 0 1,0-1-1,-1 0 0,10-14 0,-16 18-62,0-1-1,0 1 0,-1-1 1,0 0-1,0 0 0,0-1 1,-1 1-1,0-1 0,1-11 1,-1 4-24,-1 0 0,0-1 0,-3-17 0,2 30 2,0 0 0,0 1 0,0-1 0,-1 0 0,1 0 0,-1 0 0,1 0 0,-1 1 0,0-1 0,-1 0-1,1 1 1,0-1 0,-1 1 0,1-1 0,-1 1 0,0 0 0,0 0 0,1 0 0,-2 0 0,1 0 0,0 0 0,0 0 0,-1 0 0,-3-1 0,2 2 19,0 1-1,0 0 1,0 0 0,0 0-1,0 0 1,0 1-1,0 0 1,0-1 0,0 1-1,0 1 1,1-1-1,-1 1 1,0-1 0,1 1-1,-6 4 1,-5 3 201,0 0 0,-17 16 0,6-3 21,2 2 0,0 1 0,2 0 0,1 2 0,1 0-1,1 1 1,1 1 0,2 1 0,1 0 0,2 1 0,0 0 0,2 1 0,-9 54-1,17-77-225,1 1 0,0 0 0,1-1 0,0 1 0,0 0 0,1-1 0,0 1 0,1-1 0,0 1 0,1-1 0,0 1 0,0-1 1,1 0-1,0-1 0,0 1 0,1-1 0,0 1 0,1-1 0,0-1 0,0 1 0,0-1 0,1 0 0,0-1 0,1 0 0,0 0 0,-1 0 0,12 5 0,2-1-302,1 0 0,1-2 0,-1 0 0,1-2 0,39 6 0,-38-8-380,0-2 1,0-1-1,0-1 0,34-3 0,237-34-9874,-120 6-1948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4.6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70 4748,'0'0'3093,"-10"-9"-247,4 4-2096,1-1 1,0 1-1,0-1 1,0 0-1,1-1 0,0 1 1,-4-8-1,7 12 48,22-1-625,-19 2-147,0 1 0,0 0 0,1 0-1,-1 0 1,0 0 0,1 1 0,-1-1 0,0 0 0,0 1 0,1 0 0,-1-1-1,0 1 1,0 0 0,0 0 0,0 0 0,0 1 0,0-1 0,0 0 0,0 1-1,2 2 1,-2-2 25,0 0-60,2 1 79,0 0-1,0 0 0,0 0 1,1 0-1,-1-1 0,1 0 1,-1 0-1,1 0 0,0 0 1,0-1-1,0 0 0,5 1 1,5-1 322,-1 0 1,28-4 0,4 1-290,-23 4-71,0 1 0,0 1 0,-1 1 0,26 8 0,-10-2-12,108 37 106,7 1-88,-36-26-41,233 16 1,122-30-19,-411-9 41,597-19 27,2 0 305,-358 32-290,-77-2-94,146-2 41,69-21 115,-399 12-124,457-15 18,-423 9-73,646-28 544,-500 35-298,9 8-62,-131-3-99,423 32 156,-485-36-146,155 14 244,-185-15-208,1 0-1,0-1 0,-1 0 1,1 0-1,7-2 0,12 0 171,-24 2 175,-9-39-7099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5.6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595 120 8081,'1'-4'350,"0"1"-1,0 0 1,0-1 0,-1 1 0,1 0 0,-1-1-1,0 1 1,0-1 0,0 1 0,-1-4 0,0-7 984,1 11 32,-1 0-52,0 0-1140,0 0 0,0 1 0,0-1 0,0 0 0,-1 0 0,0 1 0,1-1-1,-1 1 1,0 0 0,0-1 0,-1 1 0,1 0 0,0 0 0,-1 0-1,1 0 1,-1 1 0,1-1 0,-1 1 0,0-1 0,0 1 0,0 0 0,0 0-1,1 1 1,-1-1 0,0 0 0,-5 1 0,-6-3 78,1 1 0,-1 0 0,1 1 1,-1 1-1,1 0 0,-1 1 0,1 0 0,-1 2 0,1-1 0,-25 9 1,20-4 13,1 1 0,0 0 0,0 1 1,0 1-1,1 1 0,1 0 0,-16 16 0,9-6-68,1 1-1,1 0 1,1 2-1,2 1 1,0 0-1,1 1 1,2 0-1,1 2 0,-17 46 1,25-55-144,0 1 0,1-1-1,0 1 1,2 0 0,0 0 0,2 0 0,0 0 0,1 0 0,1 0-1,8 35 1,-6-41-54,1 1-1,0-1 1,1 0-1,0 0 0,1-1 1,1 0-1,0 0 0,1-1 1,0 0-1,1 0 1,0-1-1,1 0 0,0-1 1,24 17-1,-2-6-82,0-2 0,2-2 1,0-1-1,1-1 0,0-2 0,1-2 0,1-1 0,0-2 0,0-2 0,0-1 1,1-2-1,-1-1 0,1-3 0,0-1 0,-1-1 0,0-3 0,1-1 0,55-18 0,-76 18 72,-1 0 0,0-1 0,-1-1 0,0-1 0,0 0 0,22-20 0,-15 8 0,0 0-1,-2-2 1,20-27 0,24-44-172,-63 92 259,-3 5-66,0-1 1,1 1-1,-1-1 1,1 1-1,0-1 1,-1 1-1,1 0 0,0-1 1,0 1-1,0-1 1,0 1-1,1 1 0,-1 2 19,-4 28 272,-14 60 0,11-63-173,1-1-1,-3 43 0,8-51-71,0 0-1,2 1 0,0-1 1,9 42-1,-8-55-38,1 0-1,0-1 0,0 1 0,0 0 0,1-1 0,1 0 1,-1 0-1,1 0 0,0-1 0,0 0 0,1 0 0,0 0 1,0 0-1,0-1 0,1 0 0,7 4 0,-3-3 3,0 0-1,0-1 0,0-1 1,1 0-1,0 0 1,0-1-1,0-1 1,0 0-1,0 0 0,0-1 1,0-1-1,0 0 1,1-1-1,-1 0 0,0-1 1,0 0-1,0-1 1,0 0-1,-1-1 1,1-1-1,-1 1 0,0-2 1,0 1-1,-1-2 1,0 1-1,0-2 0,0 1 1,-1-1-1,0-1 1,0 1-1,-1-1 1,-1-1-1,1 0 0,-1 0 1,-1 0-1,0-1 1,-1 0-1,0 0 0,0 0 1,-1-1-1,5-23 1,-3 4-22,-2 0 1,-1 0-1,-1-1 0,-2 1 1,-1 0-1,-6-36 1,5 56-2,-1 1 0,0 0-1,0-1 1,-1 1 0,0 0 0,-1 1 0,0-1 0,-1 1 0,-8-11-1,8 14-12,0-1 0,0 1 0,0 1 0,-1-1 0,0 1 0,0 1 0,-1-1 0,1 1 0,-1 0 0,0 1 0,0 0 0,0 0 0,-9-2 0,-2 2-204,0 0 0,0 2 0,0 0 0,0 1 0,0 1-1,0 0 1,0 2 0,-37 9 0,22-2-1213,0 1 1,1 2 0,-60 32-1,32-6-3080,29-12-1339,22-15-1543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6.1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90 11677,'1'-73'6105,"-1"67"-6951,-3-4 5906,-13 19-952,13-7-4081,0 1 0,-1 0 1,2-1-1,-1 1 1,0 1-1,0-1 0,1 0 1,0 1-1,0-1 0,0 1 1,0-1-1,0 1 1,1 0-1,0 0 0,-1 0 1,1 0-1,0 5 0,-9 36 97,-14 80 74,22-109-170,1 1-1,0-1 1,2 0 0,0 0 0,0 1 0,5 15-1,16 17 86,-22-49-108,1 1 0,0 0 0,0-1 1,0 1-1,0-1 0,-1 1 0,1-1 0,0 0 0,0 1 0,0-1 0,0 0 0,0 0 0,0 1 1,0-1-1,0 0 0,0 0 0,0 0 0,1 0 0,1 0 12,0 0 10,0 1 0,-1-1 1,1 1-1,0-1 0,-1 0 1,1 0-1,0 0 0,-1-1 1,1 1-1,0-1 1,-1 1-1,1-1 0,-1 0 1,1 0-1,-1 0 0,0 0 1,1 0-1,-1-1 0,0 1 1,0-1-1,1 1 1,1-4-1,8-7 101,-1-1 1,0 0 0,10-16-1,8-11 80,-9 15-108,83-97 764,-83 101-556,1 2 0,1 0 0,35-24 0,-53 40-260,0 1 0,0 0 0,0 0 0,0 0 1,0 0-1,0 1 0,0-1 0,1 1 0,-1 0 0,0 1 0,1-1 0,-1 1 0,1 0 0,-1 0 0,1 0 0,-1 0 0,1 1 1,-1 0-1,0 0 0,1 0 0,-1 0 0,0 1 0,0-1 0,0 1 0,5 3 0,-2 0-3,-1 0-1,0 0 1,0 0 0,0 1 0,-1 0-1,1 0 1,-2 0 0,1 1-1,-1 0 1,0 0 0,0 0-1,0 0 1,2 11 0,3 10-20,-2 0 0,-1 0 1,-2 0-1,2 44 0,-8 118-1470,-1-131-378,1-22 337,0 30-3978,7-21-3235,5 0-2288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6.8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978 734 11709,'-4'-2'344,"-1"0"0,1 0 0,0-1-1,0 1 1,0-1 0,0 0 0,1 0 0,-1-1 0,1 1-1,0-1 1,0 0 0,0 1 0,-3-7 0,1 3 192,1 0 1,-1 1-1,-1 0 1,1 0-1,-1 1 1,-9-8 0,0 4-83,0 0 0,0 0 1,-1 2-1,0 0 0,0 0 1,-1 2-1,1 0 1,-1 1-1,-32-4 0,28 7-258,-1 1-1,0 0 1,1 2 0,-1 0-1,1 2 1,0 0-1,-36 13 1,24-5-134,1 3 0,0 1-1,1 1 1,0 1 0,2 2 0,0 1-1,2 1 1,0 2 0,1 0 0,2 2-1,0 1 1,2 1 0,1 0 0,2 2-1,-32 62 1,48-86-55,0 1-1,0-1 0,0 1 1,1-1-1,0 1 0,1 0 1,-1 0-1,1 0 0,1 0 1,-1 0-1,1 0 0,0 0 1,1 0-1,0 0 0,0 0 1,0-1-1,4 12 0,-3-14 0,0 1 0,0 0 0,1-1-1,-1 0 1,1 1 0,0-1 0,0 0 0,0-1-1,1 1 1,-1 0 0,1-1 0,0 0 0,0 0-1,0 0 1,0 0 0,7 3 0,-1-3-6,0 0 0,1 0 1,-1 0-1,1-1 0,-1-1 0,1 0 1,0 0-1,-1-1 0,13-2 0,-5 0 8,0-1 0,-1-1 0,0-1 0,0 0 0,17-9 0,-5 1-16,-1-2 0,0-2-1,-2 0 1,0-1 0,44-42 0,-39 28 1,-1-2 1,-2 0 0,-1-2-1,35-63 1,-19 17-23,39-104 0,-46 83 24,36-183 0,-47 175 30,-23 104-27,4-29 12,-11 27 85,-11 12 124,8 2-136,0 1 1,1 0 0,-1 0-1,1 1 1,0 0-1,1 0 1,0 1-1,0-1 1,0 1-1,-7 16 1,-5 12 206,-16 48 1,30-76-255,-19 58 108,2 0 0,3 2 0,3 0-1,3 1 1,3 0 0,3 1 0,3 91 0,4-144-131,1 0 0,0-1 0,1 1 0,1 0 1,1-1-1,0 0 0,1 0 0,0-1 0,15 26 0,-15-32-9,1 0 0,0 0 0,0 0-1,1-1 1,0 0 0,0-1-1,1 0 1,0 0 0,0 0-1,1-1 1,-1-1 0,1 0-1,1 0 1,-1-1 0,15 4-1,-3-3-18,-1-1-1,1-1 0,-1-1 0,1-1 0,0 0 0,0-2 1,-1-1-1,1 0 0,-1-2 0,1-1 0,21-7 0,-12 1-6,-1-1 0,0-1 0,-1-2 0,0-1 0,-1-1-1,-1-1 1,28-25 0,-52 40 21,35-29-16,-2-2 0,36-42-1,24-58 210,-66 87 696,39-43 0,-66 89-800,-3 9 0,-8 26 75,-13 38 4,1-3-192,3 2 0,-13 115 0,29-171-660,0 0 1,1 0 0,4 28 0,7 2-4346,-9-40 3326,0 1-1,0-1 1,1 0 0,0 0 0,5 6-1,5 7-10010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7.0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208 127 12317,'-33'-54'2476,"16"36"309,3 0-309,-12 8-408,2 4-348,4-3-304,0-3 1169,0 12-2073,0 3-332,20 21-1821,3 1-123,-6 11-7769,-11 15-3080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7.4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379 189 11125,'3'-10'890,"0"0"-1,0 1 1,-1-1-1,2-19 1,-4 18 373,0 1-1,-1 0 1,0-1 0,-1 1 0,0 0 0,0-1 0,-1 1 0,-5-11 0,8 20-1189,-1 0 0,1 0 0,0 0-1,-1 0 1,1 0 0,0 0 0,-1 1 0,0-1-1,1 0 1,-1 0 0,1 0 0,-1 1 0,0-1-1,1 0 1,-1 1 0,0-1 0,0 1 0,0-1-1,0 1 1,1-1 0,-3 0 0,3 1-32,-1 0 1,0 0-1,0 0 1,0 1-1,0-1 1,0 0-1,1 0 1,-1 1-1,0-1 1,0 0 0,0 1-1,1-1 1,-1 1-1,0-1 1,0 1-1,1-1 1,-1 1-1,1 0 1,-2 0-1,-4 7 153,1-1 0,0 1 0,-8 15 0,9-15-21,-29 62 408,-45 140-1,30-73-818,-53 212-5689,81-269 2980,10-41-1958,-6 59 0,11-32-4725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7.6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14 10749,'0'0'8038,"3"-2"-7127,3 0-749,0 0 0,0 0 0,0 0-1,1 1 1,-1 0 0,0 0-1,1 1 1,-1 0 0,1 0-1,-1 0 1,1 1 0,7 2-1,16 0 89,227 4 861,102 8-492,-325-12-404,-1 2-1,1 2 0,-1 1 1,48 18-1,-64-19-94,0 0-1,-1 1 1,0 1 0,0 1 0,-1 0 0,0 1-1,-1 1 1,0 0 0,22 27 0,-29-30-149,-1 0 1,0 1 0,0 0-1,-1 0 1,-1 0-1,8 22 1,-1 16-2155,-3 3-4339,-4-27 1210,-1-2-3538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7.8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13 11693,'-30'-12'9137,"37"30"-9529,-1 0-860,4 6-924,7 15-2849,-7 0-3976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8.1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208 216 9737,'-19'28'2953,"0"-1"1,-37 40-1,46-55-2261,1 0 0,0 0 0,0 1-1,2 1 1,-1-1 0,2 1 0,0 1 0,-8 28 0,11-32-505,1 1 1,0 0 0,1-1-1,0 1 1,1 0 0,0-1-1,1 1 1,0 0 0,1 0-1,0-1 1,1 0 0,6 16-1,-5-19-120,0 0 0,1 0 0,-1-1 0,2 0 0,-1 0 0,1 0 0,0 0 0,1-1 1,0 0-1,-1 0 0,2-1 0,-1 0 0,1 0 0,0-1 0,0 0 0,0 0 0,10 2 0,-9-2 8,1-1 0,0-1 0,-1 0 0,1 0 0,0-1 0,0 0 0,0-1 0,0 0 0,-1 0 0,1-1 0,0-1 0,0 1-1,0-2 1,-1 1 0,14-7 0,-11 3-6,-1-2-1,0 0 0,0 0 0,-1-1 1,0 0-1,0 0 0,-1-1 0,0-1 0,-1 0 1,0 0-1,-1 0 0,0-1 0,-1 0 1,8-22-1,-3 6 32,-2-1 0,-1 0 0,-1 0 0,-1-1 0,3-48 0,-9 59-60,0 0 1,-1 0 0,-1 1-1,-1-1 1,-1 1-1,0-1 1,-1 1-1,-1 0 1,-1 1-1,-1 0 1,0 0 0,-19-28-1,22 37-175,-1 0 1,0 0-1,-1 1 0,0 0 1,0 0-1,0 0 0,-1 1 0,0 0 1,0 1-1,-1 0 0,1 0 0,-1 1 1,0 0-1,0 1 0,-1-1 1,1 2-1,-1-1 0,0 2 0,1-1 1,-1 1-1,0 0 0,0 1 0,0 1 1,1-1-1,-20 5 0,1 3-2646,0 0 0,-50 25-1,71-30 1484,-1 1 0,1 0-1,1 0 1,-11 9 0,-22 29-9200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8.6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57 123 8777,'7'-29'1365,"1"-2"3596,0-2 2564,-4 6-4243,-7 24-2029,-4 15-690,-17 50-156,-21 84 1,43-138-411,1-1 1,0 0 0,0 1 0,1-1 0,0 0 0,1 1-1,1 11 1,2 22-106,-3-6 36,1-23 55,-2-1 0,0 0 0,0 1-1,-3 12 1,3-21-37,1-3 56,-1 0 0,1 0 1,0 0-1,-1 0 1,1 1-1,0-1 0,0 0 1,-1 1-1,1-1 1,0 0-1,-1 1 0,1-1 1,-1 1-1,1-1 1,0 0-1,-1 1 0,1 0 1,-1-1-1,1 1 1,-1-1-1,0 1 0,1 0 1,-1-1-1,1 2 1,-1-2 2,0 1 0,0 0 0,1-1 0,-1 1 0,0-1 0,1 1 0,-1-1 0,0 1 0,1-1 0,-1 1 0,1-1 0,-1 0 0,1 1 0,-1-1 0,1 0 0,-1 1 0,1-1 0,-1 0 0,1 1 0,-1-1 0,1 0 0,-1 0 0,1 0 0,0 1 0,-1-1 0,1 0 0,-1 0 0,1 0 0,0 0 0,-1 0 0,1 0 0,0 0 0,-1-1 0,1 1 0,-1 0 0,1 0 0,-1 0 0,1-1 0,0 1 0,-1 0 0,1 0 0,-1-1 0,1 0 0,3-1 49,-1-1-1,1 0 1,-1 0-1,0 0 1,0-1 0,0 1-1,0-1 1,0 0-1,-1 0 1,3-6-1,11-15 184,1 1-82,76-102 489,-76 106-413,2 0 1,0 0-1,39-29 1,-46 41-83,1 0 1,0 1 0,0 1-1,1 0 1,0 1 0,0 0-1,16-3 1,-23 7-123,1 0 1,0 0-1,-1 1 0,1 0 1,0 0-1,-1 1 1,1 0-1,0 1 0,-1-1 1,1 1-1,-1 1 0,0-1 1,0 1-1,0 1 1,11 6-1,-4-1-13,-1 0 0,0 1 0,-1 0 0,0 1 0,-1 1 0,10 13 0,-6-5-14,-1 0 0,-1 2 0,-1-1 0,-2 2 0,0-1 0,-1 1 0,-1 1 0,-1 0 0,4 27 0,-2 2 0,-4 1 0,-1-1 0,-5 61 0,2-58-2886,0-25-2389,2-1 0,8 36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48.7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30 12617,'-14'9'2368,"7"-27"233,1 3 1715,-18 12-2628,1 0 1628,-1 9-2655,4 3-137,4-3-292,5 3-820,1 6-445,4 0-791,-4-3-1112,0 1-3549,-17-4-5988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1.7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34 131 4804,'1'-8'293,"1"-1"367,-2 2 6384,-12 4-6991,11 4 42,0-1 1,0 0-1,0 0 1,0 0-1,0 0 1,0 0 0,-1-1-1,1 1 1,0 0-1,0 0 1,0-1-1,0 1 1,0-1-1,0 1 1,0-1-1,0 1 1,0-1 0,0 1-1,-1-2 1,2 0-86,-1 1 1,1-1 0,-1 0 0,1 1 0,0-1-1,0 0 1,0 1 0,0-1 0,0 1-1,0-1 1,1 0 0,-1 1 0,0-1 0,1 1-1,-1-1 1,1 1 0,1-3 0,0 2-2,0 1 0,0-1-1,0 0 1,1 1 0,-1-1 0,1 1 0,-1 0 0,1 0 0,0 0 0,5-2 0,35-8 154,1 2 0,81-7 0,-64 9 31,-8 3-165,0 1 0,-1 3-1,1 3 1,0 1 0,60 14 0,-82-11-84,255 40 170,32-23-25,-74-8 34,-140-5-86,-1 5 0,-1 4 0,0 4 0,-2 5 0,120 51 0,41 22 677,5-12 1,299 60-1,-261-84-351,347 84 433,-587-132-769,454 145 132,-365-107-84,-70-27-80,666 182 85,-589-176-62,212 58-35,-273-57-4,173 90 0,78 78 327,-240-140 117,2-5 1,3-5-1,170 56 0,-143-68-187,2-6-1,241 30 0,-126-42-51,1-11-1,297-23 0,-406-4-122,-1-5 1,150-41-1,-238 43-36,-1-3 1,0-2-1,-2-3 1,-1-3-1,0-2 1,89-63-1,-66 35-57,141-132 0,-152 127-15,-49 46 40,-2 0 0,0-1-1,0-1 1,18-26 0,-9 8-11,-22 30 16,0 0 0,-1 0 0,1-1 0,-2 0-1,1 0 1,-1-1 0,4-10 0,5-29 5,-13 45-18,4-3-113,6-11 88,-8 10-4765,-7-21-3136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3.0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17 3336,'-13'0'887,"26"0"9855,-32-16-6817,21 18-3865,0 0 0,0 0 0,0 1 0,-1-1-1,1 1 1,-1-1 0,1 1 0,-1 0 0,0 0-1,0-1 1,0 1 0,0 0 0,-1 0 0,1 0-1,-1 0 1,0 0 0,0 0 0,0 0 0,0 0-1,0 0 1,-1 0 0,0 3 0,-2 54 366,3 0 0,14 102-1,-8-122-308,3 1 0,1-1 1,2-1-1,32 72 0,-39-99-52,2 0 0,-1-1 0,2 1 0,-1-1 1,2-1-1,-1 0 0,2 0 0,-1 0 0,1-1 0,14 10 1,-15-14 60,0 0 1,1 0-1,0 0 1,-1-1-1,2-1 0,-1 0 1,0 0-1,1-1 1,-1 0-1,1-1 1,-1 0-1,1 0 1,16-3-1,-15 1-6,-1-1-1,0 0 0,0-1 0,0 0 1,0-1-1,0 0 0,-1 0 1,0-1-1,0-1 0,0 0 0,-1 0 1,1-1-1,-2 0 0,1-1 1,-1 0-1,0 0 0,0-1 0,-1 1 1,-1-2-1,1 1 0,-1-1 1,-1 0-1,7-16 0,116-327-2582,-104 274-1512,-7 31-3562,-9 29-2983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4.0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282 785 8777,'7'-7'1003,"0"0"0,0 0-1,0-1 1,-1 0 0,9-14 0,-14 20 640,-2 1-1507,1 0 0,0 0 0,0 0 0,0 0 0,0 0 0,0 0 0,0 0-1,0 0 1,0 0 0,0 0 0,0 0 0,1 0 0,-1 0 0,0 0 0,1 0 0,-1 0 0,1 0 0,0-1 57,-1 0-1,1 0 1,0 1-1,-1-1 1,0 0-1,1 0 1,-1 0-1,0 1 1,0-1 0,0 0-1,0-2 1,-3-29 698,2 32-848,-1-1 0,1 1 0,0-1 0,-1 1 0,0-1 0,1 1 0,-1 0 0,0 0 0,0 0 0,1 0 0,-1 0 0,0 0 0,0 0 0,0 1 0,0-1 0,-3 0 0,0 2-10,0-1 0,0 1 0,0-1 0,0 2 0,0-1 0,0 0 0,0 1 0,0 0 0,0 0 0,1 0-1,-1 1 1,1 0 0,-7 5 0,-9 7-45,-26 28-1,34-31-15,-136 138-1823,145-147 1606,3-1 81,0-1 155,1 1-1,-1-1 1,0 0 0,1 1 0,-1-1-1,1 1 1,-1-1 0,1 0 0,-1 1 0,1-1-1,0 0 1,0 0 0,0 1 0,0-1 0,0 0-1,0 0 1,0 0 0,0 0 0,0 0 0,0 0-1,1-1 1,-1 1 0,0 0 0,1-1 0,-1 1-1,0 0 1,1-1 0,-1 0 0,1 1 0,-1-1-1,1 0 1,-1 0 0,1 0 0,1 0 0,48-6 51,-1 2 1,1 2 0,69 7-1,-55 1 68,-8 0-32,-1-3 1,80-5-1,-127 1-38,1 0 0,-1-1 0,1 0 1,-1-1-1,0 0 0,0-1 0,0 1 0,0-2 0,-1 1 1,0-1-1,13-10 0,-11 6-8,-1 0 0,-1 0-1,0-1 1,0 0 0,-1 0 0,0 0-1,-1-1 1,8-17 0,63-161 59,67-259 0,-107 323-118,-36 122 75,-1 8 30,-11 178 300,4-102-294,5 84 0,4-116-66,3 0 0,16 74-1,-18-107-10,2-1 0,0 1 0,1-1 0,0 0 0,1 0 0,1-1-1,0 0 1,1 0 0,1-1 0,0 0 0,17 17 0,-23-27-6,0 0 0,0 0 0,0 0 0,1 0 0,-1-1 0,0 1 0,1-1 0,0 0 0,-1-1 0,1 1 1,0-1-1,0 0 0,0 0 0,8 0 0,-5-1-3,0-1 1,0 1-1,-1-2 0,1 1 1,-1-1-1,1 0 1,-1-1-1,12-5 0,2-4 2,-1-1 0,0 0 0,-1-2 0,0 0 0,16-18-1,-20 19-5,0 1-1,0 0 1,1 1-1,1 1 1,22-12-1,-37 22 5,0 0 1,1 1-1,-1-1 0,0 1 0,1-1 0,-1 1 1,0 0-1,1 0 0,-1 0 0,0 0 0,1 0 1,-1 0-1,0 1 0,1-1 0,-1 1 0,0 0 1,0 0-1,1 0 0,-1 0 0,0 0 0,3 2 1,4 4 6,0 0 0,-1 0 0,12 14 0,4 2-17,11 8 4,-22-19 38,-1-1 0,26 16 0,-32-23-28,0-1 1,0-1-1,0 1 1,0-1-1,1 0 1,-1 0 0,1-1-1,-1 0 1,1 0-1,10 0 1,97-7 57,26 0-119,24 22 31,-36-2 39,-116-14-15,-1 0 0,1-1 0,-1-1 0,1 0 0,-1-1 0,0 0 0,17-7 0,32-8-34,-45 17-9,0 0 0,1 1 0,-1 1 0,0 0 0,0 2 0,0-1 0,-1 1 0,17 7 0,-7-4-434,39 6 0,66-3-1323,-124-10 1476,0 1 0,0-1-1,0 0 1,-1 0 0,1 0 0,0-1 0,-1 0 0,1 0 0,-1 0 0,1 0 0,-1-1-1,0 1 1,0-1 0,0 0 0,5-5 0,-1-6-4052,-1 2-2660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6.7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535 85 11353,'-13'-44'1906,"13"42"-1755,-1 1 0,1-1 1,0 0-1,-1 0 0,1 1 1,-1-1-1,0 0 1,1 1-1,-1-1 0,0 0 1,0 1-1,0-1 0,0 1 1,0 0-1,-1-1 1,-1-1-1,-1 1 77,1 1 0,0-1 0,-1 1 0,1 0 0,-1 0 0,0 1 0,-4-1 0,5 0-66,-7 0 56,1 1 1,0 0-1,0 0 0,-1 1 1,1 0-1,0 1 1,0 0-1,0 0 1,0 1-1,1 0 0,-1 1 1,1 0-1,0 0 1,0 1-1,0 0 1,-14 11-1,5-1 114,1 0 0,0 1 0,0 0 0,2 1 0,-25 38 0,11-6 23,1 1 0,3 2-1,1 1 1,4 0 0,-20 83-1,29-91-251,2 0-1,2 1 1,2 0-1,2 0 1,3 1 0,1-1-1,10 57 1,-7-76-85,2-1 0,1 1 1,0-2-1,2 1 0,1-1 0,1-1 1,2 0-1,0-1 0,1 0 1,1-1-1,35 36 0,-35-42-37,1-1 1,1-1-1,0-1 0,0 0 0,1-2 0,1 0 1,0-1-1,0-1 0,1-1 0,1 0 0,-1-2 1,1-1-1,0 0 0,40 2 0,-36-6-2,1-1 1,0-1-1,-1-2 0,0 0 0,0-2 1,0-1-1,0-1 0,30-12 0,-27 6-5,-1-1 0,-1-1 0,0-1 0,-1-2 0,-1 0 0,38-37 0,3-15 126,-3-3-1,71-107 1,-116 154 51,-17 24-138,0 0 0,1 0 1,-1 0-1,1 1 0,-1-1 0,1 0 0,-1 1 0,1-1 0,0 1 0,0 0 0,0 0 0,3-2 0,-4 3-5,-1 0 1,1 0-1,-1 0 1,1 0-1,-1 0 1,1 0 0,0 0-1,-1 0 1,1 0-1,-1 0 1,1 0-1,-1 0 1,1 1-1,-1-1 1,1 0-1,-1 0 1,1 1-1,-1-1 1,1 0-1,-1 1 1,1-1 0,-1 0-1,0 1 1,1-1-1,-1 1 1,0-1-1,1 1 1,-1-1-1,0 1 1,1 0-1,1 5 48,0 0-1,0 1 0,-1-1 0,0 1 1,0-1-1,0 13 0,28 258 377,-24-245-409,1-1 0,2 1 0,14 38 0,-15-54-23,0 0 0,1-1 0,0 0 0,1 0 0,1-1 0,0 0 0,22 21 0,-30-33 0,0 1-1,0-1 1,0 0-1,0 0 1,1 0 0,-1-1-1,1 1 1,-1 0-1,1-1 1,0 0-1,-1 1 1,1-1-1,0 0 1,0-1-1,0 1 1,0 0 0,0-1-1,0 0 1,0 1-1,0-1 1,0 0-1,0-1 1,0 1-1,0-1 1,0 1-1,0-1 1,0 0 0,-1 0-1,1 0 1,4-2-1,-2 0 3,-1-1 0,0 1 0,1-1 0,-1 0-1,-1 0 1,1 0 0,0-1 0,-1 0 0,0 1-1,0-1 1,-1 0 0,1 0 0,-1 0 0,2-8 0,-2 4-8,0-1 1,0 0 0,-1 0 0,-1 0 0,1 1 0,-2-1 0,1 0 0,-1 0 0,-1 0-1,-5-17 1,-3-5-10,-26-55 1,27 67-51,-1 1 1,-1 1 0,0 0 0,-1 1 0,-1 0-1,-1 0 1,-16-14 0,21 23-181,0 0 0,-1 0-1,0 1 1,-1 0 0,1 1 0,-1 0 0,-1 1-1,1 0 1,-1 1 0,1 0 0,-1 1 0,0 0-1,-15-1 1,18 4-400,1 1-1,-1 0 1,1 0-1,-1 0 1,1 1-1,0 0 1,0 1-1,0 0 0,-14 7 1,9-4-499,8-5 276,0 2-1,0-1 1,1 0-1,0 1 0,-8 6 1,-10 19-7154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7.1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129 111 13113,'0'-17'2197,"0"0"-1,2 0 1,5-28 0,-7 44-2055,0 0-40,-1 1 1,1-1-1,-1 0 0,1 0 0,-1 1 1,1-1-1,-1 0 0,0 1 0,1-1 1,-1 1-1,0-1 0,1 1 1,-1-1-1,0 1 0,0-1 0,1 1 1,-1 0-1,0 0 0,0-1 1,0 1-1,-1 0 0,1 0 117,0-1-164,0 1 1,0 0-1,0-1 1,0 1-1,0 0 1,0 0-1,0 0 0,0 0 1,0 0-1,0 0 1,-1 0-1,1 0 1,0 1-1,0-1 0,0 0 1,0 1-1,0-1 1,0 1-1,0-1 1,0 1-1,-1 0 1,-20 24 696,13-11-539,1 1-1,-7 18 0,12-25-159,-5 16-56,0 2 0,2-1-1,1 1 1,1 0 0,1 0 0,1 36-1,-1-9-506,2-34 280,1-1-1,1 0 1,1 0-1,0 0 0,1 0 1,8 26-1,-9-37 159,0-1 0,1 0 0,0 0 0,0 0 0,0-1 0,1 1 0,0-1 0,0 0 1,7 7-1,-8-9 47,0-1 0,0 1 0,1-1 0,-1 0 1,0 0-1,1-1 0,0 1 0,-1-1 0,1 0 1,0 1-1,-1-2 0,1 1 0,0 0 0,0-1 1,0 0-1,0 0 0,5 0 0,2-2 8,0 0 0,0 0 0,0-2 0,0 1 0,-1-1 0,1-1 0,-1 0 0,0 0 0,14-11 0,13-10 471,35-34-1,-32 26 550,-2-8 589,-36 40-1208,14 1 46,-14 1-392,-1 0 0,1 0 0,0 0 0,-1 0 0,1 0 0,0 0-1,0 0 1,-1 1 0,1-1 0,0 1 0,2 0 0,-2 1-23,0 0 0,0 0 0,0 0 0,0 0 0,0 1 0,-1-1 0,1 1 0,-1-1 0,2 5 0,15 27-767,17 37-1269,-17-11-6230,-3 2-6352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7.6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307 1 11145,'0'0'2911,"-3"1"-1542,-5 1-991,1 1 1,-1 1-1,1-1 1,-1 1-1,1 0 1,1 1-1,-1 0 1,0 0-1,1 0 1,-6 7-1,-86 71 787,-19 19 60,117-102-1187,-1 1 0,1-1 0,0 1 0,-1-1 1,1 1-1,-1-1 0,1 1 0,-1-1 0,1 1 0,0-1 0,0 1 0,-1-1 0,1 1 0,0 0 1,0-1-1,-1 1 0,1 0 0,0-1 0,0 1 0,0-1 0,0 1 0,0 0 0,0-1 1,0 1-1,0 0 0,0-1 0,1 1 0,-1 0 0,0-1 0,0 1 0,0-1 0,1 1 1,-1 0-1,0-1 0,1 1 0,-1-1 0,0 1 0,1-1 0,-1 1 0,1-1 0,-1 0 0,1 1 1,-1-1-1,1 1 0,-1-1 0,1 0 0,0 1 0,-1-1 0,1 0 0,-1 0 0,1 0 1,1 1-1,34 8 126,-25-7-165,1 0 1,-1 0 0,0 1-1,0 1 1,18 8 0,-23-10-48,-1 1 0,0 0 1,0 1-1,0-1 0,0 1 0,0 0 1,-1 0-1,0 1 0,0-1 0,0 1 1,6 9-1,-10-13 23,1 1 0,0-1 0,0 1 0,0-1-1,0 0 1,0 1 0,0-1 0,0 0 0,0 0 0,1 0 0,-1 0 0,0 0 0,1 0 0,-1 0 0,1 0 0,1 1 0,-1-2 10,-1 0 0,0 0 1,0 0-1,0 0 0,0 0 0,0 0 1,0 0-1,0 0 0,0-1 1,0 1-1,0 0 0,0-1 1,0 1-1,0-1 0,0 1 1,0-1-1,0 1 0,2-2 0,2-3-8,0 0-1,0-1 0,-1 1 0,0-1 0,7-11 0,-6 9 63,22-35 517,3 1 1,62-69-1,-66 80 291,15-16 571,-39 45-1317,0 0 1,1 1-1,-1-1 1,1 0-1,-1 1 1,1-1-1,0 1 0,-1 0 1,1 0-1,0 0 1,0 0-1,0 0 1,0 0-1,0 1 0,0 0 1,5-1-1,-5 2-59,-1 0-1,1 0 1,0-1-1,-1 1 1,1 1-1,-1-1 1,0 0 0,1 1-1,-1-1 1,0 1-1,0-1 1,0 1-1,0 0 1,0 0-1,0 0 1,-1 0-1,1 0 1,-1 1-1,1-1 1,-1 0-1,2 6 1,2 4 92,0 0 0,5 26 0,-10-38-130,6 26 168,5 16-848,-2 1-1,-1 0 1,2 66 0,-10-73-1463,2 1 0,13 69 0,-10-84-153,1-1 0,2 1 0,12 27 1,11 7-6363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7.8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352 1 15989,'-20'30'2597,"3"6"-285,-3 6-312,0 4-316,0 8-308,3 12-324,-3 7-199,-14 2-133,7 6-196,-3 4-236,7-1-360,6 10-792,4-1-345,-4-6-635,-3-11-920,0-4-672,3-6-2281,17-8-4788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7.9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1 139 13037,'0'0'3933,"6"-18"-2253,-2 3-208,19 12-492,17-6-208,4 0-268,9 3-384,1-3-460,13-6-924,7 3-732,-4 0-1289,14 0-1259,16-6-3541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8.2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54 12725,'-37'-9'13251,"41"8"-12299,47-7-379,-1 3 1,56 0-1,-37 3-1104,6-2-489,234-10-4224,-104 9-3076,-59 4-2229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8.4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598 10 11433,'-27'-4'1181,"20"2"-487,1 1 0,-1 0-1,0 0 1,-1 1 0,1-1 0,0 1-1,0 1 1,0 0 0,0 0-1,0 0 1,0 1 0,0-1 0,1 2-1,-1-1 1,1 1 0,-11 6 0,3-1 222,1 1 1,0 0 0,0 0-1,1 2 1,1 0 0,-14 16-1,-10 18-268,2 2-1,-30 59 1,47-73-643,-87 184 36,86-176-225,3 1 1,1 0 0,-10 64 0,19-80-603,-14 104-4849,15-46-3270,10-16-4865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9.0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620 400 11749,'4'-19'635,"-2"11"-157,0 0-1,-1 0 1,1 1 0,-2-1 0,1 0 0,-1 0 0,-1 0 0,1 0 0,-3-12 0,-3 8 382,1 0 0,-1 0 0,-1 1 0,-11-15 0,7 10 416,5 14-285,-1 4-781,1 0-1,0 0 1,0 0-1,0 1 1,0 0-1,0 0 1,0 0-1,0 1 1,-8 7-1,3 0 91,0 1 0,1 0 0,-12 18 0,-359 586 2360,318-489-2460,62-123-179,2-4-19,-1 1-1,1 0 1,0 0 0,1 0-1,-1 0 1,0-1 0,0 1-1,0 0 1,0-1 0,1 1-1,-1-1 1,0 1 0,0-1-1,1 0 1,-1 1 0,0-1-1,1 0 1,-1 0 0,0 0-1,1 0 1,-1 0 0,0 0-1,1-1 1,-1 1 0,0 0-1,1-1 1,-1 1 0,0-1-1,0 1 1,0-1 0,1 0-1,0 0 1,3-3 1,1 0 0,-1-1 0,0 0 0,8-10 0,-6 8 2,34-43-1,-1-1-1,-3-2 1,38-73-1,74-179 2,-112 223-3,-6 15 63,0-3 286,73-120 1,-104 188-328,1 1-1,0 0 1,0 0-1,0 0 1,0 0-1,0-1 1,0 1-1,0 1 1,0-1-1,0 0 1,1 0-1,-1 0 1,2 0-1,-3 1-10,1 0 0,0 0-1,-1 0 1,1-1 0,-1 1 0,1 0-1,0 0 1,-1 1 0,1-1 0,-1 0-1,1 0 1,0 0 0,-1 0 0,1 0-1,-1 1 1,1-1 0,-1 0 0,1 0-1,0 1 1,-1-1 0,1 1 0,1 1 18,0 1 0,0-1 0,0 0 0,-1 1 0,1-1 0,-1 1 0,0-1 0,0 1 0,0 0 0,0 0 0,0 3 0,2 8 53,-1 0 0,0 0-1,-1 0 1,-1 0 0,-2 17-1,-13 76 218,9-71-220,-113 487 112,23-129-1574,-27 189-7621,111-503 5181,15-26-1929,11-2-4141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9.6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1062 37 5228,'-7'4'166,"-13"6"798,34-30 4719,-16 19-4947,-13-8 845,13 2 1430,3 6-2814,1-1 0,0 1 0,-1 0 0,1 0 0,0 0 0,0 0 1,-1 0-1,1 0 0,0 0 0,4 0 0,-3 0 1648,-7 2-1467,-15 9 92,1 0-1,0 1 1,1 0-1,0 2 1,-15 14-1,-12 9 184,-392 309 258,155-106-8503,193-154 1544,7 4-3469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00.0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0 393 9841,'1'-1'9261,"9"-8"-7847,3 0-249,0 0 0,1 1 0,17-7 0,88-29 467,-43 17-954,354-113-2819,-307 104-65,42-6-1893,-53 19-1401,21-6-5056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00.6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94 6437,'-17'6'10761,"34"-21"-9653,27-3-276,9 9-176,14 3-168,14-1-48,16 4-112,0-3-180,7-3-680,6 0-796,-2 0-1120,-5 0-2533,-2 9-3944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02.3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24 371 6037,'-2'-2'1443,"-20"-53"10948,24 58-12363,0 0 1,0 0-1,0 0 0,-1 0 1,0 1-1,1-1 0,0 5 1,5 68 397,-6-59-360,0 1 0,1-1 0,0 0 0,2 1 0,6 21 0,-8-35-32,0 0 1,0-1-1,0 1 0,0 0 1,0-1-1,1 0 0,0 1 0,-1-1 1,1 0-1,1 0 0,-1-1 1,0 1-1,1 0 0,-1-1 1,1 0-1,-1 0 0,1 0 1,0-1-1,0 1 0,0-1 1,0 0-1,0 0 0,0 0 1,1 0-1,-1-1 0,0 0 0,0 0 1,1 0-1,-1 0 0,6-2 1,13-2 24,0-1 1,0-1-1,-1-1 1,30-15-1,-23 11-6,381-143 133,-241 81-797,122-64-2244,-80 25-3285,-173 90 3933,53-30-5516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03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13 4960,'0'8'783,"-1"0"-1,-1 0 1,0 0-1,0-1 1,-6 16-1,-7 27 1550,13-38-1903,1 0 0,0 1 1,0-1-1,2 1 0,-1-1 0,2 1 0,-1-1 0,7 20 1,-7-26-238,2 0 1,-1 0 0,0-1-1,1 1 1,0-1 0,0 0-1,1 0 1,-1 0-1,1 0 1,0 0 0,1-1-1,-1 0 1,1 0 0,-1 0-1,1 0 1,1-1 0,-1 0-1,0 0 1,1 0 0,6 2-1,-6-4-79,0 1 0,1-1 1,-1-1-1,0 1 0,1-1 0,-1 0 0,0 0 0,1-1 1,7-1-1,60-18 506,-62 17-523,107-39 407,129-64 0,24-10-6002,-188 85-21,5-5-3225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3.0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3 426 3904,'0'0'10312,"0"2"-10303,-1 6 37,0-1 0,1 0 1,0 0-1,0 1 0,1-1 0,-1 0 0,2 0 0,-1 0 0,1 0 0,0 0 0,1 0 0,-1 0 0,1 0 0,1-1 1,-1 0-1,8 10 0,-10-15 6,-1-1 1,1 1-1,0-1 1,0 1-1,0-1 1,-1 1-1,1-1 1,0 1 0,0-1-1,0 0 1,0 0-1,0 1 1,0-1-1,-1 0 1,1 0-1,0 0 1,0 0-1,0 0 1,1 0 0,2 0 138,1 1-65,0-1 0,0 0 0,0 0 0,0 0 0,0 0 1,0-1-1,0 0 0,0 0 0,0 0 0,0-1 0,-1 0 0,10-4 0,6-5 177,29-20 0,-39 24-186,62-44-185,-3-3 0,87-87 0,14-51-8188,-123 131 1087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0.9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15 537 4336,'-15'-3'1343,"33"3"9108,-19 3-10319,-8 27 260,9-27 2400,3-4-2467,19-9-226,1-1-1,-1-2 1,-1 0-1,21-17 1,27-16-22,313-162-1776,-190 108-1317,-5-6-3775,-129 74 940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1.2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17 405 6773,'-16'6'1668,"29"-15"-116,-6 0-256,97-67 2032,-67 49-2848,9-6-312,8-3-384,3-3-436,3-3-384,7-4-656,-7-2-1736,4 3-1829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1.6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3 178 4128,'-3'-18'1008,"20"12"-219,0-9-273,-1 3-84,-6 0-148,7 0-216,3-9-300,10-15-600,-6 12-993,9 2 473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5.0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47 208 4828,'0'0'8046,"-13"-6"-7531,12 6-453,0-1 0,0 1 0,0 0 0,0-1 1,0 1-1,0 0 0,0 0 0,0 0 0,0 0 0,-1 0 0,1 0 0,0 0 0,0 0 0,0 1 0,0-1 0,0 0 0,0 1 0,0-1 0,0 0 0,0 1 0,0-1 1,0 1-1,0 0 0,1-1 0,-1 1 0,0 0 0,0-1 0,1 1 0,-1 0 0,0 0 0,1 0 0,-1 0 0,0 0 0,1 0 0,-1 0 0,1 1 0,4-2 2,4-2-73,1 0 0,-1-1 0,0 0 0,0 0 1,0 0-1,-1-1 0,1 0 0,13-10 0,60-53-1399,-57 47 646,41-42-4441,-26 32-109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7.1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245 153 4916,'0'-12'12034,"-2"-1"-8544,1 0-5221,1 3 3956,-20 13-1657,14-2-288,0 1-1,0 0 1,0 0-1,1 0 1,-1 1-1,1 0 1,-1 0-1,1 1 1,0-1 0,0 1-1,1 0 1,-1 0-1,-6 9 1,1-1-230,1 0-1,0 1 1,1 0 0,-10 21-1,3-3 184,2 0 0,0 0 0,3 1 0,0 0 0,2 1 0,2 0 0,1 0 0,-1 41 0,6-65-181,-1 18 163,2 0-1,6 37 0,-6-56-174,1-1 1,0 1-1,0 0 1,1-1-1,0 0 1,0 0-1,1 0 1,0 0-1,0 0 1,0-1-1,1 1 1,0-1-1,6 6 1,0-3-7,1 0 1,-1 0 0,1-2 0,1 1-1,-1-1 1,1-1 0,0 0 0,1-1-1,0 0 1,14 2 0,-18-5-23,0 0 0,1-1 0,-1-1 0,0 1 0,1-2 0,-1 1 0,0-1 0,0-1 1,1 0-1,-1 0 0,0-1 0,-1-1 0,1 1 0,16-10 0,-14 6-8,-1-1-1,-1 0 1,1 0 0,-1-1-1,-1-1 1,0 0 0,0 0-1,-1 0 1,0-1 0,-1 0-1,0-1 1,-1 0 0,7-18-1,3-14-11,-1 0-1,-3-2 1,-1 1-1,6-64 1,-14 91 3,-1 1 1,-1-1-1,0 0 1,-1-1-1,-1 1 1,-1 0-1,0 1 1,-1-1-1,-2 0 1,1 1-1,-2 0 1,0 0-1,-1 0 1,-1 1-1,-15-25 1,17 32-11,0 0 1,-1 1-1,0 0 1,0 0-1,0 0 1,-1 1 0,-1 0-1,1 1 1,-1-1-1,0 2 1,0-1-1,-1 1 1,1 1-1,-12-4 1,16 7-25,1 0 1,-1 1-1,0-1 0,0 1 1,0 0-1,0 1 0,0-1 1,0 1-1,0 0 0,0 0 0,0 0 1,0 1-1,1 0 0,-1 0 1,1 0-1,-1 1 0,1-1 1,-7 6-1,-3 4-284,1 0-1,1 1 1,-20 26-1,8-10-243,-56 66-2735,55-57-634,24-36 3392,0 0 0,0 0 0,0 0 0,0 0 0,0 1-1,1-1 1,-1 0 0,1 0 0,0 1 0,-1-1 0,1 0 0,0 0 0,0 1 0,1 3 0,10 3-7783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9.5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7 172 3296,'0'0'7050,"-2"-2"-7060,2 1 11,-1 0 1,1 1 0,-1-1 0,1 0-1,0 1 1,-1-1 0,1 0 0,0 0-1,-1 0 1,1 0 0,0 1-1,0-1 1,0 0 0,0 0 0,0 0-1,0 0 1,0 0 0,0 0 0,0 1-1,0-1 1,0 0 0,0 0 0,1 0-1,-1 0 1,0 1 0,1-2 0,20 0 256,-9 2-353,-8 0 83,70 60-153,-6-19 390,-39-25-203,-16-10-21,-1 0-1,1-1 0,0 0 1,0-1-1,1-1 1,-1 0-1,1-1 0,0 0 1,-1-1-1,1-1 1,0 0-1,0-1 0,-1 0 1,1-1-1,-1-1 1,21-6-1,-29 7 19,0 0 0,0-1 0,0 1 0,0-1 0,-1 0 0,1-1 0,-1 1 0,0-1 0,0 0 0,0 0 0,0 0 0,0 0 0,-1-1 0,3-5 0,2-6 48,0 1 1,-2-1-1,6-20 0,7-16-39,1-14-295,-19 64 50,0 0 1,0 1 0,0-1-1,0 1 1,0-1 0,1 1-1,-1-1 1,1 1 0,-1 0-1,1 0 1,-1 0 0,1 0-1,0 0 1,-1 0 0,1 0-1,0 0 1,0 1 0,0-1-1,0 1 1,2-1 0,-1 1-3195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1.2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85 3872,'1'-1'257,"-1"0"-1,0 0 0,1 0 1,-1 0-1,0 0 0,0 0 1,0 0-1,0 0 1,0 0-1,0 0 0,0 0 1,0 0-1,0 0 0,0 0 1,0 0-1,-1 0 0,1 0 1,0 0-1,-1 0 0,1 0 1,-1 0-1,1 1 1,-1-1-1,1 0 0,-1 0 1,1 0-1,-1 1 0,0-1 1,0 0-1,1 1 0,-1-1 1,0 0-1,-2 0 0,0-2-1512,0 1 2953,-17 2-1648,19 0-248,-1-1 0,0 1 0,0 0 0,1-1 1,-1 1-1,0-1 0,1 1 0,-1-1 0,1 0 0,-1 1 0,1-1 0,-1 0 1,1 0-1,-1 0 0,1-1 0,0 1 0,-1 0 0,1 0 0,0-1 0,0 1 1,0 0-1,-1-4 0,-11-10-1885,0 4-1352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5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0 4544,'0'0'6887,"-3"1"-6698,-58 13 2041,58-13 738,2-1-3021,1 1 60,0-1-1,0 1 0,-1-1 1,1 1-1,-1 0 0,1-1 1,0 1-1,-1-1 0,1 0 1,-1 1-1,1-1 0,-1 1 1,0-1-1,1 0 0,-1 1 1,1-1-1,-1 0 0,-1 1 1,1-1 10,0 0 0,0 1 0,1-1 0,-1 1 1,0-1-1,0 1 0,0-1 0,0 1 0,1-1 1,-1 1-1,0 0 0,0 0 0,1-1 0,-1 1 1,1 0-1,-1 0 0,0 0 0,1 0 0,0 0 1,-1-1-1,1 1 0,-1 0 0,1 2 0,3 68 770,3 0-1,3-1 1,3 0-1,36 120 1,126 261 548,-10-111-690,-151-315-612,242 464 423,-149-301-332,7-5 0,8-5 0,192 217 0,-165-238-120,7-6-1,6-8 1,6-6-1,6-8 0,6-8 1,342 174-1,319 63 60,25-75-95,675 80 203,-1502-355-232,68 10-99,-97-17 23,0-1 1,0 1-1,0-2 0,1 1 1,-1-1-1,0-1 0,-1 0 0,1 0 1,9-3-1,-15 3-71,1 0 0,-1 0 0,0 0 0,0 0 0,0 0 0,0-1 0,0 1 0,-1-1-1,1 0 1,-1 0 0,1 0 0,-1 0 0,0 0 0,0 0 0,0 0 0,-1-1 0,3-6 0,0-3-1640,-1 0-1,-1-1 1,2-22 0,0-22-6864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2:55.6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556 12 9241,'-41'-10'1668,"32"8"1220,4 9-1372,-1 0-1188,1 0 1,-1 0-1,2 1 1,-1-1-1,1 1 1,0 0-1,1 1 1,0-1-1,0 1 1,1-1-1,0 1 1,-1 12-1,3 16 68,2 0-1,1 0 1,2-1-1,2 0 0,12 38 1,69 177 338,-30-97-471,-21-40-180,42 224-1,-66-247-400,-4 1 0,-3 0 0,-8 99 0,-5-114-234,-3-2 1,-4 1-1,-2-1 0,-4-1 0,-4-1 1,-53 116-1,41-116-424,-4-2 1,-2-1 0,-3-3-1,-4-2 1,-2-1-1,-69 65 1,10-27-2416,-4-4-1390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7.7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254 279 5961,'2'-10'412,"-2"7"-202,1 0 0,-1-1-1,0 1 1,0 0 0,0 0-1,0 0 1,0 0-1,-1 0 1,1 0 0,-1 0-1,0 0 1,0 0 0,0 0-1,0 0 1,-1 0-1,1 0 1,-1 1 0,0-1-1,1 1 1,-4-4 0,-13-18 2087,6 6-983,-2 1 0,0 0 0,0 1 0,-25-21 0,9 11-123,-7-5-105,21 20-543,16 11-529,-1-1 1,1 1-1,0-1 1,-1 1-1,1-1 1,-1 1-1,1-1 1,-1 1 0,0 0-1,1-1 1,-1 1-1,1 0 1,-1 0-1,0-1 1,1 1-1,-1 0 1,0 0 0,1 0-1,-1 0 1,0 0-1,0 0 1,0 1-5,0 0 0,0 0 0,0 1 1,0-1-1,0 0 0,0 1 0,0-1 1,1 1-1,-1-1 0,1 1 0,-1-1 0,1 1 1,-1 0-1,1 1 0,-7 29 125,2-1 0,-3 63 0,9 73 80,1-117-144,11 188 193,-6-189-251,1-1 0,28 88 0,-27-109-10,1 0-1,1-1 0,2-1 1,0 0-1,2-1 0,1 0 1,0-1-1,22 22 1,-27-34-19,0 0 1,1 0 0,1-2-1,0 1 1,0-2 0,1 0 0,0 0-1,0-1 1,1-1 0,0 0-1,0-2 1,0 1 0,1-2-1,-1 0 1,30 2 0,-25-5-8,-1 0 0,1-1 0,0-1 0,0 0 1,-1-2-1,1 0 0,-1-2 0,0 0 0,-1-1 0,1 0 1,-1-2-1,-1 0 0,26-18 0,-26 13-3,0-1 1,0 0-1,-2-1 1,1 0-1,-2-2 0,-1 1 1,0-2-1,-1 0 1,-1 0-1,-1-1 0,0-1 1,9-30-1,3-18-52,16-88 1,-16 19 12,19-86-70,-39 225 139,0 0 1,-1 0-1,1 0 0,0 1 0,-1-1 0,1 0 0,-1 1 0,1-1 0,-1 1 0,0-1 0,2 3 0,11 18 32,-2 0 0,0 1 0,-1 0 0,10 33 0,8 15 13,-16-40-29,9 20 3,2 0 1,54 82 0,-59-105-10,2-2-1,1 0 1,26 25-1,-40-44-8,0 0 1,1-1-1,0 0 0,0 0 0,0-1 0,0 0 0,1 0 0,0-1 0,0 0 0,0-1 0,0 0 0,1-1 0,18 2 0,-25-4-2,0 1-1,0-1 1,0-1 0,0 1 0,-1 0-1,1-1 1,0 0 0,0 0 0,-1 0-1,1 0 1,0-1 0,-1 0 0,1 1-1,-1-1 1,0 0 0,0-1 0,1 1-1,-1-1 1,-1 1 0,1-1 0,0 0 0,-1 0-1,1 0 1,-1 0 0,0 0 0,0-1-1,0 1 1,-1-1 0,1 1 0,-1-1-1,0 0 1,2-7 0,-1-1-5,0-1 0,-1 0 0,0 0 0,-1 0 0,-1 1 0,0-1 0,-1 0 0,0 0 0,-4-13-1,-7-12 10,-1 0 0,-1 1 0,-2 1 0,-2 1 0,-1 1 0,-49-63 0,32 52-28,-1 3 0,-3 1-1,-1 2 1,-59-43-1,83 70-86,0 1-1,0 1 0,-1 0 0,0 2 0,-27-9 0,39 15-96,0 1 1,-1 0-1,1 0 1,-1 1-1,1 0 1,-1 1-1,1-1 0,0 1 1,-1 1-1,1-1 1,-10 5-1,14-5 94,1 0-144,-1 1 0,1-1 0,-1 1 0,1 0 0,-1 0 0,1 0-1,0 0 1,0 0 0,0 1 0,0-1 0,1 1 0,-1-1-1,1 1 1,-1 0 0,1-1 0,0 1 0,0 0 0,0 0-1,0 4 1,-1-2-601,-1 24-3489,8 13-2353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8.0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45 9501,'1'-3'280,"-1"0"0,1 0-1,0 0 1,-1 0 0,0 0 0,1 0 0,-1 0-1,0 0 1,-1 0 0,1 0 0,-1 0 0,-1-6 4029,-1 10-3403,1-1-838,0 1 1,0-1 0,-1 1-1,1-1 1,0 1 0,0 0-1,0 0 1,0 0 0,1 0-1,-1 0 1,0 0 0,0 1-1,1-1 1,-1 1 0,0-1-1,1 1 1,0-1 0,-1 1-1,1 0 1,0 0 0,0 0-1,0 0 1,0 0 0,0 0-1,0 0 1,1 0 0,-1 0 0,1 0-1,-1 0 1,1 0 0,0 0-1,0 0 1,0 1 0,0-1-1,0 2 1,0 24 149,0-1-1,2 1 1,1-1 0,2 1 0,0-1 0,10 28-1,-1-12-75,3 0 0,40 74 0,-47-99-115,1 0 1,0-2-1,2 1 0,0-2 0,25 25 1,-30-33-24,0 0 0,0-1 1,1 0-1,0 0 0,1-1 0,-1 0 1,1-1-1,0 0 0,0 0 1,0-1-1,1 0 0,15 1 0,-23-3 0,1-1-1,0 0 1,0 0-1,0-1 1,0 1-1,0-1 1,0 1-1,0-1 1,0-1-1,-1 1 0,1 0 1,0-1-1,-1 0 1,1 0-1,4-4 1,-2 2-5,-2-1 1,1 0 0,0 1-1,-1-2 1,0 1 0,0-1-1,-1 1 1,5-11 0,0-3 0,0 0 1,-2-1 0,-1 0-1,6-41 1,3-79 125,-14 143-181,1 1 1,-1-1-1,1 1 0,0-1 1,0 0-1,0 0 1,3 5-1,1 4-163,55 160-4843,-15-58-2834,-26-72 1593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8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52 509 6077,'-28'-30'3033,"23"24"2487,3 7-5357,0 1 0,0 0-1,0 0 1,0 0 0,1 0-1,-1 0 1,1 0 0,0 0 0,-2 4-1,2 1-39,1-1-1,0 1 0,1-1 0,-1 1 0,1-1 0,3 10 0,2 17 200,4 29 193,34 113-1,-43-170-503,0-1 0,0 0 0,1 0 0,-1 0-1,1 0 1,0 0 0,0-1 0,1 1 0,-1-1 0,1 1 0,-1-1 0,1 0 0,0 0-1,0 0 1,1 0 0,-1 0 0,1-1 0,-1 0 0,1 0 0,7 4 0,-10-6-16,0-1-1,0 1 1,0 0 0,0-1 0,0 1 0,0-1 0,0 1 0,0-1-1,-1 0 1,1 1 0,0-1 0,0 0 0,-1 1 0,1-1 0,0 0-1,-1 0 1,1 0 0,0-1 0,2-1-18,7-10 37,-1 0 0,0 0 0,-1-1 0,0 0 0,-1-1 0,7-22 0,-6 17-28,1-1 0,13-19 1,-20 36 30,0 0 1,1 1 0,0-1 0,0 1-1,0-1 1,0 1 0,0 0 0,1 1 0,0-1-1,-1 0 1,1 1 0,0 0 0,0 0-1,0 0 1,0 0 0,1 1 0,-1 0-1,0 0 1,1 0 0,-1 0 0,1 1-1,-1-1 1,1 1 0,-1 0 0,6 1-1,7 2 5,1 1 0,-1 1 0,0 0 0,-1 1 0,17 9 0,8 1 15,-10-4-49,13 5-217,0-2 0,64 13-1,-100-27 125,-1 0 1,1-1-1,0 1 0,0-1 0,-1-1 0,1 0 0,0 0 0,-1 0 0,1-1 1,-1 0-1,1 0 0,-1-1 0,0 0 0,0 0 0,0-1 0,0 0 0,-1 0 1,0-1-1,1 0 0,-2 0 0,8-6 0,-6 1 82,0 1 1,0-1-1,0 0 0,-1 0 1,-1-1-1,0 0 0,0 0 1,-1 0-1,0-1 0,-1 1 1,-1-1-1,0 0 0,1-18 0,-10-271 966,-2 74 997,79 401-811,27 90-3670,-23-93-5239,-47-118 1140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8.7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1 296 10797,'6'-39'3092,"-9"18"-1880,3 3 561,17 0-1097,9-9-224,5 12-92,5 0-292,18-3-752,6-1-588,14-2-381,3-3-683,7-3-1308,3-6-2213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09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194 7 4156,'0'0'4650,"-3"-1"-3150,2 0-1156,0 0 0,0 1 0,-1-1 0,1 1 0,0-1 0,-1 1 0,1 0 0,0-1 0,-1 1 0,1 0 0,0 0 0,-1 0 0,1 0 0,-1 0 0,1 0 0,0 0 0,-1 1 0,1-1 0,0 0 0,-1 1 0,1-1 0,-2 2 0,-11 14 3647,7 2-5694,-7 28 1739,2 0-1,-7 64 1,5-27-12,-59 539-24,69-563-1,2 1 0,8 66 0,-4-101 21,2 1 0,0-2-1,2 1 1,1 0 0,1-1 0,1-1-1,19 37 1,-24-53 4,0-1 0,0 0-1,1 0 1,0 0 0,0-1 0,0 1 0,1-1-1,0-1 1,0 1 0,0-1 0,0 0 0,13 6-1,-9-6 6,0-1-1,1 0 0,-1 0 0,1-1 1,-1-1-1,1 0 0,-1 0 0,14-1 1,14-4 39,0-2 0,0-1 0,-1-2 0,37-14-1,-36 11-27,55-18 89,-1-3 1,-2-5-1,119-69 0,-123 52 54,-79 49-337,-1 1-1,1-1 0,-1 0 0,0-1 1,0 1-1,0-1 0,-1 0 0,8-15 1,-12 19-145,0 0 1,-1 0-1,1 1 1,-1-1 0,1 0-1,-1 0 1,0 0 0,0-3-1,0-4-922,0 9 944,0 1 0,0-1 0,0 0 0,0 0 0,0 0 1,0 1-1,0-1 0,0 0 0,0 0 0,0 1 0,-1-1 0,1 0 0,0 0 0,-1 1 0,1-1 0,0 0 0,-1 1 0,0-2 0,-1-2-1379,-5-13-5578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0.2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0 471 6969,'0'0'1908,"2"-3"-130,54-67 4023,-44 53-5170,2 0-1,0 1 0,1 0 1,20-16-1,76-53 781,-61 48-983,6-2-497,2 1 0,71-32 1,-118 65-652,1 0 0,0 0 1,0 1-1,21-5 0,-25 8-737,1 0-1,-1 0 1,1 1-1,14 2 1,-2 3-5914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0.4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0 495 6609,'4'15'8867,"-4"-19"-7544,0-2-1050,1 0 0,0 0 1,1 0-1,-1 0 0,1 0 0,0 0 0,1 0 1,-1 1-1,1-1 0,0 1 0,4-6 1,51-61 609,-25 32-777,2 0-1402,50-47 1,16-17-3630,-61 59 748,3 2-2213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0.9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 53 7165,'-3'-1'450,"0"0"0,0 0 0,0-1 0,0 1 1,0-1-1,0 1 0,1-1 0,-1 0 0,0 0 0,1 0 1,0 0-1,-1 0 0,-3-6 0,6 7-319,0 0 0,0 0 0,0 0-1,-1 0 1,1 0 0,0 0 0,1 0-1,-1 0 1,0 0 0,0 0 0,0 0-1,1 1 1,-1-1 0,0 0 0,1 0 0,-1 0-1,1 0 1,-1 0 0,1 0 0,-1 0-1,5-3 4242,-11 124-3320,2-76-772,2 0-1,7 80 0,0-90-142,1-1-1,1 0 0,15 39 1,-15-54-103,1 1 1,1-1 0,1-1 0,1 0 0,0 0-1,24 26 1,9 1 33,2-2 0,83 57 0,50 45-4,-173-138-62,0 0-1,0 0 1,-1 1-1,0-1 1,0 1-1,-1 1 1,1-1-1,-1 1 1,-1-1 0,0 1-1,0 0 1,0 0-1,-1 1 1,0-1-1,-1 0 1,0 1-1,0-1 1,-1 1-1,0-1 1,0 1-1,-1-1 1,0 0 0,-1 1-1,0-1 1,0 0-1,-1 0 1,0 0-1,0 0 1,0 0-1,-1-1 1,-1 1-1,1-1 1,-1 0-1,0-1 1,-8 9-1,-5 2-93,-1-1-1,-1 0 0,0-2 1,0 0-1,-2-1 0,-29 13 0,2 0-706,25-11-29,17-11 196,0 1 1,-1-1-1,1 0 0,-9 2 1,14-5 349,-1 0 0,0 0 0,0-1 0,0 0 0,0 1 0,1-1 0,-1 0 0,0 0 0,0-1 0,0 1 0,0-1 0,0 1 0,1-1 0,-1 0 0,-4-2 0,-15-7-3975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1.2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17 549 8593,'-3'-4'264,"1"0"-1,0 0 1,0-1 0,1 1 0,-1-1 0,1 0-1,0 1 1,0-1 0,0 0 0,1 0 0,0 1-1,0-1 1,0 0 0,0 0 0,1 0 0,0 1-1,0-1 1,0 0 0,1 1 0,2-8 0,5-4 511,0-1 0,1 1 0,1 0 0,1 1 0,0 1 0,19-19 0,92-68 690,-82 69-1117,22-12-31,124-66 0,-179 106-673,1-1 0,0 1 0,0 1 0,0-1 0,0 2 0,1-1 0,-1 1-1,19-1 1,-26 4-91,-1 0 0,0 0 0,1 1 0,-1-1 0,0 1 0,0-1 0,0 1 0,0-1 0,0 1 0,0-1 0,0 1 0,-1 0 0,1 0 0,-1-1 0,1 1 0,-1 0 0,1 0 0,-1 1 0,-10 20-6876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2.3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16 6273,'-30'-3'8656,"31"2"-8489,0 0-1,-1 0 0,1 0 0,0 1 0,0-1 0,0 0 1,0 1-1,0-1 0,0 1 0,0-1 0,0 1 1,0-1-1,0 1 0,0 0 0,0-1 0,3 1 1,4-3-1537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2.8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16 922 4708,'-1'-1'248,"0"1"0,0 0-1,0-1 1,0 1-1,1 0 1,-1-1-1,0 1 1,0-1 0,1 0-1,-1 1 1,0-1-1,1 1 1,-1-1 0,1 0-1,-1 0 1,1 1-1,-1-1 1,1 0-1,-1 0 1,1 0 0,0 1-1,-1-1 1,1-1-1,6-9 3297,4 1-4309,27-23 1551,2 1 0,1 3 0,59-34 1,-32 22-419,261-153 574,-160 99-759,330-189-47,-389 216-1729,-41 23-4438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13.4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13 4620,'-7'-12'4821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9.6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1676 4804,'32'-6'1177,"-58"3"1005,23 3 323,1-2-1949,-19-17 4702,24 18-4518,29-11-23,0-2 0,0-2-1,-2 0 1,49-36-1,-4 3-197,58-35 36,147-86 309,-45 46 198,480-178-1,184 28 348,23 93-618,111 96-1500,-952 88 157,-56-1 283,1-2 1,-1 0 0,0-1-1,27-5 1,-47 5 125,0-1 0,0 1 0,0-1 0,0 0 0,0-1 0,0 1 0,0-1 0,-1 0 0,1 0 0,-1 0 0,0-1 0,0 1 0,0-1 0,0 0 0,-1 0 0,1-1 0,-1 1 0,0-1 0,4-7 0,-6 8-98,1-1 0,-1 0 0,0 1 1,0-1-1,0 0 0,0 1 1,-1-1-1,0 0 0,0 0 0,0 1 1,-1-1-1,1 0 0,-1 0 1,0 1-1,-1-1 0,1 1 0,-1-1 1,0 1-1,0-1 0,0 1 1,-1 0-1,-3-5 0,0 0-723,-1 1 0,0 1 0,0-1 0,-1 1 0,0 0 0,-12-8 0,-23-8-5370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0.0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1297 6885,'3'-2'1762,"30"-14"796,-1-2 0,41-29 0,37-22-94,386-175 724,-431 214-2952,435-191 510,9 23-1,532-131 0,-733 258-1393,-193 47-257,-3 8-1537,-66 11-613,-42 5 1331,-21-6-10963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0.3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1026 5781,'27'-34'1320,"10"10"0,-4-9-40,11 3-212,137-91 1908,-91 67-2180,11 0-140,26-9-268,10-4 64,11 1-208,6-3-460,0-1-396,7-2-388,-1 0-212,-9-1-840,-7 4-1256,-3 15-1589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1.4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0 2956,'0'0'2975,"-1"2"-2886,-2 1-248,0 0 0,0 0-1,0-1 1,0 1 0,-1-1 0,1 0 0,-1 0 0,1 0-1,-1 0 1,0-1 0,0 1 0,-7 0 0,7 0-86,1-1-477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3.0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195 20 4624,'0'0'4257,"-3"-1"-3044,-31-4 9262,33 3-10222,-1 1 1,0-1 0,0 1-1,1-1 1,-1 1 0,0 0-1,0 0 1,0 0 0,-4-1-1,0 8-180,0 1 0,1 0-1,-1 0 1,1 0 0,1 0-1,-1 1 1,1 0 0,1 0-1,-4 9 1,-3 15 278,-6 36 0,8-34-152,1-5-72,2 2 0,1-1 0,1 0 0,1 1 0,2 0 0,1-1 0,6 31 0,0-13 9,18 63 0,-19-91-87,1 0 1,1-1-1,0 0 0,2 0 1,20 29-1,-27-44-44,0 0 1,1 0-1,-1 0 0,1 0 1,0-1-1,0 1 0,0-1 1,1 0-1,-1 0 0,1-1 1,0 1-1,-1-1 0,1 0 1,0-1-1,0 1 0,1-1 0,-1 0 1,0 0-1,0 0 0,1-1 1,-1 0-1,0 0 0,0 0 1,1-1-1,-1 0 0,0 0 1,0 0-1,0 0 0,0-1 1,0 0-1,0 0 0,0 0 1,0-1-1,-1 0 0,1 1 0,-1-2 1,0 1-1,0 0 0,6-8 1,-4 4 3,-1-1 1,1 0 0,-2 0-1,1-1 1,-1 1 0,-1-1-1,4-12 1,14-66-19,-16 59-13,2-6-14,-1-1 0,-2 0 0,-2 0 0,-1 0-1,-6-59 1,3 78-7,0 0 0,-2 0 0,0 1 0,-1-1 0,0 1 0,-1 0 0,-1 0 0,0 1 0,-1-1 0,-1 2 0,0-1 0,-1 1 0,0 1 0,-17-16 0,18 18-77,-1 1 0,0 1-1,-1 0 1,0 0 0,0 1-1,-1 0 1,1 1-1,-1 1 1,-1 0 0,1 0-1,-1 1 1,0 1 0,0 0-1,-15-1 1,17 3-438,1 0 1,-1 1-1,0 1 1,1 0-1,-1 0 0,-18 6 1,28-6 11,-1 1 1,1 0-1,0 0 1,-1-1-1,1 1 1,0 0-1,0 0 1,1 0-1,-1 1 1,0-1-1,1 0 1,-1 0-1,1 0 1,-1 0-1,1 1 1,0 2-1,7 13-7202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3.3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169 1 8297,'0'0'9333,"-4"1"-8325,-2 1-823,0 0-1,1 0 1,-1 0-1,1 1 0,-1 0 1,1 0-1,0 1 1,0-1-1,1 1 0,-1 0 1,1 1-1,0-1 1,0 1-1,0-1 0,-4 9 1,-2 3 194,1 1 0,0 1 1,-11 34-1,12-29-321,1 0 0,1 1 0,1 0 0,1 0-1,2 0 1,0 1 0,1-1 0,2 1 0,3 25 0,3 17-1352,0 9-2366,2-28-2188,-7-43 1822,6 8-1847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3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0 130 9965,'0'0'2806,"3"-1"-1628,5-3-433,1-1 0,-1 1 0,0-1 1,11-10-1,-16 13-681,0 0 0,0 1 0,0-1 0,0 1 0,0 0 0,0 0 0,0 0 0,0 1 0,0-1 0,0 1 0,4-1 0,6 0-12,16-5-441,50-1 1,-20 2-809,-6 1-193,-35 3 647,0 0-1,0-1 1,-1-1 0,25-7 0,27-18-3951,-36 13 957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3.6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6 7977,'-15'-2'941,"-2"-1"488,5 2 4912,10 3-6148,-1 1 1,1-1 0,0 1-1,-1 0 1,1-1 0,1 1-1,-1 0 1,0 0 0,1 0-1,-2 4 1,3-7-150,-13 32 229,2 0 0,-14 63 0,3-6-3030,-4-8-4202,16-31-22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4.3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2213 259 5368,'19'-30'1363,"-15"24"-79,-19-14 1041,4 6-1733,-1 1 0,-1 0 0,0 0 1,0 2-1,-1 0 0,-1 0 0,-23-12 0,12 10-130,-1 1 0,0 1 0,0 1 0,-32-7 0,2 6-121,-1 2 0,0 3 0,0 2-1,-62 4 1,19 6-101,1 4-1,1 4 1,0 5 0,-149 49-1,194-49-153,1 3-1,1 1 0,1 3 1,2 2-1,0 2 0,2 2 1,2 3-1,1 1 0,1 2 1,2 2-1,2 2 0,2 1 1,2 2-1,2 1 0,2 2 1,2 1-1,-27 63 0,25-38-15,4 1 0,-18 80-1,33-101-38,2 1 1,3-1-1,-1 102 0,9-133-25,1-1 1,0 0-1,2 0 1,0 0-1,2 0 1,0-1-1,2 1 1,15 31 0,-15-39-3,0 0 1,1-1 0,1 1 0,0-2 0,1 1 0,0-2 0,1 1 0,0-2 0,0 1 0,1-2 0,1 0-1,22 12 1,-7-9-2,0-1-1,0-1 1,1-1-1,1-2 0,-1-1 1,33 2-1,-29-5 5,-1-1 0,49-5 0,220-27 27,-218 18-48,155-43 0,-211 46 19,103-31 3,242-111 0,99-111-41,-164 41 80,-256 178-40,-2-4 0,-3-1 0,65-84-1,-93 105 0,0-1 0,-1-1-1,-2-1 1,-2 0-1,0-1 1,11-40 0,-21 56-10,0 0 1,-1 0 0,0 0-1,-2-1 1,0 1 0,0-1 0,-2 1-1,0-1 1,0 1 0,-2 0-1,0-1 1,0 1 0,-2 1 0,1-1-1,-12-23 1,5 20 5,0 0 0,-2 1 0,0 0-1,0 1 1,-1 0 0,-1 1 0,-1 1 0,0 0 0,-1 1 0,-1 1-1,-35-19 1,11 11-152,-1 3-1,0 1 1,-1 2-1,-66-12 0,52 16-506,0 3 1,-1 2-1,-73 4 0,-175 26-8030,212-14 1342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4.9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272 21 7997,'7'-21'10713,"-21"25"-8746,12-3-1804,-1 0 0,1 0 1,1 1-1,-1-1 0,0 1 1,0-1-1,0 1 0,1 0 0,-1-1 1,1 1-1,0 0 0,-1 0 1,1 0-1,0 0 0,-1 3 1,-17 43 1389,12-29-944,-102 283 2652,80-204-5249,-18 116 0,42-183 771,-12 82-3225,13-37-2737,4-27-1736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5.5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386 293 6305,'-24'-18'4295,"24"18"-4173,-1 0 0,1 0 0,-1 0 0,1 0-1,-1 0 1,1 0 0,-1-1 0,0 1 0,1 0-1,-1 0 1,1 0 0,-1 0 0,1-1 0,0 1 0,-1 0-1,1-1 1,-1 1 0,1 0 0,-1-1 0,1 1-1,0 0 1,-1-2 0,0 2 100,0-1 0,0 0 0,0 0 0,0 1 0,0-1 0,0 0 0,0 1 0,0-1-1,0 1 1,0-1 0,0 1 0,0 0 0,0-1 0,-1 1 0,1 0 0,-1 0 0,-5 2-103,1 0-1,-1 1 1,1 0 0,0 0 0,0 0-1,0 1 1,1 0 0,-1 0-1,1 1 1,0-1 0,0 1 0,1 0-1,-1 0 1,-6 11 0,-13 22 194,1 0 1,2 2 0,2 0 0,-19 57-1,25-65-195,-9 27 12,2 2-1,3 0 1,3 0 0,2 2-1,-4 65 1,14-89-102,1 1-1,2-1 1,2 1 0,2-1-1,1 0 1,2-1 0,1 1-1,3-2 1,20 49 0,-15-50-12,2 0 1,2-1 0,1-1 0,1-1-1,2-1 1,1-1 0,2-1 0,58 49 0,-66-64-10,0-1 0,0 0 1,2-2-1,-1 0 1,2-2-1,-1 0 0,1-1 1,1-2-1,-1 0 1,1-1-1,1-2 0,-1 0 1,0-2-1,1-1 1,47-3-1,-46-1 29,-1-2 1,1-1-1,-1-1 0,0-1 1,0-1-1,-1-1 0,0-1 1,-1-2-1,0 0 0,-1-1 1,-1-1-1,0-1 1,-1-1-1,25-27 0,-20 15-22,-1-1 0,-2-1-1,0-1 1,-3 0 0,0-2 0,-2 0-1,-2-1 1,-1-1 0,12-48 0,-11 20-11,-2-1 0,-3 1 0,-3-2 0,-3 1 0,-3-1 0,-3 1 0,-2-1 0,-3 1 0,-4 0 0,-2 1 0,-28-84 0,28 112-1,-2 0 1,-1 1-1,-2 1 0,-2 1 1,-1 0-1,-1 1 1,-39-42-1,41 52-128,-1 2-1,-1 0 1,0 2 0,-2 0-1,0 1 1,-1 2-1,0 0 1,-1 2 0,-1 1-1,-41-13 1,52 21-283,0 0 0,-1 1-1,1 1 1,-1 1 0,0 0 0,1 2 0,-33 3-1,33-1-713,1 0 0,1 1-1,-1 1 1,0 0 0,-14 9-1,-35 23-7192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6.8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 1 4816,'0'0'79,"1"0"-1,-1 1 1,1-1-1,-1 0 1,0 1-1,0-1 1,1 1-1,-1-1 0,0 0 1,0 1-1,1-1 1,-1 1-1,0-1 1,0 1-1,0-1 1,0 1-1,0-1 0,1 1 1,-1-1-1,0 1 1,0-1-1,0 1 1,0-1-1,-1 1 1,1-1-1,0 0 0,0 1 1,0-1-1,0 1 1,0-1-1,-1 1 1,1-1-1,-1 1 1,-14 9 2276,5-5 845,-24-3-1073,31-1 1689,4-3-3768,0 2-19,0-1 0,-1 1 1,1-1-1,-1 1 0,1-1 1,-1 1-1,1-1 0,-1 1 1,1-1-1,-1 1 0,1-1 1,-1 1-1,0-1 1,1 0-1,-1 1 0,0-1 1,0 0-1,1 1 0,-1-1 1,0 0-1,0 1 0,0-1 1,0 0-1,0 1 0,0-1 1,0-1-1,-21 3 1378,-8 2-1143,21-1 43,1-1-1311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27.1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 5489,'1'-1'319,"-1"1"1,1 0-1,-1 0 1,1-1 0,-1 1-1,1 0 1,0-1 0,-1 1-1,1 0 1,-1-1 0,0 1-1,1-1 1,-1 1-1,1-1 1,-1 1 0,0-1-1,1 1 1,-1-1 0,0 1-1,1-2 1,0-20-3823,-2 14 2142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2.8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0 437 4804,'2'-2'1019,"0"0"0,0 0 0,0-1-1,-1 1 1,1-1 0,-1 1 0,1-1 0,-1 0-1,1-3 1,1-5-928,-3 8 1982,18-26 3005,-7 16-3964,-8 23-726,-9 41-545,3-28 278,2-10-73,1-1 0,0 1 1,0 0-1,1 0 0,3 14 0,-3-26-26,-1 1 0,1-1 0,-1 0 0,1 1 1,-1-1-1,1 0 0,0 0 0,0 0 0,0 1 0,0-1 0,-1 0 0,2 0 1,-1 0-1,0 0 0,0 0 0,0-1 0,0 1 0,1 0 0,1 0 1,1 1 20,0 0 0,0-1 0,1 0 0,-1 0 0,1 0 0,5 0 0,8-1 56,-1 0-1,24-5 0,-36 5-85,28-5 64,0-2 0,-1-2 1,53-20-1,89-49-234,-135 59-12,46-23-1286,131-85 0,-183 106 954,159-99-4242,-92 58-1717,-40 27-966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4.7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177 181 7833,'0'-2'203,"1"0"0,-1 0 0,0 0-1,0 0 1,1 0 0,-1 0 0,-1 0 0,1 0 0,0 0 0,0 0 0,-1 0 0,1 0 0,-1 0 0,1 0 0,-1 1 0,0-1 0,0 0 0,0 0-1,0 0 1,0 1 0,0-1 0,-1 1 0,1-1 0,0 1 0,-4-3 0,4 2 15,0 1-48,0 1-1,1-1 1,-1 0-1,1 0 1,-1 0-1,1 0 1,-1 0-1,1 0 0,-1 0 1,1 0-1,0 0 1,0 0-1,-1-1 1,1 1-1,0 0 1,0 0-1,0 0 1,1-2-1,-1 2-7,0 0 0,0-1 0,0 1 0,0 0 0,0 0 0,-1-1 0,1 1 0,0 0 0,0 0 0,-1-1 0,1 1 0,-1 0 0,1 0-1,-2-2 1,-17-34 3263,15 28-2087,-1-1 0,0 1 1,-9-12-1,13 19 1069,-2 9-2136,1 0-1,1 0 1,-1 0-1,1 0 0,1 0 1,-1 0-1,1 1 1,2 11-1,-2 10-125,-35 380-116,27-335-31,-5 39 5,-22 310-33,36-384-808,2 1 0,8 40 1,-1-5-1470,-8-60 1066,0 0 0,1 0 1,1-1-1,8 23 0,-5-17-1377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5.6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75 8461,'-29'-75'14970,"26"77"-14588,1 0-1,0 0 0,-1 0 1,1 0-1,0 1 0,0-1 1,0 1-1,-1 2 0,-6 21 311,0 0-1,2 1 0,-7 45 1,2-9-310,4-24-155,-5 14-1404,3 1 1,2 0-1,-2 90 1,14-57-2635,1-8-4388,-5-27-2339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5.8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0 15057,'0'0'5977,"-4"16"-4905,1 2-168,3 3-204,0 3-136,3 6-144,-3 24-304,-3-12-424,-1 7-212,-6 2-524,0-3-696,4 3-548,-8 1-3345,-2-4-4660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6.0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0 106 10897,'0'-21'1388,"13"12"-96,4 3-228,0 0-196,3-3-180,0 3-123,7 0-205,3 3-528,4-6-465,19 6-335,-6-3-152,3 3-224,-6-3-196,3 0-1812,3 0-1661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6.1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64 8009,'1'-28'1931,"-1"27"-1819,1 0 0,-1 0 0,1 0 0,-1 0 0,0 0 0,1 1 0,0-1-1,-1 0 1,1 0 0,0 0 0,-1 1 0,1-1 0,0 0 0,0 1 0,-1-1-1,1 1 1,0-1 0,0 1 0,6-3 8163,4-15-6382,-11 18-1875,0 0-1,1 0 0,-1 0 1,0 0-1,0 0 1,0 0-1,0 0 0,0-1 1,0 1-1,0 0 0,0 0 1,1 0-1,-1 0 0,0 0 1,0 0-1,0 0 0,0 0 1,0 0-1,0 0 0,0 0 1,1 0-1,-1 0 1,0 0-1,0 0 0,0 0 1,0 0-1,0 0 0,0 1 1,0-1-1,1 0 0,-1 0 1,0 0-1,0 0 0,0 0 1,0 0-1,0 0 0,0 0 1,0 0-1,0 0 1,0 0-1,0 0 0,0 1 1,1-1-1,-1 0 0,0 0 1,0 0-1,0 0 0,0 0 1,0 0-1,0 0 0,0 1 1,0-1-1,0 0 0,0 0 1,0 0-1,0 0 1,0 0-1,0 0 0,0 0 1,0 1-1,0-1 0,0 0 1,0 0-1,-3 37 683,0-11-695,2-14-514,0 1 0,-1-1 0,-1 0 0,0 0 0,-1 0 0,0 0 0,-1-1-1,0 1 1,-1-1 0,0 0 0,-13 16 0,-16 32-6280,9-7-1379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6.6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688 302 7233,'-162'15'1895,"149"-13"-1548,0 0 1,0 1 0,0 1 0,1 0 0,-1 0 0,1 1 0,0 1-1,1 0 1,-1 0 0,1 1 0,-18 15 0,9-2 269,1 0 0,0 1 0,-25 39 0,40-54-555,-30 45 386,2 2 0,2 1 0,3 1 0,2 2-1,2 0 1,4 2 0,1 0 0,3 1 0,3 1 0,-7 104-1,17-115-331,2-1 0,3 0 0,2 1-1,1-2 1,26 93 0,-20-103-63,2-1 1,1 0-1,2-1 1,2-1 0,1-1-1,1-1 1,50 59-1,-37-56-23,2 0 0,1-3-1,2-1 1,84 53-1,-66-53-12,1-2-1,2-3 1,81 25-1,-25-19-75,2-6-1,0-6 0,219 13 1,-210-30 23,0-5 1,0-6-1,0-5 0,-1-6 1,-1-6-1,179-57 1,-196 44 42,-1-5 0,-3-5 0,-1-4 0,-3-5 0,-2-4-1,-4-4 1,121-105 0,-166 125 66,-2-1 0,-2-3 0,-2-1 0,-2-2-1,66-112 1,-92 135-40,-1-1 0,-1 0 0,-2-1 0,-1 0-1,-1 0 1,-2-1 0,-1 0 0,-1-1 0,-2 1 0,-1-1-1,-1 0 1,-2 1 0,-1-1 0,-9-41 0,5 45-15,-1 0 1,-1 0 0,-1 1-1,-1 0 1,-2 1-1,-1 0 1,-1 1 0,-1 0-1,-21-26 1,-1 2 3,-1 2-1,-3 1 1,-1 3 0,-3 1 0,-81-59-1,71 65-45,-2 1-1,-2 4 0,-1 1 1,-1 4-1,-1 2 0,-1 3 0,-1 3 1,-104-17-1,116 29-568,0 2 1,-1 3-1,1 1 0,-87 13 1,95-5-853,1 2 0,0 1 0,1 2 0,1 2 0,-77 40 0,8 13-6625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7.1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1 135 9541,'0'-3'220,"1"-1"0,-1 1 0,1 0-1,0-1 1,0 1 0,0 0 0,0-1 0,0 1 0,1 0 0,0 0 0,0 0-1,-1 0 1,2 1 0,1-4 0,1 1 179,1 1-1,-1-1 1,1 1-1,0 0 1,0 1-1,10-5 1,6-2 115,0 2 0,1 0 1,0 1-1,0 2 0,25-4 0,-32 7-391,0 0 0,1 2 0,-1 0 0,0 0 0,0 1-1,0 1 1,0 1 0,20 6 0,-31-8-102,-1 1 0,1 0 1,-1 0-1,1 1 0,-1-1 1,0 1-1,0 0 0,0 0 0,0 0 1,0 0-1,-1 1 0,1 0 1,-1 0-1,0 0 0,4 7 0,-4-5-2,-1 0 0,1 0 0,-1 0 0,0 1-1,-1 0 1,0-1 0,0 1 0,0-1 0,-1 1-1,0 9 1,-3 4 9,0 1-1,-1-1 0,-1 0 1,-1-1-1,-1 0 1,-13 29-1,-54 91 2,-8 17 24,81-154-43,0-1 1,0 1 0,0-1 0,0 1 0,1-1-1,-1 1 1,1 0 0,-1-1 0,1 1 0,-1 0 0,1-1-1,0 1 1,0 0 0,0 0 0,0-1 0,0 1-1,0 0 1,1 0 0,-1-1 0,1 1 0,-1 0 0,1-1-1,-1 1 1,1-1 0,0 1 0,0-1 0,0 1 0,0-1-1,0 1 1,0-1 0,0 0 0,0 1 0,1-1-1,-1 0 1,0 0 0,1 0 0,-1 0 0,1 0 0,-1-1-1,1 1 1,-1 0 0,1-1 0,0 1 0,2 0-1,5 1 1,-1-1 0,1 0 0,0 0 0,-1-1-1,1 0 1,0 0 0,12-3 0,16-4-373,-1-1-1,0-3 1,36-15 0,100-52-4479,-84 36-269,-18 13-1720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8.0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636 118 5753,'0'-14'1774,"1"1"0,1-1 0,0 0 0,0 1 0,2 0 1,7-21-1,-10 32 276,-2 3-1969,-1 0 0,1 0 0,-1 0 0,1 0 0,0 0 0,0 1 0,0-1 1,0 1-1,0-1 0,0 1 0,-1 2 0,0-1 66,-15 26 492,-23 61 0,2-6-206,-246 393 819,76-140-643,199-322-529,0 1-1,1-1 0,2 2 0,-1-1 1,-6 30-1,12-42-50,0-1 1,1 1-1,-1 0 1,1 0-1,0 0 0,0 0 1,0 0-1,1 0 1,-1 0-1,1 0 0,0 0 1,0 0-1,1 0 0,-1 0 1,1-1-1,0 1 1,-1-1-1,2 1 0,-1-1 1,0 0-1,1 0 1,-1 0-1,1 0 0,0 0 1,0 0-1,0-1 1,0 0-1,1 1 0,-1-1 1,6 2-1,3 1 10,0-1-1,0 0 0,0-1 1,0 0-1,0-1 1,1 0-1,0-1 1,15-1-1,104-11-130,-126 10 72,60-9-781,-1-4 1,109-37-1,120-65-4862,-280 110 5265,116-54-7154,-71 32 16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8.2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11 232 12705,'-10'-24'2060,"27"0"-399,6 3-233,1-3-264,-1 0-260,10 6-176,4-6-140,7 5-104,6-2-116,4 3-148,-4 9-256,0 3-492,0 6-620,-3 0-468,-3 3-548,-7 9-2789,-7 9-3928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38.4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1 453 12281,'10'-36'1988,"17"21"-288,23-6-255,-10 0-281,0 3-280,7-7-180,10-5-152,7 0-184,6-6-388,0-3-580,8-3-664,2-7-704,0 1-3129,4 6-4056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40.5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627 4 6821,'-15'-3'13255,"-1"9"-9023,-15 18-6565,20-15 3713,-23 17-1023,2 0 0,1 3 0,-54 62 1,76-79-315,0 1 0,0 0 0,2 0 0,-1 1 0,2 0 0,0 0 0,0 0 1,2 1-1,-1 0 0,2 0 0,0 0 0,1 1 0,1-1 0,0 17 0,3 16 40,3 0-1,2 0 1,18 67-1,-16-84-55,-2 1 1,-1 0-1,3 47 0,-9-68-23,0 0 1,0 0-1,-1 0 0,-1 0 1,0 0-1,0 0 1,-1-1-1,0 1 0,-1-1 1,0 1-1,-1-1 1,0-1-1,-13 19 0,-3-2-590,-2-1 0,0 0-1,-2-2 1,-1-1-1,0-1 1,-2-1 0,-56 31-1,78-48-428,-1 0-1,1-1 1,0 0-1,-12 3 0,4-2-3702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40.7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1 112 9785,'16'-12'2236,"8"0"-236,-4 3-232,3 3-255,4-3-249,0 3-292,17-9-196,-28 12-156,14-9-132,4 3-172,-4 0-336,0 6-556,-3 0-708,0 0-628,-14 24-5433,-3-3-272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4:42.0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216 172 8837,'0'-3'1896,"-1"-13"887,-1 1-1,0-1 1,-8-24 0,-1-9 1047,10 46-1819,2 1-1869,-1 1-130,0-1 0,0 1 0,1 0-1,-1 0 1,0 0 0,0 0 0,1-1 0,-1 1 0,1 0-1,-1 0 1,1 0 0,0 0 0,-1 0 0,1 0-1,0 0 1,0 0 0,-1 0 0,1 1 0,0-1 0,0 0-1,0 0 1,0 1 0,0-1 0,0 1 0,0-1-1,0 1 1,1-1 0,-1 1 0,0-1 0,2 1-1,3 0 10,-1 1 0,0 0 0,1 0 0,-1 0 0,0 1 0,8 3 0,-12-5-21,7 3-95,0 1 0,0-1-1,0 1 1,-1 0 0,0 1 0,1 0 0,-2 0-1,1 1 1,-1-1 0,0 2 0,0-1-1,0 0 1,-1 1 0,0 0 0,0 1 0,-1-1-1,0 1 1,-1-1 0,5 14 0,-5-10-75,0 1 0,-1 0-1,0 0 1,-1 0 0,-1-1 0,0 1 0,0 0 0,-1 0-1,-1 0 1,0 0 0,0 0 0,-1-1 0,-7 18 0,-7 6-121,-1-1 0,-2 0 0,-1-1 0,-29 34 0,17-23 107,12-18 95,0-2 0,-27 24 0,-30 33-159,29-17 417,75-65-111,9-3-26,0-3 1,58-17 0,63-30-553,-99 33 83,188-60-2789,-91 33-2189,-126 40 3884,79-25-6601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6.3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285 208 4512,'-20'3'405,"9"4"1549,9 1 3039,2-8-4929,0-1 0,0 0 0,0 0 0,0 1 0,0-1 0,0 0 0,0 1 0,-1-1 0,1 0 0,0 1 0,0-1 0,-1 0 0,1 1 0,0-1 0,-1 0 0,1 1 0,-1-1 0,1 1 0,-1-1 0,1 1 0,-1-1 0,1 1 0,-1-1 0,1 1-1,-1 0 1,0-1 0,1 1 0,-1 0 0,-1-1 0,-23-1 1523,-1-1-734,15-3-618,0 2 0,0-1-1,-1 1 1,0 1-1,1 0 1,-15-1 0,-24 20 2161,45-15-2138,0 1 0,1 0 0,-1 0 0,1 1 0,0 0 1,0-1-1,-7 7 0,9-7 424,8 6 263,-6-7-876,0 0 0,0 0 0,1 0 0,-1 0 0,1 0 0,-1-1 0,0 1 0,1 0 0,-1 0 0,1 0 0,0-1 0,-1 1 0,1 0 0,0-1 0,-1 1 0,1 0 0,0-1 0,0 1 0,0-1 0,0 1 0,-1-1-1,1 0 1,0 1 0,1-1 0,42 6 702,-1-2-1,73-2 0,97-16-81,-116 6-406,811-67 737,-573 46-872,171-14-4,-173 20-62,-35 7-16,-205 21-84,-104 4-346,11-8 230,-1 0-1,1-1 1,0 1 0,-1 0 0,1-1 0,-1 1 0,0 0 0,1-1 0,-1 1 0,1-1 0,-1 1-1,0-1 1,0 1 0,1-1 0,-1 1 0,0-1 0,0 0 0,1 1 0,-1-1 0,0 0-1,0 0 1,0 0 0,0 0 0,1 1 0,-1-1 0,-2-1 0,-33-15-4985,34 15 4553,0 0-1,0-1 1,0 1-1,0-1 1,0 1-1,0-1 1,1 0-1,-1 0 1,1 0-1,-1 0 1,1 0-1,0 0 1,-1 0-1,1 0 1,-1-4-1,5-17-8684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6.6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222 88 12809,'-4'-11'576,"2"7"-222,0-1-1,1 1 1,0-1 0,-1 1 0,1-1 0,1 1 0,-1-1 0,1 0 0,0 1 0,0-6 0,0 9-149,-1 0 0,1 0-1,0 0 1,-1 0 0,1 0-1,-1 0 1,1 0-1,-1 0 1,0 0 0,1 1-1,-1-1 1,0 0 0,0 0-1,1 1 1,-1-1 0,0 0-1,0 1 1,0-1 0,0 1-1,0-1 1,0 1 0,0-1-1,-6-2 6386,8 12-6462,0-1 0,0 1 0,1 0 1,0-1-1,1 0 0,-1 1 0,2-1 0,-1 0 0,6 8 0,49 74 298,-19-33-198,-17-21-139,-1 2 1,-2 0-1,-2 1 0,-2 1 1,21 82-1,-31-96-77,-1 1 0,-1-1 0,-1 1 0,-2 0-1,-1-1 1,-1 1 0,-1-1 0,-1 1 0,-1-1 0,-16 46 0,-5-11-187,-3-1 1,-71 109 0,36-65-989,-39 60-2939,30-63-3553,57-81 1875,10-3-3190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7.1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258 159 11433,'0'-4'2051,"2"-12"-79,-2 0 0,0 0 0,-2-18 1,1 32-1745,1 0 0,-1 0 1,0 1-1,0-1 0,0 0 1,-1 1-1,1-1 1,0 1-1,-1-1 0,1 1 1,-1-1-1,1 1 0,-3-1 1,1-1 401,1 2-481,0 0 1,0 0 0,0 0 0,0 1 0,0-1 0,0 1-1,0 0 1,0-1 0,0 1 0,0 0 0,0 0 0,0 0-1,-1 0 1,1 1 0,0-1 0,0 0 0,-2 2 0,-3 1 43,1 0 0,0 0 0,0 1 0,0 0 0,0 1 0,0-1 0,1 1 1,0 0-1,0 0 0,0 0 0,1 1 0,-4 6 0,-9 13 376,-17 39-1,21-39-464,2 1 1,1 0-1,1 0 0,2 1 0,0 0 0,-4 41 1,9-51-64,1 1 0,1 0 0,1-1 0,1 1 0,0 0 0,1-1 0,0 0 1,2 0-1,0 0 0,1 0 0,11 21 0,-9-24-41,0 0 0,1 0 0,1-1 0,1 0 0,-1-1 0,2 0 0,0 0 0,0-1 0,1-1 0,0 0 0,1-1 0,0-1 0,0 0 0,1 0 0,0-2 0,1 0 0,19 5 0,-13-6 0,0-1 0,0-1 0,0-1 0,0-1 0,0 0 0,0-2 0,0-1 0,0-1 0,0 0 0,-1-2 0,1-1 0,29-11 0,-34 10-23,0 0-1,0-2 1,0 0 0,-1-1-1,0 0 1,-1-1-1,0-1 1,-1-1 0,-1 0-1,13-15 1,-18 18 0,0-1 0,-1-1 0,-1 1-1,1-1 1,-2 0 0,0 0 0,0-1 0,-1 0 0,-1 0 0,0 0-1,-1 0 1,0 0 0,-1-1 0,-1-24 0,-1 19-10,-2 0 0,0 0 0,-1 1 0,-1-1 0,-1 1 0,-1 0 0,0 1 0,-1 0 0,-1 0 0,0 0 0,-1 1 0,-1 1 0,-1 0 0,-18-19 0,6 11-215,0 1 1,-1 1 0,-2 1 0,0 1 0,-1 2 0,0 0 0,-46-17 0,59 27-267,-1 2 0,0 0 0,0 1 0,-1 0 0,-24-1 0,33 4-141,0 1 0,1 0 0,-1 0 0,0 1 0,1 0 0,-1 0 0,0 1 0,1 0 0,0 0 0,-1 1-1,1 0 1,0 0 0,-12 8 0,5 3-4934,14 3-3274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7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48 682 12017,'30'-18'9524,"-56"33"-7539,19-2-1719,1 1 0,1 0 1,0 1-1,1-1 0,1 1 0,-4 24 0,6-31-205,-5 27 197,2 0 1,0 37 0,4-61-220,1-1-1,0 0 1,0 0 0,1 0 0,0 0 0,1-1-1,0 1 1,0 0 0,1-1 0,1 0-1,9 17 1,-10-22-29,-1 0-1,1-1 1,-1 1-1,1-1 1,0 0-1,0 0 1,1 0-1,-1-1 1,0 1-1,1-1 1,0 0 0,-1 0-1,1-1 1,0 1-1,0-1 1,0 0-1,0-1 1,0 1-1,0-1 1,0 0-1,0 0 1,0 0-1,1-1 1,5-1 0,5-1-1,-1-1 0,1-1 0,-1 0 1,0-1-1,-1 0 0,21-13 0,48-37 10,-55 36-46,0 1 0,47-22 0,-59 33 28,0 2 0,0 0 0,1 1 0,0 1 0,0 0-1,0 1 1,1 1 0,-1 1 0,0 0 0,1 1-1,-1 1 1,29 5 0,44 14-7,-52-10 55,71 8 0,-96-17-45,-1-1 0,0 0 1,1-1-1,-1 0 1,0-1-1,1 0 0,-1-1 1,0 0-1,22-10 0,-28 9 33,1 1-1,-1-1 0,-1 0 0,1 0 1,-1-1-1,1 1 0,-1-1 0,-1 0 1,1-1-1,-1 1 0,0-1 0,0 0 1,0 0-1,-1 0 0,0-1 0,3-7 1,1-10 149,0 0 1,-2 0-1,3-32 0,-1 2-1,41-285 450,-6 36 1026,-39 287-1287,-4 23 237,-5 31-209,-3 20-305,-74 523-1703,71-429-1785,12-128 1989,0 0 1,2 0-1,0 0 0,8 29 0,-9-49 589,0 0-1,1 0 1,-1 0-1,1 0 1,0 0-1,0-1 1,0 1-1,0 0 0,1-1 1,3 4-1,11 12-7652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7.9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41 482 13717,'-39'-29'4459,"38"27"-2731,4 1-432,24-11-600,2 1 0,0 2 0,0 1-1,32-5 1,-20 5-415,193-42-18,256-65-1626,-431 95 1243,0-4 0,-2-1 0,-1-4 1,104-69-1,-114 71 739,-46 27-612,0 0-1,0 0 1,0 0-1,0 0 1,0 0-1,0 0 1,0 0-1,0 1 1,0-1-1,0 0 1,0 0-1,0 0 1,0 0-1,0 0 1,0 0-1,0 0 1,0 0-1,0 1 1,0-1-1,0 0 1,0 0-1,0 0 1,0 0-1,0 0 1,0 0-1,0 0 1,0 0-1,0 0 1,0 1-1,0-1 1,0 0-1,0 0 1,1 0-1,-1 0 1,0 0-1,0 0 1,0 0-1,0 0 1,0 0-1,0 0 1,0 0 0,0 0-1,0 0 1,0 0-1,1 0 1,-1 0-1,0 0 1,0 0-1,0 0 1,0 0-1,0 0 1,0 0-1,0 0 1,0 0-1,1 0 1,-1 0-1,0 0 1,0 0-1,0 0 1,0 0-1,0 0 1,0 0-1,0 0 1,0 0-1,0 0 1,1 0-1,0 14 324,-1 0 0,0 1 0,-1-1 0,0 0 0,-5 20 0,-23 74 761,9-40-559,-115 383 1163,113-381-1562,8-25-73,-85 296-2266,75-248 813,-5 17-1829,18-32-2761,8-56 518,0 2-3089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8.1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47 12077,'3'-4'218,"0"0"0,0 1 0,0-1-1,1 1 1,-1 0 0,1 0 0,0 0 0,0 0 0,0 1 0,0 0-1,1-1 1,-1 2 0,0-1 0,1 0 0,0 1 0,-1 0-1,1 0 1,0 0 0,-1 1 0,1-1 0,0 1 0,6 1 0,12 1 343,-1 0 1,1 2-1,-1 1 1,0 0 0,0 2-1,28 12 1,-40-15-484,1 1 1,-1 0-1,-1 1 0,1 0 1,-1 1-1,0 0 0,0 1 1,-1-1-1,1 2 0,-2-1 1,0 1-1,0 0 0,0 1 1,6 13-1,-11-19-58,-1-1 1,0 1-1,0 0 0,0 0 1,-1 0-1,0 0 0,1 0 1,-1 0-1,-1 0 0,1-1 1,0 1-1,-1 0 0,-2 7 1,-18 40 65,20-50-84,-5 10-4,0-1 0,-1 0 1,0 0-1,-1 0 0,0-1 1,-1-1-1,-15 14 0,-75 44-548,60-41 112,-11 6-1238,-68 29 0,43-26-6736,74-33 8189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8.7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0 415 6133,'0'0'7930,"22"-21"-3557,-19 19-4931,11-9 3942,-12 12-1017,-7 9-1689,1 0-589,1 1 0,0-1 1,0 0-1,1 1 0,0 0 0,1-1 1,0 1-1,0 0 0,2 14 1,-2 22 16,0-34-115,1 1 0,0-1 0,0 1 0,1-1 0,1 1-1,1-1 1,0 0 0,0 0 0,1 0 0,1 0 0,0-1 0,8 14 0,-11-23 0,0-1 0,0 1-1,0-1 1,0 0-1,0 0 1,0 0 0,1 0-1,-1 0 1,1 0-1,0-1 1,-1 1 0,1-1-1,0 0 1,0 1-1,0-2 1,0 1 0,0 0-1,0 0 1,0-1-1,0 0 1,0 1 0,0-1-1,0 0 1,0-1 0,0 1-1,0 0 1,0-1-1,0 0 1,5-1 0,1-2 2,0 1 1,0-1 0,0-1 0,0 0 0,-1 0 0,1 0 0,12-12 0,45-45 250,34-28 1637,-95 87-1770,0-1 0,1 1 0,-1 0 0,1 0 0,-1 1 0,1 0 0,0 0 0,0 0 0,0 1 0,0-1 0,0 1 0,0 1 0,11-1 0,8 2 106,0 2-1,29 5 1,-30-3-52,42 1 0,-54-6-141,1 0-1,-1-2 0,0 1 1,0-2-1,0 1 0,0-2 1,0 1-1,-1-2 0,1 0 1,-1 0-1,17-11 0,-16 8 58,-1-2 0,1 1 0,-2-1-1,1-1 1,-1 0 0,-1-1 0,0 0-1,-1 0 1,10-19 0,22-51 640,-4-2-1,36-126 1,-67 194-721,-20 159 0,-1-57-454,1-7-1842,-9 135 0,22-172 97,-1 22-2748,5-24-1485,3-2-4727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8.9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24 142 16518,'-24'9'3004,"34"-24"-644,0-3-304,21 9-476,-5 3-376,18 0-259,23 0-293,0-3-612,7 0-1036,9-9-413,14 3-943,4 0-1064,13 2-2577,10 1-5216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3:59.0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 8133,'33'-21'240,"-3"21"-2660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2.5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256 203 8609,'13'-47'2177,"19"-2"4619,-30 45-5610,7-14 1044,-3 3-1219,-4 12 24,-2-1 5,0 0-664,0 0 1,-1 0 0,1-1 0,-1 1-1,0 0 1,0 0 0,0 0 0,-1 0-1,1 0 1,-1 0 0,0 0 0,0 0-1,-3-3 1,3 5 602,-9 15-819,-31 37-66,2 1 1,-56 97-1,77-117-50,2 1 0,1 1 0,2 0 0,1 1 0,-11 43 0,22-67-14,0 0 0,1 1 0,0 0 0,0-1 0,1 1 0,1 0 0,-1-1 0,2 1 0,0-1 0,0 1 0,0-1 0,2 0 0,-1 0 0,1 0 0,1 0 0,0-1 0,0 1 0,1-1 0,0-1 0,0 1 0,1-1 0,9 9 0,4 2 27,1-2 0,1 0 0,41 23 0,81 33 63,-54-29-113,82 47 74,-146-76-56,1 0 0,-2 2-1,0 1 1,-1 1 0,38 40-1,-55-51-19,0 0 1,-1 1-1,0 0 0,-1 0 0,0 1 0,0-1 1,-1 1-1,5 17 0,-7-19-1,-1 0 0,0 0 0,0 0 0,-1 0 0,0 1 0,0-1 0,-1 0 0,0 0 0,0 0 0,-1 0 1,0-1-1,-6 15 0,-1-3-31,0 1 1,-2-2 0,0 1 0,-1-2-1,-1 0 1,0 0 0,-2-1 0,0 0 0,-29 22-1,22-22-176,0 0 0,-2-2 0,0 0 0,0-2 0,-1-1-1,-1 0 1,-31 7 0,46-15-195,-1 0-1,0 0 1,-1-1-1,1-1 1,0 0-1,0-1 1,0 0-1,-18-3 1,24 2 89,-1-1 1,1 0-1,0 0 0,0-1 0,0 1 1,0-1-1,0-1 0,1 1 1,-1-1-1,1 0 0,0 0 0,0-1 1,0 1-1,1-1 0,-1 0 1,-5-10-1,2 2-977,1 1 0,0-1 0,1 0 1,1 0-1,0-1 0,-3-13 0,-4-38-8425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2.8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14 456 11569,'-13'-48'2104,"30"27"-300,9-10-231,-2 7-237,40-27 548,-21 21-1220,14-3 36,10 0-308,10-4-72,0 4-76,3 3-140,-2 6-160,-8-3-476,-6 12-420,-8 6-700,-9 0-372,-6 12-3157,-25 3-4132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5.3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340 11 4596,'0'0'57,"0"-1"-1,0 1 1,0-1-1,0 1 0,0 0 1,0-1-1,0 1 1,0-1-1,0 1 0,0 0 1,0-1-1,0 1 1,0-1-1,1 1 0,-1 0 1,0-1-1,0 1 0,0 0 1,1-1-1,-1 1 1,0 0-1,1-1 0,-1 1 1,0 0-1,1 0 1,-1-1-1,1 1 0,-1 0 30,0 0 0,1 0 0,-1 0-1,0 0 1,0 0 0,0 0 0,1 0-1,-1 0 1,0 0 0,0 1 0,1-1-1,-1 0 1,0 0 0,0 0 0,0 0-1,1 0 1,-1 1 0,0-1 0,0 0-1,0 0 1,0 0 0,0 1-1,1-1 1,-1 0 0,0 0 0,0 0-1,0 1 1,0-1 0,0 0 0,0 0-1,0 1 1,0-1 0,0 2 2468,-2 0-2103,-12 5-995,13-6 1020,0-1 0,-1 0 0,1 0 0,0 0-1,0 1 1,0-1 0,0 0 0,0 0 0,0-1 0,0 1-1,-1 0 1,1 0 0,0 0 0,0-1 0,0 1 0,0-1-1,-1 0 1,-10-5 447,11 5-338,-6 13-556,-2 5 8,4-13-17,-1 1-1,1 0 1,1 0-1,-1 0 1,1 1-1,0-1 1,0 1-1,0 0 0,-3 8 1,-22 58 151,-17 97 244,10-32-174,-24 114 107,24-91-162,27-126-59,2 0 0,2 0 0,1 1 0,2-1 0,1 1 1,1 0-1,2 0 0,7 35 0,-5-57-52,0 1-1,1-1 1,12 22 0,-5-11-39,-11-22-46,19 22 47,-16-26-33,1 0-1,-1 0 1,0 0-1,0 0 1,0-1-1,0 0 1,0 0 0,0 0-1,-1 0 1,6-6-1,-8 7-9,0-2 83,0-1 49,0 0 0,1 1 0,-1-1 0,1 1 0,0 0 0,0-1 0,1 1 0,2-4 0,0 4 8,0 0 0,0 0-1,1 0 1,0 1 0,-1 0 0,1 0 0,0 0 0,0 1-1,1 0 1,-1 0 0,12-2 0,18-7 35,237-94 112,88-19-249,-313 108-36,-28 9-6,-1 0 0,24-4 0,-39 11-4,-1-1 19,37-8-2908,-13 7-6371,-27-17-3521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5.6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28 295 6349,'-17'-10'1925,"17"9"-1842,0 1 1,-1-1 0,1 1-1,0-1 1,0 0 0,0 1 0,0-1-1,0 1 1,0-1 0,0 1-1,0-1 1,0 1 0,0-1 0,0 0-1,0 1 1,0-1 0,0 1-1,0-1 1,0 1 0,1-1-1,-1 1 1,0-1 0,1 1 0,-1-2-1,1 1 65,-1 0 0,1 0 0,-1 0 0,0-1 0,1 1 0,-1 0 0,0 0 0,0 0 0,0-1 0,0 1 0,0 0 0,-1 0 0,1-1 0,0 1 1,0 0-1,-1 0 0,0-2 0,-1-7 586,0 1-101,0-2-90,0 0 0,0 0-1,1 0 1,0 0 0,1 0 0,0-1-1,1 1 1,1 0 0,-1 0 0,2 0-1,4-15 1,-3 20-570,0-1 1,0 1-1,1-1 0,-1 1 0,1 0 0,1 1 1,-1-1-1,1 1 0,0 0 0,9-5 0,-14 9-147,1 0 0,0 0 1,-1 0-1,1 0 0,0 0 0,0 0 0,0 0 0,0 0 0,0 1 0,0-1 0,0 1 0,0 0 0,0 0 1,0-1-1,0 1 0,1 0 0,-1 1 0,0-1 0,0 0 0,0 1 0,0-1 0,0 1 0,0-1 0,0 1 0,0 0 1,0 0-1,-1 0 0,1 0 0,0 0 0,0 1 0,-1-1 0,1 0 0,-1 1 0,1-1 0,-1 1 0,0 0 0,1-1 1,-1 1-1,0 0 0,0 0 0,1 2 0,4 23-3907,0 20-2166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5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0 275 7057,'0'0'1524,"2"-2"-135,56-59 3391,43-25-2995,-52 47-1776,-6-2-2214,-8 8-4351,-22 21 1757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6.6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92 5933,'1'-2'243,"0"0"0,0-1 0,0 1 1,-1 0-1,0-1 0,1 1 1,-1 0-1,0-1 0,0 1 0,0-1 1,0 1-1,-1 0 0,1-1 0,-1 1 1,1 0-1,-1-1 0,0 1 1,0 0-1,0 0 0,0 0 0,0 0 1,0 0-1,-1 0 0,1 0 1,-1 0-1,-2-2 0,1 0 2089,3 1-1347,3-19 648,-7 31 392,-9 42-463,10-31-1368,1-1 0,1 1 0,1 0 0,1-1 0,5 36 0,28 99 283,-24-116-406,58 159 174,-45-139-200,-2 1 0,13 63 0,-32-104-89,-1-1 0,0 1 0,-2 0-1,0 0 1,-1 0 0,0 0 0,-9 27 0,10-40-198,0 0 0,-1 0-1,0 0 1,0-1 0,0 1 0,-1 0 0,0-1 0,1 0 0,-1 0 0,-1 0 0,1 0-1,-1 0 1,0 0 0,-4 2 0,7-5 124,1-1-1,-1 1 1,0-1 0,0 0-1,0 0 1,0 1-1,0-1 1,0 0 0,0 0-1,0 0 1,0 0-1,0 0 1,0 0 0,0 0-1,0-1 1,0 1-1,0 0 1,0 0 0,0-1-1,0 1 1,0-1 0,0 1-1,1-1 1,-1 1-1,-1-2 1,-19-21-5477,7-4-1893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6.7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1 197 7653,'17'-30'1540,"9"15"-184,5 0-316,-11 0-212,0 3-164,3-7-24,1 4-268,-1-3-228,21-6-296,-31 18-428,7-9-380,4 3-876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7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1423 180 4024,'2'-11'787,"0"1"0,-1 0-1,-1 0 1,1-1-1,-2 1 1,1 0 0,-2-1-1,1 1 1,-1 0 0,-4-11-1,-8-30 3121,-2 47-2597,14 4-1257,0 0 0,0 1 0,0-1 0,0 1 0,0 0 0,0 0 0,0-1 0,0 1 0,0 0 0,0 1 0,0-1 0,1 0 1,-1 1-1,0-1 0,1 0 0,-1 1 0,1 0 0,-1-1 0,1 1 0,-1 2 0,-24 46 604,18-34-456,-42 101 1037,-40 140 0,45-120-696,-474 1190 1509,321-818-1654,135-344-313,-47 155 96,38-107-214,-88 362-2586,152-530 238,9-36-13,5-30 697,-1-6-869,2-48 0,-5 46-151,3-14-2913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05:37.7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8673,'6'13'798,"-1"0"0,2 0 0,-1 0 0,2-1 0,0 0 0,0-1 0,17 19 0,-24-29-752,59 63 2421,-46-51-2031,36 34 1476,1-2 0,87 58 0,-10-24-721,4-6-1,219 87 1,301 72 64,-644-230-1242,407 130 278,321 114-3182,-440-120-1841,-250-105 3371,26 14-1750,-13-8-1105,-55-25 2373,6-14-5892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17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85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4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04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17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409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75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390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4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69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39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74E65E2-AE82-4D68-AD1F-2B0678C7AB1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F9BE125-CA0C-451A-A91E-143ABFB9B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157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208" Type="http://schemas.openxmlformats.org/officeDocument/2006/relationships/customXml" Target="../ink/ink104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4C53AB-54C5-865B-221D-176EF787E6CB}"/>
              </a:ext>
            </a:extLst>
          </p:cNvPr>
          <p:cNvSpPr txBox="1"/>
          <p:nvPr/>
        </p:nvSpPr>
        <p:spPr>
          <a:xfrm>
            <a:off x="444640" y="400297"/>
            <a:ext cx="6094324" cy="125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E4B781"/>
                </a:solidFill>
                <a:effectLst/>
                <a:latin typeface="Mono Lisa"/>
              </a:rPr>
              <a:t>count</a:t>
            </a:r>
            <a:r>
              <a:rPr lang="en-US" sz="2000" b="1" dirty="0">
                <a:solidFill>
                  <a:srgbClr val="DF769B"/>
                </a:solidFill>
                <a:effectLst/>
                <a:latin typeface="Mono Lisa"/>
              </a:rPr>
              <a:t>=</a:t>
            </a:r>
            <a:r>
              <a:rPr lang="en-US" sz="2000" b="0" dirty="0">
                <a:solidFill>
                  <a:srgbClr val="7060EB"/>
                </a:solidFill>
                <a:effectLst/>
                <a:latin typeface="Mono Lisa"/>
              </a:rPr>
              <a:t>0</a:t>
            </a:r>
            <a:endParaRPr lang="en-US" sz="2000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br>
              <a:rPr lang="en-US" sz="2000" b="0" dirty="0">
                <a:solidFill>
                  <a:srgbClr val="BECFDA"/>
                </a:solidFill>
                <a:effectLst/>
                <a:latin typeface="Mono Lisa"/>
              </a:rPr>
            </a:br>
            <a:endParaRPr lang="en-US" sz="2000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DF769B"/>
                </a:solidFill>
                <a:effectLst/>
                <a:latin typeface="Mono Lisa"/>
              </a:rPr>
              <a:t>while</a:t>
            </a:r>
            <a:r>
              <a:rPr lang="en-US" sz="2000" b="0" dirty="0">
                <a:solidFill>
                  <a:srgbClr val="E4B781"/>
                </a:solidFill>
                <a:effectLst/>
                <a:latin typeface="Mono Lisa"/>
              </a:rPr>
              <a:t> count</a:t>
            </a:r>
            <a:r>
              <a:rPr lang="en-US" sz="2000" b="1" dirty="0">
                <a:solidFill>
                  <a:srgbClr val="DF769B"/>
                </a:solidFill>
                <a:effectLst/>
                <a:latin typeface="Mono Lisa"/>
              </a:rPr>
              <a:t>&lt;=</a:t>
            </a:r>
            <a:r>
              <a:rPr lang="en-US" sz="2000" b="0" dirty="0">
                <a:solidFill>
                  <a:srgbClr val="7060EB"/>
                </a:solidFill>
                <a:effectLst/>
                <a:latin typeface="Mono Lisa"/>
              </a:rPr>
              <a:t>5</a:t>
            </a:r>
            <a:r>
              <a:rPr lang="en-US" sz="2000" b="1" dirty="0">
                <a:solidFill>
                  <a:srgbClr val="BECFDA"/>
                </a:solidFill>
                <a:effectLst/>
                <a:latin typeface="Mono Lisa"/>
              </a:rPr>
              <a:t>:</a:t>
            </a:r>
            <a:endParaRPr lang="en-US" sz="2000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E4B781"/>
                </a:solidFill>
                <a:effectLst/>
                <a:latin typeface="Mono Lisa"/>
              </a:rPr>
              <a:t>    </a:t>
            </a:r>
            <a:r>
              <a:rPr lang="en-US" sz="2000" b="0" dirty="0">
                <a:solidFill>
                  <a:srgbClr val="49D6E9"/>
                </a:solidFill>
                <a:effectLst/>
                <a:latin typeface="Mono Lisa"/>
              </a:rPr>
              <a:t>print</a:t>
            </a:r>
            <a:r>
              <a:rPr lang="en-US" sz="2000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US" sz="2000" b="0" dirty="0">
                <a:solidFill>
                  <a:srgbClr val="E4B781"/>
                </a:solidFill>
                <a:effectLst/>
                <a:latin typeface="Mono Lisa"/>
              </a:rPr>
              <a:t>count</a:t>
            </a:r>
            <a:r>
              <a:rPr lang="en-US" sz="2000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  <a:p>
            <a:pPr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E4B781"/>
                </a:solidFill>
                <a:effectLst/>
                <a:latin typeface="Mono Lisa"/>
              </a:rPr>
              <a:t>    count</a:t>
            </a:r>
            <a:r>
              <a:rPr lang="en-US" sz="2000" b="1" dirty="0">
                <a:solidFill>
                  <a:srgbClr val="DF769B"/>
                </a:solidFill>
                <a:effectLst/>
                <a:latin typeface="Mono Lisa"/>
              </a:rPr>
              <a:t>=</a:t>
            </a:r>
            <a:r>
              <a:rPr lang="en-US" sz="2000" b="0" dirty="0">
                <a:solidFill>
                  <a:srgbClr val="E4B781"/>
                </a:solidFill>
                <a:effectLst/>
                <a:latin typeface="Mono Lisa"/>
              </a:rPr>
              <a:t>count</a:t>
            </a:r>
            <a:r>
              <a:rPr lang="en-US" sz="2000" b="1" dirty="0">
                <a:solidFill>
                  <a:srgbClr val="DF769B"/>
                </a:solidFill>
                <a:effectLst/>
                <a:latin typeface="Mono Lisa"/>
              </a:rPr>
              <a:t>+</a:t>
            </a:r>
            <a:r>
              <a:rPr lang="en-US" sz="2000" b="0" dirty="0">
                <a:solidFill>
                  <a:srgbClr val="7060EB"/>
                </a:solidFill>
                <a:effectLst/>
                <a:latin typeface="Mono Lisa"/>
              </a:rPr>
              <a:t>1</a:t>
            </a:r>
            <a:endParaRPr lang="en-US" sz="2000" b="0" dirty="0">
              <a:solidFill>
                <a:srgbClr val="BECFDA"/>
              </a:solidFill>
              <a:effectLst/>
              <a:latin typeface="Mono Lis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0ADBBA-BCBA-DF52-297D-D315C400FE5D}"/>
                  </a:ext>
                </a:extLst>
              </p14:cNvPr>
              <p14:cNvContentPartPr/>
              <p14:nvPr/>
            </p14:nvContentPartPr>
            <p14:xfrm>
              <a:off x="1758651" y="389180"/>
              <a:ext cx="1791360" cy="141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0ADBBA-BCBA-DF52-297D-D315C400FE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2531" y="383060"/>
                <a:ext cx="18036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F83AA8-5B4D-A356-4F82-3354F09D48A2}"/>
                  </a:ext>
                </a:extLst>
              </p14:cNvPr>
              <p14:cNvContentPartPr/>
              <p14:nvPr/>
            </p14:nvContentPartPr>
            <p14:xfrm>
              <a:off x="3413931" y="155540"/>
              <a:ext cx="272880" cy="652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F83AA8-5B4D-A356-4F82-3354F09D48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07811" y="149420"/>
                <a:ext cx="285120" cy="66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990E540-1D1A-32C2-C38E-22CA42243731}"/>
                  </a:ext>
                </a:extLst>
              </p14:cNvPr>
              <p14:cNvContentPartPr/>
              <p14:nvPr/>
            </p14:nvContentPartPr>
            <p14:xfrm>
              <a:off x="4108731" y="266420"/>
              <a:ext cx="330840" cy="374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990E540-1D1A-32C2-C38E-22CA422437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02611" y="260300"/>
                <a:ext cx="34308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BC6724-81DF-1A70-9CD4-C5CE783D2D46}"/>
                  </a:ext>
                </a:extLst>
              </p14:cNvPr>
              <p14:cNvContentPartPr/>
              <p14:nvPr/>
            </p14:nvContentPartPr>
            <p14:xfrm>
              <a:off x="4608771" y="344540"/>
              <a:ext cx="175680" cy="195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BC6724-81DF-1A70-9CD4-C5CE783D2D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02651" y="338420"/>
                <a:ext cx="1879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080590-33BA-E5AE-29DD-C5ECCCBA2A33}"/>
                  </a:ext>
                </a:extLst>
              </p14:cNvPr>
              <p14:cNvContentPartPr/>
              <p14:nvPr/>
            </p14:nvContentPartPr>
            <p14:xfrm>
              <a:off x="4894971" y="410780"/>
              <a:ext cx="212760" cy="250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080590-33BA-E5AE-29DD-C5ECCCBA2A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88851" y="404660"/>
                <a:ext cx="225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324ADEB-12D0-43AC-2EBC-99443C3C51DC}"/>
                  </a:ext>
                </a:extLst>
              </p14:cNvPr>
              <p14:cNvContentPartPr/>
              <p14:nvPr/>
            </p14:nvContentPartPr>
            <p14:xfrm>
              <a:off x="5247051" y="487820"/>
              <a:ext cx="56880" cy="132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324ADEB-12D0-43AC-2EBC-99443C3C51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40931" y="481700"/>
                <a:ext cx="691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23CA36-D9FE-CA69-7EAE-4FA2D27EC3FC}"/>
                  </a:ext>
                </a:extLst>
              </p14:cNvPr>
              <p14:cNvContentPartPr/>
              <p14:nvPr/>
            </p14:nvContentPartPr>
            <p14:xfrm>
              <a:off x="5338851" y="245900"/>
              <a:ext cx="16200" cy="17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23CA36-D9FE-CA69-7EAE-4FA2D27EC3F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32731" y="239780"/>
                <a:ext cx="284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1DD1E7D-D42A-7C66-00D3-05E1FE3FD1DF}"/>
                  </a:ext>
                </a:extLst>
              </p14:cNvPr>
              <p14:cNvContentPartPr/>
              <p14:nvPr/>
            </p14:nvContentPartPr>
            <p14:xfrm>
              <a:off x="5504811" y="342380"/>
              <a:ext cx="542880" cy="378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1DD1E7D-D42A-7C66-00D3-05E1FE3FD1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98691" y="336260"/>
                <a:ext cx="55512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024908F-47CD-E4A6-5F48-4471780102BA}"/>
                  </a:ext>
                </a:extLst>
              </p14:cNvPr>
              <p14:cNvContentPartPr/>
              <p14:nvPr/>
            </p14:nvContentPartPr>
            <p14:xfrm>
              <a:off x="6185211" y="311060"/>
              <a:ext cx="87480" cy="336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024908F-47CD-E4A6-5F48-4471780102B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79091" y="304940"/>
                <a:ext cx="997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78ACD2-A553-A72B-8BAD-CE977A8AA196}"/>
                  </a:ext>
                </a:extLst>
              </p14:cNvPr>
              <p14:cNvContentPartPr/>
              <p14:nvPr/>
            </p14:nvContentPartPr>
            <p14:xfrm>
              <a:off x="6484011" y="469100"/>
              <a:ext cx="329760" cy="291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78ACD2-A553-A72B-8BAD-CE977A8AA19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77891" y="462980"/>
                <a:ext cx="3420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9B5079-0938-4FAF-75E4-EA15D590B50A}"/>
                  </a:ext>
                </a:extLst>
              </p14:cNvPr>
              <p14:cNvContentPartPr/>
              <p14:nvPr/>
            </p14:nvContentPartPr>
            <p14:xfrm>
              <a:off x="2315635" y="1097660"/>
              <a:ext cx="2557800" cy="92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9B5079-0938-4FAF-75E4-EA15D590B50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09515" y="1091540"/>
                <a:ext cx="25700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3889B24-8C8F-7269-FECC-62DA2A725D76}"/>
                  </a:ext>
                </a:extLst>
              </p14:cNvPr>
              <p14:cNvContentPartPr/>
              <p14:nvPr/>
            </p14:nvContentPartPr>
            <p14:xfrm>
              <a:off x="5114995" y="969140"/>
              <a:ext cx="617400" cy="450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3889B24-8C8F-7269-FECC-62DA2A725D7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08875" y="963020"/>
                <a:ext cx="62964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D7A84DF-4168-EF3D-DF68-20C0611768AF}"/>
                  </a:ext>
                </a:extLst>
              </p14:cNvPr>
              <p14:cNvContentPartPr/>
              <p14:nvPr/>
            </p14:nvContentPartPr>
            <p14:xfrm>
              <a:off x="5968915" y="1135100"/>
              <a:ext cx="239760" cy="280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D7A84DF-4168-EF3D-DF68-20C0611768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62795" y="1128980"/>
                <a:ext cx="2520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46AB317-08DC-D759-AA62-7AB47BD8AE64}"/>
                  </a:ext>
                </a:extLst>
              </p14:cNvPr>
              <p14:cNvContentPartPr/>
              <p14:nvPr/>
            </p14:nvContentPartPr>
            <p14:xfrm>
              <a:off x="6508555" y="945380"/>
              <a:ext cx="644040" cy="443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46AB317-08DC-D759-AA62-7AB47BD8AE6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02435" y="939260"/>
                <a:ext cx="65628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14E62B0-10C8-459D-C8CC-8DE6447F7459}"/>
                  </a:ext>
                </a:extLst>
              </p14:cNvPr>
              <p14:cNvContentPartPr/>
              <p14:nvPr/>
            </p14:nvContentPartPr>
            <p14:xfrm>
              <a:off x="7296955" y="919820"/>
              <a:ext cx="75240" cy="50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14E62B0-10C8-459D-C8CC-8DE6447F745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90835" y="913700"/>
                <a:ext cx="874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C3C4316-85A7-E405-C8D2-50B4B252F88E}"/>
                  </a:ext>
                </a:extLst>
              </p14:cNvPr>
              <p14:cNvContentPartPr/>
              <p14:nvPr/>
            </p14:nvContentPartPr>
            <p14:xfrm>
              <a:off x="7838395" y="881300"/>
              <a:ext cx="142200" cy="400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C3C4316-85A7-E405-C8D2-50B4B252F88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32275" y="875180"/>
                <a:ext cx="15444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41B50B2-FFC8-A330-5F10-B73FE8F5B6E0}"/>
                  </a:ext>
                </a:extLst>
              </p14:cNvPr>
              <p14:cNvContentPartPr/>
              <p14:nvPr/>
            </p14:nvContentPartPr>
            <p14:xfrm>
              <a:off x="7746595" y="1153820"/>
              <a:ext cx="433080" cy="158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41B50B2-FFC8-A330-5F10-B73FE8F5B6E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40475" y="1147700"/>
                <a:ext cx="4453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7E24A02-435A-8192-8AE3-0DE2B052C5BE}"/>
                  </a:ext>
                </a:extLst>
              </p14:cNvPr>
              <p14:cNvContentPartPr/>
              <p14:nvPr/>
            </p14:nvContentPartPr>
            <p14:xfrm>
              <a:off x="8309635" y="940340"/>
              <a:ext cx="18360" cy="50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7E24A02-435A-8192-8AE3-0DE2B052C5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03515" y="934220"/>
                <a:ext cx="306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07578B5-EAA8-7039-6227-1B6102252FDC}"/>
                  </a:ext>
                </a:extLst>
              </p14:cNvPr>
              <p14:cNvContentPartPr/>
              <p14:nvPr/>
            </p14:nvContentPartPr>
            <p14:xfrm>
              <a:off x="8344915" y="1102700"/>
              <a:ext cx="191880" cy="280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07578B5-EAA8-7039-6227-1B6102252FD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38795" y="1096580"/>
                <a:ext cx="2041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8A480E4-3A87-B91A-E5A6-BC5A3B86EE96}"/>
                  </a:ext>
                </a:extLst>
              </p14:cNvPr>
              <p14:cNvContentPartPr/>
              <p14:nvPr/>
            </p14:nvContentPartPr>
            <p14:xfrm>
              <a:off x="8793475" y="1170740"/>
              <a:ext cx="291960" cy="3225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8A480E4-3A87-B91A-E5A6-BC5A3B86EE9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87355" y="1164620"/>
                <a:ext cx="30420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04157A0-753D-A67C-09C8-1852440E7CFB}"/>
                  </a:ext>
                </a:extLst>
              </p14:cNvPr>
              <p14:cNvContentPartPr/>
              <p14:nvPr/>
            </p14:nvContentPartPr>
            <p14:xfrm>
              <a:off x="9371995" y="1199900"/>
              <a:ext cx="75240" cy="33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04157A0-753D-A67C-09C8-1852440E7CF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365875" y="1193780"/>
                <a:ext cx="874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C3E2946-6015-F3C8-545E-91FA654214D6}"/>
                  </a:ext>
                </a:extLst>
              </p14:cNvPr>
              <p14:cNvContentPartPr/>
              <p14:nvPr/>
            </p14:nvContentPartPr>
            <p14:xfrm>
              <a:off x="2072275" y="1283060"/>
              <a:ext cx="4042800" cy="826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C3E2946-6015-F3C8-545E-91FA654214D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66155" y="1276940"/>
                <a:ext cx="4055040" cy="83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D325E67-3D57-A14F-DFD1-BB8C9BB045E2}"/>
                  </a:ext>
                </a:extLst>
              </p14:cNvPr>
              <p14:cNvContentPartPr/>
              <p14:nvPr/>
            </p14:nvContentPartPr>
            <p14:xfrm>
              <a:off x="6272755" y="1688780"/>
              <a:ext cx="277200" cy="282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D325E67-3D57-A14F-DFD1-BB8C9BB045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266635" y="1682660"/>
                <a:ext cx="2894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1007185-F932-1FCF-7ED7-7C64F4965FF5}"/>
                  </a:ext>
                </a:extLst>
              </p14:cNvPr>
              <p14:cNvContentPartPr/>
              <p14:nvPr/>
            </p14:nvContentPartPr>
            <p14:xfrm>
              <a:off x="6726715" y="1628300"/>
              <a:ext cx="1105920" cy="3319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1007185-F932-1FCF-7ED7-7C64F4965FF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20595" y="1622180"/>
                <a:ext cx="11181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D1FB7FB-3911-920A-82C8-0A6A0476AC26}"/>
                  </a:ext>
                </a:extLst>
              </p14:cNvPr>
              <p14:cNvContentPartPr/>
              <p14:nvPr/>
            </p14:nvContentPartPr>
            <p14:xfrm>
              <a:off x="4898995" y="2723420"/>
              <a:ext cx="595080" cy="5745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D1FB7FB-3911-920A-82C8-0A6A0476AC2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92875" y="2717300"/>
                <a:ext cx="60732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DD47509-8D49-ADE6-D7E8-652F650856A0}"/>
                  </a:ext>
                </a:extLst>
              </p14:cNvPr>
              <p14:cNvContentPartPr/>
              <p14:nvPr/>
            </p14:nvContentPartPr>
            <p14:xfrm>
              <a:off x="5771275" y="2989820"/>
              <a:ext cx="209160" cy="235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DD47509-8D49-ADE6-D7E8-652F650856A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65155" y="2983700"/>
                <a:ext cx="2214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428CE5E-0BCC-4C33-AE26-D54964FF9640}"/>
                  </a:ext>
                </a:extLst>
              </p14:cNvPr>
              <p14:cNvContentPartPr/>
              <p14:nvPr/>
            </p14:nvContentPartPr>
            <p14:xfrm>
              <a:off x="6085555" y="3054260"/>
              <a:ext cx="267840" cy="266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428CE5E-0BCC-4C33-AE26-D54964FF964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079435" y="3048140"/>
                <a:ext cx="2800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E0C1C98-8A82-9CFE-6B2A-A937975CCAFB}"/>
                  </a:ext>
                </a:extLst>
              </p14:cNvPr>
              <p14:cNvContentPartPr/>
              <p14:nvPr/>
            </p14:nvContentPartPr>
            <p14:xfrm>
              <a:off x="6695395" y="2829620"/>
              <a:ext cx="127080" cy="4388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E0C1C98-8A82-9CFE-6B2A-A937975CCAF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89275" y="2823500"/>
                <a:ext cx="13932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B416A19-2E33-01FD-C39E-EFF11F5F13E8}"/>
                  </a:ext>
                </a:extLst>
              </p14:cNvPr>
              <p14:cNvContentPartPr/>
              <p14:nvPr/>
            </p14:nvContentPartPr>
            <p14:xfrm>
              <a:off x="6659035" y="3105380"/>
              <a:ext cx="223560" cy="504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B416A19-2E33-01FD-C39E-EFF11F5F13E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652915" y="3099260"/>
                <a:ext cx="23580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BA555CFE-037A-A222-735E-02A77EC80809}"/>
              </a:ext>
            </a:extLst>
          </p:cNvPr>
          <p:cNvGrpSpPr/>
          <p:nvPr/>
        </p:nvGrpSpPr>
        <p:grpSpPr>
          <a:xfrm>
            <a:off x="7433035" y="2724860"/>
            <a:ext cx="1258200" cy="901800"/>
            <a:chOff x="7433035" y="2724860"/>
            <a:chExt cx="1258200" cy="90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2A3A54-D28D-5F67-2714-04A869D3942D}"/>
                    </a:ext>
                  </a:extLst>
                </p14:cNvPr>
                <p14:cNvContentPartPr/>
                <p14:nvPr/>
              </p14:nvContentPartPr>
              <p14:xfrm>
                <a:off x="7433035" y="3064340"/>
                <a:ext cx="365760" cy="19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2A3A54-D28D-5F67-2714-04A869D3942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26915" y="3058220"/>
                  <a:ext cx="37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14797A-E398-9585-4302-7E1DEB4E3A3A}"/>
                    </a:ext>
                  </a:extLst>
                </p14:cNvPr>
                <p14:cNvContentPartPr/>
                <p14:nvPr/>
              </p14:nvContentPartPr>
              <p14:xfrm>
                <a:off x="7672795" y="2980460"/>
                <a:ext cx="215280" cy="394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14797A-E398-9585-4302-7E1DEB4E3A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66675" y="2974340"/>
                  <a:ext cx="2275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0BD2F8-6441-5E10-3F43-5C4B77233E6E}"/>
                    </a:ext>
                  </a:extLst>
                </p14:cNvPr>
                <p14:cNvContentPartPr/>
                <p14:nvPr/>
              </p14:nvContentPartPr>
              <p14:xfrm>
                <a:off x="8356795" y="2724860"/>
                <a:ext cx="245520" cy="708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0BD2F8-6441-5E10-3F43-5C4B77233E6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50675" y="2718740"/>
                  <a:ext cx="25776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D85A070-E21F-C0FE-59CC-E12C6AD9CCFF}"/>
                    </a:ext>
                  </a:extLst>
                </p14:cNvPr>
                <p14:cNvContentPartPr/>
                <p14:nvPr/>
              </p14:nvContentPartPr>
              <p14:xfrm>
                <a:off x="8308555" y="2749340"/>
                <a:ext cx="382680" cy="316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D85A070-E21F-C0FE-59CC-E12C6AD9CC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02435" y="2743220"/>
                  <a:ext cx="394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2AA519-B8B6-5511-6391-7190E18C872D}"/>
                    </a:ext>
                  </a:extLst>
                </p14:cNvPr>
                <p14:cNvContentPartPr/>
                <p14:nvPr/>
              </p14:nvContentPartPr>
              <p14:xfrm>
                <a:off x="8166355" y="3485180"/>
                <a:ext cx="446400" cy="141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2AA519-B8B6-5511-6391-7190E18C872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60235" y="3479060"/>
                  <a:ext cx="458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174525-5C31-14AA-9CFE-07059AF9A1FD}"/>
                    </a:ext>
                  </a:extLst>
                </p14:cNvPr>
                <p14:cNvContentPartPr/>
                <p14:nvPr/>
              </p14:nvContentPartPr>
              <p14:xfrm>
                <a:off x="7597195" y="3157580"/>
                <a:ext cx="353520" cy="36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174525-5C31-14AA-9CFE-07059AF9A1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91075" y="3151460"/>
                  <a:ext cx="36576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C189904-1F17-8F1B-929E-9BF9CEA74521}"/>
                  </a:ext>
                </a:extLst>
              </p14:cNvPr>
              <p14:cNvContentPartPr/>
              <p14:nvPr/>
            </p14:nvContentPartPr>
            <p14:xfrm>
              <a:off x="663955" y="567020"/>
              <a:ext cx="552600" cy="2192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C189904-1F17-8F1B-929E-9BF9CEA7452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57835" y="560900"/>
                <a:ext cx="5648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98D0E0C-C7C0-0566-2B26-CBC98AB4BBE4}"/>
                  </a:ext>
                </a:extLst>
              </p14:cNvPr>
              <p14:cNvContentPartPr/>
              <p14:nvPr/>
            </p14:nvContentPartPr>
            <p14:xfrm>
              <a:off x="1073275" y="1749980"/>
              <a:ext cx="385560" cy="1288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98D0E0C-C7C0-0566-2B26-CBC98AB4BBE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67155" y="1743860"/>
                <a:ext cx="397800" cy="141120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12A2A672-6268-D1BB-E615-972059F89D6D}"/>
              </a:ext>
            </a:extLst>
          </p:cNvPr>
          <p:cNvSpPr txBox="1"/>
          <p:nvPr/>
        </p:nvSpPr>
        <p:spPr>
          <a:xfrm>
            <a:off x="940255" y="5037500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BECFDA"/>
                </a:solidFill>
                <a:effectLst/>
                <a:latin typeface="Mono Lisa"/>
              </a:rPr>
              <a:t>0 1 2 3 4 5</a:t>
            </a:r>
            <a:endParaRPr lang="en-IN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8A8DE4E-1477-8D32-1E2B-CAC054901D24}"/>
                  </a:ext>
                </a:extLst>
              </p14:cNvPr>
              <p14:cNvContentPartPr/>
              <p14:nvPr/>
            </p14:nvContentPartPr>
            <p14:xfrm>
              <a:off x="1518955" y="578868"/>
              <a:ext cx="260640" cy="2026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8A8DE4E-1477-8D32-1E2B-CAC054901D2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12835" y="572748"/>
                <a:ext cx="272880" cy="21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8633B054-3A1F-D784-DD0D-158820AE0D55}"/>
              </a:ext>
            </a:extLst>
          </p:cNvPr>
          <p:cNvGrpSpPr/>
          <p:nvPr/>
        </p:nvGrpSpPr>
        <p:grpSpPr>
          <a:xfrm>
            <a:off x="867355" y="5601588"/>
            <a:ext cx="370800" cy="218160"/>
            <a:chOff x="867355" y="5601588"/>
            <a:chExt cx="37080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CEBE118-1B4D-AD26-F58B-D33AFE20CF79}"/>
                    </a:ext>
                  </a:extLst>
                </p14:cNvPr>
                <p14:cNvContentPartPr/>
                <p14:nvPr/>
              </p14:nvContentPartPr>
              <p14:xfrm>
                <a:off x="867355" y="5601588"/>
                <a:ext cx="370800" cy="205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CEBE118-1B4D-AD26-F58B-D33AFE20CF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1235" y="5595468"/>
                  <a:ext cx="38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7A1D81A-BD9A-348D-5EBD-AFA85FF5A611}"/>
                    </a:ext>
                  </a:extLst>
                </p14:cNvPr>
                <p14:cNvContentPartPr/>
                <p14:nvPr/>
              </p14:nvContentPartPr>
              <p14:xfrm>
                <a:off x="959155" y="5671788"/>
                <a:ext cx="205200" cy="147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7A1D81A-BD9A-348D-5EBD-AFA85FF5A6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3035" y="5665668"/>
                  <a:ext cx="217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2B6408B-628D-C021-05FA-97219A7EBC01}"/>
                    </a:ext>
                  </a:extLst>
                </p14:cNvPr>
                <p14:cNvContentPartPr/>
                <p14:nvPr/>
              </p14:nvContentPartPr>
              <p14:xfrm>
                <a:off x="1008835" y="5705628"/>
                <a:ext cx="66600" cy="64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2B6408B-628D-C021-05FA-97219A7EBC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2715" y="5699508"/>
                  <a:ext cx="78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9673A8D-8EEB-D7CD-3CC6-7F5B491C35A2}"/>
                    </a:ext>
                  </a:extLst>
                </p14:cNvPr>
                <p14:cNvContentPartPr/>
                <p14:nvPr/>
              </p14:nvContentPartPr>
              <p14:xfrm>
                <a:off x="1068955" y="5602668"/>
                <a:ext cx="107640" cy="78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9673A8D-8EEB-D7CD-3CC6-7F5B491C35A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2835" y="5596548"/>
                  <a:ext cx="11988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5F8D9AA-6729-CF82-A43F-09013562526D}"/>
                  </a:ext>
                </a:extLst>
              </p14:cNvPr>
              <p14:cNvContentPartPr/>
              <p14:nvPr/>
            </p14:nvContentPartPr>
            <p14:xfrm>
              <a:off x="8853595" y="4047828"/>
              <a:ext cx="212760" cy="3196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5F8D9AA-6729-CF82-A43F-09013562526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847475" y="4041708"/>
                <a:ext cx="2250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4CD71BE-2DE6-DD58-3E4B-661674BF8E3E}"/>
                  </a:ext>
                </a:extLst>
              </p14:cNvPr>
              <p14:cNvContentPartPr/>
              <p14:nvPr/>
            </p14:nvContentPartPr>
            <p14:xfrm>
              <a:off x="2043475" y="1225788"/>
              <a:ext cx="229320" cy="1076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4CD71BE-2DE6-DD58-3E4B-661674BF8E3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037355" y="1219668"/>
                <a:ext cx="2415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6627582-F11D-6E7C-3C84-A93197EBC6EC}"/>
                  </a:ext>
                </a:extLst>
              </p14:cNvPr>
              <p14:cNvContentPartPr/>
              <p14:nvPr/>
            </p14:nvContentPartPr>
            <p14:xfrm>
              <a:off x="2302675" y="1592628"/>
              <a:ext cx="36000" cy="306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6627582-F11D-6E7C-3C84-A93197EBC6E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296555" y="1586508"/>
                <a:ext cx="4824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BF8DA37-39AE-BDCB-2ED9-2DFB2FF65A1F}"/>
              </a:ext>
            </a:extLst>
          </p:cNvPr>
          <p:cNvGrpSpPr/>
          <p:nvPr/>
        </p:nvGrpSpPr>
        <p:grpSpPr>
          <a:xfrm>
            <a:off x="597715" y="1674020"/>
            <a:ext cx="3627000" cy="2765488"/>
            <a:chOff x="597715" y="1674020"/>
            <a:chExt cx="3627000" cy="276548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6D2336-8C41-CBAC-B3D8-29523AFD9B55}"/>
                    </a:ext>
                  </a:extLst>
                </p14:cNvPr>
                <p14:cNvContentPartPr/>
                <p14:nvPr/>
              </p14:nvContentPartPr>
              <p14:xfrm>
                <a:off x="1922515" y="1674020"/>
                <a:ext cx="2302200" cy="1774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6D2336-8C41-CBAC-B3D8-29523AFD9B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16395" y="1667900"/>
                  <a:ext cx="2314440" cy="178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DDEF31D-724F-35AD-0809-30E1A389356C}"/>
                    </a:ext>
                  </a:extLst>
                </p14:cNvPr>
                <p14:cNvContentPartPr/>
                <p14:nvPr/>
              </p14:nvContentPartPr>
              <p14:xfrm>
                <a:off x="3908635" y="2618300"/>
                <a:ext cx="279720" cy="1109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DDEF31D-724F-35AD-0809-30E1A38935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02515" y="2612180"/>
                  <a:ext cx="291960" cy="11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99F82E-82D7-58F1-5386-F9E3F9C095C9}"/>
                    </a:ext>
                  </a:extLst>
                </p14:cNvPr>
                <p14:cNvContentPartPr/>
                <p14:nvPr/>
              </p14:nvContentPartPr>
              <p14:xfrm>
                <a:off x="597715" y="3866748"/>
                <a:ext cx="604080" cy="443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99F82E-82D7-58F1-5386-F9E3F9C095C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1595" y="3860628"/>
                  <a:ext cx="6163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BF7F72-BB46-15A5-F67F-666CCBED6A0B}"/>
                    </a:ext>
                  </a:extLst>
                </p14:cNvPr>
                <p14:cNvContentPartPr/>
                <p14:nvPr/>
              </p14:nvContentPartPr>
              <p14:xfrm>
                <a:off x="1266595" y="3809868"/>
                <a:ext cx="234360" cy="247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BF7F72-BB46-15A5-F67F-666CCBED6A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60475" y="3803748"/>
                  <a:ext cx="2466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9FD4B03-09A3-8714-C2CD-EDA64CFC21DF}"/>
                    </a:ext>
                  </a:extLst>
                </p14:cNvPr>
                <p14:cNvContentPartPr/>
                <p14:nvPr/>
              </p14:nvContentPartPr>
              <p14:xfrm>
                <a:off x="1538755" y="3693948"/>
                <a:ext cx="439920" cy="321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9FD4B03-09A3-8714-C2CD-EDA64CFC21D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32635" y="3687828"/>
                  <a:ext cx="4521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987FF7-E30C-3190-9408-44D145B57ECE}"/>
                    </a:ext>
                  </a:extLst>
                </p14:cNvPr>
                <p14:cNvContentPartPr/>
                <p14:nvPr/>
              </p14:nvContentPartPr>
              <p14:xfrm>
                <a:off x="1893715" y="3728148"/>
                <a:ext cx="198000" cy="106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987FF7-E30C-3190-9408-44D145B57E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87595" y="3722028"/>
                  <a:ext cx="210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31FB3FD-A7C7-789B-93DF-79CB3B3A38DE}"/>
                    </a:ext>
                  </a:extLst>
                </p14:cNvPr>
                <p14:cNvContentPartPr/>
                <p14:nvPr/>
              </p14:nvContentPartPr>
              <p14:xfrm>
                <a:off x="2469355" y="3270228"/>
                <a:ext cx="418320" cy="545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31FB3FD-A7C7-789B-93DF-79CB3B3A38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63235" y="3264108"/>
                  <a:ext cx="43056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880636-08B1-54DF-6199-CC99692DB345}"/>
                    </a:ext>
                  </a:extLst>
                </p14:cNvPr>
                <p14:cNvContentPartPr/>
                <p14:nvPr/>
              </p14:nvContentPartPr>
              <p14:xfrm>
                <a:off x="2765635" y="3113988"/>
                <a:ext cx="255960" cy="169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2880636-08B1-54DF-6199-CC99692DB34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59515" y="3107868"/>
                  <a:ext cx="268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7D7AB97-DD55-FC97-F372-D8444CB33DEB}"/>
                    </a:ext>
                  </a:extLst>
                </p14:cNvPr>
                <p14:cNvContentPartPr/>
                <p14:nvPr/>
              </p14:nvContentPartPr>
              <p14:xfrm>
                <a:off x="3000715" y="3388668"/>
                <a:ext cx="153360" cy="183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7D7AB97-DD55-FC97-F372-D8444CB33DE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94595" y="3382548"/>
                  <a:ext cx="165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BED4FF8-4723-9D70-3C57-FDA5F97AC006}"/>
                    </a:ext>
                  </a:extLst>
                </p14:cNvPr>
                <p14:cNvContentPartPr/>
                <p14:nvPr/>
              </p14:nvContentPartPr>
              <p14:xfrm>
                <a:off x="3318235" y="2782788"/>
                <a:ext cx="216000" cy="521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BED4FF8-4723-9D70-3C57-FDA5F97AC0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12115" y="2776668"/>
                  <a:ext cx="22824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C777158-AB48-B3AC-4E74-C9B0242A34E5}"/>
                    </a:ext>
                  </a:extLst>
                </p14:cNvPr>
                <p14:cNvContentPartPr/>
                <p14:nvPr/>
              </p14:nvContentPartPr>
              <p14:xfrm>
                <a:off x="3427675" y="2516028"/>
                <a:ext cx="228960" cy="198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C777158-AB48-B3AC-4E74-C9B0242A34E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21555" y="2509908"/>
                  <a:ext cx="241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AD5FD7-2B6F-8102-476F-6859E543BCE7}"/>
                    </a:ext>
                  </a:extLst>
                </p14:cNvPr>
                <p14:cNvContentPartPr/>
                <p14:nvPr/>
              </p14:nvContentPartPr>
              <p14:xfrm>
                <a:off x="3407155" y="3554628"/>
                <a:ext cx="11160" cy="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AD5FD7-2B6F-8102-476F-6859E543BCE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01035" y="3548508"/>
                  <a:ext cx="234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4BFEDB-19CB-4431-F5EB-9C253CE0ED60}"/>
                    </a:ext>
                  </a:extLst>
                </p14:cNvPr>
                <p14:cNvContentPartPr/>
                <p14:nvPr/>
              </p14:nvContentPartPr>
              <p14:xfrm>
                <a:off x="3141115" y="3454188"/>
                <a:ext cx="529200" cy="331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4BFEDB-19CB-4431-F5EB-9C253CE0ED6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34995" y="3448068"/>
                  <a:ext cx="5414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A4715D0-4F9E-00E2-4806-42A7B0E8F0E4}"/>
                    </a:ext>
                  </a:extLst>
                </p14:cNvPr>
                <p14:cNvContentPartPr/>
                <p14:nvPr/>
              </p14:nvContentPartPr>
              <p14:xfrm>
                <a:off x="2283235" y="4302348"/>
                <a:ext cx="2880" cy="4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A4715D0-4F9E-00E2-4806-42A7B0E8F0E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77115" y="4296228"/>
                  <a:ext cx="151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5EFA276-350C-12DF-1A07-E077054670F1}"/>
                    </a:ext>
                  </a:extLst>
                </p14:cNvPr>
                <p14:cNvContentPartPr/>
                <p14:nvPr/>
              </p14:nvContentPartPr>
              <p14:xfrm>
                <a:off x="1752595" y="3835788"/>
                <a:ext cx="1739520" cy="603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5EFA276-350C-12DF-1A07-E077054670F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46475" y="3829668"/>
                  <a:ext cx="175176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F3306A2-AEED-EE82-DDDD-4E27C2FE688D}"/>
                    </a:ext>
                  </a:extLst>
                </p14:cNvPr>
                <p14:cNvContentPartPr/>
                <p14:nvPr/>
              </p14:nvContentPartPr>
              <p14:xfrm>
                <a:off x="2395195" y="3698988"/>
                <a:ext cx="1241280" cy="466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F3306A2-AEED-EE82-DDDD-4E27C2FE688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89075" y="3692868"/>
                  <a:ext cx="12535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557419-B7C8-2B6E-B78D-078095B6ACA4}"/>
                    </a:ext>
                  </a:extLst>
                </p14:cNvPr>
                <p14:cNvContentPartPr/>
                <p14:nvPr/>
              </p14:nvContentPartPr>
              <p14:xfrm>
                <a:off x="2862115" y="3632748"/>
                <a:ext cx="716760" cy="369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557419-B7C8-2B6E-B78D-078095B6AC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55995" y="3626628"/>
                  <a:ext cx="7290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227C7E8-09F5-77D6-5F81-91FB67A8CED5}"/>
                    </a:ext>
                  </a:extLst>
                </p14:cNvPr>
                <p14:cNvContentPartPr/>
                <p14:nvPr/>
              </p14:nvContentPartPr>
              <p14:xfrm>
                <a:off x="3158755" y="3832548"/>
                <a:ext cx="21960" cy="12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227C7E8-09F5-77D6-5F81-91FB67A8CED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52635" y="3826428"/>
                  <a:ext cx="342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BD5194F-F0ED-58B2-53BB-A1BD7773282B}"/>
              </a:ext>
            </a:extLst>
          </p:cNvPr>
          <p:cNvGrpSpPr/>
          <p:nvPr/>
        </p:nvGrpSpPr>
        <p:grpSpPr>
          <a:xfrm>
            <a:off x="8772235" y="3895548"/>
            <a:ext cx="1740960" cy="1182240"/>
            <a:chOff x="8772235" y="3895548"/>
            <a:chExt cx="1740960" cy="11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486428D-B861-4E3E-715A-416EEA7E7507}"/>
                    </a:ext>
                  </a:extLst>
                </p14:cNvPr>
                <p14:cNvContentPartPr/>
                <p14:nvPr/>
              </p14:nvContentPartPr>
              <p14:xfrm>
                <a:off x="8940355" y="4593948"/>
                <a:ext cx="150120" cy="304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486428D-B861-4E3E-715A-416EEA7E750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34235" y="4587828"/>
                  <a:ext cx="1623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94E99AE-00BA-43B1-A7C1-2764339A2B79}"/>
                    </a:ext>
                  </a:extLst>
                </p14:cNvPr>
                <p14:cNvContentPartPr/>
                <p14:nvPr/>
              </p14:nvContentPartPr>
              <p14:xfrm>
                <a:off x="9301795" y="4545348"/>
                <a:ext cx="61200" cy="231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94E99AE-00BA-43B1-A7C1-2764339A2B7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95675" y="4539228"/>
                  <a:ext cx="73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9A312CE-9C00-910D-B787-8C7FA2D7171A}"/>
                    </a:ext>
                  </a:extLst>
                </p14:cNvPr>
                <p14:cNvContentPartPr/>
                <p14:nvPr/>
              </p14:nvContentPartPr>
              <p14:xfrm>
                <a:off x="9218995" y="4642188"/>
                <a:ext cx="195840" cy="47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9A312CE-9C00-910D-B787-8C7FA2D7171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12875" y="4636068"/>
                  <a:ext cx="208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4C85D04-19E2-ACD3-1104-5D074210A179}"/>
                    </a:ext>
                  </a:extLst>
                </p14:cNvPr>
                <p14:cNvContentPartPr/>
                <p14:nvPr/>
              </p14:nvContentPartPr>
              <p14:xfrm>
                <a:off x="9481795" y="4561908"/>
                <a:ext cx="63000" cy="149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4C85D04-19E2-ACD3-1104-5D074210A17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75675" y="4555788"/>
                  <a:ext cx="75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04FDD73-2C95-7146-3526-545D6730EA03}"/>
                    </a:ext>
                  </a:extLst>
                </p14:cNvPr>
                <p14:cNvContentPartPr/>
                <p14:nvPr/>
              </p14:nvContentPartPr>
              <p14:xfrm>
                <a:off x="8772235" y="4388388"/>
                <a:ext cx="1062720" cy="689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04FDD73-2C95-7146-3526-545D6730EA0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66115" y="4382268"/>
                  <a:ext cx="107496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22C4E69-8F57-467E-A999-54C43EC1282C}"/>
                    </a:ext>
                  </a:extLst>
                </p14:cNvPr>
                <p14:cNvContentPartPr/>
                <p14:nvPr/>
              </p14:nvContentPartPr>
              <p14:xfrm>
                <a:off x="10023235" y="4198308"/>
                <a:ext cx="100440" cy="354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22C4E69-8F57-467E-A999-54C43EC1282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017115" y="4192188"/>
                  <a:ext cx="1126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255982E-F61A-1EA2-AE3A-4059E5AD47D5}"/>
                    </a:ext>
                  </a:extLst>
                </p14:cNvPr>
                <p14:cNvContentPartPr/>
                <p14:nvPr/>
              </p14:nvContentPartPr>
              <p14:xfrm>
                <a:off x="9743515" y="3982308"/>
                <a:ext cx="498240" cy="704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255982E-F61A-1EA2-AE3A-4059E5AD47D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37395" y="3976188"/>
                  <a:ext cx="51048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148921D-9C7F-ED66-37B7-379BF55A633D}"/>
                    </a:ext>
                  </a:extLst>
                </p14:cNvPr>
                <p14:cNvContentPartPr/>
                <p14:nvPr/>
              </p14:nvContentPartPr>
              <p14:xfrm>
                <a:off x="10118275" y="4609428"/>
                <a:ext cx="43200" cy="12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148921D-9C7F-ED66-37B7-379BF55A63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12155" y="4603308"/>
                  <a:ext cx="55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AAA266B-02D9-5E60-63ED-2799270B0B06}"/>
                    </a:ext>
                  </a:extLst>
                </p14:cNvPr>
                <p14:cNvContentPartPr/>
                <p14:nvPr/>
              </p14:nvContentPartPr>
              <p14:xfrm>
                <a:off x="10031515" y="4652988"/>
                <a:ext cx="4320" cy="14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AAA266B-02D9-5E60-63ED-2799270B0B0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25395" y="4646868"/>
                  <a:ext cx="16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CCBC3A6-256E-F289-D2F1-4021409B73D6}"/>
                    </a:ext>
                  </a:extLst>
                </p14:cNvPr>
                <p14:cNvContentPartPr/>
                <p14:nvPr/>
              </p14:nvContentPartPr>
              <p14:xfrm>
                <a:off x="10057075" y="3895548"/>
                <a:ext cx="456120" cy="201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CCBC3A6-256E-F289-D2F1-4021409B73D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050955" y="3889428"/>
                  <a:ext cx="46836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91E21E0-6B2D-C52C-796C-42D867E15AC5}"/>
              </a:ext>
            </a:extLst>
          </p:cNvPr>
          <p:cNvGrpSpPr/>
          <p:nvPr/>
        </p:nvGrpSpPr>
        <p:grpSpPr>
          <a:xfrm>
            <a:off x="8600155" y="5310708"/>
            <a:ext cx="1942920" cy="1151640"/>
            <a:chOff x="8600155" y="5310708"/>
            <a:chExt cx="1942920" cy="11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1F09404-EF53-6A3F-6F4D-2A21EFD564DE}"/>
                    </a:ext>
                  </a:extLst>
                </p14:cNvPr>
                <p14:cNvContentPartPr/>
                <p14:nvPr/>
              </p14:nvContentPartPr>
              <p14:xfrm>
                <a:off x="9014515" y="5310708"/>
                <a:ext cx="64440" cy="531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1F09404-EF53-6A3F-6F4D-2A21EFD564D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08395" y="5304588"/>
                  <a:ext cx="7668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303D810-3359-3554-3B64-C7A8D9C78868}"/>
                    </a:ext>
                  </a:extLst>
                </p14:cNvPr>
                <p14:cNvContentPartPr/>
                <p14:nvPr/>
              </p14:nvContentPartPr>
              <p14:xfrm>
                <a:off x="9093715" y="5974908"/>
                <a:ext cx="54360" cy="288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303D810-3359-3554-3B64-C7A8D9C7886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087595" y="5968788"/>
                  <a:ext cx="666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FB07CEE-E911-B9EF-C680-0952CD053FE5}"/>
                    </a:ext>
                  </a:extLst>
                </p14:cNvPr>
                <p14:cNvContentPartPr/>
                <p14:nvPr/>
              </p14:nvContentPartPr>
              <p14:xfrm>
                <a:off x="9474595" y="5933508"/>
                <a:ext cx="24480" cy="181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FB07CEE-E911-B9EF-C680-0952CD053F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68475" y="5927388"/>
                  <a:ext cx="36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DBBBD95-206D-B3F0-05D4-0C6D7C845CD0}"/>
                    </a:ext>
                  </a:extLst>
                </p14:cNvPr>
                <p14:cNvContentPartPr/>
                <p14:nvPr/>
              </p14:nvContentPartPr>
              <p14:xfrm>
                <a:off x="9438595" y="6025668"/>
                <a:ext cx="169200" cy="38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DBBBD95-206D-B3F0-05D4-0C6D7C845CD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432475" y="6019548"/>
                  <a:ext cx="181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123FE06-E4D9-64A7-479A-CCB090F7A0CE}"/>
                    </a:ext>
                  </a:extLst>
                </p14:cNvPr>
                <p14:cNvContentPartPr/>
                <p14:nvPr/>
              </p14:nvContentPartPr>
              <p14:xfrm>
                <a:off x="9744595" y="5939988"/>
                <a:ext cx="45720" cy="120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123FE06-E4D9-64A7-479A-CCB090F7A0C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738475" y="5933868"/>
                  <a:ext cx="57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7FD9A09-59AA-A11D-530D-4D6BEB55C821}"/>
                    </a:ext>
                  </a:extLst>
                </p14:cNvPr>
                <p14:cNvContentPartPr/>
                <p14:nvPr/>
              </p14:nvContentPartPr>
              <p14:xfrm>
                <a:off x="8600155" y="5577468"/>
                <a:ext cx="1414800" cy="884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7FD9A09-59AA-A11D-530D-4D6BEB55C82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94035" y="5571348"/>
                  <a:ext cx="142704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8B47228-AF42-5B92-2D42-17410D4F7F4A}"/>
                    </a:ext>
                  </a:extLst>
                </p14:cNvPr>
                <p14:cNvContentPartPr/>
                <p14:nvPr/>
              </p14:nvContentPartPr>
              <p14:xfrm>
                <a:off x="10220875" y="5727588"/>
                <a:ext cx="322200" cy="245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8B47228-AF42-5B92-2D42-17410D4F7F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214755" y="5721468"/>
                  <a:ext cx="3344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30E770F-14D5-5418-F339-03D79C71A4B5}"/>
              </a:ext>
            </a:extLst>
          </p:cNvPr>
          <p:cNvGrpSpPr/>
          <p:nvPr/>
        </p:nvGrpSpPr>
        <p:grpSpPr>
          <a:xfrm>
            <a:off x="10899115" y="5291988"/>
            <a:ext cx="1197360" cy="588960"/>
            <a:chOff x="10899115" y="5291988"/>
            <a:chExt cx="1197360" cy="58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4A6189-C68B-E7A0-0C6D-0545AE5088D2}"/>
                    </a:ext>
                  </a:extLst>
                </p14:cNvPr>
                <p14:cNvContentPartPr/>
                <p14:nvPr/>
              </p14:nvContentPartPr>
              <p14:xfrm>
                <a:off x="10899115" y="5414748"/>
                <a:ext cx="403920" cy="466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4A6189-C68B-E7A0-0C6D-0545AE5088D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892995" y="5408628"/>
                  <a:ext cx="41616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21A450C-CBCB-CC48-862F-FAD0ABE90EEA}"/>
                    </a:ext>
                  </a:extLst>
                </p14:cNvPr>
                <p14:cNvContentPartPr/>
                <p14:nvPr/>
              </p14:nvContentPartPr>
              <p14:xfrm>
                <a:off x="11445955" y="5318268"/>
                <a:ext cx="221040" cy="83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21A450C-CBCB-CC48-862F-FAD0ABE90EE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439835" y="5312148"/>
                  <a:ext cx="233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F02A250-B6CB-80F7-3332-B982FE8C6943}"/>
                    </a:ext>
                  </a:extLst>
                </p14:cNvPr>
                <p14:cNvContentPartPr/>
                <p14:nvPr/>
              </p14:nvContentPartPr>
              <p14:xfrm>
                <a:off x="11318155" y="5671788"/>
                <a:ext cx="287280" cy="163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F02A250-B6CB-80F7-3332-B982FE8C694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312035" y="5665668"/>
                  <a:ext cx="299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64FFC12-E3F8-8C37-7D44-911DDD9B97B2}"/>
                    </a:ext>
                  </a:extLst>
                </p14:cNvPr>
                <p14:cNvContentPartPr/>
                <p14:nvPr/>
              </p14:nvContentPartPr>
              <p14:xfrm>
                <a:off x="11679955" y="5306028"/>
                <a:ext cx="225720" cy="457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64FFC12-E3F8-8C37-7D44-911DDD9B97B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673835" y="5299908"/>
                  <a:ext cx="2379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FDD3E1-B83D-D834-8613-3926353F4122}"/>
                    </a:ext>
                  </a:extLst>
                </p14:cNvPr>
                <p14:cNvContentPartPr/>
                <p14:nvPr/>
              </p14:nvContentPartPr>
              <p14:xfrm>
                <a:off x="11952475" y="5291988"/>
                <a:ext cx="144000" cy="40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FDD3E1-B83D-D834-8613-3926353F412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946355" y="5285868"/>
                  <a:ext cx="15624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946E284-5D06-E5F1-53B1-946236B7D748}"/>
                  </a:ext>
                </a:extLst>
              </p14:cNvPr>
              <p14:cNvContentPartPr/>
              <p14:nvPr/>
            </p14:nvContentPartPr>
            <p14:xfrm>
              <a:off x="10048075" y="6441468"/>
              <a:ext cx="337320" cy="2923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946E284-5D06-E5F1-53B1-946236B7D74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041955" y="6435348"/>
                <a:ext cx="349560" cy="30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BEC64FE-1972-04F9-79D2-A38C14BDE0D5}"/>
              </a:ext>
            </a:extLst>
          </p:cNvPr>
          <p:cNvGrpSpPr/>
          <p:nvPr/>
        </p:nvGrpSpPr>
        <p:grpSpPr>
          <a:xfrm>
            <a:off x="3405715" y="4597548"/>
            <a:ext cx="5023800" cy="1669680"/>
            <a:chOff x="3405715" y="4597548"/>
            <a:chExt cx="5023800" cy="166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92B58A-B448-F0AA-48F5-C6B590558C7B}"/>
                    </a:ext>
                  </a:extLst>
                </p14:cNvPr>
                <p14:cNvContentPartPr/>
                <p14:nvPr/>
              </p14:nvContentPartPr>
              <p14:xfrm>
                <a:off x="3405715" y="5310708"/>
                <a:ext cx="1083240" cy="91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C92B58A-B448-F0AA-48F5-C6B590558C7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99595" y="5304588"/>
                  <a:ext cx="1095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4085F5-18A9-E0C9-1C57-36A23B1040C7}"/>
                    </a:ext>
                  </a:extLst>
                </p14:cNvPr>
                <p14:cNvContentPartPr/>
                <p14:nvPr/>
              </p14:nvContentPartPr>
              <p14:xfrm>
                <a:off x="4465555" y="4963308"/>
                <a:ext cx="163440" cy="570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4085F5-18A9-E0C9-1C57-36A23B1040C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59435" y="4957188"/>
                  <a:ext cx="17568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429E073-E935-0F69-3CE9-8094FD717D25}"/>
                    </a:ext>
                  </a:extLst>
                </p14:cNvPr>
                <p14:cNvContentPartPr/>
                <p14:nvPr/>
              </p14:nvContentPartPr>
              <p14:xfrm>
                <a:off x="4896475" y="5119908"/>
                <a:ext cx="305640" cy="309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429E073-E935-0F69-3CE9-8094FD717D2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90355" y="5113788"/>
                  <a:ext cx="3178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4289F9D-C771-EEC7-BC7B-B1104BD6EAA5}"/>
                    </a:ext>
                  </a:extLst>
                </p14:cNvPr>
                <p14:cNvContentPartPr/>
                <p14:nvPr/>
              </p14:nvContentPartPr>
              <p14:xfrm>
                <a:off x="5410915" y="4821108"/>
                <a:ext cx="482400" cy="407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4289F9D-C771-EEC7-BC7B-B1104BD6EAA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04795" y="4814988"/>
                  <a:ext cx="4946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A0547E1-1952-0515-66EA-923EC13F98CE}"/>
                    </a:ext>
                  </a:extLst>
                </p14:cNvPr>
                <p14:cNvContentPartPr/>
                <p14:nvPr/>
              </p14:nvContentPartPr>
              <p14:xfrm>
                <a:off x="5796835" y="4721748"/>
                <a:ext cx="498960" cy="546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A0547E1-1952-0515-66EA-923EC13F98C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90715" y="4715628"/>
                  <a:ext cx="51120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A5917B9-6D32-804D-D175-ED9D8C63540B}"/>
                    </a:ext>
                  </a:extLst>
                </p14:cNvPr>
                <p14:cNvContentPartPr/>
                <p14:nvPr/>
              </p14:nvContentPartPr>
              <p14:xfrm>
                <a:off x="6250435" y="4890228"/>
                <a:ext cx="174240" cy="211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A5917B9-6D32-804D-D175-ED9D8C63540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244315" y="4884108"/>
                  <a:ext cx="186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DF536C-CBFA-2FAC-3847-293C1E7FC324}"/>
                    </a:ext>
                  </a:extLst>
                </p14:cNvPr>
                <p14:cNvContentPartPr/>
                <p14:nvPr/>
              </p14:nvContentPartPr>
              <p14:xfrm>
                <a:off x="6543475" y="4745868"/>
                <a:ext cx="394920" cy="279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DF536C-CBFA-2FAC-3847-293C1E7FC3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37355" y="4739748"/>
                  <a:ext cx="407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279732A-EED5-214D-899D-1CD04FD5C12E}"/>
                    </a:ext>
                  </a:extLst>
                </p14:cNvPr>
                <p14:cNvContentPartPr/>
                <p14:nvPr/>
              </p14:nvContentPartPr>
              <p14:xfrm>
                <a:off x="6889435" y="4732188"/>
                <a:ext cx="305280" cy="54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279732A-EED5-214D-899D-1CD04FD5C12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883315" y="4726068"/>
                  <a:ext cx="317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A8FC09E-0A21-0CF0-0E81-1A05227F29FE}"/>
                    </a:ext>
                  </a:extLst>
                </p14:cNvPr>
                <p14:cNvContentPartPr/>
                <p14:nvPr/>
              </p14:nvContentPartPr>
              <p14:xfrm>
                <a:off x="7366795" y="4597548"/>
                <a:ext cx="23400" cy="7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A8FC09E-0A21-0CF0-0E81-1A05227F29F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360675" y="4591428"/>
                  <a:ext cx="35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5081B7D-69B8-AF7B-00A7-BA1439F404E6}"/>
                    </a:ext>
                  </a:extLst>
                </p14:cNvPr>
                <p14:cNvContentPartPr/>
                <p14:nvPr/>
              </p14:nvContentPartPr>
              <p14:xfrm>
                <a:off x="6768475" y="5646948"/>
                <a:ext cx="308520" cy="620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5081B7D-69B8-AF7B-00A7-BA1439F404E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62355" y="5640828"/>
                  <a:ext cx="32076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BB524AC-C895-AA14-4BF3-4FC7A9D7F015}"/>
                    </a:ext>
                  </a:extLst>
                </p14:cNvPr>
                <p14:cNvContentPartPr/>
                <p14:nvPr/>
              </p14:nvContentPartPr>
              <p14:xfrm>
                <a:off x="6884395" y="5507988"/>
                <a:ext cx="325800" cy="164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BB524AC-C895-AA14-4BF3-4FC7A9D7F01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78275" y="5501868"/>
                  <a:ext cx="338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041660E-73AC-5B54-FBAB-D313A637A00E}"/>
                    </a:ext>
                  </a:extLst>
                </p14:cNvPr>
                <p14:cNvContentPartPr/>
                <p14:nvPr/>
              </p14:nvContentPartPr>
              <p14:xfrm>
                <a:off x="7327915" y="5453268"/>
                <a:ext cx="396360" cy="488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041660E-73AC-5B54-FBAB-D313A637A00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21795" y="5447148"/>
                  <a:ext cx="4086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B4A2BF-44B2-1081-2618-B274F7527E7E}"/>
                    </a:ext>
                  </a:extLst>
                </p14:cNvPr>
                <p14:cNvContentPartPr/>
                <p14:nvPr/>
              </p14:nvContentPartPr>
              <p14:xfrm>
                <a:off x="7843075" y="5308908"/>
                <a:ext cx="59760" cy="106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B4A2BF-44B2-1081-2618-B274F7527E7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36955" y="5302788"/>
                  <a:ext cx="72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CDE3C99-B809-9B78-71EC-D4FA79CCA83B}"/>
                    </a:ext>
                  </a:extLst>
                </p14:cNvPr>
                <p14:cNvContentPartPr/>
                <p14:nvPr/>
              </p14:nvContentPartPr>
              <p14:xfrm>
                <a:off x="7889155" y="5574228"/>
                <a:ext cx="108720" cy="990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CDE3C99-B809-9B78-71EC-D4FA79CCA83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83035" y="5568108"/>
                  <a:ext cx="120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CB2A256-98EE-5180-4470-9CF6297E8BFF}"/>
                    </a:ext>
                  </a:extLst>
                </p14:cNvPr>
                <p14:cNvContentPartPr/>
                <p14:nvPr/>
              </p14:nvContentPartPr>
              <p14:xfrm>
                <a:off x="8260315" y="5125668"/>
                <a:ext cx="72720" cy="389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CB2A256-98EE-5180-4470-9CF6297E8BF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254195" y="5119548"/>
                  <a:ext cx="849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A89AA2C-A4F1-7889-3F8A-C1F8CCBF0D2B}"/>
                    </a:ext>
                  </a:extLst>
                </p14:cNvPr>
                <p14:cNvContentPartPr/>
                <p14:nvPr/>
              </p14:nvContentPartPr>
              <p14:xfrm>
                <a:off x="8326555" y="4926228"/>
                <a:ext cx="102960" cy="70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89AA2C-A4F1-7889-3F8A-C1F8CCBF0D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320435" y="4920108"/>
                  <a:ext cx="115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8B48F72-9F1F-1892-C59A-8367FF283936}"/>
                    </a:ext>
                  </a:extLst>
                </p14:cNvPr>
                <p14:cNvContentPartPr/>
                <p14:nvPr/>
              </p14:nvContentPartPr>
              <p14:xfrm>
                <a:off x="7501075" y="4835868"/>
                <a:ext cx="514440" cy="1355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8B48F72-9F1F-1892-C59A-8367FF28393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494955" y="4829748"/>
                  <a:ext cx="526680" cy="13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DD47A8B-DF6A-1F2C-E2C0-8F04D697212E}"/>
                    </a:ext>
                  </a:extLst>
                </p14:cNvPr>
                <p14:cNvContentPartPr/>
                <p14:nvPr/>
              </p14:nvContentPartPr>
              <p14:xfrm>
                <a:off x="7224595" y="5359308"/>
                <a:ext cx="1186920" cy="549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DD47A8B-DF6A-1F2C-E2C0-8F04D697212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18475" y="5353188"/>
                  <a:ext cx="1199160" cy="56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196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02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24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08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26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2026-03-10T17:01:13Z</dcterms:created>
  <dcterms:modified xsi:type="dcterms:W3CDTF">2026-03-10T17:15:21Z</dcterms:modified>
</cp:coreProperties>
</file>