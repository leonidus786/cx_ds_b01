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19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992 985 5949,'-40'30'14001,"36"-30"-13072,-11 1 705,-1 0 1,-33 9 6757,49-23-8275,0 8-105,0 0 0,0 1 1,0-1-1,1 1 0,-1-1 0,1 0 1,0 1-1,4-9 0,26-71-12,-4-2 0,-4-1 0,15-106 0,-34 140 0,-3 1 0,-2-1 0,-2 1 0,-18-92 0,15 116 0,0 0 0,-14-34 0,19 59 0,0 1 0,0-1 0,-1 1 0,1 0 0,0-1 0,-1 1 0,1 0 0,-1 0 0,0 0 0,0 0 0,0 0 0,0 1 0,0-1 0,0 0 0,0 1 0,-1 0 0,1-1 0,0 1 0,-1 0 0,1 0 0,-1 1 0,1-1 0,-1 0 0,0 1 0,1-1 0,-1 1 0,1 0 0,-1 0 0,-4 1 0,-3 0 0,0 0 0,0 1 0,0 1 0,1 0 0,-1 0 0,-8 5 0,0 1 0,1 0 0,1 1 0,0 1 0,0 0 0,1 1 0,0 1 0,1 1 0,-19 23 0,11-8 0,1 0 0,1 1 0,-25 55 0,25-39 0,1 1 0,3 0 0,2 1 0,2 0 0,2 1 0,-3 51 0,9-37 0,3 0 0,2-1 0,3 1 0,17 88 0,-4-74 0,4 0 0,2-1 0,4-2 0,3 0 0,4-2 0,2-2 0,3-1 0,59 76 0,-44-77 0,104 102 0,78 42 0,71 72 0,-289-265 0,0 1 0,-1 1 0,-1 1 0,-1 0 0,13 26 0,-23-38 0,0 0 0,-1 0 0,-1 0 0,0 0 0,0 1 0,-1 0 0,0-1 0,-1 1 0,0 0 0,-1 0 0,0-1 0,-1 1 0,0 0 0,-1 0 0,-3 14 0,-3-6 0,1-1 0,-2 1 0,-1-2 0,0 1 0,-1-1 0,0-1 0,-2 0 0,0 0 0,-29 25 0,-11 5 0,-86 57 0,-10-8-1072,-4-7-1,-279 117 1,192-118-1560,203-77 1232,0-2-1,-1-1 1,0-2-1,-61 0 1,89-5 320,1 0-1,-1-1 1,1 0 0,0-1 0,-13-4 0,17 4-413,-1-1 0,1 0 0,-1 0 0,1 0 0,0-1 0,-5-4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20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13 328 11853,'0'0'2025,"-2"-2"-222,-9-13 413,11 15-2177,1 0 1,-1 0 0,0 0 0,0 0 0,0 0-1,0 0 1,0 0 0,0 0 0,0 0 0,0 0-1,0 0 1,0 0 0,0 0 0,0 0 0,1 0 0,-1 0-1,0 0 1,0 0 0,0 0 0,0 0 0,0 0-1,0 0 1,0 0 0,0 0 0,0 0 0,0 0-1,0 0 1,0 0 0,1 0 0,-1 0 0,0 0-1,0 0 1,0 0 0,0 0 0,0 0 0,0 0-1,0 0 1,0-1 0,0 1 0,0 0 0,0 0-1,0 0 1,0 0 0,0 0 0,0 0 0,0 0-1,0 0 1,0 0 0,0 0 0,0 0 0,0 0-1,0-1 1,0 1 0,0 0 0,0 0 0,0 0-1,0 0 1,0 0 0,0 0 0,0 0 0,0 0-1,0 0 1,0 0 0,0 0 0,0-1 0,27 17 3720,-7-3-4455,22 10 754,2-2 0,0-2 0,1-1 1,1-3-1,0-2 0,1-2 0,1-1 0,0-3 0,0-2 1,0-2-1,0-2 0,1-3 0,-1-1 0,0-3 0,68-16 1,-91 16 4,-1-2 0,0 0 0,0-2 0,-1 0 0,0-2 0,21-14 1,-37 21 69,0 0 0,-1 0 0,1 0 0,-1-1 0,-1 0 1,1 0-1,-1-1 0,0 1 0,0-1 0,-1 0 1,0 0-1,0-1 0,-1 1 0,0-1 0,0 0 0,-1 0 1,0 0-1,0 0 0,-1 0 0,0 0 0,0 0 0,-1-14 1,-3-3 478,-10-44 0,12 61-428,-2-1-1,1 0 0,-1 1 0,-1 0 1,0 0-1,0 0 0,0 0 1,-1 1-1,-6-9 0,10 15-162,0 0-1,0 0 0,0 0 1,0 0-1,0 0 1,0 0-1,0 0 0,0 0 1,0 1-1,0-1 1,-1 0-1,1 1 0,0-1 1,0 1-1,-1-1 1,1 1-1,-3-1 0,3 2 2,-1 0-1,1 0 1,0 0-1,-1 0 1,1 0 0,0 0-1,0 0 1,0 1-1,0-1 1,0 0-1,0 0 1,0 1-1,1-1 1,-1 1-1,0-1 1,1 1-1,-1-1 1,1 1-1,-1-1 1,1 1-1,0 1 1,-8 32 101,3-1 1,0 1-1,3-1 0,0 1 1,8 69-1,71 527-124,-11-121 0,-14 349 19,-57-730-29,-29 171 1,18-210-16,-5-1-1,-54 146 1,26-115-731,-125 218 0,165-321 702,-1-1 1,-1 0 0,0-1-1,-1 0 1,-1-1-1,0-1 1,-1 0 0,-28 21-1,40-33 50,0 0 0,0 0 0,0 0 0,0 0 0,0-1 0,-1 1 0,1-1 0,0 1 0,0-1-1,-1 0 1,1 0 0,0 0 0,-1 0 0,1 0 0,0 0 0,0-1 0,-1 1 0,1-1 0,0 0 0,0 1 0,0-1 0,0 0 0,0 0 0,0 0-1,0-1 1,-4-2 0,1 0 5,0-1-1,0 1 0,0-1 1,1-1-1,-1 1 0,-6-12 1,5 2-4,0 0 1,0-1 0,2 0 0,0 0-1,0 0 1,2-1 0,0 1-1,1-31 1,2-81-77,34-247-1,-7 205-967,7 1 0,95-277 0,-35 197-3164,132-246 0,-115 290-1888,9 13-3666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20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0 198 10845,'1'1'316,"-1"0"0,1-1 0,0 1 0,-1 0 0,1 0 0,-1 0 0,1 0 0,-1 0 0,0 0 0,1 0 0,-1 0 0,0 0 0,0 0 0,0 1 0,0-1 0,0 0 0,0 0-1,0 0 1,0 0 0,0 0 0,0 0 0,0 0 0,-1 0 0,1 0 0,-1 1 0,-1 25 3917,9-10-4513,19 19 811,-2 1 0,-1 1-1,-2 1 1,-2 0-1,-1 2 1,13 48-1,57 266-262,-73-283-143,11 29 538,-25-97-425,3-6 41,6-5-177,0-1 0,-1 0 0,-1-1 0,1 1 0,-1-2 1,-1 1-1,0-1 0,0 0 0,8-18 0,6-16 244,16-51 0,-24 62-185,65-198 537,4-9-320,-57 177-40,56-102 0,-73 152-284,-1 0 1,2 1 0,-1 0 0,2 1 0,0 0 0,0 0 0,1 1-1,23-17 1,-30 24-43,1 1 0,-1 0 0,1-1 0,0 1 0,0 1 0,0-1 0,0 1 0,0 0 0,0 0 0,0 0 0,0 1 0,1 0 0,-1 0 0,0 0 0,0 1 0,0 0 0,0-1 0,1 2 0,-1-1 0,-1 1 0,1 0 0,0 0 0,0 0 0,-1 0 0,1 1 0,-1 0 0,0 0 0,6 5 0,5 5-12,-1 1 0,0 0 0,-2 1 0,1 0 0,-2 1 0,11 20 0,53 112 0,-63-123 0,94 210 0,108 217 0,-196-417-66,12 23-1030,2 0 0,3-2 0,55 69-1,-78-111 809,1-1 0,0 0 0,1 0 0,0-1 0,0-1 0,2-1 0,-1 0 0,1-1 0,1 0 0,-1-1 0,1-1 0,1-1 0,-1-1 0,1 0 0,0-1 0,32 3-1,-36-7-235,1 0-1,-1-1 0,0 0 0,0-1 0,1-1 0,-1 0 1,0-1-1,-1-1 0,21-9 0,-12 3-962,-2-1-1,0 0 0,0-2 1,35-31-1,19-31-6261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21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51 12797,'-47'-41'2456,"45"40"-2275,1 0 0,-1 0 0,1 0 0,-1 0 0,1 0 0,-1 1 0,0-1 0,0 0 0,1 1 0,-1-1 0,0 1 0,0 0-1,0-1 1,0 1 0,1 0 0,-1 0 0,0 1 0,0-1 0,0 0 0,0 0 0,1 1 0,-1-1 0,-2 2 0,0 0 133,0 0 1,0 0 0,0 1-1,0-1 1,-7 7-1,9-7-159,-4 5 232,-1-1 0,2 1 0,-1 0 0,1 1-1,0-1 1,1 1 0,0 0 0,-7 16 0,-18 74 1397,25-82-1555,-11 53 106,3 1 0,4 0 0,2 1 0,4 0 0,2 0 0,4 0 0,19 108 0,-9-116-1370,3 0 1,2-2-1,4-1 1,1 0-1,62 106 0,-67-135-1034,43 53-1,2-14-4977,-12-21-2388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21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1 859 14941,'1'-11'327,"0"-1"0,1 1 0,1 0-1,0 0 1,8-20 0,-8 26-181,0 0-1,0 0 1,1 0 0,0 1-1,0-1 1,0 1 0,0 0 0,1 1-1,-1-1 1,1 1 0,0-1-1,0 2 1,8-5 0,332-149 4525,181-53-2703,-79 32-1419,-28 12-309,-390 161-200,-29 3-40,0 1 0,1 0 0,-1 0 0,1 0 0,-1 0 0,1 0 0,-1 0 0,1 0 0,-1 0 0,1 0 0,-1 0 0,0 1 0,1-1 0,-1 0 0,1 0 0,-1 0 0,1 0 0,-1 1 0,0-1 0,1 0 0,-1 0 0,1 1 0,-1-1 0,0 0 0,0 1 0,1-1 0,-1 0 0,0 1 1,1-1-1,-1 1 0,0-1 0,0 0 0,0 1 0,1-1 0,-1 1 0,0-1 0,0 1 0,0-1 0,0 1 0,0-1 0,0 1 0,0-1 0,0 0 0,0 2 0,-4 5-63,0-1-1,-1 1 1,0-1-1,0 1 1,-1-1 0,0-1-1,-10 9 1,2-1-73,-173 141-1262,28-27 184,158-126 1205,-53 47-579,1 2-1,-62 78 1,111-122 591,0 0 0,0 0-1,0 0 1,1 1 0,-5 11 0,8-17 18,0 0 1,-1 0-1,1 0 0,0 1 1,-1-1-1,1 0 1,0 1-1,0-1 0,0 0 1,0 0-1,0 1 0,0-1 1,1 0-1,-1 0 0,0 1 1,1-1-1,-1 0 0,1 0 1,-1 0-1,1 1 1,-1-1-1,1 0 0,0 0 1,0 0-1,-1 0 0,1 0 1,0 0-1,0 0 0,0-1 1,0 1-1,0 0 1,0 0-1,0-1 0,1 1 1,-1-1-1,0 1 0,2 0 1,1-1 80,1 1 0,0-1 1,0 1-1,0-1 1,0-1-1,0 1 0,-1-1 1,1 0-1,0 0 0,0 0 1,4-3-1,10-1 243,45-9 768,132-23 1255,-167 34-2197,0 1 0,0 1 0,1 2 0,52 7 1,-5 10-2009,113 41 1,15 6-9586,-131-47 1380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21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16738,'6'6'795,"-1"0"1,0 0-1,-1 1 1,1 0 0,-1 0-1,0 0 1,4 11 0,12 22 1331,16 19-137,3 8-1101,2-2 0,4-2 0,58 64 0,-57-78-1793,87 70 0,-115-105 436,1-1 1,1-1 0,0 0-1,0-2 1,1 0-1,0-2 1,1 0-1,37 8 1,-41-13 0,-1 0 0,1-1-1,-1-1 1,1 0 0,0-2 0,-1 0 0,1-1 0,28-7 0,-35 6 277,0-1 1,0 0 0,-1-1-1,0 0 1,0-1-1,0 0 1,0 0 0,-1-1-1,0 0 1,-1-1 0,0 0-1,0 0 1,0-1 0,9-14-1,-4 3 257,-1 0 0,-1-1 0,0-1 0,-2 1 0,0-2 0,-2 1 1,-1-1-1,0 0 0,-2 0 0,0-1 0,-2 1 0,0-26 0,-3 40 118,1 1 0,-1-1 1,-1 1-1,0 0 0,0 0 0,-1-1 1,0 2-1,0-1 0,0 0 1,-1 0-1,-1 1 0,1 0 0,-1 0 1,0 0-1,-1 1 0,0-1 1,0 1-1,0 1 0,-1-1 1,1 1-1,-1 0 0,-1 1 0,1 0 1,0 0-1,-1 0 0,0 1 1,-15-4-1,2 1 132,-1 2-1,0 0 1,-1 1 0,1 2-1,0 0 1,-1 2 0,1 0 0,0 1-1,-35 8 1,13 2-146,1 1 0,1 2 0,1 2 0,0 2 0,1 2 0,1 1 0,1 2 0,-44 36 0,40-25-753,1 3 0,-44 50 1,49-45-1249,2 2 0,-31 53 0,54-79-461,1 1-1,-9 26 1,-8 40-9098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2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255 501 9973,'-28'-71'1867,"13"29"653,-3 0 1,-36-64 0,35 76-333,2 0 0,1-1-1,2 0 1,1-1-1,-14-54 1,35 132-2089,-2-1 1,0 67 0,-6 127-159,0-224 58,-29 599 1,5-188 0,23-339-1893,4-1 1,26 155-1,-12-167-2902,1-28-2103,9-3-5514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26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 14357,'1'-1'3453,"8"-7"-1835,-3 5-1206,-1 1 0,1-1 0,-1 1 0,1 1 0,0-1 0,-1 1 0,1 0 0,0 1 0,0-1 0,0 1 0,11 1 0,1-1 148,47 0 1359,115 16 0,62 26-493,-216-37-1295,249 59 705,-233-52-737,-1 3 0,0 1 0,-1 2 0,53 33 0,-82-44-88,0 0 1,0 2-1,-1-1 1,0 1-1,0 1 1,-1 0-1,0 0 1,10 16-1,-16-21-10,0 0 0,-1 0 0,1 0 0,-1 0 0,-1 1 0,1-1 0,-1 0 0,0 1 0,0-1-1,0 1 1,-1 0 0,0-1 0,0 1 0,0-1 0,-1 1 0,0 0 0,0-1 0,0 1 0,-1-1 0,1 0-1,-1 1 1,-4 6 0,-2 0-31,1 0 0,-1 0-1,-1-1 1,0-1 0,-1 1-1,0-1 1,-22 16 0,-87 52-433,115-76 445,-84 47-1051,-2-4 0,-108 39 0,122-58-2327,-114 24 1,115-39-3397,18-7-4493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26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13881,'219'-15'4620,"-197"15"-4241,0 1 1,-1 1-1,1 1 0,0 0 1,-1 2-1,1 1 1,-2 0-1,31 14 0,-28-9-237,-1 0-1,-1 1 1,0 1-1,-1 1 1,25 23-1,-35-28-102,0 2 0,-1-1-1,0 1 1,-1 1 0,0 0 0,-1 0-1,0 0 1,-1 1 0,-1 0-1,8 24 1,-7-16-4,-1 1 0,-1 0-1,-1 0 1,-1 1 0,-1-1-1,-1 1 1,0-1 0,-2 1 0,-1-1-1,-1 0 1,-1 0 0,0 0-1,-2-1 1,-16 36 0,20-49 259,0 0-1,-1-1 1,0 1 0,0-1-1,-1 0 1,0 0 0,-7 7-1,5-33 998,7 12-1183,0 1 0,1-1 0,0 0 0,0 1 0,0-1 0,1 1 0,0-1 0,3-6 0,27-52 375,-14 32-316,113-214 287,-101 196-789,3 2 0,67-77-1,-88 113 121,0 1 0,1 1 0,0 0 0,1 0 0,0 1 0,1 1 0,28-14 0,-39 21 182,0 1 0,0-1 0,-1 1-1,1 0 1,0 0 0,0 0 0,0 1-1,0-1 1,0 1 0,0 0-1,0 0 1,0 1 0,0-1 0,0 1-1,0 0 1,0 0 0,0 0-1,0 0 1,0 1 0,-1-1 0,1 1-1,-1 0 1,1 0 0,-1 0 0,0 1-1,0-1 1,0 1 0,0 0-1,0 0 1,0 0 0,-1 0 0,0 0-1,1 1 1,-1-1 0,0 1-1,-1-1 1,1 1 0,1 6 0,9 21-112,-1 1 1,-2 0-1,10 66 1,-3 102-2068,0-2-8665,-5-138 2124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27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13037,'70'-12'3268,"-43"3"-2155,46 6-409,-42 12-1624,12 3-465,-9 0-423,6 10-2232,10 2-2945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27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49 11397,'-13'16'6238,"11"-18"-4817,2 1-1345,-1 0-1,1 0 0,-1 0 1,0 0-1,1 0 0,-1 1 1,0-1-1,1 0 0,-1 0 0,0 1 1,0-1-1,0 1 0,1-1 1,-1 1-1,0-1 0,0 1 1,0-1-1,0 1 0,0 0 1,0 0-1,0-1 0,0 1 1,0 0-1,0 0 0,0 0 0,0 0 1,0 0-1,0 0 0,0 0 1,0 1-1,0-1 0,0 0 1,0 1-1,0-1 0,0 0 1,0 1-1,0-1 0,0 1 0,0-1 1,0 1-1,1 0 0,-1-1 1,0 1-1,0 0 0,1 0 1,-1-1-1,1 1 0,-1 0 1,0 0-1,1 0 0,-1 0 0,1 0 1,0 0-1,-1 0 0,1 0 1,0 0-1,0 0 0,-1 0 1,1 0-1,0 0 0,0 0 1,1 2-1,-4 212 2033,5-115-1857,-3-83-514,2-1 1445,0-16-1138,0 0-1,0 0 0,-1 1 1,1-1-1,0 0 0,0-1 1,0 1-1,0 0 0,0 0 1,-1 0-1,1 0 0,0-1 1,0 1-1,0 0 0,-1-1 1,1 1-1,0-1 0,0 1 1,-1-1-1,1 1 0,0-2 1,22-14 244,0-1 1,-2-1 0,21-23 0,3-1 37,141-109 990,-154 129-1057,0 2-1,1 1 0,1 2 0,46-17 1,-67 29-201,0 1 0,1 1 0,-1 0 1,1 0-1,0 2 0,24-1 0,-30 3-39,0 0-1,1 0 0,-1 1 0,0 0 1,0 0-1,-1 1 0,1 0 1,0 0-1,-1 1 0,0-1 0,0 2 1,12 8-1,-6 0-18,0 0 0,-1 0 0,0 1 0,-1 0 0,-1 1 0,0 0 0,-1 1 0,-1 0 0,0 1 0,9 30 0,2 17 0,17 102 0,-33-145 0,16 88-35,-9-36-261,4-1-1,43 130 0,-41-166-706,1-1-1,2-1 0,29 40 1,-43-67 650,0 1 1,0-2-1,1 1 0,0-1 1,1 1-1,-1-2 0,1 1 1,0-1-1,1 0 0,-1 0 0,1-1 1,0 0-1,0-1 0,0 0 1,1 0-1,-1 0 0,1-1 1,-1-1-1,1 1 0,0-1 1,0-1-1,-1 0 0,1 0 1,13-2-1,-9 0-119,0-1-1,-1-1 1,1 0-1,-1 0 1,0-1-1,-1-1 1,1 0-1,-1 0 1,0-1-1,-1 0 1,1-1 0,-1-1-1,-1 0 1,0 0-1,10-13 1,26-44-1497,5-10-705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27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93 272 9637,'-4'-52'643,"2"24"99,0 0-1,2 0 1,4-33 0,-4 55-222,1 0 1,-1 0-1,-1 0 1,1 0-1,-3-9 1,0-15 4708,-17 56-2321,15-14-2584,0 1 0,1 0 0,0 0 0,1 1 0,0-1 0,1 1 0,1-1 0,0 26 0,0-8 38,-29 563 2287,27-535-3392,6 90 1,-1-125 155,1-1-1,1 0 1,1 1 0,1-2 0,1 1 0,17 36 0,-20-51 54,1 0 0,0 0-1,1 0 1,-1-1 0,1 0 0,1 0 0,0-1-1,7 7 1,-6-7-912,0-1 0,0 0-1,1 0 1,13 5 0,30 7-8385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27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17 405 14437,'-16'-30'2685,"32"21"-561,11-9-476,7 3-376,3-1-188,16-2-224,14 0-180,20-3-372,20-6-528,11 0-220,16-6-460,23-6-748,10-4-740,14-2-3413,7 0-4916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28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398 139 11633,'-38'-112'4416,"21"87"-346,15 23-2387,-2 5-88,-6 5-1078,0 1 0,1 0 0,0 0-1,0 0 1,1 1 0,0 1 0,1 0 0,0 0 0,-6 12 0,-46 117 2174,49-113-2240,-30 86-318,4 2-1,6 2 0,5 0 1,5 2-1,6 0 0,4 1 1,7 139-1,7-186-130,4 0 1,2-1-1,4 0 1,2-1-1,40 103 1,-38-129-11,2-1 1,2 0 0,1-2-1,3-1 1,1-1-1,2-1 1,2-2-1,1-1 1,47 41 0,-28-36-660,2-3 0,2-1 0,1-3 0,2-3 0,1-2 0,1-2 0,74 21 0,-36-20-2783,1-5 0,0-3 0,200 11 0,-80-26-7138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28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1638 88 9445,'14'-17'1887,"-13"16"-1765,-1 0 0,0 0-1,0 0 1,1 0-1,-1 0 1,0 0-1,0 0 1,0 0 0,0 0-1,0 1 1,0-1-1,0 0 1,0 0 0,-1 0-1,1 0 1,0 0-1,0 0 1,-1 0 0,1 0-1,-1 0 1,1 1-1,-2-3 1,1 1 290,0-2 153,-1 0 0,0 0 0,0 0 0,0 0 1,-1 0-1,1 0 0,-1 1 0,0-1 0,-7-6 4624,33 19-3446,-9 0-1506,-1 0-1,0 0 0,-1 2 1,0-1-1,0 2 1,-1 0-1,14 20 1,65 104 979,-87-130-1152,46 78 376,-4 3 0,-5 2 0,51 156 0,-59-128-15,-4 1 1,19 193-1,-40-220-425,-4 0 0,-4 0 0,-4-1 0,-4 1 0,-4-1 0,-4-1 0,-4 0 0,-3-2 0,-5 0 0,-68 144 0,29-101-203,-5-2 0,-6-3-1,-5-4 1,-5-4 0,-117 118 0,128-159-1108,-2-5 0,-3-2 0,-4-5 0,-2-3 0,-2-4 0,-129 58 0,-91 21-5994,-23-11-4777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29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1984 7249,'-59'37'1884,"24"-8"2902,28-23-4255,0 0 1,0 0 0,0 0-1,1 1 1,0-1 0,1 2 0,0-1-1,0 1 1,-7 13 0,12-19-486,0-1 0,-1 0 0,1 0 0,0 1 1,1-1-1,-1 0 0,0 1 0,0-1 0,0 0 1,1 0-1,-1 1 0,1-1 0,-1 0 0,1 0 0,-1 0 1,1 1-1,0-1 0,-1 0 0,1 0 0,0 0 0,0 0 1,0 0-1,0-1 0,0 1 0,0 0 0,0 0 1,0-1-1,0 1 0,0 0 0,1-1 0,-1 1 0,0-1 1,3 1-1,3 2 78,0-1 0,0 0 0,1 0 0,13 1 0,51 0 363,0-3 0,136-19 0,-164 14-411,201-24 225,69-4-52,75-8-59,70-12 5,69-12 44,74-12-9,70-6 255,64-5 203,62-6 34,2252-229 1137,7 35-652,-2574 243-1063,2148-209 514,-1880 170-589,-86-3-320,-84 0-672,-91 1-588,-89-4-683,-93-1-1459,-88 7-3383,-66 10-4611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30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88 7197,'6'3'2048,"-22"3"2408,-1-12-3224,-3 0 1809,3 12-2569,0-3-116,37-6-176,21-3-604,9-10-1052,17-5-1473,23 0-1123,41-6-3005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31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3576,'-3'145'672,"6"-82"-548,-3 0-1384,4 7 1132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39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9040 5320,'3'-2'-764,"4"-4"1034,2 0 4890,0 8 229,-3 4-4714,-2-3-661,1 0 0,-1 0 0,1-1 0,-1 1 0,1-1 1,0 0-1,0 0 0,0 0 0,0-1 0,0 0 0,0 0 0,10 0 0,3 2 80,58 11 131,0-3-1,91 1 0,156-15 52,-311 3-257,1089-94 310,-908 72-255,1161-146 379,-724 86-295,3481-475 237,-810-137 309,-1921 257-123,-1058 330-533,769-264 60,-992 338-112,535-193-6,563-276 8,-851 333-10,439-291 1,-670 380 14,-4-5 0,-3-4 0,-4-5 0,-5-5 0,-4-4 0,-5-4 0,-4-4 0,-6-3 0,81-152 0,333-753-98,-125 289 31,-182 401 14,3-5 76,-109 188-32,76-149 3,-133 243-10,-3-1-1,-2-1 1,22-102 0,-37 136 8,-2 0 0,1-1 0,-2 1 0,-1 0 0,-1 0 0,0-1 0,-2 1 1,0 0-1,-1 0 0,-1 0 0,-1 1 0,-1 0 0,0 0 0,-1 0 0,-2 1 0,1 0 0,-2 1 0,-1 0 0,0 1 0,-1 0 0,0 1 0,-20-17 0,-3 1-8,-2 2 0,-1 2-1,-1 1 1,-1 2 0,-1 2-1,-52-20 1,5 9-6,-2 4 0,-106-20 0,-346-25-97,-8 48 212,-1153 88-67,8 135-3,709-45-34,11 58-18,-127 133 143,960-294-126,-547 196-77,57-18-97,279-108 107,-344 121-80,19 46 107,-197 188-139,798-427 233,-186 106-37,209-126 13,0-2 0,-117 36 0,-21-18-53,-2-9 0,-207 10 0,-317 40 64,548-53-49,2 7 0,-194 72 0,11 39-148,222-87 215,-2-7 0,-2-5-1,-252 58 1,-63-25-110,53-12 43,6 26-15,99 4 84,227-73-52,1 2 0,-84 53 0,90-44 19,1 2 0,2 3-1,2 2 1,3 2 0,1 2 0,2 2 0,-54 84 0,28-23-36,5 4 0,6 3 0,5 2 0,-49 155 0,56-115 19,7 2 1,-39 326 0,26 835 39,41-922 28,3-244-11,14 217-1,-1-352-59,46 488-330,35-5-42,-41-348 305,101 255 0,-129-381 75,0 0 0,3-1 1,36 55-1,-45-76-128,1 0 0,0-1 0,0 1 0,1-2 0,0 0 0,1 0 0,0 0 0,0-2 0,1 1-1,0-1 1,0-1 0,1 0 0,16 4 0,-10-5-687,1-2 0,0 0 0,0-2 0,1 0-1,-1-1 1,0-1 0,22-4 0,64-14-6515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40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16 10253,'-26'-6'597,"17"3"53,0 1 0,0 0-1,-1 1 1,-8-1 0,14 2-428,1 1 0,0-1 1,-1 0-1,1 1 0,0 0 0,0 0 0,-1 0 1,1 0-1,0 0 0,0 1 0,0-1 0,0 1 1,1 0-1,-1 0 0,-3 3 0,3-1-92,-1-1-1,1 1 1,1 0 0,-1 0-1,0 0 1,1 0-1,0 1 1,0-1 0,1 1-1,-1-1 1,1 1-1,0 0 1,0-1 0,0 1-1,1 0 1,-1 0-1,1 0 1,0-1 0,2 8-1,1 10 233,0 0 0,14 41 0,-12-48-236,27 75 324,3-1 0,85 149-1,-62-139-1923,83 106 0,7-16-7358,-91-121 789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41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1 894 8901,'11'-23'327,"-1"3"145,1 0 1,1 0-1,1 1 0,21-24 0,-1 6 419,1 2 1,2 1-1,2 2 1,53-36-1,-74 56-777,1 2 1,0 0-1,0 1 1,1 1-1,0 0 0,1 2 1,0 0-1,-1 1 1,2 1-1,-1 1 0,0 0 1,1 2-1,21 1 1,-34 1-93,0 0 1,-1 1-1,1 0 1,0 0-1,-1 0 1,1 1-1,-1 1 1,0-1-1,0 1 1,0 0-1,6 5 1,-3-1-6,-1 1 0,0 0 0,-1 0 0,0 0 0,0 1 0,8 14 0,4 13-37,-3-1 0,0 2 0,13 50 0,-21-63-14,15 66-269,-19-69 127,0 0 1,1 0-1,2 0 1,0-1-1,1 0 1,1-1-1,17 26 0,-15-29-79,0 0-1,1-1 1,1-1-1,0 0 1,1 0-1,1-2 1,24 17-1,12 2-324,-21-13 141,0 0 0,-1 2 1,48 45-1,-70-58 379,0 1-1,-1 0 1,0 1 0,-1-1 0,1 1-1,-2 0 1,0 1 0,0-1 0,-1 1-1,0 0 1,-1 0 0,0 1 0,0-1-1,-2 1 1,1-1 0,-1 16 0,-2-5-13,-1 0 0,-1 0 0,-1 0 0,-1 0 0,0-1 1,-11 25-1,-60 120 30,60-135 34,-244 393 551,152-262 33,76-108 122,59-59-267,-10-2-390,0 0 1,0-1 0,-1 0-1,0-2 1,18-13 0,77-67 92,-68 53-84,153-130-146,-7-9-1,246-295 1,-391 415 129,-2-1 1,-3-2-1,46-94 1,-81 147-17,-1-1-1,0 1 1,-1-1 0,1 0 0,-1 0-1,-1 0 1,1 0 0,-1 0 0,0 0-1,-1 0 1,0 0 0,0 0 0,-2-11 0,2 18-15,0-1 4,0 0 0,0-1 1,-1 1-1,1 0 0,0 0 1,-1 0-1,1-1 0,-1 1 0,1 0 1,-1 0-1,0 0 0,1 0 1,-1 0-1,-1-1 0,1 2-1,0 0 0,-1 0 0,1 0-1,0 0 1,0 0 0,0 0 0,-1 0-1,1 0 1,0 0 0,0 0 0,-1 1 0,1-1-1,0 1 1,0-1 0,0 1 0,0-1-1,-2 2 1,-15 8 25,1 0 0,1 1 0,-1 1 0,2 1 0,0 1 0,0 0 0,1 0 0,1 1 0,-14 22 0,-2 4 40,-44 86 0,68-116-62,0-1 1,0 1 0,1 0 0,0 0 0,1 0 0,1 1-1,0-1 1,0 1 0,1-1 0,0 13 0,2-18-10,0 0 0,0 0 0,0 1-1,1-1 1,0 0 0,0 0 0,0 0 0,1 0 0,0-1 0,0 1 0,0-1 0,1 0 0,0 0-1,0 0 1,7 7 0,-7-8 1,0-1 0,0 0 0,1 0-1,-1 0 1,1 0 0,-1-1 0,1 1-1,0-1 1,0 0 0,0-1 0,0 1-1,0-1 1,10 1 0,-6-2-5,-1 0 0,0 0 0,0-1 0,0 0 0,1 0 0,-1-1 0,-1-1 0,11-3 0,0-2 0,0-1 1,0-1 0,-1 0-1,-1-1 1,0-1 0,24-23 0,38-48 60,113-156 1,-119 143-31,-24 34-815,47-84 1,-76 107 515,-2-2 1,-2 0 0,-2-1-1,-1 0 1,7-52 0,-16 71 489,0 0 1,-2 0 0,-1 0 0,0 0-1,-2 0 1,-6-31 0,-3 1 1085,-29-81 0,29 107-521,-1 0 0,-2 0 0,0 1 1,-19-24-1,31 47 62,-8 21-86,9-14-715,0-1 0,0 1-1,0 0 1,1-1 0,-1 1-1,1 0 1,0-1 0,0 1-1,0 0 1,0 0 0,1-1-1,1 6 1,16 49 160,-8-30-82,7 28-40,2 0-1,3-2 0,2 0 1,55 89-1,-74-135-93,1 0 1,0-1-1,0 0 1,1 0-1,0 0 1,0-1-1,0 0 1,1-1-1,0 1 0,0-2 1,0 1-1,11 3 1,-12-5 6,0-1-1,1 0 1,-1 0 0,1-1 0,0 0 0,-1-1 0,1 0 0,0 0-1,0 0 1,-1-1 0,1 0 0,-1-1 0,1 1 0,-1-1-1,10-4 1,155-77-124,-125 58-2,1 2-1,1 1 1,69-19 0,-112 40 103,1-1 0,0 2 1,0-1-1,0 1 1,0 0-1,0 0 1,0 1-1,0 0 1,12 3-1,-16-4 26,-1 1-1,0 0 0,1 0 1,-1-1-1,0 2 0,0-1 1,1 0-1,-1 0 0,0 1 1,0-1-1,0 1 0,-1-1 1,1 1-1,0 0 1,-1 0-1,1 0 0,-1 0 1,1 0-1,-1 0 0,0 0 1,0 1-1,0-1 0,0 0 1,0 1-1,-1-1 0,1 0 1,-1 1-1,0-1 0,1 3 1,-2 17-28,-2 0-1,0 0 1,-1-1 0,-1 0 0,-10 26-1,-47 109-87,34-90 118,4-9-294,24-57 288,1 0 1,0 0 0,0 0 0,0 0-1,0 0 1,-1 0 0,1 0-1,0 0 1,0-1 0,0 1 0,-1 0-1,1-1 1,0 1 0,-1 0-1,1-1 1,0 1 0,1-2-1,10-5-124,0-2-1,0 1 0,-1-2 1,0 1-1,11-15 0,48-62-302,-39 48 293,17-23-46,-3-1 0,44-81 0,-73 114 116,-2-1 0,0 0 0,-3-2 0,0 1 0,-2-1 0,-2-1 0,7-52 0,-13 68 57,0 0 0,-2-1 0,-3-30 1,3 42 1,0 0 0,-1 1 0,1-1 0,-1 0 0,0 0 0,-1 1 0,1 0 0,-1-1 0,0 1 0,-1 0 0,1 0 0,-1 1 0,0-1 0,-5-4 0,6 6 8,-1 0 0,0 1 1,1-1-1,-1 1 0,-1-1 1,1 1-1,0 1 0,0-1 0,-1 0 1,1 1-1,-1 0 0,1 0 0,-1 0 1,1 1-1,-1 0 0,0-1 1,1 2-1,-1-1 0,-5 1 0,3 1 18,0 0 0,-1 1 0,1-1 0,0 1 0,0 1 0,1-1 0,-1 1 0,1 1 0,-10 7 0,14-11-13,1 1 1,-1-1 0,1 1-1,-1 0 1,1 0 0,0-1 0,0 1-1,0 0 1,0 0 0,0 0-1,0 0 1,0 0 0,1 0 0,-1 0-1,1 1 1,-1-1 0,1 0-1,0 0 1,0 0 0,0 1 0,0-1-1,0 0 1,0 0 0,1 0-1,-1 0 1,1 1 0,-1-1 0,2 2-1,-1-1 8,1-1-1,-1 1 0,1 0 1,-1 0-1,1-1 0,0 0 1,0 1-1,0-1 0,0 0 1,0 0-1,1 0 0,-1 0 1,0 0-1,1 0 0,0-1 1,-1 1-1,1-1 0,0 0 1,3 1-1,21 2 20,0-1 0,0-2 0,53-3 0,-74 2-12,1-1 0,-1 0 1,1-1-1,-1 1 0,0-1 0,0 0 1,0-1-1,0 1 0,0-1 1,0 0-1,-1-1 0,1 1 0,7-8 1,2-3 194,-1-1 0,-1 0 1,12-19-1,-14 18-15,1 1 1,1 0-1,24-22 0,-34 35-224,0 0 0,0 0 0,0 1 0,1-1 1,-1 1-1,0 0 0,1 0 0,-1 0 0,1 0 0,-1 1 0,1-1 0,0 1 0,-1 0 1,1 0-1,-1 0 0,1 1 0,5 0 0,8 3-1321,1 1 0,22 9 0,3 0-3083,-1-4-2129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42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0 5981,'-27'15'1176,"14"-2"-624,-4-1-748,-3 3-1985,3 0-167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43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24 638 8157,'-23'5'2426,"23"-3"-2038,0 0 0,0 0 0,0 0 0,0 0 0,0 0 0,0-1 0,0 1 0,1 0 0,-1 0 1,1 0-1,1 2 0,-1 3 642,4 25 207,1 0 1,1-1-1,2 0 1,1 0-1,14 29 1,80 141 787,-84-166-1822,2 0-1,2-2 1,1 0-1,1-2 1,1-1-1,2-1 1,53 41 0,-75-65-167,2 1 0,-1-1 1,1 0-1,-1-1 1,1 0-1,0 0 1,1-1-1,-1 0 0,1-1 1,-1 0-1,20 2 1,-22-4-21,1-1 0,0 1 1,0-2-1,0 1 1,0-1-1,-1 0 0,1-1 1,-1 1-1,1-2 1,-1 1-1,0-1 0,0 0 1,-1 0-1,1-1 1,7-6-1,1-4 2,0-1 1,-2 0 0,1 0-1,-2-2 1,0 1-1,-1-1 1,15-36-1,45-144-44,-67 185 32,74-261-70,-41 135-60,-36 135 120,1-6-14,1 0 1,1 0-1,-1 0 1,1 1-1,9-15 1,-11 22 14,-1 0 0,1 0-1,-1 0 1,1 0 0,0 0 0,0 1 0,0-1 0,0 0-1,0 1 1,1 0 0,-1-1 0,0 1 0,1 0 0,-1 0-1,1 0 1,-1 1 0,1-1 0,-1 1 0,1-1 0,-1 1 0,1 0-1,0 0 1,-1 0 0,1 0 0,-1 0 0,1 1 0,0-1-1,2 2 1,24 7 37,46 19 1,-44-15-9,44 13 0,-41-20-15,-1 0 0,1-2 1,1-2-1,-1-1 0,0-2 1,0-1-1,0-1 0,0-2 1,0-2-1,-1-1 0,0-1 0,-1-2 1,0-1-1,-1-2 0,51-29 1,-72 36-12,-1 1 0,1-2 0,-1 1 0,12-14 0,58-74-12,-74 88 8,0 1 0,-1-1-1,0 0 1,-1-1 0,0 1-1,0-1 1,0 1 0,-1-1-1,0 0 1,-1 0 0,0 0-1,0 0 1,0 0 0,-1 0-1,-1-8 1,-1 1-15,-1 1-1,0 1 1,-1-1 0,-1 0 0,0 1-1,-10-17 1,13 24 11,-2 0-1,1 0 1,-1 1-1,0-1 1,0 1-1,0 0 1,-1 0-1,0 0 1,0 1-1,0 0 1,0 0 0,-1 0-1,1 0 1,-1 1-1,0 0 1,-9-3-1,9 4 41,1 1 0,-1 0 0,1 0 0,-1 1 0,1-1 0,-1 1 0,1 0 0,-1 1 0,1 0 0,-1 0 0,1 0-1,-1 0 1,1 1 0,0 0 0,0 0 0,0 0 0,0 1 0,0-1 0,0 1 0,-6 5 0,2 0 77,0 0 1,0 0 0,1 1-1,0 0 1,1 0-1,0 1 1,0 0-1,1 1 1,0-1 0,1 1-1,0 0 1,1 1-1,0-1 1,-3 17-1,5-18-40,0 0-1,1-1 0,0 1 0,1 0 0,0 0 0,0 0 0,1-1 0,1 1 0,-1 0 1,2-1-1,-1 1 0,1-1 0,1 0 0,0 0 0,0 0 0,0 0 0,1-1 0,7 9 1,0-4-58,0 0 1,0-1-1,2-1 1,-1 0-1,2-1 1,-1 0 0,1-2-1,1 1 1,-1-2-1,1 0 1,1-1-1,-1 0 1,1-1 0,0-1-1,34 3 1,-9-4-651,0-1 1,1-2 0,-1-3 0,0 0-1,59-15 1,129-43-4788,-82 5-2324,-27 0-3775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44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1571 7737,'-1'-3'359,"0"0"0,0 0 0,0-1 0,0 1-1,1 0 1,0 0 0,0-5 0,-4-19 2255,1 18-1885,1 0 1,0 0 0,0 0-1,1-1 1,0 1 0,1 0-1,0-1 1,2-9-1,-2-32 558,-35-209 3496,25 221-3214,0-5-182,9 15-3630,0 34 2156,0 1 278,0 0 1,0-1-1,1 1 0,0 0 0,0-1 0,0 1 1,0 0-1,1 0 0,0-1 0,1 1 1,-1-1-1,1 1 0,2 5 0,144 291 888,-18 8-785,-104-242-255,0-5-8,33 59 0,-47-99-18,2 0-1,1-1 1,1-1 0,1 0-1,29 27 1,-40-42-12,0-1 0,0 1 1,0-2-1,1 1 0,0-1 0,0 0 1,0 0-1,1-1 0,-1 0 0,1 0 0,0-1 1,-1 0-1,1 0 0,0-1 0,0 0 1,0-1-1,1 1 0,-1-2 0,0 1 1,0-1-1,0 0 0,0-1 0,0 1 1,-1-2-1,1 1 0,0-1 0,-1 0 1,0-1-1,11-6 0,9-10-10,-1 0-1,-2-2 1,0-1 0,32-39-1,72-113-251,-27 34-230,-74 114 302,-27 27 188,0 0 0,0 0 0,0 0 0,0 0 0,0 0 0,0 0-1,0 1 1,0-1 0,0 0 0,0 0 0,0 0 0,0 0 0,0 0 0,0 0 0,0 0 0,0 1-1,0-1 1,0 0 0,0 0 0,0 0 0,0 0 0,0 0 0,0 0 0,0 0 0,0 0 0,0 0 0,1 0-1,-1 1 1,0-1 0,0 0 0,0 0 0,0 0 0,0 0 0,0 0 0,0 0 0,0 0 0,0 0 0,1 0-1,-1 0 1,0 0 0,0 0 0,0 0 0,0 0 0,0 0 0,0 0 0,0 0 0,1 0 0,-1 0 0,0 0-1,0 0 1,0 0 0,0 0 0,0 0 0,0 0 0,0 0 0,0 0 0,1 0 0,-1-1 0,0 1 0,0 0-1,0 0 1,0 0 0,0 0 0,0 0 0,0 0 0,2 8-13,0 0 0,0 1-1,-1-1 1,0 1 0,-1-1 0,0 1-1,0 0 1,-1-1 0,0 1 0,-1-1-1,1 1 1,-2-1 0,1 0 0,-5 8-1,-7 19-22,-37 61-1,44-83 38,-36 60-26,-44 84-622,87-157 644,0 0 0,0 0 0,0 0-1,0 0 1,0 0 0,0 0 0,0 0 0,0 0-1,0 0 1,0 0 0,1 0 0,-1-1-1,0 1 1,0 0 0,0 0 0,0 0 0,0 0-1,0 0 1,0 0 0,0 0 0,0 0-1,1 0 1,-1 0 0,0 0 0,0 0 0,0 0-1,0 0 1,0 0 0,0 1 0,0-1-1,0 0 1,0 0 0,1 0 0,-1 0 0,0 0-1,0 0 1,0 0 0,0 0 0,0 0-1,0 0 1,0 0 0,0 0 0,0 0 0,0 0-1,0 1 1,0-1 0,0 0 0,0 0-1,0 0 1,0 0 0,1 0 0,-1 0 0,0 0-1,0 0 1,0 0 0,0 1 0,12-5-158,1 0 0,-1 0 0,0-2 0,0 1 0,-1-1 0,1-1 0,-1 0 0,10-9 0,84-77-959,-90 78 972,146-161-1070,-155 169 1173,22-26-116,-2-1-1,-2-1 0,-1-1 1,-1-1-1,-2-1 0,24-67 0,-11 12-213,-32 89 362,-2 7 52,-1 1 0,1-1 1,0 1-1,0 0 0,0-1 0,0 1 1,0 5-1,2-3-27,0 0 1,0-1-1,1 1 1,0-1 0,0 1-1,0-1 1,1 0-1,-1 0 1,1 0-1,0 0 1,1 0 0,-1 0-1,1-1 1,0 0-1,8 7 1,0 0 25,0-1 0,1-1-1,0 0 1,25 13 0,-31-18-27,1-1 0,-1 0 0,1-1 0,0 1 1,0-1-1,0-1 0,0 0 0,0 0 0,0 0 0,15-2 0,-18 1-16,-1-1 0,0 0 0,0 0 0,0 0 1,1-1-1,-2 1 0,1-1 0,0 0 0,0 0 0,0-1 0,-1 1 0,1-1 0,-1 0 1,0 0-1,0 0 0,0 0 0,0 0 0,-1-1 0,1 1 0,-1-1 0,4-7 1,6-18-49,-1-1 1,-2 0 0,8-42 0,-11 42-7,1 1 1,2 0-1,20-48 0,-3 21-276,-3-1-1,-2-2 1,-2 0-1,-4 0 1,-1-2 0,-4 0-1,5-95 1,-13 47 868,-5 1 1,-4-1 0,-30-149-1,27 201 186,9 54-78,2 7 216,18 69 859,-2-13-1111,35 188 739,42 164-219,-76-353-1170,2-2-1,3 0 1,2-1 0,58 95 0,-71-134-59,0 0 0,1 0-1,1-2 1,1 0 0,0 0-1,0-1 1,2-1 0,0-1 0,22 13-1,-25-18-61,1 0 0,0-1 0,0 0 0,1-1 0,0-1-1,0-1 1,0 0 0,0-1 0,0-1 0,0 0 0,1-1 0,22-3-1,-15-1-19,0-1-1,-1 0 1,0-2-1,0-1 1,0-1-1,-1-1 0,-1 0 1,1-2-1,-2-1 1,0 0-1,0-2 0,33-32 1,-35 29 65,0-1 1,-2-1-1,-1-1 1,0 0-1,-1-1 0,-2 0 1,0-1-1,-1 0 1,-2-1-1,0 0 1,-2-1-1,6-28 0,-11 41 114,-1 0 0,1 1 0,-2-1 0,0 0-1,0 1 1,-1-1 0,-1 0 0,-3-13 0,4 20 17,-1 1 1,1-1-1,-1 1 0,0-1 1,-1 1-1,1 0 1,-1 0-1,1 0 1,-1 0-1,0 0 1,-1 1-1,1-1 1,-1 1-1,1 0 1,-1 0-1,0 1 0,0-1 1,0 1-1,-1-1 1,1 1-1,-1 1 1,1-1-1,-8-1 1,0 0 21,1 1 1,-1 0-1,-1 1 1,1 0-1,0 1 1,0 0-1,0 1 1,0 1-1,0 0 1,0 0-1,0 1 1,-15 6-1,25-7 285,34-15 25,6-1-271,59-29 0,-61 25-51,1 2-1,44-13 0,1 10 81,-52 13-593,-1-1 0,50-18 0,-21 0-2259,1 2 1,1 3 0,117-23 0,-174 42 2764,0 1 0,1 0 1,-1 0-1,0 0 0,0 0 1,0 0-1,0 1 0,1-1 1,-1 1-1,0 0 0,0 0 1,0 0-1,0 0 0,0 0 1,-1 1-1,1 0 0,3 1 1,-3 1-6,1-1 0,-1 1 0,1 0 0,-1-1 0,0 1 0,0 1 0,-1-1 0,0 0 0,1 1 0,2 8 0,-4-8-245,1 3 1,3-1-4318,3 3 1116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50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6 7489,'6'-2'192,"4"-2"1598,-12 7 928,0-2-2448,-1 0 1,2 1-1,-1-1 0,0 1 1,0 0-1,0 0 0,1 0 1,-1 0-1,1 0 0,-1 0 0,1 0 1,0 0-1,-1 3 0,-62 274 4142,-48 135-2629,110-410-1760,-105 403 795,35 8-405,64-333-308,4-1 0,12 158 0,-3-198-88,1-1 1,3 1 0,1-2-1,2 0 1,1 0 0,3-1-1,34 64 1,-27-66-1,1-2 1,2-1-1,1-1 0,1-1 1,2-1-1,1-2 0,1-1 1,1-1-1,1-2 0,2-1 0,0-2 1,59 24-1,-52-28-15,0-2-1,1-2 1,0-2-1,1-1 1,0-3-1,0-2 1,1-1-1,-1-3 1,1-1-1,-1-3 1,61-11 0,-67 6-66,-1-1 0,0-3 0,0-1 0,-1-1 0,-1-2 0,-1-2 0,45-30-1,-73 43 21,0 0 0,-1 0 0,1-1 0,-1 0 0,0 0-1,-1 0 1,0-1 0,0 0 0,0 0 0,-1 0-1,0-1 1,0 1 0,-1-1 0,0 0 0,0 0-1,-1 0 1,0 0 0,-1-1 0,0 1 0,0 0 0,0-1-1,-1 1 1,0-1 0,-1 1 0,0 0 0,-1-1-1,1 1 1,-5-11 0,-1-1-81,-1 0 0,-1 1 1,-1 0-1,-1 1 0,-1 0 0,0 1 0,-1 0 1,-1 1-1,-26-24 0,5 12-28,0 2 0,-2 1 0,-1 2 1,-68-30-1,66 34 74,0-1-1,1-2 1,1-2 0,-45-37 0,80 58 74,0 1 0,0-1-1,0 0 1,0 0 0,1 0 0,0 0 0,-1 0 0,1-1 0,0 1 0,1-1-1,-1 1 1,1-1 0,-1 0 0,1 0 0,0 1 0,-1-9 0,2 8 3,1 0 0,-1 1 0,1-1 0,0 0 0,0 1 0,0-1 0,0 1 0,1-1 1,-1 1-1,1-1 0,0 1 0,0 0 0,0 0 0,5-5 0,5-4 1,0 1 0,1 0 0,1 1 0,0 0 0,0 1 0,23-10-1,9-3 81,2 2-1,1 2 0,0 2 0,1 2 1,74-10-1,-65 17 101,-1 2-1,1 3 1,0 2 0,92 13 0,-121-9-73,-1 2 1,1 1-1,-1 1 0,-1 2 0,0 0 1,39 22-1,-53-24-62,0 0 0,-1 1 0,-1 1 0,0 0 1,0 0-1,-1 1 0,0 1 0,-1 0 0,0 0 0,-1 1 0,0 0 0,-1 1 0,-1 0 0,6 15 0,-4-1 9,-1 0 0,-2 0 0,-1 0 0,-1 1 0,-1-1 0,-2 1-1,-1 0 1,-1 0 0,-5 32 0,-11 37 62,-35 120 1,49-208-110,-104 335 104,-11 42-1176,96-291-690,-20 193 0,40-256 1011,2 1 0,1-1 0,5 35-1,-3-48-671,1 0 0,1 0 0,12 28 0,17 17-5813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51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89 9049,'-3'-5'760,"-1"1"0,0 0 1,0-1-1,-1 1 0,1 1 0,-1-1 1,-5-3-1,-3 1 254,0 0 1,0 0-1,-20-5 1,3 2 367,14 2-306,15 6-1035,0 0 1,0 1-1,0-1 1,0 0-1,0 1 0,-1-1 1,1 1-1,0-1 1,0 1-1,0-1 1,-1 1-1,1 0 0,0 0 1,-1 0-1,1-1 1,0 1-1,-1 1 0,1-1 1,0 0-1,0 0 1,-1 0-1,1 1 0,0-1 1,-1 0-1,1 1 1,0-1-1,0 1 1,0 0-1,0-1 0,0 1 1,0 0-1,0 0 1,0 0-1,0 0 0,0 0 1,0 0-1,0 0 1,0 0-1,0 1 0,-3 5 25,1-1-1,0 1 1,1-1-1,0 1 0,0 0 1,0 0-1,1 0 1,0 1-1,0 11 0,-2 11 94,-2 4-37,-6 34 108,3 0-1,2 134 0,10-147-216,-1 11-4,21 109 1,-20-156-36,1 0 0,0-1 0,2 0 1,0 0-1,1 0 0,1-1 0,0 0 0,1-1 0,1 0 0,18 20 1,-24-31 24,-1 0 1,1-1 0,0 0 0,0 0 0,1 0 0,-1-1 0,1 0 0,0 0 0,0 0 0,0-1-1,0 0 1,0 0 0,0 0 0,1-1 0,-1 0 0,0 0 0,1 0 0,-1-1 0,8-1 0,2-1-11,0-1 1,0 0 0,-1-1-1,1-1 1,-1 0 0,0-2 0,0 1-1,-1-2 1,0 0 0,0 0 0,13-12-1,-2-2 42,-1-1-1,-1 0 1,-1-2-1,33-48 1,60-119-178,-11 14 20,-78 144 38,-24 35 95,-1-1 1,0 1-1,0 0 1,0 0-1,0 0 1,0-1-1,0 1 1,0 0-1,0 0 1,0 0-1,0 1 1,0-1 0,0 1-1,-1-1-1,5 6-11,-1 2 1,0-1 0,0 0 0,-1 1 0,0-1-1,-1 1 1,0 0 0,2 16 0,9 36 18,-4-38 24,0 0 0,1 0 0,1-1 0,1-1 0,22 32 1,-24-42-18,0 1 1,0-1 0,1 0 0,1-1 0,0-1 0,0 0 0,1 0 0,0-1 0,0-1 0,18 7 0,-10-5 11,1-2 1,0 0-1,1-2 1,-1 0-1,1-2 1,0 0 0,0-2-1,0 0 1,38-5-1,-30-1-4,0-1 0,0-1 0,0-2 1,-1-1-1,0-1 0,41-23 0,-44 19 72,-1-2 0,-1 0 0,-1-1 0,0-1 0,-1-2 0,-1 0 0,21-27 0,-16 12 54,-1 0 1,-2-1-1,-1-1 1,22-53-1,0 10 418,-127 341-675,71-210-757,1 0-1,3 1 0,-1 72 1,8-110 378,1 0 0,0 0 0,1-1 0,1 1 0,0-1 1,5 13-1,-3-12-2278,0-1 1,14 22-1,-10-18-6578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51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12513,'0'0'4125,"-13"9"-3893,3 3-412,26 3-1317,-2 3-27,19-9-2428,24 10-2781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52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914 1730 13401,'-31'-17'1045,"0"2"0,-1 0 0,0 3-1,-1 0 1,-1 2 0,-64-10 0,81 18-824,0 0 0,0 1 1,0 1-1,0 0 1,1 2-1,-1 0 0,0 1 1,1 0-1,-1 1 1,1 1-1,0 1 0,1 0 1,-1 1-1,1 1 0,0 0 1,-15 13-1,6-2-34,2 2 0,0 1 0,1 1 0,2 1 0,-26 38 0,14-11 73,-46 102-1,63-117-206,1 0 1,2 1-1,1 0 0,2 1 1,2 0-1,-2 70 0,8-99-61,0 0-1,1 0 0,0-1 0,1 1 0,-1-1 0,2 1 0,-1-1 1,1 0-1,1 0 0,0 0 0,8 13 0,-10-18-17,0 0 0,0 0 0,1-1 0,-1 1 0,1-1 0,0 1 0,0-1-1,0 0 1,0 0 0,0-1 0,0 1 0,0 0 0,1-1 0,-1 0 0,0 0 0,1 0 0,-1 0 0,1-1 0,0 1 0,-1-1-1,1 0 1,-1 0 0,1 0 0,-1 0 0,1-1 0,0 1 0,-1-1 0,1 0 0,-1 0 0,0-1 0,5-1 0,13-7-31,0-1 0,0-1 0,-1-1 1,-1 0-1,0-2 0,-1 0 0,0-1 1,-2-1-1,0 0 0,15-22 0,18-31-236,59-110-1,-90 148 229,46-86-177,-6-3 0,-6-3 0,-4-2 0,52-227 0,-75 230 166,-5-2 1,-6-1-1,-5 1 0,-6-2 0,-14-143 1,-12 99 13,17 143 42,-1 0 1,-1 0-1,-20-44 1,28 70 21,0 1 0,-1 0 0,1 0 0,-1 0 0,1 0 0,-1 0 0,1 1 0,-1-1 0,0 0 0,1 0 1,-1 0-1,0 0 0,0 1 0,0-1 0,1 0 0,-1 1 0,0-1 0,0 0 0,0 1 0,0-1 0,0 1 0,0 0 0,0-1 1,0 1-1,0 0 0,0 0 0,-1-1 0,1 1 0,0 0 0,0 0 0,0 0 0,-2 1 0,1 0 5,0-1 0,0 1 0,0 1 0,0-1 0,1 0 0,-1 0 0,0 1 0,1-1 0,-1 1 0,1-1-1,-1 1 1,1 0 0,0 0 0,-1-1 0,0 5 0,-3 6 31,1 1 0,1 0 0,0-1 0,0 2 0,2-1 0,-1 26 0,1-29-16,-1 82 214,3 0 0,16 108 0,46 182 261,-54-334-461,144 526 447,-148-557-494,56 150 60,-53-150-83,0-1-1,1 1 0,1-2 1,1 1-1,0-1 0,1-1 1,17 17-1,-23-26 11,-1 0 0,1-1 0,0 0 0,0 0 0,0-1 0,0 1 0,1-2 0,-1 1 0,1 0 0,0-1 0,0-1 0,0 1 0,13 0 0,-9-2 2,0 0 0,-1-1 0,1 0 0,-1-1 0,0 0-1,1-1 1,-1 0 0,14-7 0,11-7-34,-2-2 1,0-2-1,-2-1 1,32-28-1,-50 39 25,125-92 24,-117 90-15,1 0 0,0 1-1,1 1 1,39-13 0,-59 23 24,1 0 0,0 0 0,-1 1-1,1 0 1,0-1 0,-1 1 0,1 1 0,0-1 0,-1 0 0,1 1 0,0 0 0,-1 0 0,1 0 0,-1 0-1,1 0 1,-1 1 0,0-1 0,1 1 0,-1 0 0,0 0 0,0 1 0,0-1 0,-1 0 0,1 1-1,-1 0 1,4 4 0,1 2 20,0 1 1,-1 0-1,0 0 0,-1 1 0,0-1 0,6 22 1,-2 4 77,-2 0 1,4 44 0,8 40 230,-7-70 95,33 87 0,-38-118-247,2-1-1,0 0 0,2 0 1,-1-1-1,2-1 1,0 0-1,24 24 0,-30-35-113,1 0-1,-1 0 0,1 0 1,0-1-1,0 0 0,1 0 1,0-1-1,-1 0 0,1 0 0,0 0 1,0-1-1,0-1 0,14 2 1,-10-3-14,0 0 1,-1 0-1,1-1 1,0-1 0,-1 0-1,1 0 1,-1-1 0,0-1-1,15-6 1,-15 5-25,-1 0 1,1-1-1,-1-1 1,0 0 0,-1 0-1,0 0 1,0-2-1,0 1 1,8-11-1,-12 12-14,0 0 0,0 0 0,-1-1-1,0 1 1,-1-1 0,1 0 0,-1 0 0,-1 0-1,0 0 1,0 0 0,0-1 0,-1 1-1,0-12 1,-2 4-7,-1-1-1,0 0 0,-1 1 0,-1 0 1,0-1-1,-2 2 0,1-1 1,-2 1-1,-9-17 0,2 7-34,-1 1-1,-2 1 1,0 1-1,-32-34 1,23 33-180,0 2 1,-1 0 0,-1 2 0,-1 0-1,0 2 1,-1 2 0,-1 1 0,-36-12-1,21 11-1433,-76-14 0,72 20-2026,-66-1 0,86 11-1421,12 7-2700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52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41 347 9721,'-3'-145'1692,"3"85"-60,-10 15 80,-4 2-71,1-11-13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53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31 8117,'5'-25'2366,"-4"20"3352,-5 6-4316,-2 1-1138,-1 1 0,1-1 0,-1 2-1,1-1 1,0 1 0,0 0 0,1 0 0,-1 1 0,1-1 0,0 1 0,0 0 0,1 1-1,-1-1 1,1 1 0,0 0 0,1 0 0,-1 0 0,1 1 0,-3 8 0,-4 13 300,1 0 0,1 1 1,-5 38-1,-5 78 800,1 170 0,12-173-959,-25 805 828,37-674-1057,-2-207-139,4-1 0,18 72 0,-24-125-16,1 0-1,0 0 1,0-1 0,1 0 0,1 0 0,-1 0-1,2-1 1,14 19 0,-18-26-11,1 1-1,-1-1 1,1 0-1,0 0 1,-1 0 0,2 0-1,-1-1 1,0 0 0,0 0-1,1 0 1,-1 0-1,1 0 1,-1-1 0,1 0-1,0 0 1,0-1 0,-1 1-1,1-1 1,0 0-1,0 0 1,0 0 0,-1-1-1,1 0 1,0 0-1,5-1 1,6-5 21,1 1-1,-1-2 0,0 0 1,-1-1-1,0-1 1,0 0-1,-1-1 1,-1-1-1,24-25 0,4-10 22,51-75-1,324-582-930,-127 194-4360,-288 510 5232,149-224-4246,-130 198 3260,1 2-1,1 0 0,1 1 0,2 1 0,0 2 0,33-22 1,-47 36-41,0 0 1,0 1 0,18-6 0,34-4-5151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54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887 248 12757,'-5'-9'427,"1"4"1,1-1 0,0 1 0,0-1 1,0 0-1,1 0 0,0 0 0,-3-12 1,4 14-262,-1 1 0,0-1 1,0 1-1,0-1 0,0 1 1,0 0-1,-1 0 0,0 0 1,1 0-1,-1 1 0,0-1 1,-1 1-1,1-1 1,0 1-1,-1 0 0,1 0 1,-1 1-1,1-1 0,-1 1 1,0 0-1,0 0 0,-4-1 1,-6-1 182,-1 0-1,0 1 1,-1 0 0,-22 2 0,-20 5-1,0 2 0,1 3 0,0 3 0,0 2 0,-65 26 0,93-29-281,1 0 1,0 2-1,-40 26 1,56-33-37,2 1 0,-1 0 0,1 1 0,0 0 0,1 1 0,0 0 0,1 0 0,0 1 0,0 0 0,-8 19 0,13-24-27,1-1 1,0 1 0,0 0 0,0 0 0,1 0 0,0 1 0,0-1 0,1 0-1,0 0 1,0 0 0,0 1 0,1-1 0,0 0 0,0 0 0,2 6-1,-1-7 4,0-1 0,0 1 0,0-1 0,1 0 0,0 0 0,0 0 0,0 0 0,0 0 0,0 0 0,1-1 0,0 0 0,0 0 0,0 0 0,0 0 0,0 0 0,0-1 0,1 0 0,-1 0 0,8 2 0,13 3 22,0-2-1,0-1 1,0-1-1,42 0 1,18 2 359,-82-4-374,0-1 1,0 1-1,0-1 1,0 1-1,0 0 1,0 0-1,0 1 1,0-1-1,0 0 1,0 1 0,-1 0-1,1 0 1,0 0-1,-1 0 1,0 0-1,0 0 1,1 1-1,-1-1 1,0 0-1,-1 1 1,1 0-1,2 4 1,0 4-64,1 1 0,-2 0-1,1 0 1,1 20 0,-3-21-144,1 1 1,-1 0-1,2-1 1,4 13-1,-5-18-27,0-1 1,0 0-1,1 0 1,0 0-1,-1 0 1,2-1-1,-1 1 1,0-1-1,1 0 1,0-1-1,0 1 0,0-1 1,0 0-1,6 3 1,-2-3-169,0 1 0,0-2 0,1 1 1,-1-1-1,1-1 0,-1 0 0,1 0 0,11-1 1,3-2-294,-1-1 1,1-1 0,-1-1 0,0-1 0,0-1 0,31-13 0,-25 5 409,0 0 1,-1-2-1,0-1 1,-2-1-1,0-1 1,-1-1-1,-1-1 1,-1-2 0,-1 0-1,20-30 1,-7 2 1202,-3 0 1,-1-2 0,-4-1 0,30-84-1,-41 99 409,-6 15 409,11-42 0,-20 65 712,-8 27-1090,-9 45-403,-8 100 0,8 77-261,12-183-588,4 5 751,4-71-648,4-1-176,0-1 0,-1 0 0,1 0 0,-1 0 0,0-1 0,0 0 0,-1-1 0,1 1 0,-1-1 0,-1 0 0,1-1 1,-1 0-1,5-8 0,-6 10-28,157-235 523,-118 182-349,102-104 1,-121 140-104,1 0-1,1 2 1,1 0 0,1 2 0,0 1 0,1 2 0,52-20-1,-65 29-47,0 1 0,0 0-1,0 1 1,1 1 0,-1 1-1,1 1 1,0 0 0,0 1-1,0 0 1,-1 2 0,1 0-1,0 1 1,-1 0 0,0 2-1,0 0 1,0 0 0,15 9-1,-10-2-1,0 2-1,0 0 0,-2 2 0,0 0 1,-1 1-1,0 1 0,-2 0 0,0 2 0,-1 0 1,-1 0-1,18 35 0,7 25-199,54 160 1,-73-182-115,6 16-1209,4 0 0,3-2 0,56 92 0,-66-131-1534,2-1 1,1-2-1,49 46 1,-56-59-1904,30 20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55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493 945 12649,'2'-48'2204,"-1"39"1470,-20 32-350,-14 23-1693,3 2 1,1 1 0,-38 93 0,21-42-791,-27 67-37,-65 224 0,78-161-872,59-227 28,24-18-86,-16 8 119,0-1-1,-1 0 0,1 0 0,-2 0 0,1-1 0,-1 0 0,0 0 1,4-12-1,29-88-27,-28 77 28,163-552-323,-122 407 171,85-193 0,-103 296 99,4 0 1,2 3 0,4 1-1,2 2 1,59-66 0,-81 108 45,1 2 0,1 0 0,1 2 0,0 0 0,2 2 0,54-29 0,-69 43 8,-1 0 1,1 1 0,0 1-1,1 0 1,-1 1 0,1 1-1,-1 0 1,23-1-1,-26 4 2,-1 0-1,1 0 1,-1 0-1,0 1 0,1 1 1,-1 0-1,0 0 1,0 1-1,-1 0 0,1 0 1,-1 1-1,0 0 1,12 10-1,-5-2 6,-1 0 0,-1 2-1,0 0 1,-1 0 0,-1 1 0,0 1-1,-1 0 1,-1 0 0,-1 1 0,0 0-1,7 26 1,-5-8-49,-2 0 0,-1 0 0,-2 1-1,-1 0 1,-2 44 0,-5-11-313,-3 0 1,-3 0-1,-3-1 1,-41 133-1,41-165 137,-16 51-748,-70 146 0,78-192 666,-5 8-256,-1-1 1,-39 54 0,50-82 251,-1 0 1,-2-1-1,0-1 0,0-1 1,-35 26-1,53-44 304,0 0-1,0 0 1,0 0-1,0 0 1,0 0 0,-1 1-1,1-1 1,0 0-1,0 0 1,0 0-1,0 0 1,0 0-1,-1 0 1,1 0-1,0 0 1,0 0-1,0 0 1,0 0 0,0 0-1,-1 0 1,1 0-1,0 0 1,0 0-1,0 0 1,0 0-1,-1 0 1,1 0-1,0 0 1,0 0 0,0 0-1,0 0 1,0 0-1,-1 0 1,1 0-1,0-1 1,0 1-1,0 0 1,0 0-1,0 0 1,0 0-1,0 0 1,-1 0 0,1 0-1,0-1 1,0 1-1,0 0 1,0 0-1,-3-2-19,1-1 1,0 1-1,-1 0 0,1-1 0,0 0 0,0 1 0,0-1 1,1 0-1,-1 0 0,1 0 0,-1 0 0,1 0 0,0 0 1,0 0-1,1-1 0,-1 1 0,0 0 0,1-1 0,0-5 1,2-1-13,-1 0 0,2 0 0,0 0 0,0 0 1,8-16-1,61-123 83,-60 127 93,2 0 0,1 1 0,0 1 0,25-25 0,-39 44-105,1-1 1,0 1 0,-1-1-1,1 1 1,0-1 0,0 1 0,-1 0-1,1 0 1,0 0 0,0 0-1,0 1 1,1-1 0,-1 0 0,4 0-1,-5 1-13,0 0-1,1 0 0,-1 1 1,1-1-1,-1 0 0,0 1 0,1-1 1,-1 1-1,0-1 0,0 1 1,1-1-1,-1 1 0,0 0 1,0 0-1,0 0 0,0-1 1,1 3-1,3 2 30,-1 1 0,-1-1-1,1 1 1,-1 0 0,0 0 0,4 12 0,-7-17-46,9 25 93,-2 1-1,7 43 0,-9-42-58,1 0-1,10 30 0,-11-44-29,1 0 1,0-1-1,1 1 0,0-1 1,2 0-1,-1-1 0,1 0 1,1 0-1,0-1 0,1 0 1,0-1-1,1-1 0,0 1 1,0-2-1,18 10 0,3-2 5,1-1 0,0-1 0,1-2 0,1-2 0,-1-1 0,2-1 0,-1-3-1,51 2 1,36-5 58,141-16 0,-210 9-17,11-2 6,-40 3-35,-1 1 1,1 2 0,29 1-1,-50 0-19,1 1 0,-1 0-1,1 0 1,-1 1 0,0-1 0,0 1-1,0 0 1,1 0 0,-2 0 0,1 0-1,0 1 1,0 0 0,-1-1 0,1 1-1,-1 1 1,0-1 0,0 0-1,0 1 1,-1 0 0,1-1 0,-1 1-1,0 0 1,3 7 0,-2-2-1,0 0 0,0 0 1,-1 0-1,0 0 0,-1 0 0,0 1 0,-1-1 1,0 0-1,0 0 0,-3 18 0,2-24 0,1 1-1,-1-1 0,0 0 1,1 1-1,0-1 1,0 1-1,0-1 0,1 1 1,-1-1-1,1 1 1,-1-1-1,1 0 0,0 1 1,1-1-1,-1 0 1,4 6-1,-3-7-1,0 0 0,0-1 1,0 1-1,0-1 0,1 1 0,-1-1 0,0 0 0,1 0 1,-1 0-1,1 0 0,-1-1 0,1 1 0,0-1 0,-1 1 1,1-1-1,0 0 0,-1 0 0,1 0 0,0 0 0,-1-1 1,1 1-1,0-1 0,4-1 0,10-2 72,0-1 0,-1-1 0,1-1 0,-1 0-1,-1-1 1,1 0 0,-2-1 0,26-20 0,-6-1 223,-1-1 0,35-43 0,-54 58-238,-2 0 0,0-1 0,-1 0 0,-1 0 1,0-1-1,-1-1 0,-1 0 0,-1 0 0,-1 0 0,-1-1 1,4-22-1,-7 27-53,-1 0 0,0-1 0,-1 1-1,-1 0 1,0 0 0,-1 0 0,-1 0 0,-1 0 0,0 0 0,0 0 0,-1 1 0,-1 0 0,-1 0 0,0 1-1,-11-17 1,6 14-128,-1 0 0,0 1-1,0 1 1,-2 1 0,0-1-1,0 2 1,-1 0 0,-1 1-1,-17-8 1,28 16 50,1 2 0,0-1 0,-1 0 0,1 1 0,0 0-1,-1 1 1,1-1 0,-1 1 0,0 0 0,1 0 0,-11 2 0,-59 17-761,71-18 762,-58 22-2316,2 3 1,-82 47-1,22-11-1641,60-28 506,5 4-1438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56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3 709 11897,'0'-2'301,"-1"0"-1,1 0 1,-1 0-1,1 0 1,0 0-1,0 0 1,0 0-1,0 0 1,0 0 0,0 1-1,0-1 1,1 0-1,-1 0 1,2-3-1,1-14 943,0-24 842,1 1-1,3-1 0,16-58 1,-16 77-1880,1 0 1,1 1-1,1 0 1,1 1-1,1 0 1,1 0-1,1 2 1,1 0-1,0 0 1,2 1-1,0 1 1,1 1-1,1 1 1,0 0 0,1 1-1,1 1 1,0 1-1,1 1 1,41-16-1,-56 26-198,1 1-1,-1-1 0,1 1 1,0 1-1,-1 0 1,1 0-1,0 0 1,-1 1-1,1 0 0,-1 0 1,1 1-1,-1 0 1,1 0-1,-1 1 1,0 0-1,0 0 1,0 1-1,-1 0 0,1 0 1,-1 0-1,0 1 1,0 0-1,0 0 1,-1 0-1,6 8 0,-2-1 2,-1 1-1,0 0 0,-1 1 0,0 0 0,-1 0 0,0 0 1,-1 1-1,-1-1 0,3 21 0,-2-3 0,-1 0 0,-2 1 0,-2 45 0,-40 292-554,39-364 543,-8 33-172,9-39 175,0 0-1,0 1 0,0-1 1,0 0-1,0 0 0,0 0 0,0 0 1,0 0-1,0 0 0,0 1 0,0-1 1,0 0-1,0 0 0,0 0 1,0 0-1,0 0 0,0 0 0,0 0 1,0 1-1,0-1 0,0 0 1,0 0-1,-1 0 0,1 0 0,0 0 1,0 0-1,0 0 0,0 0 1,0 0-1,0 0 0,0 1 0,-1-1 1,1 0-1,0 0 0,0 0 0,0 0 1,0 0-1,0 0 0,0 0 1,-1 0-1,1 0 0,0 0 0,0 0 1,0 0-1,0 0 0,0 0 1,0 0-1,-1 0 0,1 0 0,0-1 1,0 1-1,0 0 0,0 0 0,0 0 1,-1 0-1,-4-18-29,3 5 25,1 0 1,1-1-1,0 1 0,0-1 1,1 1-1,5-20 1,25-77-100,-31 110 104,15-43-5,3 0 0,1 2 0,2 0 0,2 1 0,1 2 0,3 0 0,0 2 0,3 1 1,1 1-1,1 2 0,38-30 0,-45 43 35,1 0 0,0 2 0,58-28 0,-73 40-16,1 0 1,-1 1-1,1 1 0,1-1 0,-1 2 0,0 0 1,1 0-1,-1 1 0,1 1 0,-1 0 0,1 0 1,22 5-1,-29-4-9,-1 1 1,1 0 0,0 0-1,-1 0 1,1 1 0,-1 0-1,0 0 1,0 0-1,0 1 1,0-1 0,-1 1-1,1 1 1,-1-1 0,0 0-1,0 1 1,0 0 0,-1 0-1,0 0 1,0 0 0,0 1-1,-1-1 1,1 1-1,-1-1 1,-1 1 0,3 9-1,-3-4 5,0 1 0,0 0 0,-1-1 0,0 1 0,-1 0-1,0-1 1,-1 1 0,-1 0 0,0-1 0,0 0-1,-1 0 1,-7 14 0,-6 8-6,-3 0 0,0-2-1,-2 0 1,-1-1 0,-35 34 0,-149 124-1338,129-121 136,-27 23-567,35-36-2264,67-52 1883,19-8-2352,5-6 1970,2-1-64,34-13-4158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56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10333,'3'8'402,"-2"1"1,1-1-1,-1 1 1,-1 0-1,1-1 1,-1 1-1,-1 0 0,0-1 1,0 1-1,0-1 1,-1 1-1,-1-1 1,-4 13-1,3-9 115,0 0 0,1 1 0,1-1 1,0 1-1,-1 22 0,5 3-177,2-1 0,1 1 0,2-1 0,1 0 0,2 0 0,2-1 0,1-1 0,2 0-1,1-1 1,30 46 0,-37-68-305,0 0 0,1 0-1,0-1 1,1-1-1,0 0 1,0 0 0,1-1-1,1 0 1,-1-1-1,2-1 1,-1 0 0,16 5-1,-19-8-19,0-1 0,-1 0 0,1 0 0,1-2 0,-1 1-1,0-1 1,0 0 0,1-1 0,-1-1 0,0 1 0,0-1 0,1-1-1,-1 0 1,0-1 0,0 0 0,-1 0 0,1-1 0,12-6-1,2-5-2,0-1-1,-1-1 1,-1-1-1,-1-1 0,-1-1 1,0-1-1,19-27 0,-7 3 782,-1-2-1,39-85 0,1 4 1869,-74 156-2147,-7 16-387,-2 0 0,-22 51 0,-3 9-1140,-7 13-1334,-4 9-2900,42-104 1336,-7 44 1,8 3-6243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57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110 120 7997,'-13'19'7625,"2"0"-4722,-16 22-897,25-39-256,-16-11 449,16 8-2080,-1-1 1,1 1 0,-1-1 0,1 0-1,-1 0 1,1 0 0,0 0 0,0-1-1,0 1 1,0 0 0,0-1-1,1 1 1,-1-1 0,1 0 0,0 0-1,-1 0 1,1 1 0,1-1 0,-1 0-1,0 0 1,1 0 0,-1 0 0,1 0-1,0-1 1,0 1 0,0 0 0,0 0-1,1 0 1,-1 0 0,1 0 0,0 0-1,0 0 1,0 1 0,2-4 0,-1 0-47,0-1 0,1 1 0,0 0 0,1 0 0,0 1 1,-1-1-1,2 1 0,-1 0 0,1 0 0,-1 0 0,1 0 1,0 1-1,1 0 0,-1 0 0,7-3 0,-8 5-57,0 0-1,-1 1 1,1 0-1,0-1 1,0 1-1,0 0 1,0 1-1,0-1 1,0 1-1,0-1 1,0 1-1,0 1 1,0-1-1,0 0 1,0 1-1,0 0 1,0 0-1,0 0 1,-1 1-1,1-1 1,0 1-1,-1 0 1,1 0-1,-1 0 1,1 0-1,-1 1 1,0-1-1,0 1 1,0 0-1,-1 0 1,1 0-1,3 5 1,2 4-8,0 1 0,-1-1 0,0 1 1,-1 0-1,0 1 0,-1 0 0,-1 0 0,0 0 1,-1 0-1,-1 0 0,0 1 0,-1-1 1,0 18-1,-3 24-470,-17 110 1,17-149 324,-9 29-307,9-40 384,-1 1 0,2 0 1,-1-1-1,1 1 0,0 0 1,0 0-1,1 0 1,0 0-1,1 10 0,25-21 210,-19 2-125,0-1 0,0 0-1,-1 0 1,1-1 0,-1 0-1,0 0 1,0 0-1,8-8 1,46-48 230,-34 32-164,23-24 26,61-59 33,-94 97-143,1 1 1,0 1 0,1 0 0,0 1-1,24-11 1,-37 20-9,-1 0 0,1 0 0,-1 1 0,1-1 0,0 1 0,-1 0 0,1 0 0,0 1 0,0-1 0,0 1 0,0 0 0,-1 0 0,1 1 0,0 0 0,0 0 0,0 0 0,-1 0 0,1 1 0,-1-1 0,1 1-1,-1 0 1,1 1 0,-1-1 0,0 1 0,4 3 0,-1 1-3,1 1 0,-2 0 0,1 1-1,-1-1 1,0 1 0,-1 0 0,0 1-1,0-1 1,-1 1 0,4 15 0,1 2-14,-5-10 1,1-1-1,1 0 1,1 0 0,0 0-1,1-1 1,13 19-1,-19-31 22,0-2-1,0 1 1,0 0-1,1 0 0,-1-1 1,0 1-1,1-1 1,-1 0-1,1 1 0,0-1 1,-1 0-1,1-1 1,0 1-1,-1 0 0,1-1 1,0 0-1,0 1 1,0-1-1,-1 0 1,1-1-1,0 1 0,0 0 1,4-2-1,8-1 39,-1-2 0,1 1 0,15-8 1,-26 10-30,49-24 567,85-55 0,-58 32-21,149-71 924,-218 115-1469,1 0 1,0 0-1,0 1 1,0 1-1,1 0 1,-1 1-1,1 0 1,0 1 0,22 1-1,-29 0-15,0 1-1,0 0 1,-1 1 0,1-1-1,-1 1 1,1 0 0,-1 0-1,0 1 1,0 0 0,0 0 0,0 0-1,0 0 1,-1 1 0,1 0-1,-1 0 1,0 0 0,0 0-1,-1 1 1,1-1 0,-1 1-1,4 8 1,-1-1-16,-1-1 0,-1 1 1,0 0-1,0 1 0,-1-1 0,-1 1 1,1 13-1,-1 91-419,-2-24-170,0-85 266,3 37-1398,9 54-1,-9-83 368,2 1 1,7 19-1,-8-26-502,1 1 1,0-1 0,1 0 0,8 11 0,9 7-9445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57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9 17038,'-30'9'10297,"16"-15"-10277,1 0-761,36 3-4903,1 0-569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58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2310 7189,'7'3'345,"-1"1"1,0-1-1,1 0 1,-1-1-1,1 1 1,0-1 0,0-1-1,0 1 1,0-1-1,0 0 1,0-1-1,7 0 1,12-1 617,52-9 1,482-99 1605,-129 22-2081,-75 23-265,71-7 56,78-6-127,77-8-58,85-10-31,74-8 2,76-5-20,73-7 57,70-4-53,64 0 91,4641-382 1560,-4518 428-1192,305-13 108,934-48 321,-1147 62-500,-442 24-203,-97 5-42,-97 1-62,-93 5-142,-91 3-367,-91 5-660,65-21-3697,-317 33-496,-44 12-3017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58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9 7945,'-34'-9'13484,"27"53"-10558,1-18-2247,-4 55 1331,2 144 0,24 80-1217,-10-222-725,5 52-1822,37 174 0,10-91-2734,22-9-4663,-37-116-633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1:59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63 9545,'-3'-11'635,"3"8"-483,-1 1 0,1-1 0,-1 1 0,0-1 0,1 1 0,-1 0 0,0-1 0,0 1 0,-1 0 0,1 0 0,0 0 0,-1 0 0,1 0 0,-1 0 0,0 0 0,1 0 0,-1 0 0,0 1 0,0-1 0,0 1 0,-4-2 0,-30-1 6675,60 6-5701,132 10-38,256 55-1,-320-45-985,-2 4 1,0 4-1,-2 4 1,95 51-1,-148-66-93,-2 1 1,0 1-1,-1 2 0,-2 2 0,0 0 0,46 54 0,-62-62-56,0 1 0,-2 0 0,0 1 0,-1 1 0,-1-1 0,-1 2 0,-1-1 0,-1 1 0,0 1 0,-2-1 0,0 1 0,-2 0 0,2 35-1,-5-28-86,-2 1 0,-1 0-1,-1-1 1,-1 1 0,-16 47-1,6-33-110,-3-1 0,-1 0 0,-27 41 1,-15 10-365,-4-3 0,-92 99 0,11-33-308,-222 185 0,-186 102-729,352-286 386,153-117 212,20-19-3879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2:00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351 771 7873,'-16'-20'1194,"12"15"-804,0 1 0,0-1 0,1 0 0,-1 0 0,1 0 0,0-1 0,0 1-1,-2-10 1,3 10 24,0 0-1,0 0 0,0 0 1,-1 0-1,1 1 0,-1-1 1,0 1-1,0 0 0,-1 0 0,1 0 1,-1 0-1,0 0 0,0 1 1,0 0-1,-1 0 0,1 0 0,-6-3 1,-4-3 3800,12 8-3802,0 0-355,0 0 0,0 0 0,1-1 0,-1 1 0,1 0 0,-1-1 0,1 1 0,-1-1 0,1 1 0,0-1 0,0 0 1,0 0-1,0 1 0,0-1 0,0 0 0,0 0 0,0 0 0,1 0 0,-1 0 0,1 0 0,0 0 0,-1 0 0,1 0 0,0 0 0,0-1 1,0 1-1,1-3 0,-1-1-25,-1 1 0,1-1 0,-1 1 0,0 0 1,-1-1-1,0 1 0,1 0 0,-2 0 0,1 0 0,0 0 1,-5-5-1,6 8-70,0-2-2498,-2-28 2498,3 29 18,28-33 40,-20 28-149,13-10 1301,-19 17-386,-13 12-270,-22 29 197,2 2 1,-46 79-1,66-100-635,0-1-1,1 1 0,1 1 1,1 0-1,1 0 0,1 1 1,1 0-1,1 0 0,1 0 1,0 30-1,3-42-59,1 1-1,0-1 1,0 1 0,1-1-1,1 0 1,0 0-1,1 0 1,0 0 0,0 0-1,1-1 1,0 0-1,1 0 1,0 0-1,1 0 1,0-1 0,0-1-1,1 1 1,0-1-1,1 0 1,0-1 0,0 0-1,18 10 1,-10-8-21,0-2 0,1 0 0,0-1 1,1 0-1,-1-2 0,1 0 0,0-1 0,0-1 1,0-1-1,0-1 0,0 0 0,24-4 0,3-3-116,0-2 0,-1-2-1,84-31 1,-94 28 61,-1-2 1,-1-1 0,-1-1 0,0-2 0,-1-2 0,37-32-1,-51 38 42,0 0-1,-1-1 0,-1-1 1,-1 0-1,0-1 0,-1-1 0,-1 0 1,-1 0-1,-1-2 0,-1 1 1,7-24-1,-10 1 75,-9 45 1,-1 1-1,1-1 1,-1 1 0,1-1 0,0 1-1,0 0 1,0 1 0,-3 2 0,3 1-27,0 0 1,1 0 0,-1 1 0,1 0-1,1-1 1,-1 1 0,1 0 0,0 0-1,1 0 1,0 13 0,0-6 25,2 0 0,-1 0 0,2 0 0,6 20 0,-3-17-18,1 0-1,0 0 0,1-1 0,1 0 0,1-1 0,0 0 1,1-1-1,1 0 0,0 0 0,0-1 0,1-1 0,1 0 0,26 16 1,-17-14-19,1-1 0,0-1 0,1-1 0,0-2 0,0 0 1,1-2-1,1 0 0,41 3 0,-21-5-40,1-3-1,0-1 1,0-3-1,-1-2 0,1-2 1,-1-2-1,0-2 1,58-20-1,-70 17-90,0-1 0,-1-2-1,-1-1 1,-1-1 0,0-2-1,-2-1 1,0-2-1,-1-1 1,-2-1 0,0-1-1,27-36 1,-32 33-146,-1 0-1,-1-2 1,-2-1 0,-1 0 0,-1-1-1,-2-1 1,-1 0 0,-2-1 0,-2 0-1,11-70 1,-8-44-483,-11 120 583,-2 1 0,0-1-1,-7-33 1,7 56 138,0 0 0,-1 0 0,1 0 0,-1 0 0,-1 0 0,1 0 0,-1 1-1,0-1 1,0 1 0,-5-6 0,8 10 20,-1 1 0,1-1 0,-1 1-1,0-1 1,1 1 0,-1-1 0,0 1 0,0-1-1,1 1 1,-1-1 0,0 1 0,0 0 0,1 0-1,-1-1 1,0 1 0,0 0 0,0 0 0,0 0-1,0 0 1,1 0 0,-1 0 0,0 0 0,0 0-1,-1 1 1,-21 13 73,-10 26 77,17-14-70,1 1-1,1 0 1,2 1 0,0 1-1,-7 31 1,5-6 5,-12 105 0,23-127-536,2 0-1,0 0 1,3 0 0,0 0 0,2 0 0,2-1 0,1 1 0,1-1-1,1-1 1,22 48 0,-26-69 65,0-1 0,0 0 0,0 0-1,1-1 1,0 0 0,1 0 0,0 0-1,0-1 1,0 1 0,12 6 0,-7-6-1269,0 0 0,0 0 0,22 7 0,4-2-5254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2:01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1 825 12089,'5'-6'414,"0"0"0,0 1 0,1-1-1,0 1 1,0 0 0,0 0 0,1 1 0,9-5 0,60-23 1349,-31 15-984,144-54 913,52-21-562,351-172 63,-565 251-1187,-16 7-2,1 1 1,-1 1 0,1 0 0,0 0-1,0 1 1,0 1 0,1 0 0,20-1-1,-28 3-33,0 1-1,1-1 1,-1 1-1,0 0 1,1 1-1,7 2 1,-5-1 26,-4-2-43,-2 20-65,-1-17 107,-1-1 1,1 0-1,-1 1 1,0-1 0,0 1-1,0-1 1,-1 1-1,1-1 1,-2 4 0,-9 26-23,-1 0 1,-26 48-1,19-42 30,-16 44-1,27-59-3,-2 1 0,2 1 0,1-1 0,0 1-1,2 1 1,-2 27 0,7-49 1,0 0 1,0 0-1,1 1 0,-1-1 1,1 0-1,0 0 0,1 0 0,-1 0 1,1 0-1,0 0 0,0-1 1,1 1-1,-1-1 0,1 1 1,0-1-1,0 0 0,0 0 1,1 0-1,0 0 0,-1-1 1,1 1-1,0-1 0,1 0 0,-1 0 1,1-1-1,-1 1 0,6 1 1,-3-1-4,7 5-12,1-2 1,0 0-1,0 0 1,1-1-1,-1-1 0,1-1 1,0 0-1,0-1 1,1-1-1,16 0 0,6-4-37,-1-1-1,0-2 1,0-1-1,73-26 1,-42 8-177,111-61 1,-142 66 119,-1-2 1,-2-1 0,0-2 0,-1-2-1,-2-1 1,-1-1 0,35-43 0,-56 56 67,0 0 1,-2 0 0,0-1-1,0-1 1,-2 1 0,0-1-1,5-28 1,12-35 11,-11 45 121,3 0-1,34-62 0,-42 86-4,0 1-1,1-1 1,1 1-1,0 1 1,0-1-1,1 2 1,0-1-1,1 1 1,0 1-1,1 0 1,16-9-1,-24 15-28,0 0 0,0 0 0,1 1 0,-1-1 0,1 1 0,-1 0-1,1 0 1,-1 0 0,1 1 0,0 0 0,-1 0 0,1 0 0,0 0 0,-1 1 0,1-1-1,-1 1 1,1 0 0,-1 1 0,1-1 0,-1 1 0,1 0 0,-1 0 0,0 0 0,0 1-1,0-1 1,-1 1 0,1 0 0,-1 0 0,1 0 0,4 6 0,3 6 204,-1 0 0,0 1 0,-1 0 0,-1 0 0,-1 1 0,9 25 0,4 17 186,-3 0 0,-3 1 0,7 63 0,-10-40 75,43 161 0,-52-237-584,0 0 0,0 0 1,1 0-1,0 0 0,1-1 0,-1 1 1,1-1-1,1 0 0,-1 0 0,1 0 1,0-1-1,0 0 0,1 0 1,-1 0-1,1-1 0,0 1 0,0-1 1,1-1-1,-1 1 0,1-1 0,0 0 1,0-1-1,0 0 0,0 0 0,0 0 1,1-1-1,-1 0 0,0 0 0,10-1 1,-3 0-370,0 0 1,-1-1 0,1-1 0,0 0-1,-1 0 1,1-2 0,-1 0 0,19-8-1,6-6-2793,51-32 0,-44 23-469,37-18-5301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2:02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760 245 7881,'-11'-32'752,"6"16"-16,-1 0-1,0 0 1,-1 0 0,-1 1 0,-1 0-1,-10-15 1,11 22-321,0 0-1,-1 0 0,0 1 1,0 0-1,0 0 0,-1 1 1,0 0-1,0 1 1,-1 0-1,1 1 0,-1 0 1,0 0-1,0 1 0,-1 1 1,1 0-1,0 1 1,-1 0-1,-18 0 0,7 3 47,0 0 1,0 1-1,1 1 0,0 1 0,0 1 0,0 0 0,0 2 0,-28 15 0,29-12-116,0 1 0,0 1 0,1 0 0,1 2 0,1 0 0,0 1 0,-25 29 0,35-35-232,1 0-1,0 0 0,1 1 0,0 0 0,0 1 0,1-1 0,1 1 0,0 0 0,0 0 0,1 0 0,1 0 0,0 1 0,1-1 0,0 1 0,1 0 0,1 13 0,2-3 17,1 0-1,1 0 0,2 0 0,0-1 1,1 0-1,1 0 0,16 28 0,98 134 246,-26-43-209,-76-106-202,-2 1-1,-1 0 1,-2 2 0,12 40 0,-21-54-41,-2 0 0,0 0 0,-1 1-1,-2-1 1,-1 1 0,0 0-1,-6 45 1,-9 17-431,14-86 500,-1 0 0,1-1 0,0 1 0,0 0 0,0-1 0,0 1 0,0 0 0,0-1 0,0 1 0,1-1 0,-1 1 0,0 0-1,0-1 1,0 1 0,1 0 0,-1-1 0,0 1 0,1-1 0,-1 1 0,0-1 0,1 1 0,-1-1 0,1 1 0,-1-1 0,1 1 0,-1-1-1,1 0 1,-1 1 0,1-1 0,-1 0 0,1 1 0,-1-1 0,1 0 0,0 0 0,-1 1 0,1-1 0,-1 0 0,1 0 0,0 0-1,-1 0 1,1 0 0,0 0 0,-1 0 0,1 0 0,0 0 0,-1 0 0,1 0 0,-1-1 0,1 1 0,0 0 0,43-17-304,-38 14 262,593-332-3580,-431 233 3136,204-98-532,-159 89 651,-206 107 341,0 1 1,0 0-1,0 0 0,0 1 0,1 0 1,8-1-1,-15 2 31,0 1 1,0 0-1,1 0 0,-1-1 1,0 1-1,0 0 0,0 0 1,0 0-1,1 0 0,-1 0 1,0 1-1,0-1 0,0 0 1,0 0-1,0 1 0,1-1 1,-1 1-1,0-1 0,0 1 1,0-1-1,0 1 0,0 0 1,-1-1-1,1 1 0,0 0 1,0 0-1,0 0 0,0 0 1,-1-1-1,1 1 0,-1 0 1,1 0-1,0 0 0,-1 1 1,0-1-1,1 0 0,-1 0 1,0 0-1,1 2 0,-1 11-4,-1-1 0,-1 0-1,0 0 1,-1 0 0,0 0 0,-9 20-1,7-18 23,0 1 0,1-1 0,-4 29 0,8-41-17,0 0 1,0 0-1,0 0 0,0 1 0,0-1 0,1 0 1,-1 0-1,1 0 0,0 0 0,0 0 0,0 0 1,0 0-1,1 0 0,-1-1 0,1 1 0,-1 0 1,1-1-1,0 1 0,0-1 0,4 4 0,-2-3 2,1 0-1,-1 0 0,1-1 0,0 0 0,-1 0 0,1 0 0,0 0 0,0-1 0,0 0 0,1 0 0,6 0 1,9 0-5,0-1 0,1-1 1,-1-1-1,34-8 1,94-12-118,-138 20 1,1 0 0,-1 2 1,20 0-1,-20 0-79,-1 0 0,1 0 0,18-3 0,261-73-5417,-232 55 5126,68-34 0,-103 43 283,1 1 0,-1 2 0,1 0 0,1 1 0,0 2 0,0 0 0,48-3 0,-25 3-6596,-28 8 2423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2:02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 6529,'24'0'2012,"-14"-18"-280,3 0 2268,-3 9-3100,0-3-340,-23 0-4720,0 3 752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2:02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31 9333,'13'-30'7361,"-16"48"-6005,0-3-296,-4 6-200,-10 21-180,1-6-124,-1 10-112,-3 14-212,3 0-492,4-3-692,-4 7-836,0-7-656,7 0-2381,10 7-3804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2:02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2376,'67'-6'-712,"-13"18"144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2:03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135 106 5292,'1'-11'637,"1"0"238,-2 0 2678,-1 11-3447,1-1 0,-1 1 0,1-1 0,-1 1-1,0-1 1,1 1 0,-1 0 0,0-1 0,1 1 0,-1 0 0,0-1 0,0 1 0,1 0 0,-1 0 0,0 0-1,0 0 1,0 0 0,1 0 0,-1 0 0,0 0 0,0 0 0,-1 0-6,1 0 1,0 0-1,0 0 0,0 0 0,-1 0 1,1 0-1,0-1 0,0 1 1,0 0-1,0-1 0,-1 1 1,1-1-1,0 1 0,0-1 1,0 1-1,0-1 0,-1-1 1,-26-53 2655,27 54-2713,0 1 0,1-1 1,-1 1-1,0-1 0,0 1 0,0-1 0,0 1 0,0 0 1,0-1-1,0 1 0,0 0 0,0 0 0,0 0 1,0 0-1,0 0 0,0 0 0,-2 0 0,1 0 73,-3-1-3,1 1 1,-1 0 0,0 0-1,1 1 1,-1-1 0,1 1-1,-1 0 1,-6 2-1,11-3-110,0 0 0,0 0 0,0 0 0,0 0 0,0 0 0,0 0 0,0 0 0,-1 0 0,1 0-1,0 0 1,0 0 0,0 0 0,0 0 0,0 0 0,0 0 0,0 0 0,0 0 0,0 1 0,0-1 0,0 0-1,-1 0 1,1 0 0,0 0 0,0 0 0,0 0 0,0 0 0,0 0 0,0 0 0,0 0 0,0 1 0,0-1-1,0 0 1,0 0 0,0 0 0,0 0 0,0 0 0,0 0 0,0 0 0,0 0 0,0 1 0,0-1-1,0 0 1,0 0 0,0 0 0,0 0 0,0 0 0,0 0 0,0 0 0,0 0 0,0 0 0,0 1 0,1-1-1,-1 0 1,0 0 0,0 0 0,0 0 0,0 0 0,0 0 0,0 0 0,0 0 0,0 0 0,0 0 0,0 0-1,0 0 1,1 0 0,-1 0 0,4 6 20,1-1-1,0 1 1,0-1-1,0-1 1,1 1-1,-1-1 1,1 0-1,0 0 1,0-1-1,1 1 1,-1-2-1,1 1 0,-1-1 1,9 3-1,19 3 28,58 7-1,-47-9-72,-1 1-87,245 49-1287,-286-55 1345,1 0 0,0 0 0,-1 1-1,0-1 1,1 1 0,-1 0 0,0 0 0,0 0 0,0 0-1,0 1 1,0-1 0,0 1 0,0-1 0,-1 1 0,4 5-1,-1 2-35,0-1 0,-1 1 0,0 0 1,3 12-1,-2-6 123,-4-14-27,0 0 0,0 0 1,0 0-1,1 0 0,-1 0 0,0 0 0,1-1 0,-1 1 0,1 0 0,0-1 0,-1 1 1,1-1-1,0 0 0,0 0 0,0 1 0,0-1 0,0-1 0,0 1 0,0 0 0,0 0 0,1-1 1,-1 1-1,0-1 0,0 0 0,5 1 0,5-1 14,0 0 1,0-1-1,19-3 1,-29 4-16,37-4-121,31-5-681,-42 2 412,265-53-3146,-280 59 3403,64-9-472,127 0-1,-29 22 285,-146-8-105,-1 1 1,0 2-1,54 20 1,-51-16 113,-28-10 332,2-1 151,312-25 5708,6-10-5663,-297 32-533,-9 2-215,1-2 0,20-4 1,-35 6-248,-2-2-593,1-12 476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2:03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1 239 6945,'58'-34'2986,"65"-48"0,-70 44-596,68-35 0,-119 71-2304,1 1 1,-1-1-1,1 1 0,0 0 1,-1 0-1,1 0 0,0 0 1,0 1-1,0-1 0,0 1 1,0 0-1,-1-1 0,1 1 1,0 0-1,0 1 0,5 0 1,-7 0-34,0-1 1,1 1 0,-1 0-1,1 0 1,-1 0-1,0 0 1,0 0 0,1 1-1,-1-1 1,0 0-1,0 0 1,0 1 0,0-1-1,-1 1 1,1-1-1,0 1 1,-1-1-1,1 1 1,-1-1 0,1 4-1,1 7 124,-1 0-1,-1 0 0,0 0 0,0-1 0,-5 23 0,4-24-170,-19 105 540,12-77-511,1 0-1,-1 65 1,7-78-377,2-1 1,1 1-1,1-1 1,1 0-1,7 24 1,-7-38-187,-1-1 0,2 1 0,-1 0 0,1-1 1,12 17-1,-11-20-249,-1 1 0,1-1-1,0 0 1,1 0 0,0-1 0,0 0 0,0 0-1,9 4 1,23 9-6031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2:04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21 12005,'-3'-21'7091,"4"25"-4695,1 18-1004,0 0-1,-2 1 1,0-1 0,-4 24-1,-18 93 968,9-69-1341,-85 352-279,-6 37-538,76-201-2323,26-209 1323,2-1 0,3 1 0,10 62 0,-10-96 51,1 0 1,0 0-1,1 0 1,0-1-1,1 1 1,16 24-1,-16-29-780,1-1 0,1 1 0,0-1 0,0-1-1,17 14 1,14 4-8535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2:05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78 14281,'-1'-4'280,"0"1"-1,1-1 1,0 1 0,0-1-1,0 1 1,0-1-1,0 0 1,1 1-1,-1-1 1,1 1 0,0 0-1,0-1 1,1 1-1,1-4 1,-2 5-71,1 0 0,-1 1 0,1-1 0,0 0 0,0 1 0,0-1 0,0 1 0,0 0 0,0 0 0,0 0 0,0 0 0,0 0 0,0 0 0,1 0 0,-1 1 0,0-1 0,1 1 0,-1-1 0,0 1 0,1 0 0,-1 0 0,0 0 0,1 0 0,3 2 0,41 6 858,-2 3 0,1 2 0,74 32 0,-104-39-892,80 37 339,-2 3 0,-2 4 0,-3 4 0,143 115 0,-179-127-368,-2 3 1,-3 2-1,76 93 1,-102-111-203,-1 1 0,-2 1 1,-1 1-1,-2 1 0,-1 0 0,-1 0 0,-2 2 1,13 60-1,-21-65-234,-1 0 0,-1 0 0,-2 1 0,-4 31 0,4-57-130,1-10 27,9-45-248,-5 26 209,11-39 0,7-4 113,4 0 0,2 1 0,4 2 1,2 1-1,2 2 0,4 2 0,2 1 0,2 3 0,102-97 0,-130 137 292,1 1-1,0 0 0,1 1 1,0 1-1,1 1 1,1 1-1,29-11 1,-38 17 41,0 1 1,1 0 0,-1 1 0,1 0 0,0 1-1,0 1 1,-1 0 0,1 0 0,0 2 0,0-1-1,-1 2 1,1 0 0,-1 0 0,18 7 0,-7 1 59,0 1 1,-1 1-1,0 0 1,-1 2-1,-1 0 1,0 2-1,31 32 1,3 14 267,49 72 0,-73-94-179,28 42 159,79 99 668,-122-165-816,0-1 0,2-1 0,0 0 0,0-1 1,2-1-1,-1 0 0,38 17 0,-47-26-128,1-1 1,-1 0-1,1 0 0,-1-1 0,1-1 1,0 1-1,-1-1 0,1-1 1,0 0-1,12-2 0,-7 0 11,-1-1 1,1-1-1,-1 0 0,0-1 0,0 0 0,14-8 0,11-10 61,-1-1 0,-2-2 0,48-44 0,82-85 231,-95 85 65,120-91-1,-188 158-392,1 0 0,0 1 0,0-1 0,0 1-1,0 0 1,0 1 0,1-1 0,-1 1 0,8-2-1,-11 3-22,0 0-1,0 0 0,1 0 0,-1 0 0,0 0 0,0 0 0,0 1 0,0-1 0,0 0 1,1 1-1,-1-1 0,0 1 0,0-1 0,0 1 0,0-1 0,0 1 0,0 0 1,0-1-1,0 1 0,-1 0 0,1 0 0,0 0 0,0 0 0,-1 0 0,1 0 0,0 0 1,-1 0-1,1 0 0,-1 0 0,1 0 0,-1 0 0,0 0 0,1 3 0,3 18-541,0 1 0,-2 0 0,0 40 0,-2-30-1669,5 35 0,-4-56 431,2-1-1,-1 0 1,1 0 0,1 0 0,0 0 0,11 20 0,9 4-6814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2:05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11009,'-20'18'2140,"53"-21"-12305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2:05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149 325 12325,'-6'15'1314,"-1"1"0,0-1 0,-1-1 1,-1 0-1,0 0 0,-17 19 0,7-12 402,0 1 0,-16 24 0,34-45-1680,1 0 0,-1 0-1,1 0 1,-1 0-1,1 1 1,0-1-1,0 0 1,-1 0-1,1 0 1,0 0 0,0 0-1,0 0 1,0 1-1,0-1 1,1 0-1,-1 0 1,0 0-1,0 0 1,1 0 0,-1 0-1,0 0 1,1 0-1,0 0 1,-1 0-1,1 0 1,-1 0-1,1 0 1,0 0-1,0 0 1,-1 0 0,1 0-1,0-1 1,0 1-1,0 0 1,0-1-1,2 1 1,4 1 18,0 0 0,0-1 0,1-1 0,-1 1 0,1-1 0,-1 0 0,1-1 0,-1 0 0,12-2 0,79-24-150,-62 17-129,162-40-5915,-194 49 4840,0 0 5,33-4-927,0-2 0,59-19 1,-45 8 1718,-2-2-1,92-54 1,320-216 5187,-450 283-4524,-3 2-13,1 0 0,0 0 0,0 1-1,0 0 1,0 0 0,18-4 0,-25 8-144,0 0-1,0-1 1,0 1 0,0 0 0,0 0 0,-1 0 0,1 0-1,0 0 1,0 0 0,0 1 0,0-1 0,-1 1 0,1-1 0,0 1-1,0 0 1,-1 0 0,1-1 0,0 1 0,-1 0 0,1 1 0,-1-1-1,1 0 1,-1 0 0,0 1 0,0-1 0,1 0 0,-1 1-1,0-1 1,0 1 0,0 0 0,0-1 0,-1 1 0,1 0 0,0-1-1,-1 1 1,1 0 0,-1 0 0,0 0 0,0 0 0,1-1 0,-1 1-1,0 0 1,0 0 0,-1 2 0,-3 104-332,1-73 211,2 0 0,3 36 0,-2-67 161,0 0 0,1 0 0,-1-1 0,1 1 0,0 0 0,0 0 0,1-1 0,-1 1 0,1-1-1,-1 1 1,1-1 0,0 0 0,0 0 0,1 0 0,-1 0 0,1 0 0,-1 0 0,6 4 0,-4-5 53,0 0 0,0-1 1,0 1-1,0-1 1,1 0-1,-1 0 0,0 0 1,1-1-1,-1 1 0,0-1 1,1 0-1,-1 0 0,0-1 1,1 1-1,-1-1 0,8-2 1,62-20 874,125-54-1,-54 18-900,12 8-1674,10-4-3900,-117 38 1182,5 4-2343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07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922 351 10049,'1'-141'5447,"0"123"-4223,0 0-1,-2 0 0,0 0 1,-1 1-1,-7-33 1,-4-5 2473,12 54-3579,0-1 0,0 1 0,0 0 0,0 0 0,0 0 0,0 0 1,-1 0-1,1 0 0,0 0 0,0 1 0,-1-1 0,1 0 0,-1 1 0,1-1 0,0 1 0,-1-1 0,1 1 0,-1 0 0,1 0 0,-1-1 0,-1 1 0,-4 5 114,0 0 1,1 1 0,-1-1-1,1 1 1,1 1 0,-9 10 0,1-2 101,-38 49 405,-59 97 1,52-72-546,-194 296-194,32 20 0,197-356 0,3 1 0,2 1 0,2 1 0,-9 55 0,21-87 0,1 0 0,1 1 0,1-1 0,0 1 0,2-1 0,1 0 0,0 1 0,1-1 0,1 0 0,1 0 0,1-1 0,1 0 0,18 36 0,-13-36 0,2 0 0,0 0 0,1-1 0,1-1 0,1-1 0,0 0 0,1-2 0,1 0 0,35 20 0,-10-10 0,1-2 0,1-2 0,74 21 0,-33-18 2,2-4 0,0-4 0,148 7 0,-74-20-23,188-22 0,-250 8-1299,146-35-1,-77-5-3455,-8-19-4871,-73 25-3038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08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3165 780 4492,'-3'-28'772,"1"-1"1,3-50-1,-1 67-500,0 1 0,-1-1 0,0 0 0,-1 0 0,0 1 0,-1-1 0,-1 1 0,1 0 1,-2 0-1,1 0 0,-8-10 0,-9-15 723,-47-58 0,46 66-717,1-1-32,-2 2 0,0 0 0,-2 2-1,-1 1 1,-1 1 0,-1 1-1,-1 1 1,-1 2 0,0 1-1,-2 1 1,0 2 0,-1 1-1,0 1 1,-1 2 0,-50-9-1,39 13 92,0 3-1,0 2 0,0 2 0,0 1 0,0 3 0,-71 15 0,52-4 157,1 2 1,0 4-1,-115 55 0,118-43-42,2 3 0,2 2 0,1 2 0,2 3 0,2 3 0,-60 67 0,-2 21 655,-121 183 0,73-72-6,-240 491 0,318-549-849,9 3-1,8 3 0,-64 311 0,114-413-195,3 1-1,4 0 1,5 1-1,3-1 0,21 164 1,-11-199-31,3-1 0,3 0 0,2-2 1,29 64-1,-26-76 2,1-2 1,3 0 0,1-1-1,1-2 1,58 63 0,-47-64-11,2-1-1,1-2 1,1-1 0,2-3 0,64 34 0,-42-31-4,2-3 0,0-3 1,95 23-1,-22-19 5,2-7 1,0-6-1,202-1 0,-153-17-8,1-8-1,-2-9 0,0-7 1,-2-9-1,330-105 1,-406 98-18,-2-4 0,-1-5 0,-4-5-1,-1-4 1,-4-5 0,-2-4 0,158-144 0,-180 138-1,-4-2 0,-3-4 0,-3-2 0,-4-4 1,59-109-1,-87 131-2,-3-1 1,-3-2 0,-2-1 0,-4-1-1,-3 0 1,-3-2 0,-2 0 0,4-105-1,-16 115-3,-2-1 0,-4 0 0,-2 1-1,-2-1 1,-4 2 0,-2-1-1,-3 2 1,-2 0 0,-3 1-1,-2 1 1,-3 2 0,-2 0 0,-2 2-1,-3 1 1,-2 2 0,-47-50-1,19 33-71,-3 4-1,-3 2 1,-2 4-1,-3 3 1,-84-46-1,34 32-280,-2 5-1,-215-72 1,186 85-439,-3 8 0,-181-25 0,207 50-1959,-177 1 0,160 23-3651,24 14-4146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09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1505 7233,'-28'17'1962,"23"-13"1804,44-30 1169,6-3-3699,222-74 1919,-129 54-2358,1648-615 2933,-1588 590-3734,268-103 383,-14-27-1638,-435 195 1058,7-2-432,-2 0 1,0-2-1,0 0 0,-1-1 1,-1-2-1,30-27 1,-48 41 232,-1 0 0,0 1 1,1-1-1,-1 0 1,0 0-1,0 0 0,0 0 1,0 0-1,0 0 1,0 0-1,-1 0 0,1-1 1,-1 1-1,0 0 1,1 0-1,-1 0 0,0-1 1,0-2-1,0 1-753,0-20-8418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0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12841,'3'2'2012,"134"98"5708,-19-13-5372,208 112 405,53 36-1294,-286-170-1181,-3 3 0,-2 5 0,85 92 0,-139-128-208,-2 1 0,-1 2 0,-2 1 0,-2 1 0,-2 2 0,-1 0-1,-3 2 1,-1 0 0,19 72 0,-29-77-47,-2 1 1,-1 0-1,-2 1 0,-3-1 0,-1 1 1,-1 0-1,-3-1 0,-2 1 0,-1-1 1,-3 0-1,-1-1 0,-1 0 0,-3-1 1,-32 66-1,13-48-71,-2-2 0,-4-1 0,-1-2 1,-3-1-1,-94 87 0,-281 195-1739,-34-10-2233,299-218 146,0-4-3323,38-28-3947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10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1 365 5881,'3'-2'573,"0"-1"1,0 0-1,0 0 1,-1 0-1,1 0 1,-1 0-1,4-5 1,9-12 1681,31-37 789,-36 43-2070,1 0-1,22-22 0,42-22 1806,-51 31-1987,-22 25-476,2-1-68,-1 2-90,-1 0 0,0 0 0,0 0 0,0-1 0,0 1 0,-1-1 0,1 1 1,0-1-1,0 0 0,1-2 0,3-32 194,-6 33-227,17-9 177,-13 9-267,0 0-24,-1 1 0,1-1 0,-1 0 0,0 0 0,1 0 0,-1-1 0,-1 1 0,5-6 0,-3 28-61,-4-18 56,1 0 0,-1 0-1,0 0 1,1 0-1,-1 0 1,0 1-1,0-1 1,1 0-1,-1 0 1,0 0 0,0 0-1,-1 1 1,1-1-1,0 0 1,0 0-1,0 0 1,-1 0-1,1 0 1,-1 0 0,1 1-1,-1-1 1,1 0-1,-1 0 1,-1 1-1,-23 35 433,23-35-429,31-19-13702,19-8 4359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33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301 667 4300,'-10'6'748,"-1"-1"-1,0 0 1,0-1-1,0 0 1,0-1-1,-1 0 1,1-1-1,-1 0 1,0-1-1,1 0 1,-13-1-1,6 0 256,0 2 0,0 0 0,-28 7 0,-2-1 1202,42-8-368,36-6-1195,382-59 447,732-150-527,-265 5-383,-617 137-158,53-15-146,-303 84-796,0-1 0,-1 0 1,0-1-1,13-8 0,-19 9-3293,-2-1 2135,-2 2 289,6-13-6231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33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7897,'34'17'4641,"33"18"-418,-21-13-3813,71 25 1,17-6-31,159 26 0,-235-56-307,257 50 87,-215-37-102,108 40 0,-188-56-54,0 1-1,-1 0 1,0 1-1,0 1 1,-1 1-1,-1 1 1,25 22-1,-29-22 12,-1 1 0,-1 0 0,0 0 0,-1 1 0,0 0-1,-1 1 1,-1 0 0,-1 1 0,8 24 0,-3 0 33,-2 1 0,7 84 0,-7 90 81,-9-176-114,-5 601-77,-59 1-313,52-583 296,-2 0-1,-2-1 1,-3 0-1,-3-2 1,-33 65-1,35-85 49,-3 0 1,0-1-1,-3-2 1,0 0-1,-2-2 1,-2-1-1,0-1 1,-49 36-1,30-32 24,-2-2 0,-1-2-1,-1-2 1,-107 37 0,44-28-179,-164 30-1,1-30-2038,94-26-3716,106-7-467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34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88 12797,'-10'-39'4857,"10"21"-7902,3 0-1163,14 6-3209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35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1167 12201,'-14'-1'3830,"29"-2"467,-6 1-4619,-6 2 3113,-4-6-2592,0 0-1,0 0 0,-1 0 1,0 0-1,0 0 0,-1 1 1,1-1-1,-8-10 0,-9-25 794,15 28-820,1-1 0,1 1 0,0-1 0,1 0 0,1 0 0,0 0 1,1 1-1,4-27 0,5-8 18,20-55 0,-23 81-134,73-200 182,29-40-110,-32 84-43,-74 170-103,0 1 1,0-1-1,1 1 0,0 0 1,0 0-1,1 0 0,-1 1 1,9-8-1,-12 12 34,-81 238 0,50-160 27,-24 94 0,40-118-38,9-35-5,0 0 0,1 0 0,0 1 0,2 0 0,0-1 0,1 1 0,2 26 0,1-25-196,1 1 1,0 0-1,2 0 1,0-1-1,2 0 1,11 25-1,69 157-6166,-46-99 900,-23-58 870,-3-1-2613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35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731 452 4352,'-19'-145'4780,"15"28"-1762,4 78-1627,-8-67 1,8 104-1367,0 0 1,0 0-1,0 0 1,0 1 0,-1-1-1,1 0 1,-1 0-1,1 0 1,-1 1-1,0-1 1,0 0 0,0 1-1,0-1 1,0 1-1,0-1 1,0 1 0,0-1-1,-1 1 1,1 0-1,0 0 1,-1-1-1,1 1 1,-1 0 0,0 0-1,1 0 1,-1 1-1,0-1 1,1 0-1,-1 1 1,0-1 0,0 1-1,0-1 1,1 1-1,-1 0 1,0 0-1,0 0 1,0 0 0,-2 0-1,-4 2 19,0 0 1,0 1-1,1-1 0,-1 1 0,1 1 0,-1 0 0,-11 8 0,-12 9 115,0 2-1,-44 45 0,-46 63 132,84-88-233,3 3 0,2 1 0,2 1-1,1 2 1,4 0 0,1 2 0,3 1-1,1 1 1,4 0 0,1 1 0,4 1 0,-8 79-1,14-60-341,3 1-1,4 0 0,3 0 0,3 0 1,4-1-1,3-1 0,3 0 0,50 129 1,119 212-2495,-66-156 275,-50-98-465,-1 1-1006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3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5292,'30'132'501,"-26"-77"-349,-11-7-612,-6-9-1169,-4 0 757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36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945 19 4512,'16'-15'860,"-15"14"-821,0 1 0,0-1 0,0 1 0,0 0 0,0-1 0,0 1 0,0 0-1,0 0 1,0-1 0,0 1 0,0 0 0,0 0 0,0 0 0,0 0 0,0 0-1,0 1 1,0-1 0,0 0 0,0 0 0,0 1 0,0-1 0,1 1-1,1 0 69,14 1 90,-14-1-139,-4 3 75,-8 11-22,0 0 1,-1-1-1,0 0 0,-1-1 0,-1 0 0,-22 20 0,-14 16 149,-15 29 100,-80 130-1,67-93-139,-53 91 139,-50 71-354,-33-16-858,164-207-2749,34-39 1939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36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9557,'44'-54'556,"-17"36"-316,10 3-620,-1 3-456,-9-9-472,-7-1-948,7 1-333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37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2921 62 5012,'-121'-44'1000,"109"39"-776,0 2 0,-1 0 0,1 0 0,-1 2 0,0-1 1,1 1-1,-1 1 0,0 1 0,0-1 0,1 2 0,-1 0 0,1 0 0,-15 5 0,25-6-215,-62 19 661,0 3 1,2 2-1,-97 55 0,117-58-497,-82 48 145,2 5-1,4 5 0,4 5 1,-112 108-1,87-58-94,6 6 0,-171 237 1,174-189-133,8 6 0,9 5 0,9 5 1,9 4-1,-127 417 0,178-460-135,8 1 0,7 2-1,-10 252 1,36-269 32,7 0-1,6 0 1,7-1-1,40 167 1,-34-226-60,4 0 0,4-1 0,3-2 0,87 156 0,-87-189-19,1-2 0,3-2 0,3-2 0,1-1 0,2-2 0,3-2 0,1-2 0,59 38 1,-53-45-41,2-3 1,1-3 0,1-2 0,1-2 0,2-4 0,72 18 0,-55-22 15,1-4-1,1-3 1,0-4 0,124-4 0,-96-11-1,-1-4-1,-1-5 1,0-4 0,-2-5 0,0-4 0,-2-5 0,175-87 0,-141 46 62,-4-5 1,-4-6-1,-4-6 1,142-136-1,-165 130 137,-5-5 0,-4-4 1,-5-3-1,103-174 0,-110 143 138,-5-3-1,-7-4 1,75-242 0,-115 293-27,-4-1 0,-5-1 1,-4-1-1,-5 0 0,-4 0 1,-4-1-1,-16-142 0,3 162-72,-3 1 0,-4 0 0,-3 1 0,-3 1 0,-5 1 0,-2 2 0,-4 1 0,-3 1-1,-72-103 1,48 95-192,-4 2 0,-4 4 0,-3 2-1,-3 4 1,-3 3 0,-3 4 0,-147-87-1,106 82-1072,-2 6 0,-3 5 0,-3 6-1,-1 6 1,-154-32 0,46 31-3239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37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 12917,'47'-54'2164,"-34"45"-211,-3-3-89,-3 0 4624,3-3-6572,0 3-384,-13 39-5108,0 0 3248,13-3-2669,10 18-3952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38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664 0 14541,'-144'76'2685,"97"-37"-393,13 6-472,-3-3-392,4 10-276,-4 5-216,-6 9-204,2 3-452,8 16-664,-4 2-280,0 1-596,0 2-768,1 13-860,-5-1-2677,15 1-4528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39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4888,'0'33'560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40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40 124 12913,'-20'-18'1864,"10"3"-400,0 3-295,24-3-297,6 0-508,10 6-552,17-6-716,-7 6-593,7-1-743,3 4-1748,7 9-2857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39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8045,'-20'6'628,"6"6"-6317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40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 1 11441,'-124'9'1844,"84"6"-244,0 3-336,3-6-315,-3-3-393,-1 6-468,4-3-704,1 3-601,22-9-239,-16-6-888,0 0-1200,13 3-2037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16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12349,'0'0'3648,"-4"1"-2072,-2 1-1236,4-2-223,0 0-1,0 0 0,0 0 1,1 0-1,-1 1 0,0-1 1,0 1-1,0 0 0,1-1 1,-1 1-1,0 0 0,1 0 1,-1 0-1,1 0 0,-1 0 1,1 0-1,-1 0 0,1 1 1,0-1-1,0 1 0,0-1 1,0 1-1,0-1 0,0 1 1,0-1-1,0 1 0,0 0 1,1-1-1,-1 1 0,1 0 1,-1 0-1,1 0 0,0 0 1,-1-1-1,1 1 0,0 0 1,0 0-1,1 0 0,-1 2 1,2 91 3050,19 136 0,1-3-906,-20 347-1404,-5-132-327,36-3-312,-30-423-230,9 71-1523,3-1-1,35 108 0,-41-169 978,1 0 0,1-1-1,1 0 1,1-1 0,2 0-1,0-1 1,1-1 0,1 0 0,2-2-1,0 0 1,33 28 0,10-5-6382,-4-13-4585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16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13749,'0'0'1818,"0"4"-149,0-1-1423,0 0-1,0 0 0,0 0 1,0 0-1,0 0 0,0 0 1,1 0-1,0 0 0,0 0 1,-1 0-1,2 0 0,-1 0 1,0 0-1,0-1 0,1 1 1,0 0-1,-1-1 0,1 1 0,0-1 1,0 0-1,1 0 0,-1 0 1,4 3-1,30 17 903,1-2 0,78 31 0,-78-37-897,-1 1 0,-1 2 0,0 2 0,33 24 0,-59-37-222,0 2-1,0-1 1,-1 1 0,0 0-1,0 1 1,-1 0-1,0 0 1,0 1 0,-1 0-1,0 0 1,-1 0-1,0 1 1,-1-1 0,0 1-1,-1 1 1,0-1-1,-1 0 1,0 1 0,0-1-1,-2 1 1,1-1-1,-1 1 1,-1-1 0,0 1-1,-1-1 1,0 1-1,-1-1 1,-5 16 0,-10 14-169,-1-1 1,-2-1-1,-47 66 1,15-24-1338,46-70 779,-34 52-1276,17-36-1403,-1-7-4207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16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10709,'6'-1'458,"-1"0"-1,0-1 1,1 0-1,-1 0 1,0 0 0,6-4-1,-7 3-201,0 1 0,0 0 0,0 0 0,0 1-1,0-1 1,1 1 0,-1 0 0,0 0 0,1 0-1,5 0 1,75 1 1233,0 5-1,114 19 0,-180-20-1421,-1 0-1,0 1 1,-1 2-1,1-1 1,-1 2-1,0 1 1,-1 0-1,0 0 0,-1 2 1,20 17-1,-27-22-45,-1 1-1,0 1 1,0-1-1,-1 1 0,0 1 1,0-1-1,-1 1 1,0 0-1,-1 0 0,0 0 1,0 0-1,-1 1 1,0 0-1,-1 0 0,0-1 1,-1 1-1,0 1 1,0-1-1,-1 0 0,-1 15 1,-5 13 27,-2 12 110,8-39-49,4-20 15,9-25-2,2 0-1,1 0 1,2 2 0,1 0-1,2 1 1,0 1 0,51-51 0,-67 75-86,0 1 1,1 0 0,-1 0 0,2 0-1,-1 1 1,0 0 0,1 0 0,-1 1-1,1-1 1,0 2 0,8-3 0,-11 4-52,0 0 1,1 1-1,-1-1 1,0 1 0,1 0-1,-1 1 1,0-1-1,1 1 1,-1-1-1,0 1 1,0 1-1,0-1 1,0 0 0,0 1-1,0 0 1,0 0-1,0 0 1,-1 1-1,1-1 1,4 5 0,6 6-542,0 1 0,-1 0 1,-1 1-1,15 22 0,38 73-7235,-52-85 4796,4 8-4358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17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57 157 3224,'-50'-139'-968,"43"121"276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17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0 576 10337,'9'-8'655,"6"-11"2432,-17 16-724,-8-10-1329,9 10 2975,2 3-3987,5 2 47,0 0 1,-1 0-1,1 0 1,-1 1-1,0 0 1,0 0-1,0 1 1,0-1-1,0 1 1,-1 0-1,0 0 0,0 0 1,6 9-1,4 6 16,-2 2-1,0-1 0,-2 2 0,16 43 0,-22-52-95,1-1 0,1 0 0,-1 0 1,2 0-1,0-1 0,0 1 0,1-2 0,0 1 0,13 12 0,-13-22 10,-2-2-1,1-1 1,0 1-1,-1-1 0,0 0 0,1-1 1,-1 0-1,0 0 0,0 0 0,0-1 1,8-6-1,18-16-1,-2-2 1,-1-1-1,25-34 1,-48 56 2,1-1 0,0 1 0,0 0 1,0 0-1,0 1 0,1 0 0,0 0 0,1 1 0,-1 0 1,1 1-1,0 0 0,0 0 0,1 1 0,-1 0 1,1 0-1,-1 1 0,15-1 0,11 1 0,0 2-1,0 1 1,55 9-1,-5-1 0,-24-5-83,-1-3-1,1-2 0,0-3 0,-1-2 0,91-23 0,-122 23 48,150-45-148,-134 34 101,74-40 0,-95 44 120,-1-1 1,-1-2 0,-1 0-1,33-31 1,-46 37 3,0 0 0,0 0 0,-1 0 0,0-1 0,-1 0 1,0 0-1,-1-1 0,0 0 0,3-13 0,1-12 750,8-62-1,-10 50 589,-1 25-762,-6 24-608,0 0 1,0 0 0,0 0-1,0 0 1,0-1 0,0 1-1,0 0 1,0 0 0,0 0-1,0-1 1,1 1 0,-1 0-1,0 0 1,0 0 0,0 0-1,0 0 1,0-1 0,0 1-1,1 0 1,-1 0 0,0 0-1,0 0 1,0 0 0,0 0-1,1 0 1,-1 0 0,0 0-1,0 0 1,0-1 0,1 1-1,-1 0 1,0 0 0,0 0-1,0 0 1,1 0 0,-1 0-1,0 0 1,0 1 0,0-1-1,0 0 1,1 0 0,-1 0-1,14 26 214,-7-8-276,17 28-1688,2-1-1,1-2 1,36 43 0,-36-46-1073,1 0-3616,-8-14-929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17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7 206 9749,'-6'-21'2064,"9"2"-488,0 1-304,14 0-500,10-6-936,3 3-832,10-6-740,24 0-1920,16-3-2241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18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4 16822,'-6'-1'504,"0"0"0,0 0 0,0 1 0,0-1 0,0 1 0,0 1 0,0-1 0,0 1 0,0 0 0,0 0 0,0 1 1,0 0-1,0 0 0,1 0 0,-1 1 0,1 0 0,0 0 0,-5 4 0,4-2-106,0 0 0,1 0-1,-1 1 1,2 0 0,-1 0 0,0 0-1,1 0 1,0 1 0,-3 7 0,2 0 44,0 0 1,1 0-1,0 1 1,-2 15 0,-11 121-384,6 0 0,13 231 0,2-313-59,3 0 0,3-1 0,2 0 0,36 106 0,-33-130 0,3 0 0,2-1 0,1 0 0,2-2 0,2-1 0,2-1 0,52 59 0,-60-78-220,2-1 0,0-1 1,1-1-1,1-1 0,0-1 0,50 24 0,-37-24-506,1-1-1,0-2 1,0-2-1,56 8 1,-16-10-804,1-4 0,-1-3 0,1-3 0,115-19 0,-20-7-5017,7-9-3868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18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12 12505,'-3'-2'462,"-1"1"0,1-1 0,0 1 0,-1 0 1,1 0-1,-1 0 0,0 0 0,1 1 0,-1-1 0,0 1 0,1 0 0,-1 0 0,0 0 0,1 1 0,-1-1 0,0 1 1,-3 1-1,3 0-151,0 1 0,0-1 1,0 1-1,0 0 0,0 0 0,1 1 1,-1-1-1,1 1 0,0 0 1,0 0-1,1 0 0,-5 7 1,2-3-314,1 0 1,0 1-1,0 0 1,1 0 0,0 0-1,0 0 1,1 0-1,0 1 1,1-1 0,0 1-1,1-1 1,0 1-1,0-1 1,1 1 0,0-1-1,0 0 1,5 15-1,-3-15-578,1 0 0,0 0 0,0 0-1,0-1 1,1 0 0,1 0-1,7 10 1,-6-10-672,1-1-1,-1 0 1,1 0-1,1 0 1,-1-1-1,19 10 1,9 0-7199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18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1 10777,'-47'30'2704,"-10"-21"305,20 18-177,4 0-544,6 6-404,-7 6-384,4 10-376,0-1-204,3 6-295,7 3-525,7-2-997,13-1-779,7-6-1536,13-3-3281,13 4-6008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1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1232 5456,'0'0'7599,"10"-9"-5787,-9 7-1091,1 1 0,-1 0-1,0 0 1,0 0 0,0 0-1,-1-1 1,1 1 0,0-1-1,0 1 1,-1 0 0,2-3-1,3-33-544,-3 19 475,-1 15-487,-1 1-340,1-4 170,0 0 1,-1-1-1,0 1 0,-1-12 0,0-6-45,1 23 51,0 1-1,0-1 1,0 0-1,1 1 1,-1-1-1,0 1 1,0-1-1,1 1 1,-1-1-1,0 1 0,1-1 1,-1 1-1,1-1 1,-1 1-1,1 0 1,-1-1-1,1 1 1,-1-1-1,1 1 1,-1 0-1,1 0 1,-1-1-1,1 1 1,-1 0-1,1 0 1,0 0-1,-1 0 1,1-1-1,-1 1 1,1 0-1,0 0 0,-1 0 1,2 0-1,19 3-96,-7 4 92,-12-5 57,18-2-78,-19 0 133,0 0 0,0 0 0,0 0 0,-1 0 0,1 0 0,0 0 1,0 0-1,0 0 0,0 0 0,-1 0 0,1 0 0,0-1 0,0 1 1,-1 0-1,1-1 0,0 1 0,0 0 0,-1-1 0,1 1 0,0-1 1,-1 1-1,1-1 0,-1 1 0,1-1 0,0 0 0,-1 1 1,1-1-1,-1 0 0,0 1 0,1-1 0,-1 0 0,0 0 0,1 1 1,-1-1-1,0 0 0,0 0 0,0 0 0,1 1 0,-1-1 0,0 0 1,0 0-1,0 0 0,0 1 0,-1-2 0,2-3-737,4-16 704,1 1-1,0 0 1,2 0 0,0 0 0,2 1 0,14-25 0,60-97 32,93-172-64,-151 260-81,-2-1 0,-3-1 1,28-114-1,-48 165 36,0-1 0,-1 1 0,1-1 1,-1 1-1,0-1 0,0 0 0,0 1 1,0-1-1,-1 1 0,0-1 0,0 1 1,0 0-1,-1-1 0,1 1 0,-3-5 1,2 7 0,1 0 1,-1 0 0,0 0-1,0 0 1,0 1 0,0-1-1,0 1 1,0-1 0,0 1-1,0 0 1,0-1 0,-1 1-1,1 1 1,0-1 0,-1 0-1,1 0 1,-1 1 0,1-1-1,-1 1 1,1 0 0,-1 0-1,1 0 1,-1 0 0,1 0-1,-5 2 1,-3 0 14,1 0-1,0 2 1,0-1 0,0 1-1,0 0 1,1 0-1,-1 1 1,1 1 0,0-1-1,1 1 1,-1 1 0,-6 7-1,-12 13 242,-39 54-1,36-39 50,1 1 0,3 1-1,-36 86 1,33-57 239,-32 140 0,51-171-478,2 1 0,2 0-1,1 0 1,3 0 0,1 0 0,2 1 0,2-1 0,2 0 0,2-1 0,2 0 0,2 0 0,1-1 0,2 0 0,2-1 0,31 53 0,-12-38-178,2-1 0,62 67 0,101 83-607,40 47-6,-227-236 521,-1 1-1,-1 1 1,-1 0 0,0 0-1,-1 1 1,-1 0 0,8 24-1,-15-35 109,0-1 0,-1 1 0,1 0 0,-2 0 0,1-1 0,-1 1 0,0 0 0,0 0 0,-1 0 0,0 0 0,0-1 0,0 1 0,-1 0 0,0-1 0,-1 0 0,1 1-1,-1-1 1,0 0 0,-1 0 0,1 0 0,-1-1 0,0 1 0,-1-1 0,-9 9 0,2-4-76,0 0 0,0-1 0,-1 0 0,0-1 0,-24 10 0,-76 25-502,97-37 595,-27 8-435,-1-2 0,-85 13 1,104-22-34,0-1 1,0-2-1,0 0 1,0-2-1,0 0 1,-44-12-1,59 12 137,1-1 1,0-1-1,0 0 0,0 0 1,1-1-1,-1 0 0,1 0 1,-11-10-1,13 10-269,1 0-1,0 0 1,0-1 0,1 0-1,0 0 1,0 0-1,-3-7 1,-10-37-6866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1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88 7505,'41'15'2229,"-75"15"6191,29-25-8154,1 0 1,-1 1 0,1-1-1,1 1 1,-1 0 0,1 0-1,0 1 1,0-1-1,1 1 1,0-1 0,0 1-1,0 0 1,0 8 0,-8 31 240,6-32-400,1 0 0,0 1 0,-1 25-1,3 9 25,0-26-141,1 0 0,1 0 0,4 28 0,-4-45 1,0 1-22,0 0 1,1 1-1,0-1 1,0 0-1,1 0 1,4 10-1,-5-15 25,0 0 0,-1 0 0,1 0 1,0 0-1,0-1 0,0 1 0,0 0 0,0-1 0,0 0 1,0 1-1,1-1 0,-1 0 0,1 0 0,-1 0 0,0 0 1,1-1-1,-1 1 0,1-1 0,0 1 0,-1-1 0,1 0 1,4 0-1,23-3-17,0 0 1,0-2 0,-1-2-1,37-12 1,-18 6 14,93-23 175,-26 7 214,188-71 0,-285 92-266,0-1 0,0-1 0,0 0 0,-1-1-1,24-21 1,-36 28-83,-1-1-1,1 1 1,-1-1-1,1 0 1,-1 0-1,-1 0 1,1-1-1,-1 0 1,0 1-1,0-1 1,-1 0-1,0 0 1,0-1-1,0 1 1,-1 0-1,0-1 1,0 1-1,0 0 1,-1-1-1,-1-11 1,0 7-560,0 1 0,1-1 0,0 0-1,1 1 1,0-1 0,0 1 0,1 0 0,0-1 0,1 1 0,1 0-1,-1 0 1,1 1 0,1-1 0,6-9 0,8-8-4128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2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34 462 8101,'0'0'245,"-1"1"0,1-1 0,0 1 0,0-1 0,-1 1 0,1-1 0,0 0 0,-1 1 0,1-1 0,0 0 0,-1 1 0,1-1 0,0 0 1,-1 1-1,1-1 0,-1 0 0,1 0 0,-1 0 0,1 1 0,-1-1 0,1 0 0,-1 0 0,1 0 0,-1 0 0,1 0 0,-1 0 0,1 0 0,-1 0 0,1 0 0,-1 0 0,1 0 1,-1 0-1,1 0 0,-1-1 0,1 1 0,0 0 0,-1 0 0,1 0 0,-1-1 0,1 1 0,-1 0 0,1-1 0,0 1 0,-1 0 0,0-1 0,-13-5 1767,29-21-536,-4 5-1339,1 0 0,24-34-1,-20 34-131,-7 9 0,0 0-1,1 1 1,1 0 0,0 0-1,21-16 1,15-6-41,-45 33 34,-1 3-1,0 0 2,-1 1 0,1-1 1,-1 1-1,1-1 0,-1 0 1,0 1-1,0-1 0,0 1 0,0-1 1,0 1-1,-1 2 0,-21 23 19,21-27-16,-14 18-4,1 1-1,1 0 1,-14 28-1,14-22 1,12-25 6,0 0 1,1 1-1,-1 0 0,1-1 1,0 1-1,-1-1 0,1 1 1,0-1-1,0 1 0,0 0 1,0-1-1,0 1 0,0 0 1,0-1-1,1 1 0,-1-1 1,1 1-1,-1-1 0,1 1 1,0-1-1,-1 1 0,1-1 1,0 1-1,0-1 0,0 0 1,0 0-1,0 1 0,0-1 1,2 1-1,-1 1 8,2-4-31,9-1 25,0 0 1,0-1-1,-1-1 0,1 0 1,-1 0-1,0-2 0,-1 1 1,1-1-1,-1-1 0,0 0 1,-1-1-1,1 0 1,-2 0-1,1-1 0,-1-1 1,0 1-1,-1-1 0,-1-1 1,14-21-1,-11 11 13,-1 0 0,-1-1 0,-1 0 0,-1 0 0,0 0 0,-2-1 0,3-41 0,-1 13 357,-5 47 47,2 5 2,2 2-335,-1 0 1,1 0-1,-1 1 1,0-1 0,0 1-1,0 0 1,-1 0 0,1 0-1,-1 1 1,0-1-1,0 1 1,-1 0 0,1 0-1,2 8 1,4 13 330,11 43 1,-16-53-286,28 96 510,18 86 35,-44-167-618,-2-1-1,-2 2 1,0-1-1,-6 57 1,3-78-48,-1 9 18,0 0 0,-2 0 0,0 0 0,-1 0 0,-15 35 0,9-30-169,-1-1 0,-1-1 0,-29 40 0,34-53-192,0 0 0,0 0 0,-1-1-1,0 0 1,-1-1 0,1 0 0,-1 0 0,0-1-1,-1 0 1,-19 7 0,25-11 184,0 0-369,-1 0 0,0 0 0,1 0 1,-1-1-1,0 0 0,0 0 0,0 0 0,0-1 1,0 0-1,0 0 0,0 0 0,-6-2 0,-7-3-5286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2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 12249,'-28'28'2919,"25"-25"-2514,-1 0 0,1 0 1,-1 1-1,1-1 0,0 1 1,0 0-1,1-1 0,-1 1 1,-3 8-1,-1 7 599,1 1 0,0 0-1,2 1 1,-4 36 0,2 87 1546,5-110-2118,-13 480 2419,15-456-3701,3-1 0,2-1-1,3 1 1,16 58-1,-13-60-760,6 18-1705,1-27-5856,-9-25 434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2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0 281 11977,'249'-67'6302,"-44"-15"-3441,81-27-370,-268 103-2319,0 1-1,0 1 0,1 1 0,-1 0 0,1 2 0,23 0 0,-34 2-136,1 0 1,0 0 0,-1 0 0,0 1-1,1 1 1,-1 0 0,0 0 0,0 0-1,0 1 1,-1 0 0,1 0-1,-1 1 1,0 0 0,0 1 0,10 10-1,-5-2-381,-1 0 0,-1 0-1,-1 1 1,0 0-1,9 21 1,7 26-3386,-5-1-4118,-10-28-906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2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0 172 5529,'34'-90'288,"-21"44"-2025,4 10 641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3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1 10281,'-17'25'2550,"-38"44"-1,33-43-347,-21 32-1,-75 153 3330,85-139-4479,2 3-1,-30 114 1,53-158-877,2 1 0,1 0 0,1 0 0,1 36-1,4-49-148,0 0 0,1 0 0,1 0 0,0 0-1,2 0 1,0-1 0,1 1 0,9 18-1,-11-31-49,0 0 0,0 0 0,1-1 0,0 1-1,0-1 1,0 0 0,0 0 0,1-1-1,0 1 1,0-1 0,0-1 0,0 1 0,1-1-1,-1 0 1,1 0 0,0-1 0,0 0 0,0 0-1,0-1 1,9 1 0,13 2-87,0-2 0,1-2 1,42-3-1,-23-3-166,0-1 0,-1-3 0,59-19-1,135-60-703,-199 71 870,53-14-58,-93 31 211,0 0 1,-1 0 0,1 0-1,0 1 1,-1 0 0,1-1-1,0 1 1,0 0 0,-1 0-1,1 0 1,4 1 0,-7 0-21,1-1 1,-1 0 0,1 0-1,0 1 1,-1-1 0,1 0 0,-1 1-1,1-1 1,-1 1 0,1-1-1,-1 1 1,1-1 0,-1 1-1,1-1 1,-1 1 0,0 0-1,1-1 1,-1 1 0,0-1-1,0 1 1,1 0 0,-1-1-1,0 1 1,0 0 0,0-1 0,0 1-1,0 1 1,0 4 105,-1-1 0,-1 1-1,1 0 1,-1 0 0,0-1 0,0 1 0,-4 6 0,2-3-45,-5 11 180,-6 12 141,2 0 0,-17 67 0,28-91-391,0 0 0,1 0 0,0 0 0,0 0 0,1 0-1,0 0 1,0 0 0,1 0 0,0 0 0,1 0 0,0 0 0,0-1 0,1 1 0,-1 0 0,2-1 0,-1 0 0,1 0 0,7 11 0,-4-11-164,-1-1-1,1 0 1,1 0-1,-1 0 1,1-1 0,0 0-1,0 0 1,0-1-1,1 0 1,16 4 0,0 0-638,1-2 1,42 5-1,-18-6-1101,0-3-1,69-5 1,25-16-5869,-49-1-2024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3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7325,'1'-1'127,"0"0"0,1 0 1,-1 0-1,0 0 1,1 0-1,-1 0 0,1 1 1,-1-1-1,1 1 0,-1-1 1,1 1-1,-1-1 1,1 1-1,0 0 0,-1 0 1,1 0-1,-1 0 0,1 0 1,0 0-1,2 1 0,16-1 643,-1-2-628,0 1 0,0 1 0,0 0 0,0 2 0,30 6 0,91 30-1440,-101-27 851,-21-5-31,36 15-1,-51-20 641,-6 0-93,3-1-73,-2 0-19,0 0 0,0 1 0,0-1 0,0 1 0,0 0 0,0-1 0,0 1 0,0 0 0,0 0 0,0 0 0,-3 3-1,-11-16-1816,7 2-110,7 8-145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3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50 8537,'7'-6'484,"-3"2"-19,1 0 0,0 0 0,-1 1 0,1 0 0,0 0 0,0 0 0,8-2 0,-9 4 1401,-2-1-263,4-2-1185,-5 3-260,-1 0 1,1 1 0,0-1-1,0 1 1,-1-1-1,1 1 1,0-1 0,0 1-1,0 0 1,0-1 0,-1 1-1,1 0 1,0-1-1,0 1 1,0 0 0,1 0-1,-1 1-39,0-1 0,0 1 0,0 0 0,0 0 0,-1 0 0,1 0 0,0 0-1,-1 0 1,1 0 0,-1 0 0,1 0 0,-1 1 0,0-1 0,1 0 0,-1 0 0,0 0 0,0 0-1,0 3 1,3 13 492,-2 1 0,0 0 0,0-1 0,-2 1 0,-3 18-1,-18 94 1185,16-101-1496,-14 53 453,-30 78 0,25-87-2135,-22 111 0,44-168 661,1 0 1,1 0 0,0 0 0,2 23-1,11 12-3064,-9-44 2262,0 1 0,0-2 1,1 1-1,8 12 0,19 16-6560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3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0 11917,'-67'118'2108,"50"-82"-336,-6 3-295,-1 0-285,4 4-352,7-1-132,0 6-180,2-3-384,1 3-620,4-2-920,12-4-908,4-3-2549,14 0-3820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4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2111 1 13833,'-23'1'995,"0"1"-1,-25 5 1,39-5-309,0 0 1,0 1-1,-1 0 1,1 1 0,1 0-1,-1 0 1,-15 11-1,21-12-399,0 0 0,0 0 0,0 0 1,0 1-1,1-1 0,-1 1 0,1-1 0,0 1 0,0 0 0,0 0 0,1 0 0,0 0 0,-1 0 0,0 8 0,0 4 234,0-1 0,1 25 0,1-35-334,5 74 760,3 0 1,4 0 0,22 78 0,2 13-402,1 100-465,-35-222-85,-1 1 0,-2 0 0,-13 77 0,2-72-82,-1-1 0,-4 0 0,-1-1 0,-3-1 0,-2-1 0,-2-1 0,-51 75 0,25-54-224,-3-1 0,-3-3 0,-3-3 0,-77 63 0,61-65-949,-4-4 0,-1-3 0,-3-4 0,-146 64 0,-378 109-10040,321-134 1348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6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1361 11265,'-6'-3'676,"1"0"-1,0-1 1,0 0 0,0 0 0,0 0-1,0-1 1,1 1 0,0-1-1,0 0 1,0 0 0,0-1 0,1 1-1,0-1 1,-4-10 0,-7-10 1340,11 20-1815,1 0 1,-1 0-1,1 0 1,1 0-1,-1-1 1,1 1-1,0 0 0,0-1 1,1 1-1,0-8 1,1-1 14,1 1 0,0-1 0,6-20-1,3 2 47,1 1 0,1 0 0,23-39 0,62-86 369,141-222 249,-226 354-863,0-1 1,-1 0-1,-2 0 1,-1-1-1,-1-1 0,-1 1 1,-1-1-1,-2-1 1,1-42-1,-5 68-16,0-1 0,0 1 0,0-1 0,-1 1 0,1-1 0,-1 1 0,0 0 0,0-1 0,-1 1 0,1 0 0,0 0 0,-1 0 0,0 0 0,0 0 0,0 0 0,0 0 0,0 0 0,-1 1 0,1-1 0,-1 1-1,-5-4 1,3 4 10,0 0-1,0 0 0,0 0 0,0 1 0,0 0 1,0 0-1,0 0 0,0 1 0,0-1 0,0 1 1,-1 0-1,1 1 0,0-1 0,-8 3 0,-2 1 61,-1 1-1,1 0 0,0 2 1,1-1-1,0 2 0,0 0 0,0 0 1,-20 18-1,4 0 163,1 0 0,-36 44 0,22-17 55,4 2-1,1 1 0,-40 82 0,35-48 73,-51 156 0,78-192-340,1 0 1,3 2-1,3 0 1,2 0-1,2 0 1,3 1-1,3 0 1,10 82-1,-5-103-25,2 0 0,1-1 0,2 0 0,1 0 0,2-2 0,18 33 0,-17-40-2,1-1 0,1-1 0,1 0 0,1-2 0,1 0 0,1-1 0,1-1 0,26 19 0,-46-38 4,15 12-35,0-1 1,1 0-1,0-2 0,1 0 1,0-1-1,0-1 0,1-1 1,0 0-1,25 4 0,170 24-558,-198-32 530,0-2 0,1 0 0,-1-1 0,0-1 0,0 0 0,0-1 0,0-1 0,31-10-1,-34 9 27,19-7-144,0-2 0,0-1 1,-2-1-1,57-37 0,-30 11-434,74-67 0,-58 36 149,-46 43-378,1 1 0,56-40 0,-80 66 730,0 0 1,0 0 0,0 1-1,0 0 1,1 0 0,-1 0 0,1 0-1,-1 1 1,0 0 0,1 0-1,-1 0 1,1 1 0,6 1-1,27 1-51,-22-4 157,-1 1 1,0 0-1,1 2 1,-1 0-1,0 1 1,0 0-1,0 1 0,0 1 1,-1 1-1,21 10 1,3 2 60,2-2 0,76 19 0,-89-29-49,1-2-1,-1-1 1,1-2 0,-1 0-1,51-6 1,64-10-216,24-16 167,-135 28 27,-1 1 0,60 4 0,-44 0 70,22 1-84,1-4 1,110-14-1,-40-12-734,181-58 0,49-20-778,-288 87 1046,0 3 0,134-5 0,-168 19-369,1-2-1,-1-2 1,0-3 0,57-15 0,-12-3-1048,-20 5-160,86-35 0,-136 46 1771,0 2 0,0 0 0,1 1-1,34-5 1,-3 2 585,0-3 0,55-19 0,-78 20-127,-19 6-72,0 2-1,-1 0 0,21-4 0,77-20-13,-102 27-357,1 0 1,-1-1-1,0 0 1,1-1-1,-1 0 0,0 0 1,0-1-1,-1 0 0,1 0 1,-1 0-1,0-1 0,0 0 1,11-12-1,2-1-1229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6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1123 1201 5236,'63'-30'1391,"-60"28"-1172,1 0 1,-1 0 0,0 0 0,0 0 0,-1-1 0,1 1 0,0-1-1,-1 0 1,1 0 0,-1 0 0,0 0 0,2-5 0,9-11 907,0 2-331,0-1 0,-1 0 0,-1-1 0,-1 0 0,0-1 0,-2 0 0,0-1 0,8-37 0,-3-11 121,-4 0-1,-3-1 1,-3-103-1,-40-210 559,36 376-1431,-1-7 69,-1 0 0,0 0 0,0 0 0,-9-21 0,11 33-62,0-1 1,0 1 0,0 0 0,-1-1-1,1 1 1,-1 0 0,1 0-1,-1 0 1,0 0 0,0 0-1,0 0 1,0 0 0,0 1-1,0-1 1,0 1 0,0-1 0,-1 1-1,1 0 1,0 0 0,-1 0-1,1 0 1,-1 1 0,0-1-1,1 1 1,-1-1 0,1 1-1,-1 0 1,0 0 0,1 0 0,-1 0-1,0 1 1,-2 0 0,-3 1 93,-1 1 1,1 0-1,0 0 1,0 1-1,0 0 1,0 1 0,1-1-1,0 2 1,0-1-1,-7 7 1,-9 11 382,-28 37 0,50-59-509,-487 661 4571,385-501-4501,6 4 1,-128 302 0,192-383-90,4 0 0,3 2 0,5 1 0,-18 145 0,34-180 0,3-1 0,2 1 0,3 0 0,1-1 0,3 0 0,2 0 0,2-1 0,3 0 0,28 70 0,-12-56 0,4-1 0,2-2 0,3-2 0,2-1 0,77 83 0,270 233 0,-365-353 0,403 348-2960,-420-364 2869,28 25-568,-1 2 0,33 39 0,-59-61 498,1-1 0,-1 1 1,-1 0-1,0 1 0,0 0 1,-1 0-1,0 0 0,-1 0 0,-1 1 1,1-1-1,-2 1 0,0 0 1,1 17-1,-3-24 85,0 0 1,-1 0-1,1-1 0,-1 1 1,-1 0-1,1 0 0,0 0 0,-1 0 1,0-1-1,0 1 0,-1-1 1,1 0-1,-1 0 0,-6 8 1,7-10-22,-1 1 1,1-1 0,-1 0 0,0 0-1,0 0 1,0 0 0,0 0 0,0-1-1,0 1 1,0-1 0,-1 0 0,1 0-1,-1 0 1,1 0 0,0-1 0,-1 1-1,1-1 1,-1 0 0,1 0 0,-1 0-1,1-1 1,-7 0 0,6 0-57,0 0 0,0 0-1,0-1 1,0 1 0,0-1 0,1 0 0,-1 0 0,0 0-1,1 0 1,0 0 0,-1-1 0,1 0 0,-3-3 0,2 1-162,0-1 0,1 1 0,0-1 0,0 1 1,0-1-1,1 0 0,-1 0 0,2 0 0,-3-9 1,0-5-889,1 0 1,1 0 0,1 0 0,0 0 0,5-38 0,13-42-5449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7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181 949 7821,'-1'31'750,"2"-20"-343,-1 1 0,-1-1 0,0 0 0,-1 1-1,0-1 1,-7 21 0,-58 130 3985,45-116-3667,3 1 0,1 0 1,-18 81-1,35-122-696,0 0-1,0 0 1,0 0-1,1 0 1,0 0-1,1 0 0,-1 0 1,1 0-1,0-1 1,1 1-1,-1 0 1,1 0-1,4 8 0,-4-11-25,0 0 0,0 0 0,0-1 0,1 1 0,-1 0 0,1-1 0,0 0 0,0 1 0,0-1 0,0 0 0,0-1 0,0 1 0,0 0 0,1-1 0,-1 0 0,0 0-1,1 0 1,-1 0 0,1 0 0,-1-1 0,1 0 0,0 1 0,4-2 0,37-1-15,0-3 1,60-14-1,-52 9 318,77-7 0,-104 16-222,150-11 413,-142 7-382,-1 0 0,0-3 0,44-15 0,-23 2-17,1 3 0,1 3-1,0 1 1,1 4 0,0 2 0,69-2-1,-9 11-118,249-11-1130,-324 6 1009,0-3 0,0-1 1,-1-2-1,0-2 1,-1-1-1,54-27 1,-19 1-8,83-58 1,61-61 57,-93 65 27,-22 7 35,-11 10-747,-80 66 370,-6 4 496,0 0-1,0 1 1,1 0 0,0 0-1,0 1 1,0 0 0,0 0-1,1 1 1,13-4 0,-18 6-55,-1 0 0,0 0 0,0 0 1,0-1-1,0 1 0,0-1 0,0 0 0,0 0 1,0 0-1,-1 0 0,4-4 0,10-7 81,13-7-56,-1-1 0,-1-1 0,-1-1 0,29-33-1,80-119-34,-113 142 26,-2 0-1,23-53 0,-35 69 44,-2-1 0,0 0 0,-1 0 0,0 0 0,-2-1 0,0 1 0,0-20 0,-3 35-56,0 1 0,0 0 0,0-1 1,0 1-1,-1 0 0,1 0 1,-1-1-1,1 1 0,-1 0 0,0 0 1,0 0-1,0 0 0,0 0 1,-1 0-1,1 0 0,0 0 1,-1 1-1,1-1 0,-1 0 0,0 1 1,1-1-1,-1 1 0,0 0 1,0-1-1,0 1 0,0 0 0,0 0 1,0 0-1,0 1 0,-1-1 1,1 0-1,0 1 0,0-1 1,0 1-1,-5 0 0,-4-1 72,1 1-1,0 1 0,-1 0 1,1 0-1,0 1 1,-13 4-1,6 0 38,-1 2-1,1 0 0,1 0 0,0 2 0,0 0 0,0 1 1,1 0-1,1 1 0,0 1 0,1 0 0,-16 21 1,22-25-75,0 2 0,0-1 1,1 1-1,0 0 0,1 1 1,0-1-1,0 1 1,2 0-1,-1 0 0,2 0 1,-1 0-1,2 1 1,-1 20-1,3-22-35,0 1 0,0-1-1,1 0 1,1 0 0,0 0 0,0-1 0,1 1 0,1-1-1,-1 1 1,2-2 0,-1 1 0,2 0 0,-1-1 0,1 0 0,11 11-1,20 14-9,2-1-1,1-2 0,59 35 1,65 47-181,-147-98 149,-1 1 1,0 0-1,-1 1 0,-1 1 1,-1 0-1,19 31 1,-25-33 2,-1 0 0,-1 0 1,0 1-1,-1-1 0,-1 1 1,-1 0-1,0 0 1,-1 1-1,-1-1 0,0 1 1,-2-1-1,0 0 0,-1 1 1,0-1-1,-9 30 0,-3-1-83,-2-1 0,-2 0 0,-2-2 0,-39 64 0,4-24-923,-82 97 1,31-45-4790,103-132 2748,20-15-8394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7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9049,'-10'111'2316,"-3"-38"-184,3-1-252,0 0-303,10-5-293,-3 8-324,-4 4-24,3 5-360,-2-3-220,2 1-528,8-4-612,2-3-644,8-5-420,-1-7-645,4-3-1635,6-5-3101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8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1 170 11817,'209'-82'3933,"-145"52"-1866,-38 17-794,0 1 0,1 2 0,37-11 0,-57 20-1100,1 1 0,0 0 0,0 0 0,0 0 0,0 1 1,0 0-1,-1 0 0,1 1 0,0 0 0,-1 0 0,1 1 0,-1 0 1,0 1-1,0-1 0,0 1 0,0 1 0,-1-1 0,0 1 0,0 0 1,0 0-1,7 10 0,4 8-802,0 1 0,-3 1 0,0 0 0,20 50 0,-8-16-3394,-9-19-2253,0 1-4014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8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 10017,'17'-55'1180,"-10"37"-548,3 3-552,-4 0-376,1 0-520,20 6-2392,16-3-1397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8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1 13033,'-29'23'746,"14"-11"-146,0 0 1,1 0-1,1 2 1,0-1-1,1 2 1,0 0 0,1 0-1,-16 31 1,-9 26 2333,-97 214 4382,113-235-6565,2 0-1,2 2 0,-14 94 1,27-125-675,2 1 0,0 0 0,1 0-1,6 36 1,-5-49-103,1 0-1,0 0 0,1 0 0,0 0 0,1-1 0,0 1 1,0-1-1,1 0 0,0-1 0,1 1 0,0-1 0,10 12 1,-10-16-59,-1 0 0,0 0 0,1-1 1,0 1-1,0-1 0,0-1 1,0 1-1,1-1 0,-1 0 0,0 0 1,1-1-1,-1 0 0,1 0 0,0-1 1,-1 0-1,8 0 0,11-2-361,-1-1-1,46-11 0,15-10-585,33-8-400,-109 31 1047,1 1 0,0 0-1,0 0 1,0 1 0,0 0 0,-1 1-1,1 0 1,10 3 0,-7-1-997,0-1 0,1-1 0,24 2 0,18-4-4428,5 0-3573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8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47 185 17278,'-47'-9'3592,"54"-4"4889,3-2-6581,0 3-384,-7-9-1516,7 3 0,1 9 0,2-3 0,0-3-1484,4 0-1384,-4-3-1033,8 3-3299,-8 3-7130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9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14308 736 6845,'-359'-106'4421,"-648"-180"194,473 170-4214,-4 24 0,-3 23 0,-3 24 0,-2 24 0,-580 52-1,449 30 157,4 29-1,4 30 0,-1189 375 1,-124 278 673,870-210-414,73 118 201,652-360-512,75 0 140,254-252-400,2 2 0,4 3 0,-79 148 0,113-184-145,1 1-1,2 1 1,1 1 0,2 0-1,3 1 1,1 0 0,1 0-1,3 0 1,1 1-1,4 47 1,3-53-26,2-1 0,1 0-1,1 0 1,2-1 0,2 0-1,1 0 1,2-2 0,1 0 0,1 0-1,2-2 1,40 51 0,-14-29 18,2-3 1,2-1 0,3-2 0,1-3-1,87 54 1,-28-28 67,178 79 1,200 41 105,-145-89-315,4-14 0,567 65-1,742-57-614,1023-193 226,-12-199 67,-1205 78-125,-12-55-454,5-118-221,-1075 257 626,615-309 0,-791 333 265,258-184 1,-373 227 183,-3-3 0,-4-4 0,-2-3 0,129-165-1,-177 198 61,-3-2-1,-1-2 0,-3 0 0,-2-2 0,-2-1 0,29-99 1,-42 111 7,-2 0 0,-2 0 0,-1 0 1,-3-1-1,-1 1 0,-1-1 0,-3 0 1,-1 1-1,-3 0 0,-12-49 0,6 49 13,-1 0 0,-2 1 0,-1 0 0,-2 1-1,-2 2 1,-31-42 0,17 32-1,-3 2 1,-1 1-1,-89-74 1,36 49-11,-3 4 1,-3 4 0,-2 5-1,-123-49 1,20 22-25,-4 10 0,-244-52 0,-448-35 55,-849 29-707,-3 156-3810,1216 7-546,41 5-3109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29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 10373,'33'-69'16,"-2"33"-784,9 2-2076,7 7-949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02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1113 215 10009,'2'-6'411,"-1"0"1,0 0 0,0 0-1,0-1 1,-1 1-1,0 0 1,0 0 0,-1 0-1,0 0 1,0-1-1,0 1 1,-1 0-1,0 0 1,0 1 0,0-1-1,-1 0 1,1 1-1,-6-8 1,-3-3 386,8 11-529,-1-1 1,1 1-1,-1 0 1,0 0-1,0 1 1,0-1-1,-1 1 1,1 0-1,-1 0 1,0 1-1,-1-1 1,1 1-1,0 0 1,-8-3-1,-1 3-28,-1 0 0,0 0-1,0 2 1,0 0-1,0 0 1,0 2 0,0 0-1,0 0 1,0 1-1,0 1 1,0 1-1,1 0 1,-25 11 0,-16 9 160,0 3 0,-51 34 0,105-60-398,-81 50 408,-124 101 0,167-119-318,2 1 0,2 2 0,1 2 1,-55 79-1,84-108-83,0 0 1,0 0-1,1 0 1,0 1-1,1-1 1,0 1-1,0 0 1,-1 14-1,3-21-8,1 1 1,0-1-1,0 1 1,0-1-1,0 1 1,0 0-1,1-1 1,0 1-1,-1-1 1,1 0-1,1 1 1,-1-1-1,0 0 1,1 1-1,0-1 1,0 0-1,0 0 1,0 0-1,0 0 1,0-1-1,1 1 1,-1-1-1,1 1 1,0-1-1,0 0 1,4 3-1,4-1 3,-1 0 0,1 0 0,0-1 0,0 0 0,0-1 0,0-1 0,0 1 0,0-2 0,1 1 0,-1-2 0,17-2 0,8-2-5,0-2 0,43-14 0,-23 2 52,-2-2 1,0-2-1,-1-3 0,60-40 0,183-151 768,-8 8 1016,-285 207-1806,0 0 1,0 0 0,1 1-1,0-1 1,-1 1 0,1-1-1,0 1 1,-1 0 0,1 1-1,0-1 1,0 1 0,4-1-1,-7 2-22,1-1-1,-1 0 1,1 0-1,-1 1 0,0-1 1,1 1-1,-1-1 1,0 1-1,0 0 1,0-1-1,1 1 1,-1 0-1,0 0 0,0 0 1,0 0-1,0 0 1,0 0-1,0 0 1,-1 0-1,1 0 0,0 1 1,-1-1-1,1 0 1,0 0-1,-1 1 1,1-1-1,-1 0 1,0 1-1,1-1 0,-1 0 1,0 3-1,1 23-226,-1 0-1,-1 0 0,-2 0 1,-1-1-1,0 0 1,-10 30-1,-10 63-3004,20-81 653,1 45 1,7-3-5332,5-16-3616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02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748 32 10873,'-4'0'1754,"-16"6"-609,1 0 0,-1 1 0,1 1 0,1 1 0,-31 19 0,-35 16 387,43-27-899,-1-2 0,0-1 0,0-2 0,-2-3 1,1-1-1,-1-2 0,-47 1 0,83-8-446,0 1 1,0-1-1,0-1 1,0 1-1,0-2 1,0 1 0,0-1-1,1 0 1,-12-6-1,17 8-152,0 0 0,-1-1-1,1 1 1,0-1 0,0 1-1,0-1 1,0 0 0,0 0-1,0 0 1,1 0 0,-1 0-1,1 0 1,-1 0 0,1-1 0,0 1-1,0-1 1,0 1 0,0 0-1,0-1 1,0 0 0,1 1-1,0-1 1,-1 1 0,1-1-1,0 0 1,0 1 0,0-1 0,0 0-1,1 1 1,-1-1 0,1 1-1,0-1 1,1-4 0,1 0-8,0 0 0,1 0 1,0 0-1,0 1 0,1-1 1,-1 1-1,1 0 1,1 0-1,-1 1 0,1 0 1,0 0-1,0 0 0,0 0 1,9-4-1,-3 4-5,-1 0 0,1 1-1,-1 0 1,1 1 0,0 0-1,0 1 1,1 0 0,20 0 0,-9 3-59,0 0 0,0 2 1,0 1-1,-1 0 1,1 2-1,-1 1 0,0 1 1,-1 1-1,0 0 0,0 2 1,-1 1-1,-1 0 0,0 2 1,26 22-1,-19-13-339,-1 1 1,-2 2-1,0 0 0,-2 2 0,0 1 1,-2 0-1,-2 1 0,-1 1 0,16 39 1,-16-31-18,-9-20 196,0 0 1,0 1 0,-2 0-1,-1 0 1,3 22 0,-7-38 178,-1 1 0,1-1 0,0 0 0,0 0 0,0 0 1,1 1-1,0-1 0,-1-1 0,1 1 0,5 7 0,-5-9 83,0-17 258,0-1 1,-1 1-1,0 0 1,-1-1-1,-1 1 1,-2-16-1,1 15-142,0 0 1,2 0-1,0 0 0,0 0 0,2 0 1,3-17-1,2 10-90,1 0 0,1 0 0,1 1 0,1 0 0,1 1 0,1 1 0,0-1 0,28-28 0,-26 32-62,0 0-1,2 2 1,0 0 0,1 1 0,0 0 0,1 2 0,1 0 0,-1 1-1,32-11 1,-42 19-18,0 0 0,1 1 0,-1 0 0,1 0 0,-1 1 0,1 1 0,-1-1-1,1 1 1,0 1 0,-1 0 0,1 1 0,-1-1 0,1 2 0,-1-1 0,0 1 0,16 8-1,-15-5 7,0 0 0,-1 0 0,1 1 0,-1 0 0,-1 1 0,1 0 0,-1 1 0,-1-1 0,1 2 0,-1-1 0,-1 1 0,0 0 0,7 17 0,-5-7-1,0 1 1,-2 0-1,-1 0 1,0 1-1,2 42 1,-6 116-425,-3-120-68,-12 215-2886,-1-18-4025,17-191 1883,9-4-3282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02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1290 14085,'-22'-6'1704,"-1"1"1,0 1-1,0 1 0,-42-1 0,17 5-883,0 1-1,1 2 1,-1 3 0,1 1 0,0 3-1,1 1 1,-45 19 0,63-19-731,1 1 0,0 2 0,1 0 0,0 2 0,2 1 0,0 0 0,1 2 0,1 1 0,0 1 1,2 0-1,1 2 0,-18 28 0,21-27-17,2 0 0,-19 44-1,29-60-86,1 0-1,0 0 0,0 1 0,1-1 1,1 1-1,-1 0 0,1-1 0,1 1 0,0 0 1,0-1-1,4 19 0,-3-24-7,0 0 0,0 0 0,1 0 0,0 0 0,0 0 0,0 0 0,0-1 0,1 1 0,-1-1 0,1 0 0,0 0 0,0 0 0,0 0 0,6 4 0,-3-3-37,0-1 0,0 0 1,1 0-1,-1 0 0,1 0 0,0-1 1,-1-1-1,9 2 0,2-1-148,0 0 0,0-2 0,0 0 0,-1-1 0,1-1 0,28-6 1,-14-1-8,1-1 1,-2-2 0,0-1-1,0-1 1,-1-2 0,-1 0-1,-1-2 1,0-2 0,-1 0-1,-2-1 1,0-2-1,-1 0 1,35-48 0,-26 26 149,-1-2 1,-3-2-1,-1 0 1,-3-2-1,-2-1 1,-3 0-1,17-71 1,81-442 753,-77 206 1009,-21 157-318,-12 156-701,-3 34-197,-2 11-49,-2 25 320,-80 513 1310,42-350-2064,-58 258 0,-24 152-4194,93-446 276,-2 12-6468,21-85-899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03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6109,'-5'1'1077,"6"0"89,16 4 1274,24 3 1735,-39-7-3975,-1 0-1,1 0 1,0 0 0,-1 0-1,1 0 1,-1 1-1,0-1 1,1 0-1,-1 1 1,0-1 0,0 1-1,0 0 1,0-1-1,0 1 1,0 0-1,0 2 1,2 0 704,-1 0-785,0 0-1,1 0 0,-1 0 0,1 0 0,0 0 0,1-1 1,-1 0-1,0 1 0,1-1 0,0 0 0,0-1 0,0 1 1,0-1-1,0 0 0,0 0 0,1 0 0,-1 0 0,1-1 1,-1 1-1,9 0 0,36 8 167,-1-2 1,54 2-1,105-5-74,-123-4-125,146 2-6,113-1-88,242-13-49,136-16 31,-565 20 37,2474-44 574,-2329 55-560,1185 31 292,-1349-29-748,151 27 0,-285-32-862,-10-3-770,-98-16-6267,39 13 36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08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2035 0 5865,'-13'5'467,"0"0"0,0 0 1,1 1-1,0 0 0,0 1 1,1 1-1,-1 0 1,2 0-1,-17 17 0,-24 15 654,-1-1-1,-79 43 0,-17 12-209,59-29-461,2 5-1,4 4 1,-100 111 0,129-122-321,3 3 0,2 1 0,4 3 0,3 2 0,-38 86 0,64-119-111,1 1-1,1 0 1,3 1-1,1 1 1,3-1-1,1 1 1,-1 57 0,7-69-16,2-1-1,1 1 1,1 0 0,2-1 0,0 0 0,2 0 0,2-1 0,0 0 0,2 0-1,1-1 1,20 31 0,1-8-86,3-2 1,2-1-1,53 50 0,149 117-101,-125-114 161,-27-20 10,-3 3-1,-4 4 1,135 187-1,-180-216 9,-2 2-1,-2 2 1,26 71-1,-41-84-8,-3 1 0,-1 0 0,-3 1 1,9 93-1,-18-79 29,-2 0 0,-3 0 1,-3 0-1,-3-1 0,-3 0 1,-2 0-1,-4-2 0,-2 0 1,-49 106-1,21-75 15,-4-3 1,-4-1-1,-4-3 0,-3-3 1,-101 102-1,-488 408 568,255-248-193,386-336-398,-56 52 122,-117 136-1,166-175-111,2 1 0,1 0-1,0 1 1,2 1-1,1 1 1,1-1 0,1 2-1,1-1 1,2 2-1,-8 47 1,10-3 99,3 0-1,3 0 1,4 0-1,2-1 1,24 100 0,116 345 498,-147-516-613,279 775-1496,-64-269-5738,-95-246-950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58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 16638,'0'15'993,"0"1"0,1-1 0,0 1 0,1-1 1,5 18-1,-4-16 94,0 1 0,-2-1 0,0 1 1,-1 0-1,-5 31 0,-21 91 1993,21-115-2766,-22 94-171,-40 208 19,55-248-315,3 1 1,2 93-1,8-134-812,2-1-1,1 1 1,16 63 0,-13-80-498,1 1 0,16 33 0,-15-40-975,0 0 0,1 0 0,23 26 0,-2-8-8937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58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0 467 11877,'26'-35'550,"-13"15"-106,1 2 0,1-1-1,0 2 1,1 0 0,1 1 0,26-19 0,3 5 375,1 2 0,2 2 1,0 3-1,2 1 0,87-24 0,-9 14-185,155-20-1,-163 37-734,2 5 0,-1 5-1,170 15 1,-248-6-426,-1 3 0,0 1 0,0 2 0,63 23 0,-88-25 18,0 1 0,0 0 0,-1 1 0,-1 1 0,19 15 0,-25-17-169,-1-1-1,0 2 0,0-1 1,-1 1-1,-1 0 0,0 1 1,0 0-1,10 23 0,6 39-5851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58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0 372 12709,'41'-58'2076,"15"43"-415,11-6-337,10-3-328,14-9-736,26-6-556,24-7-1120,10 1-937,23 0-1971,33 0-3329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59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883 1272 10629,'-2'1'220,"1"1"0,-1-1 0,0 0 1,0 0-1,0 0 0,0 0 0,0 0 0,0 0 0,0 0 0,0-1 1,-4 2-1,5-3-84,0 1 0,1-1 0,-1 1 0,0-1 0,0 0 0,0 1 1,1-1-1,-1 0 0,0 0 0,0 1 0,1-1 0,-1 0 0,1 0 1,-1 0-1,1 0 0,-1 0 0,1 0 0,0 0 0,-1 0 0,1 0 0,0 0 1,0 0-1,0 0 0,0 0 0,0 0 0,0-2 0,-1 0 124,1 1-1,-1-1 1,0 0-1,0 0 1,0 1-1,0-1 0,-1 0 1,1 1-1,-1-1 1,1 1-1,-1 0 1,0 0-1,0-1 1,0 1-1,0 0 1,0 1-1,0-1 1,-4-2-1,1 1 28,-1 1 0,0-1 0,1 1 0,-1 0 0,0 1 0,0-1 0,0 1 0,-8 0 0,-9 0 104,0 1 0,1 2 0,-34 5 0,50-6-325,-44 9 64,1 1-1,0 3 1,1 2 0,0 1-1,2 3 1,0 2-1,2 2 1,0 2 0,-64 50-1,94-65-422,1 1 1,-23 25-1,34-34 213,-1 0-1,1 0 1,0 0-1,-1 0 1,1 0 0,1 0-1,-1 0 1,0 1 0,1-1-1,0 1 1,0-1 0,0 1-1,0-1 1,0 1 0,1 0-1,0-1 1,-1 1 0,1 0-1,1-1 1,0 8 0,0-9 54,1 0 1,-1 0 0,0-1 0,1 1 0,0 0 0,-1-1 0,1 0 0,0 1 0,0-1-1,0 0 1,0 0 0,0 0 0,0 0 0,0 0 0,0 0 0,0-1 0,0 1-1,0-1 1,1 1 0,-1-1 0,0 0 0,0 0 0,1 0 0,-1 0 0,3 0 0,13-1-48,0-1 1,18-3 0,-28 3 30,130-26-179,-72 13 146,131-12-1,-175 26 78,0 1 0,0 1-1,0 0 1,0 2 0,0 1 0,-1 1-1,1 0 1,-1 2 0,0 0 0,21 12-1,-14-2-103,0 1-1,0 1 0,41 40 0,-43-35-344,2-2 0,57 37 0,-66-49 364,0-1 0,0-1 0,1 0 0,0-2-1,1 0 1,-1-1 0,1-2 0,0 0 0,0-1 0,0-1 0,0 0 0,0-2 0,0-1 0,0-1 0,0 0 0,0-1 0,-1-2 0,0 0 0,0-1 0,0-1 0,35-20 0,0-5 417,-1-2-1,-2-2 1,-2-3 0,69-69 0,-59 44-58,-2-3 1,80-122-1,66-174 404,-30-12 540,-148 319-936,31-79 804,47-94 997,-103 228-2061,24-36 723,-25 38-718,1-1-1,-1 1 0,0-1 1,1 1-1,-1-1 1,1 1-1,-1 0 0,1-1 1,0 1-1,-1 0 0,1-1 1,-1 1-1,1 0 0,0 0 1,-1 0-1,1-1 0,0 1 1,-1 0-1,1 0 0,-1 0 1,1 0-1,1 0 1,-1 1 12,-1-1 0,1 1 1,0 0-1,0-1 0,0 1 1,-1 0-1,1 0 0,0-1 1,-1 1-1,1 0 0,-1 0 1,1 0-1,-1 0 0,0 0 1,1 0-1,-1 0 0,0 0 1,1 0-1,-1 2 0,3 14 234,0 0 0,-1 0 0,-1 1-1,-1-1 1,-3 35 0,-22 96 580,13-90-728,-71 283-58,2-14-83,25-8 14,27 1 0,29-291 0,0 0 0,2 0 0,2 0 0,11 48 0,-13-67 0,1-1 0,0 0 0,1 1 0,0-2 0,0 1 0,1 0 0,0-1 0,1 0 0,0 0 0,0 0 0,1-1 0,0 0 0,0 0 0,0-1 0,1 0 0,0 0 0,13 7 0,-8-8 0,-1 0 0,1 0 0,0-1 0,0-1 0,0 0 0,0-1 0,1 0 0,24-1 0,-17-2 0,0-1 0,0-1 0,-1-1 0,1 0 0,21-9 0,0-3 0,-1-2 0,-1-2 0,-1-1 0,61-45 0,32-39 0,150-154 0,-154 137 0,-108 104 0,34-23 0,-50 39 0,0 0 0,-1 0 0,1 0 0,0 1 0,0-1 0,0 1 0,0 0 0,0 0 0,0 0 0,0 1 0,0-1 0,0 1 0,0 0 0,0 0 0,0 1 0,0-1 0,0 1 0,0 0 0,8 3 0,-7-2 0,1 0 0,0 1 0,0 0 0,-1 1 0,1-1 0,-1 1 0,0 0 0,0 0 0,-1 0 0,1 1 0,5 8 0,2 5 0,-1 1 0,-1 0 0,-1 1 0,0 0 0,-2 1 0,0 0 0,-2 0 0,0 0 0,-1 0 0,1 31 0,-3-13 0,-2-1 0,-1 1 0,-2 0 0,-2-1 0,-9 39 0,6-51-290,-1 0 0,-1 0-1,0-1 1,-3 0 0,0-1 0,-1-1 0,-1 0 0,-1-1-1,-1 0 1,-1-2 0,-1 0 0,-1-1 0,0 0-1,-2-2 1,0-1 0,-1-1 0,0 0 0,-1-2-1,-1-1 1,-32 12 0,-59 10-4790,39-15-1106,-21 2-6237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00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7 342 12693,'-7'18'8022,"10"-17"-6263,9 2-1146,1-1 0,-1 0-1,0 0 1,1-1 0,-1-1 0,22-1-1,78-18 449,-63 9-451,104-24 403,269-98 0,-388 119-976,0-1-1,-1-2 0,0-2 1,-2-1-1,0-1 0,36-31 1,-67 51-36,0 0 0,0 0 0,0 0 0,0 0 0,0 0 0,0 0-1,1 0 1,-1-1 0,0 1 0,0 0 0,0 0 0,0 0 0,0 0 0,0 0 0,0 0 0,0 0 0,0 0 0,0 0 0,0 0 0,0-1 0,0 1 0,0 0 0,0 0 0,0 0 0,0 0 0,0 0-1,0 0 1,0 0 0,0-1 0,0 1 0,0 0 0,0 0 0,0 0 0,0 0 0,0 0 0,0 0 0,0 0 0,0 0 0,0-1 0,0 1 0,0 0 0,0 0 0,0 0 0,0 0 0,-1 0 0,1 0 0,0 0-1,0 0 1,0 0 0,0 0 0,0 0 0,0 0 0,0 0 0,0 0 0,0-1 0,-1 1 0,1 0 0,0 0 0,0 0 0,0 0 0,0 0 0,0 0 0,0 0 0,0 0 0,0 0 0,-1 0 0,1 1-1,-5-4 6,0 0 0,0 1 0,-1-1 0,1 2-1,-1-1 1,1 0 0,-1 1 0,0 0 0,0 0-1,1 1 1,-1 0 0,0 0 0,0 0-1,0 1 1,-6 1 0,-12 3 115,0 2 0,-33 13 0,56-19-114,-83 33 211,1 4 0,2 4 0,3 3 0,1 4-1,2 2 1,-82 76 0,121-94-209,2 1-1,-40 52 1,60-67-30,1 0 0,1 1 0,0 0 0,2 1 0,0 0 0,-12 43 0,19-56-80,2 1-1,-1-1 0,1 0 0,0 1 0,1-1 0,0 1 1,1-1-1,-1 1 0,2-1 0,-1 1 0,1-1 1,0 0-1,1 0 0,3 8 0,0-5-108,0 0 0,0-1 0,1 0-1,1 0 1,0 0 0,0-1 0,1-1 0,17 15-1,4-2-244,2-1 0,0-2-1,1-1 1,0-2-1,55 18 1,10-3-266,1-4 0,139 18 0,210-10-523,-362-34 1148,0-3 1,100-18-1,-124 10 681,-1-3 0,0-2-1,96-41 1,-147 53-280,0-1 0,0 0-1,-1-1 1,1 0 0,13-12 0,-18 14-149,0-1 1,-1 0-1,0 0 1,0-1-1,0 1 0,-1-1 1,0 0-1,0 0 1,0 0-1,3-11 1,-1 0-1255,0 0 1,2-26-1,-6 36 414,-1 1 0,0-1 0,0 0 0,-1 0 0,1 0 0,-2 1 0,1-1 0,-4-10 0,4 7-5513,3-15-3863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04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583 1 13817,'-37'6'5105,"-3"3"-2869,-10 9-284,20 0-308,-7 3-312,-10 9-340,0 0-175,-3 6-193,-4 10-340,4 5-776,10 3-641,3 3-991,7-5-996,7 2-3365,12 0-5980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05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15 14385,'-39'20'3375,"28"-14"-2300,1-1 1,-1 1-1,1 1 0,0 0 1,-16 15-1,-85 106 4504,75-78-4601,1 1 0,-30 65-1,50-87-971,2 1-1,1 1 0,1 0 1,2 1-1,1 0 0,1 1 1,2-1-1,1 1 0,2 44 1,2-59-7,2-1 0,0 1 1,2 0-1,0-1 1,0 0-1,2 0 1,0 0-1,9 18 0,-7-23 1,-1 1-1,2-1 1,-1 0-1,2-1 1,-1 0-1,2 0 1,-1-1-1,1 0 1,1-1 0,23 14-1,-12-11 1,0-1 0,1-1 0,0-1 0,0-1 0,1-2 0,0 0 0,0-2 0,1 0 0,-1-2 0,1-1 0,28-2 0,6-3 0,-1-4 0,1-1 0,93-29 0,-94 20 0,0-3 0,106-55 0,-136 60 0,0-1 0,-1-2 0,-1 0 0,-1-2 0,-1-1 0,0-2 0,22-27 0,-38 39 0,-1 1 0,0-1 0,-1-1 0,0 0 0,0 0 0,-2 0 0,0-1 0,0 1 0,3-21 0,-6 23 0,-1 0 0,0-1 0,-1 1 0,-1 0 0,1-1 0,-2 1 0,1 0 0,-2 0 0,0 0 0,0 0 0,-1 0 0,0 0 0,0 1 0,-7-11 0,-14-16-241,-1 1-1,-2 0 1,-2 2 0,0 2-1,-3 1 1,0 1 0,-64-43-1,56 47-498,-1 2 1,-1 2-1,-1 1 0,-72-22 1,75 31-1303,-73-10 1,79 18-1023,0 2 0,-50 2 0,18 8-7815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05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14993,'8'-18'1674,"-8"17"-1558,0 0-1,0 1 1,0-1 0,0 0-1,0 0 1,1 0 0,-1 0-1,0 0 1,1 1 0,-1-1-1,0 0 1,1 0-1,-1 0 1,1 1 0,-1-1-1,1 0 1,0 1 0,-1-1-1,1 1 1,0-1 0,-1 0-1,1 1 1,0-1-1,0 1 1,-1 0 0,1-1-1,0 1 1,0 0 0,0-1-1,0 1 1,0 0 0,0 0-1,-1 0 1,1 0 0,0 0-1,0 0 1,0 0-1,0 0 1,0 0 0,0 0-1,0 0 1,-1 1 0,1-1-1,0 0 1,0 1 0,0-1-1,-1 0 1,1 1-1,0-1 1,1 2 0,5 1 170,-1 1-1,1 1 1,-1-1 0,1 1 0,-1 0 0,-1 0 0,1 1 0,7 9 0,40 60 1100,-36-50-1108,16 25 98,-2 1-1,-2 2 1,-3 0-1,24 67 0,-40-88-308,-1 0 0,-1 1 0,-2 0-1,-1 0 1,-2 0 0,-1 1-1,-1 0 1,-2-1 0,-6 36 0,0-33-42,-1 0 1,-1 0-1,-19 44 1,18-57 5,0 0-1,-2-1 1,0-1 0,-1 0 0,-30 36 0,40-54-21,0 0 1,0-1-1,0 1 0,0-1 0,0 1 1,0-1-1,-1 0 0,1 0 0,-1 0 0,0-1 1,1 0-1,-1 1 0,0-1 0,0 0 1,0-1-1,0 1 0,0-1 0,0 1 1,0-1-1,1-1 0,-1 1 0,0 0 1,0-1-1,0 0 0,0 0 0,0 0 1,0 0-1,1-1 0,-7-3 0,9 5-4,0 0 0,0-1 0,0 1 0,0-1 0,1 1 0,-1 0 0,0-1 0,0 0 0,1 1 0,-1-1 0,0 1 0,1-1 0,-1 0 0,1 1 0,-1-1 0,1 0 0,-1 0 0,1 1 0,-1-1 0,1 0 0,0 0 0,0 0 0,-1-1 0,-2-13 27,1-1-1,0 0 1,1 0-1,1 0 1,1 0-1,0 0 0,1 0 1,1 1-1,6-22 1,1 1-138,2 0 0,2 0 0,19-32 1,-4 15-730,3 1-1,76-93 1,99-78-2697,54-16-1875,-75 98-1058,-22 38-2639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05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574 3 15901,'-4'6'2873,"-19"-15"3603,-1 27-4796,8-2-355,-11 5-257,-10 18-252,7-3-140,-7 6-376,-10 6-492,0 7-964,0 5-500,-6 0-977,-4 4-1051,-7 8-2757,4 0-5928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07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3069 458 4516,'4'-126'3157,"-6"105"-2524,-1 1 1,0 0-1,-2 0 1,0 0-1,-14-33 1,19 53-620,-14-33 1406,2 0-1,2-1 1,-8-40-1,18 70 119,-2 5-1482,0-1 0,0 0 1,0 1-1,0-1 0,0 1 1,0 0-1,1 0 0,-1 0 1,0 0-1,1 0 0,-1 0 1,0 0-1,1 1 0,-1-1 1,1 0-1,0 1 0,0-1 1,-1 1-1,1 0 0,0-1 0,0 1 1,0 0-1,1-1 0,-2 4 1,-13 43 461,15-47-501,-12 73 386,3 0 1,4 0 0,5 105-1,1-23-207,-15 104 3,-48 270 1,-84 253-154,127-688-54,-52 276-8,-120 537-41,149-754 56,-7-3 0,-110 237 0,108-287 3,-4-2 0,-5-3 0,-4-3 0,-112 127 0,85-126 31,-4-3 0,-177 129 0,-242 110 78,377-244 18,135-84-133,3 0-2,1 0 0,0 0 0,0 0 0,0-1 0,0 1 0,0 0 0,0-1 0,3 2 0,3 1 7,0-1-1,0 0 0,0 0 0,0-1 0,0 0 1,17 2-1,60 1 77,-30-3-138,-36 0 36,-1 0 0,1 1 0,-1 1-1,0 1 1,29 11 0,-43-14-4,1 0 0,-1 0 0,1 1 0,-1-1 0,0 1 1,0 0-1,0 0 0,0 0 0,-1 1 0,1-1 0,-1 1 0,0 0 0,0 0 1,0 0-1,0 0 0,-1 1 0,0-1 0,0 1 0,0-1 0,0 1 0,-1 0 0,0 0 1,0-1-1,0 1 0,-1 0 0,1 9 0,-3-2-81,0-1-1,0 1 1,-1-1-1,-1 0 1,0 0 0,0 0-1,-1 0 1,-1-1-1,1 1 1,-2-2 0,1 1-1,-2-1 1,1 0 0,-17 15-1,-3 1-412,-1-1 0,-1-1 0,-52 30 0,9-13-767,-3-2 1,-80 27-1,-164 42-4543,114-46 71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10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549 519 9333,'-7'-22'1220,"0"0"0,2-1-1,1 1 1,0-1 0,2 0 0,1-44 0,1 63-761,0 0 1,1 0 0,-2 0 0,1 0-1,0 0 1,-1 0 0,-1-6-1,-2-9 4345,1 25-3285,-9 14-1050,2 2 0,0 0 0,-10 38 0,-16 82 1757,10-33-1433,-166 454-793,104-323 0,53-140 0,-34 164 0,65-245-194,1-1-1,1 1 1,1 36-1,1-50 139,0-1 0,1 1 0,-1-1 0,1 1-1,0-1 1,1 1 0,-1-1 0,1 0 0,0 1 0,0-1 0,0 0-1,1 0 1,-1 0 0,1-1 0,0 1 0,0-1 0,0 1 0,0-1 0,1 0-1,0 0 1,5 3 0,-3-3-100,1 0 0,-1 0 0,1 0 0,0-1 0,0 0 0,0-1 0,0 1 0,0-1 0,0-1 0,12 1 0,2-3-187,-1 0 1,1-2 0,24-7 0,0 0-170,-1-3 0,-1-1 0,68-34 1,-26-1-31,-1-4-1,124-105 1,129-153 219,-329 303 892,-23 22-250,-6 8-236,1 1 0,2 1 0,0 0 0,1 2 1,1 0-1,2 0 0,0 2 0,2-1 0,-15 47 1,26-67-85,-1 1 0,1-1 1,0 0-1,1 1 0,-1-1 1,1 1-1,1-1 0,-1 1 1,1-1-1,0 1 0,0-1 1,1 0-1,0 0 0,0 0 1,1 0-1,-1 0 0,1 0 1,0 0-1,1-1 0,0 0 1,0 0-1,0 0 1,0 0-1,1 0 0,-1-1 1,1 0-1,0 0 0,1 0 1,7 4-1,4 1-67,1 0 0,0-1-1,0-2 1,1 1 0,0-2 0,0 0 0,0-2-1,33 3 1,-1-4-24,-1-2 0,1-2 0,0-2 0,-1-3 0,0-2 0,0-2-1,-1-2 1,0-2 0,-1-2 0,-1-3 0,-1-1 0,71-46 0,-96 54 58,0-2 1,-2 0-1,0-1 1,0-1-1,-2-1 1,0-1-1,-1 0 1,23-37-1,-37 54 30,-1 0 0,0 0 0,-1 0 0,1 0 0,0 0 0,0 0 0,-1 0 0,1 0 0,-1 0 0,0 0 0,0 0 0,1-1 0,-2-3 0,1 6 4,0-1 0,-1 0 0,1 0-1,0 1 1,-1-1 0,1 0 0,-1 1 0,1-1 0,-1 0-1,1 1 1,-1-1 0,1 1 0,-1-1 0,1 1 0,-1-1 0,0 1-1,1 0 1,-1-1 0,0 1 0,0 0 0,1-1 0,-1 1 0,0 0-1,-1 0 1,-3-1 5,0 1-1,-1 0 1,1 0-1,0 1 1,-1-1 0,1 1-1,0 0 1,-6 3-1,-1 0 8,1 0 0,0 1 0,0 1 0,0 0 0,1 0 0,0 1 0,0 1 0,1-1-1,-17 19 1,15-14-5,0 1 0,1 1 0,1 0 0,0 0-1,1 1 1,-10 22 0,17-34-9,0 1 0,1-1 0,-1 0 1,1 0-1,0 0 0,-1 1 0,2-1 0,-1 0 0,0 0 1,1 0-1,-1 1 0,1-1 0,0 0 0,0 0 1,0 0-1,0 0 0,1 0 0,-1 0 0,3 2 0,1 4-21,1-1 0,0-1 0,12 13 0,-17-19 20,3 3-12,0-1-1,0 0 1,1 1-1,-1-1 0,1-1 1,0 1-1,0-1 1,0 1-1,0-1 0,0-1 1,11 3-1,-1-2-43,0 0 0,26-1 0,-31-2 35,60-1-103,0-3 1,135-29-1,130-65 2,-290 82 151,53-27-1,-78 33-24,0-1-1,-1 0 1,0-1-1,27-26 1,-37 28-2,0 1-1,-1-1 0,9-17 1,8-8 56,-24 35-55,0 0 1,0 0-1,0 0 0,0 0 0,0 1 0,0-1 0,0 0 0,0 1 0,0-1 0,1 1 0,-1-1 0,0 1 0,0-1 0,1 1 0,0 0 0,7-2-1,176-71 99,-152 57 68,-1-1 1,0-2 0,45-34-1,-60 38 37,-7 6 123,1 1 1,-1 0-1,1 0 0,0 1 0,22-10 1,-31 17-286,0-1 0,-1 1 0,1 0 0,0 0 0,-1 0 1,1-1-1,0 1 0,-1 1 0,1-1 0,0 0 0,-1 0 1,1 1-1,0-1 0,-1 1 0,1-1 0,-1 1 0,1 0 1,-1-1-1,1 1 0,-1 0 0,1 0 0,-1 0 0,0 0 0,1 0 1,-1 1-1,0-1 0,0 0 0,0 1 0,0-1 0,0 0 1,0 1-1,-1-1 0,2 4 0,3 4 110,-1 1 1,-1 0-1,6 21 1,7 46 190,11 151 0,-20 80-1959,-9-246 1171,-3-1 0,-3 1 0,-2-1 0,-29 93 0,-99 228-1315,134-374 1715,-67 171-272,350-766 644,-250 530-376,286-539-896,35 24-52,146-97 125,-493 665 871,16-19 54,0 0 0,2 1 1,31-26-1,-51 47-39,1 0 0,-1 0 0,1 0-1,0 0 1,0 0 0,-1 0 0,1 0 0,0 1 0,0-1-1,0 0 1,0 1 0,0 0 0,0-1 0,0 1-1,0 0 1,0 0 0,0 0 0,0 0 0,2 1 0,-2 0-2,-1-1 0,0 1 0,1-1 0,-1 1 0,0 0 1,0 0-1,0-1 0,1 1 0,-1 0 0,0 0 1,0 0-1,0 0 0,-1 0 0,1 1 0,0-1 1,0 0-1,0 0 0,-1 1 0,1-1 0,-1 0 0,1 1 1,-1-1-1,0 0 0,1 3 0,2 31 76,-1-1 0,-2 0 0,-7 53-1,3-55-111,2 1-1,1 0 1,2-1 0,6 48-1,-5-68-11,1-1 0,0 1 0,1-1 0,0 1 0,1-1 0,0-1 0,12 20 0,-12-23 25,1-1 1,0 0-1,0 1 0,0-2 1,1 1-1,0-1 0,0 0 1,0 0-1,0-1 0,1 0 1,12 5-1,20 4 337,0-2 0,55 8 0,78 5 1392,-163-23-1681,0-1 0,0 0 0,18-3 0,15-1 10,-30 3-24,-1 0-1,1-1 1,-1-1-1,1 0 1,-1-1-1,0 0 1,0 0-1,19-12 1,8-6 189,39-29 0,-50 31 79,88-56 1227,-95 64-2151,1 0 0,0 2 0,1 0 0,41-10 0,-46 16-61,0 0 0,0-1 0,-1-1 1,1 0-1,-1-2 0,0 0 0,-1 0 0,0-2 0,27-21 0,91-97 5061,-132 126-4286,0 0-1,1 0 0,0 0 1,-1 1-1,1 0 1,0-1-1,0 1 1,0 0-1,0 0 1,0 0-1,0 1 1,0-1-1,0 1 0,0 0 1,0-1-1,0 1 1,0 1-1,5 0 1,4 1-3,-1 1 0,1 0 0,15 8 1,-8-4 72,103 33 77,-119-39-205,1 0 0,-1 0 0,0-1 0,1 1 0,-1-1 0,0 0 0,1 0 0,-1 0 1,4-1-1,0 0 37,-6 0-47,0 1 0,0-1-1,-1 0 1,1 0 0,0 1-1,0-1 1,-1 0 0,1 0 0,-1 0-1,1 0 1,-1 0 0,1 0-1,-1 0 1,1 0 0,-1 0-1,0 0 1,0 0 0,0 0-1,1-2 1,-1 3 2,0-3 4,0 0-1,1 0 0,-1 0 1,-1 0-1,1 0 1,0 0-1,-1 0 0,1 0 1,-1 1-1,0-1 0,0 0 1,0 0-1,0 1 0,-1-1 1,1 0-1,-1 1 0,0 0 1,1-1-1,-1 1 0,-3-3 1,-5-7 54,-1 1 1,-19-16-1,-96-59 222,86 61-316,-17-7-195,39 23-299,1-2 0,0 1 0,-23-20 0,39 29 330,0 0 0,0-1 1,0 1-1,-1-1 0,1 1 0,1-1 1,-1 1-1,0-1 0,0 0 0,0 1 0,1-1 1,-1 0-1,1 0 0,0 1 0,-1-1 1,1 0-1,0 0 0,0 0 0,0 1 1,0-1-1,0 0 0,1-2 0,0 0-470,0 0 0,1 0-1,-1 0 1,1 0 0,-1 0-1,1 1 1,0-1 0,1 1 0,2-5-1,25-23-6485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10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267 254 10273,'-65'260'10524,"15"4"-7431,43-235-3061,-1-1 1,-2 0 0,-1 0 0,-1-1 0,-2 0 0,-28 43 0,42-69-42,-1 0 0,1-1-1,0 1 1,-1 0 0,1 0-1,-1-1 1,1 1 0,0 0-1,-1-1 1,0 1 0,1-1-1,-1 1 1,1 0 0,-1-1-1,0 1 1,1-1 0,-1 0-1,0 1 1,0-1 0,1 1-1,-1-1 1,0 0 0,0 0-1,0 0 1,1 1 0,-1-1-1,0 0 1,0 0 0,0 0-1,1 0 1,-1 0 0,0 0-1,0 0 1,0-1 0,0 1-1,1 0 1,-2-1 0,-4 0 33,5 1-27,0 0 1,1-1 0,-1 1 0,0 0 0,0 0 0,1-1 0,-1 1 0,0 0-1,1-1 1,-1 1 0,0-1 0,1 1 0,-1-1 0,1 1 0,-1-1 0,1 0-1,-1 1 1,1-1 0,-1 0 0,1 1 0,0-1 0,-1 0 0,1 1 0,0-1-1,-1 0 1,1 0 0,0 1 0,0-1 0,0 0 0,0-1 0,0-2-3,0 1 1,0-1 0,1 0 0,0 1-1,-1-1 1,1 0 0,3-4 0,4-11-28,19-32 1,-26 50 28,3-6 0,26-46-101,2 2 1,3 2-1,49-56 1,273-234-5377,-102 129-2615,-136 122 1447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11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1613 7029,'-1'2'389,"1"-1"1,-1 0 0,0 0 0,0-1 0,0 1 0,0 0-1,0 0 1,0 0 0,0-1 0,0 1 0,0 0-1,0-1 1,0 1 0,-2 0 0,-36 5 1837,8 0-793,7 2-770,1 1 1,0 1-1,1 1 0,-39 26 0,59-35-643,1-1 0,-1 1 0,0 0 0,1 0 0,-1-1 0,1 1 0,0 0 0,-1 0 0,1 0 0,0 0 0,0 1 0,1-1 0,-1 0 0,0 0 0,1 0 0,-1 1 0,1-1 0,0 0 0,-1 1 0,1-1 0,0 0 0,1 1 0,-1-1 0,0 0 0,1 1 0,-1-1 0,1 0 0,0 0 0,0 1 0,0-1 0,0 0 0,0 0-1,0 0 1,0 0 0,1 0 0,-1-1 0,1 1 0,-1 0 0,1-1 0,0 1 0,0-1 0,-1 1 0,1-1 0,0 0 0,0 0 0,1 0 0,-1 0 0,0 0 0,0 0 0,4 0 0,2 1-9,0-1 0,1 0 0,-1-1 1,0 0-1,0 0 0,1 0 0,-1-1 0,0-1 1,0 1-1,0-2 0,0 1 0,0-1 0,0 0 1,-1 0-1,1-1 0,-1 0 0,0 0 0,0-1 1,-1 0-1,11-9 0,-2-1-6,-1 0 1,0-1 0,-1 0-1,-1-1 1,0-1-1,-2 0 1,11-23 0,11-33 8,-3-2 0,28-122 1,16-168-17,-34 151-28,65-331-101,-74 422 36,-30 122 84,1 25-1,7 42 0,0-10 11,1 40 36,3 40-150,31 136 0,-33-224-52,3-1 1,1 0 0,30 65 0,-36-94 145,1-1 0,1 0 1,0 0-1,2-1 0,-1-1 1,2 0-1,0 0 0,0-1 1,2-1-1,-1 0 0,2-1 0,15 9 1,18 4 68,82 29 0,-88-38-7,-1 2 0,0 2 1,47 29-1,-66-33-54,-1 1 0,-1 1 1,0 0-1,-1 2 0,-1 0 0,-1 1 0,16 23 0,-28-33-294,1-1 0,-2 1 0,1 1 0,-2-1 0,1 1-1,-1 0 1,-1 0 0,0 0 0,-1 0 0,0 1 0,0-1 0,-1 0-1,-1 1 1,0 0 0,-1-1 0,0 1 0,0-1 0,-2 0-1,-2 12 1,-13 26-3995,4 2-2351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11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34 118 13557,'-10'-27'2324,"0"15"-571,-4 3 2071,21-9-5200,0 0-456,3 0-5613,-3 3-376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56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367 299 5240,'14'15'1579,"-27"-21"1631,-26-22 1451,37 26-3506,-3 3-749,-1-1 1,1 1 0,0-1 0,0 0-1,0-1 1,0 1 0,-9-3-1,-34-13 1483,42 13-1516,-1 0 0,0 0 0,0 1 0,0 0 0,0 0 0,0 1 1,-12-1-1,-24 1 1497,14 0 199,-51 6 1,70-3-1723,11 1-50,21 4 198,-18-6-432,36 7 364,0-1 1,76 3-1,91-12-119,-175 1-315,845-49 8,-1-34-1,-263 24 0,193-12 0,-797 71 0,60-6 0,1 3 0,0 3 0,90 10 0,-151-8 0,27 8 0,-35-9 0,0 1 0,0-1 0,0 1 0,0-1 0,0 1 0,-1 0 0,1 0 0,0-1 0,0 1 0,0 0 0,-1 0 0,1 0 0,0 0 0,-1 0 0,1 0 0,0 0 0,-1 0 0,0 0 0,1 0 0,-1 0 0,0 0 0,1 0 0,-1 0 0,0 1 0,0-1 0,0 0 0,0 2 0,-1 2-196,0 0 1,0-1-1,-1 1 1,0-1-1,0 0 1,0 1-1,0-1 1,-1 0-1,1 0 1,-1 0-1,0-1 1,0 1-1,-1-1 0,1 1 1,-1-1-1,0 0 1,-7 4-1,-4 3-1108,-1 0 0,0-2 0,-25 10 1,-75 19-9204,67-21-34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56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484 24 16826,'8'-4'598,"-2"1"200,0 0 0,0 0 0,0 0 0,0 1 0,13-3-1,-14 7 2143,0 12-1561,-5-13-1064,5 12-109,-1 1-1,0 0 0,-1 0 1,-1 0-1,0 0 1,-1 1-1,-1-1 1,0 0-1,-1 1 0,0-1 1,-1 0-1,-1 0 1,0 0-1,-9 21 1,-7 13 687,-2-1 1,-47 76-1,39-72-733,-58 98-676,-118 230-3834,182-327 3468,2 1 0,2 1-1,3 1 1,2 0 0,-10 87 0,20-60-6487,9-3-4886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56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4 13553,'-3'-3'7510,"14"11"-5191,21 23-1121,2 7-44,56 50 0,-52-53-687,57 68-1,-68-68-336,-1 1 0,-2 2 0,-2 1 0,32 74-1,-44-87-98,-2 1 0,0 1 0,-2-1 0,-1 1 0,-2 0-1,0 0 1,-2 0 0,-4 50 0,0-47-17,-2 0 0,-1 0 0,-19 53 0,18-65 18,-1-1-1,0-1 0,-1 0 1,-1 0-1,-1 0 1,0-1-1,-16 15 0,26-29 2,-1 0-1,0 0 0,1-1 1,-1 1-1,0-1 1,0 1-1,0-1 0,0 0 1,0 1-1,-1-1 0,1 0 1,-3 0-1,4 0-12,0-1 0,0 0 0,0 0-1,0 0 1,0 0 0,0 0 0,0-1 0,1 1 0,-1 0-1,0 0 1,0-1 0,0 1 0,0 0 0,1-1 0,-1 1-1,0 0 1,0-1 0,1 0 0,-1 1 0,0-1 0,1 1-1,-2-2 1,0-2 27,0 1-1,0 0 1,0-1 0,1 0-1,0 1 1,0-1 0,0 0-1,0 0 1,0 0 0,1 0-1,-1 0 1,1-6 0,1-3 34,0-1 1,1 1 0,1 0-1,0 0 1,1 0-1,9-23 1,42-74 68,-39 81-130,21-35-871,3 1 0,3 2 1,2 2-1,93-93 0,51-16-4489,15 21-3762,-100 82-498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57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0 13321,'0'0'4103,"-4"2"-2232,-5 1-1528,1 1 0,0 0-1,0 1 1,1 0 0,-1 1-1,1-1 1,0 1 0,1 0 0,-1 1-1,1 0 1,1 0 0,-1 0 0,1 1-1,0-1 1,1 1 0,0 1 0,0-1-1,1 0 1,-4 15 0,2-8-181,1 0 1,1-1-1,0 1 1,1 1-1,1-1 1,0 0 0,1 0-1,1 0 1,3 25-1,-1-27-113,1 0-1,0-1 1,1 1 0,0-1-1,1 0 1,1 0 0,0-1-1,0 0 1,1 0-1,0-1 1,13 13 0,-8-11-24,0 0 1,1-1-1,0-1 0,0 0 1,1-1-1,0-1 1,1 0-1,0-1 1,0-1-1,1-1 1,-1 0-1,1-1 1,0 0-1,1-2 1,-1 0-1,0-1 0,1 0 1,-1-2-1,1 0 1,-1-1-1,0-1 1,0 0-1,0-1 1,0-1-1,27-12 1,-24 7 73,-1-1 1,0 0-1,0-2 1,-2 0-1,0-1 1,0 0-1,17-22 1,7-11 1325,43-67 1,-75 102-1327,-3 2-99,-8 9 0,-7 6 0,1 2 0,0 0 0,0 1 0,1 0 0,0 1 0,0-1 0,1 1 0,-8 15 0,-31 75 0,43-95 0,-12 29-813,2 1 0,-15 67 0,23-79 187,2 0 0,0 1 0,1-1 0,1 1 0,6 41 0,-4-48-795,1-1-1,1 1 1,9 22 0,-10-29-55,1-1 0,1 0 0,0 0 0,8 10 0,24 25-9047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57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0 470 14409,'20'5'608,"-1"-1"0,1-2 0,-1 0 0,1 0 0,0-2 0,0-1 0,0 0 0,38-8-1,-47 6-406,371-89 3946,5-38-2719,-341 111-1298,103-45 343,-120 48-276,-1-1-1,36-30 0,-60 44-175,-1 0 0,0 0-1,0 0 1,0-1-1,0 1 1,0-1-1,0 0 1,-1 0-1,0 0 1,3-7-1,-5 10-18,1 0 0,-1 0 0,0 0-1,1 0 1,-1 0 0,0 0-1,0-1 1,0 1 0,1 0 0,-1 0-1,-1 0 1,1 0 0,0-1 0,0 1-1,0 0 1,0 0 0,-1 0 0,1 0-1,-1 0 1,1 0 0,-1 0 0,1 0-1,-1 0 1,1 0 0,-1 0 0,0 0-1,0 0 1,0 0 0,1 1-1,-1-1 1,0 0 0,0 0 0,0 1-1,0-1 1,0 1 0,0-1 0,0 1-1,0-1 1,0 1 0,-1 0 0,1-1-1,-2 1 1,-9-1 74,0 1-1,0 0 0,0 0 1,0 2-1,0-1 1,-18 6-1,21-5-23,-30 8 338,0 1 1,1 2-1,0 2 1,1 1-1,-40 24 1,20-5 390,1 3 1,-64 55-1,84-62-700,1 3-1,1 0 1,-28 40 0,49-58-79,1 1 1,1 1 0,0 0 0,2 0 0,0 1 0,1 0-1,1 0 1,1 1 0,-6 30 0,11-40-2,0-1 1,1 0-1,0 1 1,0-1-1,1 1 0,1-1 1,-1 0-1,2 0 1,-1 1-1,1-1 0,1-1 1,-1 1-1,1 0 1,1-1-1,0 0 0,0 0 1,0 0-1,1-1 1,1 0-1,-1 0 0,1 0 1,0-1-1,10 7 1,2 0-21,0-1 0,1-1 1,0 0-1,1-2 0,0 0 0,1-2 1,-1 0-1,41 7 0,40 0-1640,0-5-1,126-3 0,210-28-9201,-396 19 9221,176-14-10528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3:58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430 97 14901,'-24'-70'2973,"11"64"2103,23-6-3060,0 3 845,-30 18-1853,-10 12-208,6 12-160,-9 10-164,-7 11-444,-7 6-600,0 3-928,7 10-901,-7-4-1131,0 6-3193,10 10-6368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18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91 582 7429,'-75'5'1705,"60"-4"4830,19-2-5650,738-120 2863,-590 100-3422,2003-226-316,-1072 153-2986,-1 15-4541,-710 54 356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19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932 350 6033,'-192'19'1078,"-11"2"1404,-224 29 2821,389-41-4856,29-6-159,1-1-1,-1 0 1,1-1-1,-1 0 1,0 0 0,-10-1-1,47 3-9,0-2-1,0-1 0,46-6 0,-20 1-142,1074-100 453,-552 47-710,-474 48-60,1297-126-1850,-471 35-4965,-587 59 126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14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656 1696 12025,'26'5'2165,"-46"-7"1193,17 1-2689,0 0 0,-1-1 1,1 0-1,0 1 0,0-1 1,0-1-1,0 1 0,-3-3 0,5 4-320,0 0-1,0 1 1,0-1-1,0 0 1,0 0-1,0 0 1,0 0-1,0 0 0,0 0 1,1 0-1,-1 0 1,0 0-1,1-1 1,-1 1-1,1 0 1,-1 0-1,1-1 0,0 1 1,0 0-1,-1 0 1,1-1-1,0 1 1,0-2-1,6-13-828,-5 13 1598,0-3-1104,1 1 0,0-1 1,0 1-1,0-1 0,1 1 1,-1 0-1,1 0 0,1 0 1,-1 0-1,1 0 0,0 1 1,6-6-1,5-9-5,-12 15-9,163-222 0,-137 180 0,-2 0 0,-2-2 0,23-61 0,-17 17 0,-4-2 0,-4 0 0,-4-2 0,-4-1 0,-5 0 0,-3 0 0,-9-120 0,1 187 0,-1 1 0,-2 0 0,-8-31 0,11 58 0,1 1 0,-1-1 0,1 0 0,-1 1 0,0-1 0,0 1 0,0-1 0,1 1 0,-2 0 0,1-1 0,0 1 0,0 0 0,0 0 0,0 0 0,-1 0 0,1 0 0,-1 0 0,1 0 0,-1 0 0,1 0 0,-1 1 0,1-1 0,-1 0 0,0 1 0,1 0 0,-1-1 0,0 1 0,1 0 0,-1 0 0,0 0 0,1 0 0,-1 0 0,0 0 0,0 0 0,1 1 0,-1-1 0,1 1 0,-4 0 0,-2 2 0,0-1 0,0 1 0,0 1 0,1-1 0,-1 1 0,1 1 0,-8 5 0,-19 21 0,2 1 0,1 2 0,-43 61 0,-61 125 0,84-129 0,4 2 0,4 1 0,-45 148 0,75-199 0,2 0 0,2 1 0,2 1 0,2-1 0,1 1 0,3 0 0,2-1 0,1 1 0,3-1 0,18 74 0,-9-73 0,2-1 0,2 0 0,2-1 0,2-2 0,1 0 0,2-2 0,51 59 0,26 15 0,119 99 0,-205-196 0,19 17 0,-1 1 0,-2 2 0,53 74 0,-78-98 0,0 1 0,0 0 0,-1 0 0,-1 1 0,0 0 0,-1 0 0,-1 1 0,0-1 0,-1 1 0,-1 0 0,0 0 0,-1 0 0,0 0 0,-1 0 0,-1 0 0,-4 23 0,0-19 1,-1-1-1,-1-1 1,-1 1-1,0-1 1,-1-1-1,-1 1 1,-1-2-1,0 1 1,-1-2-1,0 1 1,-1-2-1,-23 19 1,-4 1-10,-2-3 0,-1-1 1,-59 28-1,5-8-668,-2-4 0,-2-4 0,-2-5 1,-120 25-1,198-55-61,0-1 1,0-2 0,-34 1-1,54-4 427,0 0-1,0 0 1,0 0 0,-1-1-1,1 1 1,0-1-1,0 0 1,1-1-1,-1 0 1,0 1 0,0-1-1,1-1 1,-1 1-1,1-1 1,0 0-1,0 0 1,0 0 0,0 0-1,0-1 1,1 1-1,-1-1 1,1 0 0,-4-6-1,6 7-248,-1-1-1,1 0 1,-1 0 0,1 0 0,1 0-1,-1 0 1,0 0 0,1 0-1,0 0 1,0-8 0,3-2-2701,-1 0-1,8-21 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16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212 805 13097,'-13'5'1936,"10"-4"1093,14-10-780,31-17 186,63-28 0,-62 33-2042,56-35-1,-93 51-349,27-16 480,-1-2 0,38-37 0,-62 53-416,-1 0 0,0-1 0,0 0 0,-1-1 0,0 0 0,-1 0 0,0 0 0,0 0 0,-1-1 1,0 0-1,0 0 0,-1 0 0,3-19 0,-6 26-92,1 0-1,-1 0 1,0-1 0,0 1 0,-1 0 0,1-1 0,0 1 0,-1 0-1,0 0 1,0 0 0,0-1 0,0 1 0,0 0 0,-1 0-1,0 1 1,1-1 0,-1 0 0,0 0 0,-3-3 0,1 3-1,0 0 0,-1 0 0,1 0 0,0 1 1,-1-1-1,1 1 0,-1 0 0,0 0 0,0 1 1,0-1-1,-7 0 0,-3 0 0,1 1 0,-1 0 0,1 1 0,0 1 0,-1 0 0,1 1 1,0 1-1,-17 5 0,3 2-3,0 2 1,0 0 0,1 2-1,1 1 1,1 1-1,0 2 1,1 0 0,0 1-1,2 2 1,-27 30-1,28-26-1,1 2 0,0 1 0,2 0 0,2 1 0,0 1 0,2 0 0,1 2 0,2-1 0,-9 40-1,16-55-4,2 0 0,0 0 0,0 1 0,2-1 0,0 1 0,1-1 0,0 1 0,1-1 0,1 1 0,1-1 0,0 0 0,9 19 0,-8-24-2,0 0 0,1-1 0,0 1 0,0-1 0,1 0-1,1-1 1,0 0 0,0 0 0,1-1 0,0 0 0,0 0 0,1-1 0,0 0 0,0-1-1,0 0 1,1-1 0,17 6 0,-4-4 1,-1-1 0,2-1 0,-1-1 0,0-1 0,1-1 0,-1-1-1,1-2 1,-1 0 0,40-8 0,-27 1 2,0-1 1,0-2-1,-2-2 0,1-1 0,50-28 1,-62 28-14,-1-2 0,0 0-1,-2-2 1,0 0 0,0-1 0,22-29 0,92-140 17,-107 146-46,-27 40 30,0 0 0,0 0 0,1 0 0,-1 0 0,1 1 0,-1-1 0,1 0-1,-1 1 1,1-1 0,0 1 0,0 0 0,0-1 0,0 1 0,0 0-1,0 0 1,0 0 0,0 1 0,1-1 0,3 0 0,-2 1-7,-1 0 0,0 1 0,1-1 0,-1 1 0,0 0 1,0 0-1,1 1 0,-1-1 0,0 0 0,0 1 0,-1 0 0,1 0 1,3 3-1,10 7-95,-2 1 1,0 1-1,13 15 1,-17-16 44,2-1 0,0 0 1,0-1-1,20 14 0,-7-12 14,-16-13 58,-3-1-7,-1 1 5,0 0 1,0-1-1,0 1 0,0-1 0,0 0 0,0-1 0,0 1 0,0-1 1,-1 0-1,1 0 0,-1 0 0,9-6 0,4-4 8,29-28 1,8-6 22,-41 38-3,0 0-1,1 1 0,0 0 1,0 1-1,0 1 0,1 0 1,0 1-1,0 1 0,0 0 1,1 1-1,-1 1 0,1 0 1,-1 1-1,0 1 0,1 0 1,-1 1-1,0 1 0,1 0 1,18 7-1,-17-4-11,113 31 126,-111-32-125,1-2-1,0-1 0,0 0 0,32-2 0,22-5 33,160-16 0,-150 10 118,113 2 0,44-5-7,-145-2-207,-1-4 0,120-42 0,-195 53 1,-1 0 0,25-15 0,-41 22-38,-9 3-61,0-1 95,-1 2 0,1-1 1,0 1-1,0 0 0,0 0 0,0 1 1,0-1-1,-8 7 0,-46 34-168,52-36 153,1 0 1,0 0-1,1 1 1,-1 0-1,-8 14 1,14-18 30,1-4 26,1 0 0,-1 1 1,1-1-1,-1 0 1,1 1-1,0-1 0,-1 1 1,0-1-1,1 1 0,-1-1 1,1 1-1,-1 0 0,0-1 1,1 1-1,-1-1 1,0 1-1,1 0 0,-1-1 1,0 2-1,0-1 6,0 0 1,0-1-1,1 1 0,-1 0 0,0-1 1,0 1-1,1 0 0,-1-1 1,0 1-1,1 0 0,-1-1 0,0 1 1,1-1-1,-1 1 0,1-1 1,-1 1-1,1-1 0,-1 1 0,1-1 1,0 1-1,-1-1 0,1 0 1,-1 1-1,1-1 0,0 0 0,1 1 1,124-33 2371,-125 32-2337,0 0-1,0 0 1,0 0-1,0 0 0,0 1 1,0-1-1,0 0 1,1 1-1,-1-1 1,0 0-1,-1 1 0,1-1 1,0 1-1,0 0 1,0-1-1,0 1 1,0 0-1,0-1 0,0 2 1,2 1 59,57 44 0,-50-37-100,2 0 1,-1-1 0,1-1 0,0 0 0,1 0-1,0-1 1,23 9 0,-12-10 0,0-1 0,1 0 0,-1-2 0,1-1 0,48-2 0,-18-4 0,85-19 0,-87 9 0,-2-2 0,0-3 0,57-28 0,19-9 0,-120 53-45,1 1 0,-1 0 0,0 0 0,1 0 0,-1 1 0,12-1 0,-17 2 36,-1 0 0,0 0 0,1 0 1,-1 0-1,0 0 0,0 1 0,1-1 0,-1 0 0,0 1 0,0-1 0,1 1 1,-1 0-1,0-1 0,0 1 0,0 0 0,0 0 0,0-1 0,0 1 1,0 0-1,0 0 0,-1 0 0,1 0 0,0 0 0,0 0 0,-1 1 1,1-1-1,-1 0 0,1 0 0,-1 0 0,1 1 0,-1-1 0,0 0 1,0 0-1,1 1 0,-1-1 0,0 0 0,0 1 0,0-1 0,-1 0 1,1 0-1,0 1 0,-1 1 0,-3 35-228,0-10-83,1 1 0,2 56-1,1-78 261,1 0 1,0 1-1,1-1 0,-1 0 0,1 0 0,1 0 1,-1 0-1,1-1 0,0 1 0,1 0 0,0-1 1,0 0-1,0 0 0,1 0 0,-1-1 1,10 9-1,-11-12 29,1 0-1,-1 0 1,0-1 0,0 1 0,1-1 0,-1 1 0,1-1 0,-1 0-1,1-1 1,0 1 0,6 0 0,39-3-139,-37 1 108,6-1-15,1-1-1,0 0 1,-1-2 0,0 0-1,25-11 1,82-45-51,-97 46 89,5-2-32,34-19-31,2 2-1,128-42 0,-118 53-336,0-4 0,-2-2-1,-1-5 1,-2-2-1,115-76 1,-45 5 2446,217-208 0,-351 305-1787,1-1 60,-1 1 0,2-1 0,-1 2 0,1 0 0,1 0-1,-1 1 1,20-9 0,-31 17-251,-1 1 0,1 0 0,-1-1 0,1 1 0,-1 0 0,1-1 0,-1 1 0,0 0 0,1-1 0,-1 1 0,0 0 0,0-1 0,1 1 0,-1 0 1,0 0-1,0 0 0,0-1 0,0 1 0,0 0 0,0 0 0,0-1 0,-1 2 0,1-2-25,-2 15-1,0 0 0,-2-1-1,0 1 1,0-1 0,-1 0-1,-10 19 1,-2 7-5,4-3-726,1 0 0,1 1 0,-6 51 0,14-67 220,1 0 1,1 0-1,1 1 0,1-1 0,1 0 0,1 0 0,8 29 0,-10-49 48,-1 1 0,1-1-1,-1 1 1,1-1 0,-1 1-1,0-1 1,0 1 0,0 0 0,0-1-1,-1 1 1,1-1 0,-2 5-1,1-5-107,1-1-1,-1 1 0,0-1 1,0 1-1,0-1 1,0 0-1,0 1 0,0-1 1,0 0-1,-1 0 1,1 0-1,0 0 0,-3 2 1,-10 3-8296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16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 12781,'38'-12'1985,"60"-30"1,-63 26-246,1 1 0,1 1 0,71-15 1,-90 25-1380,0 1 1,0 0 0,0 2 0,0 0-1,0 1 1,0 1 0,0 0 0,0 2-1,0 0 1,28 9 0,-37-8-353,0 0 0,0 0 0,-1 1 0,1 0 0,-1 1 0,0 0 0,0 0 0,-1 1-1,0 0 1,0 0 0,7 11 0,-6-5-603,0-1-1,-1 2 0,-1-1 1,0 1-1,0-1 0,6 28 1,7 18-2903,11-2-5730,-2-19 1298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16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1 374 8329,'37'-114'1928,"-24"78"-528,-3 2-372,3 4-496,1 3-468,-1-3-420,7 3-368,-3 3-576,6-3-1932,4 2-1453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16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615 0 13073,'-22'13'1130,"1"1"-1,0 1 1,1 1-1,-23 23 0,-146 163 7832,6 5-4879,163-183-3857,0 1 0,-22 37 0,38-55-202,-1 1 1,1 0-1,0 0 1,1 0-1,0 0 1,1 0-1,-1 1 1,1-1 0,1 1-1,0 0 1,0-1-1,1 1 1,0 13-1,2-16-23,-1-1 1,1 0-1,0 0 0,0 0 0,0 0 1,1 0-1,0 0 0,0-1 0,0 1 1,0-1-1,1 0 0,-1 0 0,1 0 1,0 0-1,1-1 0,-1 0 0,1 1 1,-1-2-1,1 1 0,0 0 1,0-1-1,0 0 0,0 0 0,0-1 1,10 2-1,8 2-7,0-2 0,1 0 0,-1-2 0,37-2 1,2-2-261,-1-2-1,0-3 1,-1-3 0,0-3 0,-1-2 0,0-2 0,-1-3 0,96-51-1,-133 59 205,0 0-1,-1-1 0,-1-2 0,0 0 0,-2 0 1,0-2-1,21-27 0,-19 18 38,0-1 0,-2-1 1,-1-1-1,21-57 0,-12 26 621,34-61-1,-58 121-542,0 0 0,-1 1 0,1-1-1,0 0 1,0 1 0,0-1-1,0 1 1,0-1 0,0 1 0,0-1-1,0 1 1,0-1 0,0 1-1,0 0 1,0 0 0,0 0 0,0 0-1,0-1 1,0 1 0,0 0-1,0 1 1,0-1 0,1 0 0,18 5 454,-14-1-485,-2 1 0,1 0 0,0 1-1,-1-1 1,0 1 0,4 7 0,0-1-33,1 3 12,-1 0 0,0 0 0,-1 1 0,-1-1 0,-1 2 0,0-1 0,-1 1 0,0-1 0,-2 1 0,0 0 0,-1 0 0,0 0 0,-1 0 0,-2 0 0,-3 24 0,-2-3 0,-2-1 0,-1-1 0,-2 0 0,-1 0 0,-35 62 0,31-67-33,-2-2 0,-2 0 1,-26 28-1,-77 71-746,85-89 312,5 2-5688,52-32-16096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17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6 13905,'-28'-5'3135,"22"4"2696,12 7-1995,10 2-2963,-12-6-235,36 15 224,1-2 1,0-2-1,1-2 0,49 6 1,-36-5-626,846 136-237,-660-114 0,335 38 0,3-42 0,-540-31-1014,0-1 1,69-13-1,-104 14 494,1 0-1,-1 0 1,0-1 0,0 1-1,0-1 1,0 0 0,0 0-1,0-1 1,-1 1 0,1-1-1,5-5 1,15-20-6746,-21 25 6191,9-13-11082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17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908 64 11437,'-6'-21'1327,"-2"-4"810,5 8 4676,-4 34-2595,7-12-3938,0 0 1,0-1-1,1 1 1,0 0-1,0-1 1,0 1-1,1-1 1,-1 1-1,1-1 1,0 0-1,4 7 1,2 4 302,36 91 139,-3 2-1,-6 1 1,27 142-1,-53-204-721,-2 0 0,-3 0 0,-1 1 0,-5 70 0,-2-83 0,0-1 0,-3 0 0,-1 0 0,-1-1 0,-2 0 0,-29 61 0,18-53-256,-2-1 1,-2-2-1,-2 0 1,-1-2-1,-2-1 1,-1-1-1,-1-2 1,-2-1-1,-51 34 1,28-27-659,-2-3 0,-1-3 1,-1-2-1,-2-3 0,-108 30 1,59-22-7217,20 0-5486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17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195 371 21522,'-24'0'4188,"8"-12"-779,-11-12-697,17 12-1776,-7-6-936,4 3 0,-1-6 0,4 3 0,0-6 0,-3-12 0,6 20 0,4-20-1244,-7-27-1368,-4 24-5873,7 3-8957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20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291 164 7505,'2'-15'1419,"-1"-1"-1,-1-19 1,0 23-837,7-29 4663,-7 39-5020,1 0 1,0-1 0,0 1-1,-1 0 1,1 0 0,-1-1-1,0 1 1,0 0-1,0-1 1,0 1 0,0 0-1,0-1 1,0 1 0,-1 0-1,1-1 1,-1 1 0,-1-4-1,0 8 92,1 0 0,0 0-1,0 0 1,1 1-1,-1-1 1,0 0 0,1 0-1,-1 0 1,1 1 0,-1 2-1,-3 208 5163,-10-29-4760,-9 0-1,-57 231 1,50-294-701,-64 287 66,76-304-351,-10 205 0,34-136-3765,8-86-443,-9-67 1653,0 0 1,10 20 0,15 16-9559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20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687 1 13925,'39'6'714,"-8"-2"230,-1 2 0,30 9 0,-47-11-504,1 0 0,-2 1 0,1 1 0,-1 0 0,1 0 0,-2 1 0,22 16 0,-30-19-383,1-1 0,-1 0 0,0 1 0,0 0 0,-1 0 0,1-1 1,-1 2-1,0-1 0,0 0 0,0 0 0,-1 1 0,1-1 0,-1 1 1,0-1-1,0 1 0,-1-1 0,1 1 0,-1 0 0,0-1 0,0 1 1,-1 0-1,1-1 0,-1 1 0,0-1 0,0 1 0,-4 7 0,0 1 11,-1 0 0,-1-1 0,0 0 0,0 0 0,-1-1 0,-1 0 0,0 0 0,-20 17 0,-1-1-77,-64 42 0,41-36-520,-2-3 0,-1-2-1,-110 38 1,-188 34-9121,348-98 9340,-88 22-7756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21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 12089,'-1'5'1838,"-26"97"3120,14-63-4259,-2-1-1,-28 55 0,28-65-536,-64 131 376,76-153-532,1-1-1,0 1 1,0 0-1,1 0 1,-1 0-1,2 0 1,-2 9-1,2-14-4,0 1 0,0-1 0,0 1 0,1-1-1,-1 1 1,0-1 0,1 1 0,-1-1 0,1 0-1,-1 1 1,1-1 0,-1 0 0,1 1-1,0-1 1,0 0 0,0 0 0,0 0 0,0 0-1,0 0 1,0 0 0,0 0 0,0 0 0,0 0-1,0 0 1,1 0 0,-1-1 0,0 1-1,1-1 1,-1 1 0,0-1 0,1 1 0,-1-1-1,1 0 1,2 1 0,6-1 6,0 0 1,0-1-1,0 0 0,0 0 1,0-1-1,0 0 0,0-1 1,13-5-1,77-39 74,-98 46-78,82-47 302,92-69 1,26-17 536,-200 133-836,0 0-1,0-1 0,0 1 1,1 0-1,-1 0 0,0 0 0,1 1 1,-1-1-1,1 0 0,-1 1 0,1 0 1,-1-1-1,1 1 0,-1 0 0,1 0 1,-1 1-1,1-1 0,-1 0 0,1 1 1,-1 0-1,0-1 0,1 1 0,-1 0 1,0 0-1,1 0 0,-1 1 0,0-1 1,0 1-1,0-1 0,0 1 0,0-1 1,0 1-1,1 2 0,5 7-157,0 0 1,-1 0-1,-1 1 0,0 0 0,6 15 0,6 13-1238,-15-35 1102,0-1 1,0 0-1,1 0 0,-1 0 0,1 0 0,0 0 0,0-1 0,0 1 0,1-1 1,-1 0-1,1 0 0,5 2 0,5 1-2069,1-1 0,25 6 0,5 1-5079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21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12 407 10333,'-3'-52'1403,"3"50"-1225,1 0 0,-1 0 1,0-1-1,0 1 0,-1 0 0,1 0 0,0 0 0,-1 0 0,1 0 0,-1 0 0,0 0 0,0 0 0,-1-2 0,-1-1 269,3 3-420,0 1 0,1-1 0,-1 0 0,0 0 0,0 1 1,1-1-1,-1 0 0,1 1 0,0-1 0,-1 1 0,1-1 0,0 1 0,0-1 0,0 1 0,0-1 0,0 1 0,0 0 0,1 0 1,-1-1-1,2 0 0,5-2-217,1 0 0,-1 1 1,1 0-1,0 1 1,0 0-1,0 0 0,0 1 1,15-1-1,-1 0-196,-10 0 40,0 1 0,0 0 0,0 1 0,0 0 0,0 1 0,0 1 0,-1 0 0,1 0 0,0 2 0,-1-1 0,0 2 0,0-1 0,0 2 0,0 0 0,-1 0 0,15 11 0,-19-10 406,-1 0 0,0 1-1,0 0 1,0 0 0,-1 0 0,0 1 0,-1 0 0,0 0-1,0 0 1,-1 0 0,0 0 0,-1 1 0,0 0 0,2 16-1,-4-21 369,1-1-1,0 1 0,0-1 1,0 0-1,1 0 1,-1 1-1,1-1 0,0 0 1,0 0-1,1 0 0,3 5 1,-4-8-280,-1 0 0,0 0 0,1 0 0,-1 0 0,1 0 0,-1 0 0,1 0 0,-1-1 0,1 1 1,-1-1-1,1 1 0,0-1 0,-1 0 0,1 1 0,0-1 0,0 0 0,-1 0 0,1 0 0,0 0 0,-1-1 0,1 1 1,0 0-1,-1-1 0,1 1 0,0-1 0,-1 0 0,1 1 0,-1-1 0,2-1 0,55-29 1883,-31 16-1432,50-20 1,112-29 253,-88 33-978,-2-5 0,120-62 0,-81 16-256,-70 40 557,88-40 1,-146 78 330,-10 8 147,-1 6-368,0 1 0,0-1 0,-1 0 0,-1 1 0,0-1 0,0 0 0,-1 0 0,-7 13 0,-49 78 921,22-43-671,10-12-405,2 1 0,3 1 0,1 1 1,-19 64-1,36-94-469,1 0 0,1 0 0,1 0 1,1 0-1,0 0 0,3 27 0,0-32-265,0 1-1,2-1 1,-1 0-1,2 0 1,0 0-1,1-1 1,0 0-1,0 0 1,13 17-1,-15-25-338,-1 0-1,1 0 1,0-1-1,1 1 1,-1-1-1,1 0 1,9 5-1,-10-6 124,31 23-6990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21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11725,'124'-39'1896,"-63"24"-308,-8-3-287,4 3-269,-3 6-188,6 0-296,7-3-400,3 3-596,-3 0-796,0 0-433,-3-1-983,-10 1-1132,-4 9-2485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21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 64 11673,'0'-3'482,"0"-1"0,0 0 1,-1 0-1,0 0 0,1 0 0,-1 1 0,-1-1 1,1 0-1,0 1 0,-1-1 0,-4-6 0,5 9-307,0 0-1,0 0 0,0 0 1,0 0-1,0 0 0,0 0 0,0 1 1,0-1-1,-1 0 0,1 1 0,0-1 1,-1 1-1,1-1 0,0 1 1,-1-1-1,1 1 0,-1 0 0,1 0 1,0 0-1,-1 0 0,1 0 0,-1 0 1,1 0-1,-1 0 0,1 0 1,0 1-1,-1-1 0,1 1 0,-1-1 1,1 1-1,0-1 0,0 1 0,-1 0 1,1 0-1,0-1 0,-2 3 1,-5 3 185,1 1 1,0 0-1,1 0 1,-1 1-1,1-1 1,1 1 0,0 1-1,0-1 1,-4 11-1,-4 4 316,-28 52 78,4 2 1,3 2 0,4 1 0,3 1 0,-29 153 0,52-211-986,1 0 1,1-1-1,2 1 1,0 0 0,1 0-1,1 0 1,2 0-1,0-1 1,8 27 0,-6-33-229,0-1 1,1 0 0,0 0 0,1-1 0,1 0-1,0-1 1,1 0 0,0 0 0,1-1 0,0 0-1,1-1 1,1 0 0,23 15 0,-7-9-1569,1-2-1,0-1 1,1-2 0,35 10 0,43 11-8852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22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1029 1 12197,'26'32'715,"-16"-20"-309,-1 0 0,0 0-1,0 1 1,-1 0-1,-1 1 1,0-1-1,-1 1 1,6 22-1,0 13 1300,-2 0-1,-2 1 1,1 91-1,-9-51-104,-16 114 0,7-149-1323,-1 0-1,-3 0 0,-3-1 1,-2-1-1,-2 0 0,-2-2 1,-58 96-1,42-90-700,-2-2 1,-2-1 0,-3-2-1,-2-3 1,-3-1-1,-66 50 1,47-48-1923,-112 62-1,3-25-4906,18-22-3644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25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133 597 7221,'-87'1'1880,"51"-6"579,28 3 1419,7-9-2102,1 9-1733,0 1-1,-1 0 1,1 0-1,0 0 1,0 0-1,0 0 1,0 0-1,1-1 1,-1 1-1,0 0 1,0 0-1,1 0 1,-1 0-1,0 0 1,1 0-1,-1 0 1,1 0 0,-1 0-1,1 0 1,0 0-1,-1 0 1,1 0-1,0 1 1,0-1-1,0 0 1,0 0-1,-1 1 1,1-1-1,2 0 1,12-7 193,-1 0 0,1 1-1,0 1 1,22-6 0,-8 2-9,328-91 1121,6 23-842,-284 62-407,667-110 432,-534 94-450,646-85-809,-614 93-657,-175 20-442,97 7 0,-133 2-161,-31-4 1716,-1-1 1,0 1-1,1 0 0,-1-1 0,0 1 1,0 0-1,0 0 0,0 0 0,0 0 1,0 0-1,0 0 0,0 0 1,0 1-1,0-1 0,-1 0 0,1 0 1,1 3-1,5 24-6559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25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12565,'-2'2'300,"0"0"0,0 1 0,0-1 1,1 1-1,-1-1 0,1 1 0,-1-1 0,1 1 0,0 0 0,0 0 0,0 0 0,0 0 0,1-1 1,-1 1-1,1 0 0,-1 0 0,1 4 0,1 6 540,0 1 0,5 22 0,0 0 574,-4 24-272,-3-1 1,-3 1-1,-2 0 0,-15 61 1,8-52-1654,4 0 1,-2 95-1,13-111-982,2-1-1,15 74 1,-12-92-724,2-1 0,2-1 0,1 0 0,29 56 0,-6-31-5315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25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 11833,'-18'12'510,"5"-4"248,1 0 1,0 1-1,0 0 0,1 1 0,0 0 0,0 1 1,1 0-1,-12 18 0,19-24-414,1-1-1,0 1 0,0-1 1,0 1-1,0 0 1,1 0-1,0 0 0,0 0 1,0 0-1,0 0 1,1 0-1,0 0 0,0 0 1,0 0-1,1 0 1,0 0-1,0 0 0,0 0 1,0 0-1,4 7 1,-2-7-201,0 0 0,1 0 0,-1 0 1,1 0-1,1 0 0,-1-1 0,0 0 1,1 0-1,0 0 0,0 0 0,0-1 1,1 0-1,-1 0 0,1 0 0,-1-1 1,13 4-1,3-1 101,1 0-1,0-1 1,0-1-1,32-1 1,93-7 472,-122 3-658,111-11 89,0-6-1,164-44 1,-276 57-269,1-1 0,-1-1 0,43-20 0,-66 27 95,-1 1 0,1 0 0,0-1 0,-1 1-1,1 0 1,0-1 0,-1 1 0,1-1 0,-1 1 0,1-1-1,-1 1 1,1-1 0,-1 1 0,1-1 0,-1 0 0,0 1-1,1-1 1,-1 0 0,0 1 0,1-1 0,-1 0 0,0 1-1,0-1 1,0 0 0,1 0 0,-1 1 0,0-1 0,0 0 0,0 1-1,0-1 1,-1-1 0,0 0-49,0 0-1,0 0 1,0 0-1,0 0 1,0 1-1,0-1 1,-1 1-1,1-1 1,-1 0-1,1 1 1,-3-2-1,-4-3-265,-1 1-1,1-1 1,-1 2 0,-10-5-1,-138-38-5580,71 24-1744,19 3-3018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25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1 17122,'-8'62'1186,"2"-19"239,-1 0 0,-2 0 0,-17 48 0,-86 192 3329,-11 38-749,72-127-4092,44-159-94,2 0 0,2 0 0,1 59 0,2-83-344,1 0-1,1 0 1,0-1-1,1 1 1,0-1-1,0 1 0,1-1 1,0 0-1,8 13 1,12 8-3974,7-5-3313,-15-15-3594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25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0 13869,'-79'10'5409,"57"-8"-553,27-2-4526,0 0 0,-1 0 0,1 0 0,0 1 0,0-1 0,-1 1 0,9 3 0,13 1 40,424 30 1863,-253-5-3102,-189-29 739,0 1 1,-1 1-1,1-1 0,-1 1 1,1 1-1,-1-1 1,0 1-1,-1 1 0,13 8 1,-18-11 73,0-1 1,1 0-1,-1 1 0,0-1 1,0 1-1,-1-1 1,1 1-1,0-1 0,0 1 1,-1 0-1,1-1 1,-1 1-1,1 0 0,-1-1 1,0 1-1,0 0 0,0 0 1,0-1-1,0 1 1,0 0-1,0 0 0,0-1 1,-1 1-1,0 2 1,-15 34-752,10-30 498,1 0-1,-2-1 1,1 0-1,-1 0 1,0-1-1,0 0 1,-12 7-1,-60 34-2945,58-35 2187,-70 38-6919,47-26 742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26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36 12765,'-22'-30'3030,"17"24"1866,5 7-4750,0 0 0,1-1 0,-1 1 0,0 0 0,0 0 0,1-1 0,-1 1 0,0 0 0,1 0 0,-1-1 0,1 1 0,-1 0 0,1-1 0,-1 1 0,1-1 0,-1 1 0,1-1 0,-1 1 0,1-1 0,0 1 0,0-1 0,0 1-42,0 0 1,0 0-1,0-1 1,0 1-1,0 0 1,0 0-1,0 0 1,0 0-1,-1 0 1,1 0-1,0 0 1,-1 0-1,1 0 1,-1 0-1,1 0 1,-1 1-1,0-1 1,1 2-1,1 16 234,0 1-1,-2-1 1,0 0-1,-1 0 1,-1 0-1,-6 24 1,1-15-130,-12 51-227,18-71-64,0 0-1,0 1 0,1-1 1,0 0-1,0 0 1,1 1-1,2 8 1,-2-14 69,-1-1 0,1 0 0,0 0 0,0 0 0,1 0 0,-1-1 0,0 1 0,1 0 0,-1 0 0,1-1 0,-1 1 0,1-1 0,0 1 1,-1-1-1,1 0 0,0 0 0,0 0 0,0 0 0,0 0 0,0 0 0,0 0 0,1-1 0,-1 1 0,0-1 0,0 1 0,0-1 0,1 0 0,-1 0 0,0 0 0,0 0 0,4-1 0,9-1-26,0 0 0,0-1 0,23-7 0,-23 6 23,12-5-13,0-1 0,0-2 1,48-28-1,29-13 49,-95 49-10,0 0 37,1 0 1,-1 1-1,1 0 0,-1 1 1,1-1-1,11 0 0,-19 3-26,1 0 1,0 0-1,-1 1 0,1-1 0,0 1 1,-1-1-1,1 1 0,-1 0 0,1 0 1,-1 0-1,1 0 0,-1 1 0,0-1 1,1 0-1,-1 1 0,0 0 0,0-1 1,0 1-1,0 0 0,0 0 1,-1 0-1,1 1 0,-1-1 0,1 0 1,-1 1-1,0-1 0,0 0 0,1 4 1,15 35 210,-7-15-255,1 0 1,25 43-1,-31-62-159,0 0 1,1 0-1,-1 0 0,1-1 0,1 0 0,-1 0 0,1-1 1,0 1-1,0-1 0,1-1 0,-1 1 0,1-1 1,10 3-1,-5-3-454,0-1 0,0 0 0,0-1 0,0-1 0,1 0 0,-1-1 0,0 0 0,1-1 0,18-4 0,-15 2-49,-1-1 1,0 0 0,-1-2 0,1 1-1,-1-2 1,0 0 0,18-13-1,-23 13 415,-1 0 0,0-2 0,0 1-1,-1-1 1,0 0 0,8-13 0,37-67-473,-36 59 551,4-10-904,22-62-1,-13 29-1742,-4 17-23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26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24 338 4704,'-1'3'992,"-12"15"-193,4-12 6774,19 4-5276,2 5 256,-8-13-2437,-1-1 0,1 1 0,-1-1-1,1 0 1,-1 0 0,1 0 0,0-1-1,-1 1 1,1-1 0,0 0 0,0 0 0,-1 0-1,1 0 1,0-1 0,3 0 0,19-5 42,0-1 0,-1-1 0,1-2 0,29-14 0,90-61 365,-8-19 271,-92 67 275,82-52 1,-119 85-904,-1 0 1,1 0-1,1 1 0,-1 0 1,0 1-1,1-1 1,-1 2-1,1-1 0,-1 1 1,1 0-1,9 1 0,-13 1-94,0-1-1,1 1 1,-1 0-1,0 0 1,0 0-1,0 1 1,0 0-1,0 0 1,-1 0-1,1 1 1,0-1-1,-1 1 1,0 0-1,0 1 1,0-1-1,0 1 1,0-1-1,-1 1 1,5 7-1,0 2 56,-1 0 1,-1 0-1,0 1 0,-1 0 0,7 28 0,10 81-579,-11-60-973,-5-33 481,8 39-3555,-3-25-5304,-7-22 704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26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0 392 16005,'134'-39'3053,"-54"15"-765,-6 0-312,7 0-364,-1 3-340,14-3-288,16 2-203,21 4-517,16-6-732,14 0-513,6-6-543,11-3-864,10 3-548,-1 0-2989,1 5-5104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28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244 601 7397,'0'0'10782,"3"-1"-9843,71-16 7684,-73-2-8022,0 10-537,1 0 0,1-1 1,0 1-1,0 0 0,1 1 0,0-1 1,0 1-1,1 0 0,0 0 0,0 0 1,8-8-1,18-31-29,71-112 124,37-61 76,-124 196-197,-13 22 3,-4 5 21,-60 113 404,-7 13-1,58-107-307,2 2 0,0-1 1,-9 46-1,17-60-93,0 1 0,1 0 0,0-1 1,0 1-1,1-1 0,0 1 0,1-1 0,0 1 0,1-1 1,0 0-1,0 0 0,1 0 0,0 0 0,0-1 0,1 1 1,7 8-1,11 13 25,1 0 0,51 46 1,-23-25 30,-27-24-142,-1 1 1,-1 1-1,31 51 0,-47-69-28,-1 1-1,0 0 0,-1 1 0,-1-1 1,1 1-1,-2 0 0,0 0 1,-1 1-1,0-1 0,-1 0 0,0 1 1,-1-1-1,-2 16 0,-3-3-175,-1 0 1,-2-1-1,-1 0 0,0 0 0,-2-1 0,-1 0 0,-1-1 1,-1-1-1,-1 0 0,0 0 0,-2-2 0,-19 19 0,-15 11-594,-2-3 0,-2-2-1,-76 47 1,-8-8-238,115-72 741,0-1 0,-1 0 0,-51 12 0,65-21 19,1 0 0,-1-1 0,-20-1 0,28 0 158,0 0-1,0 0 0,0-1 0,-1 1 0,1-1 0,0 0 0,0 0 1,0 0-1,0 0 0,0 0 0,0-1 0,1 1 0,-1-1 1,0 0-1,-3-2 0,6 2 20,-1 1 0,0 0 0,1 0 1,-1-1-1,1 1 0,-1 0 0,1-1 0,0 1 0,-1 0 1,1-1-1,0 1 0,0 0 0,0-1 0,0 1 1,0-1-1,0 1 0,0 0 0,1-1 0,-1 1 1,0 0-1,1-1 0,-1 1 0,2-3 0,20-30-1780,-16 25 1132,23-31-3698,6 1-2562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30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311 586 11841,'-2'-2'452,"0"0"-1,0 0 1,0 0 0,0-1-1,1 1 1,-1-1 0,1 1-1,0-1 1,0 1 0,0-1-1,0 0 1,0 0 0,0 0-1,1 1 1,0-1 0,-1 0-1,1 0 1,1-5 0,-27 23 2354,16-6-2342,0 0 0,0 1-1,1 0 1,0 0 0,0 1-1,1 1 1,-9 17 0,-42 97 1739,31-62-1295,5-13-114,-21 73 0,36-99-618,2 0 1,1 1-1,1-1 1,1 1-1,1 32 0,2-50-174,1 0 0,0 1 1,0-1-1,1 0 0,0 0 0,0-1 0,1 1 0,0 0 0,1-1 0,-1 0 0,1 0 0,1 0 0,-1 0 0,1 0 0,0-1 1,1 0-1,0 0 0,0-1 0,0 1 0,0-1 0,1-1 0,0 1 0,0-1 0,0 0 0,1-1 0,-1 0 0,1 0 1,0 0-1,-1-1 0,1 0 0,0-1 0,0 0 0,17 1 0,4-3-36,0-1-1,0-1 1,-1-1-1,1-2 1,-1 0 0,0-2-1,0-2 1,-1 0-1,-1-2 1,0 0-1,0-2 1,34-25 0,-58 38-2,1-1-1,-1 1 1,1-1 0,-1 0 0,0 0 0,0-1 0,0 1 0,0 0 0,0 0 0,0-1 0,-1 0 0,1 1 0,-1-1 0,0 0-1,0 1 1,0-1 0,0 0 0,0 0 0,0 0 0,-1 0 0,0 0 0,1 0 0,-1 0 0,0 0 0,0 0 0,-1-4 0,-1-3-61,1 1 0,-2 0 0,1 0 0,-1 1 1,0-1-1,-1 1 0,0-1 0,0 1 1,-1 0-1,0 1 0,-1-1 0,1 1 1,-12-11-1,-19-19-533,-2 1 1,-63-45-1,-92-47-609,185 124 1218,1-1-28,0 1 1,0-1-1,1 0 1,-13-11 0,18 15 47,0 0 0,0-1 0,0 1 0,1 0 0,-1 0 0,0-1 0,0 1 0,1-1 1,-1 1-1,1 0 0,-1-1 0,1 1 0,0-1 0,-1 1 0,1-1 0,0 1 0,0-1 0,0 0 0,0 1 1,0-1-1,1 1 0,-1-1 0,0 1 0,1-1 0,-1 1 0,1-1 0,-1 1 0,1 0 0,0-1 0,-1 1 1,1 0-1,1-2 0,1 0 14,0 0 1,0 0 0,1 0-1,-1 0 1,1 1-1,-1 0 1,1-1 0,0 1-1,0 0 1,0 1 0,0-1-1,8-1 1,59-10 109,-44 9-93,121-15 76,209-1 0,-124 26-174,-205-4 79,1 2 0,-1 2 0,0 0 0,-1 2 0,0 1 0,28 13 0,-45-16-49,0 0 0,0 1 0,-1 0 0,0 1 0,0 0-1,-1 1 1,0-1 0,0 2 0,6 10 0,-5-9-256,0 1 0,1-1 1,0 0-1,20 15 0,-23-21 177,0-1 1,0 0-1,1-1 0,-1 0 1,1 0-1,0-1 0,0 0 0,0 0 1,0 0-1,14-1 0,-3 0 27,1-1 0,0-1-1,24-5 1,16-6 165,98-35-1,-148 43 111,0 2-1,0-1 1,1 1 0,-1 1-1,1 0 1,-1 0 0,1 1 0,0 0-1,-1 1 1,1 0 0,-1 1-1,12 3 1,6 4 454,0 2 1,49 26-1,-57-26-491,0-1 0,0-1 0,1-1 0,0 0 0,1-2 0,29 6 0,31-9 4,-62-4-141,0 1 0,-1 1 0,1 2 1,0-1-1,21 7 0,20 10-30,89 30 86,-138-44-119,0-1 1,1-1-1,-1 0 0,1 0 0,0-1 0,-1-1 0,1 0 1,0-1-1,0 0 0,0-1 0,-1-1 0,22-4 0,-16 0 15,-1 0-1,0-1 1,-1-1-1,1-1 0,-1 0 1,-1-1-1,0 0 1,18-17-1,160-134 414,-185 152-363,-6 7 2,0 0 1,-1 0 0,1 0 0,0 0-1,0 1 1,1-1 0,-1 0 0,4-1-1,-5 3-6,0 0-1,0 0 0,0 0 0,0 1 0,0-1 1,0 0-1,0 1 0,0-1 0,0 1 1,0-1-1,0 1 0,0-1 0,0 1 1,0 0-1,0-1 0,0 1 0,-1 0 0,1 0 1,0-1-1,-1 1 0,1 0 0,0 0 1,-1 0-1,1 0 0,-1 0 0,1 2 1,7 32 41,-4-16 11,-1-14-79,-1 0 0,1 0 0,0 0 0,0-1 0,1 1 0,0-1 0,0 1 0,0-1 0,0-1 0,0 1 0,1 0 0,0-1 0,-1 0 0,1 0 0,0-1 0,1 1 0,-1-1 0,0 0 0,7 1 0,13 4-475,0-2-1,50 4 1,-60-7 270,35 1-163,0-1 1,1-3 0,-1-2-1,0-2 1,-1-2-1,1-2 1,-1-3-1,-1-2 1,60-25-1,-86 29 360,0-2 0,-1 0-1,0-2 1,-1 0-1,29-27 1,-26 19 188,-2-1-1,0-1 1,-2-1 0,-1 0 0,16-30-1,10-13 1200,-32 50-668,1 2-1,1-1 1,19-16 0,-20 44 531,-10-7-1111,-1 0 0,1 0 0,-1 0-1,0 1 1,-1-1 0,1 1 0,-1-1-1,0 1 1,0 0 0,0-1-1,-1 1 1,1 0 0,-1 0 0,-1 8-1,2 11 152,0-11-138,17 207 742,-17-171-1377,-1-13-1588,7 43 0,-7-75 1888,1 0 0,0 0 1,-1 0-1,0 0 0,0 0 0,0 0 0,-1 0 0,1 0 0,-1 0 1,0-1-1,0 1 0,0 0 0,-1 0 0,1 0 0,-1-1 0,0 1 1,0-1-1,0 1 0,-1-1 0,1 0 0,-1 0 0,1 0 0,-1 0 1,0-1-1,0 1 0,-6 3 0,-4 0-150,0 0 0,-1-1 0,1 0 0,-1-1 0,0-1-1,-1 0 1,1-1 0,-1 0 0,1-1 0,-1-1 0,-23-2 0,34 2 382,0-1 1,0 1-1,0-1 0,0 0 1,0 0-1,0 0 0,0-1 1,0 1-1,1-1 0,-1 0 0,0 0 1,1 0-1,0-1 0,-1 1 1,1-1-1,0 0 0,0 1 1,0-2-1,1 1 0,-1 0 1,1 0-1,-4-7 0,5 5 40,-1 0 0,1 1 0,0-1 0,1 0 0,-1 0-1,1 0 1,0 0 0,0 1 0,1-1 0,-1 0 0,1 0 0,0 0-1,0 1 1,1-1 0,-1 0 0,1 1 0,0-1 0,1 1 0,2-5-1,12-17 100,1 0-1,2 2 0,0 0 0,39-34 0,-19 19-26,592-552 1612,-616 577-1399,1 0-1,1 2 1,36-21 0,-53 33-293,1-1-1,-1 0 1,1 0 0,-1 0 0,1 1 0,-1-1 0,1 1-1,-1-1 1,1 1 0,0 0 0,-1-1 0,1 1-1,-1 0 1,1 0 0,0 0 0,-1 0 0,1 1 0,0-1-1,-1 0 1,1 1 0,-1-1 0,1 1 0,-1-1-1,1 1 1,-1 0 0,1 0 0,-1 0 0,0 0 0,1 0-1,-1 0 1,0 0 0,0 0 0,0 0 0,0 0-1,0 1 1,0-1 0,0 0 0,0 1 0,0-1 0,1 4-1,0 1 61,0 1 0,-1-1 0,1 1 0,-1 0 0,-1-1 0,1 1 0,-1 0 0,-1 10 0,-46 251 1393,31-203-1729,3 0 0,3 1 0,-2 116 0,12-176 126,7 100-1675,-5-94 1407,0 0-1,1 0 1,0 0-1,1-1 0,0 1 1,9 14-1,-11-24 282,0-1-1,1 0 1,-1 1-1,1-1 0,-1 0 1,1 0-1,0-1 1,-1 1-1,1 0 0,0-1 1,4 1-1,-1-3-9,0 0 0,-1 0 0,0 0 0,0 0 1,1-1-1,-1 0 0,-1 0 0,1 0 0,8-7 0,18-12-364,14-5 56,-29 17 229,1 0-1,0 1 0,19-8 0,-3 3 310,0-1-1,48-33 0,5-2 769,-76 45-841,15-8 521,0 1 0,52-18 1,-69 28-378,0 0 1,1 0 0,-1 1 0,1 0 0,-1 1 0,1 0 0,-1 0 0,1 0 0,-1 1 0,0 1 0,1-1 0,-1 1 0,0 1-1,10 4 1,-6-2-73,-1 1 0,1 1 0,-1 0 0,-1 1 1,1 0-1,-1 1 0,-1 0 0,0 0 0,0 1 0,-1 0 0,0 1 0,0 0 0,-1 0 0,-1 0 0,0 1 0,0 0 0,-2 0 0,1 1 0,-1-1 0,-1 1 0,0 0 0,-1 0 0,-1 0 0,1 14 0,-2-8-374,4 26-950,-4-43 1085,1 0 0,-1 0 0,1 0 0,0 0 0,0 0 0,0 0 0,0 0 0,0 0 0,0 0 0,0 0 0,1-1 0,-1 1 0,1-1 0,-1 1 0,1-1 0,0 1 0,2 1 0,-2-2-16,0 0 1,0 0-1,0-1 1,-1 1-1,1 0 1,0-1-1,1 1 1,-1-1-1,0 0 1,0 0-1,0 0 1,0 0-1,0 0 1,0 0-1,0 0 1,0-1-1,0 1 1,3-2-1,0 0-72,-1 0 0,0-1 0,0 1 0,0-1 0,0 0 0,0 0 1,6-6-1,3-6-809,-1 0 1,-1-1 0,11-19-1,-22 35 939,45-84-7469,-17 37-320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30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15889,'-27'12'5045,"54"-15"-3325,-3-3 1248,-4 15-3232,0 3-256,0 0-384,-3 3-516,-4 3-488,0 3-364,1-2-3201,-1-1-4404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30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58 6013,'5'35'1130,"-4"-28"-123,-1-4-112,-6 27 599,6-27-981,-1 0 43,-5 14 737,9-9 636,0-8-1682,1 0 0,0-1-1,-1 1 1,0-1-1,1 0 1,-1 0-1,1 0 1,4-2 0,-2 0 33,1 0 0,-1-1 1,0 0-1,0 0 1,0-1-1,-1 1 0,1-1 1,-1 0-1,0-1 0,-1 0 1,1 1-1,-1-1 1,0 0-1,4-11 0,17-19 829,-6 8-416,-17 25-373,-4 3-318,1-1 1,0 0-1,0 1 1,-1-1-1,1 0 1,-1 1 0,1 0-1,0-1 1,-1 1-1,1 0 1,-1 0-1,1-1 1,-1 1-1,1 0 1,-1 1-1,1-1 1,0 0-1,-1 0 1,1 1 0,-1-1-1,1 0 1,0 1-1,-1 0 1,1-1-1,0 1 1,-1 0-1,1-1 1,0 1-1,0 0 1,-2 2-1,0 2-40,-1 0 0,1 0 0,0 0 0,1 0 0,-1 0-1,1 1 1,-1 5 0,1-7 23,1 0 1,0 0-1,0-1 1,0 1-1,0 0 0,1 0 1,0 0-1,0 0 0,0 0 1,0 0-1,1 0 0,-1 0 1,1 0-1,0 0 0,2 6 1,0-5 13,0 0 0,0-1 1,0 1-1,1-1 0,-1 1 1,1-1-1,0 0 0,0-1 0,1 1 1,6 4-1,-8-6 9,-1 0 1,1 0-1,-1 1 0,1-1 0,-1 1 1,0-1-1,0 1 0,0 0 0,0 0 1,-1 0-1,1 0 0,-1 0 0,0 0 1,0 1-1,0-1 0,0 0 0,0 1 1,-1-1-1,1 0 0,-1 1 1,0 4-1,-1 6 28,-1 0 0,0-1 0,-8 27 0,5-22 1,-1 5 30,-77 269 575,-17 56-268,-21 59-110,117-395-230,-4 9-43,-1 1 1,-1-2 0,-13 23-1,20-39 53,1 1 0,-2-1-1,1 0 1,0 1-1,-1-2 1,0 1 0,0 0-1,0-1 1,0 0-1,0 0 1,-1 0 0,1 0-1,-1-1 1,0 0-1,0 1 1,0-2 0,0 1-1,0-1 1,-8 2-1,12-3-20,-1 0-1,0 0 1,1 0-1,-1 0 1,0 0-1,1 0 0,-1 0 1,1-1-1,-1 1 1,0-1-1,1 1 1,-1-1-1,1 1 0,-1-1 1,1 0-1,-1 0 1,1 0-1,0 0 1,-1 0-1,1 0 1,0 0-1,0 0 0,0 0 1,0 0-1,0-1 1,0 1-1,-1-3 1,1 2-21,0-1 1,1 1-1,-1 0 0,1-1 1,0 1-1,0 0 1,0-1-1,0 1 1,0 0-1,0-1 1,0 1-1,1 0 1,0-1-1,-1 1 0,1 0 1,0-1-1,0 1 1,0 0-1,2-3 1,22-30-900,2 1 1,1 2 0,1 1-1,52-42 1,18-21-2396,43-56-4616,-63 71 406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30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9005,'26'9'2056,"-19"0"-312,3 4-312,0-1-260,4 3-248,-4 0-303,-4 0-517,4 3-913,0 3-631,7-3-2832,0 0-3281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31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1049 8465,'-28'-20'2391,"23"16"1669,27-10-1209,-10 8-2588,1 1-1,-1 0 1,1 1 0,0 0-1,21-3 1,73-4 385,-43 6-340,1342-82 1402,-846 60-1476,507-23 116,260-15 226,-959 44-331,2470-150 2207,-2291 134-1936,-58-4-22,-63-2 21,242-44 360,-12-51-1151,-644 134 170,165-49-1204,-142 41-220,-2-1-1,61-35 1,-55 21-2134,-16 8-1838,-2-2-4331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31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259 189 15613,'50'0'2735,"-50"1"-2670,0-1 0,1 0 0,-1 0 0,0 0 1,1 0-1,-1 0 0,1 0 0,-1 0 0,0 0 0,1 0 1,-1 0-1,0 0 0,1 0 0,-1 0 0,1 0 0,-1 0 1,0 0-1,1 0 0,-1 0 0,0 0 0,1 0 0,-1-1 1,0 1-1,1 0 0,-1 0 0,0 0 0,1-1 0,-1 1 1,0 0-1,0 0 0,1-1 0,-1 1 0,0 0 0,0-1 1,6-9 832,1 1 0,0 0 1,0 0-1,0 1 0,1 0 0,10-8 1,-8 8-410,0-2 0,-1 1 1,12-18-1,-6 10 210,-15 17-761,1 0 0,-1-1-1,1 1 1,0-1 0,-1 0 0,1 1 0,-1-1-1,1 1 1,-1-1 0,0 0 0,1 1 0,-1-1-1,1 0 1,-1 1 0,0-1 0,0 0 0,1 0-1,-1 1 1,0-1 0,0 0 0,0 0 0,0 0-1,0 1 1,0-1 0,0 0 0,0 0 0,0 1-1,-1-1 1,1 0 0,0 0 0,0 1 0,-1-1-1,1 0 1,0 0 0,-2 0 0,1-1-86,0 0 1,0 1 0,0-1-1,-1 1 1,1 0-1,-1 0 1,1-1-1,-1 1 1,1 0 0,-1 0-1,0 0 1,0 0-1,1 1 1,-1-1 0,0 0-1,0 1 1,0 0-1,0-1 1,0 1-1,0 0 1,0 0 0,-3 0-1,-44 4-1107,47-4 1160,-26 6-1216,0 1-1,1 2 0,-37 16 0,-39 12-2839,48-23 92,4 3-2093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33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0 189 3692,'232'-6'1571,"170"-9"1713,-283 11-2646,86 4 346,-89 5-647,30 3-46,-3 3 52,193-9-1,143-37 554,51-19-31,514-39 131,259 86-684,-27 44 1139,-852-20-1141,-278-9-232,321 24 68,271 7 45,657-87 55,-1347 46-245,230-14 97,628-15-170,-331 65 84,-386-19 2,362-5 21,-372-11-92,-172 1 69,427 5-47,1333-28-51,-653 4-1634,-266 74 676,-9 72 787,-668-83 255,-2 6 0,225 101 0,-349-131 23,0 2-1,-1 2 1,-1 2 0,-1 2 0,-2 1-1,-1 2 1,-2 2 0,0 2-1,-3 1 1,54 72 0,-40-40 52,47 89 0,-30-34 11,-6 4 0,-5 2 0,-6 2-1,53 233 1,-92-323-81,-3 0 0,-1 0 0,-2 0 0,-2 1 0,-2-1 0,-10 70 0,6-84-3,-2 0 0,0-1 1,-2 0-1,0 0 0,-2 0 1,-1-1-1,-1-1 1,-1 0-1,-2-1 0,0-1 1,-20 22-1,3-10-20,-2-1 0,-2-2-1,-1-2 1,-1-1 0,-1-2 0,-1-1 0,-53 21 0,-14-1-122,-203 56 1,131-57-200,-3-7-1,-213 14 1,-375-31-5418,504-30 1284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35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2333 933 4024,'18'-13'513,"0"1"0,1 1-1,0 1 1,1 0 0,37-12 0,-45 18-273,213-71 2441,-131 39-2015,49-16 371,-81 21-433,-60 29-582,-1 1 0,1-1 0,0 0 0,-1 1 0,0-1 0,1 0 0,-1 0 0,0 0 0,0 0 0,1-3 0,0 2 54,-2 2-72,0-1 0,0 1 0,0 0 0,0 0 0,-1 0 0,1 0-1,0 0 1,-1 0 0,1 0 0,0 0 0,-1 0 0,1 0 0,-1 0 0,0 1 0,1-1 0,-1 0-1,0 0 1,0 0 0,0 0 3,-6-8 2,0 0-1,0 1 1,-1 0-1,0 1 0,0 0 1,-1 0-1,0 1 1,0 0-1,-1 0 0,-11-4 1,-18-8 11,-52-14 0,72 26-40,-98-28 214,-1 4 1,-222-24 0,236 44 64,-1 5 0,1 4 0,-1 4 0,1 5 0,-163 34 0,221-29-109,0 2 0,1 1 1,1 3-1,0 2 0,1 1 1,2 3-1,0 1 0,2 2 1,-54 49-1,-12 25 433,-163 206 0,174-191-326,6 4-1,-85 153 0,140-213-28,2 3 0,3 0 0,3 2 0,3 0 0,3 2 0,-20 128 0,35-145 5,2-1 0,3 1 0,1 0-1,3 0 1,2-1 0,26 96 0,-14-86-42,2-1-1,3-1 1,2-1 0,3-1 0,45 65-1,-50-88-107,2-2-1,0 0 0,2-2 0,45 36 0,-13-18-4,95 56 0,-77-60 9,1-4 0,2-3 1,145 44-1,-80-41 161,205 28-1,696 16 170,8-79-314,-569-6-106,768 13 9,-725-10-43,1-38-194,764-139-408,-665 97 481,-442 56 151,241-43-31,-396 59 36,0-2-1,-1-1 1,0-1 0,0-2 0,35-20 0,-59 28-2,1 1 1,0-1 0,-1-1 0,0 1-1,-1-1 1,1-1 0,-1 1 0,0-1-1,-1 0 1,1 0 0,-1-1 0,-1 0-1,0 0 1,0 0 0,0 0 0,-1 0-1,0-1 1,-1 0 0,0 1 0,0-1-1,-1 0 1,0 0 0,-1-16 0,-3-10 19,-2 0 0,-1 0 1,-2 1-1,-2 0 1,-15-38-1,-81-158-96,105 228 79,-61-123-16,-175-333-58,170 338 52,-146-242-34,169 295 41,-4 2 0,-2 2 0,-71-67 0,29 47-15,-3 4-1,-4 5 1,-137-79-1,56 54-57,-230-92 0,158 95-143,-324-79 0,-282-4-1040,214 101-332,0 47-762,-289 45-2964,640 5 1673,15 9-1663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4:35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34 9425,'-87'-24'1684,"63"21"-356,1 3-440,6-3 0,-3 0-328,3 6-568,-3-3-528,0 3-2236,3 3-604,20 15-1721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6:56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701 1155 8281,'0'1'78,"0"-1"0,0 1 0,-1-1 0,1 0 0,0 1 0,-1-1 0,1 0-1,0 0 1,-1 1 0,1-1 0,0 0 0,-1 0 0,1 1 0,-1-1 0,1 0 0,-1 0 0,1 0 0,0 0 0,-1 0 0,1 0 0,-1 0 0,1 0 0,-1 0 0,1 0 0,-1 0 0,1 0 0,-1 0 0,1 0 0,0 0 0,-1 0 0,1 0 0,-1 0 0,1-1 0,-1 1 0,1 0 0,0 0-1,-1-1 1,1 1 0,0 0 0,-1-1 0,1 1 0,0 0 0,-1-1 0,1 1 0,0 0 0,0-1 0,-3-2 3152,-1 4-1779,-8 0-708,0-1 0,0 0 0,0-1 0,0 0 0,-15-4 1,14 3 120,-1 1 0,0 0 1,-18 2-1,24 0-517,0-1 0,-1 1 0,1-1 0,-1-1 0,1 0 0,0 0-1,-1 0 1,1-1 0,0 0 0,0-1 0,0 0 0,-9-5 0,15 6-251,-1 0-1,1 0 1,0-1 0,-1 1-1,1-1 1,1 1 0,-1-1-1,0 0 1,1 0 0,-1 1-1,1-1 1,0 0 0,0-1-1,0 1 1,0 0 0,0 0-1,1 0 1,0 0 0,-1-1-1,1 1 1,0 0-1,1 0 1,-1-1 0,1 1-1,-1 0 1,1 0 0,2-5-1,2-9-8,1 0 0,1 0 0,14-24 0,-20 39-56,20-32 86,1 1 0,2 2 0,33-35 0,-1 1-82,45-72-7,124-225 0,-124 190-51,-77 131-118,-23 39 114,-4 2 9,1 1 17,-1-1 1,1 1 0,0-1-1,-1 1 1,1 0 0,0 0-1,0 0 1,0 1 0,-1-1-1,-1 2 1,-7 4 17,-9 6-3,1 0 1,0 2 0,1 0-1,1 1 1,0 1-1,-21 28 1,-81 125-21,91-126 20,2 1 1,2 1-1,2 1 0,2 1 0,-19 69 0,32-86-3,0 0-1,2 1 1,2-1-1,1 1 1,1 0 0,1 0-1,2 0 1,2 0-1,14 61 1,39 74-16,-34-106 8,22 89 1,-41-129-4,0 1 1,-1-1 0,-2 1 0,0 0-1,-1-1 1,-1 1 0,-1-1-1,-6 28 1,-2-15 0,-1-1 1,-1 1-1,-2-2 0,-2 0 0,0-1 1,-3 0-1,-31 40 0,-17 12-42,-91 85-1,-119 78-3234,267-237 2191,-1-1 0,-1 0 1,-13 7-1,27-20-2938,8-16 1539,26-24-3568,20-3-3484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6:57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557 1082 12801,'117'-30'3591,"-108"27"-2942,0-1 0,0 0 1,0-1-1,-1 0 0,1-1 1,13-11-1,21-14 1532,-39 29-1892,0 0-1,0-1 1,-1 1 0,1-1-1,-1 0 1,0 0 0,0-1-1,0 1 1,4-7 0,-6 9-241,0 0 0,0-1 0,-1 1 0,1 0 0,-1-1 1,1 1-1,-1-1 0,1 0 0,-1 1 0,0-1 0,0 1 1,0-1-1,0 1 0,0-1 0,0 0 0,0 1 0,0-1 1,0 1-1,-1-1 0,1 1 0,-1-1 0,1 1 1,-1-1-1,0 1 0,0-1 0,1 1 0,-1 0 0,0-1 1,0 1-1,-2-1 0,0-1-6,-1 0 1,1 0 0,-1 1-1,0 0 1,1 0 0,-1 0-1,0 0 1,-1 0-1,1 1 1,0 0 0,0 0-1,0 0 1,-1 0-1,-7 1 1,-1-1 36,0 1-1,0 1 1,-24 4 0,-11 7 26,1 3-1,0 1 1,1 2-1,1 2 1,1 2 0,1 2-1,1 2 1,1 2 0,1 1-1,2 2 1,-43 44-1,65-58-80,1-1 0,1 2-1,1 0 1,0 0-1,-15 30 1,25-42-18,0 1-1,0-1 1,1 1-1,-1 0 1,2 0-1,-1 0 1,1 0 0,0 0-1,0 0 1,1 0-1,0 0 1,0 0-1,1 0 1,0 1-1,0-1 1,0-1 0,1 1-1,0 0 1,1 0-1,-1-1 1,6 9-1,0-4-8,0 0-1,1-1 0,0 0 0,1 0 0,0-1 0,0-1 1,1 0-1,0 0 0,1-1 0,-1 0 0,1-1 0,1 0 1,17 5-1,11 2-35,1-2 0,80 12 0,-38-14-89,1-4-1,-1-3 1,131-15-1,246-68-408,-385 63 464,0-3 0,-1-4 0,77-37 0,-123 49 57,-1-2 0,-1-2 0,-1 0 0,-1-1 0,0-2 1,-1 0-1,-1-2 0,-1-1 0,-1 0 0,30-45 0,-29 30-6,-1-1-1,-3-2 1,-1 1-1,-1-2 1,-3 0-1,11-59 1,-5-6 106,5-153 1,-20-170 898,-10 382-727,7 48-252,-1 0-1,0 0 0,0-1 0,0 1 1,0 0-1,0 0 0,0 0 1,0 0-1,0 0 0,0-1 1,0 1-1,0 0 0,0 0 0,0 0 1,0 0-1,0-1 0,0 1 1,0 0-1,0 0 0,0 0 1,0 0-1,0 0 0,0-1 1,0 1-1,0 0 0,0 0 0,0 0 1,0 0-1,-1 0 0,1 0 1,0-1-1,0 1 0,0 0 1,0 0-1,0 0 0,0 0 0,0 0 1,-1 0-1,1 0 0,0 0 1,0 0-1,0 0 0,0-1 1,0 1-1,0 0 0,-1 0 0,1 0 1,0 0-1,0 0 0,0 0 1,0 0-1,-1 0 0,1 0 1,0 0-1,0 0 0,0 0 1,0 1-1,-4 22 195,3 60 200,16 146 0,-2-70-220,-4-9 26,56 294-1,-53-397-132,1-2 1,3 0-1,36 74 1,-37-90-58,2-2 1,0 0-1,2-1 1,1-1-1,0-1 1,37 32-1,-46-47 5,0 0-1,0-1 1,1 0 0,0-1-1,0 0 1,1-1 0,0 0-1,0-1 1,0-1-1,1 0 1,0-1 0,20 3-1,-18-5-26,0-1 0,1-1 0,-1 0 0,1-1 0,-1 0-1,0-2 1,0 0 0,0 0 0,24-12 0,-16 5-34,0-2 0,-1-1-1,-1-1 1,0 0 0,-1-2 0,-1-1 0,0 0 0,-1-1 0,-2-1 0,0-1 0,-1-1 0,24-42 0,-31 47 3,-1 0 1,0 0-1,-1-1 1,8-35-1,-14 47 28,-1 1 0,1-1 0,-1 0-1,0 0 1,0 1 0,0-1-1,-1 0 1,0 1 0,-2-8-1,2 10 6,0 0 0,-1 0 0,0-1 0,1 2 0,-1-1 0,0 0 0,0 0 0,0 0 0,-1 1 0,1-1 0,-1 1 0,1 0 0,-1 0 0,0 0 0,0 0 0,-5-2-1,-2 0 7,0 0-1,-1 1 1,1 1-1,-1 0 1,1 0-1,-1 1 1,0 0-1,0 1 0,1 0 1,-1 1-1,0 0 1,-17 5-1,-3 1 54,0 2-1,1 1 0,-30 15 1,37-14-38,1 0 1,0 2 0,1 0 0,-22 19-1,36-27-10,0 1 1,1 0-1,0 0 0,0 1 0,0-1 0,1 1 1,0 0-1,0 1 0,1-1 0,0 1 1,0 0-1,0 0 0,1 0 0,1 1 0,-3 9 1,5-13-1,0 1 0,-1-1 1,2 1-1,-1-1 0,1 0 1,-1 1-1,2-1 1,-1 0-1,0 1 0,1-1 1,0 0-1,0 0 0,1 0 1,3 4-1,-1-1 0,0-1-1,1-1 1,0 1-1,0-1 1,1 0-1,0-1 1,0 1-1,7 3 1,8 4-17,1-2-1,0-1 1,0-1 0,1-1 0,29 6 0,22 1-296,2-3 0,-1-3 1,102-2-1,229-32-1475,-376 21 1676,45-4-443,-1-3 0,105-30 1,18-23-687,-179 58 1112,-1 0 0,0-2 0,-1 0 1,0-1-1,0-1 0,30-24 0,-39 28 71,12-10-73,-1-2 1,0-1 0,-1 0-1,-1-1 1,14-23 0,64-115-246,-49 78 411,-29 41 168,-14 30 190,-10 24 147,-20 37 419,-8 20-80,31-60-788,-11 25 180,2 0-1,2 2 1,1 0-1,-7 56 1,16-84-232,1 0 0,0 0-1,1 0 1,0 0 0,1 0 0,0 0 0,1 0 0,7 20-1,-7-24-25,1 1 0,1-1-1,-1 0 1,1 0 0,0-1-1,1 1 1,-1-1-1,1 0 1,0-1 0,1 1-1,0-1 1,-1-1 0,11 6-1,3 0 6,0-2 0,1 0 0,0-1 0,0-1 0,0-1 0,1-1 0,0-1-1,-1-1 1,1 0 0,28-3 0,8-3-6,-1-3 0,95-23 0,-86 13-25,-1-2 0,0-3 0,-2-3 0,67-37 0,-95 43-17,-2-2 0,0-2 0,-1 0 0,-2-3 0,0 0 0,-2-2 0,-1-1 0,34-45 0,-54 62-2,1 0 1,-1-1 0,8-21 0,-14 31 28,0 0 0,0 1-1,-1-1 1,1 1 0,-1-1 0,1 0 0,-1 0-1,0 1 1,0-1 0,-1-5 0,1 7 0,0 0 0,-1 1 0,1-1 0,-1 0 0,1 0 1,-1 1-1,1-1 0,-1 0 0,1 1 0,-1-1 0,1 1 1,-1-1-1,0 1 0,0-1 0,1 1 0,-1-1 0,0 1 1,1-1-1,-1 1 0,0 0 0,0 0 0,0-1 0,0 1 1,1 0-1,-1 0 0,0 0 0,0 0 0,0 0 0,0 0 1,1 0-1,-1 0 0,0 0 0,-1 1 0,-6 0 6,1 1 0,-1 0 0,1 1 0,0 0 0,0 0-1,0 0 1,0 1 0,1 0 0,-1 0 0,1 1 0,0 0 0,0 0-1,1 0 1,-7 8 0,-1 2 8,1 1-1,1 0 0,0 0 1,-14 30-1,22-39-117,0 0 0,0 1-1,1-1 1,0 1 0,0 0 0,1 0 0,0 0 0,0 0-1,1 0 1,0 0 0,0 0 0,1 0 0,0 0-1,1 0 1,-1-1 0,2 1 0,-1 0 0,1-1 0,0 1-1,0-1 1,1 0 0,0 0 0,0-1 0,1 1-1,0-1 1,6 7 0,7 6-763,1-1 0,1-1 1,0-1-1,1 0 0,1-2 0,41 21 0,0 0-2085,-29-15-48,43 17 0,-74-35 2619,-24-2 1489,15 1-642,0-1 0,0 0 0,-1 0 1,1-1-1,0 0 0,0 0 0,0 0 1,0-1-1,-11-4 0,11 4-81,1-1 1,-1 1-1,1-1 0,0-1 0,0 1 0,0-1 1,1 0-1,-5-4 0,8 6-322,0 1 0,0 0 0,0-1 0,0 1 0,0-1 0,1 1 0,-1-1 0,1 1 1,-1-1-1,1 1 0,0-1 0,0 0 0,-1 1 0,1-1 0,0 0 0,0 1 0,1-1 0,-1 1 0,0-1 0,0 0 0,1 1 0,-1-1 0,1 1 0,0-1 0,-1 1 0,1-1 0,0 1 0,0-1 0,0 1 0,0 0 0,0 0 1,0-1-1,0 1 0,0 0 0,2-1 0,12-11 10,0 2 0,1 0 0,0 1 0,0 0 0,1 1 1,33-11-1,-22 8-148,457-161-5856,-319 129 658,17 12-3115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6:58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182 491 4688,'21'-14'867,"-1"0"0,-1-1 0,0-1 0,29-34 0,-38 38-329,-1-1 1,0-1-1,-1 1 0,0-1 1,-1-1-1,-1 1 1,0-1-1,-1 0 0,3-17 1,14-70 4993,-22 97-5210,0 0-1,0 0 0,-1 0 1,1 0-1,-1-1 0,0 1 1,-1 0-1,1 1 0,-1-1 1,-3-7-1,-5-19 2197,9 28-1678,-7-24 3389,-90 300-3176,13-42-400,69-186-653,-90 290 0,84-251 0,3 1 0,-7 90 0,24-151 0,1 0 0,1-1 0,1 1 0,1 0 0,1-1 0,2 1 0,0-1 0,9 25 0,-10-36 0,1 0 0,0-1 0,1 1 0,1-1 0,-1 0 0,2-1 0,0 0 0,0 0 0,0 0 0,1-1 0,1 0 0,0-1 0,0 0 0,0-1 0,1 0 0,18 9 0,-6-7 0,0-1 0,0-1 0,1-2 0,0 0 0,0-1 0,0-1 0,0-2 0,26-1 0,3-3 0,0-2 0,86-20 0,-101 16 0,0-2 0,-1-1 0,0-2 0,-2-2 0,1-1 0,-2-1 0,-1-3 0,0 0 0,-1-2 0,-2-1 0,0-2 0,-2-1 0,35-42 0,-60 66 0,-1-1 0,1 0 0,-1 1 0,0-1 0,0 0 0,-1 0 0,1 0 0,-1 0 0,1-5 0,-1 8 0,-1 0 0,0 1 0,0-1 0,0 0 0,0 1 0,0-1 0,0 1 0,0-1 0,0 0 0,0 1 0,0-1 0,0 0 0,0 1 0,-1-1 0,1 0 0,0 1 0,0-1 0,-1 1 0,1-1 0,0 1 0,-1-1 0,1 1 0,-1-1 0,1 1 0,-1-1 0,1 1 0,-1-1 0,1 1 0,-1 0 0,1-1 0,-1 1 0,1 0 0,-1-1 0,1 1 0,-1 0 0,0 0 0,1 0 0,-1-1 0,0 1 0,1 0 0,-1 0 0,0 0 0,1 0 0,-1 0 0,0 0 0,1 0 0,-1 1 0,1-1 0,-1 0 0,0 0 0,1 0 0,-1 1 0,1-1 0,-1 0 0,0 0 0,1 1 0,-1 0 0,-12 4 0,1 0 0,1 1 0,-1 0 0,1 1 0,0 0 0,0 1 0,-13 13 0,-64 70 0,76-77 0,-4 2-5,1 2 0,1 0 0,1 0 0,0 2 0,1-1 0,-16 39 0,25-49-5,1 0 1,-1-1-1,1 1 1,1 0-1,0 0 1,0 0-1,1 0 1,0 0-1,0 0 1,1 0-1,0 0 1,1 0-1,0 0 1,0 0-1,1-1 1,0 1-1,0-1 1,1 0-1,1 0 1,4 8-1,1-2-214,1-1-1,1 0 0,0 0 0,1-1 1,0-1-1,0 0 0,1-1 0,1 0 1,0-2-1,21 10 0,11 3-1001,0-2-1,63 15 0,-19-11-1769,95 11 1,4-15-5227,-73-12-961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6:58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1 206 12501,'21'-9'1504,"0"1"0,1 1 0,33-5 0,-29 6-973,244-46 2703,-206 39-2929,13-2 143,120-40 0,-153 27-159,-62 27-281,-1 2 0,0 0 0,1 1 0,-1 1 0,1 0 0,0 2 0,-34 12 0,19-1-216,2 0 0,-45 32 0,64-40-165,0 1 0,0 1 0,1 0 0,0 1 0,1 0-1,1 0 1,-1 1 0,-10 20 0,18-28 101,0 1 1,0 0 0,1-1-1,-1 1 1,1 0-1,1 0 1,-1 0-1,1 0 1,0 0-1,0 0 1,0 0 0,0 0-1,1 0 1,0 0-1,0-1 1,3 9-1,-1-5-430,0-1-1,1 0 0,0 0 0,0 0 1,0 0-1,1-1 0,0 0 1,0 0-1,11 10 0,24 14-4525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6:58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47 329 9961,'-20'-60'3661,"-7"-22"6176,44 92-8637,-12-7-1113,-1 0-1,1 1 1,-1-1 0,0 1 0,0 0-1,-1 1 1,1-1 0,-1 1 0,0-1 0,0 1-1,2 5 1,20 55 297,-22-57-357,-1 1 0,0 0 1,0 1-1,-1-1 1,0 1-1,-1-1 0,0 1 1,0 0-1,-1-1 1,0 1-1,-1-1 0,-3 11 1,-1 13 100,-8 61 169,13-90-102,4-6-103,28-16-30,35-29-1,21-13-486,478-257-9130,-446 249 4045,-1 1-3291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6:59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 8925,'-1'6'628,"0"-1"0,0 1 0,-1 0-1,0-1 1,0 1 0,0-1 0,-1 0 0,1 1 0,-1-1 0,0 0 0,-1-1 0,-3 6-1,-14 21 1362,-30 51 610,49-80-2542,1 0 0,0 1 0,0-1 0,0 1 0,0-1 0,0 1 0,0-1-1,1 1 1,-1 3 0,0 2 49,-1-5 377,6-2-337,5 2-117,0 0 1,1-1 0,-1 0-1,1-1 1,-1 0-1,1 0 1,0-1 0,-1 0-1,15-3 1,-4 1-1,-1 2 0,20 1-1,10 7-14,-1 2 0,0 2 0,61 25 0,-63-20 22,1-1 0,0-3 1,81 11-1,-98-21-23,-1-1 0,1-2 0,0-1 0,-1-1 0,1-1 0,-1-2 0,0-1 0,0-1 0,-1-2 0,48-20 1,126-82 866,-200 109-868,0 0-1,1 0 1,-1 1 0,1-1 0,0 1 0,-1 0 0,1 0 0,0 0 0,0 0 0,0 0 0,0 0 0,-1 1 0,1-1-1,0 1 1,0 0 0,0 0 0,0 0 0,0 1 0,0-1 0,0 0 0,0 1 0,0 0 0,0 0 0,0 0 0,-1 0-1,1 0 1,0 1 0,-1-1 0,1 1 0,-1-1 0,5 5 0,17 14-62,2-2 1,0-1-1,1-1 0,0-1 0,43 15 1,-26-14-105,1-2 0,1-2 1,47 6-1,18-6-127,1-5 1,139-9 0,-132-5 182,0-5 1,138-32 0,-242 40 81,1 1 1,0 0-1,-1 1 0,1 1 1,0 0-1,32 4 0,166 11-4425,-57-7-2902,-46 4-700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00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657 1117 4772,'25'-5'1063,"36"-13"8573,-33 9-8329,-25 8 1553,1-18-1469,-3 16-1065,0-1-1,0 0 0,-1 1 1,0-1-1,0 0 1,0 0-1,0 1 0,0-1 1,-1 0-1,1 0 0,-1 1 1,0-1-1,0 1 1,-1-1-1,-3-6 0,3 7-262,-1-1-1,1 1 1,-1 0-1,0 0 1,0 1-1,0-1 1,-1 0-1,1 1 1,-1 0-1,1 0 1,-1 0-1,0 0 1,0 1-1,1-1 1,-1 1-1,0 0 1,-1 0-1,1 0 1,-6 0-1,-7-1 86,2 0-20,-1 0 1,1 1 0,-1 1-1,1 1 1,-1 0-1,1 0 1,-20 6-1,-21 6 138,1 2-1,-84 35 1,106-36-213,1 2 0,1 1 1,1 2-1,0 1 1,-36 32-1,56-43-34,0 1 0,1 0 0,1 0 0,-8 12 0,15-19-14,-1-1 0,1 1-1,0 0 1,0 0 0,0 0-1,0 0 1,0 0 0,1 0-1,-1 0 1,1 0 0,0 1-1,0-1 1,0 0 0,1 0-1,-1 0 1,1 0 0,-1 0-1,1 0 1,0 0-1,0 0 1,3 5 0,-1-3-3,-1-1 0,1 1 1,0 0-1,1-1 0,-1 0 0,1 0 1,0 0-1,0 0 0,0-1 0,0 0 1,6 4-1,12 4 3,0-1 0,0-1 0,1-1 0,38 8 0,101 12 5,-142-26-11,892 80-71,-117-59 23,0-34-192,730-131-1147,-26-162 1101,-1148 201 226,-305 86 64,-2-2 0,0-3-1,-1-1 1,-1-2 0,56-44-1,-86 59-12,0 0 0,-1-1 0,0 0 0,-1-1 0,0 0 0,-1-1 0,-1 0 0,1 0 0,-2-1 0,10-24-1,-15 30 11,1 0-1,-1 0 1,-1 0-1,0-1 1,0 1-1,0 0 1,-1-1-1,0 1 1,-1 0-1,0-1 1,0 1-1,-1 0 1,0 0-1,0 0 1,-1 0-1,0 0 1,-1 1-1,1-1 1,-1 1-1,-1 0 1,-7-10-1,-2 1-10,-1 1-1,0 0 0,-1 1 0,0 1 1,-1 1-1,-1 0 0,0 1 1,0 1-1,-21-8 0,-17-5-3,-108-28 1,-547-73-36,559 104 52,-734-77-57,-3 76 17,728 29 57,0 7 0,1 7 0,1 8 0,2 6 0,-163 60 1,213-56-20,1 4 1,3 5 0,2 5-1,2 4 1,3 4 0,3 4-1,-164 153 1,-5 29 142,259-245-131,0-1 1,0 1-1,0-1 1,-1 0-1,1 0 1,-1-1 0,1 1-1,-1-1 1,1 0-1,-1 1 1,0-2-1,1 1 1,-1 0 0,0-1-1,-6 1 1,2-2-33,0 0 0,-1 0 0,1-1-1,0 0 1,-14-5 0,22 5-109,1 1 0,-1-1 0,1 1 0,0-1 0,-1 1-1,1 0 1,0-1 0,0 1 0,0 0 0,0 0 0,0-1 0,3-1-1,3-2-281,-1 1-1,2-1 0,-1 1 0,0 0 0,1 1 0,-1 0 0,1 0 1,0 0-1,15-2 0,84-7-6077,-84 10 4285,77-4-8211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01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221 112 10149,'-40'-24'1536,"17"9"-176,-1 3-288,4-1-64,-17-2-108,21 9-183,-1 0-129,0-3-48,4 3-212,-1 0-76,44 39-64,-3-12-704,13 1-736,11-4-597,12 3-2495,14 3-3349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01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6553,'228'-24'44,"-165"-6"-1124,4 6-557,14 15 741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02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0 10621,'10'15'1880,"0"3"-120,-23 9-148,-7 10-203,-1-10-257,-5 12-280,-5 6-176,-9 9-128,7 4-160,-1 5-24,4 3-228,0-2-472,7-1-336,2 3-536,8-8-252,10 5-477,-4-9-659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02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79 9837,'-22'-43'1433,"17"35"-27,5 6-1301,0 1 0,1 0 0,-1 0-1,0 0 1,1 0 0,-1 0-1,0 0 1,1 0 0,-1 0-1,1 0 1,-1 0 0,1 0-1,0 0 1,0 0 0,-1 0-1,1 1 1,0-1 0,0 0-1,0 0 1,0 1 0,0-1-1,0 1 1,0-1 0,0 1-1,0-1 1,0 1 0,0-1-1,0 1 1,0 0 0,0 0 0,2-1-1,41-1 479,-41 2-497,430 28 1474,-215-11-1155,991 52 411,-451-29-476,-540-27-241,316 62 1,-500-69-74,0 3 0,-1 1 0,0 1 1,-1 1-1,34 19 0,-56-25-18,0 0-1,0 0 1,-1 1 0,0 0-1,-1 1 1,1 0 0,-1 0-1,-1 1 1,0 0 0,0 0-1,0 1 1,-1-1 0,-1 1-1,0 1 1,0-1 0,-1 1-1,0 0 1,-1 0 0,2 12-1,-3-7 0,-1 1-1,0-1 0,-1 1 0,-1-1 1,-1 0-1,-5 26 0,-33 94-74,37-129 59,-162 381-1379,44-119-57,93-198 724,-33 136 0,52-169 511,3 1 1,-3 40-1,9-62 148,0 0 1,1 0-1,0 0 0,1 0 1,2 0-1,-1-1 0,8 20 1,-10-35 73,-1 0 0,1 1 0,-1-1 1,1 0-1,-1 1 0,1-1 0,-1 0 1,0 1-1,1-1 0,-1 1 0,0-1 1,0 1-1,0-1 0,-1 0 0,1 1 1,0-1-1,0 1 0,-1-1 0,1 0 0,-1 1 1,1-1-1,-1 0 0,1 1 0,-1-1 1,0 0-1,0 0 0,0 0 0,1 1 1,-1-1-1,0 0 0,-1 0 0,1-1 1,0 1-1,0 0 0,0 0 0,0 0 0,-3 0 1,-3 2 55,0-1 0,0-1 1,0 1-1,0-1 1,-1-1-1,1 1 0,-8-1 1,-610-27 1247,238 6-1019,-1164 31-308,1185 3-1572,-106 7-4584,240-3-608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03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285 124 7841,'10'-33'14142,"-8"30"-13899,0 0 0,0 0 0,0 0 0,-1 0 0,0-1 0,1 1 0,0-5 0,-1 4-146,-1 0 0,1 0 0,-1 0 0,0 0 0,0 0 0,0 0 0,-1 0 0,1 0 0,-1 0 0,0 0 0,0 1 0,-3-8 0,3 9 2973,0 2-3008,0 0-1,0 0 1,0 0 0,0 1 0,0-1-1,0 0 1,0 1 0,0-1 0,0 1-1,0-1 1,0 1 0,1 0 0,-1-1-1,0 1 1,0 0 0,1-1 0,-1 1-1,0 0 1,1 0 0,-1 0 0,1 0-1,-1 0 1,1 0 0,-1-1 0,1 1-1,0 0 1,-1 2 0,-5 29 750,5-31-782,-8 59 467,-31 107 0,-35 57 381,53-159-812,-50 104-96,31-80-351,38-81-591,1 0 0,-1 0 0,1 0 0,-2 14 0,4-20 804,1 0-693,0 0 1,0-1-1,1 1 1,-1 0-1,1-1 0,-1 1 1,1-1-1,0 1 1,-1-1-1,1 1 1,0-1-1,0 0 0,0 0 1,4 1-1,16 3-10574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04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7565,'100'-18'1004,"-26"24"-24,-24 3-352,-3 3-360,0 3-336,3 9-532,-3 3-876,0 6-920,6 9-525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04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1 709 12001,'49'-9'466,"19"-5"750,69-23-1,359-89 1751,-136 40-4160,-330 77 729,-1-1 1,0-1-1,52-28 0,-69 32 217,0-1 0,0 0 1,-1 0-1,0-1 0,0-1 0,-1 0 0,0 0 0,-1-1 0,0 0 0,10-18 0,-14 19 159,0 1-1,-1-1 0,-1 1 0,0-1 0,0 0 0,-1 0 0,0-1 0,0 1 0,-1 0 1,-1 0-1,0-1 0,0 1 0,-1-1 0,-1 1 0,-3-15 0,1 4 310,-7-24 2216,9 41-1546,5 6-753,-1 0 0,1 0 1,0 0-1,-1 1 0,0-1 0,1 1 0,-1 0 1,0-1-1,0 1 0,-1 0 0,3 5 0,-3-7-73,35 60 636,-19-34-466,0 1-1,12 32 1,-25-50-211,-1 0 1,1 0-1,-2 0 0,0 0 1,0 1-1,-1-1 0,0 1 1,0-1-1,-2 1 0,-1 15 1,-2-6-181,-1 1 1,-1-1-1,0-1 1,-2 1 0,0-1-1,-16 26 1,-74 99-919,93-138 1047,1 0-11,1-1-1,-1 1 1,1 0 0,-4 12-1,7-18 38,1 1 2,1-1-1,-1 1 0,0-1 0,1 1 1,-1-1-1,1 0 0,-1 0 0,1 0 1,-1 0-1,1 0 0,-1 0 0,1 0 0,1-1 1,32-6-137,-1-1 1,0-2-1,0-1 1,-1-2-1,35-18 1,29-11-164,-44 21 346,1 3 0,1 3 1,1 1-1,0 3 0,1 3 0,0 2 1,0 3-1,0 2 0,0 2 0,79 13 1,57 11-2139,-62-15-2640,-51-3-3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04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0 172 7109,'47'-9'1896,"-23"-3"-224,-4-3 64,0 6-84,0 0-308,-7-3-287,-2 3-289,9-3-348,3 0-364,-3 3-444,4 0-412,2-6-477,8-10-755,-24 13-1800,20 9-2565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06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1115 566 6961,'18'-17'738,"-14"14"-509,0-1-1,-1 1 0,0-1 1,1 1-1,-1-1 0,-1 0 1,1 0-1,0-1 0,-1 1 0,0 0 1,0-1-1,0 1 0,1-10 1,5-12 1378,-3 10-59,-1 0 1,3-24 0,-2-5-300,0 12-413,-2-1 0,-2 0 0,-2-43-1,0 67-651,0-4 213,-1 0 0,0 0-1,-1 0 1,0 1 0,-9-22-1,11 32-320,-1 0 0,0 0 0,0 0-1,0 0 1,0 0 0,0 0 0,0 1 0,-1-1-1,0 1 1,1-1 0,-1 1 0,0 0-1,0 0 1,0 1 0,0-1 0,0 0 0,0 1-1,-1 0 1,1 0 0,-1 0 0,1 0-1,0 1 1,-1-1 0,1 1 0,-1 0 0,1 0-1,-8 1 1,-2 0 100,-1 1 1,0 1-1,1 1 1,0-1-1,0 2 1,0 0-1,0 1 0,-11 7 1,-95 66 809,104-67-876,-80 60 282,4 5 1,3 3 0,3 4 0,5 4 0,-88 123 0,121-143-217,-47 88 1,79-126-105,0 2-1,3-1 1,0 1 0,2 1 0,-10 57 0,18-76-60,1 0 0,0 1 1,1-1-1,1 0 1,0 0-1,1 1 0,1-1 1,0 0-1,0-1 1,2 1-1,0-1 0,0 1 1,1-1-1,1-1 1,0 1-1,1-1 0,0-1 1,1 1-1,0-1 1,1-1-1,0 0 0,0 0 1,1-1-1,23 14 1,-6-6-40,1-1 0,0-1 1,1-2-1,1-1 0,0-2 0,0-1 1,1-1-1,56 6 0,-20-8-112,1-2 0,-1-4 0,82-10-1,-50-4 12,-1-4 0,0-4-1,-2-4 1,0-5 0,-3-4-1,122-63 1,84-54-133,-298 151 255,1 0 1,-1 0 0,1 0-1,-1 0 1,0 0-1,1 1 1,0-1 0,-1 1-1,1-1 1,-1 1-1,1 0 1,-1 0 0,1 0-1,0 1 1,-1-1 0,4 1-1,-5 0 5,0 0 0,1-1-1,-1 1 1,0 0 0,0 0-1,0 0 1,0 0 0,1 0 0,-1 0-1,0 0 1,-1 0 0,1 1 0,0-1-1,0 0 1,0 1 0,-1-1 0,1 0-1,-1 1 1,1-1 0,-1 1-1,0-1 1,1 1 0,-1-1 0,0 1-1,0-1 1,0 2 0,0 116 69,-2-68 76,8 76 0,-4-110-81,1 0 1,0-1-1,1 1 1,1-1-1,1 0 1,1-1-1,0 1 1,15 23-1,-11-22-9,2-1-1,0-1 0,1 0 1,1-1-1,0 0 1,1-2-1,0 1 1,1-2-1,0 0 0,1-1 1,0-1-1,1-1 1,32 11-1,-25-12 3,-1-1 0,1-1-1,0-1 1,0-1 0,0-1-1,1-2 1,-1-1 0,0 0 0,0-2-1,31-8 1,-42 8-56,0-2 0,0 0 0,0 0 0,-1-2 0,0 0 0,0 0 0,0-1 0,-1-1 0,0 0 0,13-14 0,-18 16 0,-1-1 0,0 0 0,-1 0 0,0-1 0,0 0 0,-1 0 0,0 0 0,0-1 0,-1 0 0,-1 1 0,1-2 0,-2 1 0,1 0 0,-1 0 0,-1-1 0,0-11 0,-1 6-69,-1 1 1,0 0-1,-2-1 0,0 1 0,0 0 1,-1 1-1,-1-1 0,-1 1 0,0-1 1,-1 2-1,0-1 0,-1 1 0,-14-18 1,-1 3-247,-1 0 1,-2 3-1,0 0 1,-48-34-1,52 43-312,-1 1 0,-1 1-1,-1 1 1,1 1 0,-2 2-1,-38-12 1,40 16-911,0 1-1,0 1 0,-1 1 0,-27 0 1,51 3 1050,-1 0 0,0 0 0,1 0 0,-1 0 0,0 0 0,1 0 1,-1 1-1,0-1 0,1 1 0,-1-1 0,-2 2 0,-12 15-8821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07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931 1150 13233,'-8'-7'398,"-1"0"-1,0 1 1,0 0 0,-1 1-1,0 0 1,0 0-1,0 1 1,0 0 0,0 1-1,-1 0 1,0 1-1,0 0 1,1 1 0,-1 0-1,0 0 1,0 1-1,0 1 1,-13 2 0,-3 1 182,-1 1 0,0 1 0,1 2 0,0 0 1,1 2-1,-28 14 0,4 2-160,0 1-1,2 3 1,2 1 0,0 3-1,3 2 1,-69 71 0,97-89-335,0 1 1,2 0 0,0 1 0,1 1 0,1 0 0,1 0-1,-12 40 1,21-56-83,1-1 0,0 0 0,0 0 0,0 1 1,1-1-1,-1 0 0,1 0 0,0 0 0,0 1 0,1-1 0,-1 0 0,1 0 0,0-1 0,0 1 0,0 0 0,1-1 0,-1 1 0,1-1 0,0 0 0,-1 0 0,5 4 0,-3-4-16,0 1-49,1 1 0,0-2 0,0 1 0,1-1 0,-1 1 0,1-2 0,0 1 1,0 0-1,0-1 0,0 0 0,0-1 0,0 1 0,0-1 0,1-1 0,-1 1 0,8-1 0,2 0-167,1-1 0,0 0 0,-1-1 0,31-8-1,-18 0 102,-1 0-1,-1-2 0,1-1 0,-2-2 0,0 0 1,-1-2-1,0 0 0,-1-2 0,-1-1 0,-1 0 1,27-35-1,9-17 4,-5-3 1,64-115-1,32-115-60,-25-13 177,-64 133-104,41-212 0,-124 423 452,13-8-198,1-1 1,1 1-1,1 0 1,1 1 0,-8 32-1,-12 106 420,23-132-483,-16 112 509,-1 177-1,20-269-507,2-1 0,2 0 0,2 0 0,1 0 0,3-1 1,1 0-1,3-1 0,22 49 0,-27-74-51,0 0 0,1 0 0,1-1 0,1-1 0,0 0 0,1 0 0,1-1-1,0-1 1,1 0 0,0-1 0,1-1 0,0 0 0,19 8 0,-15-9-6,1-2 0,-1 0-1,2-1 1,-1-2 0,1 0-1,0-1 1,0-1 0,0-1-1,0-1 1,0-1 0,26-3-1,-11-2-7,0-1 0,0-1-1,-1-2 1,0-2 0,0-1 0,-1-2-1,-1-1 1,0-2 0,46-32 0,45-46 130,-36 25 138,-89 69-275,0 1 0,0 0 1,0 0-1,0 0 0,1 0 0,-1 0 0,0 0 0,0 0 0,0-1 0,0 1 0,0 0 0,0 0 0,0 0 0,0 0 0,0 0 0,1 0 1,-1 0-1,0 0 0,0 0 0,0 0 0,0 0 0,0 0 0,0 0 0,0-1 0,1 1 0,-1 0 0,0 0 0,0 0 0,0 0 0,0 0 0,0 0 1,0 0-1,1 0 0,-1 1 0,0-1 0,0 0 0,0 0 0,0 0 0,0 0 0,0 0 0,1 0 0,-1 0 0,0 0 0,0 0 0,0 0 1,0 0-1,0 0 0,0 0 0,0 1 0,0-1 0,0 0 0,1 0 0,-1 0 0,0 0 0,0 0 0,0 0 0,0 0 0,0 1 0,0-1 1,0 0-1,0 0 0,0 0 0,0 0 0,0 0 0,0 0 0,0 1 0,-4 14 251,-13 28-107,13-33-64,-18 54 98,3 1-1,2 0 0,-9 87 0,24-141-412,2 0 0,-1 0 0,1 0 0,0 0 0,1 0 0,1 0 0,0 0 0,5 17 0,-6-24-203,1-1 1,-1 1-1,1 0 0,0-1 0,0 1 0,1-1 1,-1 0-1,1 0 0,-1 0 0,1 0 0,5 4 0,-6-5-234,1-1-1,0 1 0,0-1 0,0 1 1,0-1-1,0 0 0,0 0 0,0-1 1,0 1-1,0 0 0,1-1 0,-1 0 1,0 0-1,0 0 0,1 0 0,2-1 0,15-4-8607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07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13413,'0'0'2512,"3"1"-1871,119 77-2439,46 23-1068,13 7-187,-39-29 1671,-49-20 8470,-81-51-5543,-8-6-1262,-1 0-1,1 0 1,-1 1 0,1-1 0,-1 1-1,0-1 1,0 1 0,0 0-1,0 0 1,0 1 0,-1-1-1,0 1 1,1-1 0,-1 1 0,-1 0-1,1-1 1,2 9 0,2 12-56,-2 0 1,0 0 0,1 47 0,-6-53-194,3 58 106,-1-68-124,0 1-1,0-1 0,1 0 1,0 0-1,0 0 1,1 0-1,4 8 0,-3-11 4,0 0-1,0 0 0,0 0 1,1 0-1,-1-1 0,1 1 1,1-1-1,-1 0 0,0-1 1,1 0-1,0 1 0,-1-2 1,1 1-1,1-1 0,-1 0 1,0 0-1,0 0 0,1-1 1,9 1-1,8 0 95,1-1-1,-1-1 1,0-1 0,26-5-1,99-19 300,-2-6-1,187-66 0,-277 78-423,0-3 0,-2-2 0,-1-2 0,-2-3 0,66-47 0,-107 64-25,-16 4-72,3 7 98,-1 0 1,1 0-1,-1 1 1,1-1-1,-1 1 1,1 0-1,-1-1 1,1 1-1,-1 0 1,-4 1 0,-7 3 1,-1 0 0,1 1 0,-1 0 0,2 1 0,-1 1 0,-14 9 0,-8 4-22,28-17 70,1 1-1,1 1 1,-1-1 0,0 1-1,1 0 1,0 1-1,-7 8 1,32-9 952,-11-4-838,-1 0 1,0-1-1,1 0 0,-1-1 1,0 0-1,1 0 1,-1 0-1,0-1 1,0 0-1,0-1 0,10-4 1,0-1 133,1-1 0,-1-2 0,16-12 0,16-14 354,-34 24-442,0 0-1,0 2 1,2-1 0,-1 2 0,2 1 0,-1 0-1,36-13 1,-51 22-193,-1 0 1,1 0-1,-1 1 0,1-1 1,-1 0-1,0 0 0,1 1 1,-1-1-1,1 1 0,-1-1 1,0 1-1,0 0 0,1-1 1,-1 1-1,0 0 0,0 0 1,0 0-1,0 0 0,0 0 1,0 0-1,0 0 0,0 0 1,0 0-1,0 1 0,-1-1 1,1 0-1,0 2 0,19 43 43,-17-40-38,5 25 37,-1 1 0,-1-1 1,-1 1-1,-2 0 0,-2 46 0,2-11-48,22 257 80,5 125 24,-29-326-89,-6 1-1,-6-1 1,-31 147-1,23-183-76,-3-2-1,-5-1 0,-61 133 1,68-177 21,-1-2 0,-2-1 1,-2 0-1,-1-2 1,-1-1-1,-2-1 0,-2-1 1,-1-2-1,-46 35 0,58-52 37,0 0-1,-1-1 0,0-1 1,-1 0-1,0-2 0,0-1 1,-1-1-1,-36 7 0,50-12 16,1-1 1,-1 0-1,0 0 0,1-1 0,-1-1 0,0 1 1,1-1-1,-1-1 0,1 1 0,-1-2 0,1 1 1,0-1-1,0 0 0,0-1 0,0 0 0,1 0 1,-1 0-1,1-1 0,0 0 0,1-1 0,-1 0 1,1 0-1,0 0 0,0 0 0,1-1 0,-7-11 0,5 4-12,1 1-1,0-1 1,1 0-1,0 0 1,1-1-1,1 1 1,0-1-1,1 0 1,1 0-1,0 0 1,1 0-1,2-22 1,2 4-186,2 1 1,1-1-1,1 1 0,22-52 1,11-8-1612,90-152-1,82-72-4210,-73 137-671,18 6-4123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07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 14749,'97'-27'2609,"-34"27"-609,4-6-396,11 3-296,12-3-412,20-1-768,38-2-220,29-6-316,31-3-852,16 3-1080,28-6-3377,19 0-4776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08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289 167 12941,'5'-13'396,"0"1"-24,-1 1 0,0-1 0,2-18-1,-5 25-49,-1 1-1,0-1 0,0 0 1,0 0-1,-1 1 0,1-1 1,-1 0-1,0 1 0,-1-1 1,1 1-1,-1-1 0,0 1 1,-2-4-1,0 1 146,-5-6 3616,8 14-3920,0 0 0,0 0 0,1-1 0,-1 1 0,1 1-1,-1-1 1,0 0 0,1 0 0,0 0 0,-1 0 0,1 0-1,0 0 1,0 0 0,-1 1 0,1-1 0,0 2 0,-3 19 702,-3 37 1,4-24-179,-9 47 0,-100 424 1762,32-142-3499,27 2-3306,45-310 3102,0 20-1595,8-24-2102,7-23-732,-7-28 4988,0 0-1,0 0 1,0 0 0,1 0-1,-1 0 1,0 0 0,0 0-1,1 0 1,-1 0 0,0 0-1,1-1 1,1 2 0,-3-2 665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09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0 464 8345,'28'-192'1847,"-28"191"-1839,5-40 1782,3 0 0,0 0 1,27-70-1,-34 109-1708,-1 0 0,1-1-1,1 1 1,-1 0 0,0 0 0,0 0-1,1 0 1,-1 1 0,1-1 0,-1 0 0,1 1-1,0-1 1,0 1 0,0-1 0,0 1 0,0 0-1,0 0 1,0 0 0,0 0 0,0 0 0,0 0-1,4 0 1,-3 1-26,0 0-1,0 0 0,0 0 1,0 0-1,0 0 1,0 1-1,0-1 0,0 1 1,0 0-1,0 0 0,0 0 1,-1 0-1,1 1 1,0-1-1,-1 1 0,1 0 1,3 3-1,11 10 82,-2 1-1,0 1 0,-1 0 1,0 1-1,-2 1 0,0 0 1,-1 0-1,-1 1 1,-1 1-1,10 31 0,-4-3-3,-2 2 0,-2-1 0,6 79 0,-15-76-74,-2 0 1,-2 0-1,-2 0 1,-2-1-1,-21 78 1,3-44 11,-4-2-1,-55 117 1,74-182 26,7-16-81,6-7-30,46-47 42,-3-2 0,51-72 1,-54 67-59,63-78 2,5 6 0,179-161 0,-220 230 55,1 3 0,4 3 0,1 4 0,3 3 0,2 3 0,94-36 0,-154 73 119,0 0 1,0 1-1,1 2 0,46-6 0,-59 10-28,0 1 0,-1 0 0,1 1 1,0 0-1,0 1 0,0 0 1,-1 0-1,1 1 0,-1 0 1,0 0-1,1 1 0,-2 1 0,18 10 1,-13-4 53,0 0 1,-1 0-1,-1 1 1,1 1-1,-2 0 1,0 1-1,-1 0 1,0 0-1,-1 1 1,0 0-1,6 20 1,-2 0 122,-1 1 0,-2 0 0,-2 1 0,3 38 0,-3 41 345,-7 0 0,-14 125 0,7-139-356,-6 337 638,16-365-916,4 0-1,2 0 1,37 136-1,-38-182-165,2-1-1,1-1 1,1 0-1,1-1 1,1 0 0,1-1-1,2 0 1,0-2-1,22 23 1,-22-28-111,1-1 0,0-1-1,1-1 1,0 0 0,1-2 0,1 0 0,0-1-1,1-1 1,0-2 0,0 0 0,31 7-1,-22-10-80,1 0 0,-1-3 0,1 0 0,-1-2-1,1-2 1,-1 0 0,1-3 0,-1 0 0,37-12-1,-17 1-162,-1-2 0,-1-2-1,0-3 1,76-47 0,-68 32 134,-1-3 0,71-67-1,-93 75 468,-2-1-1,-2-2 1,-1 0-1,35-60 1,-55 80 36,0 1 1,-1-1-1,-1 0 0,-1-1 1,0 0-1,-2 0 1,6-31-1,-9 41-66,-1-1-1,0 0 1,0 1 0,-1-1-1,0 1 1,-1-1 0,1 1 0,-1-1-1,0 1 1,-1 0 0,0 0-1,0 0 1,-1 0 0,0 1-1,0-1 1,0 1 0,-1 0 0,0 0-1,0 0 1,-8-6 0,-1 1 9,0 1 0,-1 0 0,0 1 0,0 1 1,-1 0-1,0 1 0,0 1 0,-1 0 0,0 2 0,-31-6 1,21 6-3,0 2 0,-1 0 0,1 2 0,0 1 0,-1 1 0,-34 7 1,43-5-19,0 1 0,0 1 1,0 0-1,-26 14 1,42-18-24,0 0 0,0 0 1,0 1-1,0-1 0,1 1 0,-1-1 0,1 1 1,0 0-1,-1 0 0,1 0 0,1 1 0,-1-1 1,0 0-1,1 1 0,0-1 0,-1 1 1,1-1-1,1 1 0,-1-1 0,0 1 0,1 0 1,0-1-1,0 1 0,0 4 0,1-6-16,-1-1 0,0 0 0,1 0-1,-1 1 1,1-1 0,-1 0 0,1 0-1,-1 0 1,1 1 0,0-1 0,0 0-1,-1 0 1,1 0 0,0 0 0,0-1 0,0 1-1,2 1 1,2 3 15,2 3 3,-4-3-14,0-1 0,1 0 1,0 1-1,0-2 0,0 1 1,0 0-1,1-1 0,-1 0 0,1 0 1,0 0-1,5 2 0,69 22-30,0-3 0,130 22 0,-151-38-227,-1-4 0,1-1 0,0-3 0,0-3 0,-1-2-1,1-3 1,-1-2 0,55-18 0,-51 9-13,-1-2-1,-1-3 1,-1-2 0,99-63-1,-112 59 235,-1-3 0,-2-2-1,-2-1 1,-1-2-1,67-85 1,-50 43 338,-4-2 1,83-176-1,43-191 778,-144 370-936,-20 50 106,10-32 1,-22 58-179,-1 7-23,-2 21 6,-3 33 7,-25 374 265,26-372-340,-6 330 80,15-194-430,-7-193 351,1-1-1,0 1 1,0 0 0,0-1-1,0 1 1,1-1-1,-1 1 1,1-1 0,-1 1-1,1-1 1,0 1 0,0-1-1,0 1 1,0-1-1,0 0 1,1 0 0,-1 0-1,1 0 1,0 0-1,-1 0 1,1 0 0,0 0-1,0 0 1,0-1-1,0 1 1,0-1 0,1 0-1,-1 1 1,0-1-1,1 0 1,-1 0 0,1-1-1,-1 1 1,1 0-1,-1-1 1,1 0 0,-1 1-1,1-1 1,-1 0 0,1 0-1,4-1 1,10-1-16,0-1 0,-1-1 0,1 0 0,30-14 0,-38 15 22,26-10 2,0 1 1,0 2-1,1 1 0,67-6 0,-89 14 15,-1 0 0,1 1 0,-1 1 0,1 0 0,-1 1-1,0 0 1,1 1 0,-1 1 0,-1 0 0,1 1 0,0 0-1,-1 1 1,0 0 0,-1 1 0,1 0 0,15 15 0,5 8 77,37 50-1,-41-46-3,45 43 0,-21-29-20,-23-19 44,1-2 0,1-1 0,2-2 0,57 33 1,-70-47-21,1-1 0,0-1 1,1-1-1,0 0 0,0-2 0,0-1 1,1-1-1,23 1 0,-32-3-32,1-2 0,-1 1-1,1-2 1,-1 0 0,0-1-1,0 0 1,0-1 0,0 0-1,0-1 1,-1-1 0,0 0-1,0-1 1,20-14 0,-27 15-113,0 1 0,0-1 0,-1 0 0,0 0 0,0 0 0,0-1 0,-1 1 0,0-1 0,0-1 0,0 1 0,-1 0 0,-1-1 0,1 0 0,-1 1 0,0-1 0,-1 0 0,0 0 0,0 0 0,-1 0 0,0 0 0,0 0 1,-1 0-1,0 0 0,0 0 0,-1 0 0,0 0 0,0 0 0,-6-12 0,6 18-76,1 0 0,0 0 1,0 0-1,0-1 0,0 1 1,0 0-1,0 0 0,1-1 1,-1 1-1,1-1 0,-1-2 0,2 4 103,0 0 0,-1 0-1,1 1 1,0-1-1,0 0 1,0 1-1,0-1 1,0 0 0,0 1-1,0-1 1,0 1-1,0 0 1,0-1-1,0 1 1,0 0 0,0-1-1,0 1 1,0 0-1,0 0 1,0 0-1,0 0 1,0 0-1,1 0 1,-1 1 0,1-1-1,3 1 6,0 0-1,0 0 0,0 0 1,0 1-1,-1-1 0,1 1 1,0 0-1,6 5 0,18 6 131,-21-8-96,-1-1 1,1 1 0,0 0-1,-1 1 1,0 0 0,-1 0-1,1 0 1,6 10 0,20 17 113,-25-25-127,0-1 1,1 0 0,0 0-1,0-1 1,1 0 0,0-1 0,0 0-1,0-1 1,0 0 0,1 0 0,-1-1-1,1-1 1,0 0 0,0 0 0,0-1-1,0 0 1,0-1 0,0 0-1,15-3 1,2 0-1,-1-1 0,1-2 1,-1 0-1,0-2 0,-1-1 0,0-1 0,-1-1 0,0-2 0,0 0 0,-1-2 0,-1 0 0,-1-2 0,21-19 1,96-82 1375,-138 118-1369,0 0 1,0-1 0,0 1-1,1 0 1,-1 0-1,0 1 1,0-1 0,0 0-1,0 0 1,0 0 0,0 1-1,-1-1 1,1 0 0,0 1-1,0-1 1,0 1-1,0-1 1,0 1 0,0-1-1,1 2 1,-1-1 24,7 5 18,1 0-1,-1 0 1,0 1 0,0 0 0,-1 0 0,0 1-1,11 16 1,-4-6 22,0-1-33,1 0 0,0-1 0,1-1 0,1-1 0,0 0 0,0-1 0,2-1 0,32 17-1,-43-26-41,-1 0-1,1 0 0,0-1 0,0 0 0,0-1 1,0 0-1,0 0 0,1-1 0,-1 1 1,0-2-1,0 1 0,0-1 0,0-1 0,0 0 1,0 0-1,0 0 0,0-1 0,-1 0 0,11-5 1,6-7-11,0 0 1,-1-2 0,0-1-1,21-21 1,-42 37 7,91-90-923,96-122 1,-103 113 496,228-292-603,-264 327 966,-24 33 710,35-58 1,-61 91-629,0 0 1,0 0 0,0 0 0,0 0-1,0 0 1,0 0 0,-1 0 0,1 0-1,0 0 1,0 0 0,0-1 0,0 1 0,0 0-1,0 0 1,-1 0 0,1 0 0,0 0-1,0 0 1,0 0 0,0 0 0,0 0-1,0 0 1,0-1 0,0 1 0,0 0-1,0 0 1,-1 0 0,1 0 0,0 0-1,0 0 1,0 0 0,0-1 0,0 1 0,0 0-1,0 0 1,0 0 0,0 0 0,0 0-1,0-1 1,0 1 0,0 0 0,0 0-1,0 0 1,0 0 0,0 0 0,0 0-1,0-1 1,0 1 0,1 0 0,-1 0 0,0 0-1,0 0 1,0 0 0,0 0 0,0 0-1,0 0 1,0-1 0,0 1 0,0 0-1,1 0 1,-1 0 0,0 0 0,0 0-1,-16 9 679,-18 17 66,8 2-355,1 0 0,1 2 0,1 0 1,2 2-1,1 0 0,-23 54 0,27-54-603,1 0 0,2 1 0,2 1-1,-9 37 1,18-58-228,0 0-1,1-1 1,0 1-1,1 0 1,0 0-1,1 0 1,1-1-1,0 1 1,0 0-1,1-1 1,1 0-1,0 1 1,1-1-1,11 20 0,0-8-2523,2 0 0,35 38-1,-48-57 2201,48 53-9892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09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26622,'20'-6'2329,"-3"-3"-481,-4 6-380,4-3-968,3 3-500,10 3-440,-3 3-1508,0 0-928,-4 3-1221,-6 6-16325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0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784 1 9005,'-234'103'1536,"140"-62"-473,-168 82 3099,91-22-459,169-100-3584,0 0 0,1 1-1,-1-1 1,0 1 0,1-1 0,-1 1-1,1 0 1,-1-1 0,1 1 0,0 0-1,0 0 1,0 0 0,0 0 0,-1 3-1,1-4-50,1 1-1,0-1 1,0 0-1,0 0 0,0 1 1,0-1-1,0 0 0,1 1 1,-1-1-1,0 0 1,1 0-1,-1 1 0,1-1 1,-1 0-1,1 0 0,-1 0 1,1 0-1,1 2 1,2 1 66,-1-1 0,1 1 1,0-1-1,0 0 1,0-1-1,0 1 1,1-1-1,-1 1 1,1-1-1,0 0 1,6 1-1,30 6 376,0-2-1,0-2 1,75 1 0,-107-6-465,207 5 753,73-4-143,79-5-119,82-3-118,85 0-94,79 1-60,69-2-58,62 7-36,4267 100 1163,-4214-69-1124,-52-2-34,-60-3-40,-68-9-28,-77-8-47,-82-11-105,-86-8-115,-78-9-147,-171 6-565,138-35 1,-253 46 769,17-3-440,39-14 0,-58 17 349,-1 1 0,0-2 0,0 1-1,0-1 1,0 1 0,0-2-1,-1 1 1,0-1 0,0 1-1,7-9 1,-10 9-27,0 1-1,0 0 1,0-1-1,0 1 1,0-1-1,-1 0 1,1 0-1,-1 1 1,0-1-1,-1 0 1,1 0-1,-1 0 1,1 0-1,-1 0 1,0 0-1,-1 0 1,1 0-1,-1 0 1,0-4-1,-2 0-683,1 0 0,-2 0 0,1 1 0,-1-1-1,0 1 1,0 0 0,-1 0 0,-5-6 0,-35-36-9616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1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3052 69 9829,'112'-47'1613,"-98"42"-1330,-1 1-1,1 0 1,1 1-1,-1 1 0,0 0 1,1 1-1,-1 0 0,1 1 1,-1 1-1,1 1 1,-1 0-1,0 0 0,0 2 1,0 0-1,0 0 0,0 1 1,-1 1-1,0 0 1,0 1-1,13 9 0,-8-3-136,1 1 0,-2 1 0,0 0-1,0 1 1,-2 1 0,0 1 0,-1 0 0,0 1-1,-2 0 1,0 1 0,11 27 0,-12-18-63,0 1 1,-2 0 0,-2 0 0,0 0-1,-2 1 1,-2 0 0,-1 0-1,-1 1 1,-6 60 0,-2-44-21,-3-1 1,-1 0-1,-3-1 0,-2 0 1,-38 78-1,-145 242 119,-59 124-22,231-425-165,-25 86-1,46-128 18,0 1 0,2 0-1,1 1 1,0-1 0,2 0-1,1 1 1,3 28 0,-1-43-5,-1 1 1,2-1 0,-1 0-1,2-1 1,-1 1-1,1 0 1,1-1 0,0 0-1,0 0 1,0 0-1,1-1 1,1 0 0,0 0-1,0 0 1,0-1-1,1 0 1,11 7 0,-6-5-9,1-1 1,1-1 0,0 0 0,0-1 0,0 0-1,1-1 1,-1-1 0,1-1 0,0 0 0,20 0 0,6-1 24,0-3 0,0-1 1,-1-2-1,75-17 1,-31-2-31,103-41 1,-113 34 253,-2-4 1,-1-3-1,105-73 0,-208 135-76,0 1-1,-53 59 0,-46 74 86,120-146-224,-58 80 137,-104 191-1,-26 120 167,54-103-34,-256 445-21,295-574-194,-7-5 0,-159 182 0,178-244-87,-5-5-1,-192 154 1,228-208-187,-1-4 1,-3-1-1,-1-4 0,-2-3 1,-1-3-1,-122 36 1,71-37-1058,-1-5 0,-235 16 0,183-36-3117,-263-25-1,190-8-3218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2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3101 74 7925,'-18'-10'481,"-1"0"1,1 1 0,-1 0 0,-1 2-1,1 0 1,-1 1 0,-1 2-1,1 0 1,-1 0 0,1 2 0,-1 1-1,0 1 1,-37 3 0,-402 91 3046,455-93-3502,-256 64 1374,-441 172 1,450-118-939,213-97-388,2 2 0,0 1 0,2 2 0,-40 39 1,62-53-51,1 0 0,0 1 1,1 0-1,1 1 0,0 0 0,-12 27 1,17-31-15,1 1 1,0-1 0,1 1-1,1 0 1,-1 0 0,2 0-1,0 0 1,0 0 0,1 0-1,3 23 1,3-7-2,1 1-1,1-1 1,2 0-1,0 0 1,2-1-1,1-1 1,1 0-1,26 35 1,17 17 52,85 87 0,65 54 5,90 100-103,-217-223-96,102 155-1,-142-186 34,-2 2 1,-3 1-1,-4 2 0,-2 1 0,-3 2 0,19 90 0,-36-118 34,-2 0 0,-3 0-1,-1 0 1,-2 1-1,-2-1 1,-2 1 0,-2-1-1,-1 0 1,-3 0 0,-2-1-1,-29 76 1,8-51 31,-2-2 1,-4-1-1,-2-2 1,-4-1-1,-1-3 1,-4-1-1,-90 84 1,29-45 83,-5-6 0,-247 154 0,206-156 325,-3-6-1,-217 81 1,195-107 44,179-56-403,-1-1 0,1 0 1,-1 1-1,1-1 0,0 1 0,-1-1 0,1 1 0,0 0 1,0 0-1,0 0 0,0 1 0,1-1 0,-1 0 0,1 0 1,-1 1-1,1-1 0,0 1 0,0 0 0,0-1 0,-1 6 1,-1 4 79,1 0 0,1 1 0,-1 18 0,2-13 49,-61 666 2892,6-114-2228,49 2-1165,39-218-1200,-18-261-374,47 161 0,-50-218 489,2 0-1,1-1 0,2-1 1,1-1-1,26 37 0,32 29-7848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2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0 14757,'0'0'2953,"-10"9"-2309,0 3-472,0 6-640,-7 9-788,-3 1-489,7-1-2611,-4 12-3361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3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146 226 7641,'4'-175'5246,"3"141"-2371,-2 20-1559,-5 11 489,1 7-974,1 25-269,-1 0-1,-1 1 1,-1-1 0,-9 45 0,3-19-44,-57 327 1712,13-105-1244,30-64-517,10 177 101,10-344-516,2 0 0,3-1 1,1 1-1,2 0 0,2-1 0,17 48 1,-24-86-48,12 39 50,2 0 0,2-1 0,2-1 0,2-1 1,2-1-1,55 74 0,-54-86-38,1-1-1,1-1 0,2-1 1,1-2-1,1-1 1,0-1-1,2-2 0,1-1 1,36 15-1,-12-12-139,0-2 0,2-3 0,0-2 0,0-3-1,1-3 1,86 4 0,-62-11-234,1-5 1,-1-3-1,1-3 1,87-22-1,-139 23 164,-1-2 0,0-2 0,45-20-1,-66 25 123,1 0 0,-1-1-1,-1 0 1,1-1-1,-2-1 1,1 1-1,-1-2 1,0 1-1,-1-2 1,0 1-1,9-15 1,-14 18 39,0-1 1,-1 0-1,0 1 1,0-2-1,-1 1 1,0 0-1,-1 0 1,1-1-1,-2 1 1,1-1-1,-1 1 1,0-1-1,-1 1 1,0 0-1,0-1 1,-1 1-1,0 0 1,-1-1-1,1 1 1,-2 1-1,-5-12 1,-4-6-23,-2 1 0,0 1 0,-2 0 0,-1 1 0,-22-22 0,-12-6-74,-118-85 0,35 30 42,132 102 85,0 1 0,0-1 0,0 0 0,1 0 0,-1 0 0,1 0 0,0-1 0,0 1 0,-3-7 0,4 9 1,1 1-1,0 0 0,0 0 0,0 0 0,0-1 0,0 1 1,0 0-1,0 0 0,0 0 0,0-1 0,0 1 0,0 0 1,0 0-1,0-1 0,0 1 0,0 0 0,0 0 0,0 0 1,0-1-1,0 1 0,0 0 0,0 0 0,1 0 0,-1-1 0,0 1 1,0 0-1,0 0 0,0 0 0,0 0 0,1-1 0,-1 1 1,0 0-1,0 0 0,0 0 0,0 0 0,1 0 0,-1 0 1,0 0-1,0-1 0,0 1 0,1 0 0,-1 0 0,0 0 0,0 0 1,0 0-1,1 0 0,-1 0 0,24 10 35,20 20 53,-2 2 1,-1 1 0,53 59-1,-83-82-92,89 95 44,-4 3-1,-5 5 1,93 152 0,135 193-56,-305-440-2,1 0-1,1-1 0,1-1 1,0-1-1,1 0 1,36 23-1,-44-32-12,1-1 0,1 0 0,-1 0 0,1-1 0,-1-1 0,1 0 0,0 0 0,1-1 0,-1-1 0,0 0 0,0-1 0,1 0 0,-1-1 0,20-4 0,-6-1-58,0-2-1,-1 0 1,0-2-1,-1-1 1,0-1-1,-1-1 1,37-27-1,4-9-215,71-72 0,-28 17 64,294-260-400,-391 357 598,65-47-29,-71 51 33,1 0 1,0 0-1,0 0 1,0 1-1,0 0 0,0 0 1,0 0-1,1 1 1,-1 0-1,1 0 0,-1 0 1,11 0-1,-14 2 13,-1-1 0,1 0 0,-1 1 0,0-1-1,1 1 1,-1 0 0,0-1 0,1 1 0,-1 0 0,0 0-1,0-1 1,0 1 0,0 0 0,0 0 0,0 1 0,0-1 0,0 0-1,0 0 1,0 0 0,0 2 0,1 1-36,-1-1 0,1 1 0,-1-1 0,-1 1 0,1 0 0,0-1 0,0 8 1,-2 1-280,1 1 1,-1-1 0,-6 23 0,2-13-506,0-2 34,0 1 0,-1 20 0,6-35 265,0 1 1,0-1-1,0 0 0,1 0 1,0 0-1,0 0 0,0 0 0,1 0 1,0 0-1,0 0 0,4 7 1,4 5-4258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4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1 13429,'0'0'88,"-1"0"-1,0 0 1,0 0 0,0 0-1,0 0 1,1 0-1,-1 0 1,0 0-1,0 0 1,0 0 0,0 0-1,1 0 1,-1 1-1,0-1 1,0 0-1,0 1 1,1-1 0,-1 0-1,0 1 1,1-1-1,-1 1 1,0-1 0,1 1-1,-1 0 1,1-1-1,-1 1 1,0-1-1,1 1 1,0 0 0,-1 0-1,1-1 1,-1 1-1,1 1 1,-12 37 1559,4-11-779,-59 153 2657,-79 345-1,132-455-3386,4 1 1,3 0-1,2 0 0,5 0 0,2 0 0,3 0 0,4 0 0,20 84 0,-24-137-124,1 0 0,1 0-1,0 0 1,1 0 0,1-1-1,1-1 1,1 0-1,15 19 1,-16-24-95,0-2 1,1 1-1,1-1 1,-1-1-1,1 0 1,1 0-1,0-2 1,0 1-1,1-2 1,-1 0-1,22 7 0,-22-9-23,0-1-1,0 0 0,0-1 0,0 0 1,0-1-1,0-1 0,1 0 0,-1 0 1,0-2-1,0 1 0,0-2 0,16-4 1,-21 4 58,0 0 1,-1 0-1,0-1 0,1 0 1,-1 0-1,0-1 1,-1 0-1,1 0 0,-1-1 1,0 0-1,-1 0 1,1 0-1,-1-1 1,-1 1-1,1-1 0,-1 0 1,0-1-1,0 1 1,-1-1-1,3-10 1,2-14-33,-1 0 0,-2-1 0,1-39 0,-4 42 54,1-1 0,2 1 0,0 0 0,13-36 0,-12 50 34,1 0 1,1 0-1,1 0 0,0 1 0,1 1 0,1 0 1,0 0-1,1 1 0,0 0 0,1 1 1,0 0-1,1 1 0,0 1 0,1 0 0,0 1 1,1 1-1,0 0 0,0 1 0,1 1 0,-1 0 1,30-5-1,-38 9 25,1 1-1,-1 0 1,1 1 0,-1-1 0,1 2 0,-1-1-1,1 1 1,-1 0 0,0 1 0,1 0 0,-1 0 0,0 1-1,9 5 1,-7-3 29,0 1 1,-1 0-1,1 1 1,-2 0-1,1 0 0,-1 1 1,0 0-1,0 0 0,6 11 1,-2-1 17,0 1 0,-2 1 0,0 0 1,-1 0-1,-1 1 0,-1 0 0,-1 0 0,0 1 1,3 37-1,-4 6 16,3 1 1,4-1-1,27 93 1,-37-151-130,1-1 1,0 1 0,0-1 0,0 1-1,1-1 1,0 0 0,0 0 0,1-1-1,0 1 1,0-1 0,7 6-1,-7-8-11,-1 0-1,1 0 0,0-1 0,0 1 0,0-1 0,0 0 0,0-1 0,0 1 0,0-1 1,1 0-1,-1-1 0,0 1 0,1-1 0,-1 0 0,10-1 0,0-2-30,1 0-1,0-1 0,-1-1 1,1 0-1,-1-1 0,27-15 1,-12 4 0,-1-2 0,31-27 0,309-242-531,-366 285 593,1 0 1,0 0 0,0 0 0,0 1 0,0 0 0,0 0-1,1 0 1,-1 0 0,1 1 0,-1-1 0,1 1 0,0 0-1,0 1 1,-1-1 0,1 1 0,0 0 0,0 0 0,-1 0-1,1 1 1,0 0 0,0 0 0,-1 0 0,1 0 0,-1 1-1,1 0 1,4 3 0,5 4-29,-1 1 0,0 0 0,-1 1-1,0 0 1,-1 1 0,13 18 0,-16-21-32,0 0-1,1 0 1,0 0 0,0-1 0,20 13-1,-22-17 5,-1-1-1,1 0 0,0 0 0,-1-1 1,1 0-1,0 0 0,1-1 1,-1 0-1,0 0 0,0 0 0,12-1 1,1-2-34,-1-1 0,0-1 0,30-10 0,25-5 281,-60 18-113,-11 1-23,1 0-5,3 0-23,-3-1-13,0 1 1,-1 0-1,1 0 0,0 1 0,-1-1 1,1 1-1,-1 0 0,1 0 0,-1 0 1,1 0-1,-1 0 0,0 1 0,4 1 1,6 3 8,0-1 1,0 0 0,0-1-1,0 0 1,0-2-1,1 1 1,23 0 0,-30-2-20,13-1-4,0 0 1,0-2 0,1 0 0,-1-1-1,34-10 1,-28 7-9,103-35-63,-93 28 57,1 1-1,68-12 1,-92 23 72,1 0-1,-1 1 1,0 0 0,1 1-1,-1 1 1,16 3 0,73 27 137,-49-14-117,-41-15-77,1 0 1,-1 0-1,1-1 1,0-1-1,0 0 1,0-1-1,18-2 0,5-3-500,44-13-1,-52 12 62,130-45-3230,-92 27 1921,56-20-4562,-56 25 172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5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5897,'67'-12'640,"-33"3"-648,-1 0-904,-6 3-761,0 0 713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5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6049,'0'0'1348,"30"0"-276,0-3-200,-3-12-600,-4 6-348,1-3-552,6 6-1972,-7-3-725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5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0 171 8597,'56'-25'2191,"-45"20"-237,-10 1-71,0-2-1537,0 1 0,0 0 0,1 0-1,0 0 1,0 0 0,0 0 0,1 0-1,-1 0 1,1 1 0,0-1 0,1 1 0,4-6-1,3 0 301,1 0 0,-1 1 0,19-12 0,-25 19-487,-1-1-1,1 1 1,0 0 0,0 0-1,0 0 1,1 1 0,-1 0 0,0 0-1,0 0 1,11 1 0,-4 0 40,1 1 0,0 0 1,20 6-1,-14-2-121,1 1 0,-1 1-1,-1 1 1,1 1 0,-2 0 0,1 2 0,-1 0 0,-1 0-1,0 2 1,0 0 0,-1 1 0,-1 0 0,-1 1 0,0 1 0,12 18-1,-5-2-162,-1 0 0,-1 1 0,-3 1-1,0 1 1,-2 0 0,-2 1 0,-1 0-1,-2 0 1,-1 1 0,-2 0 0,0 53 0,-6-72-189,0 0 0,-2-1 0,0 1 0,-1-1 0,-1 0 0,-1 0 0,0 0 1,-1-1-1,0 0 0,-2-1 0,0 1 0,-1-1 0,-19 23 0,12-19-387,-1-1-1,-1 0 0,-1-1 1,0-2-1,-1 0 1,-1 0-1,0-2 0,-45 19 1,-66 16-3922,-15-5-2531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6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1321 30 4816,'-42'-8'458,"9"0"216,0 3 0,0 0 1,-1 2-1,-62 3 0,67 4-152,1 1 0,0 1 0,0 2 0,1 1 0,0 0 0,0 3 0,2 0 0,-1 1 0,1 2 0,1 0 0,-24 21-1,-4 7 332,3 2 0,2 1 0,-69 89 0,66-69-388,4 2 0,3 1 1,3 3-1,-51 126 1,55-99-146,4 1 0,5 2 1,-18 126-1,27-72-219,7 1 0,7 0 1,6 1-1,47 310 0,-21-312-531,6-1 0,8-1 1,5-3-1,8-2 0,6-2 0,94 164 0,-95-208-680,5-3-1,4-3 1,4-3 0,4-3-1,4-4 1,4-3-1,3-4 1,188 129 0,-20-55-5295,-255-153 6362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6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2248 1 11621,'168'244'2547,"-18"17"-201,-116-186-1861,-4 1 1,-2 2 0,-4 1 0,17 101 0,-30-109-247,-3 0-1,-2 1 1,-4 0 0,-4 0-1,-10 80 1,3-100-138,-2 0-1,-3-1 0,-1 0 1,-3-1-1,-2-1 1,-2-1-1,-2 0 1,-3-2-1,-38 52 0,18-37-203,-3-2 0,-2-2 0,-3-2-1,-2-3 1,-110 77 0,116-96-242,-1-2 1,-1-2-1,-96 36 0,-485 160-3169,526-194 2057,-198 33 0,-48-20-2546,-21-10-1963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6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507 0 14273,'-1'2'30,"-16"18"680,0 1-1,2 1 1,1 1 0,1 0 0,-15 36 0,-105 283 4696,-44 185-2216,150-421-3550,5 1-1,4 1 1,-5 151-1,21-167-912,5 0-1,3 0 1,4 0 0,31 122-1,-28-164-802,3-1 0,1 0 1,30 55-1,12 6-5986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7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48 10421,'0'-1'128,"-1"-1"1,0 1-1,1 0 0,0-1 0,-1 1 1,1 0-1,0-1 0,-1 1 1,1-1-1,0 1 0,0 0 0,0-1 1,1 1-1,-1-1 0,0 1 1,0 0-1,1-1 0,-1 1 0,1 0 1,-1-1-1,1 1 0,-1 0 1,1 0-1,0-1 0,0 1 1,0 0-1,-1 0 0,1 0 0,0 0 1,0 0-1,1 0 0,-1 0 1,0 1-1,0-1 0,0 0 0,1 1 1,-1-1-1,0 0 0,0 1 1,1 0-1,-1-1 0,3 1 0,8-1 221,0 1-1,-1 1 0,1 0 0,0 1 0,0 0 1,17 6-1,-22-6-224,10 3 109,0 2 0,0-1 0,-1 2 0,0 0 0,0 1 0,-1 1 0,0 0 0,-1 1 0,0 0 0,0 2 0,18 21 0,-10-7-3,-1 1 0,-2 0 0,0 2 0,-2 0 0,14 36 0,-18-35-136,-2 1-1,-1 0 1,-2 0-1,-1 1 1,-1 0-1,-2 0 1,-1 0-1,-2 1 1,-1-1-1,-8 60 1,-16 31-474,-56 176 0,35-146-1885,37-125 696,-6 47 1,12-60-554,1-1-1,2 23 0,5-2-6067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7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9861,'3'14'466,"1"-1"-1,1 1 1,0-1 0,1 0-1,0 0 1,1-1 0,0 0-1,1 0 1,0-1 0,1 0-1,0 0 1,16 14 0,-10-13-329,0 0 1,1-1-1,0 0 1,0-1-1,1-1 0,1-1 1,-1 0-1,1-1 1,1-1-1,-1-1 1,1 0-1,0-2 1,25 3-1,11-4-770,0-1-1,-1-3 1,58-10 0,30-1 40,-121 11 682,1-1 0,-1 0 1,0-2-1,0 0 1,0-2-1,32-14 0,-17 3 287,-1-2 0,52-38 0,51-29 49,-117 73-380,0 1 1,1 2-1,1 0 1,-1 1-1,42-12 1,-59 21-32,0 1 0,0-1 1,0 0-1,1 1 1,-1 0-1,0 1 1,0-1-1,0 1 1,0 0-1,1 0 0,-1 0 1,0 1-1,-1 0 1,1 0-1,0 0 1,6 4-1,-2 0 3,0 1 1,-1-1-1,0 1 0,0 1 0,0 0 0,8 12 1,2 6 7,-1 2 0,-2-1 0,-1 2 0,14 40 0,-18-42-356,1-1 0,1 0 0,1-1 0,1 0 0,1-1 0,22 26 0,-16-26-839,2-1 0,1-1 0,0-1 1,2-2-1,34 21 0,17-2-4165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7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6985,'6'15'3096,"8"-3"-2080,-1 3-380,11-12-376,-4 3-416,13-3-348,24 0-472,-13-3-2112,9 0-1197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7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30 7373,'16'-15'1764,"-22"0"2060,-18 24-13801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8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1460 21 10521,'-7'-4'323,"-1"1"-1,1 0 1,-1 0 0,0 1-1,0 0 1,0 1 0,-9-1-1,12 2-144,0 0 0,0 1 0,0 0 0,-1-1 0,1 2 0,0-1 1,0 1-1,1 0 0,-1 0 0,0 0 0,0 0 0,-6 6 0,-20 14 502,1 2 0,1 1 1,1 2-1,1 0 0,-24 34 1,-105 164 1390,72-82-1087,6 4 0,7 4 1,-72 221-1,-64 306 58,24 10-2150,134-498 495,38-149 469,-86 366-1376,81-319 938,3 2 1,-1 144-1,15-201 251,1 1 0,1 0-1,2-1 1,1 1 0,2-1-1,15 39 1,-16-53 27,2 0 1,0-1-1,1 0 0,1-1 0,0 1 1,2-2-1,0 0 0,0-1 1,2 0-1,0-1 0,22 16 0,-16-15-144,1-1-1,1-2 0,0 0 1,0-1-1,1-2 0,26 8 0,-12-8-684,-1-1-1,1-2 0,59 2 0,73-10-3661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18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1538 0 5861,'28'64'2236,"3"-2"1,68 105-1,14 24-139,-80-126-1625,-2 2 0,-4 0 0,-3 2 0,18 80 0,-36-119-363,-1 0 1,-1 1 0,-1-1-1,-2 1 1,-1-1-1,-2 1 1,-1 0 0,-1-1-1,-1 0 1,-2 0-1,-1 0 1,-18 42 0,8-36-59,-2 0-1,-1-1 1,-2-1 0,-2-2 0,0 0 0,-3-1-1,0-2 1,-2-1 0,-1-1 0,-61 40 0,18-21-171,-2-3 1,-2-4-1,-1-4 1,-87 27-1,18-18-1314,-2-7 1,-1-6-1,-272 20 0,180-35-2051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23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0 414 11453,'34'-30'1256,"23"3"28,20-1-236,13 4-176,28-3-135,29 0-161,24 0-80,26 0-92,21-6-228,23 2-348,10 7-576,17 0-481,10 0-335,-16 0-680,-15 0-1364,-9 12-2145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23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399 176 9713,'16'-12'348,"82"-75"2665,-92 82-2291,0 1 0,1-1 0,-1 1 0,13-6 0,-16 9-413,1-1-1,-1 1 1,0 0-1,0-1 1,-1 0-1,1 0 1,0 0-1,-1 0 0,1 0 1,-1 0-1,1-1 1,-1 1-1,0-1 1,0 1-1,0-1 1,-1 0-1,1 0 1,0 0-1,0-4 0,-189 661 7040,80-308-4782,79-253-2566,-123 449 0,38 7 0,104-485 0,3 1 0,2-1 0,4 1 0,2 0 0,3 0 0,3-1 0,19 77 0,-17-106 0,2-1 0,0-1 0,3 0 0,0-1 0,3 0 0,22 31 0,-22-39 0,0-1 0,2-2 0,0 0 0,2-1 0,0-1 0,1-1 0,1 0 0,32 16 0,-28-19-136,1-2 1,1 0-1,0-2 0,1-2 1,0 0-1,0-2 0,36 3 1,-24-7-367,1-1 1,-1-3 0,0-1 0,77-14-1,-54 1-180,0-3-1,-1-3 0,-1-2 0,-1-4 0,-1-2 0,95-61 1,-88 43-942,-3-3 0,-1-3 1,92-97-1,-88 74-1932,58-87 0,-20 6-4249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23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1 420 11969,'30'-15'1976,"-7"15"-200,24-9-291,7-12-297,16-3-316,27-10-308,27-8-432,23-9-676,24 3-1056,425-127-13234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23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0 11337,'-46'31'8740,"16"-12"-6350,24-15-2113,0 1 1,1 0-1,-1 0 1,1 0-1,0 1 1,1 0-1,-1 0 1,1 0 0,0 1-1,0-1 1,1 1-1,0 0 1,0 0-1,-2 12 1,-10 39-20,3 0 0,3 1 0,-4 112 0,13-97-251,3-1-1,3-1 1,30 141 0,-35-209-10,1 1 1,-1 0 0,1-1-1,0 1 1,1-1 0,-1 1-1,1-1 1,0 0 0,0 0-1,0-1 1,7 8 0,-8-10 2,0 0 0,0 1 0,0-1 0,0 0 0,0 0 0,0 0 0,0 0 0,1 0 0,-1 0 0,0-1 0,1 1 0,-1-1 0,0 0 0,1 0 0,-1 0 0,0 0 0,1 0 0,-1 0 0,1 0 0,-1-1 0,0 0 0,0 1 0,1-1 0,-1 0 0,4-2 0,23-15-8,0-1-1,-1-2 1,-1 0-1,34-37 0,-2 4-34,93-82 114,314-253 476,-454 380-481,18-13 159,46-25 1,-68 43-167,1 0 1,0 0-1,0 0 1,0 1-1,1 0 1,-1 1-1,1 0 1,-1 1-1,1 0 1,14 0-1,-20 1-22,1 1-1,0 0 1,0 0-1,-1 0 1,1 0-1,0 1 1,-1 0-1,1 0 1,-1 0-1,0 0 1,0 1 0,0 0-1,0-1 1,0 2-1,0-1 1,-1 0-1,1 1 1,-1-1-1,0 1 1,0 0-1,-1 0 1,1 1 0,-1-1-1,0 0 1,0 1-1,2 7 1,2 10 41,-1 0 1,-1 0-1,0 0 1,-1 34-1,-1-33-54,3 132 151,-5-83-529,4-1 1,14 81 0,-11-122-89,41 186-2367,-36-176 934,2-1 1,1 0-1,27 48 0,-12-42-4256,3-10-3886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24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62 281 14641,'4'48'2534,"-4"94"0,-46 172 3032,38-274-5167,3 1 0,1 0 0,2 0 0,1 0-1,3 0 1,9 56 0,-9-83-266,2 0 0,-1 0 0,2 0-1,0-1 1,1 1 0,0-1 0,1-1-1,10 16 1,-12-22-80,-1-1-1,1 0 1,0 0-1,1 0 1,-1 0-1,1-1 1,0 0 0,0 0-1,0 0 1,0-1-1,1 0 1,-1 0-1,1-1 1,0 0 0,0 0-1,0 0 1,0-1-1,11 1 1,-1-2-6,0-1 0,0-1 0,0 0 0,0-1 0,-1-1 0,1-1 0,-1 0 0,0-1 0,0-1 0,-1 0 0,18-12 0,3-3-73,-2-2 0,0-2 0,43-42 0,368-424-6706,-393 431 5628,88-112-1869,-62 73 1488,166-164 0,-237 259 1740,0-1 0,0 1 0,0 0-1,13-7 1,-19 11-180,0 1 0,0-1 0,1 0 0,-1 1 0,0-1-1,0 1 1,1-1 0,-1 1 0,1 0 0,-1-1 0,0 1 0,1 0 0,-1 0 0,0 0 0,1 0 0,-1 0-1,1 0 1,-1 1 0,0-1 0,1 0 0,-1 1 0,0-1 0,1 1 0,-1-1 0,0 1 0,0 0-1,1-1 1,-1 1 0,0 0 0,0 0 0,0 0 0,0 0 0,0 0 0,0 0 0,1 2 0,-1 1 79,1 0 1,-1 0-1,0 0 1,-1-1-1,1 1 1,-1 0-1,0 0 1,1 0-1,-2 0 1,0 5-1,-7 45 919,7-45-860,-16 65 1281,-31 84 1,-9 33-375,44-128-1207,2 2 1,-2 67-1,12-94-1624,6 57-1,-2-69-1696,1 1 0,15 46 0,-5-37-7708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24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11597,'10'21'800,"4"-6"-460,-1-9-328,1 3-540,6 0-412,17 9-2392,-11-2-1633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24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346 400 11637,'0'45'2171,"-2"-1"1,-2 1-1,-11 52 1,-24 56-672,-7-2 0,-99 224 1,134-346-1357,-8 31 1,15-43 123,0 0 0,-2-1 0,0 0 1,-1 0-1,0-1 0,-1 1 0,-13 16 0,20-30 707,2-8-561,8-24-238,1 1 0,1 0 0,2 1 0,32-53-1,-26 46-110,46-74-866,5 3 0,4 4-1,156-166 1,-81 120-2652,248-190 0,-227 215 1331,-135 101 1453,0 2 0,77-32 0,-101 48 536,0 1 1,0-1 0,0 2-1,1 0 1,22-2-1,-30 4 145,0 0-1,-1 0 0,1 0 1,-1 1-1,1 0 0,-1-1 1,1 1-1,-1 0 1,1 1-1,-1-1 0,0 1 1,0-1-1,0 1 0,0 0 1,0 0-1,0 0 0,0 1 1,0-1-1,-1 1 0,0-1 1,1 1-1,2 5 0,2 4 249,-1 0 0,-1 1 0,0 0 0,0 0 0,-2 1 0,1-1 1,-2 1-1,0-1 0,0 15 0,-1 10 414,-1 0 0,-7 39 0,-41 215 2149,41-235-2433,-17 236 1340,23-256-1444,3 0 1,1-1-1,1 1 0,2 0 0,20 66 0,-21-91-207,0 1 0,0-1 0,1 0 0,0-1 0,1 0-1,1 0 1,0 0 0,0-1 0,1 0 0,0 0 0,1-1 0,0-1-1,15 11 1,-11-11-29,0-1 0,0 0 0,0 0 0,1-2 0,0 0 0,0-1 0,0 0-1,1-1 1,0-1 0,29 1 0,-10-4-31,0-1 0,0-1 0,0-3 0,-1 0 0,0-2 0,0-2 0,-1-1 0,0-2 0,-1-1 0,0-1 0,-1-2 0,-1-1 0,-1-1 0,-1-2-1,0-1 1,-2-1 0,0-1 0,-2-1 0,-1-2 0,-1 0 0,-1-1 0,-1-1 0,-2-1 0,-1-1 0,18-44 0,-29 58-26,-1 1-1,0 0 1,-2-1 0,0 0-1,0 0 1,-2 0 0,0 0 0,-1-1-1,-1 1 1,0 0 0,-6-25-1,2 23-1,-1 0-1,-1 1 0,0-1 1,-1 2-1,-1-1 1,-1 1-1,0 0 0,-2 1 1,-22-26-1,8 16-141,-1 1 0,0 1 0,-2 2 0,-1 1 0,-1 1 0,0 1 1,-1 2-1,-57-21 0,36 19-811,-1 3 0,0 1 0,-1 3 0,-106-8 1,65 19-2779,36 6-1630,3 4-4431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25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8 14229,'2'-1'1905,"-1"0"-1775,0 0-1,0 1 0,-1-1 1,1 0-1,0 1 1,0-1-1,0 1 0,0 0 1,0-1-1,0 1 1,0 0-1,0-1 0,0 1 1,0 0-1,0 0 1,0 0-1,0 0 0,0 0 1,0 0-1,0 0 1,0 0-1,0 1 0,0-1 1,0 0-1,0 1 1,0-1-1,0 0 0,0 1 1,0-1-1,0 2 1,1-1-11,-1 1 0,1 0 1,-1 0-1,0 0 1,0 0-1,0 1 1,0-1-1,0 0 1,0 0-1,0 1 1,-1-1-1,1 0 0,-1 1 1,0 4-1,1 17 118,-1 0-1,-1 1 0,-1-1 0,-5 26 0,-29 97 126,22-92-240,-57 210 186,54-229-238,9-23 85,6-11 274,4-18-61,1 0 0,0 1 0,1-1 1,0 0-1,1 1 0,10-20 0,-10 22-203,5-9-2,1 0 1,1 1 0,0 0-1,2 1 1,0 1 0,2 0-1,0 1 1,0 0 0,37-27-1,-32 28 10,2 2 1,0 0-1,0 2 0,1 0 0,1 2 0,0 1 0,1 1 1,40-9-1,-48 14-89,0 2-1,0 0 1,1 1 0,-1 1 0,1 1 0,-1 0 0,0 1 0,0 1-1,0 1 1,0 1 0,0 0 0,-1 2 0,0-1 0,29 17-1,-27-11-5,-1 0 0,0 1-1,-1 1 1,-1 1-1,0 0 1,-1 1-1,0 1 1,-2 0 0,0 1-1,-1 0 1,0 1-1,9 23 1,-5-3-136,-2-1 0,-1 2 1,-3 0-1,7 43 0,11 168-777,-18-133 264,2 63-3461,-16-89-457,1-67 192,-9 37 0,-1-23-6676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26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292 154 13233,'-1'-5'310,"-1"0"0,1 0-1,-1 0 1,-1 0 0,1 0-1,-1 0 1,0 0 0,0 1-1,0-1 1,0 1 0,-1 0-1,0 0 1,0 0 0,-4-3 0,-8-4 1932,0 1 0,-33-16 0,46 24-1982,-39-28 3626,40 28-2561,0 5-1242,1 0 0,-1 1 0,1-1-1,-1 1 1,1 0 0,0-1 0,1 1 0,-1 6-1,-1-3 34,-28 183 586,-7 32-430,25-164-283,-12 50 134,23-104-22,15-22 189,-10 12-275,11-18 33,1 1 1,1 1-1,1 0 0,1 2 0,1 0 1,42-33-1,-27 31-48,0 1 0,1 2 0,1 1 0,0 2 0,2 1 0,68-15 0,-86 26 0,1 1 0,-1 1 0,1 1 0,-1 0 0,1 2 0,24 4 0,-30-2 0,-1 0 0,1 2 0,-1-1 0,0 2 0,0 0 0,-1 1 0,0 1 0,0 0 0,14 11 0,-12-7-26,-1 1 0,-1 0 0,0 1 0,-1 1 0,0 0 0,-1 1 0,-1 0 0,13 25 0,-13-18-32,-1 1-1,-1 0 1,-1 0 0,-2 1 0,8 50 0,16 93-629,-30-163 604,26 6-78,-23-16 155,0 0 1,0 0-1,0-1 1,-1 1-1,0-1 1,3-8-1,1-5-2,7-13-16,84-189 4,-77 181 24,2 0 1,2 2 0,39-47-1,-37 54-24,1 1 1,1 1-1,2 2 0,1 0 0,39-24 1,-56 42 9,0 1 1,0 1-1,1 0 1,0 1 0,1 1-1,27-6 1,-32 9 7,1 1 1,-1 0 0,0 1 0,0 0-1,0 1 1,0 0 0,0 1-1,0 0 1,0 0 0,20 9 0,-9-1 29,-1 1 0,0 0 1,-1 2-1,0 1 1,-1 0-1,-1 1 1,21 22-1,107 135 517,-55-59-161,-71-90-230,42 37 0,-53-53-128,1 0-1,-1-1 0,1 0 0,1-1 1,-1 0-1,1 0 0,20 5 0,14 0 6,1-3 0,59 3 0,13 2-5,10 15-26,-82-16 0,62 8 0,-78-17 0,0-1 0,0-2 0,0-1 0,0-1 0,-1-1 0,34-10 0,-22 2 0,-1-2 0,-1-1 0,66-37 0,-30 5 0,-2-3 0,-3-2 0,99-97 0,-156 137-5,0-1 1,0-1-1,14-20 1,-27 32-4,0 1 1,0-1-1,0 1 0,0-1 0,0 1 1,-1-1-1,1 1 0,0 0 0,-1-1 1,1 1-1,-1-1 0,1 1 1,-1 0-1,0-1 0,1 1 0,-1 0 1,0 0-1,0 0 0,0 0 0,0-1 1,-2 0-1,-2 4 7,-1 1 1,1-1-1,-1 1 1,1 0 0,0 1-1,0-1 1,0 1-1,0 0 1,-6 8-1,8-9 1,-15 15 12,1 0 0,1 1 0,1 0 0,1 1 1,0 1-1,-11 25 0,19-36-12,1 2-1,0-1 1,1 1 0,1 0-1,-1 0 1,2 0 0,0 0-1,0 0 1,1 0 0,1 1-1,0-1 1,0 0 0,5 25-1,-3-31-1,0 1 0,0-1-1,0 0 1,1 0 0,0 0-1,1 0 1,-1-1 0,1 1-1,0-1 1,0 0 0,1 0-1,-1 0 1,8 5 0,-4-4-23,0-1 0,0-1-1,0 1 1,0-1 0,1 0 0,0-1 0,0 0 0,14 3 0,-2-3-39,-1-1 0,0-1 0,1 0 0,-1-2 1,1 0-1,-1-1 0,39-10 0,224-81-353,-132 39-230,-119 42 473,-2-2 0,0 0 0,0-2 0,-2-2 0,49-37 0,121-125-258,-59 49 352,-110 105 47,-17 14 89,0 1-1,1 1 1,0 0-1,0 0 1,25-12-1,-36 21-23,-1 1 0,1 0 0,-1-1-1,1 1 1,-1 0 0,1-1 0,-1 1 0,1 0-1,-1 0 1,1 0 0,-1 1 0,1-1-1,-1 0 1,1 1 0,-1-1 0,1 0-1,-1 1 1,0 0 0,1-1 0,-1 1 0,0 0-1,1 0 1,-1-1 0,0 1 0,0 0-1,0 0 1,0 1 0,0-1 0,0 0-1,0 0 1,0 0 0,0 1 0,0-1 0,-1 0-1,1 1 1,-1-1 0,1 1 0,-1-1-1,1 2 1,1 4 109,0-1-1,0 1 0,-1-1 1,0 1-1,0 0 1,-1-1-1,0 12 1,-12 63 50,-4-1 1,-35 104 0,-3 16-18,44-155-154,2 1-1,-3 66 0,11-106-272,0 1 0,0 0 0,1 0-1,0 0 1,0 0 0,0 0 0,1-1 0,0 1 0,0-1-1,1 1 1,6 10 0,-6-12-32,0-1 0,1 0 1,0 1-1,0-1 0,0 0 0,0-1 0,1 1 1,-1-1-1,1 0 0,0 0 0,0 0 0,0-1 1,1 0-1,6 2 0,-9-3-105,0 0-1,0-1 1,0 1 0,0-1-1,0 0 1,0 0 0,0 0-1,0 0 1,0 0 0,0-1-1,0 1 1,0-1 0,0 0-1,0 0 1,0 0 0,-1 0-1,1-1 1,0 1 0,-1-1-1,5-3 1,-5 4-71,-1 0 0,0-1 1,0 1-1,0 0 0,0-1 0,0 1 0,0-1 1,0 1-1,0-1 0,0 1 0,-1-1 0,1-2 1,3-17-7826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26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11 133 13129,'-10'-24'2400,"17"9"-75,9 6-205,18-3-432,6 6-336,14 0-348,13 3-124,20-3-172,16 3-736,15-3-544,12-9-744,8-3-944,12 9-192,14 15-3205,7 0-4680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26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88 115 12697,'-41'-12'2168,"31"0"-295,4-6-169,-11 5-316,4 1 1492,23-9-2708,3 3-336,20 12-668,24 3-892,-3 6-632,6 6-2937,11 15-4236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27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54 133 13353,'-17'-3'4117,"-3"0"-2573,3 3 472,31-6-1548,19-9-728,8-3-924,16 3-748,6-12-989,11 3-1483,16 3-3409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27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0 205 12913,'57'-42'3240,"-27"39"-247,4-9-609,33-6-492,-7 6-376,17 0-332,24 0-268,16 0-183,23 3-249,18 0-464,16 3-760,4-4-229,-14-2-631,-14-9-1128,-2 9 64,-11 12-3157,-20-3-4948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29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144 230 6441,'0'-31'1786,"0"31"-1649,0-1 1,0 0 0,0 0 0,0 0-1,-1 0 1,1 0 0,0 0-1,-1 0 1,1 0 0,0 1 0,-1-1-1,1 0 1,-1 0 0,1 0-1,-1 1 1,1-1 0,-1 0 0,0 1-1,0-1 1,1 0 0,-1 1-1,0-1 1,-1 0 0,-10-13 2754,-2-17 218,8 20-1964,1 0 1,-7-23-1,11 29-857,-1 0 0,0 0 1,0 0-1,0 1 0,-1-1 0,0 1 0,0-1 0,-5-5 0,-12-20 4056,20 31-4238,0 1-1,0 0 1,0 0-1,0-1 1,0 1 0,0 0-1,-1-1 1,1 1 0,-1 0-1,1 0 1,-2 1 0,-1 10 210,-10 92 1112,0 149 0,10-140-1037,5 1610-392,48-1162-8383,-49-551 7870,8 57-3804,-1-24-1364,5 5-5208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29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21 432 9861,'0'-3'250,"1"-1"1,-1 0-1,0 0 0,0 1 1,0-1-1,0 0 0,-1 1 1,0-1-1,0 1 0,0-1 1,0 0-1,0 1 0,-3-5 1,-7-27 2160,10 29-2225,1 0-1,0 0 0,1 0 1,-1 0-1,1 0 0,0 1 1,1-1-1,-1 0 0,1 1 1,0-1-1,1 1 0,-1-1 1,1 1-1,0 0 0,0 0 1,1 0-1,5-6 0,4-3 5,-1 1-1,2 0 0,0 0 0,20-13 0,-3 6-50,1 0 0,1 2 0,1 2-1,1 1 1,0 1 0,1 2 0,0 2 0,43-7 0,-33 10-60,1 2 1,-1 3-1,1 1 1,0 3 0,-1 1-1,59 13 1,-58-7-61,0 3 0,-1 2 0,0 2 0,-1 2 0,-1 1 0,-1 3 0,-1 1-1,-1 3 1,-1 1 0,-1 1 0,-1 3 0,-2 1 0,-2 2 0,31 38 0,-42-41-63,-1 1 0,-2 2 0,-1 0 0,-2 1 0,-1 0 0,-2 1 0,11 46 0,-13-34-99,-2 0-1,-3 1 1,-1 1 0,-3-1-1,-3 61 1,-5-57 62,-2 0 1,-3-1-1,-1 0 0,-3 0 1,-2-2-1,-3 0 0,-1-1 1,-3 0-1,-1-2 1,-3-1-1,-2-1 0,-2-2 1,-1 0-1,-2-3 0,-2 0 1,-2-3-1,-54 42 0,7-15 120,-3-4-1,-2-3 0,-3-5 1,-1-4-1,-3-4 0,-136 43 0,226-85-56,-112 29 194,110-29-318,0-1 0,-1 0 0,1 0 1,0-1-1,0 0 0,0 0 0,-1-1 0,1 0 0,0-1 0,-12-3 0,20 5 74,1-1 0,-1 1-1,1 0 1,-1 0 0,0-1-1,1 1 1,-1 0 0,1-1 0,-1 1-1,1-1 1,-1 1 0,1-1 0,0 1-1,-1-1 1,1 1 0,-1-1 0,1 1-1,0-1 1,-1 1 0,1-1 0,0 1-1,0-1 1,0 0 0,-1 1 0,1-1-1,0 0 1,0 1 0,0-1 0,0 1-1,0-1 1,0 0 0,0 1 0,0-1-1,0 0 1,1 0 0,12-23-1748,-11 20 1481,5-6-742,1 0 0,0 1 0,15-14 0,49-32-5374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30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85 368 10621,'-4'-2'362,"0"0"-1,0 0 1,0-1 0,0 1-1,1-1 1,-1 0 0,1 0 0,0 0-1,0 0 1,0-1 0,0 1-1,0-1 1,-2-4 0,-2-6 1111,0 0 1,-7-22-1,12 30-1165,1 4-227,0-1 0,0 1 0,1-1 0,-1 1 0,1-1 0,0 0 0,0 1 0,0-1 0,0 1 0,0-1-1,1 1 1,-1-1 0,1 1 0,-1-1 0,1 1 0,0-1 0,0 1 0,0 0 0,0-1 0,1 1 0,-1 0 0,1 0 0,-1 0 0,1 0 0,0 0-1,0 0 1,-1 0 0,1 1 0,1-1 0,-1 1 0,0-1 0,4-1 0,4-2 57,1 0-1,0 0 1,-1 1-1,2 0 1,22-3 0,-9 3-96,1 3 0,0 0 1,0 1-1,0 1 0,-1 2 1,1 1-1,-1 0 0,0 2 1,0 1-1,0 1 0,-1 2 1,0 0-1,-1 1 0,0 1 1,-1 1-1,0 2 1,-1 0-1,19 18 0,-18-12-190,-1 2-1,-2 1 0,32 46 0,-42-54 71,-1 0 0,0 1 0,-1 0 0,-1 0 0,0 0-1,-2 1 1,5 33 0,-6-16 19,-2 1 0,-2 0 0,-1 0 0,-2-1-1,-1 0 1,-2 1 0,-2-2 0,-1 1 0,-1-1 0,-2-1 0,-1 0-1,-2-1 1,-22 33 0,33-57 85,-1 0-1,0 0 1,-1-1-1,0 0 1,0 0 0,0-1-1,-15 10 1,21-16-20,0 0 0,1-1 0,-1 1 0,0 0 0,1-1 0,-1 1 0,1 0 0,-1-1 0,0 1 0,1-1 0,-1 1 0,1-1 0,-1 1 0,1-1 0,0 0 0,-1 1 0,1-1 0,-1 1 0,1-1 0,0 0 0,0 1 0,-1-1 0,1-1 0,0 2-2,-1-5 5,0 1 0,0-1 0,1 0 1,0 1-1,-1-1 0,2 0 0,-1 0 0,1 1 1,-1-1-1,1 0 0,0 1 0,1-1 0,-1 1 1,1-1-1,4-6 0,6-14 28,23-32 0,-29 47-20,513-693 138,-431 592-207,-81 102 46,69-81-64,-64 77 57,1 0 1,0 1-1,1 0 0,17-11 0,-30 22 12,1 0-1,0 0 0,-1 0 1,1 0-1,0 0 1,0 0-1,0 0 1,0 1-1,0-1 0,0 1 1,0-1-1,0 1 1,0 0-1,0 0 1,0-1-1,0 2 1,0-1-1,0 0 0,0 0 1,0 1-1,0-1 1,0 1-1,0-1 1,0 1-1,0 0 0,0 0 1,0 0-1,-1 0 1,1 0-1,0 0 1,-1 1-1,1-1 0,-1 0 1,1 1-1,-1-1 1,3 4-1,0 2 2,0 0 0,-1 0 0,1 0 0,-1 1 0,-1-1 0,1 1 0,1 13-1,8 58 69,3 125 0,-14-185-44,1 1-1,0-1 1,1 1 0,2-1 0,0 0-1,0 0 1,2-1 0,13 27 0,-16-37 36,1 0 1,0 0-1,0 0 0,1-1 1,0 0-1,0 0 0,1 0 1,0-1-1,0 0 1,0 0-1,1-1 0,0 1 1,0-2-1,0 1 0,0-1 1,1-1-1,0 0 1,0 0-1,16 3 0,-10-5 50,0 0-1,0-1 0,-1-1 1,1 0-1,0-1 1,-1-1-1,0 0 0,1-1 1,-1 0-1,0-1 0,-1-1 1,1 0-1,-1-1 1,-1-1-1,1 0 0,-1 0 1,0-1-1,16-17 0,-25 23-79,1-1 0,-1 1-1,0-1 1,0 0-1,0 0 1,0 0-1,-1-1 1,0 1 0,1 0-1,-2-1 1,1 0-1,0 1 1,-1-1-1,0 0 1,0 0 0,-1 0-1,1 0 1,-1 0-1,0 0 1,0 1-1,-1-1 1,1 0 0,-1 0-1,0 0 1,-1 0-1,1 1 1,-1-1-1,0 0 1,0 1 0,0 0-1,-1-1 1,1 1-1,-6-6 1,-3-3-107,0 0 0,-1 1 1,-1 0-1,0 0 0,0 2 1,-1 0-1,0 0 0,-22-10 1,-56-20-1095,26 11-2711,23 7-5126,30 16-1059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30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560 931 10713,'163'-173'6543,"-123"124"-4931,60-94 0,-88 122-1401,-1-1 0,-2 0 0,0 0 0,-1-1 0,-1 0 0,-1-1 0,-1 1 0,-2-1 0,0 0 0,-1 0 0,-2-1 0,-4-44 0,-25-150 2289,29 219-2488,0 0 0,0 0 1,0 0-1,-1 0 0,1 0 0,0 0 1,0 0-1,0-1 0,0 1 0,0 0 1,-1 0-1,1 0 0,0 0 0,0 0 0,0 0 1,-1 0-1,1 0 0,0 0 0,0 0 1,0 0-1,0 0 0,-1 0 0,1 0 0,0 0 1,0 0-1,0 0 0,0 0 0,-1 1 1,1-1-1,0 0 0,0 0 0,0 0 1,0 0-1,0 0 0,-1 0 0,1 0 0,0 0 1,0 1-1,0-1 0,0 0 0,0 0 1,0 0-1,0 0 0,0 1 0,-1-1 1,1 0-1,0 0 0,0 0 0,0 1 0,-8 8 188,2 1-67,0-1-1,1 1 1,1 0 0,0 0 0,0 1-1,1-1 1,-3 20 0,-8 87 567,10-70-476,-35 353 837,-2 60-557,-77 386-94,87-700-396,-7-2 0,-6-2 0,-107 235 0,60-208-485,78-148 117,-2 0 1,0-1 0,-1-1 0,-1 0-1,-27 23 1,39-37 133,0-1 0,-1-1 0,1 1 0,-1-1 0,0 0 0,0 0 0,0-1 0,-9 3 0,13-4 61,-1-1-1,1 1 0,-1-1 1,1 0-1,-1 0 1,1 0-1,-1 0 1,1-1-1,-1 1 0,1 0 1,0-1-1,-1 0 1,1 0-1,-1 1 0,1-1 1,0-1-1,0 1 1,0 0-1,0 0 1,0-1-1,0 1 0,0-1 1,0 0-1,-2-2 1,-1-4-619,0 1 0,1-1 0,0 0 0,1 0 0,-1-1 0,2 1 0,-1-1 0,1 0 1,0 0-1,1 1 0,-1-11 0,-3-60-8894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30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10961,'-27'18'4140,"54"-18"-4628,-1 0-780,25 3-2600,29 3-2625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31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0 808 13253,'15'-2'654,"-1"0"0,0-1 0,1-1 0,-1 0 0,0-1 0,-1-1 0,19-9 0,-10 5-258,25-15 259,-1-2 0,-1-2 1,45-38-1,-53 40-462,-12 8-63,-1-1 0,-1 0 0,-1-2-1,0-1 1,31-45 0,-52 66-124,1 1 1,-1-1-1,-1 0 0,1 1 1,0-1-1,0 0 0,-1 0 0,1 0 1,-1 0-1,1 1 0,-1-1 1,0 0-1,0 0 0,0 0 1,0 0-1,0 0 0,0 0 1,0 0-1,-1 0 0,1 0 0,-1 0 1,0-2-1,0 3-3,0 0 0,0 0 0,0-1 0,0 1 1,0 0-1,0 0 0,0 1 0,0-1 0,0 0 0,-1 0 0,1 0 0,0 1 0,-1-1 0,1 1 0,0-1 1,-1 1-1,1 0 0,0-1 0,-1 1 0,1 0 0,-1 0 0,1 0 0,-1 0 0,1 0 0,0 0 0,-1 0 1,1 1-1,-3 0 0,-9 3 18,1 1 0,-1 0-1,1 1 1,0 0 0,1 1 0,0 0 0,0 1 0,0 0 0,1 1 0,0 0 0,1 1 0,0 0-1,-11 16 1,2-1 43,1 0 0,1 2 0,2 0 0,-22 54 0,27-57-10,1 2 0,2-1-1,0 1 1,1 0 0,2 0-1,1 0 1,1 37 0,1-52-45,1-1 1,1 0-1,-1 0 1,2 0 0,-1 0-1,1 0 1,1 0-1,0-1 1,0 1 0,1-1-1,0 0 1,1 0-1,0-1 1,0 0-1,0 0 1,1 0 0,1-1-1,-1 0 1,1 0-1,0-1 1,13 8 0,-5-6-57,0-1 0,0 0 0,1-2 1,-1 0-1,1 0 0,0-1 1,1-2-1,-1 1 0,1-2 1,-1-1-1,1 0 0,-1-1 1,20-3-1,16-6-263,-1-2 1,-1-2-1,52-22 1,-46 14 147,-2-2 0,0-3 0,-2-2 0,-1-2 0,-2-3 0,68-58 0,-81 58 134,-1-1 1,-2-2-1,-2-1 1,-1-1-1,-3-2 1,0-1-1,-3-2 0,25-58 1,14-73 519,-8 17 262,-53 151-641,-1-1 1,0 1-1,-1-1 0,2-13 1,-5 8 406,-7 28 230,-12 43-181,3 1 0,2 1 0,3 0 0,2 1 0,-4 112 0,15-153-679,1 1-1,1-1 1,1-1 0,1 1-1,0 0 1,1-1-1,2 0 1,0 0 0,0 0-1,17 27 1,-17-35-311,1 0 0,1 0 1,-1 0-1,1-1 0,1 0 0,0-1 0,0 0 1,1-1-1,0 0 0,1 0 0,0-1 1,0-1-1,0 0 0,1-1 0,0 0 0,17 4 1,-8-5-1618,-1-1 0,0-1 1,26-1-1,-1-1-5645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31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1 420 12489,'43'-22'1536,"-3"7"-248,17-3-412,14 0-299,9-3-445,17-9-500,21-9-421,12-9-275,11-1-212,10-2-348,-1-3-1836,1 0-1873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31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7489,'-43'33'1316,"32"-24"744,-5-24-5532,2 3-937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32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681 4 12925,'-4'-3'5985,"-19"6"-4105,6 3 44,-3 21-220,-20 30-300,0 0-288,-14 13-251,-13 14-225,-7 4-532,1 14-1168,-1 7-1217,-60 150-7248,74-129-3180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33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66 179 5428,'9'3'364,"17"4"220,-26-7-530,1 0 1,0 0-1,0 1 0,-1-1 0,1 0 0,0 0 0,-1 0 0,1-1 0,0 1 1,-1 0-1,1 0 0,0 0 0,-1 0 0,1-1 0,0 1 0,-1 0 0,1 0 1,-1-1-1,1 1 0,-1-1 0,1 1 0,0 0 0,-1-1 0,0 1 0,1-1 1,-1 1-1,1-1 0,-1 0 0,1 0 0,0-1 1118,-3 1-81,0 0-908,1 1-1,-1-1 1,1 0 0,-1 1-1,1-1 1,0 0 0,-1 0-1,1 0 1,0 0 0,0 0-1,0 0 1,-1 0 0,1-1-1,0 1 1,1 0 0,-1 0-1,0-1 1,0 1 0,0-1-1,0-2 1,0-1 119,1-1-1,0 1 1,1 0 0,-1-1-1,1 1 1,2-7 0,-2 1 237,2-1-1,0 1 1,0-1 0,1 1-1,0 0 1,1 1 0,12-20 2738,-20 34-2194,-8 15-582,0 1 0,1 0 0,1 0 0,1 1 0,1 0 0,-5 28 1,-20 139 941,8 127-199,17-193-1096,5-81-671,1 0 0,2 0-1,2 0 1,2-1 0,2 1 0,1-1 0,2 0 0,2-1 0,31 71 0,-40-104 386,7 16-739,2 0 0,0-1 0,1 0 1,17 19-1,-28-38 752,0 1 0,0-1 0,0 0 0,1 0 0,-1 0 1,1 0-1,-1 0 0,1-1 0,0 1 0,-1-1 0,1 0 0,0 0 0,0 0 0,0 0 1,0 0-1,0-1 0,0 1 0,0-1 0,1 0 0,-1 0 0,0 0 0,0 0 0,0 0 1,0-1-1,0 1 0,0-1 0,0 0 0,0 0 0,0 0 0,0-1 0,0 1 0,4-3 1,-1 0 73,-1 0 0,1-1 0,-1 1 0,0-1 0,0 0 0,-1 0 0,1-1 0,-1 0 0,0 1 0,-1-1 1,0-1-1,1 1 0,2-9 0,14-40 459,-13 38 47,-1 0 0,0 0 0,-1-1 0,-1 0 0,0 0 0,1-29 0,-5 40-256,0-1-1,1 1 1,0-1-1,0 1 1,1 0-1,4-14 0,-5 18-152,1 0 0,-1 1-1,0-1 1,1 0 0,0 1-1,0-1 1,0 1 0,0 0-1,0-1 1,0 1 0,0 0-1,1 0 1,-1 1 0,1-1-1,-1 0 1,1 1-1,0 0 1,0-1 0,0 1-1,4-1 1,51-8 231,111-5 0,-95 10-205,128-7 91,153-15-255,-229 16-72,128-19-16,-122 1 966,-124 27-790,0 1 0,-1 0 1,1 1-1,0-1 0,0 2 1,0-1-1,-1 1 0,11 2 1,-15-2-536,22 24-6874,-19-23 2583,13-2-2659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34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70 4032,'2'-1'252,"0"-1"0,0 1 0,0 0 0,0 0 0,-1-1 0,1 1 0,-1-1 0,1 1 0,-1-1 0,0 0 0,1 1 0,-1-1 0,0 0 0,0 0 0,0 0 0,0 0 0,-1 0 0,1 0 0,-1 0 0,1-3 0,2-2 15,-2 3 1162,0 2-97,1-4-1663,6-7 4434,-7 13-3984,0 0 0,0 0 0,0 1 0,0-1-1,-1 0 1,1 0 0,0 1 0,0-1 0,-1 0 0,1 1 0,0-1 0,0 1 0,-1-1 0,1 1-1,-1-1 1,1 1 0,0 0 0,-1-1 0,1 1 0,-1 0 0,1-1 0,-1 1 0,0 0 0,1 0-1,103 164 609,-73-112-644,-20-35-27,15 23-383,-3 1-1,-1 1 1,27 73-1,-45-103 108,0 1 0,-1 0 1,-1 0-1,0 0 0,0 0 0,-2 0 0,0 0 1,0 0-1,-1 0 0,-1 0 0,-1 0 0,1 0 0,-2-1 1,0 1-1,-1-1 0,0 0 0,-8 14 0,1-8-103,0-1 0,-1 0 0,0-1 0,-2-1 0,0 0 0,0-1 0,-2 0 0,-31 21-1,5-10-601,0-1-1,-1-3 0,-56 20 1,-87 29-4176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36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1747 4824,'5'-4'402,"0"-1"-1,0 1 0,0-1 0,0 0 0,-1 0 0,0 0 0,0-1 1,4-7-1,-6 11 1602,12-11-232,23-26 1985,-35 36-3174,-1 0-64,10-29 207,-9 28-316,-4 1-4,-29-49 1104,30 50-879,0 0-435,-1 0 1,1 1 0,-1-1 0,0 1-1,1-1 1,-1 1 0,0 0 0,0 0 0,0 0-1,-3-2 1,-48 33 101,51-28-234,0-1 16,-17 11 190,17-12 5,4-3 48,30-25 765,-11 10-1234,9-13 262,51-69 0,-50 59 0,-5 5-162,-1-2 0,-1-1 0,-3-1 0,-1-1 0,-2-1 0,-2 0 0,-1-1 0,-3-1 0,8-48 0,-8 11-11,-4 0 0,-3-1 0,-4 1 1,-10-95-1,5 126 8,-3 1 0,-1-1 0,-3 1 1,-23-64-1,31 105 54,0 1-1,-1-1 1,1 1-1,-2 0 1,1 1 0,-9-10-1,12 14-2,-1 1 0,1-1 0,-1 0 0,0 1 0,0-1 0,0 1 0,0 0 0,0-1 0,0 1 0,-1 0 0,1 0 0,0 1 0,0-1 0,-1 0 0,1 1 0,0-1 0,-1 1 0,1 0 0,-1 0 0,1 0 0,0 0 0,-1 0 0,1 1 0,-1-1 0,-1 1 0,-2 2 40,0-1 1,1 1 0,0 0-1,0 0 1,0 0 0,0 1-1,0-1 1,1 1 0,-1 1-1,1-1 1,0 0 0,0 1-1,-5 9 1,-3 7 198,1 0 0,-10 26 0,15-35-151,-31 85 743,3 1 0,-28 139 0,-18 212 987,57-298-1293,-15 73-26,-74 595 749,108-582-1066,7-203-168,0-1 0,2 1 0,2-1-1,20 62 1,-21-81-21,0-1 1,0 1-1,2-2 1,-1 1-1,1-1 0,1 0 1,1-1-1,-1 0 0,1 0 1,1-1-1,0 0 1,16 10-1,-10-10-13,1 0 0,-1-1 0,1-1 0,1-1 0,-1 0 0,1-2 0,1 0 0,26 3 0,-8-4-16,0-3 0,1 0 1,-1-3-1,0-1 0,0-2 1,0-1-1,-1-3 0,0 0 0,38-16 1,-27 5-102,-1-3 1,-1-1 0,0-2 0,-2-2 0,-2-2-1,0-2 1,53-54 0,-40 28 22,-3-1 0,-2-3 0,-3-2 0,48-87 0,65-142 109,-159 292 484,-2 10-151,-10 27 13,-17 50-10,8-26-389,2 1-1,3 1 0,3 0 0,-6 78 1,18-124-333,0 0 0,1 1 0,0-1 1,2 0-1,0-1 0,0 1 1,2 0-1,9 22 0,-10-29-206,0-1-1,1 1 0,0-1 1,1 0-1,0 0 0,12 12 1,-13-15-112,0 0 0,1-1 1,0 0-1,-1 0 1,2-1-1,-1 1 1,0-1-1,1-1 1,-1 1-1,10 1 1,14 2-4519,4 1-2817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37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27 115 11153,'-14'-60'1736,"14"39"980,-6 3-1767,-1 3-41,27 15-1892,0 6-229,14 0-455,29 9-2264,-2 0-2749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37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700 14 12609,'-5'-2'224,"1"0"1,0 0-1,-1 0 0,1 1 1,0 0-1,-1 0 0,0 0 1,1 0-1,-1 1 0,1 0 1,-1 0-1,0 0 0,1 1 1,-1-1-1,0 1 0,1 0 1,-1 0-1,1 1 0,0-1 0,-1 1 1,1 0-1,0 0 0,0 1 1,0-1-1,0 1 0,-3 3 1,-4 3 365,1 1 0,0 0 1,0 0-1,1 1 1,0 1-1,-13 22 0,3 2 665,-17 43 0,0 17-257,5 0 0,4 2 0,-15 106 1,-23 309 239,32-209-812,22-226-371,-1 9-74,-2 99-1,14-184 12,0-1 0,0 1 0,0-1 0,0 1 0,0 0 0,0-1 0,1 1 0,-1 0 0,0-1 0,1 1 1,-1-1-1,1 1 0,0-1 0,-1 1 0,1-1 0,0 1 0,0-1 0,0 0 0,0 1 0,0-1 0,0 0 0,0 0 0,1 0 0,-1 0 0,0 0 0,1 0 1,-1 0-1,1 0 0,-1-1 0,1 1 0,-1 0 0,1-1 0,-1 1 0,1-1 0,-1 0 0,1 1 0,0-1 0,-1 0 0,1 0 0,0 0 0,-1 0 0,1 0 1,2-1-1,10-2-87,0 0 0,0-1 1,-1 0-1,19-9 1,-8 3-32,-14 6 72,36-13-160,1 1 1,0 3-1,86-13 0,-118 24 182,0 2-1,0 0 1,0 0-1,0 2 0,0 0 1,-1 0-1,18 6 0,-22-4 14,-1-1 0,1 2 0,-1-1 0,0 1 0,0 1 0,0 0 0,-1 0 0,0 0 0,0 1 0,-1 1 0,10 11 0,-13-15 10,-2 0-1,1 0 1,0 1 0,-1-1-1,0 1 1,0 0-1,0-1 1,0 1-1,-1 0 1,0 0-1,0 0 1,0 0 0,-1 0-1,0 0 1,0 0-1,0 0 1,0 0-1,-1 1 1,0-1-1,0-1 1,0 1 0,-1 0-1,1 0 1,-1 0-1,0-1 1,-1 1-1,1-1 1,-1 1 0,-3 3-1,-6 8 1,0-1-1,-1 0 1,-1-2-1,0 1 1,0-2-1,-25 17 1,-7 1-163,-2-3-1,0-2 1,-97 36 0,65-34-1973,-152 29 0,207-52 191,-47 0-1,32-4-3931,32 0 4016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38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64 12401,'8'66'2859,"32"119"0,-2-9-88,-33-145-2550,-1 1 1,-2 0-1,-3 49 1,-2-34 65,-20 92 1,18-120-240,0-1 1,-2 0 0,0 0-1,-1-1 1,-1 0-1,0-1 1,-21 28-1,21-32 19,-1-1 0,0-1-1,-1 0 1,0 0 0,0-1-1,-23 14 1,30-21-10,0 1 0,0-1 0,0 0 0,0-1-1,0 1 1,-1-1 0,1 1 0,-1-1 0,1-1 0,-1 1 0,1-1-1,-1 1 1,0-1 0,1-1 0,-1 1 0,1-1 0,-1 1 0,1-1-1,-1 0 1,1-1 0,0 1 0,-1-1 0,1 0 0,-7-5 0,6 3 0,1-1 1,0-1-1,1 1 1,-1 0-1,1-1 1,0 0-1,1 0 1,-1 0-1,1 0 1,-2-10-1,2 6-35,0-1 0,0 1 0,1-1 0,1 1 0,0-1 0,0 1 0,1-1 0,1 1 0,-1-1 0,2 1 0,-1 0 0,8-18 0,5-6-367,1 2 0,27-41 1,-12 22-569,3 2 1,1 1-1,3 2 1,2 2-1,1 1 1,3 3-1,1 1 1,2 2 0,1 3-1,2 1 1,1 3-1,56-25 1,-40 27-507,96-28 0,-71 32 909,116-14 1,-138 25 1183,37-5 1551,-68 10-884,-29 6-854,-1 0 0,1 0 0,0 1 0,13 0-1,-22 19 709,-2-13-1126,-1-1 0,0 1 1,0 0-1,0-1 1,0 0-1,-1 0 1,1 1-1,-1-1 1,0-1-1,0 1 1,-1 0-1,-5 4 1,-55 43 353,40-33-278,-83 65 68,-162 162 1,245-217-141,2 0 1,-22 38 0,43-64-72,0-1 1,0 0-1,0 1 0,0-1 1,1 1-1,-1-1 0,0 1 1,1-1-1,-1 1 0,1-1 1,0 1-1,-1 0 0,1-1 1,0 1-1,0-1 0,0 1 1,0 0-1,0-1 0,0 1 1,1 0-1,-1-1 0,0 1 1,1-1-1,-1 1 1,1-1-1,0 1 0,-1-1 1,1 1-1,0-1 0,0 1 1,0-1-1,0 0 0,0 0 1,0 1-1,1-1 0,-1 0 1,0 0-1,1 0 0,-1 0 1,3 1-1,2 1 44,1 0 0,0-1 1,0 1-1,0-1 0,0 0 1,0-1-1,10 1 0,16-1 274,-1-1-1,0-1 1,50-10 0,34-2 414,-101 13-646,1 0-1,-1 1 1,0 1 0,1 0-1,22 7 1,-36-8-94,1-1 0,-1 2-1,0-1 1,0 0 0,0 0 0,0 1 0,0-1-1,0 1 1,0 0 0,0-1 0,-1 1 0,1 0 0,0 0-1,-1 0 1,0 0 0,1 0 0,-1 1 0,0-1-1,0 0 1,-1 1 0,2 2 0,0 5-489,0 0 0,0 0 1,0 16-1,-2-20 13,1 41-2897,-5-13-2422,-2-10-1224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38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0 148 8761,'6'-23'2069,"-6"23"-1974,1 0 0,-1-1 0,0 1-1,1 0 1,-1 0 0,0-1 0,1 1 0,-1 0 0,1 0 0,-1 0 0,0-1 0,1 1 0,-1 0 0,1 0 0,-1 0 0,1 0 0,-1 0 0,1 0 0,-1 0 0,1 0 0,-1 0 0,1 0 0,-1 0 0,0 0-1,1 0 1,-1 0 0,1 0 0,-1 1 0,1-1 0,-1 0 0,0 0 0,1 1 0,-1-1 0,1 0 0,-1 0 0,1 1 0,14 8 858,-9-2-630,0 0 1,0 1-1,0 0 1,-1 0-1,-1 0 0,1 1 1,-1 0-1,0 0 0,2 9 1,10 21 348,74 162 1079,-73-162-1439,22 73 1,-34-88-210,0 1 1,-2-1 0,1 50 0,-4-1 206,0-71-293,0-1 0,0 1 0,-1-1 1,1 1-1,0-1 0,-1 0 0,1 1 0,-1-1 0,0 1 1,1-1-1,-1 0 0,0 0 0,0 1 0,0-1 1,0 0-1,0 0 0,-2 2 0,-1 3 156,3-11-156,-3-26 95,-1-44 1,5 62-141,1 1 0,0-1 0,1 1 0,1-1 0,0 1 0,8-23 0,1 8-418,1 1 0,2 0 0,0 1 0,2 0 0,0 2 0,32-34 0,-7 16-991,1 2 0,65-44 1,-7 7-210,79-53-217,-164 118 1783,1 2 0,0 0 0,1 1 0,0 0 0,0 2 0,33-8 0,-44 12 94,-1 1 1,1 0-1,0 1 1,0 0-1,0 0 1,0 0-1,0 1 1,0 0 0,-1 0-1,1 0 1,0 1-1,-1 0 1,1 1-1,-1 0 1,1 0-1,-1 0 1,0 0 0,-1 1-1,1 0 1,0 0-1,8 10 1,9 14 153,-1 1 1,29 52-1,-36-55-127,1-1 1,1 0-1,1-2 0,36 38 0,-30-48 53,32 3 356,-52-15-361,1 0 0,-1-1 0,0 0 0,1 0 0,-1 0 0,1 0 0,-1-1 0,1 0 0,-1 0 0,0 0 0,1 0 1,-1-1-1,0 1 0,0-1 0,0 0 0,0 0 0,0-1 0,4-3 0,4-1 199,4-2 655,0-1 0,0-1 0,-1 0 0,0-1 0,-1 0-1,21-25 1,-34 37-889,0 0-1,1 0 0,-1 0 0,1 0 1,-1 0-1,0 0 0,1 1 1,-1-1-1,1 0 0,-1 1 0,0-1 1,0 1-1,1-1 0,-1 1 0,0 0 1,0 0-1,1 0 0,-1-1 1,0 1-1,0 0 0,1 2 0,0 5 8,-1 0 0,1 0 0,-2 0-1,1 0 1,-1 0 0,-2 15 0,1 3 42,6 273 722,-1 132-333,-6-349-426,-4 0 1,-4 0-1,-32 133 0,10-106-130,-74 170 0,85-235-3,-1-2-1,-2 0 1,-2-2 0,-2-1 0,-2 0 0,-52 51 0,69-78 23,0 0-1,-2-1 0,1 0 1,-1-1-1,-1-1 1,-22 10-1,33-17 30,0 0 0,-1 0 0,1-1 1,0 0-1,-1 0 0,1 0 0,-1 0 0,0-1 0,1 0 1,-10-1-1,11 0 8,1 0 0,-1 0 0,1-1 0,-1 1 0,1-1 0,0 1 0,0-1 0,0 0 0,0 0 0,0 0 0,0-1 0,1 1 0,-1-1 0,1 0 0,-1 1 0,1-1 0,0 0 0,-2-3 0,0-3-27,0 0 0,0 0 1,1 0-1,0-1 0,1 1 1,0-1-1,0 1 1,1-1-1,1 0 0,-1 1 1,3-19-1,1-3-277,2-1 0,11-39 0,1 16-705,2 1 0,2 0 0,53-93 0,108-139-4100,-79 145 1060,9 2-1949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38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8681,'-10'24'816,"3"-9"-136,4 3-204,10 3-344,-1 0-528,-6-3-2704,4 3-1205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39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652 0 14113,'-321'37'3737,"157"-9"-636,138-22-2350,0 2-1,0 0 1,1 2-1,-25 13 1,49-23-714,0 0 0,1 0-1,-1 0 1,0 0 0,1 1 0,-1-1 0,0 0 0,1 0 0,-1 1 0,1-1 0,-1 1 0,1-1 0,-1 0 0,1 1 0,-1-1 0,1 1 0,-1-1 0,1 1 0,0 0 0,-1-1 0,1 1 0,0-1 0,-1 1 0,1 0 0,0-1 0,0 1 0,-1 0 0,1-1 0,0 1 0,0 0 0,0-1 0,0 1 0,0 0-1,0-1 1,0 1 0,0 0 0,0-1 0,1 1 0,-1 1 0,3 0 63,-1 1 1,1 0-1,0-1 0,0 1 0,0-1 0,0 0 1,5 3-1,9 4 84,0-1-1,0 0 1,1-1 0,20 5 0,91 18 323,89 7 1,85 1-113,77 3-83,70 1-47,70-2-47,62-1-42,2710 124 471,-2391-125-245,-793-33-361,1623 67 634,-8-26-460,-1356-44-515,-82-10-396,-284 8 695,95-4-1656,168-28 0,-255 30 1267,0 0-1,0 0 1,0-1-1,-1 0 1,1-1-1,12-7 1,-21 11 301,1 0 0,0 0 1,0-1-1,-1 1 0,1-1 1,-1 1-1,1 0 0,0-1 1,-1 1-1,1-1 1,-1 0-1,1 1 0,-1-1 1,1 1-1,-1-1 0,0 0 1,1 1-1,-1-1 0,0 0 1,1 1-1,-1-1 0,0 0 1,0 0-1,0 1 1,0-1-1,1 0 0,-1 0 1,0 1-1,0-1 0,-1 0 1,1 0-1,0 1 0,0-1 1,0 0-1,0 1 0,-1-1 1,1 0-1,0 0 1,-1 1-1,1-1 0,0 0 1,-1 1-1,1-1 0,-1 1 1,1-1-1,-1 1 0,1-1 1,-1 1-1,0-1 0,1 1 1,-1-1-1,1 1 1,-1 0-1,-1-1 0,-5-3-1068,-1 0-1,0 1 0,1 0 1,-11-2-1,-80-18-10414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1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573 77 4956,'-220'-6'5240,"92"6"-2318,14 6-392,20-1 110,77-7-1674,25-1-109,35-3-173,551-32 1061,-476 34-1586,1597-24 705,2 71-571,-357 22-146,-789-36-210,152 36-2617,-655-51 452,-51-8 599,-17-5 1567,0-1 0,0 0-1,1 0 1,-1 0 0,0 0 0,0 1-1,0-1 1,0 0 0,0 0-1,1 0 1,-1 0 0,0 1 0,0-1-1,0 0 1,0 0 0,0 0 0,0 1-1,0-1 1,0 0 0,0 0 0,0 1-1,0-1 1,0 0 0,0 0 0,0 0-1,0 1 1,0-1 0,0 0 0,0 0-1,0 1 1,0-1 0,0 0 0,0 0-1,-1 0 1,1 1 0,0-1-1,0 0 1,0 0 0,0 0 0,0 0-1,-1 1 1,1-1 0,0 0 0,0 0-1,0 0 1,0 0 0,-1 1 0,-12 7-3748,0 1-1,-21 8 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2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1888,'26'-12'468,"-19"-10"-32,0 4-168,-7-6-720,-4 0-300,11 6 120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312 159 4680,'13'-2'547,"0"0"395,-2 3 6100,17-21-3805,-26 19-2315,16-32 1812,-14 17-2072,5-35 1117,-12 20-736,3 31-1019,0 0 1,0 0-1,0 0 0,0 0 1,0 0-1,0-1 0,0 1 1,0 0-1,0 0 0,0 0 1,0 0-1,0-1 0,0 1 1,0 0-1,0 0 0,0 0 1,0 0-1,0 0 1,0 0-1,0-1 0,-1 1 1,1 0-1,0 0 0,0 0 1,0 0-1,0 0 0,0 0 1,0 0-1,0-1 0,-1 1 1,1 0-1,0 0 0,0 0 1,0 0-1,0 0 1,0 0-1,-1 0 0,1 0 1,0 0-1,0 0 0,0 0 1,0 0-1,-1 0 0,1 0 1,0 0-1,0 0 0,0 0 1,0 0-1,0 0 0,-1 0 1,1 0-1,0 0 1,0 1-1,0-1 0,0 0 1,0 0-1,0 0 0,-1 0 1,1 0-1,0 0 0,0 0 1,0 1-1,-20 40 2448,8-11-2675,-19 49 1097,-32 124 0,29-85-564,-8 17 14,-51 172-1434,25 7-4175,52-193 1009,6-42-1329,-1 13-5088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3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11125,'-2'3'193,"0"-1"0,0 0 0,0 1 0,0-1 0,1 1 0,-1-1 1,1 1-1,0 0 0,0 0 0,0-1 0,0 1 0,0 0 0,1 0 0,-1 0 0,1 0 0,0 0 0,0 3 0,3 60 2073,-2-52-1739,29 441 4667,-27-432-5110,0 0 1,1 0 0,1 0-1,1-1 1,2 0 0,16 36-1,-17-44-54,1-1 0,0-1 0,1 1 0,1-1 0,-1-1 0,2 0 0,0 0 0,0-1 0,1 0 0,0-1 0,16 9 0,2-2-4,1-2-1,1-1 1,0-1-1,1-1 0,0-3 1,0 0-1,1-2 0,38 2 1,29-4 23,146-11 0,160-37-196,-397 42 140,103-15-438,0-6 1,127-42-1,-32-17-2694,-8-24-4723,-118 57-531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3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500 58 14545,'-78'-48'2946,"62"39"1321,13 12-2764,-33 51 239,1 2 1,-49 110 0,45-78-1412,-31 105 0,-4 99-3475,57-214 1427,-13 76-4333,30-146 4764,-1-1-1,0 0 0,-1 1 1,1-1-1,-4 8 0,-2 6-6249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3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 5897,'26'-15'373,"-14"8"-115,-1 1-1,1 0 1,0 0-1,1 2 1,-1-1-1,1 1 1,0 1-1,25-3 0,10 3 648,1 2-1,-1 2 1,0 3-1,0 1 0,0 3 1,50 14-1,-69-13-574,0 1 0,0 1 0,-1 1 0,-1 2 0,0 1 0,-1 1 0,0 1 0,-2 1 0,0 2 0,36 37 0,-50-47-239,-1 2 0,0-1 0,-1 1 0,0 1 0,-1-1 1,0 1-1,-1 0 0,0 1 0,-1 0 0,-1 0 0,0 0 0,2 25 0,-5-25-48,0-1-1,-2 0 1,1 1-1,-2-1 1,0 0-1,-1 0 1,0 0-1,0 0 1,-2 0-1,0-1 1,0 1-1,-1-1 1,0-1-1,-10 14 1,-1-2-15,-2 0 1,-1-1 0,-1-1-1,0 0 1,-2-2 0,-34 23-1,-9 0-623,-85 40 0,49-36-2782,-139 41 1,196-72 1280,-68 22-5451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4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12673,'20'22'551,"-11"-14"-139,-1 1 0,1 0 0,-2 0 0,0 1 0,0 0 0,0 0 0,8 21 0,-10-15-111,-1 0 0,0 0 0,-1 0-1,-1 0 1,-1 1 0,0-1 0,-1 1 0,-3 20-1,-3 0-264,-2 1-1,-17 51 1,8-26-66,40-73 13,63-42 34,67-37-260,-120 71 91,195-96-893,-183 95 829,1 2 1,0 2 0,60-11 0,-94 24 176,0 0-1,0 1 1,0 0 0,0 1-1,0 0 1,0 1 0,0 0-1,0 1 1,0 0 0,0 1-1,0 1 1,13 5 0,-22-7 20,0 1 0,0-1 0,0 1 0,0 0 0,0 0 0,0 0 0,-1 0 1,0 0-1,1 0 0,-1 1 0,-1-1 0,1 1 0,2 7 0,14 48-307,-15-29 73,-2-24 200,-1-1 0,1 1 0,0 0 0,0 0 0,3 8 0,-3-12 51,0 0 0,0-1 0,0 1 0,0-1 0,0 0 0,0 1 0,0-1 0,1 0 0,-1 1 0,0-1 0,1 0 0,-1 0 0,1 0 0,-1 0 0,1 0 0,0-1 0,-1 1 0,1 0 0,0-1 0,-1 1 0,1-1 0,3 1 0,3-2 87,0 1-1,0-1 0,0 0 1,1 0-1,-1-1 1,-1-1-1,1 1 1,0-1-1,-1 0 1,1-1-1,11-7 0,2 0 93,42-22 800,83-60 0,-28 16 170,-117 76-1133,1 0 1,0 0-1,-1 1 0,1-1 0,0 0 0,0 0 1,0 1-1,0-1 0,-1 1 0,1 0 0,0 0 0,0-1 1,0 1-1,0 0 0,0 1 0,0-1 0,0 0 1,0 0-1,0 1 0,-1-1 0,1 1 0,0 0 1,0 0-1,2 1 0,5 1 60,-9-3-71,1 0-1,-1 0 0,0 1 1,0-1-1,0 0 0,0 0 0,1 0 1,-1 0-1,0 0 0,0 0 1,0 0-1,0 0 0,0 0 0,1 0 1,-1 0-1,0 0 0,0 1 1,0-1-1,0 0 0,0 0 0,0 0 1,0 0-1,1 0 0,-1 1 1,0-1-1,0 0 0,0 0 0,0 0 1,0 0-1,0 0 0,0 1 0,0-1 1,0 0-1,0 0 0,0 0 1,0 0-1,0 1 0,0-1 0,0 0 1,0 0-1,0 0 0,0 0 1,0 1-1,0-1 0,-1 15 7,2 0-1,0 1 0,0-1 0,7 25 1,-6-34-22,0 0 1,1-1 0,-1 1-1,1-1 1,0 1 0,0-1-1,1 0 1,-1 0 0,1 0-1,0-1 1,1 1 0,-1-1-1,1 0 1,0 0 0,8 4-1,2 0-106,1-1 0,-1 0 0,1-1-1,1-1 1,-1-1 0,24 4 0,102 5-1314,-86-13-160,68-7 0,-3-9-3912,-48 3-504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5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7617,'64'0'11421,"-67"2"-10444,-1 4-707,0 0 0,1 1 0,0-1 0,0 1 1,0-1-1,1 1 0,0 0 0,0 0 0,0 0 0,1 0 0,0 0 0,1 9 0,-7 30 466,-70 316-324,75-357-518,1 1 0,0 0 1,0 0-1,0 0 0,1 0 1,0 0-1,0 0 0,0 0 1,1 1-1,0-2 0,0 1 0,1 0 1,2 7-1,-3-12 94,0 1-1,0-1 1,0 0-1,0 0 1,1 0-1,-1 0 1,0 0-1,1 0 1,-1-1-1,0 1 1,1 0-1,-1-1 1,1 1-1,0-1 0,-1 1 1,1-1-1,-1 0 1,1 1-1,0-1 1,-1 0-1,1 0 1,0 0-1,-1-1 1,1 1-1,-1 0 1,1 0-1,-1-1 1,4-1-1,51-16-112,-22 1 144,-1-2 0,38-28 0,-40 26 69,35-30 249,-47 34-97,35-23-1,-14 13 57,6-3-610,-40 27-127,0 1 0,0 0 1,1 0-1,-1 0 0,0 1 1,1 0-1,0 0 0,-1 1 0,10 0 1,59 10-2915,-41-4 2221,64 9-5023,-43-6 545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5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6101,'0'0'6233,"13"6"-4012,-8-3-1505,1 0 0,-1 0 0,0 1-1,0 0 1,7 6 0,-9-6-729,0-1 0,0 0 0,1 0 0,0-1 0,-1 1 0,1-1 0,0 1 0,0-1 0,1-1-1,-1 1 1,0 0 0,7 0 0,0 0-449,1-1 0,-1 0-1,0-1 1,0 0-1,0-1 1,17-3 0,17-3-1265,216-14-4677,-237 18 4409,0-3-339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5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1 127 9721,'53'-24'2364,"-29"30"-316,3-3-308,0-6-399,-1 3-209,1-6-332,0 3-316,-10-15-540,16-4-824,-6 7-1100,-14 6-841,-3-9-1187,0 0-2893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6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0 14289,'-16'28'1093,"0"1"-1,2 0 1,0 1-1,3 0 0,0 1 1,2 0-1,-9 58 1,-100 761 5576,95-656-7101,2 301 0,24-403-1280,4 0-1,5 0 1,3-1-1,4-1 1,44 127 0,-48-179-1299,20 38 0,24 25-6543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7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14721,'255'84'5271,"-126"-44"-3737,166 75-1,-273-105-1451,0 1 0,-1 2 0,-1 0 0,0 1-1,0 1 1,21 21 0,-36-31-68,-1 0 1,1-1-1,-1 2 1,0-1-1,-1 0 1,1 1-1,-1 0 1,0-1-1,-1 1 0,1 1 1,-1-1-1,-1 0 1,1 0-1,-1 1 1,0-1-1,0 1 1,-1-1-1,1 1 0,-2-1 1,1 1-1,-1-1 1,0 1-1,0-1 1,-1 0-1,1 1 1,-2-1-1,1 0 0,-4 6 1,-2 4-181,-1 0-1,-1-1 1,-1 0 0,0-1 0,0 0-1,-2-1 1,0 0 0,0-1 0,-1 0-1,-18 11 1,8-7-602,12-7-211,-1 0 0,1-2-1,-1 1 1,0-2-1,-20 8 1,-1-3-3968,17-4-2700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7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12269,'33'3'1029,"0"2"1,47 14-1,-68-15-716,0 0 1,0 1-1,-1 0 1,0 1-1,0 0 1,-1 1 0,1 0-1,-2 1 1,1 0-1,10 11 1,-6-2-147,0 1 0,-1 1 0,-1 0 0,-1 1 0,-1 0 0,-1 1 0,0 0 0,-1 0 0,-2 1 0,5 26 0,-9-41-146,1 5-8,0 1-1,-1 0 0,1 17 0,-2-23-36,0-1 1,0 1-1,0-1 0,1 0 0,4 13 0,-5-18 14,-1-1 7,0 0 1,0 1 0,0-1-1,0 0 1,0 0-1,0 0 1,0 0-1,0 1 1,0-1-1,0 0 1,1 0 0,-1 0-1,0 0 1,0 0-1,0 1 1,0-1-1,0 0 1,1 0-1,-1 0 1,0 0 0,0 0-1,0 0 1,0 0-1,1 0 1,-1 0-1,0 0 1,0 0-1,0 0 1,0 0 0,1 0-1,-1 0 1,0 0-1,0 0 1,0 0-1,1 0 1,-1 0-1,0 0 1,0 0 0,0 0-1,0 0 1,1 0-1,-1 0 1,0 0-1,0 0 1,13-2-52,-1-1 0,1 0 0,-1 0 0,0-1 0,0-1 0,0 0 0,14-9 0,83-57-395,-47 28 244,-37 27 131,52-31-141,-70 43 196,1 1 0,0-1-1,0 2 1,0-1 0,0 1 0,0 0-1,0 1 1,13-1 0,-16 2 9,-1 0 1,0 0 0,1 1 0,-1 0-1,1 0 1,-1 0 0,0 0 0,0 0-1,0 1 1,0 0 0,0 0-1,0 0 1,0 0 0,0 1 0,-1-1-1,0 1 1,1 0 0,-1 0 0,0 0-1,0 1 1,4 6 0,-2-1-162,0 0 0,-1 1 0,0-1 0,0 1 1,-1 0-1,0 0 0,-1 1 0,1 12 0,13 42-2287,-2-23-1985,-11-33 2969,7 20-4327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8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1 480 11709,'0'0'7290,"2"3"-6543,0 1-665,-2-2-2,1 0 1,0 0-1,1 0 1,-1 0-1,0 0 1,1 0-1,-1 0 1,1-1-1,-1 1 1,1 0-1,0-1 1,0 1-1,0-1 1,-1 0-1,1 0 1,1 0-1,-1 0 1,0 0-1,4 1 1,4 1-15,-1-1 0,1-1 0,0 0 0,0 0 0,-1-1 0,1-1 0,0 1-1,0-1 1,-1-1 0,1 0 0,-1 0 0,1-1 0,-1 0 0,0-1 0,9-4 0,9-8-56,-1 0 1,-1-2-1,32-30 0,-34 29-10,0 0 0,0 2 1,42-23-1,-62 38 2,1 0 0,0 1 0,0-1 0,0 1 0,0 0 0,0 0 0,0 0 1,0 1-1,0 0 0,0-1 0,1 1 0,-1 1 0,0-1 0,8 2 0,-10-1 1,1 0 0,-1 0 0,0 0 0,1 0-1,-1 1 1,0-1 0,0 1 0,0-1 0,0 1-1,0 0 1,0 0 0,-1-1 0,1 1-1,-1 1 1,1-1 0,-1 0 0,0 0 0,0 0-1,1 1 1,-2-1 0,1 1 0,0-1 0,0 5-1,10 51 42,-8-22-65,-1-36 9,0-1-1,0 1 1,1 0 0,-1-1-1,0 1 1,0-1-1,0 1 1,0-1 0,4-2-1,-6 3 6,13-6-83,0 0 1,-1-1 0,0-1 0,-1 0 0,0 0-1,20-19 1,55-71-296,-45 49 283,121-154 87,-161 202 45,0-1 1,1 1-1,-1 0 0,1 0 1,-1 0-1,1 0 0,0 0 0,-1 1 1,1-1-1,0 0 0,-1 1 1,1-1-1,0 1 0,2-1 1,-3 1 1,0 0 1,0 0 0,0 0-1,0 0 1,0 0-1,0 0 1,0 0 0,0 0-1,0 0 1,0 1-1,0-1 1,0 0 0,0 1-1,-1-1 1,1 0 0,0 1-1,0-1 1,0 1-1,-1-1 1,1 1 0,0 0-1,0-1 1,-1 1 0,1 0-1,-1-1 1,1 2-1,2 8 190,-2 0 0,0 0 0,0 1 0,0-1 0,-2 0-1,1 0 1,-4 20 0,3-25-141,-11 88 826,0-6 73,-2 142 1,15-201-1133,1 0 0,1 0 0,1 0 0,2-1 0,0 1 0,2-1-1,1-1 1,2 0 0,16 31 0,-16-36-680,2 0 0,1-1-1,0-1 1,30 31-1,-33-39-611,1-2 0,0 1-1,0-1 1,1-1-1,16 8 1,33 8-8680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8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60 332 14433,'-46'-6'2173,"32"-9"3519,41 3-4436,27-3-352,13-6-288,26-3-860,21-12-400,20-3-1072,14-19-1028,16 4-3121,13 3-5012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8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313 143 8049,'15'-79'1806,"-6"37"3356,-9 42-5052,0-1-1,0 0 1,1 1-1,-1-1 1,0 0 0,0 0-1,0 1 1,0-1-1,0 0 1,0 0-1,0 1 1,0-1-1,-1 0 1,1 1-1,0-1 1,0 0-1,0 1 1,-1-1-1,1 0 1,0 1-1,-1-1 1,1 0-1,-1 1 1,1-1-1,-1 1 1,1-1 0,-1 1-1,1-1 1,-1 1-1,1-1 1,-2 1-1,1-1 24,0 1 1,-1 0-1,1-1 0,-1 1 0,1 0 1,0 0-1,-1 0 0,1 0 0,-1 0 1,1 0-1,0 1 0,-1-1 0,1 0 1,0 1-1,-1-1 0,1 1 0,0 0 1,-2 0-1,-6 5 251,0 0 0,0 1-1,1 0 1,0 0 0,1 1 0,-1 0 0,2 0 0,-1 1-1,-6 10 1,-48 93 1759,57-103-1968,-26 60 500,3 1 0,4 2 0,3 0 0,2 1 0,-9 97 0,23-135-820,1-1 1,2 1-1,2 0 1,1-1-1,1 1 1,2-1-1,2 0 1,19 59-1,-19-74-298,1 0-1,1-1 0,0 0 1,2-1-1,0 0 0,1 0 1,14 15-1,-15-21-118,0-1-1,1 0 1,0 0 0,0-1 0,1-1-1,0 0 1,1 0 0,-1-2 0,1 0-1,17 5 1,-1-3-1658,-1-2 0,1-2 0,33 2-1,16-2-6139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8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14 9193,'3'-2'1788,"0"0"-1627,0 0 1,0 1-1,0 0 1,1 0-1,-1 0 0,0 0 1,1 0-1,-1 0 1,1 1-1,-1 0 0,0 0 1,1 0-1,-1 0 1,1 0-1,-1 1 0,1-1 1,-1 1-1,0 0 1,1 0-1,-1 0 0,0 1 1,0-1-1,0 1 1,5 3-1,10 6 542,0 1 1,31 28-1,-35-27-267,21 18 156,-3 1-1,0 3 0,-2 0 1,46 72-1,-43-52-104,-2 1 0,45 118 0,-61-133-339,-3 1 0,-1 1-1,-2 0 1,-2 0 0,-2 1 0,-1 0-1,-6 86 1,-2-92-139,-1-1 1,-3 0-1,0 0 1,-3-1-1,-1 0 1,-1-1-1,-2 0 0,-2-1 1,-32 50-1,20-44-283,-1-2-1,-1-1 1,-2-1-1,-2-2 1,-53 40-1,-60 29-2628,-9-15-3550,24-21-2816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49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1378 9957,'42'4'1228,"0"-2"1,65-6-1,85-20 908,-112 13-1455,1853-265 3761,-12-51-3794,-494 66-288,-1 34-695,-253 45-4663,-910 130-2175,-187 33 754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50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 15845,'0'0'1099,"-7"3"5087,0 18-3814,-5 28 394,-20 50 1,16-53-1913,-16 70 1,20-54-898,-12 74-2350,23-123 1696,1 0 0,-1-1 0,2 1 1,0-1-1,1 1 0,0-1 0,0 1 1,7 16-1,12 17-5713,-11-28 1141,3 0-4105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51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 8209,'5'-5'139,"1"1"0,0 0 1,0 0-1,0 0 0,0 1 0,0 0 1,1 0-1,0 1 0,-1-1 1,1 2-1,0-1 0,0 1 1,0 0-1,0 0 0,0 1 0,0-1 1,0 2-1,0-1 0,11 3 1,5 2-60,-1 1 0,-1 2 1,1 0-1,35 19 0,-32-12-23,0 0 0,-2 1 0,0 2 0,-1 1 0,-1 0 0,0 1 0,-2 2 0,0 0 0,18 29 0,13 32 291,48 109 0,-95-185-449,1 1-1,1-1 0,-1 0 0,1 0 1,0-1-1,1 1 0,-1-1 0,1-1 0,0 1 1,1-1-1,-1 0 0,12 6 0,-8-6-17,1 0-1,-1 0 1,1-1-1,1-1 1,-1 0-1,0-1 1,1 0-1,11 1 1,2-3 103,0 0 1,0-2 0,-1 0-1,1-2 1,-1-1 0,0 0-1,34-14 1,-26 6 300,-2-2 0,1-1 0,-2-2-1,0 0 1,-2-2 0,28-25 0,141-150 1725,-124 115-1223,-28 29 488,3 1-1,74-60 1,-118 108-1242,0-1 147,1 0 1,0 1 0,0-1 0,0 1-1,0 0 1,7-3 0,-9 4-104,0 1 1,0 0-1,0 0 0,0 0 1,0 0-1,0 0 1,-1 0-1,1 0 1,0 1-1,0-1 0,0 1 1,0-1-1,0 1 1,-1 0-1,1 0 0,0 0 1,-1 0-1,1 0 1,2 2-1,1 1 62,0 1 1,-1-1-1,0 1 0,0 0 0,0 0 1,0 1-1,-1-1 0,0 1 1,0 0-1,0 0 0,-1 0 1,0 0-1,0 0 0,-1 0 0,2 7 1,1 18 529,2 59 0,-5-64-440,29 317 1269,-19-278-1808,3 0-1,2-1 1,31 75-1,-31-99-444,2-2 0,1 0 0,2-1 0,1-1 0,2-1 0,53 59 0,-69-87 303,0 0-1,0 0 1,0-1 0,1 0-1,0-1 1,1 0-1,-1 0 1,1-1-1,-1-1 1,1 1 0,1-1-1,-1-1 1,0 0-1,1-1 1,13 1 0,-24-2 442,0 0 1,0 0 0,0 0 0,0 0-1,0 0 1,1 0 0,-1 0 0,0 0-1,0 0 1,0 0 0,0 0 0,0 0-1,0 0 1,1 0 0,-1 0 0,0 0-1,0 0 1,0 0 0,0 0 0,0 0-1,0 0 1,1-1 0,-1 1 0,0 0-1,0 0 1,0 0 0,0 0 0,0 0-1,0 0 1,0 0 0,0-1 0,0 1-1,1 0 1,-1 0 0,0 0 0,0 0-1,0 0 1,0 0 0,0-1 0,0 1-1,0 0 1,0 0 0,0 0 0,0 0 0,0 0-1,0-1 1,0 1 0,0 0 0,0 0-1,0 0 1,-1 0 0,1-12 54,-1 1 0,0 0-1,-1 0 1,0-1 0,0 1 0,-2 1 0,1-1 0,-1 0-1,-1 1 1,-8-15 0,-8-20 645,15 29-395,-7-13 546,2-1 0,1 0 0,1 0 0,-5-33 0,13 57-731,1 0 1,-1-1-1,1 1 0,0 0 1,1 0-1,0-1 0,0 1 0,0 0 1,0 0-1,1 0 0,5-12 1,-4 14-62,-1-1 0,1 1 1,1 0-1,-1 0 0,1 0 0,-1 1 1,1-1-1,0 1 0,1 0 1,-1 0-1,0 0 0,1 0 0,0 1 1,-1 0-1,9-2 0,-2 0 27,1 0-1,0 1 1,0 0-1,0 2 0,0-1 1,1 1-1,-1 1 1,0 0-1,0 1 1,1 0-1,13 3 1,-21-2-87,0-1 0,0 1 0,0-1 0,0 1 0,-1 1 0,1-1 0,-1 1 0,1 0 0,-1 0 1,0 0-1,0 0 0,0 1 0,-1-1 0,1 1 0,-1 0 0,0 0 0,0 1 0,0-1 1,0 1-1,-1-1 0,0 1 0,0 0 0,0 0 0,-1 0 0,1 0 0,-1 0 0,0 0 0,0 8 1,-1-10-60,0-1-1,0 1 1,0 0 0,1 0 0,-1-1 0,1 1 0,0 0 0,0-1 0,0 1 0,0-1 0,0 1 0,0-1 0,1 0 0,-1 1-1,1-1 1,0 0 0,0 0 0,3 3 0,-2-3 18,1-1 0,-1 1-1,1-1 1,0 1 0,-1-1-1,1 0 1,0-1 0,0 1-1,0-1 1,0 0 0,0 1-1,6-2 1,21-3-260,0-1 1,0-1-1,0-2 1,52-21-1,-44 16 124,366-133-1348,-235 84 1131,-127 46 299,1 2 1,1 2-1,52-7 0,-83 17-83,1 0 0,0 1 0,0 1-1,0 0 1,0 1 0,0 1 0,0 0 0,0 1-1,-1 1 1,1 0 0,-1 1 0,0 1 0,20 10-1,-26-10 39,1-1 0,-1-1-1,1 0 1,0 0 0,0 0-1,0-1 1,0-1 0,0 1-1,1-1 1,-1-1 0,11 1-1,22-3 468,0-1-1,0-2 0,0-2 0,-1-2 0,0-2 1,53-19-1,231-112 3914,-304 131-4133,145-65-1110,63-31-4464,-168 76 2303,2 2-1154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51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10813,'10'9'1384,"0"0"-100,-3 3-8,3 0-288,-7 3-99,1 6-173,9 0-208,14 13-520,0-16-776,9-6-549,5-9-555,6 0-2100,16 3-2861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51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0 245 9609,'0'0'4064,"17"-9"-2488,-4 3-263,17-6-205,21-6-360,-5 2-364,8-2-232,10 0-120,3 3-48,-4-3-212,1 6-116,-4-6-196,1 3-240,2-3-329,-6 3-319,-3-6-2756,-1 6-3189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52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64 15905,'-27'5'1860,"10"-2"614,45-12 7652,-24 7-9591,28-1 1198,5-2-1822,-34 3-451,-1 1 1,1 0-1,-1-1 1,0 0-1,0 1 1,0-1 0,0 0-1,0 0 1,0-1-1,2-2 1,-4 4 241,0 0 1,0 0-1,0 0 1,-1 0-1,1 0 1,0 0-1,-1 0 1,1 1-1,0-1 1,-1 0-1,1 0 1,-1 0-1,1 0 1,-1 1-1,-1-3 0,-8-5-6295,-9 3-5679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52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0 12345,'-5'13'951,"1"-1"0,-1 1 0,-2 17-1,-10 29 875,-47 108 2372,-68 281-1,111-346-3730,5 1 0,-6 149-1,21-199-964,3 0 0,2 0 0,3 0 0,1 0 0,4-1 0,27 82 0,-30-111-67,0-2-1,2 1 0,0-1 1,2-1-1,0 0 1,1 0-1,1-2 0,26 26 1,-21-25-1001,1-2 0,1-1 0,0 0 1,33 16-1,45 17-6786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52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663 1 10973,'11'17'879,"-1"2"0,0-1 1,-2 1-1,10 31 0,17 88 2512,-16-60-1912,7 28 198,-5 0 0,9 126 0,-28-188-1574,-2 0 1,-2-1 0,-2 1 0,-2-1-1,-2 0 1,-2 0 0,-1-1 0,-2-1-1,-2 0 1,-2-1 0,-2 0 0,-32 49-1,24-47-822,-2-2 0,-3-1 0,0-1 0,-3-2 0,-1-1 0,-1-2 0,-2-1 0,-1-3 0,-2-1 0,-68 35 0,-12-5-5309,6-3-3669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7:53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0 11525,'-181'3'1492,"118"6"-676,12-9-952,4 0-676,4 0-2936,23 0-2405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07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469 124 6977,'1'-1'89,"-1"1"1,0 0-1,1-1 1,-1 1-1,0 0 0,1 0 1,-1-1-1,1 1 1,-1 0-1,0 0 1,1-1-1,-1 1 1,1 0-1,-1 0 1,1 0-1,-1 0 1,1 0-1,-1 0 1,0 0-1,1 0 1,-1 0-1,1 0 1,-1 0-1,1 0 0,-1 0 1,1 0-1,-1 0 1,1 1-1,-1-1 1,1 0-1,-1 0 1,1 1-1,-1 15 3595,-1 0-3066,-1 37 2519,3 43-408,0 139 241,1-122-2211,-4-1 0,-6 0 0,-23 125 0,-1-86-270,-85 252-1,-113 233 39,225-623-515,-42 137 205,43-132-123,1-1 0,0 1 0,2 0 0,-1-1 0,2 1 0,3 29 0,-2-43-65,-1 1 1,1-1-1,0 1 0,1-1 0,-1 0 1,1 1-1,0-1 0,0 0 1,0 0-1,0 0 0,1 0 0,0-1 1,-1 1-1,1-1 0,1 1 1,-1-1-1,5 3 0,-3-3-3,0 0-1,0-1 0,0 1 1,1-1-1,-1-1 1,1 1-1,-1-1 1,1 0-1,-1 0 1,1 0-1,0-1 1,6 0-1,7-2 11,0 0 0,0-2 1,-1 0-1,0-1 0,1-1 0,-2 0 0,21-12 0,37-21 25,-3-3 0,-2-3-1,90-76 1,172-186-137,-13-29-544,-189 194-1,29-38-879,183-271 0,86-228-2897,-386 608 1750,3 1 1,78-92-1,-122 160 2240,1 0-1,0 0 1,-1 0 0,1 0-1,0 0 1,0 1 0,1-1-1,-1 1 1,3-2 0,20 2-5766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08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2550 241 9869,'1'-22'1155,"0"18"-877,-1 1-1,1-1 1,-1 1-1,0 0 0,0-1 1,0 1-1,-1-1 1,1 1-1,-1-1 0,0 1 1,0 0-1,0-1 1,0 1-1,0 0 0,-4-5 1,-4-4 287,0 0 1,-1 0 0,-1 1-1,0 0 1,0 1 0,-1 1-1,0 0 1,-1 0 0,0 1-1,0 1 1,-16-7 0,11 7-159,-1 0 0,0 2 0,-1 0 0,1 1 0,-1 1 0,0 0 0,0 2 0,-23 1 0,23 1-227,0 1 0,-1 1 1,1 1-1,1 0 0,-1 2 1,1 0-1,0 1 0,-19 10 0,24-9-119,1 0 0,-1 0-1,1 1 1,1 1-1,0 1 1,0-1-1,1 2 1,0-1-1,1 2 1,-14 21 0,13-13-14,0 1 0,2 0 0,1 1 0,0-1 0,2 2 0,0-1 0,2 1 0,1-1 0,0 1 0,2 0 0,4 48 0,3-16-4,2 0 1,3 0 0,35 104-1,99 183 122,-10-29-155,-126-288-5,-1 0-1,-1 1 1,-2 0 0,0 1 0,-2-1-1,0 30 1,-4-39 2,0-1-1,-1 1 1,0-1 0,-2 0-1,0 0 1,-1 0 0,0 0-1,-1-1 1,-2 0-1,-14 26 1,7-20 0,-2-1-1,0 0 1,-1-2-1,-2 0 1,1 0 0,-2-2-1,-1-1 1,0 0-1,-30 15 1,-23 8-9,-130 47 0,-389 89-1155,572-169 1053,-419 86-2726,145-56-2251,159-23-1409,19 4-4148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09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1646 108 6045,'-12'-20'770,"9"15"-395,0 0 1,0-1 0,0 1-1,1-1 1,0 0 0,0 1 0,-2-12-1,4 16-256,0-1 0,-1 1 1,1-1-1,0 1 0,-1-1 0,0 1 0,1-1 0,-1 1 0,0 0 0,1-1 1,-1 1-1,0 0 0,0-1 0,0 1 0,0 0 0,0 0 0,-1 0 0,1 0 1,0 0-1,0 0 0,-1 0 0,1 1 0,0-1 0,-1 0 0,1 1 0,-1-1 1,1 1-1,-1 0 0,1-1 0,-1 1 0,1 0 0,-1 0 0,0 0 0,1 0 0,-1 0 1,1 0-1,-3 1 0,-4 1 186,0 0 1,1 0-1,-1 1 0,1 0 1,0 0-1,-8 5 0,-16 11 532,2 1 0,0 1 0,-48 46-1,-63 86 1225,105-113-1548,-392 510 3098,80-11-2323,250-372-913,-100 234 1,177-353-402,2 1 0,3 0 0,1 1 0,3 0 0,-9 87 0,19-113-89,1 1 0,1 0 0,2-1 0,0 1 0,12 43 0,-10-50-28,2-1-1,0 0 1,1 0-1,0 0 1,1-1 0,1-1-1,1 0 1,20 22-1,-19-24 9,1-1-1,0 0 1,1-1-1,1-1 1,-1 0-1,2-1 1,-1-1-1,25 10 1,-16-9-51,0-2 0,0-1 1,0-1-1,1-1 0,36 2 1,-17-6-49,-1-2 0,1-1 0,-1-3 0,0-1 1,-1-3-1,69-23 0,-34 2-146,-1-3-1,122-75 1,129-112-125,-104 67 554,-192 134 130,60-29 0,-89 48-141,1 0-1,0 0 0,-1-1 1,1 2-1,0-1 0,0 0 1,-1 0-1,1 1 0,0 0 1,0 0-1,0-1 0,0 2 1,0-1-1,4 1 1,-6-1-21,0 1 0,0-1 1,0 1-1,0 0 1,0-1-1,0 1 0,-1 0 1,1-1-1,0 1 1,0 0-1,-1 0 1,1 0-1,0 0 0,-1 0 1,1 0-1,-1 0 1,1 0-1,-1 0 0,0 0 1,1 0-1,-1 0 1,0 0-1,0 0 1,0 2-1,0 7 49,-1 0-1,0 0 1,0 0-1,-1 0 1,-1-1-1,-3 11 1,3-13-51,-21 69 237,12-44-154,2 1 0,1 0 0,-8 58 0,17-90-96,-2 19 23,1-1 0,0 1 0,2 0-1,0-1 1,1 1 0,7 28 0,-7-40-21,3 15 6,1-1 0,0 1 0,2-1 0,1 0 0,0-1 0,2 0 0,17 27 0,-10-26-27,0 0-1,2-2 1,0 0 0,2-1-1,0-1 1,1-1 0,0-2 0,1 0-1,30 13 1,-21-12-11,2-2-1,0-2 1,0-1-1,1-1 1,0-3-1,59 6 1,-72-12 19,-1-1 0,0-1 0,0-1 0,0 0 0,0-2 0,0-1 0,-1-1-1,1-1 1,-2 0 0,1-2 0,35-20 0,-45 22 4,0 0-1,-1-1 1,0 0-1,-1-1 1,0 0 0,0 0-1,-1-1 1,0 0-1,10-17 1,-13 17 3,-1 1 1,0-1 0,0 0-1,-1 0 1,0 0 0,-1-1-1,0 1 1,-1 0-1,0-1 1,0 0 0,-1 1-1,-3-19 1,0 8-23,-2 1-1,-1 0 1,0 0 0,-1 1-1,-2-1 1,1 2 0,-2-1 0,-1 1-1,-23-30 1,8 15-834,-2 2 1,-1 1-1,-63-50 0,75 68-697,0 0 0,-1 2 0,0 0 0,0 1 0,-39-13 0,35 14-4987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10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1176 1628 10861,'0'-1'59,"-4"-9"582,-1 0 0,0 0 0,-9-13 0,11 20-425,1 0-1,-1 0 1,1 0-1,-1 0 1,0 1-1,0-1 1,0 1-1,-1 0 1,1 0-1,-1 0 1,1 0-1,-1 1 1,1 0-1,-7-2 1,0 1-5,1 2 1,0-1 0,-1 1-1,1 0 1,-1 1-1,1 0 1,0 1 0,-1 0-1,1 0 1,0 1-1,-14 6 1,-5 4 221,0 2-1,-34 22 1,1 5 305,3 3-1,-64 62 1,-95 117 771,170-174-1255,-11 14 194,-72 102 1,102-124-279,2 0 0,2 2 1,-34 87-1,53-117-123,0 0-1,1 0 0,-2 16 0,6-24-33,-1 0-1,1 0 0,0 0 1,0 0-1,1 0 1,0 0-1,0 0 1,0 0-1,5 10 1,-5-14-35,1 1 0,-1-1 0,1 0 1,0 1-1,0-1 0,0 0 0,0 0 0,0-1 0,0 1 1,1 0-1,-1-1 0,1 1 0,-1-1 0,1 0 1,-1 0-1,1 0 0,0 0 0,0 0 0,2 0 1,51 7-315,-41-9 229,1 0 1,-1 0-1,1-1 1,-1-1-1,0-1 1,0 0 0,27-12-1,96-53-426,-133 66 514,39-22-118,-1-2 0,-1-2 0,46-41 0,-9 2-42,-3-3 0,84-101 0,-48 27 30,134-229 0,59-180-35,36-200 434,-215 456 286,-102 246-203,-14 34 223,-10 36 304,-15 60 418,-38 114 0,25-100-829,-83 280 666,-49 171-202,28 5-663,124-505-309,1-1 1,3 1 0,1 0 0,2 1-1,2-1 1,9 62 0,-6-86-33,0 0 1,2 0 0,0-1 0,1 0 0,1 0-1,0 0 1,13 18 0,-13-24-27,1 0 1,1-1-1,0 0 0,0 0 1,1-1-1,0-1 0,1 0 1,0 0-1,1-1 1,17 9-1,-8-8-47,0 0 0,1-2 0,0 0 0,0-2 0,0 0 0,1-2 0,-1 0 0,1-2 0,0 0 0,0-2 0,-1-1 0,41-7 0,-5-5-88,-1-2-1,0-2 0,100-49 0,93-74-145,-232 129 377,-14 8 18,195-129 189,-169 105-38,-31 28-136,0 0 1,1 0-1,-1-1 0,0 1 1,1 0-1,-1-1 1,0 1-1,1 0 0,-1-1 1,0 1-1,1 0 0,-1-1 1,0 1-1,0-1 1,0 1-1,1 0 0,-1-1 1,0 1-1,0-1 0,0 1 1,0-1-1,0 1 0,0 0 1,0-1-1,0 1 1,0-1-1,0 1 0,0-1 1,0 1-1,0-1 0,-1 0 1,-12-2 393,-28 8 233,11 4-417,-1 1-1,2 2 0,-1 1 0,2 1 0,0 1 1,0 2-1,2 1 0,0 0 0,1 2 0,1 2 0,-41 45 1,55-55-177,1 0 0,1 0 1,0 0-1,0 1 1,1 0-1,1 1 0,0-1 1,1 1-1,1 1 0,-5 23 1,8-27-81,0 0 1,1 0 0,0 0-1,0 0 1,2 0 0,-1 0-1,1 0 1,1 0 0,0 0-1,0-1 1,1 1 0,1-1-1,-1 0 1,13 18 0,4 0-375,1 0 1,1-1-1,2-2 1,1 0 0,0-2-1,48 33 1,-4-11-1639,128 62-1,66-2-7170,-130-59-555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10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57 160 10249,'-30'-21'2492,"13"-6"-372,7 6-339,14-3-201,2 3-472,1 6-252,3-7-188,13 19-264,1-3-352,16 12-648,27 6-596,-13 16-560,-4 5-389,3 15-2411,-6 12-3541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10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10497,'0'0'5220,"23"3"-5840,18-6-724,9-9-2628,7 3-2825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10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34 13433,'-28'-33'2452,"35"33"1330,22 4-2220,-18-3-647,350 39 3958,47 5-6449,-38 13-1669,-207-31-379,0-2-3922,-110-14-496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04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2134 636 6577,'0'-29'350,"1"14"-61,-1-1-1,0 0 1,-1 1-1,-1 0 1,-1-1-1,0 1 0,-6-18 1,-6-6 1202,-1 2 1,-39-68-1,45 89-1145,-1 1 1,-1 0-1,0 0 1,-1 1-1,-1 1 1,0 0-1,0 1 0,-23-14 1,1 5 75,-2 1 1,-1 2-1,0 2 0,-1 1 0,-1 3 1,0 1-1,-51-7 0,34 10-126,0 4-1,0 1 0,0 3 0,-100 14 0,123-9-230,0 2-1,1 2 0,0 1 1,0 1-1,1 2 0,1 2 1,1 0-1,0 2 1,0 2-1,2 1 0,1 1 1,0 1-1,2 1 0,-35 39 1,47-43-55,1 0 1,1 1 0,0 0-1,2 0 1,0 1 0,1 1-1,2 0 1,0 0 0,1 0-1,1 1 1,1 0-1,2 0 1,0 0 0,1 0-1,1 0 1,1 1 0,1-1-1,10 41 1,-7-41-62,1-1-1,1 1 1,1-1 0,1 0 0,1-1-1,1 0 1,1-1 0,0 0-1,2-1 1,0 0 0,1-1 0,1-1-1,1 0 1,0-1 0,1-1-1,0-1 1,2 0 0,29 15 0,-35-22 30,-1-2 1,2 0-1,-1 0 1,0-2-1,1 1 1,0-2 0,0 0-1,0-1 1,0 0-1,0-1 1,0-1-1,0-1 1,0 0-1,-1 0 1,27-9-1,-20 3 10,0 0 0,-1-2-1,0 0 1,-1-1-1,0-1 1,-1-1 0,0 0-1,-1-1 1,0-1-1,15-18 1,20-29 21,63-97 0,31-79 436,-103 165-144,-21 34-153,-13 22-37,1 1 0,0 0 0,16-19 0,-26 35-96,0 0-1,0 0 0,1-1 1,-1 1-1,0 0 0,0 0 0,0-1 1,1 1-1,-1 0 0,0 0 1,0-1-1,1 1 0,-1 0 1,0 0-1,1 0 0,-1 0 0,0 0 1,1-1-1,-1 1 0,0 0 1,1 0-1,-1 0 0,0 0 0,1 0 1,-1 0-1,0 0 0,1 0 1,-1 0-1,0 0 0,1 0 0,-1 1 1,0-1-1,1 0 0,-1 0 1,0 0-1,1 0 0,-1 0 1,0 1-1,0-1 0,1 0 0,-1 0 1,1 1-1,7 18 353,-2 27 117,-3 28 218,-3 0 0,-16 116 0,-42 148 226,54-315-864,-47 209 333,-131 363 0,143-495-800,-5-1-1,-93 154 1,122-230 246,0 0 0,-2-2 1,-1 1-1,0-2 0,-2-1 0,0 0 1,-1-1-1,-27 17 0,29-23 26,-1-2 1,0 0-1,0 0 0,-1-2 0,0-1 0,0 0 0,-1-2 1,0-1-1,0 0 0,-33 1 0,25-6-171,0 0 0,-1-2 0,1-2 0,0 0 0,1-2 0,-46-17 0,-163-82-3122,225 100 3195,-49-26-3511,-65-44 0,48 19-4201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05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8 9285,'11'-6'1843,"-13"5"630,-18 7 572,18-5-279,3 2-2268,3 9-332,-1-1-1,0 1 0,0 0 0,-2-1 0,1 1 0,-1 0 0,-1 0 0,0 0 0,-3 17 0,-1-10-58,0 0 0,-1 0 1,-1 0-1,-1-1 0,-10 21 1,-14 16-73,-2-1 0,-66 81 0,51-73 117,21-24-70,25-35-30,23-19 19,174-101-11,-103 63-23,243-129 106,-311 172-146,0 0 0,1 2 1,0 0-1,1 2 0,0 1 1,42-5-1,-58 10 9,0 1 1,0 0-1,0 1 0,1 0 1,-1 1-1,0 0 0,0 0 1,17 7-1,-21-6 0,1 1-1,-1-1 0,1 1 1,-1 1-1,0-1 1,-1 1-1,1 0 1,-1 0-1,0 1 1,0 0-1,0 0 1,-1 0-1,5 9 0,1 7 3,0 0 0,-1 1 0,-2 1 0,0-1 0,-1 1 0,-2 1 0,0-1 0,-2 0 0,0 27 0,-4 31 12,-17 110 0,14-151-17,0-13 3,1 1-1,2-1 0,1 0 1,1 1-1,5 40 0,-5-67-4,0-1-1,1 1 1,-1 0 0,0-1-1,1 1 1,-1 0-1,1-1 1,0 1 0,-1-1-1,1 1 1,0 0-1,0-1 1,0 0 0,0 1-1,0-1 1,0 0-1,1 1 1,-1-1 0,0 0-1,0 0 1,1 0-1,-1 0 1,1 0 0,-1-1-1,1 1 1,0 0 0,-1-1-1,1 1 1,0-1-1,-1 1 1,1-1 0,0 0-1,-1 0 1,1 0-1,0 0 1,0 0 0,-1 0-1,1 0 1,0 0-1,-1-1 1,1 1 0,0-1-1,-1 1 1,1-1-1,-1 0 1,1 0 0,1 0-1,8-5 4,-1 0 0,1 0-1,-1-1 1,-1 0 0,16-14-1,9-13 7,-2-1 0,32-47 1,50-86 32,-57 81-39,48-80 3,40-57 41,-115 182-69,3 1 0,1 2 0,39-36 0,-66 69 21,0 1-1,0-1 0,0 1 1,1 0-1,-1 0 1,1 1-1,1 0 1,-1 1-1,15-5 1,-19 7 0,0 1 0,1-1 0,-1 1 0,0 0 0,0 0-1,1 0 1,-1 1 0,0-1 0,0 1 0,1 0 0,-1 0 0,0 1 0,0-1 0,0 1 0,-1 0 0,1 0 0,0 0 0,-1 0 0,1 1 0,-1-1 0,0 1 0,4 4 0,2 3 2,-1 0 0,-1 1 0,0 0 0,0 0-1,-1 1 1,-1 0 0,1 0 0,-2 0 0,0 1 0,0-1 0,1 19 0,2 15 7,1 84 1,-8-47 30,-21 156-1,17-214-21,-1 0-1,-2 0 0,0 0 0,-1-1 0,-2 0 0,0-1 0,-2 0 0,0-1 0,-2 0 0,0-1 1,-1 0-1,-2-1 0,0-1 0,-1-1 0,0 0 0,-41 28 0,33-26-6,-32 18 0,48-33 12,0 0 0,-1 0 0,1-1 0,-1 0 1,0-1-1,0 0 0,-14 1 0,-2-1-132,28-8-9,7-12 12,0 0 0,1 1-1,1 0 1,0 0 0,21-23-1,73-72-438,-67 74 369,49-50-141,3 5-1,113-80 1,-180 144 305,-13 11 8,1-1 0,0 1 1,13-7-1,-21 13 4,1 0 1,0-1 0,0 1 0,0 1-1,0-1 1,0 0 0,0 1 0,0-1-1,0 1 1,0 0 0,0 0 0,0 0 0,0 0-1,0 0 1,0 1 0,0 0 0,5 1-1,-7-1-1,1 0 0,-1 0 1,0 0-1,0 0 0,0 0 0,0 0 0,0 0 0,0 1 0,0-1 0,0 0 0,0 0 0,-1 1 0,1-1 1,0 1-1,-1-1 0,0 1 0,1-1 0,-1 0 0,0 1 0,1 0 0,-1-1 0,0 1 0,0-1 0,0 1 1,0-1-1,-1 3 0,-9 51-189,6-37-22,-2 7-563,0-1 0,-1 0 0,-21 42-1,17-44-3126,-28 39-1,16-33-3118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05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12477,'13'-21'4457,"-13"6"-2313,0-6 2288,-3 6-3616,0-3 200,16 12-1388,7 0-392,0 3-760,0 0-776,-3 9-648,3 0-2221,7 3-4112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06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445 1285 10585,'4'-17'685,"-3"12"-361,1 1 1,-1-1-1,-1 0 0,1 1 1,-1-1-1,1 0 1,-1 0-1,-1 0 1,0-5-1,2 6 193,-1 0 1,1 0-1,0 1 0,1-1 0,-1 1 1,1-1-1,2-4 0,2-7 1602,-21 28-1579,-28 32-108,-133 143 384,133-138-700,-68 107 0,105-147-111,-6 8 4,1 0 0,1 0 0,0 1 0,2 1 0,0-1 0,-7 31 0,14-48-22,1 0-1,-1 1 0,1-1 0,0 1 1,0-1-1,0 1 0,0-1 0,0 1 1,0-1-1,1 1 0,-1-1 0,1 1 1,0-1-1,-1 0 0,1 1 1,0-1-1,0 0 0,1 0 0,-1 1 1,0-1-1,3 2 0,-1-2-7,-1 0-1,1 0 1,0-1-1,0 1 1,-1-1-1,1 0 1,0 0-1,0 0 1,0 0-1,0 0 1,0-1-1,1 1 1,-1-1 0,5 0-1,5-1-39,0 0-1,0-1 1,-1 0 0,1-1-1,-1 0 1,1-1-1,12-7 1,11-7-54,0-2-1,-2-2 1,-1-1-1,33-29 1,113-120-210,-97 80 178,-5-4 0,129-208 0,-41-12 230,-22-13 307,-50 109 195,-11 54 85,-79 162-436,-5 10 50,-68 180 590,22-68-495,-120 371 658,1 107-633,158-556-458,1 1 0,-4 59 1,12-88 23,-1 0 1,2 0 0,-1 0 0,2-1 0,-1 1 0,2 0 0,0 0 0,0-1 0,1 1 0,0-1 0,1 0-1,0-1 1,8 13 0,-10-19 1,0 0-1,0 0 0,0-1 1,1 1-1,0-1 0,-1 1 1,1-1-1,6 3 0,-3-3-11,0 0 1,0 0-1,0-1 0,0 0 0,1 0 0,-1-1 0,11 1 1,-9-1 1,10 2-42,0-2 0,0 0 0,0 0-1,0-2 1,1-1 0,-1 0 0,0-1-1,-1-1 1,1-1 0,24-10-1,-8-2-63,0-1 1,-2-1-1,0-2 0,40-35 0,113-112-339,-154 137 413,18-19-6,-2-3-1,-2-2 1,54-83 0,-94 128 113,1-1 0,-2 0 0,1 0-1,-2 0 1,5-14 0,-8 22-16,-1 0 0,1 1 0,-1-1 0,0 0 0,1 0 0,-1 1 0,-1-1 0,1 0 0,0 1 0,-1-1-1,1 0 1,-2-4 0,1 6 4,0-1 0,0 1 0,0-1 0,0 1 1,0 0-1,0-1 0,-1 1 0,1 0 0,0 0 0,-1 0 0,1 0 0,-1 0 0,1 0 0,-1 0 0,0 0 0,1 1 0,-1-1 0,0 1 0,1-1 0,-1 1 0,-2-1 0,-4 1 83,1-1-1,0 1 1,0 1 0,-1-1-1,1 1 1,0 0 0,0 1-1,0 0 1,0 0 0,-11 5-1,-8 6 352,-31 19 0,51-29-397,-24 17 124,2 0-1,0 2 0,1 1 0,1 2 1,2 0-1,0 2 0,2 0 1,0 2-1,3 0 0,0 1 1,2 1-1,-15 35 0,26-50-233,0 0 1,1 1-1,1 0 0,0-1 1,1 1-1,1 0 0,1 0 1,0 1-1,2-1 0,-1 0 0,2 0 1,0 0-1,2 0 0,7 25 1,-4-23-228,0-1 0,2 0 0,0 0-1,1-1 1,0 0 0,2-1 0,0 0 0,1-1 0,0 0 0,1-1 0,1-1 0,20 16 0,-1-6-868,1-1 0,1-2-1,64 26 1,49 6-5014,0-9-3153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11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12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 7233,'0'0'36,"0"0"0,0 0 0,-1 0 0,1 0 0,0 0 0,0 0 0,-1 0 0,1 0 0,0 0 0,0 0 0,-1 0 0,1 1 0,0-1 0,0 0 1,0 0-1,-1 0 0,1 0 0,0 1 0,0-1 0,0 0 0,0 0 0,-1 0 0,1 1 0,0-1 0,0 0 0,0 0 0,0 1 0,0-1 0,0 0 0,0 0 0,0 1 1,0-1-1,0 0 0,0 0 0,0 1 0,0-1 0,0 0 0,0 0 0,0 1 0,0-1 0,0 0 0,0 0 0,0 1 0,0-1 0,0 0 0,0 0 0,0 1 0,1-1 1,16 3 971,31-5 222,241-10 1458,-187 11-2391,1643 38 1353,5 116-2498,-985-60-14,58 22-203,3865 675-6654,-3697-607 5324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12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1453 6725,'563'-3'780,"-396"-36"0,-26-9 268,-24-6-60,-27-19-216,-19-8-136,-24-15-108,-21-13-120,-22-9-88,-31-8-92,-23-10-460,-17-5-536,-24-10-672,-12 6-1760,-11 12-1389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15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2427 4040,'0'0'12016,"4"0"-11724,23 6 102,0 0 0,46 19-1,25 7 142,84 9-104,294 30 0,-414-66-418,1738 171 114,-641 33-82,-299 60 82,-50-12-86,25-81 870,-597-130-782,871 214 166,-302-28-190,-531-163-131,3-13 1,299 22-1,-71-28 120,439 38-79,-408-67 1,-131-24 10,406-14-78,210 32 94,-658 8-28,-187-10-45,668 62-238,-544-41 219,615 51-133,-216-82 197,-332-8 41,769 93-106,-271 62-111,-612-101 147,26 10-61,221 35 114,-339-77-19,168-6-1,185 4-114,94-1-44,-545-16 138,-2-3 0,102-20 0,-124 15 4,0-1 0,-1-3 0,0-1 0,69-37 0,-19-5-79,163-136 0,-222 168 25,62-47-65,110-65 0,-57 47 25,-127 78 87,0-1 0,-1 0 0,-1-2-1,0 0 1,-1-1 0,19-25 0,-6 9-8,-16 20 18,1 1 1,0 0-1,1 1 0,0 1 0,1 0 1,-1 1-1,34-12 0,17-9-12,105-43-37,-114 52 31,74-40 0,22-28 6,-123 68-40,-2-1 0,52-49 0,-47 33 23,-1-1 0,-2-2 0,-2-1 0,-1-1 0,-3-2 0,-1 0 0,24-67 0,2-35 3,33-160 0,-22 14-5,-3 14 103,-48 236-89,-2-1 0,-2 0 0,-2 0 0,-1 0 0,-6-56 0,-9-9 43,-28-106 0,-26-66 24,43 198-197,-51-121-1,55 165 110,-1 2 0,-1 0 0,-2 1 0,-2 2 0,-1 0 0,-1 2 0,-42-36-1,-21-9-174,-132-85 0,94 74 177,-300-193-268,121 70 199,276 187 150,-20-18-116,35 26-163,-1 2-1,0 0 0,0 0 1,-33-14-1,-137-50-7805,135 56 2644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18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596 247 10669,'12'-13'1831,"0"1"-1,21-16 1,-31 27-1517,-1 0 0,1-1 0,-1 0 0,0 1 0,0-1 0,0 1 0,0-1 0,0 0 0,0 0 0,0 0 0,0 0 0,-1 1 0,1-1 0,-1 0 0,0 0 0,1-3 0,0-28 3129,-2 27-3252,1-15 1080,-1 1 0,-1-1 0,-5-20 0,7 40-1250,0 0 0,0 0 0,0 0 0,-1 0 0,1 1 0,0-1 0,-1 0 0,1 0 0,-1 0 0,1 0 0,-1 1 0,1-1 1,-1 0-1,0 1 0,1-1 0,-1 0 0,0 1 0,0-1 0,1 1 0,-1-1 0,0 1 0,0-1 0,0 1 0,0 0 0,-1-1 0,-1 0 25,0 1 0,1 0 0,-1 0 0,0 0 0,1 0 0,-1 0 0,0 1 0,1-1 0,-4 2 0,-7 2 245,0 1 0,-23 13 1,6 0-209,1 1 1,0 2 0,2 1 0,0 1 0,-28 31-1,12-5 1,-70 104-1,84-107-83,2 2 0,3 1 0,1 0 0,3 2 0,2 1 0,2 0 0,-17 103 0,30-132 0,0 1 0,2 0 0,1 0 0,1 1 0,1-2 0,1 1 0,1 0 0,1 0 0,1-1 0,1 0 0,12 28 0,-9-32 0,0 0 0,1 0 0,1-1 0,1 0 0,0-1 0,1-1 0,1 0 0,1-1 0,0 0 0,1-2 0,0 0 0,34 19 0,-15-14-13,1-1 0,1-1 0,0-2-1,1-2 1,0-2 0,1-1 0,0-3 0,1-1 0,74 0 0,-88-6-463,0-2 0,48-10 1,148-44-3665,-201 51 3464,1-1 0,-2-1 0,1-1 1,-1-1-1,-1-1 0,0-1 0,28-21 0,-40 27 386,26-21-2790,-1-2-1,30-34 1,-6 5-6067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22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25 6969,'61'-23'7500,"-58"22"-6431,17 7 738,-15-5-1613,0 1-1,-1-1 1,1 1 0,0 0 0,-1 0-1,1 1 1,-1-1 0,0 1 0,0 0-1,0 1 1,0-1 0,0 0 0,-1 1-1,1 0 1,-1 0 0,0 0 0,0 0-1,-1 1 1,1-1 0,-1 1 0,0-1-1,0 1 1,0 0 0,-1 0 0,0 0-1,0 0 1,0 0 0,-1 0 0,1 0-1,-1 0 1,-1 8 0,0 26 570,-3 0 0,-1 0-1,-17 66 1,-47 116 1101,49-163-1433,-18 53 166,-64 212 863,90-273-1275,2 0 1,2 0-1,3 1 1,1 80-1,5-109-140,1-1 0,2 0-1,0 0 1,1 0 0,1 0-1,0-1 1,2 0 0,1 0-1,0-1 1,1 0 0,17 23-1,-17-28-285,1-1-1,0 0 1,1-1-1,0-1 1,1 0-1,0 0 0,0-1 1,1-1-1,1 0 1,-1-1-1,2-1 1,-1 0-1,1-1 1,32 8-1,-32-11-434,1 0-1,0-1 1,0-1-1,0 0 1,19-3 0,-27 1-20,0 0 1,-1-1 0,1 0 0,-1 0-1,1-1 1,-1-1 0,9-3 0,20-16-5527,0 1-3796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23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11713,'-23'0'9305,"63"0"-7977,27 0-244,0 3-260,20 3-560,20 6-376,7-6-348,10 3-520,10 0-588,-4 0-556,-9-3-793,-4 0-1883,-6 16-3773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23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10253,'0'-3'175,"1"1"-1,-1-1 1,1 1-1,0-1 1,0 1 0,0-1-1,0 1 1,0 0-1,2-3 1,-2 4-41,0 1-1,0-1 1,0 1 0,0 0 0,0 0-1,0 0 1,1 0 0,-1 0 0,0 0-1,0 0 1,0 0 0,0 0 0,0 0-1,0 0 1,0 1 0,0-1 0,0 0-1,1 1 1,16 3 1320,-4-2-721,1-1-1,-1 0 1,20-2 0,-19 0-405,-1 1 0,1 0 0,-1 1 1,17 3-1,20 8 87,-2 3-1,0 1 1,-1 3 0,-1 2 0,64 38-1,-80-40-319,-1 2-1,-1 1 0,0 1 0,-2 1 0,-1 1 1,-1 2-1,-2 0 0,32 48 0,-45-57-76,-2-1 0,0 1-1,0 1 1,-2-1 0,-1 1-1,0 0 1,3 25 0,-6-30 3,-1 0 1,0 0 0,-1 0 0,-1 0 0,0 0 0,-1 0 0,0 0 0,-1 0 0,-1 0 0,-10 25 0,2-12 6,-2-1 0,0 0 0,-32 40 0,-12-1 1091,56-62-824,17-27 142,2 0-329,2 1 0,37-36 1,3-2-162,94-102-1169,-43 47-447,114-116-5080,-154 157 1381,0 5-3160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23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493 0 12401,'-1'2'149,"-8"18"1616,9-19-1665,-1 0-1,0-1 1,1 1-1,-1-1 1,1 0-1,-1 1 1,0-1-1,0 1 1,1-1-1,-1 0 1,0 0-1,1 1 1,-1-1-1,0 0 1,0 0-1,0 0 1,1 0-1,-1 0 1,0 0-1,0 0 1,1 0-1,-1 0 1,0 0-1,0-1 1,0 1-1,-1-1 83,1 1-1,0 0 1,-1 0-1,1 0 1,0-1-1,-1 1 1,1 0-1,-1 1 1,1-1-1,0 0 1,-1 0-1,1 1 1,0-1-1,0 0 1,-1 1-1,1-1 1,0 1-1,0 0 1,-1-1-1,1 1 1,0 0-1,0 0 1,0 0-1,0 0 1,0 0-1,0 0 1,1 0-1,-1 0 1,0 0-1,0 0 1,1 0-1,-1 1 1,0 1-1,-2 5 559,1 0 0,0 0 0,0 0 0,-1 13 0,2-12-437,-24 225 1683,-37 220 1719,-103 111-7107,78-349-2593,61-154 2756,-2 15-3367,10-3-3935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24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82 10217,'-4'-8'1458,"-1"0"-1,-1 0 1,1 0 0,-11-10-1,4 4 945,10 12-772,7 0-214,12-2-969,1 1-1,0 0 1,0 1-1,-1 1 1,1 1-1,19 1 1,116 19 471,-79-8-575,1190 146 1110,-868-110-2305,-329-41 404,118 21-1207,-120-13-772,-62-15 653,-17-9-6426,10 6 6221,-15-9-6495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24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18 14565,'-12'-15'2874,"10"12"-195,2 6-86,-2 5-1720,1 0-1,0-1 0,1 1 0,0 0 0,0 0 0,1-1 1,2 13-1,1 13-397,-1 1 0,-2 0 1,-5 57-1,-22 108 674,21-169-1121,-17 106-180,-7-1-1,-50 143 1,20-143-4544,41-98 523,1 0 0,-16 57 0,12-21-7938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27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455 1151 6425,'0'-1'213,"0"0"0,0 1 0,0-1 0,0 0 0,0 1 0,0-1 0,0 0-1,0 0 1,0 1 0,0-1 0,0 0 0,0 1 0,1-1 0,-1 1 0,0-1 0,0 0 0,1 1 0,-1-1 0,0 1 0,1-1 0,-1 1 0,1-1 0,-1 1 0,1-1 0,-1 1 0,1-1 0,0 0 0,17 3 7314,-6 1-8588,-9-3 2786,-3 0-1660,1-1 1,-1 1-1,0-1 0,1 0 1,-1 1-1,0-1 0,1 1 0,-1-1 1,1 1-1,-1-1 0,0 1 1,1-1-1,0 1 0,-1-1 0,1 1 1,-1 0-1,1-1 0,-1 1 1,1 0-1,0 0 0,-1-1 0,2 1 1,-1-1 200,0 1 0,0-1 0,0 1 0,1-1 0,-1 1 0,0-1 0,0 0 0,0 0 0,0 1 0,-1-1 0,1 0 0,0 0 0,0 0 0,0 0 0,0-2 0,6-12 67,1 1-1,0-1 1,1 1-1,1 1 1,17-20-1,11-14-119,152-221 131,157-213-460,-206 278-28,-131 192 302,-15 28 126,-23 40 257,-3-2 1,-57 76-1,-6 10 92,89-133-608,-211 375 901,185-318-829,2 1 0,4 1 0,2 2 0,-14 75 0,30-105-96,2 1-1,2-1 1,2 1 0,2 0 0,1-1 0,8 44 0,6-1-16,53 155 1,-62-220-13,-1 0-29,0 1 0,-1-1 0,-1 1 0,3 20 0,-7-36 51,0 0-1,0-1 1,0 1-1,0-1 1,0 1-1,-1 0 0,1-1 1,0 1-1,-1-1 1,1 1-1,-1-1 1,0 1-1,1-1 1,-1 0-1,0 1 0,0-1 1,0 0-1,0 1 1,0-1-1,0 0 1,0 0-1,0 0 1,-1 0-1,1 0 0,0 0 1,-1-1-1,1 1 1,0 0-1,-1 0 1,1-1-1,-1 1 0,1-1 1,-1 0-1,0 1 1,1-1-1,-1 0 1,1 0-1,-3 0 1,-8 0-15,0 0 0,0-1 1,1 0-1,-14-3 1,16 3 25,-166-27-78,-195-34-2777,287 40 176,9-6-5097,89 20-8008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28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806 0 11357,'-35'47'2624,"17"-26"-946,1 1 0,1 1 1,-24 46-1,-49 147 2581,-108 228-1093,-8-98-2173,54-97-600,141-233-370,7-12-12,-1 1-1,1 0 1,1 0-1,-1 0 1,1 0-1,0 1 0,0-1 1,0 0-1,1 1 1,0 0-1,0-1 1,-1 9-1,3-9 5,-1 1 0,1 0 0,0-1 0,1 1 0,3 10 0,-4-13-11,0-1 0,0 0 0,0 0 0,1 0 1,-1 0-1,1 0 0,-1 0 0,1 0 0,0 0 0,0-1 0,-1 1 0,1 0 1,0-1-1,1 0 0,-1 1 0,0-1 0,0 0 0,0 0 0,1 0 0,-1-1 1,3 2-1,14 0 0,0 0 0,-1-1 0,1-1 0,0-1 0,-1 0 0,35-8 0,109-36-169,-153 42 150,185-68-246,-124 42 190,1 4 1,1 3-1,82-15 1,-143 35 76,-1 1 0,0 0 0,1 0-1,-1 1 1,1 1 0,-1 0 0,1 0 0,-1 1 0,0 0 0,0 1 0,0 0-1,0 0 1,0 1 0,-1 1 0,0 0 0,0 0 0,0 0 0,0 1-1,-1 1 1,0-1 0,0 1 0,-1 1 0,0-1 0,0 1 0,-1 1 0,0-1-1,0 1 1,-1 0 0,7 15 0,8 27 93,17 62 0,16 43 35,-51-151-132,0 0 0,0-1 0,1 1 0,0 0 1,0-1-1,0 1 0,0-1 0,1 0 0,-1 0 0,1 0 0,0-1 0,0 0 0,1 1 1,-1-1-1,1-1 0,-1 1 0,1-1 0,0 1 0,0-1 0,0-1 0,0 1 0,1-1 1,-1 0-1,0 0 0,1 0 0,-1-1 0,0 0 0,1 0 0,-1 0 0,0-1 0,1 0 1,-1 0-1,0 0 0,0 0 0,8-4 0,32-11-19,-11 2 87,0 2 0,1 2 0,0 1 0,58-7 0,-89 15-59,-1 1 0,1 0-1,-1 0 1,1 0 0,-1 0 0,0 1 0,1-1 0,-1 1 0,0 0 0,1 0-1,-1 0 1,0 1 0,0-1 0,0 1 0,0-1 0,0 1 0,0 0 0,0 0-1,-1 1 1,1-1 0,-1 0 0,3 4 0,-1 0-147,-1 0 0,-1 0 0,1 0 0,-1 0 0,0 1 0,0-1 0,0 1 0,-1-1 0,0 1 0,-1 9 0,1 12-3861,-7 55 0,1-38-4990,5-23 131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28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9937,'44'-22'1308,"-1"10"-516,-6 15-452,14 6-504,2 7-412,-3-4-932,4 9-1508,13 9-1113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28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940 1051 8205,'26'-31'786,"-16"18"-256,2 1 1,-1 0-1,2 0 1,14-10 0,21-9 1211,16-12 708,111-101 1516,72-89-2231,-141 113-708,145-216 0,-245 328-1150,13-22 891,-18 27-77,-15 18-40,-12 21-44,2 1 0,1 1 0,-26 60 0,-3 4 258,-71 107 5,-234 302 0,-198 160 1058,341-421-1700,99-110-344,-132 209 0,233-326-97,0 1 0,2 1 0,1 0 0,1 1 0,1 0 0,-8 39 0,17-61 144,-1 0 1,1 0 0,-1 0 0,1 0 0,0 0 0,1 0 0,-1-1 0,1 1 0,-1 0 0,1 0 0,0 0 0,1-1 0,-1 1 0,1 0 0,-1-1 0,1 1 0,0-1 0,1 0 0,-1 0 0,0 0 0,4 4 0,-4-6 4,1 1-1,-1 0 0,0-1 1,1 1-1,-1-1 0,1 0 1,0 0-1,-1 0 0,1 0 1,0-1-1,0 1 0,-1-1 1,1 1-1,0-1 1,0 0-1,0 0 0,0 0 1,-1-1-1,1 1 0,0-1 1,0 1-1,-1-1 0,1 0 1,0 0-1,-1 0 0,1 0 1,-1-1-1,4-1 1,-1 0 18,-1 1-79,1-1 0,-1 0 0,0 1 0,0-1 1,0-1-1,0 1 0,0 0 0,-1-1 0,0 0 0,0 0 0,0 0 0,0 0 0,0-1 1,3-7-1,-1-5-58,-1 0-1,0-1 1,-1 0 0,-1 0 0,-1 0 0,-1 0 0,0 0 0,-1 0 0,-1 0-1,-1 0 1,0 1 0,-10-30 0,-10-20-359,-57-117 0,79 181 528,-22-43-110,-64-154-210,82 184 300,1-1 0,0 1-1,1-1 1,1 0 0,1 0 0,0 0 0,2 1 0,-1-1 0,5-19 0,-4 29 26,1-1 1,0 0-1,1 1 0,-1-1 1,1 1-1,1 0 1,0 0-1,0 0 0,0 0 1,1 1-1,0 0 1,0 0-1,0 0 0,1 0 1,0 1-1,0 0 0,11-7 1,2 1-72,1 1 1,0 1-1,1 0 1,35-8 0,9-1-1093,2 4 1,105-10-1,34 12-5182,-56 9-1745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29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580 0 11077,'34'58'2280,"-32"-56"-2128,-1 0 0,0 0 0,0 0 0,0 0 1,0 0-1,0 0 0,0 0 0,0 0 1,-1 0-1,1 1 0,-1-1 0,0 0 0,0 0 1,1 1-1,-1-1 0,-1 0 0,1 1 0,0-1 1,-1 0-1,1 0 0,-1 0 0,1 1 1,-2 1-1,-3 12 692,-13 74 2716,2-8 520,-47 141-1,22-114-3191,-88 211 1418,87-231-2715,-2 4-2269,-105 168-1,136-245 548,-1 0 1,-27 23-1,9-8-4946,18-11-3471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29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15021,'91'21'2309,"-48"-12"-29,4 0-432,10 0-424,7 6-244,16 0-240,24 0-628,27 12-708,9-2-356,4-1-864,7-3-1060,0 0-3229,3 0-5080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30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30 11057,'-39'-18'2321,"31"15"1517,-20-3 2015,28 6-5824,0 0-1,0 0 1,0 0-1,0 0 0,1 0 1,-1 0-1,0 0 1,0 0-1,0 0 0,0 0 1,0 0-1,0 0 1,0 0-1,0 0 0,0 0 1,0 0-1,0 0 1,1 0-1,-1 0 0,0 0 1,0 0-1,0 0 1,0 0-1,0 0 0,0 0 1,0 0-1,0 0 1,0 0-1,0 0 0,0 0 1,0 0-1,0 0 1,0 0-1,0 0 0,0-1 1,0 1-1,1 0 1,-1 0-1,0 0 0,0 0 1,0 0-1,0 0 1,0 0-1,0 0 0,0 0 1,0 0-1,0 0 1,0 0-1,0-1 0,0 1 1,0 0-1,0 0 1,0 0-1,-1 0 0,1 0 1,0 0-1,0 0 1,0 0-1,0 0 0,0 0 1,0 0-1,0 0 1,0-1-1,21 2 1215,455 46 2744,248 14-7471,-404-58-1959,-108-17-3465,-106 0-390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30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1 16850,'-14'19'925,"5"-9"-43,1 0-1,0 1 1,1 0 0,0 0 0,1 1 0,1 0 0,-1 0-1,2 0 1,-5 20 0,-52 203 3538,13-64-2666,-18 77-2755,27-112-1303,-29 193-1,46-175-9525,14-78-513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32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16 658 6029,'17'-12'14969,"-18"8"-14695,0-1-195,1 0-1,-2 0 1,1 1 0,0-1 0,-1 0-1,0 1 1,0-1 0,-1 1 0,1 0-1,-6-8 1,6 10 62,-1-19 72,2 11-173,0-1 0,1 1 0,0-1 0,1 1 0,0-1 1,1 1-1,0-1 0,1 1 0,0 0 0,0 0 0,1 0 0,0 1 0,10-16 0,7-8-26,2 1-1,35-39 0,-34 43 35,-14 17-55,0 1-1,1 0 1,1 1-1,-1 1 1,1 0-1,1 0 1,0 1-1,0 1 1,0 0-1,0 1 1,1 0-1,0 1 1,15-3-1,23-2 8,0 3 1,60-1-1,-109 6 0,43 1-2,0 1 0,0 3 0,0 1 0,48 13 0,-65-9 1,-1 0-1,1 2 0,-2 1 0,0 2 0,0 0 0,34 27 0,-48-32 0,-1 2 0,-1-1 0,18 23 0,15 13 11,-36-37-8,1 0-1,-2 1 0,1 0 1,9 18-1,-9-14 9,1 0 1,15 16-1,10 17 28,-27-36-1,0 0 0,1-1 0,0 0 0,11 10 0,10 10 97,-24-23-93,1 0 0,0-1 0,1 0 0,0 0-1,0-1 1,0 0 0,10 6 0,19 9 126,-24-13-83,1 0 0,-1-1-1,15 5 1,36 11 94,-29-9-97,1-2 0,40 7 0,-1-2-21,24 4 42,-51-14 16,0-1 0,1-4 0,0-1 0,60-8 0,-86 5-50,-1-1 0,1-1 1,-1-1-1,0-1 0,0-1 1,0-1-1,-1-1 1,-1 0-1,0-2 0,0 0 1,27-24-1,-15 7-61,0-1 1,-2-2-1,-2-1 0,0-1 1,35-62-1,-28 36 19,-11 21 7,-2 0 0,29-74 0,-37 72 175,-5 15-35,1 0 0,16-33-1,-24 57-178,3-16-140,-3 15-87,0 1 0,0 0 0,0-1 0,0 1-1,0 0 1,1 0 0,-1 0 0,1 0-1,2-3 1,4 0-3588,2 4-4334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35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0 6101,'0'0'16171,"-11"9"-15159,-42 34 135,2 2 0,2 3 0,2 1 0,-43 60 0,76-90-1024,1 2-1,1 0 0,1 0 1,1 1-1,1 0 0,0 1 0,2-1 1,1 2-1,0-1 0,2 1 1,-2 33-1,5-37-79,1 0 0,1 0-1,1 0 1,1-1 0,0 1 0,2 0 0,0-1 0,1 0-1,1 0 1,1-1 0,0 0 0,1 0 0,1-1 0,15 19 0,-10-17-484,1 0 0,1 0 0,1-2 1,1 0-1,0-1 0,1-1 1,1 0-1,40 20 0,-44-27-482,0-2-1,0 0 1,0 0-1,1-2 1,23 3-1,-24-5-483,0-1 0,-1-1-1,1 0 1,0-1-1,0-1 1,20-5-1,13-6-7378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35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11789,'0'0'3922,"1"-4"-2387,1 0-1379,-1 0-1,1 0 1,-1 0-1,1 0 0,1 0 1,-1 1-1,0-1 1,1 1-1,0-1 1,0 1-1,0 0 1,0 0-1,0 0 1,0 1-1,1-1 0,0 1 1,-1 0-1,1 0 1,0 0-1,0 0 1,0 1-1,0-1 1,0 1-1,0 0 1,7 0-1,23-3-247,-1 3 0,1 1 0,0 1-1,47 8 1,-54-4-741,0 0 0,-1 2 0,0 1 1,-1 2-1,0 0 0,26 15 0,-48-23 623,5 2-264,0 1 0,0 0 1,-1 0-1,8 7 0,-13-10 34,0 1 0,0-1 0,-1 0 0,1 1 0,0-1-1,-1 1 1,1-1 0,-1 1 0,0 0 0,1 4 0,0 18-4153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35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5781,'0'0'4172,"13"-6"-3480,4-3-212,3 6-144,0 3-48,10-3-76,21-6-228,-31 9-28,20 3-460,23 3-356,-42-3-892,9 9-808,23 0-681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36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866 7 13873,'-9'-2'701,"0"0"0,0 1 0,0 0 0,-1 0 0,1 1 0,0 0 0,0 1 0,0 0-1,0 0 1,0 1 0,0 0 0,0 1 0,0 0 0,-14 7 0,13-5-262,1 0 0,0 1 0,0 0-1,1 0 1,-1 1 0,1 0 0,-11 14 0,16-17-356,0 1 1,0 0-1,1 0 1,-1 1-1,1-1 1,0 0-1,1 1 1,-1-1-1,1 1 1,0 0-1,0 7 1,1 64 244,1-63-301,1 38-61,0-21-149,-1 0-1,-6 59 1,3-79 155,0 0 1,-1 0 0,0-1 0,-1 0 0,0 0 0,-1 0 0,0 0 0,0 0-1,-1-1 1,0 0 0,-1 0 0,-7 8 0,1-5 17,0 0-1,-1-1 1,0 0 0,-1-1-1,0 0 1,0-2 0,-1 0 0,0 0-1,-22 6 1,-15 2-160,-88 13-1,58-13-640,74-14 369,-1 0-1,1-1 1,-1 0 0,-11-1-1,19 0 229,0 0 0,1 0 0,-1 0 0,0 0 0,1 0 0,-1-1-1,0 1 1,1-1 0,-1 1 0,0-1 0,1 0 0,-1 1 0,1-1 0,-1 0 0,1 0 0,0 0-1,-1 0 1,1 0 0,0 0 0,0-1 0,0 1 0,-1 0 0,2 0 0,-1-1 0,0 1 0,-1-3-1,2 4-41,-1-1 0,1 0-1,0 1 1,0-1 0,0 1-1,0-1 1,-1 0 0,1 1-1,0-1 1,0 1-1,0-1 1,0 0 0,1 1-1,-1-1 1,0 0 0,0 1-1,0-1 1,0 1 0,1-1-1,-1 0 1,0 1 0,0-1-1,1 0 1,21-11-9678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36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525 0 13605,'0'0'5017,"-4"1"-2738,-9 1-1305,0 1 0,0 0 0,0 1 1,0 1-1,1 0 0,0 1 1,-13 8-1,-80 58 1929,59-38-1898,21-14-987,0 1 0,1 1 1,1 1-1,1 1 0,1 0 0,1 2 1,1 1-1,-23 44 0,36-58-63,1 0 0,0 0 0,0 1-1,1-1 1,1 1 0,0 0 0,1 0 0,1 1 0,0-1-1,1 0 1,1 0 0,0 0 0,0 1 0,2-1 0,0-1-1,0 1 1,1 0 0,1-1 0,0 0 0,1 0 0,12 19-1,2-2-263,1-1 0,1-1 0,2-1 0,1-1 0,0-1 0,2-1 0,31 20 0,108 67-6090,-51-43-1459,-9-10-4202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38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476 0 9317,'-17'58'3791,"2"1"1,-10 83-1,15-86-2080,-1 0-1,-28 78 1,-55 100 84,58-160-1831,-50 72 1,44-78-1342,41-65 1159,-44 67-2456,28-48-538,-2-1-3347,1-6-3964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38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14657,'-27'42'2229,"51"-18"-301,-4 3-408,-7-14-332,11 11-252,16 12-148,-6-12-288,6 3-400,0 6-224,7-3-108,43 34-1096,-43-40-76,7 3-476,-1-6-328,4-3-2701,7 3-3868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38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681 0 9865,'-60'36'2408,"36"-6"-272,11-18-380,-14 3-307,-17 13-313,11-7-284,-1 3-172,-6-3-128,-3-6-272,-4 0-464,-3 0-456,-4-3-752,-3-9-480,0 0-1017,4 0-1183,9 0-3009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39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5 5364,'-22'8'1348,"17"-7"2545,8-2-2904,0-1-874,1 0 0,0 0 1,0 1-1,0-1 0,1 1 1,-1 0-1,0 0 0,0 1 1,1-1-1,-1 1 1,0 0-1,1 0 0,-1 1 1,0-1-1,8 3 0,452 84 1290,-307-54-1254,1391 326-2246,-1455-336 1683,355 90-4403,-254-64 126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45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743 457 2916,'47'-12'2798,"-44"12"-2444,-2-3-159,4-6-818,-3 6 1569,-1-1 0,1 0 0,0 0 0,-1 0 0,0 0 0,2-7 0,6-25 8288,-3 24-9531,-5 9 1953,-3 0-1530,1 1-1,0-1 0,-1 0 1,1 0-1,0 0 0,1 0 0,-1 0 1,0 0-1,1-5 0,0-12-87,4-7-25,1 23-13,-1 2 2,15-41 125,-18 40-137,0 1-1,18-53 115,-19 52-101,1 0-77,31-82 9,-30 77 80,6-3-17,4-3-4,-10 12 2,0-1 13,0 1 1,-1 0-1,1-1 0,-1 1 0,0-1 1,0 1-1,0-1 0,1-4 0,0 2-84,-171 177 1192,25-30 101,30-14-206,-141 205 0,216-273-881,2 2 0,3 2 1,2 1-1,3 1 0,4 1 1,-21 83-1,41-125-113,0 0 1,2 0-1,0 0 0,2 0 0,1 1 1,1-1-1,1 0 0,7 34 0,-6-45-90,1 0-1,0 0 0,2 0 1,-1-1-1,2 0 1,0 0-1,0-1 0,1 0 1,0 0-1,1 0 1,1-1-1,0-1 0,0 0 1,1 0-1,22 15 1,-6-9-204,0-2 0,0-1 0,1 0 0,1-3 0,0 0 0,1-2 1,-1-1-1,2-1 0,-1-1 0,44 0 0,-30-5 74,0-1 0,0-2 0,0-3 1,0-1-1,-1-2 0,67-23 0,-57 11 70,-1-2-1,-2-2 1,70-46 0,124-112-69,-28 10 878,-215 171-624,1 1 0,-1 0 1,1-1-1,-1 1 0,1 0 0,0 0 0,0 0 0,-1 0 1,1 1-1,0-1 0,0 0 0,0 1 0,0-1 0,0 1 0,0 0 1,0-1-1,0 1 0,0 0 0,0 0 0,0 1 0,0-1 0,0 0 1,-1 1-1,1-1 0,0 1 0,0-1 0,0 1 0,0 0 0,2 1 1,-1 0 9,-1 0 0,0 1 1,0-1-1,0 0 0,0 1 1,-1-1-1,1 1 0,0 0 1,-1-1-1,0 1 1,0 0-1,0 0 0,0 0 1,0 0-1,-1 0 0,1 0 1,0 5-1,-1 39 364,-2 0 0,-2-1 0,-13 60 0,13-80-282,-42 187 625,24-125-441,-15 137-1,36-204-289,1 0 0,1 0-1,4 24 1,-4-34-17,1-1 1,0 1-1,1-1 0,1 1 1,-1-1-1,1 0 0,10 15 1,-13-22-22,1-1 0,0 0 0,-1 0 0,1 0 0,0 0 0,0-1 0,0 1 1,1 0-1,-1-1 0,0 1 0,1-1 0,-1 0 0,0 0 0,1 0 0,0 0 0,-1 0 0,1-1 0,-1 1 1,1-1-1,0 0 0,0 1 0,-1-1 0,1 0 0,0-1 0,3 0 0,3-1-21,0 0-1,-1-1 1,1 0 0,-1 0-1,15-9 1,-8 3-24,0-1-1,0-1 1,-1 0 0,-1-1 0,0 0 0,0-1 0,14-20 0,5-12-181,26-49 1,-20 27-231,44-108 0,-65 130 273,-2 0 0,-1-2 0,11-76 0,-23 102 29,0 1 1,-1 0-1,-2-1 1,0 1 0,-1-1-1,0 1 1,-11-37-1,9 46-18,0-1 0,0 2-1,-1-1 1,-1 1 0,0-1 0,0 1-1,-1 1 1,0-1 0,0 1 0,-1 1-1,-1-1 1,1 2 0,-1-1-1,-1 1 1,-10-7 0,5 6-328,1 1 1,-1 0 0,-1 1-1,1 1 1,-1 0-1,-20-2 1,27 5-243,1 1 0,-1 0-1,0 0 1,0 1 0,1 1 0,-1-1 0,0 1 0,0 1 0,1 0 0,-1 0 0,1 0-1,0 1 1,-11 5 0,-7 14-6291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46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10 8741,'1'-1'284,"-1"0"-1,1 1 1,0-1 0,0 0 0,0 1 0,-1-1 0,1 0-1,0 1 1,0-1 0,0 1 0,0 0 0,0-1 0,0 1-1,0 0 1,0-1 0,0 1 0,0 0 0,0 0 0,0 0-1,0 0 1,0 0 0,0 0 0,0 0 0,0 0 0,0 0-1,0 1 1,2 0 0,-1 1 114,-1 1 0,1-1 0,-1 1 0,0-1 0,0 1-1,-1 0 1,1 0 0,0-1 0,-1 6 0,2-1-1032,1 18 872,0 0 0,-2 1 0,-1-1 0,-1 0 0,-1 1 0,-1-1 0,-10 38 0,-5 2 8,-42 99-1,-19-7 136,77-154-283,25-9 77,0 0-134,-1-2-1,0 0 1,0-1-1,19-13 1,54-21 17,-84 39-56,0 0-1,1 1 1,0 1 0,-1 0-1,1 0 1,22 1-1,-27 1-1,0 1-1,-1 0 0,1 0 1,0 0-1,0 1 1,-1 0-1,1 0 1,10 6-1,-13-6 0,-1 0 0,0 0 0,0 1 0,0-1 0,0 1 0,0 0 0,-1 0 0,1 0 0,-1 0 0,1 0 0,-1 0 0,-1 1 1,1-1-1,0 1 0,-1-1 0,1 1 0,-1 0 0,1 4 0,4 26 7,-1 1 1,0 55-1,-6-71-10,0-7 16,0 1 0,2 0 0,1 19 0,-2-31-11,0 0 1,0 0-1,0 0 0,0 0 1,1 0-1,-1 1 0,0-1 1,0 0-1,1 0 1,-1 0-1,1 0 0,-1-1 1,1 1-1,-1 0 0,1 0 1,-1 0-1,1 0 1,0 0-1,-1-1 0,1 1 1,0 0-1,0-1 1,0 1-1,0 0 0,-1-1 1,1 1-1,0-1 0,0 1 1,0-1-1,0 0 1,0 1-1,0-1 0,0 0 1,0 0-1,0 0 0,1 0 1,-1 0-1,0 0 1,0 0-1,0 0 0,0 0 1,0 0-1,0 0 1,0-1-1,0 1 0,0 0 1,0-1-1,0 1 0,0-1 1,1 0-1,27-17 310,-1-1 0,0-1 0,26-26 0,-21 17 135,47-39 195,71-58 28,-120 103-544,1 2 0,1 1-1,38-17 1,-64 34-113,0 0-1,1 0 0,-1 1 1,0 0-1,1 0 0,-1 1 1,1 0-1,-1 0 0,1 1 1,0 0-1,-1 0 1,1 0-1,0 1 0,-1 1 1,1-1-1,-1 1 0,0 1 1,9 3-1,-7-1 0,0 0 0,0 1 0,0 0 0,0 1 0,-1 0 1,-1 0-1,1 0 0,-1 1 0,0 1 0,-1-1 0,0 1 0,8 14 0,11 18 91,-17-28-44,1 1 0,-2 0 0,12 27 0,-18-37 8,0-1 1,0 1-1,0-1 1,0 0-1,1 0 1,0 0 0,0 0-1,0 0 1,0 0-1,0 0 1,0-1 0,1 1-1,-1-1 1,1 1-1,0-1 1,-1 0 0,1 0-1,0 0 1,0-1-1,1 1 1,-1-1 0,0 1-1,0-1 1,4 1-1,-2 0-64,-1 0-1,1 1 0,-1 0 0,0-1 0,0 2 0,0-1 1,0 0-1,-1 1 0,1 0 0,4 6 0,27 49-1369,-19-30-161,-3-5-1255,12 32 0,-8-16-5009,4 3-2299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46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841 120 8849,'-43'-70'6216,"40"66"-5983,-1 0 0,1 0-1,0 1 1,-1-1-1,0 1 1,0 0 0,0 0-1,-1 0 1,1 0-1,0 1 1,-1-1 0,0 1-1,0 1 1,1-1-1,-1 1 1,0-1 0,0 1-1,-1 1 1,1-1-1,-8 1 1,-6 0 87,0 0 0,-1 2 0,1 0 0,-21 5 0,-4 5-145,2 1 0,0 2-1,1 2 1,0 2 0,1 1 0,2 2 0,0 2-1,1 2 1,2 1 0,1 1 0,-32 34 0,54-49-268,0 1 1,-19 27 0,27-35 65,1-1 0,0 1 0,0 0 1,0 1-1,0-1 0,1 0 0,0 1 0,1 0 1,0-1-1,-1 13 0,2-18 24,0 1-1,0-1 1,1 1 0,-1-1 0,0 1-1,1-1 1,0 1 0,-1-1-1,1 1 1,0-1 0,0 0-1,0 1 1,0-1 0,0 0-1,0 0 1,0 0 0,0 1-1,0-1 1,0 0 0,1-1-1,-1 1 1,0 0 0,1 0 0,-1 0-1,1-1 1,-1 1 0,1-1-1,-1 1 1,1-1 0,-1 0-1,1 0 1,0 1 0,-1-1-1,3-1 1,5 2 9,0-1-1,0 0 1,0-1-1,0 0 1,11-3-1,26-9 450,88-39 0,-47 17 674,-60 24-659,-6 2-70,0 1 0,1 1 0,0 1 1,42-6-1,-59 12-352,1-1 0,-1 1-1,1 0 1,0 1 0,-1 0 0,1-1 0,-1 2 0,1-1-1,-1 1 1,0 0 0,1 0 0,-1 0 0,0 1 0,0-1-1,-1 1 1,1 1 0,-1-1 0,1 1 0,-1-1 0,0 1-1,0 0 1,-1 1 0,1-1 0,-1 1 0,3 4 0,4 13-371,0 1 0,-2 0 1,0 0-1,-2 1 1,-1 0-1,4 36 1,-8-52 79,1 9-968,-2 1 0,1 0 0,-2 0 0,-3 20 0,-1 15-6116,6-16-2553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47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19 8085,'3'-1'1123,"22"-8"-461,-16 1 9052,7 17-7827,-14-7-1782,0 0 1,0 0 0,0 0 0,-1 0-1,1 0 1,-1 0 0,1 0-1,-1 1 1,0-1 0,0 1 0,0-1-1,0 1 1,-1-1 0,1 1 0,-1 0-1,1-1 1,-1 1 0,0 0-1,0-1 1,0 1 0,-1 2 0,-6 70 1039,4-53-913,-1 3 15,-2-1 1,0 1 0,-2-1 0,-20 44 0,10-24-9,-16 33 71,-46 72 1,62-116-165,16-30 65,6-6-188,44-40-18,-3-1-1,-1-3 0,50-68 1,-21 24-151,-7 6-67,-47 57 106,2 1 0,1 0 0,1 2 0,48-41 0,-68 64 54,-2 5 22,2 10 12,-1-1-1,0 1 1,-1 0-1,-1-1 1,-1 23 0,0-20 30,1 1 0,1-1 1,0 1-1,4 17 0,1-8-225,1-1 1,1 0-1,18 35 0,-20-47-239,1 0-1,0-1 0,1 0 0,1 0 1,-1-1-1,2 0 0,-1 0 0,18 12 1,20 7-3177,-11-12-1564,13 3-4693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48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38 208 4664,'2'-1'1195,"6"-5"-1326,30-21 8804,-36 23-8257,-1 1 0,0 0 1,0 0-1,0 0 0,0-1 0,0 1 1,-1-1-1,0 1 0,1-5 1,-3-4 278,1-1 1,-2 1 0,0 0 0,0 0 0,-1 0-1,0 1 1,-1-1 0,-1 1 0,-9-16 0,14 25 1203,0 22-1301,0-13-508,0 0-1,1 0 0,1 1 1,1 9-1,6 29-9,-2 1 0,-2 0-1,-2 0 1,-2 0 0,-2 0 0,-2 0 0,-20 90 0,-14-41-123,38-96 44,1-1 1,-1 1 0,0 0-1,0 0 1,0 0-1,0 0 1,1 0-1,-1 0 1,0-1-1,0 1 1,0 0-1,1 0 1,-1 0-1,0 0 1,0 0-1,0 0 1,1 0-1,-1 0 1,0 0-1,0 0 1,1 0-1,-1 0 1,0 0-1,0 0 1,0 0-1,1 0 1,-1 0-1,0 1 1,0-1-1,0 0 1,1 0-1,-1 0 1,0 0-1,0 0 1,0 0-1,0 1 1,1-1-1,-1 0 1,0 0-1,0 0 1,0 0-1,0 1 1,0-1-1,0 0 1,1 0-1,-1 0 1,0 1-1,0-1 1,0 0-1,0 0 1,0 0-1,0 1 1,0-1-1,0 0 1,0 0-1,0 0 1,0 1-1,0-1 1,0 0-1,0 0 1,0 1-1,0-1 1,0 0-1,-1 0 1,1 0-1,0 1 1,0-1-1,27-20 25,33-36-11,-57 53-7,81-82 40,-28 25 85,3 3 1,106-79 0,-133 114-16,73-46 298,-93 61-318,1 1 0,0 0 1,1 0-1,-1 1 0,1 1 0,17-3 0,-27 6-68,0 1 0,1-1 0,-1 1 0,0 0 0,0 0 0,0 0 0,0 0 0,1 1 0,-1 0 0,0-1 0,0 2 0,0-1 0,0 0 0,0 1 0,-1 0 0,1 0 0,0 0 0,-1 0 0,1 1 0,-1-1 1,0 1-1,0 0 0,0 0 0,0 0 0,0 0 0,-1 0 0,0 1 0,1-1 0,-1 1 0,0 0 0,-1 0 0,1-1 0,-1 1 0,2 5 0,0 5 53,0 0 1,-1-1-1,-1 1 0,0 0 0,-1 0 1,0 0-1,-1-1 0,-1 1 1,-4 16-1,-18 55-71,-4-1 0,-76 159 0,1-7-241,96-217-320,1 1 0,0-1-1,2 2 1,0-1 0,-1 25 0,4-37 43,1 1 0,0 0 0,1 0 0,0-1 0,0 1 0,1-1 0,0 1 0,0-1 0,1 0-1,1 1 1,-1-1 0,1-1 0,0 1 0,1-1 0,5 8 0,29 24-6350,10-2-4486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48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701 1100 12409,'-125'12'4419,"106"-9"-3626,1 1-1,0 0 1,0 2 0,0 0-1,0 1 1,1 1-1,0 1 1,1 0-1,0 1 1,-18 15 0,-21 19 928,-67 73 0,75-71-1185,30-29-377,1-1-1,0 2 0,2 0 1,0 1-1,1 0 0,1 1 1,1 0-1,-14 35 0,24-54-156,1 1 0,-1-1-1,0 1 1,1-1 0,0 1-1,-1-1 1,1 1 0,0-1-1,0 1 1,-1-1 0,1 1-1,1-1 1,-1 1 0,0-1 0,0 1-1,0 0 1,1-1 0,-1 0-1,1 1 1,-1-1 0,1 1-1,0-1 1,-1 1 0,1-1-1,0 0 1,0 0 0,0 1 0,0-1-1,0 0 1,0 0 0,1 0-1,-1 0 1,0 0 0,0 0-1,1-1 1,-1 1 0,0 0-1,1-1 1,-1 1 0,1-1 0,1 1-1,3 0-28,-1 0-1,1 0 0,-1-1 1,1 0-1,0 0 1,-1-1-1,1 1 1,0-1-1,-1-1 0,1 1 1,5-3-1,14-6-128,-1-2 0,0 0-1,-1-2 1,-1 0 0,0-2 0,-1 0-1,30-31 1,-3-3-397,75-103-1,-75 81 308,-3-2-1,47-104 1,-21 4 93,35-136 99,-36 48 677,-49 165-208,6-50 935,-45 178 48,-4 30-919,2 1-1,-20 107 1,21-78-321,-156 543-889,113-446-1778,-17 43-3667,77-226 5969,-6 14-1480,0 0 1,2 1 0,0 0-1,1 0 1,-3 33 0,11 21-8356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49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932 0 14141,'-9'7'572,"0"0"-1,0 1 0,1 0 1,-13 16-1,18-19-299,-1 1 1,1 0-1,0 0 1,1 0-1,-1 0 1,1 0-1,0 0 1,1 1-1,0-1 1,-1 8-1,-35 278 7402,-22-3-3683,-59 77-3151,84-287-751,-2-2 0,-71 109 0,-162 174-4253,202-275 3009,22-32-1420,4-6-1596,17-13-2431,12-13-4514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49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 1 10761,'65'45'3441,"-51"-37"-2738,-1 0 1,0 1-1,0 1 0,-1 0 1,0 1-1,-1 0 0,13 16 0,-12-10-276,-1 0-1,-1 1 1,0 0-1,-2 1 1,0 0-1,-1 0 1,9 38-1,-15-49-357,0 1 0,0-1 0,0 1 0,-1-1 0,-1 1 0,0-1 0,0 1 0,0-1 0,-1 1 0,0-1 0,-1 0 0,0 0-1,0 0 1,-1 0 0,0-1 0,0 1 0,-1-1 0,1 0 0,-2-1 0,1 1 0,-11 9 0,1-4-21,0 0-1,-1-1 1,0-1-1,0-1 1,-1 0-1,-1-1 1,1-1 0,-1-1-1,-21 5 1,-30 4-366,-76 8 0,127-21 162,-30 4-1390,-74-2 0,10-14-7079,65 2-1115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49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0 191 13789,'5'3'508,"-1"-1"0,0 1-1,1 0 1,-1 1 0,0-1-1,-1 1 1,1-1 0,-1 1-1,5 6 1,27 47 1776,-20-30-1604,-4-8-424,-1 0 1,0 1-1,-2 0 1,-1 1-1,0 0 1,6 37-1,-10-42-203,-2-1-1,1 1 1,-2 0 0,0 0 0,-1 0-1,-1 0 1,0 0 0,-1-1-1,-1 1 1,-6 19 0,-19 38 240,28-70-255,4-4-10,16-7-2,-1-2-1,0 1 0,-1-2 1,0 0-1,-1-2 1,17-15-1,-3 4 5,526-341-348,-548 360 294,415-229-712,-405 225 693,0 0 0,1 1 0,23-5 1,-41 12 43,0 1 0,0 0 0,-1-1 0,1 1-1,0 0 1,0 0 0,0 0 0,0-1 0,0 1 0,0 0 0,0 0 0,0 1 0,0-1 0,0 0 0,0 0 0,0 0 0,0 1 0,0-1 0,0 0 0,-1 1-1,1-1 1,0 1 0,0-1 0,0 1 0,0-1 0,-1 1 0,1-1 0,0 1 0,-1 0 0,1 0 0,0-1 0,-1 1 0,1 0 0,-1 0 0,1 0-1,-1 0 1,0-1 0,1 1 0,-1 0 0,0 0 0,0 0 0,1 0 0,-1 0 0,0 0 0,0 0 0,0 0 0,0 0 0,0 0 0,0 0 0,0 0 0,-1 0-1,1 0 1,-1 1 0,0 6 57,-1-1 1,0 1-1,0 0 0,0-1 0,-5 9 0,-6 10 215,-89 197 1517,80-167-1400,2 0 0,-14 66-1,23-70-170,2 0 0,-5 96 0,14-131-196,0 1 0,2 0-1,0-1 1,1 1 0,1-1-1,0 0 1,1 0 0,1 0 0,1-1-1,0 0 1,1 0 0,13 19 0,-11-21-49,0 0 0,1-1 0,1-1 0,0 0 0,27 21 1,-32-28 22,1 0 1,-1-1-1,1 1 0,0-2 1,1 1-1,-1-1 1,0-1-1,1 1 1,0-1-1,0-1 0,-1 0 1,1 0-1,0 0 1,12-2-1,-11 0 0,1 0-1,-1-1 1,0-1-1,0 1 1,-1-2 0,1 1-1,-1-1 1,1-1-1,-1 1 1,0-2-1,-1 1 1,1-1-1,-1-1 1,-1 1-1,1-1 1,12-15 0,-10 7-16,0 0 0,0-1 0,-2-1 1,0 1-1,7-21 0,24-92-450,-36 116 398,10-38-425,-3-1 0,7-87 0,-15 108 48,-2 0 0,-1 1 0,-2-1 0,0 0 0,-17-59-1,14 72-143,-1 0-1,-1 0 1,0 0-1,-2 1 0,-21-31 1,21 35-956,-1 0-1,0 1 1,-1 1 0,-16-14 0,-15-3-7197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5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30 194 13253,'-1'3'290,"1"1"0,0-1-1,0 1 1,0-1-1,0 1 1,0-1 0,1 1-1,0-1 1,-1 1 0,1-1-1,1 1 1,-1-1 0,0 0-1,4 6 1,-3-4 36,1 0-1,-1 1 1,0-1 0,-1 1-1,1 0 1,0 7 0,-3 10 28,0-1 0,-2 0 0,0 0 0,-2 0 0,0 0 0,-2 0 0,-10 22 0,8-17-178,8-25-140,1 1-1,-1-1 1,0 1 0,1-1 0,0 1-1,-1 0 1,1-1 0,0 1-1,0 0 1,1-1 0,0 4 0,-1-6-29,0 1 1,0-1-1,0 0 1,0 1-1,0-1 1,0 0-1,1 1 1,-1-1-1,0 0 1,0 1-1,0-1 1,1 0-1,-1 0 1,0 1-1,1-1 1,-1 0-1,0 0 1,0 1-1,1-1 1,-1 0-1,0 0 1,1 0-1,-1 0 1,1 1-1,-1-1 1,1 0-1,13-8-57,43-37 85,108-68 0,-74 55-18,-85 54-26,1 0-1,-1 1 1,1 0 0,11-4-1,-7 4-3,-10 2 11,0 1 0,1 0 1,-1 0-1,0 0 0,0 0 0,0 0 0,0 0 0,0 0 1,0 0-1,0 0 0,1 1 0,-1-1 0,0 0 1,0 1-1,0-1 0,0 1 0,0-1 0,0 1 0,1 0 1,3 2-2,-2-2 4,0 0-1,1 1 0,-1-1 0,0 1 0,0 0 0,1 0 1,-1 0-1,-1 0 0,1 1 0,0-1 0,-1 1 0,1-1 0,-1 1 1,3 4-1,0 3-7,1 0 0,-2 0 0,5 16 0,1 1 9,14 47-2,-16-46-55,14 34-1,-21-58 54,1 0 0,0 0 0,0 0 0,1 0-1,-1-1 1,1 1 0,0-1 0,0 0-1,0 0 1,0 0 0,0 0 0,1 0-1,-1-1 1,1 1 0,0-1 0,0 0-1,0 0 1,0-1 0,0 1 0,0-1 0,0 0-1,1 0 1,-1 0 0,8 0 0,5-1 2,0-1 1,0-1-1,0 0 1,0-1-1,17-6 1,18-3 5,3-2 16,-49 12-23,1 0-1,-1-1 1,1 2-1,-1-1 1,1 1-1,0 0 1,0 1-1,-1-1 0,1 1 1,0 1-1,0-1 1,12 4-1,-18-4-4,0 1 0,0 0-1,0-1 1,0 1 0,0 0-1,-1-1 1,1 1 0,0 0-1,-1 0 1,1 0 0,-1 0-1,1 0 1,-1 0 0,1 0-1,-1 0 1,1 0 0,-1 2-1,2 1-23,49 67-1310,-49-69 1105,15 4-158,-13-6 362,1 1 0,-1-1 1,0 1-1,1-1 1,-1-1-1,0 1 1,0 0-1,1-1 0,-1 0 1,0 0-1,8-3 1,42-24-134,-27 13 99,134-54-90,-60 27-69,71-30-520,-37 17-250,193-111 1,54-80 1667,-378 243-495,1 0 0,-1 1 1,0 0-1,1 0 0,0 0 0,7-2 0,-12 4-154,1 0 1,-1 0-1,0 0 0,1 0 0,-1 0 0,0 0 0,0 0 0,1 0 0,-1 0 0,0 0 0,1 0 1,-1 0-1,0 0 0,0 1 0,1-1 0,-1 0 0,0 0 0,0 0 0,1 0 0,-1 0 1,0 1-1,0-1 0,0 0 0,1 0 0,-1 0 0,0 1 0,0-1 0,0 0 0,0 0 0,1 1 1,-1-1-1,0 0 0,0 0 0,0 1 0,0-1 0,0 0 0,0 1 0,0-1 0,0 0 0,0 0 1,0 1-1,0-1 0,0 0 0,0 1 0,0-1 0,0 0 0,0 0 0,0 1 0,0-1 1,0 0-1,-1 0 0,1 1 0,0-1 0,-5 11 519,-1 0 1,0-1 0,-12 17-1,7-11-234,-214 334 6275,15 11-3684,-56 114-2784,28-55-847,223-388-1563,0 1 0,-16 55-1,27-59-2455,7-12-1184,4 7-5625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50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1 9913,'35'19'777,"-24"-13"-430,0 0 1,-1 0 0,0 1 0,0 0 0,-1 0 0,0 1-1,0 1 1,0 0 0,8 12 0,-8-10 128,0 0 633,0 2 0,14 25 0,-21-36-969,-1 1 0,0 0-1,0 0 1,0 0 0,0 0 0,0 0 0,0 0 0,-1 0-1,1 0 1,-1 0 0,0 0 0,0 0 0,0 0-1,0 0 1,-1 0 0,1 1 0,-1-1 0,0 0 0,0-1-1,-2 7 1,-2-3-48,0 1 0,0-1 0,0 0 0,-1-1 0,0 1 0,0-1 0,0 0 0,0 0 0,-1-1 0,0 0 0,0 0 0,0-1-1,-1 0 1,-12 4 0,-12 2 94,0-2 0,-42 5 0,35-7-62,6 1-365,-65 7-1148,50-12-2068,2-8-3522,23 1-939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51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82 6997,'80'-62'2575,"-47"44"-158,-29 17-293,-3 4-195,-1-3-1854,1 9 448,0 1-1,0-1 1,-1 0 0,0 0-1,-1 1 1,0-1 0,-3 12 0,-47 273 4862,-61 172-3172,77-325-2747,7-7-732,-17 60-2987,23-132 1926,11-35-125,2 2 0,-7 32-1,9 24-6723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51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13561,'214'90'2020,"-127"-54"-399,-3 10-505,6-7-772,-2 0-1056,5 3-1061,21 6-2967,3-2-3713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08:51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6 9213,'-17'-6'6516,"37"9"-8788,0-3-1624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07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325 994 13161,'-4'-3'826,"-12"-12"10482,13 16-9593,-28 9 1450,28-4-1784,2 33-1221,-3 1 1,-1-1 0,-18 72 0,-49 115 232,39-133-306,-23 110 1,15-45-88,9-38 0,43-152 0,22-45 0,19-46 0,99-307 0,-61 177 0,93-249 0,32 11 0,-208 477 0,1 0 0,0 1 0,0 0 0,21-24 0,-28 35 0,1 0 0,-1 0 0,1 1 0,0-1 0,0 1 0,-1-1 0,1 1 0,0-1 0,0 1 0,1 0 0,-1 0 0,0 0 0,0 0 0,0 1 0,1-1 0,-1 0 0,0 1 0,1 0 0,-1 0 0,0-1 0,1 1 0,-1 0 0,1 1 0,-1-1 0,0 0 0,1 1 0,-1 0 0,0-1 0,0 1 0,1 0 0,-1 0 0,0 0 0,0 0 0,0 0 0,0 1 0,0-1 0,0 1 0,-1-1 0,1 1 0,0 0 0,1 2 0,3 4 0,1 0 0,-2 0 0,1 1 0,-1 0 0,0 0 0,-1 0 0,0 1 0,0-1 0,3 17 0,0 11 0,4 49 0,-8-60 0,26 427 0,-24 4 0,2 74 0,3-88 0,-7-402-1036,1 1 1,13 50-1,-16-86 859,-1-2-303,1-1 0,0 0 0,0 1-1,0-1 1,0 0 0,1 0 0,-1 0-1,1 0 1,0 0 0,-1 0 0,5 4-1,-5-7 256,-1 1 0,1-1 0,0 0 0,-1 1 0,1-1-1,0 0 1,0 1 0,-1-1 0,1 0 0,0 0 0,0 1-1,0-1 1,-1 0 0,1 0 0,0 0 0,0 0-1,0 0 1,-1 0 0,1-1 0,0 1 0,0 0 0,0 0-1,-1 0 1,1-1 0,0 1 0,0 0 0,-1-1-1,1 1 1,0-1 0,-1 1 0,1-1 0,-1 1 0,1-1-1,0 1 1,-1-1 0,1 0 0,-1 1 0,0-1 0,1 0-1,-1 1 1,1-1 0,-1 0 0,1 0 0,18-33-10604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07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84 595 14621,'-80'-6'5613,"77"6"-1471,23-15-1414,-4 6-2411,0 0-1,0 0 0,1 2 0,23-8 0,82-19-108,-50 16-342,163-45-1100,183-54-1761,2-24-1715,-139 42-3215,-132 47-986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07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503 871 12449,'55'-43'1940,"-3"-2"-1,-1-2 1,56-67 0,-86 88-1476,18-21 782,-2-2 0,-2-2 0,39-77 0,55-164 3551,-114 263-4111,-20 48 172,-5 23-489,-32 193-36,9-38-265,-59 247-68,-112 652 0,172-840 0,-1 282 0,33-532-14,0 11-592,0 1 0,6 33 0,-5-47 492,0-1 0,0 1 0,0 0-1,0-1 1,0 1 0,1-1 0,-1 1 0,1-1 0,0 0 0,0 0 0,1 0 0,-1 0 0,0 0 0,1 0 0,0 0 0,0-1 0,0 1-1,0-1 1,6 3 0,-9-4 41,1-1-1,0 0 0,0 1 1,0-1-1,0 0 0,0 0 1,0 0-1,0 0 1,0 0-1,0 0 0,0 0 1,0 0-1,0 0 0,0 0 1,0 0-1,0 0 0,0-1 1,0 1-1,-1 0 0,1-1 1,0 1-1,0-1 1,0 1-1,0-1 0,0 0 1,2-1-55,-1-1 0,0 1 1,0-1-1,0 1 0,0-1 1,-1 0-1,1 0 1,1-3-1,1-5-204,0 1 0,-1-1 1,-1 1-1,3-21 0,-3 4 178,-2 0 1,0 0 0,-2 0-1,-2 0 1,0 0-1,-2 1 1,0-1-1,-2 1 1,-1 1 0,-1-1-1,-1 2 1,-2-1-1,0 2 1,-1 0 0,-1 0-1,-2 2 1,-32-35-1,1 12 472,-1 1 0,-78-48 0,-117-56 1597,243 146-1892,-18-9 245,1 0-1,1-2 1,0 0-1,-19-16 0,34 26-249,0 0 0,0 0 0,0 0 0,0 0 0,1 0 0,-1 0 0,0 0 0,1-1 0,0 1 0,0-1 0,-1 1 0,1-1 0,1 1 0,-1-1 0,0 1 0,1-1 0,-1 0 0,1 1 0,0-1 0,0 0 0,0 0 0,0 1 0,0-1 0,0 0 0,1 1 0,0-1 0,-1 0 0,1 1 0,0-1 0,0 1 0,0-1 0,1 1 0,-1 0 0,1-1-1,-1 1 1,4-4 0,5-4-127,1 1 0,0 0 1,0 0-1,1 1 0,24-12 0,307-136-3274,18 27-979,-158 59 1612,-9-1-1899,0 1-2633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08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348 12 12561,'-15'1'612,"10"0"-255,0 0 1,0-1-1,0 0 0,0 0 0,-1 0 0,1-1 0,0 0 0,0 0 1,0 0-1,0-1 0,0 1 0,-5-3 0,8 3-114,-1 0-1,1 1 0,-1-1 1,1 1-1,0-1 0,-1 1 1,1 0-1,-1 0 1,1 1-1,-1-1 0,1 0 1,-1 1-1,1-1 0,0 1 1,-1 0-1,1 0 1,0 0-1,-1 0 0,1 0 1,0 0-1,0 1 0,0-1 1,0 1-1,0-1 0,1 1 1,-1 0-1,0 0 1,1 0-1,-1 0 0,1 0 1,0 0-1,-1 0 0,0 5 1,-5 6 597,1 1 0,1 0 0,0 0 0,-3 21 0,1-7-687,-71 342 1520,31 7-989,35-190-1463,-3 268-3595,21-401 197,4-19-4633,0-11-2833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08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0 478 14317,'40'-31'2747,"-31"23"-2187,1 0-1,1 0 0,-1 1 0,1 0 0,22-9 0,112-43 1661,34-11-1256,-122 50-839,-1-3-1,-1-2 0,-1-2 0,-2-3 0,55-40 0,-96 60-160,0 0 0,17-23 0,-15 18 40,-36 14 322,12 4-136,1 0 0,0 0 0,0 1 0,0 0 0,0 1 0,1 0 0,0 1 0,0 0 0,-12 9 0,-74 73 1268,81-73-1221,8-10-152,-28 28 673,-54 69 0,81-92-672,0 1 1,0-1-1,1 1 1,0 1-1,1-1 0,0 1 1,1-1-1,0 1 1,1 1-1,0-1 1,1 0-1,-1 16 0,3-22-100,0 1 0,1-1 0,0 0 0,0 1 0,0-1 0,1 0 0,0 0 0,0 0 0,0 0 0,1 0 0,0 0 0,0-1 0,0 1 0,6 5 0,-3-4-113,0-1-1,1 0 1,0 0 0,0-1 0,0 0-1,0 0 1,1-1 0,0 1 0,10 2-1,14 4-550,0-3-1,0 0 1,1-2-1,45 2 1,-9-3-1401,1-4 1,74-7 0,42-18-6453,-107 10 267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08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0 271 14937,'0'0'3952,"1"4"-2329,50 143 3130,-29-84-4038,-14-36-594,-1-1-1,-1 1 0,-1 0 0,-1 1 0,-2-1 1,-1 1-1,-1-1 0,-1 1 0,-1-1 1,-2 0-1,-1 0 0,-1 0 0,-1 0 0,-1-1 1,-18 39-1,23-57 104,0-1 0,1 1 0,0 0 0,-1 11 0,2-16-141,27-10 662,-11-1-615,0-1 0,0-1 0,-1 0 0,0-1 0,18-19 0,60-72-455,-68 74 22,107-127-2046,155-176-4291,-82 121-2763,-98 112 775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09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62 13053,'0'-12'739,"-1"-19"489,1 30-1105,0 0-1,0 0 1,-1 0-1,1 0 1,-1 1 0,1-1-1,-1 0 1,1 0-1,-1 0 1,1 1-1,-1-1 1,1 0 0,-1 0-1,0 1 1,0-1-1,1 1 1,-1-1 0,0 0-1,0 1 1,0 0-1,0-1 1,0 1-1,1-1 1,-1 1 0,0 0-1,0 0 1,-2-1-1,-1 1-350,-11 0 4451,15 1-3993,-1 0-1,1 0 1,-1 0-1,1 0 0,-1 0 1,1 0-1,0 0 1,0 0-1,0 0 1,0 0-1,-1 0 0,1 1 1,0-1-1,1 0 1,-1 0-1,0 0 1,0 0-1,0 0 0,1 1 1,10 58 1664,-3-21 24,4 70 1,-15 144-1919,-1-64 0,2-118-41,0-46-190,1 1 1,2-1-1,0 1 0,10 48 0,-7-59-686,0-1-1,1 0 1,1-1-1,1 1 1,11 18-1,-9-19-2664,1 0 0,15 16 0,-9-13-8755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09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13 14261,'-37'-3'3009,"14"-3"-621,-1 3 2032,8 3-3568,-5 0-472,32 12-1004,-1-3-220,6 6-628,21 3-704,-20-12-588,16 12-2401,24 16-4116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09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8 327 14393,'-2'-6'469,"1"1"-1,0-1 0,0 0 1,0 0-1,0-1 0,1 1 0,0 0 1,0 0-1,1 0 0,-1 0 1,1 0-1,1 0 0,-1 0 1,1 0-1,0 1 0,1-1 1,-1 1-1,1-1 0,6-8 1,3-2-37,0-1 1,1 2-1,1 0 1,1 1 0,0 0-1,0 1 1,2 1 0,-1 0-1,2 1 1,-1 1-1,1 1 1,1 1 0,0 0-1,0 1 1,0 1 0,33-5-1,-42 9-366,0 2 0,0-1 0,0 1 0,0 1 0,0 0 0,0 0 0,0 1 0,0 1 0,0-1 0,0 1 0,-1 1 0,17 8 0,-15-5-30,-1 0 0,0 1 0,0-1 1,-1 2-1,0 0 0,0 0 0,-1 0 0,0 1 0,8 14 0,-2 3-80,0 1 0,-2 0-1,-1 1 1,-1 0-1,-1 1 1,-2 0 0,6 50-1,0 31-285,24 152-429,-37-261 758,1 0 0,-1 0 0,0 0 1,1-1-1,-1 1 0,1 0 0,0 0 0,0 0 0,-1-1 1,1 1-1,0 0 0,0-1 0,1 1 0,-1-1 1,0 1-1,0-1 0,1 0 0,-1 1 0,1-1 0,-1 0 1,1 0-1,0 0 0,3 1 0,-3-1 7,1-1-1,-1 0 1,1 0 0,-1 0-1,1-1 1,-1 1 0,1 0-1,-1-1 1,1 0 0,-1 1-1,0-1 1,1 0-1,-1 0 1,0-1 0,4-1-1,8-7 67,-1-1 0,0 0 0,-1-1 0,14-16 0,8-16 85,-2-2-1,-2-2 1,33-68 0,-19 34-103,24-45 72,45-77-72,-112 201-57,1 0 1,0 0-1,0 0 1,1 0-1,-1 1 1,1-1 0,-1 0-1,1 1 1,0 0-1,0-1 1,0 1-1,0 0 1,0 1-1,0-1 1,0 1 0,1-1-1,4-1 1,-5 3 6,0 0 1,0 0-1,0 0 1,0 1-1,0-1 1,0 0 0,0 1-1,0 0 1,0 0-1,0 0 1,0 0-1,-1 0 1,1 1-1,0-1 1,-1 1-1,4 2 1,4 5 6,0 1-1,-1 0 0,0 0 1,-1 0-1,0 1 1,-1 0-1,8 15 1,4 11 36,-2 1 1,-1 0-1,-2 1 0,17 79 0,-26-90-21,-1 0 0,-1 0 0,-2 0 0,-1 0 0,-1 1 0,-1-1 0,-1 0 0,-9 33 0,6-41-25,-1-1-1,-1 0 1,-1-1-1,-1 0 1,0 0-1,-1-1 1,-1 0-1,0-1 1,-1 0-1,-1-1 1,-1 0-1,-18 14 1,-2-2-8,-2-1 0,-1-2 0,-1-1 0,-61 25 1,82-40-102,-2 1-181,0 0-1,-28 6 1,40-13-331,0 0-1,-1-1 1,1-1 0,0 1-1,-15-2 1,21 1 426,0 0-1,0 0 1,0-1 0,0 1-1,0 0 1,0-1-1,0 0 1,0 1 0,0-1-1,-4-2 1,5 2 62,1 0-1,-1 0 1,0-1-1,0 1 1,1 0 0,-1 0-1,0-1 1,1 1-1,-1 0 1,1 0 0,0-1-1,-1 1 1,1-1-1,0 1 1,0 0-1,0-1 1,0 1 0,0-1-1,0 1 1,1-3-1,0-1-464,0-1 0,0 1 0,0-1 0,1 1-1,0-1 1,0 1 0,0 0 0,1 0-1,0 0 1,0 0 0,0 0 0,0 1 0,1-1-1,0 1 1,8-8 0,39-32-9987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0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3324,'-30'21'-36,"6"-30"-944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0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25 13637,'-20'-20'3027,"12"15"448,7 5-3307,-1 0-1,1 0 1,-1 1 0,1-1 0,-1 0-1,1 0 1,-1 1 0,1-1 0,0 1-1,-1 0 1,-1 1 0,-7 2 5039,9 2-3347,-50 307 738,9-87-1648,-11 208-950,48-394-1094,2 0 0,1 0-1,2 0 1,2 0 0,2 0 0,1 0 0,16 56 0,-8-39-9607,2-19 372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1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1104 15641,'42'-3'2752,"0"-1"0,68-17-1,-40 7-1669,394-70 1697,327-61-1885,-388 76-2837,-403 69 1943,35-3-758,-35 3 749,0 0-1,0 0 1,0 0 0,0 0 0,0 0 0,1 0 0,-1 0-1,0 0 1,0 0 0,0 0 0,0 0 0,0 0 0,0 0-1,1 0 1,-1 0 0,0 0 0,0 0 0,0 0 0,0 1-1,0-1 1,1 0 0,-1 0 0,0 0 0,0 0 0,0 0-1,0 0 1,0 0 0,0 0 0,0 0 0,0 1 0,0-1-1,1 0 1,-1 0 0,0 0 0,0 0 0,0 0 0,0 1-1,0-1 1,0 0 0,0 0 0,0 0 0,0 0 0,0 0-1,0 0 1,0 1 0,0-1 0,0 0 0,0 0 0,0 0-1,-14 12-336,-22 7-52,-1-1-1,-57 18 1,15-5 139,39-15 156,-31 13-90,1 2 0,-78 49-1,144-78 180,1 1 0,-1-1 0,1 1 0,-1 0 0,1 0 0,-5 6 1,7-8 12,1 0 0,0-1 0,-1 1 0,1 0 0,0 0 0,0-1 0,-1 1 0,1 0 0,0 0 0,0-1 0,0 1 0,0 0 0,0 0 0,0-1 0,0 1 0,0 0 1,0 0-1,1-1 0,-1 1 0,0 0 0,0 0 0,1-1 0,-1 1 0,0 0 0,1-1 0,-1 1 0,1 0 0,-1-1 0,0 1 0,1-1 0,0 1 0,-1-1 1,1 1-1,-1-1 0,1 1 0,0-1 0,-1 1 0,1-1 0,0 0 0,-1 1 0,1-1 0,0 0 0,0 0 0,-1 0 0,1 0 0,0 1 0,0-1 0,9 2 8,0 0 0,-1 0-1,1-1 1,13 1-1,6 0 11,101 10 151,26 4 13,-134-12-154,0 1 1,-1 1-1,0 1 0,0 1 1,24 13-1,-23-9-6,-1 0 0,-1 1-1,0 1 1,0 2 0,-2-1 0,0 2-1,23 27 1,49 61 129,-87-101-70,1 0-1,0 0 0,1 0 1,-1 0-1,1-1 0,-1 0 1,1 0-1,0 0 0,0-1 1,1 1-1,-1-1 1,0 0-1,1-1 0,-1 1 1,1-1-1,-1 0 0,1-1 1,0 1-1,-1-1 1,1 0-1,0-1 0,-1 1 1,1-1-1,0 0 0,-1 0 1,1-1-1,-1 0 0,0 0 1,1 0-1,4-3 1,4-3 87,1 0 1,-1-1-1,-1 0 1,0-2 0,0 1-1,-1-1 1,0-1-1,-1 0 1,13-18 0,25-45 75,-3-2 0,-4-1 0,49-125 0,68-262-143,-142 410-78,-2 10-41,59-225-49,-71 255 62,-2 1 0,1-23 0,-2 33-3,-2 5 35,-1 0 0,1 1-1,0-1 1,0 0 0,0 1 0,1-1-1,-1 1 1,0-1 0,1 1-1,-3 2 1,-1 3 16,0 0 0,0 0 0,0 0 1,1 1-1,0-1 0,0 1 0,-3 12 0,-16 67 208,14-50-153,-25 110 225,6 1-1,-13 218 1,39-329-298,1 0 0,2 0 0,2 0 0,2 0 0,1 0 0,17 58 0,-18-81-10,1 1-1,0-1 1,1 0-1,0-1 1,1 1-1,0-2 1,1 1-1,1-1 1,0 0-1,1-1 1,0 0-1,0-1 1,1-1-1,1 1 1,0-2-1,0 0 1,0 0-1,23 8 1,-15-9-42,-1-1 1,1-1 0,0-1 0,0-1 0,0-1-1,1-1 1,-1 0 0,1-2 0,-1-1 0,0 0 0,0-2-1,0 0 1,22-8 0,-11 2-26,0-2 1,-1-1-1,0-2 1,-1-1-1,-1-1 0,0-2 1,38-33-1,-37 25 16,-1-2 0,-2-2 0,-1 0 0,-1-1 0,-2-2 0,-2-1 0,0 0 0,-3-1 0,-1-1 0,16-51-1,-18 40 19,-2 0 0,-3-1-1,-1 0 1,-3-1 0,-2 0-1,-2 0 1,-2 0-1,-7-51 1,1 57 1,-16-58-1,17 83 46,-1 0-1,-1 1 0,-1-1 0,0 2 1,-15-24-1,22 41-7,1-1 0,0 1-1,-1-1 1,1 0 0,0 1 0,-1-1 0,1 1 0,-1-1 0,1 1 0,-1 0 0,1-1 0,-1 1-1,1 0 1,-1-1 0,1 1 0,-1 0 0,0-1 0,1 1 0,-1 0 0,0 0 0,1 0 0,-1 0-1,1-1 1,-1 1 0,0 0 0,1 0 0,-1 0 0,-1 1 0,1-1 1,-1 1 0,1 0 0,0-1-1,0 1 1,-1 0 0,1 0 0,0 0 0,0 0 0,0 0 0,0 0 0,0 0 0,-1 2-1,-1 3 39,0-1 0,0 1 0,0 0-1,-4 11 1,4 5 56,0 0 0,2 0-1,0 0 1,1 1-1,1-1 1,5 26 0,-1-1 33,75 479 614,-70-476-759,2-1-1,3-1 1,1 0 0,3-1-1,1-1 1,3 0-1,44 66 1,-55-96-20,1 0 1,0-1-1,1-1 0,1-1 0,0 0 1,1 0-1,0-2 0,1 0 0,0-1 1,1 0-1,0-2 0,0 0 1,1-1-1,0-1 0,0 0 0,1-2 1,-1 0-1,1-1 0,0-1 0,0-1 1,0-1-1,0-1 0,0-1 0,0 0 1,-1-1-1,1-1 0,-1-1 1,0-1-1,0-1 0,0 0 0,19-12 1,26-18 292,98-75 1,-136 93-260,-17 14-16,-8 8 0,-8 11 0,6-12 0,-92 132 0,85-120-1269,0 0 0,2 0 0,0 1 0,1 0 0,0 0 0,1 0 0,-4 27 0,7-18-6061,6-3-4971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1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13657,'57'12'1936,"-44"-6"1397,17-3-3145,-6 0-668,-4 15-384,13 9-468,-2-6-321,-1 0-2611,-3 4-3273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2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81 194 10517,'-2'0'169,"1"0"-1,-1 1 1,1-1-1,-1 0 1,1 0-1,-1 0 1,1 0-1,-1 0 1,1 0 0,-1 0-1,0 0 1,1-1-1,-1 1 1,1 0-1,0-1 1,-1 0-1,1 1 1,-1-1 0,1 0-1,0 0 1,-1 1-1,1-1 1,-2-2-1,0-1 337,0 0 0,1 0 0,-1 0 0,1-1 0,0 1 0,-2-6 0,0 0 127,-16-54 4825,21 61-5247,-1 0 0,1 0 0,0 0 0,1 0 0,-1 0 0,1 0 0,-1 0 0,1 0 0,0 1 0,2-4 0,-3 5-8,-1 1-192,0 0 0,0 0 0,0 0 1,0 0-1,0-1 0,0 1 0,0 0 0,0 0 1,0 0-1,0 0 0,0-1 0,1 1 0,-1 0 1,0 0-1,0 0 0,0 0 0,0 0 1,0 0-1,0 0 0,1-1 0,-1 1 0,0 0 1,0 0-1,0 0 0,0 0 0,0 0 0,1 0 1,-1 0-1,0 0 0,0 0 0,0 0 0,0 0 1,1 0-1,-1 0 0,0 0 0,0 0 0,0 0 1,0 0-1,1 0 0,-1 0 0,0 0 1,0 0-1,0 0 0,0 0 0,0 0 0,1 1 1,-1-1-1,8 2 79,-1 0 0,1 1 0,-1 0 0,0 0 0,0 1 0,0 0 0,0 0 0,-1 1 0,0 0 0,1 0 0,-2 0 0,1 1 0,9 12 0,-5-4-35,-1 0 1,-1 0 0,0 1-1,-1 0 1,0 1-1,4 16 1,2 10-76,30 85-1038,-37-112 806,1 0-1,1 0 1,0-1-1,1 0 1,18 23-1,-21-32 216,0 1-1,0-2 1,1 1-1,-1-1 1,1 0-1,0 0 1,1-1-1,-1 0 1,0 0-1,1-1 1,0 0 0,-1 0-1,1-1 1,0 1-1,14-1 1,11-1 186,1-1 0,42-7 0,-61 6-27,189-33 853,-130 20-751,0 4 0,1 2 1,79 1-1,-31 17-29,-76-4-149,0-3 0,0-1 0,63-7 1,-96 3-40,0 0 1,0-1 0,0 0-1,-1-1 1,15-8 0,-17 8-4,0 0 6,-1-1 0,0 0 0,0 0 1,0-1-1,-1-1 0,0 1 0,-1-1 0,0-1 1,0 0-1,-1 0 0,0 0 0,0-1 0,-1 0 0,0-1 1,-1 1-1,-1-1 0,1 0 0,-2 0 0,1 0 0,-1-1 1,-1 1-1,0-1 0,-1 0 0,0 1 0,-1-1 1,0 0-1,-1 0 0,0 1 0,-1-1 0,0 1 0,-1-1 1,-1 1-1,1 0 0,-2 0 0,1 0 0,-1 1 0,-13-20 1,15 26-13,0 1 1,0 0 0,0-1 0,0 1-1,0 0 1,-1 1 0,1-1 0,-1 1-1,0-1 1,1 1 0,-1 0 0,0 0-1,-1 1 1,1-1 0,0 1 0,0 0-1,0 0 1,-1 1 0,1-1 0,-1 1-1,1 0 1,0 0 0,-1 0 0,1 1-1,0-1 1,-1 1 0,1 0-1,0 0 1,0 1 0,-1-1 0,1 1-1,0 0 1,-6 4 0,2-1-2,0 0 1,0 0-1,1 1 1,0 0-1,0 1 1,0-1-1,0 1 1,1 0-1,1 1 1,-1 0-1,1 0 1,0 0-1,1 0 1,-7 17-1,10-19 17,0 1-1,0-1 1,0 1-1,1 0 1,-1-1-1,2 1 1,-1-1 0,1 1-1,0 0 1,0-1-1,1 0 1,0 1-1,0-1 1,0 0-1,1 0 1,0 0-1,0 0 1,0 0-1,1-1 1,5 6-1,-3-3 72,0-1-1,1 0 0,0 0 0,1-1 1,0 0-1,0 0 0,0-1 1,0 0-1,1-1 0,0 1 0,-1-2 1,2 1-1,11 2 0,21 2 127,1-2 0,70 2-1,87-13 788,-122 1-649,0 3-1,99 11 1,-165-8-348,0 0 0,0 1 0,0 0 0,-1 1 0,1 0 0,-1 0 0,0 2 0,16 9 0,-22-12 0,0 1 0,-1 0 0,0 0 0,0 0 0,0 0 0,0 0 0,-1 1 0,1 0 0,-1 0 0,0 0 0,-1 0 0,1 0 0,-1 0 0,0 1 0,0-1 0,-1 1 0,1 0 0,-1-1 0,-1 1 0,1 7 0,-1 5 0,-1 0 0,-1 0 0,-1 0 0,-7 26 0,-28 74 0,21-69 0,-136 386 0,48-139 0,96-268 0,-253 658 0,250-658 0,-1-2 0,0 0 0,-3 0 0,0-2 0,-23 28 0,34-46 0,0-1 0,0 1 0,-1-1 0,0 0 0,0-1 0,0 0 0,0 0 0,-1 0 0,1 0 0,-1-1 0,0 0 0,0-1 0,0 1 0,-1-2 0,1 1 0,0-1 0,-1 0 0,1 0 0,-1-1 0,1 0 0,-1 0 0,1-1 0,-1 0 0,1 0 0,-12-4 0,-6-4 0,1-1 0,0-2 0,1 0 0,0-1 0,1-2 0,1 0 0,-34-32 0,12 6 0,1-2 0,-45-63 0,59 67 0,2 0 0,1-2 0,2 0 0,-34-88 0,47 99 0,1-1 0,1 0 0,2 0 0,1-1 0,1 1 0,2-1 0,1 0 0,4-43 0,3 35-289,2 1 0,2 0 0,1 0 0,2 1 0,1 1 0,3 0-1,1 1 1,1 1 0,2 0 0,37-46 0,4 7-809,3 3 1,2 2-1,98-74 0,142-98-4301,-94 91-1544,-29 34-2927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3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573 317 12241,'-31'-48'2884,"30"47"-2675,0-1-1,0 1 1,0 0 0,-1 0 0,1 0 0,0 0-1,-1 0 1,1 0 0,-1 1 0,1-1 0,-1 0 0,1 1-1,-1-1 1,1 1 0,-1-1 0,0 1 0,1 0 0,-1 0-1,0 0 1,-1 0 0,-1-1 504,3 2-532,-1-1 0,1 0 0,0 1 0,0-1 1,-1 1-1,1-1 0,0 1 0,0 0 0,0 0 1,0-1-1,0 1 0,0 0 0,0 0 1,0 0-1,0 0 0,0 0 0,1 0 0,-1 0 1,-1 3-1,-1 0 377,-3 6-48,0 0-1,1 0 1,0 1 0,1 0 0,0 0 0,0 1-1,1-1 1,1 1 0,-2 19 0,-2 4 307,-138 575 1630,44-253-2447,-10 32 0,87-312 0,11-32 0,-26 62 0,35-104 0,1-11 0,4-17 0,6-10 0,1 0 0,16-37 0,153-409 0,-142 383 0,174-438 0,-142 383 0,125-205 0,-176 329 0,2 2 0,1 0 0,0 1 0,37-35 0,-49 55 0,0-1 0,0 1 0,0 0 0,1 1 0,0 0 0,0 1 0,0 0 0,14-5 0,-17 8 0,0 0 0,0 0 0,1 0 0,-1 0 0,0 1 0,1 0 0,-1 1 0,0-1 0,0 1 0,1 1 0,-1-1 0,0 1 0,0 0 0,9 4 0,-3 1 0,0 0 0,-1 1 0,1 1 0,-2-1 0,1 2 0,-2-1 0,1 1 0,-1 1 0,0 0 0,-1 0 0,-1 1 0,0 0 0,6 14 0,7 17 0,-3 1 0,19 70 0,-17-33 2,-3 1 0,-4 0 1,4 151-1,-34 253-5,0-21-50,19-420-525,2-1 0,14 66-1,-11-83-468,1-1 0,2 1 0,0-1 0,2-1-1,16 29 1,-22-45 152,1 0-1,0-1 0,0 0 0,1 0 1,0-1-1,1 1 0,-1-2 0,1 1 1,1-1-1,-1 0 0,12 5 0,46 23-10073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4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61 598 15205,'-48'-3'3013,"47"3"-2934,1 0 0,-1 0 0,1 0 0,-1 0 0,1 0 0,-1 0 0,1 1 0,-1-1 0,1 0 0,-1 0 0,1 0 0,-1 0 0,1 1 0,0-1 0,-1 0 0,1 1 0,-1-1 0,1 0 0,0 1 0,-1-1 0,1 0 0,0 1 1,-1-1-1,1 1 0,0-1 0,0 0 0,-1 1 0,0 1 2091,8-7-1788,0 0 1,0 1-1,0-1 0,1 2 1,-1-1-1,1 1 1,13-4-1,68-14 557,-43 11-538,473-83-1247,-120 27-1666,282-91-6163,-650 149 8043,22-4-1316,-1-4 0,88-37 0,-104 32 2235,-36 20-227,1 1-1,-1-1 1,0 0-1,1 0 1,-1 0-1,0 0 1,1 0-1,-1 0 1,0 0-1,0 0 1,0 0-1,0 0 1,0 0-1,0 0 1,0 1 0,-1-1-1,1 0 1,0 0-1,0 0 1,-1 0-1,0-1 1,1 0 122,-1-4 554,-1-1 0,1 1 0,-1-1 0,0 1-1,-1 0 1,0 0 0,0 0 0,0 0 0,-1 0-1,1 1 1,-1-1 0,-7-6 0,9 10 1288,-13 22 546,8-6-2223,0 0 0,1 0 0,1 0 0,0 1 0,1-1 0,1 1 0,0 0 0,-1 17 0,-4 16 87,-8 44 43,4 1 0,0 124-1,12-212-471,0 5 12,0 0 0,1 0 0,0 0 0,3 15 0,-4-24-13,1 1-1,-1-1 1,1 1 0,-1-1-1,1 0 1,-1 1-1,1-1 1,0 0 0,-1 0-1,1 0 1,0 1-1,0-1 1,0 0 0,0 0-1,0 0 1,0 0-1,1 0 1,-1-1 0,0 1-1,0 0 1,1 0-1,-1-1 1,0 1 0,1-1-1,-1 1 1,0-1-1,1 0 1,-1 0 0,1 1-1,-1-1 1,1 0-1,-1 0 1,1 0 0,-1 0-1,0-1 1,1 1-1,1-1 1,7-2 46,1 0 0,-1-1 0,-1 0 0,1-1 0,-1 0 0,0-1 0,13-9 0,61-58 386,-22 19-237,70-57 169,-73 59-89,3 2 0,1 3 0,86-48 0,-137 88-233,1 2-1,0-1 1,0 1-1,1 1 1,-1 1 0,1-1-1,21-1 1,-27 5-31,0 0 0,1 0 0,-1 0 0,0 1 0,0 1 0,0-1 0,-1 1-1,1 0 1,0 0 0,-1 1 0,1 0 0,-1 0 0,0 1 0,0 0 0,10 8 0,1 2-15,-2 1 0,0 1 0,0 1 0,18 27 0,43 83 0,-10-15 0,-51-89 0,2 0 0,0-2 0,1 0 0,2-1 0,0 0 0,44 32 0,-50-43 0,-1-1 0,2 0 0,-1-1 0,1-1 0,0 0 0,0-1 0,0 0 0,1-2 0,-1 1 0,1-2 0,0 0 0,0-1 0,26-2 0,-21-2 0,1-1 0,-1 0 0,0-2 0,-1-1 0,1 0 0,-1-1 0,-1-2 0,1 0 0,-2-1 0,0 0 0,0-2 0,-1 0 0,21-21 0,-8 5 0,-2-2 0,-1-1 0,-1-1 0,-2-1 0,-2-1 0,19-38 0,-20 28-336,-2-1-1,-2-1 1,-2 0 0,11-55 0,-27 100 270,0 1 1,0-1 0,0 1 0,0-1 0,0 0 0,0 1 0,-1 0 0,1-1 0,0 1-1,-1 0 1,1-1 0,-1 1 0,1 0 0,-1 0 0,0 0 0,-2 0 0,2 1 12,0 0-1,0 0 1,1 0 0,-1 1 0,0-1 0,0 1-1,1-1 1,-1 1 0,0 0 0,1-1 0,-1 1-1,0 0 1,1 0 0,-1 0 0,1 1 0,0-1-1,-3 2 1,-21 27-803,19-22 568,-14 19-499,-58 80-1028,73-100 1717,0 0-1,0 0 1,-1-1-1,-10 10 1,5-5 181,10-10 8,1 1-1,-1 0 0,1 0 0,0-1 1,-1 1-1,1 0 0,0 0 1,0 0-1,1-1 0,-1 1 1,0 0-1,1 0 0,-1-1 0,1 1 1,-1 0-1,1-1 0,0 1 1,-1 0-1,1-1 0,2 3 0,0-1 46,0 0-1,1 0 0,0-1 0,-1 1 0,1-1 0,0 0 0,0 0 0,0 0 1,7 2-1,43 9 427,-37-9-427,144 28-1221,-58-18-3912,-96-13 3734,0 0 0,0 0 1,0 1-1,0 0 0,8 3 0,-3-1-937,40 16-7758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4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40 13989,'0'-33'2995,"0"26"1784,-14 11-1532,10-2-2997,0 1 0,0 0 1,0 0-1,0 0 1,0 0-1,1 1 0,0-1 1,0 1-1,0 0 1,0 0-1,0 0 0,-2 6 1,-8 9 265,-17 25 150,2 2 1,3 1 0,1 1 0,-26 75 0,40-96-667,1 1 0,-7 36 0,14-51-82,0-1 1,0 1-1,2 0 1,-1 0-1,2 0 0,0 0 1,4 20-1,-4-28 19,0-1 0,1 1 0,0-1-1,0 0 1,0 0 0,0 0 0,1 0 0,-1 0-1,1 0 1,0-1 0,0 1 0,1-1 0,-1 0-1,1 0 1,-1 0 0,1 0 0,0-1 0,0 0-1,0 1 1,1-2 0,-1 1 0,8 2 0,2 0-278,1-1-1,1-1 1,-1 0 0,30-1 0,-24-2 112,1-1-1,-1 0 1,0-2-1,0 0 1,-1-2-1,37-14 1,-25 6 178,0-2 0,-1-1 0,31-22 0,-46 27 166,-1-1 0,0 0 0,-1-1-1,23-27 1,-35 38 48,-10 25 112,3-8-213,0 0 0,1 1 0,0-1 0,1 1 0,1 0 0,0 0 0,1-1-1,1 1 1,0 0 0,1 0 0,1 0 0,0 0 0,1-1 0,1 1 0,0-1 0,0 0 0,2 0 0,0 0-1,0-1 1,2 1 0,-1-2 0,2 1 0,0-1 0,0-1 0,1 1 0,0-2 0,18 15 0,-14-14-2,1-1 0,1 0 0,-1-1 0,2-1 1,-1-1-1,1 0 0,0-1 0,1-1 0,-1-1 1,1 0-1,0-1 0,0-1 0,0-1 0,0 0 1,0-1-1,34-5 0,-38 2 52,1 0 1,-1-1-1,0 0 0,0-1 0,0-1 1,0 0-1,-1-1 0,0 0 0,-1-1 1,0 0-1,0-1 0,0-1 1,-1 0-1,-1 0 0,0-1 0,0 0 1,-1-1-1,0 0 0,-1 0 0,12-26 1,-14 25-132,0-1 0,-1 1-1,-1-1 1,0 0 0,-1 0 0,0 0 0,0-16 0,-3 26-44,0-1 0,0 0 0,0 1 0,-1-1 0,0 0 0,0 1 0,0-1-1,0 1 1,-1-1 0,0 1 0,0 0 0,0-1 0,0 1 0,-1 0 0,1 0 0,-1 1 0,0-1 0,-1 1-1,1-1 1,0 1 0,-1 0 0,0 0 0,0 0 0,1 1 0,-7-3 0,-2-1-596,-1 1 0,0 0 0,0 1 0,0 0-1,0 1 1,0 1 0,-1 0 0,-21 0 0,15 2-1919,0 1 0,-36 7-1,19 2-2973,22 2-3072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5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1327 11189,'-16'-16'1712,"-18"-26"11791,33 46-12984,-2 7-445,1-1 0,0 0-1,1 1 1,0-1 0,1 1-1,0 0 1,0-1 0,1 1 0,1-1-1,0 1 1,0-1 0,1 0-1,5 13 1,-5-14-181,1 0 1,0 0-1,0 0 0,1 0 0,0 0 0,0-1 0,8 8 0,-10-12 81,1-1 0,-1 0 0,1 0 0,-1 0 0,1 0-1,0-1 1,0 1 0,0-1 0,1 0 0,-1 0-1,1-1 1,-1 1 0,1-1 0,-1 0 0,1 0-1,-1-1 1,10 1 0,9-3 249,0-1-1,-1-1 1,0-1 0,0-1-1,0-1 1,32-14-1,-27 10-23,1 1-1,0 1 0,39-7 0,-56 15-163,1 0-1,-1 0 1,0 1 0,0 1 0,0 0-1,0 0 1,0 1 0,0 1-1,0 0 1,-1 0 0,1 1-1,11 5 1,-10-2-13,0 1 0,0 0 0,-1 0-1,0 1 1,-1 1 0,1 0 0,-2 0 0,0 1 0,11 14-1,-8-6 6,-2-4-11,0 1-1,1-2 0,1 1 1,0-2-1,1 0 0,1 0 0,21 16 1,-25-24-12,1-1-1,-1 0 1,1 0 0,0-1 0,0 0 0,0-1 0,0-1-1,1 1 1,-1-2 0,13 0 0,5-1 19,1-1 0,49-11 0,-31 2 129,0-2 0,-1-2 0,-1-3 0,0-1 0,50-29 0,-72 33-73,0 0 1,-1-2-1,0 0 0,-2-2 1,0 0-1,-1-1 0,-1-1 1,-1-1-1,-1-1 1,19-32-1,-34 52-90,-1-1 0,1 1 0,0 0 0,-1-1 0,0 0-1,1 1 1,-2-1 0,1 1 0,0-1 0,-1 0 0,1 0 0,-1 0 0,0 1 0,-1-7 0,0 8 2,1 0 1,-1 0 0,0 0-1,0 1 1,0-1 0,0 1-1,0-1 1,0 0 0,-1 1-1,1 0 1,0-1 0,-1 1-1,1 0 1,-1 0 0,1-1-1,-1 1 1,0 1 0,0-1-1,1 0 1,-1 0 0,0 1-1,0-1 1,0 0 0,0 1 0,1 0-1,-1 0 1,-4-1 0,-3 1-41,-1 1 1,0-1-1,1 1 1,-1 1-1,0 0 1,1 0-1,0 1 1,0 0-1,0 1 1,-14 7-1,7-3-166,1 1-1,0 1 0,0 0 0,-23 22 0,36-30 142,0-1 1,0 1 0,1 0-1,-1-1 1,0 1 0,1 0-1,-1 0 1,1 0 0,0 0-1,0 0 1,0 0 0,0 0 0,0 1-1,0-1 1,1 0 0,-1 0-1,1 1 1,-1-1 0,1 1-1,0-1 1,0 0 0,0 1-1,0-1 1,0 0 0,1 1-1,-1-1 1,1 0 0,0 1-1,-1-1 1,1 0 0,0 0-1,0 1 1,0-1 0,1 0-1,-1 0 1,3 2 0,0 0-58,0 0 0,0 0 1,0-1-1,1 0 0,0 0 1,-1 0-1,1 0 0,0-1 1,0 0-1,0 0 0,1 0 1,-1-1-1,0 0 0,10 1 1,5 0-43,-1-1 0,1-1-1,0-1 1,0-1 0,25-5 0,-35 4 142,0 1-1,-1-2 1,1 1-1,-1-1 0,0-1 1,0 0-1,0 0 1,0-1-1,-1 0 1,0 0-1,0-1 1,-1 0-1,7-8 0,3-8 56,-2 0 0,-1 0 0,-1-1 0,-1-1 0,-1 0 0,-1-1 0,7-29 0,37-202 358,4-42 320,13-91 1226,-41 148 190,-30 238-1574,2 10 8,1 17-204,0 1 1,-1 0 0,-3 47-1,-16 75 334,4-43-311,1 8-278,-22 253 115,30-266-172,13 166 0,-7-250-44,0-1 1,1 1-1,0-1 1,1 0-1,0 1 1,1-2-1,1 1 1,0-1-1,1 0 1,0 0-1,0-1 1,1 1-1,1-2 1,0 1-1,14 11 1,-10-11-9,1-1-1,1 0 1,-1-1 0,2-1-1,-1 0 1,1-1 0,0-1 0,0 0-1,1-1 1,0-1 0,31 4 0,-10-4-59,0-2 1,0-1-1,-1-2 1,1-2-1,0-1 1,-1-2 0,1-1-1,-2-3 1,1 0-1,-1-3 1,-1 0-1,0-3 1,61-37 0,-85 45-195,1 0 1,-2-1 0,1-1-1,-1 0 1,-1 0 0,17-23-1,-25 32 209,-1 0-1,1 0 1,-1-1-1,1 1 1,-1 0-1,0 0 1,0 0 0,1-1-1,-1 1 1,0 0-1,0 0 1,0-1-1,0 1 1,0 0-1,-1-1 1,1 1-1,0 0 1,0 0-1,-1 0 1,1-1-1,-1 1 1,1 0-1,-1 0 1,0 0-1,1 0 1,-1 0-1,0 0 1,0 0-1,0 0 1,-1-1-1,0-1-39,-1 1 0,1 0-1,-1 0 1,1 1 0,-1-1-1,1 0 1,-1 1 0,0 0-1,0-1 1,0 1-1,0 0 1,-6-1 0,-10 2-187,1 0 0,-1 1 1,1 1-1,-1 1 0,-25 7 0,23-5 430,-1 0 0,-41 1 0,105-6 1219,1 1-1,82 14 1,-113-13-1135,-1 1-1,1 1 0,-1-1 1,1 2-1,-1-1 0,0 2 1,-1-1-1,1 2 1,-1-1-1,0 1 0,-1 1 1,0 0-1,0 0 0,0 1 1,11 15-1,-13-13-648,-1-1 1,0 2-1,-1-1 1,0 1-1,0-1 0,-2 1 1,1 1-1,1 14 1,-1 10-3801,0 55 0,-3-30 88,4-11-9277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10 15617,'0'-9'3333,"33"15"-277,-9 3-224,2 3-279,-9 0-393,3 3-336,-6 3-432,2 0-1392,-9 9 0,3-3 0,-13 3 0,-14 19 0,-10-16 0,-3 6 0,0-3-3012,-7-3-1409,-6 6-3011,6 7-7486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7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236 151 12445,'0'-5'327,"0"-1"0,0 1-1,-1-1 1,0 1 0,0-1 0,0 1 0,-1 0-1,0-1 1,-4-8 0,1 6 665,0 0 0,-1 0 0,0 1 0,-14-13 0,13 12 44,-13-14 1145,9 16 2057,10 10-2811,-11 38-858,1 1-1,3 1 1,2-1-1,-2 52 1,0-3-200,-30 188-369,-5 59 0,38-273-1238,3 0 0,10 88 1,-2-100-892,3 0 0,2 0 0,2-1 0,2-1 0,42 93 0,-17-65-11167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7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14065,'14'-9'688,"1"1"0,0 0 0,0 1 0,1 1 0,-1 0 0,1 1 0,1 1 0,-1 0 0,32-2 0,316-3 4732,185 48-2344,-547-39-3067,208 30 638,117 44 160,-310-71-752,1 2-1,-1 1 1,0 0-1,-1 1 1,0 0-1,25 16 1,-33-17-42,-1-1-1,1 2 1,-1-1 0,0 1 0,-1 0 0,1 0 0,-2 1 0,1-1 0,-1 1 0,0 1 0,0-1 0,-1 1 0,0 0 0,-1 0 0,0 0 0,0 0 0,-1 0 0,0 1 0,-1-1 0,0 1 0,-1 0 0,0-1 0,0 1 0,-1-1 0,0 1 0,0-1 0,-1 1 0,-1-1 0,1 0 0,-2 0 0,1 0 0,-8 13 0,-5 4-113,-1 0 0,-1-1 1,-1 0-1,-23 22 1,-99 85-1132,-219 142-3624,198-165-1210,91-62 1503,-31 20-6957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7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11 564 12113,'-3'17'617,"0"1"-1,1-1 0,0 0 1,1 1-1,4 29 1,-3-41-506,2 0 1,-1 0 0,1 0-1,0 0 1,0 0-1,0 0 1,1-1 0,0 1-1,0-1 1,0 0-1,1 0 1,0 0 0,0 0-1,0 0 1,1-1-1,-1 0 1,1 0 0,0 0-1,0-1 1,0 1-1,10 3 1,14 5-14,1-2 1,0-1-1,0-1 0,1-2 1,0-1-1,0-1 0,1-2 0,38-2 1,-11-4 18,0-2 0,-1-3 1,0-3-1,-1-2 0,0-3 0,-2-2 1,0-3-1,-1-2 0,62-37 1,-107 56 56,0-1 0,0-1 1,0 1-1,-1-1 0,0-1 1,-1 1-1,0-1 1,0-1-1,0 1 0,-1-1 1,0 0-1,-1-1 0,0 0 1,-1 1-1,0-1 0,0-1 1,-1 1-1,0 0 1,-1-1-1,0 0 0,-1 1 1,0-1-1,-1 0 0,0 0 1,0 1-1,-1-1 1,-1 0-1,0 0 0,-4-12 1,4 15 95,-5-16 363,0 21-266,-1 12 109,3 3-321,1 0 0,0 0 1,1 1-1,0-1 0,1 1 0,1-1 1,0 1-1,0 13 0,-1 11 43,-17 212 547,-67 614-39,62-726-949,-60 194-1,52-233 63,-5-2 0,-79 150-1,101-221 141,-1-1-1,-24 28 0,39-50 42,-1 0 0,0 0 0,0 0-1,0 0 1,0 0 0,0-1 0,-1 1 0,1-1 0,0 0-1,-1 1 1,1-1 0,-1 0 0,1 0 0,-1 0 0,0-1-1,1 1 1,-1-1 0,0 0 0,1 1 0,-1-1 0,0 0-1,-3-1 1,4 1 0,0-1 1,0 1-1,0-1 0,0 0 0,0 0 0,0 0 1,0 0-1,0 0 0,0 0 0,1-1 0,-1 1 0,0 0 1,1-1-1,0 1 0,-1-1 0,1 0 0,0 0 1,-1 1-1,1-1 0,0 0 0,0 0 0,1 0 1,-1 0-1,0 0 0,1 0 0,-1-3 0,-1-9-19,2 1-1,-1-1 0,2 0 0,0 1 1,0-1-1,2 1 0,4-18 0,0 6-187,1 1 0,19-38-1,52-90-1781,128-184-1,683-794-6517,-427 559 9868,-399 489-325,-23 34-374,-25 30 539,26-36 0,-42 54-1140,0 0 0,0 0 0,1 0 1,-1 0-1,0 0 0,0 0 0,1 0 0,-1 0 0,0 0 0,0 0 1,1 0-1,-1 0 0,0 0 0,0 0 0,1 0 0,-1 0 0,0 0 1,0 0-1,1 0 0,-1 0 0,0 0 0,0 1 0,1-1 1,-1 0-1,0 0 0,0 0 0,0 0 0,1 1 0,-1-1 0,0 0 1,0 0-1,0 0 0,0 1 0,1-1 0,-1 0 0,0 0 0,0 1 1,0-1-1,0 0 0,0 1 0,8 11 616,-5-5-404,0 1 0,0 0 0,-1 0 0,0 0 0,-1 0 0,1 1 1,-1-1-1,-1 9 0,-5 73 914,2-59-807,-46 394 2118,2-27-3040,42-319-1503,4-1 1,3 0-1,22 144 1,-22-211 1749,9 44-2861,8 3-4689,2-17-250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8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0 552 11165,'44'-26'346,"171"-110"1847,259-168 2901,-323 224-4024,-150 79-1047,1 0 0,-1 1 0,1-1 0,-1 1 0,0-1 0,1 1 0,-1-1 0,1 1 0,0 0 0,-1 0 0,1-1 0,-1 1 0,1 0 0,-1 1 0,1-1 0,-1 0 0,1 0 0,-1 1 0,1-1 0,-1 1 0,1-1 0,-1 1 0,1 0 0,1 1 0,-1-1-1,0 2 0,0-1-1,0 0 1,0 0-1,-1 1 1,1-1 0,-1 0-1,0 1 1,1 0-1,-1-1 1,0 1 0,0 3-1,2 8 21,0-1-1,-1 1 1,-1-1-1,0 16 1,-11 151 177,0-2-534,45 267-5275,-19-381 4723,-15-60 940,3-4 49,0 0 1,1 0-1,-1-1 1,0 1-1,0-1 0,0 0 1,0 0-1,7-3 0,0-2 111,-1 0-1,0 0 0,-1-1 0,1 0 0,9-10 1,-8 7 90,0 1 1,1 0 0,15-9 0,-22 15-197,0 1 1,-1 0-1,1 0 0,0 1 0,0 0 1,0-1-1,0 1 0,0 1 0,0-1 1,1 1-1,-1 0 0,0 0 1,7 2-1,0 0 36,0 1-1,0 1 1,-1 0 0,0 1-1,0 0 1,0 0 0,0 1-1,-1 1 1,16 12 0,6 9 299,42 45 1,-25-22-176,-22-25-96,1-1 1,33 23-1,-45-38-80,-1 0 0,1-1 0,1-1 0,0-1 0,0 0 0,24 5 0,-19-8 323,0 0-1,1-2 1,22-1 0,36 4 807,-75-4-1200,0 1 0,-1-1 0,0 1 1,1 0-1,-1 0 0,5 4 0,17 6 116,-8-6-72,1-1 0,1-1 0,-1-1 0,1-1 0,-1 0 0,1-2 0,-1 0 0,27-5 0,-23 2 55,0-1-1,0-2 0,0 0 1,-1-2-1,0 0 1,37-20-1,-52 23-73,0 0-1,0-1 1,0 0 0,0 0-1,-1 0 1,0-1-1,9-12 1,-14 17-49,0 0 1,0-1-1,-1 0 0,1 1 1,-1-1-1,0 0 0,1 1 0,-1-1 1,-1 0-1,1 0 0,0 0 1,-1 0-1,1 0 0,-1 0 1,0 0-1,0 0 0,0 0 0,0 0 1,-1 0-1,1 0 0,-1 0 1,0 0-1,0 0 0,0 0 1,0 1-1,0-1 0,-2-3 0,-5-4 8,0 0-1,-1 0 0,0 0 0,0 1 0,-1 1 0,0 0 0,-1 0 1,-18-10-1,-100-44-310,104 51 123,-149-54-2271,84 33-1713,3-3-6856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8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13853,'20'8'2670,"-20"-8"-2525,1-1 1,-1 1-1,1 0 1,-1 0-1,1-1 1,-1 1-1,0 0 1,1-1-1,-1 1 1,0 0-1,1-1 1,-1 1-1,0-1 1,1 1-1,-1-1 0,0 1 1,0 0-1,0-1 1,0 1-1,1-1 1,-1 1-1,0-1 1,0 1-1,0-1 1,0 1-1,0-1 1,0 1-1,0-1 1,0 0-1,0 0 1,-1 0 36,1 1 1,0-1-1,0 0 1,0 1-1,0-1 1,1 0 0,-1 0-1,0 1 1,0-1-1,0 0 1,0 1-1,1-1 1,-1 0-1,0 1 1,1-1 0,-1 0-1,0 1 1,1-1-1,-1 1 1,1-1-1,-1 0 1,1 1-1,-1 0 1,1-1 0,0 1-1,0-1 1,4 1-17,-1 0-33,0 0-1,0 0 1,0 1 0,0-1 0,0 1-1,0 0 1,0 0 0,-1 0 0,1 1-1,0-1 1,0 1 0,-1 0 0,1 0-1,-1 0 1,0 1 0,0-1 0,0 1 0,0-1-1,0 1 1,0 0 0,-1 0 0,5 6-1,-1 6-32,0-1-1,-2 0 0,1 1 0,-2 0 1,0 0-1,0 0 0,-2 1 0,0 28 1,0-22-145,0-1 1,2 0 0,7 35 0,-8-51 41,0-1 0,0 0 0,0 1 0,1-1 0,-1 0 0,1-1 0,0 1 0,5 5 0,-4-4 5,4-3 22,2-4 46,0 1 0,-1-1 0,0-1 0,1 0 0,-1 0 0,0-1 0,0 0 0,-1 0 0,1-1 0,-1 0 0,0-1 0,0 0 0,-1 0 0,1-1 0,-2 1 0,12-15 1,54-72 614,-51 63-487,1 1 1,1 1 0,2 1 0,41-36 0,-54 54-199,1 0 0,-1 1 0,1 1 0,0 0 0,1 1 0,0 0 0,0 1 0,0 0 0,29-4 0,-31 8 0,-1 0 0,1 1 0,-1 1 0,1-1 0,-1 2 0,1 0 0,-1 0 0,0 1 0,0 1 0,0 0 0,-1 0 0,1 1 0,15 9 0,-13-5 0,0 1 0,0 1 0,-1 0 0,0 0 0,-1 1 0,0 1 0,-1-1 0,14 24 0,5 14 0,23 57 0,-45-92 0,9 24 0,-2 2 0,-2 0 0,8 48 0,18 61 0,-32-133-854,1 0 0,1-1 1,15 26-1,-5-17-3305,1 0 1,43 43-1,-16-23-9733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9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677 435 13589,'90'-168'3900,"-80"151"-3343,0 0 1,1 0-1,0 1 1,1 1-1,1 0 1,1 0-1,0 2 1,31-24-1,-24 23-138,0 1-1,1 2 1,1 0 0,0 1 0,0 1-1,42-10 1,-36 13-210,0 1 1,1 2-1,-1 0 1,1 3-1,0 0 1,-1 2-1,1 0 1,-1 3-1,1 0 1,29 11-1,-41-10-129,0 0-1,0 2 0,-1 0 0,0 1 0,-1 1 0,0 0 0,19 17 0,-25-18-38,0 1-1,-1-1 1,0 2-1,-1-1 1,0 1-1,-1 0 1,0 1-1,-1 0 1,0 0-1,-1 0 0,5 16 1,-6-9-12,0-1 0,-2 1 0,0 0 0,-1 0 0,-1 0 0,-1 0 1,0-1-1,-2 1 0,0 0 0,-1-1 0,0 1 0,-10 20 0,-3 5 14,-3-1 1,-1 0-1,-47 68 0,-45 40 73,55-86-55,-106 95 0,-336 276 137,255-238-67,245-198-131,-131 95 104,39-30 431,-118 109 0,168-128-127,41-45-392,0 0 1,1 0-1,-1 0 0,0 0 0,0 0 0,0 0 0,1 0 1,-1 0-1,1 0 0,-1 1 0,1-1 0,-1 0 1,1 0-1,-1 0 0,1 1 0,0-1 0,0 0 0,0 0 1,0 1-1,0-1 0,0 0 0,0 2 0,1-1 0,1-1 0,-1 1-1,1-1 1,-1 0-1,1 1 1,0-1-1,-1 0 1,1 0 0,0 0-1,0 0 1,0 0-1,3 1 1,5 2-22,0-1 1,1 0-1,-1 0 1,1-1-1,0 0 0,0-1 1,0-1-1,0 1 1,11-2-1,18-4-243,46-10-1,-65 11 142,168-37-2450,-2-9 1,-2-8 0,203-94 0,-110 5-6589,-277 146 9084,118-66-8989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9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0 16065,'-40'97'3317,"47"-43"-101,-7 19-208,-7 17-387,-3 12-373,3 13-512,4 27-1180,0 8-556,-14 173 0,4-157 0,-4-6 0,3-1 0,8 1 0,2-9-856,1-3-2308,6-16-785,4-8-3331,13-13-7254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19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10149,'16'6'1318,"0"1"0,0 0 0,-1 1 0,0 0 0,-1 2 0,25 19 0,-3 9 506,-1 1 0,-3 2 1,34 53-1,70 142 1683,-109-185-2903,29 52-108,-5 3 0,-5 2 0,58 204 0,-55-129-496,53 232 0,-99-399 0,-1-3 0,0 0 0,0-1 0,2 1 0,0 0 0,0-1 0,1 0 0,0 0 0,12 19 0,-15-29 0,0-1 0,0 1 0,0 0 0,0-1 0,0 1 0,1-1 0,-1 0 0,0 1 0,1-1 0,-1 0 0,0-1 0,1 1 0,0 0 0,-1-1 0,1 1 0,-1-1 0,1 0 0,-1 0 0,1 0 0,5 0 0,3-2 0,0 0 0,0 0 0,13-5 0,-21 6 0,13-4 0,0-1 0,0-1 0,-1-1 0,-1 0 0,24-17 0,63-59 0,-90 74 0,74-72 0,124-152 0,51-112 0,-145 188 0,129-165-3424,140-144-9060,-269 341-1391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20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1196 664 12205,'1'0'112,"0"0"0,1 0 0,-1 0 0,0 0 0,0-1 0,1 1 0,-1 0 0,0-1 0,0 1 0,0-1 0,1 1 0,-1-1 0,0 1 1,0-1-1,0 0 0,0 0 0,0 0 0,0 1 0,0-1 0,-1 0 0,1 0 0,0 0 0,0 0 0,-1-1 0,1 1 0,-1 0 0,1 0 0,-1 0 0,1 0 0,-1-2 0,9-11 832,15-21 1173,101-138 6813,-111 156-8573,0-2-1,-2 0 1,0 0-1,-1-1 1,-1-1-1,-1 0 1,7-25-1,-13 37-244,-1 0 1,1 0-1,-2-1 0,1 1 1,-1-1-1,-1 0 0,0 1 0,0-1 1,-1 1-1,0-1 0,0 1 1,-1-1-1,-1 1 0,1 0 1,-2 0-1,1 0 0,-1 0 0,0 0 1,-8-10-1,10 16-112,0 0 0,-1 0 0,1 0 0,-1 0 0,0 1 0,1-1 0,-1 1 0,0 0 0,-1-1 0,1 1 0,0 1 0,-1-1 0,1 0 0,-1 1 0,1 0 0,-1 0 0,0 0 0,1 0 0,-1 0 0,0 1 0,0 0 0,0 0 0,1 0 0,-1 0 0,0 0 0,0 1 0,1 0 0,-1 0 0,0 0 0,1 0 0,-8 3 0,2 1 0,0 0 0,1 0 0,0 1 0,0 0 0,0 1 0,0 0 0,1 0 0,0 0 0,1 1 0,0 0 0,-6 9 0,-3 11 0,0 1 0,2 0 0,1 1 0,2 1 0,1-1 0,1 2 0,-4 38 0,1 22 0,3 113 0,29 249 0,-1 4 0,-20-406 0,-3-1 0,-3 1 0,-1-1 0,-3 0 0,-1-1 0,-20 50 0,22-76 0,-1 0 0,-1-1 0,-1-1 0,-1 0 0,-1 0 0,-1-2 0,-1 0 0,-1 0 0,-1-2 0,0 0 0,-1-1 0,-1 0 0,0-2 0,-26 15 0,9-11-791,-1-2 0,0-1 0,-2-1 0,1-3 1,-1-1-1,-1-2 0,-52 5 0,29-9-1473,1-3 0,0-2 0,-1-3-1,-66-13 1,32-2-9871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20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801 130 11705,'56'-83'3147,"-45"63"-69,-14 6-911,3 13-1956,0 1 0,0-1 0,0 1 0,0-1 0,0 1 0,0-1 0,-1 1 0,1-1 0,0 1 0,0-1 0,0 1 0,0-1 1,-1 1-1,1-1 0,0 1 0,0-1 0,-1 1 0,1 0 0,0-1 0,-1 1 0,1 0 0,-1-1 0,1 1 0,0 0 0,-1-1 0,1 1 0,-1-1 0,-124 116 1042,5 5 1,-125 162-1,196-217-825,2 2 1,3 2 0,4 2 0,3 2-1,2 1 1,-42 138 0,67-174-429,1 0 0,2 1 0,1 0 0,0 79 0,6-100 0,2 0 0,0 0 0,1 0 0,0 0 0,2-1 0,0 0 0,1 0 0,1 0 0,0-1 0,1 0 0,1 0 0,0-1 0,15 19 0,-6-16 0,0 0 0,1 0 0,1-2 0,1 0 0,0-2 0,1 0 0,0-1 0,1-2 0,0 0 0,1-1 0,1-2 0,-1 0 0,35 5 0,-6-4 0,0-2 0,0-2 0,0-3 0,1-2 0,77-10 0,-88 4 0,0-1 0,-1-3 0,0-1 0,-1-2 0,0-2 0,-1-2 0,-1-1 0,0-2 0,-2-2 0,0-2 0,-2 0 0,-1-3 0,0-1 0,-2-1 0,-2-2 0,37-47 0,-50 56 0,-5 7 0,0-1 0,-2 0 0,18-33 0,-24 43 0,-1 9 0,0 12 0,-2-12 0,5 26 0,2 0 0,1 0 0,2-1 0,0 0 0,2-1 0,1-1 0,1 0 0,1-1 0,2 0 0,0-1 0,1-1 0,1-1 0,2-1 0,30 23 0,-24-21 0,2-2 0,0-2 0,1 0 0,1-2 0,0-2 0,2-1 0,-1-1 0,2-2 0,0-1 0,0-2 0,60 6 0,-82-13 0,1-1 0,0 0 0,-1 0 0,1-2 0,0 0 0,-1 0 0,1-1 0,-1-1 0,0 0 0,0-1 0,-1-1 0,22-12 0,-27 14 0,0-1 0,-1 0 0,0-1 0,0 0 0,0 0 0,0 0 0,-1-1 0,0 1 0,0-1 0,-1-1 0,0 1 0,0 0 0,-1-1 0,0 0 0,0 0 0,-1 0 0,0 0 0,0 0 0,-1 0 0,0-1 0,-1 1 0,0-12 0,-2-2 0,0 1 0,-2 0 0,-1 0 0,0 0 0,-1 0 0,-2 1 0,-10-23 0,-5-2 0,-1 2 0,-31-41 0,31 49-571,-2 2 1,-2 1-1,0 1 0,-39-31 0,61 57-341,0 1-1,0-1 1,-1 1-1,-10-5 0,16 9 324,-1 0 0,1 0 0,-1 1 0,0-1 1,1 1-1,-1-1 0,1 1 0,0-1 0,-1 1 0,1 0 0,-1 0 0,1 0 0,0 0 0,0 0 0,-1 0 0,1 0 0,0 0 0,0 0 0,0 1 0,0-1 0,-1 3 0,13 20-8820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21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874 1690 12713,'-4'-23'883,"1"7"432,0 1 0,-1-1 1,-13-28-1,7-1 2340,10 40-3410,0 0 1,-1 0-1,0 0 1,0 0 0,-1 0-1,1 0 1,-1 1-1,0-1 1,0 0 0,0 1-1,-1-1 1,0 1 0,0 0-1,-5-6 1,0 3-62,-1 0 1,0 0 0,0 1 0,0 1-1,-1-1 1,0 2 0,0-1 0,0 1-1,0 1 1,-1 0 0,0 0 0,1 1-1,-1 1 1,0-1 0,0 2 0,-20 1-1,9 0-59,0 1-1,0 2 0,0 0 0,1 1 0,0 1 0,0 1 0,-32 16 0,13-2 13,1 2 0,1 2 0,-54 44 0,69-49-92,1 1 0,1 1 0,0 1 0,2 1 0,1 1 0,-19 33 0,31-48-39,1 1 0,0 0 0,1 0 0,0 1 0,0-1 0,2 1 0,-1 0 0,1 0 0,1 0 0,0 21 0,2-26-12,-1 0-1,2 0 1,-1 0-1,1 0 0,0 0 1,1-1-1,-1 1 0,1 0 1,0-1-1,1 0 1,0 0-1,0 0 0,0 0 1,1-1-1,0 1 1,0-1-1,0 0 0,0-1 1,9 6-1,-6-5-9,0 0 0,1 0 0,0-1 0,-1 0-1,1-1 1,0 0 0,1-1 0,-1 1 0,1-2 0,-1 1-1,1-1 1,-1-1 0,1 0 0,-1 0 0,1-1 0,-1 0-1,1-1 1,-1 0 0,1 0 0,-1-1 0,16-7 0,-11 3 4,0 0 1,0-1 0,-1 0 0,0-1 0,-1-1 0,0 0 0,0 0 0,-1-2 0,0 1-1,-1-1 1,-1-1 0,15-23 0,-1-14 5,-2-1 1,-2-1-1,23-101 0,-22 74 2,38-130-141,111-264 0,-163 460 134,180-407-174,31 21-62,-207 387 233,-5 12 29,-5 24 42,0-14-44,-4 23 56,-1-1 0,-1 0 1,-2 0-1,-13 35 0,2-8 49,-13 51 141,-103 402 576,121-440-736,4 1 1,2 0-1,4 0 1,3 0-1,9 86 1,-4-132-72,0 0 0,2 0 0,1-1 0,1 0 0,2 0 1,0-1-1,1 0 0,17 25 0,-18-34-9,1-1 1,1 0-1,0 0 0,1-2 1,0 1-1,1-2 0,1 0 1,0-1-1,0 0 0,1-1 1,1-1-1,27 12 0,-17-11 1,0-2-1,1 0 1,0-2-1,1-1 1,-1-1 0,1-2-1,0-1 1,-1-1-1,1-1 1,41-8-1,-45 5-61,-1-1 1,-1-2-1,1 0 0,-1-1 0,0-2 0,-1 0 0,0-1 0,-1-2 0,0 0 1,-1-1-1,0-1 0,22-23 0,-40 37 9,-1-1 0,1 1 0,-1-1 0,1 1 0,-1-1-1,0 0 1,0 1 0,0-1 0,0 0 0,0 0 0,0 0 0,0 0 0,-1 0 0,1 0 0,-1 0 0,1 0 0,-1 0-1,0 0 1,0 0 0,0 0 0,0-1 0,0 1 0,-1-3 0,0 4 15,1-1-1,-1 1 1,0 0 0,0 0 0,0-1-1,0 1 1,-1 0 0,1 0 0,0 0-1,0 0 1,-1 0 0,1 0-1,0 1 1,-1-1 0,1 0 0,-1 1-1,1-1 1,-1 1 0,1-1 0,-1 1-1,0 0 1,1 0 0,-1-1-1,1 1 1,-1 0 0,0 1 0,1-1-1,-1 0 1,-1 1 0,-7 0-48,1 1 0,-1 1 0,1 0 0,0 0 0,0 0 1,1 1-1,-1 1 0,1 0 0,0 0 0,0 0 0,0 1 0,1 0 0,0 0 1,-11 13-1,17-17 24,0-1 1,-1 1-1,1 0 1,0 0-1,0 1 1,0-1 0,0 0-1,1 0 1,-1 0-1,1 1 1,-1-1-1,1 0 1,0 0-1,0 1 1,0-1-1,0 0 1,0 1 0,0-1-1,0 0 1,1 0-1,0 1 1,-1-1-1,1 0 1,0 0-1,0 0 1,0 0-1,0 0 1,2 2-1,0 2-114,1-1-1,0 1 1,0-1-1,1-1 1,0 1-1,-1 0 0,2-1 1,8 6-1,7 2-446,0-2 0,1-1 0,0 0 1,39 9-1,97 12-3374,41-7-4892,-93-11 388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21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8 106 11225,'6'24'2548,"-12"-39"-336,-1 3-103,14-3-761,-1 0 472,14 9-1420,1 0-252,5-6-400,4 3-724,-3 0-808,0-3-853,-14 3-2099,1 0-3705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23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53 206 13493,'0'-10'778,"-1"1"0,0-1 0,0 1 0,0 0 0,-1 0 0,-1 0 0,1 0 0,-8-14 6918,20 42-5127,-1 7-2135,-2 1 0,-1 0 0,5 49 0,-4 88 615,-13-54-1049,-21 127 0,7-86 0,17-128 0,-20 224 0,20-190 0,3 0 0,10 74 0,-9-118 0,1-1 0,0 1 0,1-1 0,0 1 0,11 22 0,-13-31 0,1-1 0,0 0 0,1 0 0,-1 0 0,1 0 0,-1 0 0,1-1 0,0 1 0,0-1 0,0 0 0,0 1 0,0-1 0,0-1 0,1 1 0,-1 0 0,1-1 0,-1 0 0,1 0 0,0 0 0,-1 0 0,1 0 0,0-1 0,0 0 0,0 0 0,5 0 0,11-2 0,0-1 0,0-1 0,-1-1 0,0 0 0,0-2 0,0 0 0,-1-1 0,0-1 0,0 0 0,31-23 0,3-7 0,-2-2 0,49-53 0,42-61 0,-42 44 0,-58 64 0,-30 32 0,1 1 0,1 0 0,0 1 0,0 1 0,2 0 0,20-14 0,-32 25 0,1 0 0,-1-1 0,1 1 0,-1 0 0,1 1 0,0-1 0,-1 1 0,1-1 0,0 1 0,-1 0 0,1 0 0,0 1 0,-1-1 0,1 1 0,0 0 0,-1 0 0,1 0 0,-1 0 0,0 1 0,7 2 0,2 3 0,-1 1 0,1 0 0,19 18 0,4 6 0,67 46 0,-88-69 0,0-1 0,0 0 0,1-1 0,-1-1 0,2-1 0,-1 0 0,1-1 0,29 5 0,-29-8 0,0 0 0,0 0 0,0-2 0,0 0 0,0 0 0,0-2 0,0 0 0,0-1 0,-1 0 0,0-1 0,0-1 0,0-1 0,0 0 0,-1-1 0,-1 0 0,1-1 0,-1 0 0,-1-1 0,0-1 0,0 0 0,-1-1 0,0 0 0,-1 0 0,-1-1 0,0-1 0,11-21 0,-12 16 0,-1 0 0,0-1 0,-2 1 0,0-1 0,-1 0 0,-1 0 0,-1 0 0,-1-1 0,-1 1 0,-1 0 0,-4-29 0,-7-19 0,-40-132 0,23 113-107,-13-45-877,7 11-5024,16 69-5840,12 37 1012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23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7 16089,'0'0'124,"0"0"0,0-1 0,1 1 0,-1-1-1,0 1 1,0 0 0,1-1 0,-1 1 0,0 0 0,1-1-1,-1 1 1,0 0 0,1-1 0,-1 1 0,0 0-1,1 0 1,-1 0 0,1-1 0,-1 1 0,0 0-1,1 0 1,-1 0 0,1 0 0,-1 0 0,1 0-1,-1 0 1,1 0 0,-1 0 0,0 0 0,1 0-1,-1 0 1,1 0 0,-1 0 0,1 0 0,-1 0-1,1 0 1,-1 0 0,0 1 0,1-1 0,-1 0-1,1 0 1,-1 1 0,0-1 0,1 0 0,-1 0-1,0 1 1,1 0 0,0 0 102,0 0-1,1 1 1,-1-1 0,0 1-1,0-1 1,0 1-1,-1 0 1,1-1 0,0 1-1,-1 0 1,1-1 0,-1 1-1,1 2 1,1 26 665,-2-1 0,0 1 0,-9 49 0,-25 93 2619,18-99-3008,-73 311-502,82-356-679,1 0 0,1 1-1,2 0 1,1-1 0,2 37 0,1-62 284,-1-1 0,0 1 0,1-1 0,-1 0 0,1 0 0,0 1-1,-1-1 1,1 0 0,0 0 0,0 0 0,1 0 0,-1 0 0,3 3 0,-3-4-311,0 0-1,0 0 1,1 0 0,-1 0-1,1 0 1,-1 0 0,1 0-1,-1-1 1,1 1 0,-1-1-1,1 1 1,2 0 0,13 2-10289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23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37 13909,'-23'-36'2012,"3"36"1621,30 9-3129,0 3-516,13 0-604,21 9-736,-1 0-449,1 3-739,3 0-1432,10 16-2809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24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72 173 12565,'-40'-42'19015,"43"91"-18562,-2-37-348,0 0 0,0-1 0,-1 1-1,-1 0 1,0 0 0,-4 16 0,5-28-105,-7 31 0,9-25 0,-4 7 0,-4-16 0,-6-15 0,11 13 0,0 1 0,-1-1 0,2 1 0,-1-1 0,1 1 0,-1-1 0,1 1 0,0-1 0,1 0 0,-1 1 0,1-1 0,0 1 0,0-1 0,0 1 0,1 0 0,0-1 0,-1 1 0,2 0 0,-1 0 0,5-6 0,-5 7 0,0 0 0,0 0 0,1 0 0,-1 1 0,1-1 0,0 1 0,0 0 0,0 0 0,0 0 0,0 0 0,0 0 0,1 1 0,-1-1 0,0 1 0,1 0 0,-1 0 0,1 0 0,0 1 0,-1-1 0,1 1 0,0 0 0,-1 0 0,1 0 0,-1 0 0,1 1 0,0-1 0,4 2 0,2 2 0,0 0 0,0 0 0,0 1 0,-1 0 0,0 0 0,0 1 0,0 0 0,0 1 0,-1 0 0,12 14 0,-9-8 0,0 1 0,-1 0 0,-1 1 0,-1 0 0,0 0 0,7 20 0,-3 0 0,-2 1 0,-1 0 0,-2 0 0,-1 1 0,1 62 0,-9-51 0,-1 0 0,-3 0 0,-2 0 0,-1-1 0,-3 0 0,-29 72 0,24-84 0,16-35 0,1 0 0,0 0 0,0-1 0,0 1 0,0 0 0,0 0 0,0-1 0,0 1 0,0 0 0,0 0 0,-1 0 0,1-1 0,0 1 0,0 0 0,0 0 0,0 0 0,-1 0 0,1-1 0,0 1 0,0 0 0,0 0 0,-1 0 0,1 0 0,0 0 0,0 0 0,-1 0 0,1-1 0,0 1 0,0 0 0,-1 0 0,1 0 0,0 0 0,0 0 0,-1 0 0,1 0 0,0 0 0,0 0 0,-1 0 0,1 1 0,0-1 0,0 0 0,-1 0 0,1 0 0,0 0 0,0 0 0,0 0 0,-1 0 0,1 1 0,0-1 0,0 0 0,0 0 0,-1 0 0,1 1 0,0-1 0,0 0 0,0 0 0,0 0 0,0 1 0,-1-1 0,1 0 0,0 0 0,0 1 0,0-1 0,0 0 0,0 0 0,0 1 0,-1-22 0,1 19 0,1-17 0,1 1 0,1-1 0,1 1 0,10-29 0,4-19 0,2-8 0,4 0 0,3 2 0,61-119 0,31-23 0,-98 179 0,2 2 0,2 1 0,56-58 0,-73 83 0,0 0 0,0 0 0,1 1 0,0 0 0,0 1 0,0 0 0,1 0 0,0 1 0,13-4 0,-18 7 0,1-1 0,-1 2 0,1-1 0,0 1 0,0-1 0,-1 2 0,1-1 0,0 1 0,-1-1 0,1 2 0,-1-1 0,1 0 0,-1 1 0,1 0 0,-1 1 0,0-1 0,0 1 0,8 5 0,-4 0 0,0 1 0,0 0 0,-1 0 0,0 0 0,-1 1 0,0 0 0,0 1 0,-1 0 0,-1 0 0,1 0 0,-2 0 0,0 1 0,0 0 0,3 22 0,0 4 0,-2 1 0,-2 0 0,-3 58 0,-7-13 0,-24 120 0,7-69 0,11-54-144,4 1 0,2 128 1,8-182-641,5 57-3718,7-27-5346,3-13-4370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26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888 1407 11225,'-2'-11'399,"-1"-8"1150,0 0-1,-1 1 1,-1 0-1,-10-25 0,1 17-647,-1 0 0,-1 1 0,-1 1 0,-1 1 0,-1 1 0,-1 0 0,-41-33 0,55 50-792,-1 0 0,1 0 0,-1 1 0,0 0 0,0 0 0,0 1 0,-1 0 0,1 0 0,-1 0 0,0 1 0,0 0 0,0 1 0,0 0 0,0 0 0,0 1 0,0 0 0,0 0 0,-12 3-1,5 0 16,0 2-1,0 0 1,0 1-1,1 0 1,0 1-1,1 1 1,-1 0-1,-19 17 0,-3 5-27,1 1-1,2 1 1,1 2-1,2 1 1,1 2-1,2 0 1,1 2-1,3 1 0,1 1 1,1 1-1,-14 46 1,30-73-112,0 1-1,1 0 1,0 0 0,2 0-1,0 0 1,0 0 0,2 0-1,0 1 1,3 17 0,-3-29-15,1-1 0,0 1 0,0 0 0,0 0 0,1 0 0,0-1 0,0 1 0,0 0 0,0-1 0,1 0 0,0 0 1,0 0-1,0 0 0,0 0 0,0 0 0,1-1 0,0 1 0,0-1 0,0 0 0,0 0 0,0-1 0,1 1 0,-1-1 0,1 0 0,-1 0 0,1-1 0,0 1 0,0-1 0,0 0 1,-1 0-1,1-1 0,9 1 0,0-2-74,0 1 0,0-2 0,0 0 0,0-1 0,0 0 0,-1-1 0,0-1 0,18-8 0,-4 0-83,-1-2 0,47-33 1,-24 10-24,-3-3 0,-1-1 0,-2-2 0,-2-2 0,38-55 0,-34 37-74,-3-1 0,-3-2 0,-3-1 0,-3-3 0,-3 0 0,28-103 0,7-132-182,-59 251 383,-1 0 1,-3 1-1,-9-92 0,2 99 44,-6-49-15,9 86 58,0 0-1,-1 0 0,0 0 1,-1 0-1,0 1 1,-8-15-1,12 23 9,-1 1-1,0-1 1,1 0 0,-1 0-1,0 0 1,0 1 0,0-1-1,1 0 1,-1 1 0,0-1-1,0 0 1,0 1 0,0-1-1,0 1 1,0 0 0,0-1-1,0 1 1,0 0 0,0 0-1,-1-1 1,1 1-1,0 0 1,0 0 0,0 0-1,0 0 1,0 1 0,0-1-1,0 0 1,0 0 0,0 1-1,0-1 1,0 0 0,0 1-1,0-1 1,-2 2 0,-2 1 50,1 0 0,-1 0 0,1 0 0,-1 1 0,-4 5 0,1 0 45,1 0 0,0 0 0,1 1 0,0 0 0,0 0 0,-7 19 0,-19 72 437,28-87-477,-7 30 172,2 1-1,-5 88 1,11 95 146,6-163-369,2 0 0,3 0-1,3-1 1,3 0-1,25 72 1,-21-83-376,4-2 0,1 0 0,2-1 0,3-2 0,2 0 0,48 58 0,-66-91 211,1-1-1,1 0 1,0-1 0,0 0-1,2-1 1,-1-1 0,1 0-1,1-1 1,22 9-1,-31-16 124,0-2 0,0 1 0,0-1-1,0 0 1,0-1 0,0 0-1,0 0 1,0-1 0,0 0-1,0 0 1,0-1 0,-1 0 0,1 0-1,0-1 1,-1 0 0,0 0-1,10-6 1,5-6 22,-1-1 1,-1-1-1,0-1 0,-1 0 0,-1-1 1,31-43-1,-47 59 24,0 0 0,0 1-1,0-1 1,0 1 0,1-1 0,-1 1 0,1 0 0,0 0 0,0 0 0,5-2-1,-6 3-1,0 1 0,-1-1 0,1 1 0,0 0 0,0 0 0,-1 0 0,1 0 0,0 0 0,0 0 0,-1 0 0,1 0 0,0 1 0,-1-1 0,1 0 0,0 1 0,-1 0-1,1-1 1,0 1 0,-1 0 0,1 0 0,-1 0 0,3 2 0,32 28 486,43 48-1,-52-50-221,1-1 1,1-1-1,44 30 0,-55-45-125,-1-1 0,2 0 1,0-2-1,0 0 1,0-1-1,1-1 1,0-1-1,1-1 0,-1 0 1,1-2-1,0 0 1,0-2-1,0 0 0,0-1 1,0-1-1,29-5 1,-31 2 123,0-1 1,-1 0-1,1-2 1,-1 0 0,0 0-1,23-15 1,-34 17-147,-1 1 1,0 0 0,-1-1-1,1 0 1,-1-1-1,0 1 1,0-1-1,7-11 1,-10 12-57,1 1 1,-1-1-1,-1 1 0,1-1 1,-1 0-1,0 0 1,0 0-1,0 1 0,0-1 1,-1 0-1,0 0 0,0 0 1,0 0-1,-2-8 1,-2 0-62,0 1 0,0 0 0,-1 0 1,-1 0-1,0 0 0,0 1 1,-1 0-1,-1 0 0,0 0 0,0 1 1,-12-9-1,-11-12-9,-2 2 0,-37-24 0,32 26-652,-1 2 1,-1 2-1,-1 1 0,-1 2 0,-1 2 1,0 2-1,-77-17 0,110 31-439,1 1-1,-1 0 1,1 0-1,-1 1 1,-17 3-1,19-2-192,8-2 1179,0 1 0,-1 0 1,1 0-1,0 0 0,0 0 0,0 0 0,0 0 1,0 0-1,0 0 0,0 0 0,-1 0 1,1 0-1,0 0 0,0 0 0,0 0 1,0 0-1,0 0 0,0 0 0,-1 0 0,1 0 1,0 0-1,0 0 0,0 0 0,0 0 1,0 0-1,0 0 0,0 0 0,-1 0 1,1 0-1,0 0 0,0 1 0,0-1 1,0 0-1,0 0 0,0 0 0,0 0 0,0 0 1,0 0-1,-1 0 0,1 0 0,0 1 1,0-1-1,0 0 0,0 0 0,0 0 1,0 0-1,0 0 0,0 0 0,0 1 0,0-1 1,0 0-1,0 0 0,0 0 0,0 0 1,0 0-1,0 0 0,0 0 0,0 1 1,0-1-1,0 0 0,0 0 0,0 0 1,1 0-1,-1 0 0,0 1 0,5 16-10372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26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7 11161,'-2'0'435,"0"0"0,1 1 0,-1-1-1,0 0 1,0 1 0,1 0 0,-1-1 0,0 1 0,1 0 0,-1 0-1,1 0 1,-1 0 0,1 0 0,0 0 0,-1 0 0,1 0-1,-2 2 1,0 2-32,-1-1-1,1 1 0,0 0 1,0 0-1,-3 8 1,1 0-127,0 0 0,1 1 0,-4 27 0,4-8 48,0-15-187,2 0-1,0 0 0,1 0 1,1 0-1,0 0 1,6 31-1,-2 10 129,-4-55-222,0-4-43,1 0 0,-1 1 1,1-1-1,-1 0 0,0 1 1,1-1-1,-1 1 0,1-1 1,-1 1-1,0-1 0,0 0 1,1 1-1,-1-1 0,0 1 1,0-1-1,1 1 0,-1-1 1,0 1-1,0-1 0,0 1 1,0 0-1,0 0 1,0 0 5,0-1 0,0 1 0,0 0 0,0-1 1,1 1-1,-1 0 0,0 0 0,0-1 0,0 1 1,1 0-1,-1-1 0,0 1 0,1 0 0,-1-1 1,1 1-1,-1-1 0,1 1 0,-1-1 0,1 1 0,-1-1 1,1 1-1,0-1 0,-1 1 0,1-1 0,-1 0 1,2 1-1,46 2-52,-29-1 118,1-1 1,27-2-1,-20-1 292,-1-1 0,0-1 1,1-2-1,-2 0 0,1-2 0,-1-1 0,0-1 0,-1-1 0,34-21 0,-52 28-244,0 0 0,-1 0 0,0-1-1,0 0 1,0 1 0,-1-2 0,0 1-1,0-1 1,0 1 0,-1-1 0,1 0-1,-1 0 1,-1-1 0,1 1 0,-1-1-1,0 1 1,-1-1 0,2-13 0,-1-34 223,-3 48-662,0-1 0,1 0-1,0 1 1,1-1 0,-1 0-1,1 1 1,0-1 0,1 1-1,0-1 1,0 1 0,0 0-1,1 0 1,6-12 0,-7 16 8,1-3-238,1-1-1,0 1 0,0 0 1,9-7-1,-10 9-609,0 1 0,0 0 0,0 0 0,1 0 0,-1 0 0,1 1 0,4-2 0,17-3-9756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26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228 441 12745,'1'-2'287,"0"0"-1,0 0 1,0-1 0,0 1-1,-1 0 1,1 0 0,-1 0-1,0-1 1,0 1 0,0 0-1,0 0 1,0-1 0,0 1-1,0 0 1,-1 0-1,1-1 1,-1 1 0,0 0-1,-1-3 1,0 0 421,-1 1 0,1-1 0,-1 1 0,0 0 1,0 0-1,0 0 0,-7-5 0,10 8-598,0 0 1,-1 0 0,1 0-1,0 0 1,-1-1-1,1 1 1,0 0-1,0 0 1,0 0 0,0-1-1,0 1 1,0 0-1,1 0 1,-1 0-1,0 0 1,0-1 0,1 1-1,0-1 1,0-1 184,1-6 45,1-1 0,0 1 0,0-1-1,1 1 1,1 0 0,0 1 0,0-1 0,0 1-1,1 0 1,11-12 0,17-26 858,-8 8-815,-17 25-253,1-1 0,-2 0 0,0-1-1,0 1 1,-2-2 0,8-22 0,-9 27-130,-1 11 0,1 13 0,-4-10 0,68 157 0,46 123 0,-98-234 0,-3 0 0,-2 0 0,11 96 0,-22-120-1,-1-1 0,-1 1 0,-2-1 0,0 1 0,-2-1 0,0 0 1,-2-1-1,0 1 0,-2-1 0,0 0 0,-2-1 0,0-1 0,-2 1 0,0-2 0,-1 0 0,-2 0 0,0-2 0,0 0 1,-2 0-1,-35 26 0,28-27-792,-1-1 1,-1 0-1,-1-2 1,0-2 0,-37 12-1,28-13-5176,-72 11-1,36-15-7100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27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28 736 9873,'0'0'6519,"-3"1"-5219,-21 2 890,37-5 372,47-5-1209,1145-130 85,-8-53-1334,-559 86 25,-9-4-37,482-68-828,-1079 173 445,114-9-3853,-165 28-4557,-15 4-3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28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782 246 13429,'-446'34'11404,"338"-23"-9658,49-6 599,-107 24-1,163-27-1510,13-2-524,30-3-58,1081-161 238,-314 37-5115,-559 99-3433,-215 24 1453,-6 8-4277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28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415 225 14165,'-67'-108'2937,"15"35"2362,18 30 1507,33 43-6615,1 1 1,-1 0 0,0-1 0,1 1-1,-1 0 1,0-1 0,1 1 0,-1 0-1,1 0 1,-1-1 0,1 1 0,-1 0-1,1 0 1,0 0 0,-1 0 0,1 1-1,-5 14-132,1 0 0,1 0-1,1 1 1,0-1 0,1 31-1,-2 13-109,1-33 51,-37 346 0,22-253 0,-38 129 0,18-103-1362,6 2 0,-17 219 0,45-257-7908,8-6-7157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29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153 489 14173,'-108'-47'3285,"105"46"-2888,0 0 1,0 0-1,0-1 1,0 1-1,0-1 1,0 1-1,0-1 1,0 0-1,1 0 1,-6-5-1,5 2 677,-1-6 2745,10-18-1377,-4 26-2345,-1-1 0,1 1 0,0-1 0,1 1 0,-1 0 0,1 0 0,-1 0 0,1 1 0,0-1 0,0 0 0,0 1 0,0 0 0,0 0 0,1 0 0,-1 0 0,1 0 0,-1 1 0,1 0 0,0-1 0,-1 1 0,8-1 0,7 0 267,1 0 0,-1 1 0,24 1 0,-35 0-352,26 3-12,1 0 0,-1 2 0,1 2 0,-1 1 0,-1 1 0,0 2 0,0 2 0,-1 0 0,39 24 0,-40-19 0,-1 2 0,0 0 0,-2 2 0,0 1 0,-2 1 0,-1 1 0,0 1 0,-2 1 0,19 31 0,-28-36 0,-1 1 0,-1 0 0,-1 0 0,-1 1 0,-1 0 0,-1 1 0,-2 0 0,0 0 0,-1 0 0,-2 0 0,0 1 0,-2-1 0,-1 1 0,-1-1 0,-1 1 0,-1-1 0,-1 0 0,-2 0 0,0-1 0,-1 0 0,-23 43 0,10-29 0,-2-1 0,-2-2 0,-1 0 0,-2-2 0,-1-1 0,-2-1 0,-1-2 0,-1-1 0,-1-1 0,-1-2 0,-60 31 0,87-51 0,-11 5 0,-35 13 0,49-21 0,1-1 0,0 1 0,-1-1 0,0 0 0,1 0 0,-1-1 0,1 1 0,-1-1 0,0 0 0,1-1 0,-1 1 0,0-1 0,1 0 0,-6-1 0,8 1 0,0 0 0,1 0 0,0 0 0,-1 0 0,1 0 0,0 0 0,-1 0 0,1-1 0,0 1 0,0 0 0,0-1 0,0 1 0,0-1 0,1 1 0,-1-1 0,0 1 0,1-1 0,-1 0 0,1 1 0,-1-1 0,1 0 0,0 0 0,-1 1 0,1-1 0,0 0 0,0 1 0,1-1 0,-1 0 0,0 0 0,1 1 0,-1-1 0,2-2 0,1-8 0,1 1 0,0 0 0,10-16 0,-13 25 0,25-45 0,2 2 0,3 1 0,47-53 0,120-112 0,-136 147 0,66-69 0,251-251 0,-220 223-1912,199-223-8064,-328 350 3103,-13 17-4149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31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150 200 6437,'-25'3'-38,"-16"0"5889,-10 2 2010,19 7-1722,175-17-2953,-29 2-2285,813-73 1438,-575 36-2395,-208 23-642,-123 14 406,92-13-1719,-98 13 1100,-1 0 1,0-1-1,0-1 1,-1 0-1,17-9 1,-26 12-212,6-3 270,-7-16-18346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32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476 0 11197,'0'1'12,"-21"7"1658,1 0-1,-39 8 0,57-15-1425,0-1 0,0 1-1,0-1 1,0 1 0,0 0-1,0 0 1,0 0 0,1 0-1,-1 0 1,0 1 0,1-1-1,-1 1 1,1-1 0,-1 1-1,1-1 1,0 1 0,-1 0-1,1-1 1,0 1 0,0 0-1,0 0 1,0 2 0,-1 1 104,1-1 1,-1 1 0,1 0 0,1 0-1,-1 0 1,1 0 0,0 0 0,0 7-1,2 2 67,1 0-1,0 0 0,1-1 1,0 1-1,1-1 0,1 0 1,0-1-1,1 1 1,0-1-1,1 0 0,13 15 1,15 15 667,67 59 0,-71-71-734,43 39-182,70 68-26,-113-103-135,-1 1 1,32 48-1,-53-67-5,0 1 0,-1-1 0,-1 2 0,0-1 0,-2 1 0,0 0 0,-1 0 0,0 1 0,1 22 0,-4-26 0,-2-1 0,0 1 0,-1 0 0,0-1 0,-1 1 0,-1-1 0,0 0 0,-1 0 0,0 0 0,-1 0 0,-1-1 0,-11 21 0,1-10-134,-1 0 0,-1-2 0,-1 0 0,-1 0 1,-1-2-1,0-1 0,-31 21 0,-181 104-1741,195-122 1625,-304 152-7239,232-121-953,62-30-2214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32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45 13417,'-36'-37'2780,"29"29"5563,8 12-6885,6 32-104,-2 0 0,-1 0 0,-1 41-1,0-10-434,-6 561-521,-64-2-361,14-184-3662,40-4-1722,13-430 3879,0 0 1,1 0 0,0 0-1,1 0 1,0 0-1,6 15 1,-8-22 1243,19 45-10091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32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1498 464 10497,'-1'-8'445,"0"0"-1,0 0 1,1 0-1,0 0 1,0 0-1,3-11 1,-2 15-302,0 1 0,0 0 0,0 0 0,1 0 0,-1 0 0,1 0 0,0 0 0,0 1 0,0-1 0,0 1 0,0-1 0,1 1 0,-1 0 0,1 0 0,0 0 0,-1 0 0,1 0 0,5-2 0,33-15 659,1 1 0,81-22-1,95-8-237,-163 37-419,419-73 480,500-23 1,487 88 640,-745 77-768,-663-50-446,-1 3-1,97 34 1,-128-37-40,-1 1 0,0 0 1,-1 2-1,0 0 0,-1 2 0,0 0 0,0 1 1,-2 0-1,26 29 0,-28-24-3,0 0-1,-1 0 1,-1 1 0,18 41-1,-12-13 58,13 58 0,50 300 1066,-32 7 241,35 201 247,45-29-528,-95-447-835,56 199 377,50 223 437,-136-541-1032,6 32 89,4 58 1,-13-94-104,-1 0-1,0 0 1,-1 0-1,0 0 1,-1-1-1,-1 1 1,-1-1-1,-8 24 1,8-30-15,0 0 1,-1-1 0,0 1 0,0-1-1,-1 0 1,0-1 0,0 1-1,-1-1 1,1-1 0,-1 1-1,-1-1 1,1 0 0,-1-1-1,1 0 1,-1 0 0,-1 0-1,1-1 1,0-1 0,-1 1-1,-13 1 1,-13 2-4,-1-3 1,1 0-1,-65-5 0,-306-40 32,-4-29-123,189 32-12,64 11 12,-854-141-816,-8 30-254,-524 15-1122,1405 118 1989,-1049-55-4390,1157 59 4197,-163-18-2209,163 14 454,1-1-1,-35-13 1,9-4-6243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33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4 290 7353,'1'-4'76,"-3"-3"6280,-1-4 1644,3 3-6197,0 6-1659,1 1-1,-1 0 1,0 0 0,1 0-1,-1 0 1,0 0-1,1 0 1,-1 0-1,1 0 1,-1 0 0,1 0-1,0 0 1,0 1-1,-1-1 1,1 0 0,0 0-1,0 0 1,0 1-1,0-1 1,-1 1 0,1-1-1,0 0 1,0 1-1,0 0 1,2-1-1,0 0 46,0 1-1,0-1 0,0 1 1,1 0-1,-1 0 0,0 1 1,0-1-1,0 1 0,4 1 1,7 2 287,0 1 0,0 1 1,17 10-1,-12-5-393,0 0 0,-1 2 0,0 0 0,-1 1-1,-1 0 1,0 2 0,-1 0 0,0 0 0,-2 2 0,0-1-1,-1 2 1,0 0 0,-2 0 0,0 1 0,-2 0 0,0 1-1,-1 0 1,-1 0 0,7 43 0,-10-41-83,-2-1 0,0 0 0,-1 0 0,-1 0 0,0 1 0,-2-1 0,-1-1 0,-1 1 0,-1 0 0,-16 39 0,12-41 0,0-3 0,3-16 0,1-11 0,4 5 0,0-1 0,0 0 0,0-1 0,0 1 0,1 0 0,0 0 0,1-1 0,-1 1 0,1 0 0,1-1 0,-1 1 0,1 0 0,2-10 0,-1-1 0,1-10 3,2 1 0,0-1-1,2 1 1,1 0 0,1 1 0,17-33 0,6-2-53,51-73 1,-53 92-926,3 1-1,1 2 1,1 1-1,3 2 0,1 1 1,1 2-1,1 2 0,2 2 1,1 2-1,79-35 1,-103 53 50,1 0 0,0 2 0,0 1 1,42-6-1,-51 10-83,0 0 0,0 1-1,1 0 1,-1 1 0,0 1 0,0 0 0,0 0 0,-1 1-1,21 8 1,-30-10 534,1 0 0,-1 1 0,1-1 0,-1 1 0,0 0 0,0-1 0,0 1-1,3 3 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33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56 7309,'3'-1'676,"-1"0"1,0 0-1,0 0 1,1-1 0,-1 1-1,0 0 1,0-1-1,-1 0 1,1 1-1,0-1 1,0 0 0,-1 0-1,1 0 1,-1 0-1,0 0 1,1 0-1,-1 0 1,0-1 0,0 1-1,0 0 1,0-4-1,-9 2 1475,6 3-1948,0-1 0,0 1 0,0 0 0,0 0 0,0 1 1,-1-1-1,1 0 0,0 1 0,-4-1 0,1 6-21,1 1-1,0 0 1,0 0 0,0 0-1,0 1 1,1-1 0,0 1-1,1 0 1,-1 0 0,1-1-1,1 2 1,-1-1 0,1 0-1,0 0 1,1 0 0,0 12-1,1 14 59,2-1-1,9 45 0,-10-65-214,2-1 0,-1 1 0,1-1 0,1 0 0,0 0 0,0 0 0,1 0 0,1-1 0,0 0 0,0-1 0,1 1 0,0-1 0,0-1 0,13 10 0,-14-13-28,-1 0-1,2 0 1,-1-1-1,1 1 1,-1-2-1,1 1 1,0-1-1,0 0 1,1-1-1,-1 0 1,0 0-1,1-1 1,-1 0-1,1-1 1,0 0-1,-1 0 1,1 0-1,-1-1 1,1-1-1,14-3 1,-5-2 2,-1-1 1,0-1-1,-1 0 1,0-2-1,0 1 0,-1-2 1,0 0-1,13-15 1,-27 26-2,1-1-15,-3 5-783,-6 17-103,1 0 0,0 1 0,2-1 1,0 1-1,1 0 0,1 22 0,5 35-4467,4-15-2227,-4-23 209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34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0 205 9621,'30'-69'2097,"-29"66"-1935,0 1 0,0-1 0,0 1 0,-1-1 0,0 0 0,1 1 0,-1-1 0,0 0 0,0 1 0,0-1 0,0 0 0,-1 1 0,1-1 0,-1 0 0,0 1 0,0-1-1,0 1 1,0-1 0,-1-2 0,1 3 9,0 0 0,0 0 0,0 0-1,0 1 1,0-1 0,1 0-1,-1 0 1,1 0 0,0 0 0,0 0-1,-1-1 1,1 1 0,1 0 0,-1-3-1,0 2-75,1 1-1,-1 0 0,1 0 0,-1 0 1,1-1-1,0 1 0,-1 0 0,1 0 1,0 0-1,1 0 0,-1 0 1,0 1-1,0-1 0,1 0 0,-1 1 1,1-1-1,0 0 0,-1 1 0,1 0 1,0-1-1,0 1 0,0 0 0,0 0 1,0 0-1,0 0 0,0 1 1,0-1-1,0 0 0,0 1 0,1 0 1,-1-1-1,0 1 0,4 0 0,0 1-21,0-1-1,-1 2 1,1-1-1,0 0 0,-1 1 1,1 0-1,-1 1 0,0-1 1,0 1-1,0 0 1,6 4-1,-4-1 14,1 1-1,-1-1 1,0 1-1,-1 1 1,0-1 0,0 1-1,9 17 1,-2 1 111,12 35 0,-10-20-89,-10-26-54,0 1 0,-1-1 0,-1 1 0,1 27-1,3 6 61,-7-46 228,1-6-209,7-20 350,2 1 0,0 0 0,1 1-1,2 0 1,25-34 0,-30 46-389,0 0 1,1 0-1,-1 0 0,2 1 1,-1 1-1,1 0 0,0 0 1,1 0-1,0 2 1,0-1-1,0 1 0,0 1 1,16-4-1,-18 6-71,0 1-1,0 0 0,1 0 1,-1 1-1,0 0 1,0 1-1,0 0 0,0 0 1,0 1-1,0 0 1,0 0-1,0 1 0,-1 1 1,1-1-1,-1 2 1,12 6-1,-7-1-114,0 1 1,-1 0-1,0 1 1,-1 1-1,0-1 1,-1 2-1,-1-1 1,15 30-1,-9-13-757,-1 2-1,-2-1 0,10 46 1,-11-25-3292,4 63 1,-11-82 916,3 44-6301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35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1 314 6645,'16'-6'10776,"16"1"-7049,49 0-5084,-50 3 2450,1118-103 493,115-63-735,-1233 163-817,99-11 140,-128 15-183,1 1 0,-1 0 0,1 0 0,-1 0 1,1 0-1,-1 0 0,1 0 0,0 1 0,-1-1 0,1 1 1,-1 0-1,0 0 0,4 1 0,-6-2-6,0 0-1,0 1 1,0-1-1,0 0 1,0 0 0,1 1-1,-1-1 1,0 0-1,0 0 1,0 1 0,0-1-1,0 0 1,0 0-1,0 1 1,0-1-1,0 0 1,0 1 0,0-1-1,0 0 1,0 0-1,0 1 1,-1-1 0,1 0-1,0 0 1,0 1-1,0-1 1,0 0 0,0 0-1,-1 1 1,1-1-1,0 0 1,0 0 0,0 0-1,-1 1 1,1-1-1,0 0 1,-22 14-1121,2-5-210,-9 5-1958,9-3-1869,0 1-3719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35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32 5436,'3'-21'22410,"-13"12"-20801,10 9-1566,-1 0 1,1 0 0,0-1 0,-1 1-1,1 0 1,0 0 0,-1 0 0,1 0-1,0 0 1,-1 0 0,1 0 0,0-1-1,-1 1 1,1 0 0,0 0 0,-1 0-1,1 0 1,0 0 0,-1 1 0,1-1-1,-1 0 1,1 0 0,0 0 0,-1 0-1,1 0 1,0 0 0,-1 0 0,1 1-1,0-1 1,0 0 0,-1 0 0,1 1-1,0-1 1,0 0 0,-1 0 0,1 1-1,0-1 1,-1 1 0,-9 19 854,-4 40-340,11-47-437,-98 353-71,3-15-277,74-191-6529,23-156 6047,1-1 1,0 1-1,0 0 0,0-1 0,1 1 1,-1 0-1,1-1 0,0 1 0,0 0 1,0-1-1,1 0 0,-1 1 0,1-1 1,2 4-1,-3-4-28,24 40-10716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36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2922 36 9161,'27'-18'11694,"-28"17"-11508,0-1 0,0 1 1,0 0-1,0 0 0,0 0 1,0 0-1,0 0 0,-1 0 1,1 0-1,0 0 0,-1 1 1,1-1-1,0 0 1,-1 1-1,-1-1 0,-2-1 6258,44 116-5116,8 29-169,-34-83-1159,-3 1 0,-3 1 0,0 105 0,-27 186 0,5-228 0,6-57 0,-1 73 0,8-79 0,-12 73 0,13-131 0,0 0 0,1-1 0,-1 1 0,0-1 0,-1 1 0,1-1 0,-1 0 0,-2 6 0,-9 9 0,6-16 0,3-2 0,3 1 0,0-1 0,0 1 0,0-1 0,0 0 0,0 1 0,-1-1 0,1 0 0,0 0 0,0 0 0,0 0 0,0 0 0,-1 0 0,1 0 0,0 0 0,-2 0 0,-3-7 0,5 5 0,-37-33 0,15 13 0,-1 0 0,-1 2 0,-1 0 0,0 2 0,-39-20 0,3 12 0,-1 1 0,-1 4 0,-1 3 0,-76-12 0,-274-18 0,161 34-50,0 12 0,0 11 0,0 10 1,-261 56-1,305-20-2548,77-9-4963,150-51-11814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37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623 106 8373,'-19'-7'8042,"18"6"-7736,0-1 0,-1 1-1,1 0 1,0-1 0,0 1 0,0-1-1,1 0 1,-1 1 0,0-1 0,0-3-1,0 3-114,0 0 1,1 1-1,-1-1 0,0 0 0,0 0 0,0 0 0,0 1 0,0-1 0,0 0 0,-1 1 0,1-1 0,0 1 1,-1-1-1,0 1 0,1 0 0,-1 0 0,0 0 0,1 0 0,-3-1 0,-23-13 1584,-27-11 1996,50 25-3576,1-1 1,-1 1 0,0 1-1,0-1 1,0 0 0,1 1-1,-1 0 1,0 0 0,0 0-1,0 0 1,0 1 0,1-1-1,-6 2 1,-18 9-117,1 0 1,0 1 0,1 2-1,1 0 1,0 2-1,1 1 1,-29 27-1,25-19-38,2 2 0,1 1 0,1 0 0,2 2 0,-24 43 0,40-64-41,0 1 0,0-1 0,1 2 0,1-1 0,-1 0 0,2 1 0,-1-1 0,2 1 0,-2 21 0,3-26 0,1-1 0,-1 1 0,1 0 0,0-1 0,1 1 0,-1-1 0,1 1 0,0-1 0,1 0 0,-1 0 0,1 0 0,0 0 0,0 0 0,1-1 0,-1 1 0,1-1 0,0 0 0,0 0 0,1 0 0,5 4 0,3-1 3,0 0-1,0 0 1,0-2 0,1 1 0,0-2-1,0 0 1,0 0 0,0-1-1,17 1 1,11-1-71,82-4 0,131-29-4943,-235 26 3999,-1-1 0,0 0 0,0-2-1,22-10 1,32-21-6109,-63 33 5713,41-21-9665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37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11053,'1'-2'2379,"2"-2"-409,-1 0 1,1 0 0,-1 0-1,1 0 1,0 1-1,0-1 1,7-5-1,1-1-1740,14 24 1185,-23-14-1293,-1 1-84,-1 0 0,1 0 0,-1 0 0,1 0 0,0-1 0,-1 1 0,0 0 0,1 0 0,-1 0 0,0 0 1,1 0-1,-1 0 0,0 0 0,0 0 0,0 0 0,0 0 0,0 1 0,0 1 0,0-2 56,1 13 35,-1 0 0,0 0 0,-1 0 1,0 0-1,-5 16 0,-1 22 83,5-40-212,-2 32 0,4-25 0,6-2 0,-5-16 0,0 0 0,0 0 0,0 0 0,1 0 0,-1 0 0,0-1 0,1 1 0,-1 0 0,0-1 0,1 1 0,-1-1 0,1 0 0,-1 1 0,1-1 0,-1 0 0,1 0 0,0 0 0,-1 0 0,1 0 0,-1 0 0,1 0 0,-1-1 0,1 1 0,-1-1 0,1 1 0,-1-1 0,0 1 0,1-1 0,-1 0 0,0 1 0,2-3 0,7-3 0,0-1 0,-1-1 0,11-11 0,5-4 0,-18 19 0,33-26 0,68-36 0,-91 59 0,1 6 0,-14 2 0,1 1 0,-1-1 0,0 1 0,0 0 0,0 0 0,0 0 0,0 0 0,0 1 0,-1-1 0,1 1 0,-1 0 0,0 0 0,0 1 0,0-1 0,0 1 0,0-1 0,-1 1 0,3 4 0,2 7 0,-1 1 0,0-1 0,6 27 0,-3-12 0,-2 4 0,-7-34 0,0 1 0,0-1 0,0 1 0,0-1 0,0 1 0,1-1 0,-1 1 0,0-1 0,0 1 0,0-1 0,1 1 0,-1-1 0,0 0 0,1 1 0,-1-1 0,0 1 0,1-1 0,-1 0 0,0 1 0,1-1 0,-1 0 0,1 1 0,-1-1 0,1 0 0,-1 0 0,0 0 0,1 1 0,-1-1 0,1 0 0,-1 0 0,1 0 0,-1 0 0,1 0 0,0 0 0,-1 0 0,1 0 0,-1 0 0,1 0 0,-1 0 0,1 0 0,-1 0 0,1 0 0,-1-1 0,0 1 0,1 0 0,-1 0 0,1 0 0,-1-1 0,1 1 0,-1 0 0,1-1 0,-1 1 0,0 0 0,1-1 0,-1 1 0,0-1 0,1 1 0,-1 0 0,0-1 0,0 1 0,1-2 0,26-20 0,-2-2 0,25-29 0,-28 29 0,-14 17 0,0 0 0,0 0 0,1 1 0,17-10 0,9-8 0,-21 16 0,2 6 0,-13 3 0,-1 0 0,1 0 0,0 0 0,-1 1 0,1-1 0,-1 1 0,1 0 0,-1 0 0,0 0 0,0 0 0,0 0 0,0 0 0,0 0 0,0 1 0,-1-1 0,1 1 0,-1-1 0,1 1 0,-1 0 0,0-1 0,0 1 0,0 0 0,0 4 0,3 10 0,-1 1 0,3 31 0,-4-27 0,-1-10-828,1 0 0,1 0 0,0 0-1,1-1 1,0 0 0,1 1 0,0-1 0,1-1 0,0 1 0,9 11-1,-12-19-2922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38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212 406 6677,'0'0'19094,"-3"0"-17853,0-1-980,0 1 1,0-1 0,0 1 0,0-1-1,0 0 1,0 0 0,0 0-1,1 0 1,-6-4 0,4 6 136,-2 0-326,2 0-11,0-1 1,0 1-1,0 0 1,0 0-1,0 0 1,0 1 0,0-1-1,1 1 1,-1 0-1,0 0 1,1 0-1,0 0 1,-1 1-1,1-1 1,0 1-1,0 0 1,1 0-1,-1 0 1,0 0-1,1 1 1,-2 3-1,-1 2 31,-1-1-1,1 1 1,-11 11 0,11-15-65,1 0 1,-1 0 0,1 1-1,1-1 1,-1 1-1,1 0 1,0 0 0,0 1-1,-2 8 1,-11 37 25,15-50 27,10 31-260,-8-30-4,2-5 16,5-2 115,0 0-21,0-1 0,0 0 1,0 0-1,-1-1 0,1 0 1,-1 0-1,-1-1 0,1 0 1,-1 0-1,0 0 0,4-9 1,-3 4 26,-2-1 0,0 1 0,0-1 0,-1 0 0,-1 0 0,0 0 0,-1-1 0,0 1 0,-1-1 0,-1-23 0,-4-7 41,-20-86 0,16 91 353,0 0 0,-2-70 0,9 77-12,-1 40 168,-1 53 155,-5 314-658,5-328 0,-18 86 0,0-1 0,3-12-3328,10-72 719,4-14-5991,3-10-6646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40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1 107 6637,'3'-15'1234,"0"0"0,2 0 0,6-15 1,-5 2 3351,-6 25-2431,1 12-640,0 2-1172,25 198 4316,4 51-1780,-17 172 82,-13-367-2600,-20 731 675,2-227-526,27 2-322,-4-462-521,29 279-4122,-27-348 3900,1-1-1,2 0 1,2 0 0,1-1 0,2-1 0,2 0 0,30 49-1,-41-78-59,0 1-1,0-2 0,1 1 0,0-1 0,0 0 0,0 0 0,16 9 0,-15-11-745,0 0 0,1-1-1,0 0 1,15 5 0,23 1-7459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41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81 424 6245,'-72'8'4011,"64"-6"-2369,7 0-577,18 4-158,28 2-412,44-3 349,143-9-1,-198 3-753,937-96 753,148-83-686,-439 64-277,-363 73 128,-216 34 10,114 5 1,-182 5-25,0 2 0,-1 1 1,1 2-1,-1 0 0,53 20 1,-65-18 30,-1 1 0,0 1 0,-1 0 0,0 2 0,-1 0 0,0 0 0,-1 2 0,0 0 0,26 32 1,-21-18 20,-1 1 1,-2 1-1,-1 1 1,-1 0 0,-2 1-1,19 62 1,-7 4 21,14 110 0,10 120 149,56 306 78,70 111 654,-166-709-932,103 428 266,-95-368-205,-4 0 1,2 184-1,-17-242-67,2-3 16,-2 1 1,-2-1-1,-1 0 1,-10 43-1,11-69-22,1-1 0,-2 1 0,1 0 0,-1-1 0,0 0 0,-1 0 0,0 0 0,0-1-1,-1 1 1,1-1 0,-2 0 0,1-1 0,-1 0 0,0 0 0,0 0 0,-1-1 0,1 0 0,-1 0 0,-1-1 0,1 0 0,-11 4-1,-9 0-26,1-1 0,-1-1-1,-45 3 1,-86-3-1,50-4 30,-557 57-109,3 39 97,-999 232-859,1563-306 415,-120 28-1011,171-43 129,-2-3 1,-66 2-1,50-11-2680,30-8-2015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41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141 778 8017,'-103'16'4039,"65"-2"2926,44-16-6181,193-63 690,624-194-250,336-57-4553,-951 259 1185,103-26-5151,-183 57 544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42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188 516 11265,'-184'53'7954,"180"-52"-6945,15-15 751,-5 9-1631,-1 0 0,2 1 0,-1-1-1,0 2 1,1-1 0,0 1 0,11-5 0,57-13 288,-32 10-210,666-165 928,10 30-1937,-135 27-1585,-322 74-2414,-258 44 3191,-18 10-10584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43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138 125 5781,'17'-15'1631,"-17"15"-1512,1-1 0,0 0-1,-1 0 1,0 1 0,1-1 0,-1 0 0,1 0-1,-1 0 1,0 1 0,0-1 0,1 0 0,-1 0-1,0 0 1,0 0 0,0 0 0,0 0 0,0 0-1,0 0 1,0 1 0,0-1 0,-1 0 0,1-2-1,-1 1 311,1-23 4750,0 5-520,0 10-5146,0 7 1234,-5-10 369,-3-2 2245,4 18-3097,1 1 0,-1-1 0,0 1 1,1 0-1,0 0 0,0 0 1,0 1-1,0-1 0,1 1 0,0-1 1,-3 9-1,-14 63 1541,6-23-1048,-7 36 168,-12 103-1,21-116-1396,7-48-459,0 1 0,3-1 0,0 0 1,6 51-1,-2-57-2051,2-1 1,0 0-1,17 40 0,1-4-9711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43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0 415 13033,'6'1'359,"0"1"-1,-1-1 1,1 0-1,0 0 1,0-1-1,0 1 1,0-1 0,-1-1-1,1 1 1,11-3-1,-5-1 337,1 0-1,-1-1 0,0-1 1,12-6-1,51-34 889,-2-3 0,73-64 0,-130 102-1216,-2-2 0,0 0 0,0 0 1,-1-1-1,-1-1 0,0 0 1,11-20-1,-23 34-354,1 0 1,-1 0-1,1 0 0,-1 0 1,1 0-1,-1-1 0,0 1 1,1 0-1,-1 0 1,0 0-1,0 0 0,0 0 1,0-1-1,0 1 0,0 0 1,0 0-1,0 0 1,-1 0-1,1-1 0,0 1 1,-1 0-1,1 0 0,-1 0 1,1 0-1,-1 0 0,1 0 1,-2-2-1,0 2 5,0-1-1,-1 1 1,1-1-1,0 1 1,-1 0-1,1 0 1,0 0-1,-1 0 1,1 0-1,-1 0 1,-5 0-1,-4 0 25,0 0-1,0 0 1,-1 2-1,-18 2 1,9 1 84,0 1 0,1 1 0,0 1 0,1 1 0,-36 20 0,-89 66 1101,79-46-627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49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584 661 5264,'25'0'1537,"-20"0"1,-7-3-1,-12-22 1340,13 23-1209,0-1 725,-5-13-682,5 13-1380,0 1 0,1-1-1,-1 1 1,-1-1-1,1 1 1,0-1 0,0 1-1,-1 0 1,1 0-1,-1 0 1,0 0 0,0 0-1,0 0 1,0 0 0,0 1-1,0-1 1,0 0-1,-4-1 1,-10-5 2588,-1-2 279,18 8-2129,11 2-386,-3 0-671,-1 0-1,1-1 0,-1 0 0,1-1 0,-1 1 0,1-2 1,-1 1-1,10-6 0,65-34-18,-58 29 4,10-6 3,22-11 0,-1-2 0,-1-2 0,75-62 0,-125 92 0,-1 0 0,0 0 0,0-1 0,0 1 0,0-1 0,-1 0 0,0 0 0,0 0 0,0-1 0,-1 1 0,1 0 0,-1-1 0,-1 0 0,3-8 0,-4 9 0,0 0 0,0 1 0,0-1 0,-1 1 0,0-1 0,0 1 0,0-1 0,0 1 0,0-1 0,-1 1 0,0 0 0,0 0 0,0 0 0,-1 0 0,1 0 0,-1 0 0,0 1 0,0-1 0,-4-3 0,-5-3 0,0 0 0,-1 1 0,0 1 0,0 0 0,0 1 0,-1 0 0,-1 1 0,1 0 0,-1 1 0,0 1 0,0 1 0,0 0 0,-20-1 0,-6 1 0,0 1 0,0 3 0,-73 9 0,79-4 0,0 2 0,1 1 0,0 1 0,0 2 0,1 1 0,1 2 0,0 1 0,1 2 0,-48 35 0,57-36 0,1 1 0,1 1 0,1 1 0,0 0 0,2 1 0,0 1 0,2 1 0,0 0 0,1 1 0,2 1 0,1 0 0,0 0 0,-7 30 0,13-34 0,1 0 0,1 0 0,0 0 0,2 0 0,0 0 0,5 39 0,-2-44 0,1-1 0,1 0 0,0 0 0,1 0 0,0-1 0,1 0 0,1 0 0,0 0 0,1-1 0,13 17 0,-7-13 0,2 0 0,0-1 0,1 0 0,0-1 0,1-1 0,30 17 0,-17-14 0,0-1 0,1-2 0,57 17 0,-14-13 0,0-3 0,2-3 0,88 2 0,-37-10-163,1-5 0,-1-7 1,-1-5-1,197-45 0,-302 53-675,0-2 0,-1 0 0,0-1 0,0-1 0,19-12 0,2-9-3677,-5-6-3469,-16 11-3458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49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9 293 15589,'-9'11'1888,"11"-15"-238,-1 3-1421,-1 0 0,1 0 0,0 0 0,-1 1 0,1-1 0,0 0 0,0 0-1,0 1 1,0-1 0,0 0 0,0 1 0,0-1 0,0 1 0,0 0 0,0-1 0,0 1 0,0 0-1,0-1 1,0 1 0,2 0 0,19 3 367,-1 2 0,1 1 0,-1 0 0,-1 1 0,1 2 1,20 11-1,-12-5-275,-1 2 0,-1 1 0,42 36 0,-57-43-255,-1 1 0,0 1 1,0 0-1,-1 0 0,-1 0 1,0 2-1,-1-1 0,8 20 1,-7-9 3,0 1 0,-2 0 1,-1 1-1,3 34 0,-4-35-35,-3-18-13,-1 1 1,0 0 0,0-1-1,-1 16 1,-3 0 155,3-20 971,2-8-825,42-112 74,4-9-167,-18 67-1611,2 1 0,3 1 1,2 2-1,2 1 0,3 2 0,2 2 0,2 2 0,85-67 1,-105 94-313,-17 12 229,2 0 0,-1 0-1,1 1 1,15-7 0,20 1-6894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50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66 10949,'0'0'4830,"-3"-1"-3574,-28-6 715,28 6 1919,-20 4-1798,21-3-1818,0 0 1,0 0 0,-1 0-1,1 0 1,0 0 0,0-1 0,-1 1-1,1-1 1,0 1 0,0-1-1,0 0 1,0 0 0,0 0-1,0 0 1,0 0 0,0-1 0,-2-1-1,2 2-561,0 0 571,24 26 170,-16-12-480,0 1 0,-1 0 1,0 0-1,-2 0 0,1 1 1,1 25-1,6 19-480,5 55-800,-16-111 1200,12 25-152,36-92 145,-31 39 64,1 2 0,36-39 0,-51 60 43,0 0 0,0 0 1,0 0-1,0 1 0,1-1 0,-1 1 0,0 0 0,1 0 0,-1 0 0,0 0 1,1 1-1,-1-1 0,1 1 0,-1 0 0,1 0 0,-1 0 0,1 1 0,-1-1 0,1 1 1,-1 0-1,1 0 0,3 1 0,0 0 26,0 0 1,0-1-1,1 0 1,-1-1-1,9 0 1,21-5 273,47-14 0,-60 12-162,0 1-1,1 1 1,0 2-1,-1 0 1,50 1-1,-68 3-117,-1 0 0,1 0-1,-1 1 1,1 0 0,-1 0 0,1 0-1,-1 0 1,0 1 0,0 0 0,9 7-1,-1 2 1,0 0-1,14 17 0,14 15 88,-39-42-99,1 0 1,-1 0-1,1 0 1,0-1-1,0 1 0,0-1 1,0 1-1,0-1 0,0 0 1,0 0-1,0 0 1,0-1-1,1 1 0,-1-1 1,0 0-1,1 0 1,-1 0-1,6-1 0,1-1 9,0 0 0,1-1 1,-1-1-1,11-5 0,-5 3-9,24-13 124,0-1 0,62-44-1,-6 3 294,-67 45-282,150-80 1029,-173 94-1120,-1 0 1,1 0 0,0 1 0,-1 0 0,1 0 0,0 0 0,0 0 0,0 1 0,7 0 0,-11 1-47,-1-1 0,1 0 0,-1 0 1,1 0-1,-1 1 0,1-1 1,-1 1-1,1-1 0,-1 1 1,1 0-1,-1-1 0,0 1 0,1 0 1,-1 0-1,0 0 0,0 0 1,1 0-1,-1 0 0,0 1 1,0-1-1,0 0 0,-1 0 0,1 1 1,0-1-1,0 1 0,-1-1 1,1 0-1,-1 1 0,1-1 1,-1 1-1,1 0 0,-1-1 1,0 1-1,0-1 0,0 1 0,0-1 1,0 1-1,0 0 0,-1-1 1,1 3-1,-13 47-644,10-44 186,0 0-1,1 1 1,0-1 0,0 0-1,1 1 1,0-1-1,1 1 1,-1-1 0,1 1-1,1-1 1,-1 1 0,1-1-1,1 0 1,2 10 0,-3-14 97,0 0 0,0 0-1,1 0 1,-1 0 0,1 0 0,0-1 0,0 1 0,-1-1 0,2 1 0,-1-1 0,0 0 0,0 0 0,1 0 0,-1 0 0,1 0 0,0 0 0,-1-1 0,1 1 0,0-1 0,0 0 0,5 2 0,-4-3-591,0 1 0,0-1 1,0 0-1,-1 0 0,1 0 1,8-1-1,4-2-6047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50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21 239 7901,'-13'-84'2308,"26"69"-176,-13-10-96,0 1-312,-3 9-335,-1-3 479,-2-3-1436,-1 0-532,27 15-1952,-3-3 159,6 18-4503,7 3 31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51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111 619 12353,'14'-30'9750,"-18"30"-8275,-4 0-1034,6-1-325,0 1 0,0 0 1,0 0-1,-1 0 0,1 0 0,0 0 0,0 1 0,0-1 1,0 1-1,-1-1 0,1 1 0,0 0 0,0-1 1,0 1-1,0 0 0,1 1 0,-1-1 0,0 0 0,0 0 1,0 1-1,1-1 0,-1 1 0,1-1 0,0 1 1,-3 3-1,-3 5 14,0 0 0,0 1 0,1 0 0,0 0 1,1 0-1,1 1 0,-1 0 0,2-1 0,0 2 0,0-1 1,1 0-1,-1 25 0,4-15-162,-1-12 0,0 0 1,1 1 0,0-1 0,1 0 0,4 13 0,6-1 15,-4-19 14,-5-3-4,0 1 7,0 0 1,0 0-1,0-1 1,0 1-1,0-1 1,0 0-1,0 0 1,0 0-1,-1 0 1,1 0 0,0-1-1,0 1 1,0-1-1,0 0 1,0 0-1,0 0 1,-1 0-1,6-3 1,6-4 102,-1-1 0,18-15 0,-1 1 80,3-1-66,34-22 224,-62 44-326,-1-1-1,1 1 1,0 0 0,0 0 0,-1 0 0,1 1 0,0 0 0,1 0 0,-1 0 0,0 1 0,0-1 0,7 2 0,-9 0-12,1 0 0,-1 0 0,0 0 0,0 1 0,0-1 0,0 1 0,0 0 0,0 0 0,0 0 0,0 0 0,-1 0 1,1 1-1,-1-1 0,0 1 0,0 0 0,0-1 0,0 1 0,2 4 0,5 10 13,0 1 0,7 21 0,-4-8 3,-6-17-21,1-1-1,0 0 0,1-1 0,0 0 0,0 0 0,1 0 1,13 11-1,-16-18-10,0 0-1,0 0 1,1-1 0,0 0 0,0 0-1,0 0 1,0-1 0,0 0 0,1 0 0,0-1-1,-1 0 1,1 0 0,0-1 0,14 1-1,-2-3 5,-1 0-1,1-1 1,0-1-1,-1-1 1,1-1-1,-1 0 1,-1-1-1,1-2 1,-1 1-1,0-2 1,24-16-1,-30 15-42,0-1 0,0-1 0,-1 0-1,-1 0 1,0-1 0,-1-1 0,9-16-1,-9 16-272,-6 10-112,-7 4-322,1 0 725,1 0 1,-1 0-1,0 0 0,0 0 1,0 0-1,0 1 0,0-1 0,1 1 1,-1 0-1,0-1 0,0 1 1,1 1-1,-1-1 0,1 0 0,-1 1 1,1-1-1,0 1 0,-1 0 0,1 0 1,0 0-1,0 0 0,0 0 1,0 0-1,1 0 0,-3 4 0,-2 2-10,1 1 0,-1-1 0,2 1-1,-1 0 1,1 1 0,-4 13-1,7-18 70,0 0-1,0 0 1,0 0-1,1 1 1,0-1-1,0 0 1,0 0-1,1 0 1,0 0-1,0 0 1,0 0-1,0 0 1,4 8-1,-4-12-2,-1 0 0,1 0 0,0 0 0,0 0 0,0 0 0,-1-1 0,1 1 0,0 0 0,0 0 0,0 0 0,1-1-1,-1 1 1,0-1 0,0 1 0,0-1 0,0 1 0,0-1 0,1 1 0,-1-1 0,0 0 0,0 0 0,1 0 0,-1 0-1,0 0 1,0 0 0,1 0 0,0 0 0,33-8 313,-33 7-299,27-12 134,-1 0-1,0-3 1,0 0-1,-2-2 0,38-31 1,-41 31-120,-10 8-34,294-234 168,-227 174-167,120-136 0,-101 81 58,-51 62 724,2 3 0,64-60 1,-120 153 331,-6 2-1126,-2 0 1,-1-2 0,-2 0-1,-37 55 1,-26 53-13,56-88 6,1 0 0,3 1 0,3 2 0,2 0 0,-14 98 0,24-109-650,2 0 0,1 1 0,3 0 1,8 55-1,-6-83 220,0 0 1,2 0 0,0 0-1,2 0 1,-1-1-1,2 0 1,0 0 0,2-1-1,-1 0 1,2-1-1,0 0 1,1 0 0,15 14-1,38 25-7271,13-2-5120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52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1692 250 5284,'6'-7'333,"-5"6"-202,0 0 0,1-1-1,-1 1 1,0 0 0,0-1-1,0 1 1,0-1 0,0 1 0,0-1-1,0 1 1,0-1 0,-1 0 0,1 1-1,-1-1 1,1 0 0,-1 1-1,1-1 1,-1 0 0,0 0 0,0 1-1,0-1 1,0 0 0,0 0 0,0 0-1,-1 1 1,1-1 0,-1-2 0,-1 0 298,0-1 0,0 1 0,1-1 1,-1 0-1,1 0 0,1 0 0,-1 0 1,1 0-1,-1 0 0,1 0 0,1 1 1,-1-1-1,2-9 0,0 5 485,-2 0 0,1 0 0,-3-16-1,2 20-657,-11-41 2809,10 45-2998,1 1 0,0-1 0,0 0 0,-1 0 0,1 0 0,-1 0 0,1 1 0,0-1 0,-1 0-1,1 1 1,-1-1 0,0 0 0,1 1 0,-1-1 0,0 0 0,1 1 0,-1-1 0,0 1 0,1-1 0,-1 1-1,0 0 1,0-1 0,0 1 0,0 0 0,1-1 0,-1 1 0,0 0 0,0 0 0,0 0 0,0 0 0,0 0-1,0 0 1,1 0 0,-1 0 0,0 0 0,0 0 0,0 1 0,0-1 0,0 0 0,1 0 0,-1 1 0,0-1 0,0 1-1,-1 0 1,-4 4 228,0-1 0,0 2 1,0-1-1,1 1 0,0 0 0,0 0 0,0 0 0,-3 8 0,-34 63 1634,22-38-1149,-797 1373 1295,696-1211-2022,-230 454-5617,286-504 2964,6 1-1,-61 247 1,116-380 508,0 0 0,0 19 0,7 22-8050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55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750 134 7245,'22'-49'6605,"-20"47"-4793,-6-20 1203,4 19-2767,0 0-1,0 1 1,-1-1-1,1 0 1,-1 0 0,0 0-1,0 1 1,0-1-1,0 0 1,-1 1 0,1-1-1,-1 1 1,1-1-1,-1 1 1,0 0 0,0 0-1,0 0 1,0 0-1,-4-3 1,2 4-84,0-1 0,0 1 0,0 0-1,0 0 1,0 1 0,0-1 0,-1 1 0,1 0 0,0 0 0,0 0-1,0 1 1,-1 0 0,-6 1 0,-15 5 238,0 1-1,1 1 1,1 0-1,0 2 1,0 1-1,-31 21 1,4 3 324,-77 69-1,92-71-470,0 2 0,3 1-1,-41 58 1,57-71-199,2 1 0,1 1-1,0 0 1,2 1 0,2 0 0,0 1 0,-7 34 0,15-50-40,0 1 1,1 0 0,0 0-1,1-1 1,1 1-1,0 0 1,1 0-1,0-1 1,0 1-1,2-1 1,-1 0 0,2 1-1,0-2 1,0 1-1,1-1 1,0 1-1,1-2 1,0 1 0,1-1-1,11 12 1,0-3-56,1-1 0,0-1 0,1-1 0,1-1 0,1-1 0,0-1 0,0-1 0,46 17 0,1-6-120,2-3 0,-1-4 0,2-2 0,83 4 0,296-12-1139,-306-16 730,-123 6 169,0 0 1,1-1-1,43-17 1,-64 21 308,0-1 0,0 1 1,0-1-1,0 0 1,-1 0-1,1-1 0,-1 1 1,1 0-1,-1-1 1,0 0-1,3-4 0,6-6-331,-11 13 411,0 0 1,0 0 0,0 0-1,0 0 1,0 0 0,1 0-1,-1 0 1,0 0 0,0-1-1,0 1 1,0 0 0,0 0-1,0 0 1,0 0-1,0 0 1,1 0 0,-1 0-1,0-1 1,0 1 0,0 0-1,0 0 1,0 0 0,0 0-1,0 0 1,0-1 0,0 1-1,0 0 1,0 0 0,0 0-1,0 0 1,0 0 0,0-1-1,0 1 1,0 0 0,0 0-1,0 0 1,0 0 0,0 0-1,-1-1 1,1 1-1,0 0 1,0 0 0,0 0-1,0 0 1,0 0 0,0 0-1,0 0 1,0-1 0,-1 1-1,-10-17-393,2 4-307,0-1 1,-13-29 0,20 39 596,1 1 0,0-1 0,0 1 0,0-1 0,0 1 0,0-1 0,1 0 0,-1 0 0,1 1 0,0-1 0,1 0 0,-1 0 0,0 1 0,1-1 0,0 0 0,0 1 0,0-1 0,3-5 0,2-2-44,1 0-1,1 0 1,0 1 0,11-12-1,-17 21 191,-1 0-1,0 1-1,0-1 0,0 0 0,0 1 0,0-1 0,0 0 0,0 0 0,0 0 0,0 0 0,0 0 0,-1 0 0,1 0 0,0 0 0,-1 0 0,2-2 0,2-2 830,-6 20-463,1-13-367,1 0 0,-1 0 0,0 0 0,0 0 0,0 0-1,0 0 1,-1 0 0,1 0 0,0-1 0,-1 1 0,1 0 0,-1-1 0,0 1 0,1-1 0,-1 0 0,0 1-1,0-1 1,-3 1 0,-42 16-2669,32-13 2675,12-4-161,32-24-2206,-14 6-675,-1 3-2399,-2 2-487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55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845 153 8417,'-8'-18'2505,"-2"1"-1,0 0 1,-23-31 0,29 43-2210,-1 1 0,1-1 0,-1 1 1,0 0-1,0 0 0,0 1 0,0 0 0,-1-1 1,1 2-1,-1-1 0,0 1 0,0-1 0,0 2 1,0-1-1,0 1 0,-10-1 0,-10 2 268,0 2 1,1 0-1,-1 2 0,1 1 0,0 1 1,0 1-1,1 1 0,-41 19 0,34-10-142,0 1-1,2 2 1,0 0-1,2 2 1,0 1 0,1 1-1,-41 51 1,50-55-356,0 1 1,1 1 0,1 0-1,2 2 1,0-1 0,1 2-1,1-1 1,-12 46 0,20-59-54,0 0 0,1 0 0,1 0 0,0 1 0,0-1 0,1 0 0,0 1 0,1-1 0,1 1 0,-1-1 0,2 0 0,0 0 0,0 0 0,1 0 0,0-1 0,1 0 0,0 1 0,1-1 0,0-1 0,0 1 0,1-1 0,0-1 0,9 9 0,0-2-12,1-1 0,0-1 0,1-1 0,1 0 0,-1-1 0,2-1 0,29 11 0,-20-12 0,0-1 0,1 0 0,0-3 0,57 5 0,-42-10 0,-1-1 0,1-2 0,-1-2 0,0-2 0,0-2 0,-1-1 0,56-23 0,-78 25-23,0-1 0,-1-1-1,0 0 1,-1-2 0,-1 0 0,1-1 0,30-30-1,-41 35 8,-1 0-1,0-1 0,0 1 0,-1-1 0,-1-1 0,1 1 0,-2-1 1,1 0-1,-1 0 0,-1-1 0,0 1 0,0-1 0,-1 1 0,0-1 0,-1 0 1,0 0-1,-1 0 0,-1-12 0,-1 8-68,-1 0 0,-1 0 0,0 0 0,-1 1 0,-1-1 0,0 1 0,-1 0-1,0 1 1,-1 0 0,-1 0 0,0 0 0,0 1 0,-2 1 0,1 0 0,-15-12 0,-7-4-390,-2 2 0,0 1 0,-1 1 0,-53-24 0,40 25-1078,-84-28 1,96 39-1466,-50-6 1,82 16 217,18 10-10801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56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74 12885,'-24'-55'9582,"16"43"-7176,2 5-1873,4 7 1804,-5 339-1183,7-329-1174,0 1-1,0-1 1,2 0-1,-1 1 1,1-1-1,0 0 1,1 0-1,4 10 1,-6-18 16,1 0-1,-1 0 1,0 0 0,1 0-1,-1 0 1,1 0 0,-1 0-1,1-1 1,0 1 0,0 0-1,0-1 1,0 0-1,0 1 1,0-1 0,4 2-1,-3-3 4,0 1-1,0 0 1,1-1-1,-1 0 1,0 0-1,0 0 0,1 0 1,-1 0-1,0-1 1,0 0-1,0 1 1,0-1-1,0 0 1,6-3-1,2-1 6,0-1 0,-1 0 0,1-1 0,-1 0 0,14-14 0,45-49 19,-29 27-54,-9 9 31,20-20-2,-48 50-7,1 1 0,0-1 0,0 1 0,1 1 0,-1-1 0,0 0 0,1 1 0,0 0 0,-1 0 0,10-2 0,-12 4 7,0 0 0,0 0 0,0 0 1,0 0-1,0 0 0,0 0 0,0 1 0,0-1 0,0 1 0,0-1 0,-1 1 0,1 0 0,0 0 0,0 0 0,0 0 0,-1 0 0,1 0 0,-1 0 0,1 1 0,-1-1 1,1 1-1,-1-1 0,0 1 0,1-1 0,-1 1 0,0 0 0,0-1 0,0 1 0,-1 0 0,1 0 0,1 4 0,2 5-3,-1 1-1,0 0 1,1 24-1,-2-21-18,6 40 20,16 80 40,-24-132-30,1 0 0,-1 1 0,1-1 1,0 0-1,0 0 0,1 0 1,-1 0-1,1-1 0,-1 1 0,1 0 1,0-1-1,0 1 0,0-1 1,0 1-1,0-1 0,1 0 0,-1 0 1,1 0-1,-1 0 0,1 0 1,0-1-1,0 1 0,0-1 0,0 0 1,0 0-1,0 0 0,0 0 1,0 0-1,0-1 0,0 0 1,1 1-1,-1-1 0,0 0 0,0 0 1,0-1-1,1 1 0,-1-1 1,0 1-1,5-3 0,11-4 60,1 0 0,-1-2 0,0 0 0,34-23 0,-33 20-9,34-24 32,-38 24-63,0 1 1,1 1 0,0 0 0,32-12-1,-48 22-26,1-1-1,0 1 0,-1-1 0,1 1 1,0 0-1,-1 0 0,1 0 0,0 0 1,0 0-1,-1 0 0,1 0 0,0 1 1,-1-1-1,1 1 0,0-1 0,-1 1 1,1 0-1,-1-1 0,1 1 1,-1 0-1,3 2 0,5 2 21,-8-4-19,0 0 1,1 0-1,-1 0 0,0 1 1,1-1-1,-1 1 1,0-1-1,0 1 1,0-1-1,-1 1 1,1 0-1,0-1 0,0 1 1,0 3-1,7 13 12,-7-17-10,0 1-1,0-1 0,-1 1 0,1-1 1,0 1-1,1-1 0,-1 0 1,0 0-1,0 1 0,0-1 0,1 0 1,-1 0-1,1 0 0,-1-1 0,1 1 1,-1 0-1,1 0 0,-1-1 1,1 1-1,0-1 0,-1 1 0,1-1 1,0 0-1,-1 0 0,1 0 1,0 0-1,0 0 0,-1 0 0,1 0 1,0 0-1,-1-1 0,1 1 0,2-2 1,29-5 123,0-2 0,-1-1 0,33-16 1,7-2 359,153-52 1794,-222 78-2277,1 1 1,-1 0-1,1 0 1,-1 1-1,1-1 1,-1 1-1,1-1 1,-1 1 0,1 0-1,-1 1 1,1-1-1,-1 1 1,8 1-1,-9-1-1,1 0-1,-1 1 1,0-1-1,0 1 1,1-1-1,-1 1 1,0 0 0,0 0-1,0-1 1,-1 2-1,1-1 1,0 0-1,-1 0 1,3 4-1,1 7-9,-1-1 0,0 0-1,-1 1 1,-1 0 0,1 0-1,-1 15 1,0-9-23,0 0-688,1 0 0,1-1 0,1 1 0,0-1 0,15 34 0,-15-43 5,0-1 0,0 1 0,1-1 0,0 0 0,0-1 1,1 0-1,0 0 0,1 0 0,-1-1 0,1 0 0,0 0 1,1-1-1,11 6 0,24 9-5295,5 3-3379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57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91 676 11601,'-14'-4'818,"0"0"281,2 0 3128,28-12-1151,-12 13 1209,-19 10-3668,9-3-215,1-1 1,-1-1-1,1 1 1,-1-1-1,0 0 1,0 0-1,-10 1 1,27-33 1190,-3 20-1374,1 1-1,-1 0 1,1 1-1,1 0 1,-1 0-1,12-6 0,19-17 140,-37 29-294,8 7 35,-10-5-98,0 0 0,0 0 0,-1 0 0,1 0 0,0 0 0,-1 0 0,1 0 0,0 0 0,0 1 0,-1-1 0,1 0 1,0 0-1,-1 1 0,1-1 0,-1 1 0,1-1 0,0 0 0,-1 1 0,1-1 0,-1 1 0,1-1 0,-1 1 0,1 0 0,-1-1 0,0 1 0,1-1 0,-1 1 0,0 0 0,1 1 0,-5 29-117,-2 0 0,-1 0 0,-12 32 0,-10 19-444,28-79 542,1-1 1,-1 0-1,1 1 0,0-1 1,0 1-1,0-1 1,0 1-1,0-1 0,0 0 1,1 1-1,1 3 1,-1-2-8,-1-1-4,4-3-20,5-3 59,0 1-1,-1-1 1,1-1 0,-1 1 0,0-1-1,0-1 1,0 0 0,0 0-1,-1 0 1,0-1 0,0 0 0,-1 0-1,1-1 1,7-11 0,-10 14-12,0-1 0,-1 1 0,1 0 1,1 0-1,-1 0 0,1 1 0,-1 0 0,1 0 0,0 0 1,0 0-1,10-3 0,-12 5 1,0 1-1,0-1 0,1 1 1,-1 0-1,0 0 1,1 0-1,-1 0 1,0 0-1,0 1 1,1-1-1,-1 1 1,0 0-1,0 0 1,0 0-1,0 1 1,0-1-1,0 1 1,0-1-1,0 1 1,0 0-1,-1 0 1,4 4-1,13 11 33,-2 1 0,24 29 0,-8-14 13,-32-32 104,22 2-71,-20-3-73,0 0 0,1-1-1,-1 1 1,0-1 0,0 1 0,0-1-1,0 0 1,0 0 0,0 0-1,0 0 1,0-1 0,0 1 0,3-3-1,33-30 106,-4 4 70,-8 12-99,1 1-1,0 1 1,1 2-1,0 0 0,1 2 1,58-14-1,-79 25-75,-1-1-1,1 2 0,-1-1 0,1 1 0,0 1 1,-1-1-1,1 1 0,-1 1 0,12 3 0,-1 1 3,-1 1-1,33 17 0,-4 3-124,-33-18 31,0 0 0,1-1 0,0-1 0,1 0 0,0-1 0,31 7 0,-4-8 31,-1-3 0,1-1 0,0-2 0,0-2 1,-1-2-1,80-20 0,-71 9-79,-41 9 35,-36 7 35,-15 6-92,2 1 0,-1 3 0,1 1 0,-61 26 1,-54 16-623,150-52 720,9 1-17,5 0 184,1 0 0,0-1 0,-1 0 0,1 0 0,0-1 0,16-2 0,-18 1 33,0 0 0,0 1 0,0 0 0,0 0 0,0 1-1,0 0 1,0 0 0,0 1 0,0 0 0,-1 1 0,15 6 0,-19-6-104,-1-1 0,0 1 0,0 0 0,0 0 0,0 0 0,-1 0 0,1 1 0,-1-1 0,3 6 0,14 17-126,-8-15-132,1 0 0,1-1 0,0-1 0,0 0 0,1 0 0,0-1 0,1-1 0,-1-1 0,2 0 0,-1 0 0,0-2-1,25 5 1,-5-4-372,-1 0 0,1-3-1,-1-1 1,66-6 0,-78 3 421,0-2 1,1 0 0,-2-2-1,1 0 1,34-16 0,-44 16 128,0 0 1,0-1 0,0-1-1,-1 0 1,-1 0 0,1-1-1,-1-1 1,-1 0 0,0 0-1,12-18 1,-5 3-37,0-1 0,-2-1-1,13-33 1,-26 57 55,-18 81 52,17-75 1490,2-6-976,0-2-364,1 1-1,0-1 0,0 0 0,0 1 1,1 0-1,-1 0 0,8-6 0,-9 9-120,1-1 0,0 0 0,-1 1 0,1 0 0,0 0-1,0-1 1,0 2 0,0-1 0,0 0 0,0 1-1,0-1 1,0 1 0,0 0 0,1 0 0,-1 0 0,4 1-1,9 1 36,0 2 0,0 0 0,0 1 0,0 0 0,-1 1 0,1 1 0,21 13 0,7 9 23,42 36-1,7 4-64,-65-50-93,1-1-1,0-1 1,48 19-1,-63-31 40,1-1 1,0 0-1,0-1 0,0 0 1,0-1-1,1-1 1,-1 0-1,0-1 0,1-1 1,18-3-1,-7-1 127,-1-1 0,1-1 0,-1-1 1,32-15-1,-48 19-82,-1 0 0,0-1 0,0-1 1,-1 1-1,1-2 0,-1 1 0,0-1 1,-1 0-1,0 0 0,0-1 0,0 0 0,-1-1 1,-1 1-1,9-16 0,-13 22-42,0 0-1,0 1 0,-1-1 1,1 0-1,0 0 0,-1 0 1,1 0-1,-1 0 1,1 0-1,-1 0 0,0 0 1,0 0-1,0 0 1,0 0-1,0 0 0,-1 0 1,1 0-1,-1 0 0,1 0 1,-1 0-1,0 0 1,1 0-1,-1 0 0,0 0 1,0 0-1,-1 1 1,1-1-1,0 0 0,0 1 1,-1-1-1,1 1 0,-1 0 1,1-1-1,-1 1 1,0 0-1,0 0 0,1 0 1,-1 0-1,0 0 1,0 0-1,0 1 0,0-1 1,0 1-1,0-1 0,0 1 1,0 0-1,0 0 1,0 0-1,0 0 0,-4 0 1,-8 1-117,0 1 0,0 0 1,1 1-1,-1 1 0,1 0 0,0 1 0,-24 11 1,35-15 27,0 0 0,-1 1 1,1-1-1,0 1 0,-1-1 1,1 1-1,0 0 0,0 0 0,1 0 1,-1 0-1,0 0 0,1 0 1,-1 1-1,1-1 0,0 0 1,-1 1-1,1-1 0,0 1 0,1 0 1,-1-1-1,0 1 0,1 0 1,0-1-1,-1 1 0,1 5 1,1-6 26,-1 0 1,1 1-1,-1-1 1,1 0 0,0 0-1,0 1 1,0-1 0,0 0-1,0 0 1,1 0 0,-1 0-1,1-1 1,-1 1-1,1 0 1,-1 0 0,1-1-1,0 1 1,0-1 0,0 0-1,0 0 1,0 1 0,0-1-1,0 0 1,1-1-1,-1 1 1,0 0 0,0-1-1,5 1 1,6 1-45,0 0 0,0-1 0,1-1 0,-1 0 1,0-1-1,0 0 0,1-1 0,-1-1 0,0 0 0,-1-1 0,1 0 0,-1-1 0,0 0 0,21-13 0,-12 4 158,-1-1 0,-1-1 0,0-1 0,-1 0 0,-1-1 0,-1-1 0,14-21 0,18-34 973,-3-1-1,42-101 1,55-91 509,16 39 1145,-156 225-1958,-9 34-403,2-14-311,-43 136-5,-19 69 0,-45 401 0,108-595 0,-17 211-3999,20-165-354,4-1 0,24 143 0,0-107-8372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58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562 1 13101,'-50'7'3242,"39"0"1225,8 9-3332,3-12-266,-5 23-67,-2 1 0,0-2 0,-2 1-1,-1-1 1,-20 37 0,-82 121 3917,74-126-4296,-19 31-423,-7 8 0,-53 112 0,109-195-633,2 2 1,0-1-1,1 1 0,1 0 1,0 0-1,1 0 1,0 0-1,2 1 0,0 23 1,2-30-34,0 0 0,0 0 0,1 0 0,1-1 0,0 1 0,0-1 0,1 1 0,0-1 0,0 0 1,1 0-1,0-1 0,1 0 0,0 0 0,0 0 0,1 0 0,13 11 0,28 18-11470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58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95 13977,'1'-3'166,"-1"-1"0,1 0 0,0 0 0,1 0 0,-1 1 1,1-1-1,-1 0 0,1 1 0,0 0 0,1-1 0,-1 1 0,0 0 0,1 0 0,0 0 0,0 1 0,0-1 0,0 0 0,0 1 0,0 0 0,0 0 0,1 0 0,-1 0 0,5-1 0,12-3 543,0 2 0,0 0 0,1 0 0,-1 2 0,1 1 0,-1 1-1,42 4 1,-10 2 162,-1 3 0,58 17 0,-88-20-703,0 1 0,0 1 1,-1 1-1,0 1 0,0 1 1,25 18-1,-39-24-124,0 0 0,0 0 1,-1 0-1,0 1 0,0 0 0,0 0 1,-1 0-1,0 1 0,6 11 0,-8-13-17,-1 0-1,1 0 0,-1 1 0,0-1 0,0 0 0,-1 1 0,1-1 0,-1 1 1,0-1-1,-1 0 0,1 1 0,-1-1 0,0 0 0,-1 1 0,-1 5 1,-3 1 1,0 1 0,0-1 1,-1 0-1,-1-1 0,0 0 1,0 0-1,-1 0 1,0-1-1,-12 9 0,-20 15-106,-44 29 0,59-44-32,-193 126-1795,71-50-997,72-39-647,31-15-2531,6 4-4802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58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17962,'1'0'31,"25"-2"1481,0 1-1,33 2 1,-51 0-1103,0 0-1,0 1 1,0 0 0,0 0-1,0 1 1,-1 0 0,1 0-1,-1 0 1,0 1 0,0 0-1,12 9 1,-13-8-263,0 0 1,1 1-1,-2-1 1,1 1-1,-1 0 1,0 1-1,0-1 1,-1 1-1,1 0 1,-2 0-1,1 0 1,-1 1-1,0-1 1,0 1-1,-1 0 1,0 0-1,-1 0 1,0 0-1,0 0 1,0 13-1,-2-7-132,-1 1 0,-1-1 0,0 0 0,0 0 0,-2 0 0,1 0 0,-2-1 0,0 0 0,-1 0 0,0 0 0,-12 15 0,-10 9-169,-1-1 0,-40 35 0,58-59 119,4-3-15,10-8-23,17-12-3,-14 8 93,76-47-49,455-258-84,-523 301 106,0 1-1,1 0 0,0 1 1,0 0-1,0 2 0,0-1 1,23-1-1,-33 5 11,0 0 0,0 0 0,0 0 0,0 1 0,0-1 0,0 1 0,0 0 0,0 0 0,0 1 0,-1-1 0,1 1 0,0 0 0,-1 0 1,1 0-1,-1 0 0,0 0 0,1 1 0,-1 0 0,0-1 0,-1 1 0,1 0 0,0 1 0,-1-1 0,0 0 0,0 1 0,0-1 0,0 1 0,0 0 0,-1 0 0,0-1 0,2 6 0,4 20 1,-2 1 0,4 46 0,-6-43 9,11 54 0,-9-68-3,1 1 0,0-1 0,2-1 0,0 1 0,17 28 0,-19-38-3,1-1 0,-1 0 0,1 0 0,1 0 0,-1-1 0,2 0 0,-1 0 0,0-1 0,1 0 0,0-1 0,1 1-1,13 4 1,-6-4 9,0-1 0,1-1 0,-1 0 0,1-2-1,-1 0 1,1 0 0,0-2 0,-1 0 0,1-1-1,22-5 1,-28 4 38,0 0 1,-1-1-1,1 0 0,-1-1 0,0-1 0,0 0 0,0 0 0,-1-1 0,0 0 1,0-1-1,0 0 0,-1-1 0,0 1 0,-1-2 0,1 1 0,7-12 0,-12 12-22,0 0 0,0 1 0,-1-1-1,0 0 1,0-1 0,-1 1-1,0-1 1,0 1 0,-1-1-1,0 1 1,-1-1 0,0 0-1,0 1 1,-1-1 0,0 0 0,-1 1-1,1-1 1,-5-11 0,0 4-54,0 0 1,-1 0-1,0 0 1,-2 1-1,1 0 1,-2 1-1,0 0 1,-16-17-1,3 6-292,-2 2 1,-28-21-1,39 34-194,0 0 0,0 1 0,-1 1 0,0 1 0,-30-11 0,40 17 169,0 0 0,1 0 0,-1 0 0,0 1 0,0-1 0,0 1 0,0 0 0,1 1 0,-6 0 0,-8 1-1375,14-2-647,5 9-1965,3 3 2219,-1-4 200,12 29-6301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59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 13537,'5'-63'2801,"-4"50"6247,10 22-7457,-9-7-1514,-1 0-1,1 0 1,-1 0-1,0 0 1,1 0-1,-1 0 1,0 0 0,0 0-1,0 1 1,0-1-1,-1 0 1,1 1-1,-1-1 1,1 5-1,1 43 445,-1-28-317,0 20-83,0-20-334,0 1 1,6 29 0,-6-50 172,1 0 0,0 1 0,-1-1 0,1-1 0,0 1 0,0 0 0,0 0 0,0-1 1,1 1-1,3 1 0,-3 0-36,4-3-40,9-4 47,-11 3 50,0-1 0,0 1 0,1-1 0,-1 0 0,-1 0 0,1-1 0,0 1 0,8-7 0,-2 0-23,1 0 0,0 1 0,13-6-1,-3 1-3,-16 9-10,1 1 0,0-1 0,0 1-1,0 0 1,1 1 0,-1 0-1,1 0 1,-1 0 0,1 1-1,0 0 1,14 1 0,-17 0 20,0 0 0,0 1 1,0 0-1,0 0 0,0 0 1,0 1-1,-1 0 0,1 0 0,0 0 1,-1 0-1,1 1 0,-1-1 1,0 1-1,0 0 0,0 1 1,0-1-1,6 8 0,-5-4 38,0 0 0,1-1 0,0 0 0,0 0-1,0-1 1,1 0 0,0 0 0,0 0 0,0-1 0,0 0-1,1 0 1,-1-1 0,1 0 0,0 0 0,0-1-1,0 0 1,1 0 0,-1-1 0,0 0 0,1-1-1,-1 0 1,0 0 0,1 0 0,10-3 0,28-9 301,-1-2-1,-1-2 1,-1-2 0,45-24 0,21-9 383,-62 30-398,-31 12-177,0 1 0,1 1 0,0 0 1,1 1-1,35-5 0,-49 11-97,-1 0-1,0 0 1,1 1-1,-1-1 0,0 1 1,1 0-1,-1 1 1,0-1-1,0 1 0,0-1 1,0 1-1,0 1 0,0-1 1,0 0-1,-1 1 1,1 0-1,-1 0 0,4 4 1,7 8-12,-1 1 0,19 28 0,-27-36-24,2 3-152,1 0-1,0-1 1,1 0-1,0 0 1,0-1 0,13 9-1,-16-14 22,1 0-1,-1 0 1,1-1-1,0 0 1,-1 0-1,2-1 1,-1 1-1,0-2 1,0 1-1,1-1 1,-1 0-1,13 0 1,-6-1 153,-1-1 0,1 0 0,0-1 0,-1-1 0,1 0 0,-1-1 0,0 0 0,0-1 0,-1 0 0,1-1 0,-1 0 1,0-1-1,-1-1 0,1 0 0,-2 0 0,1-1 0,-1 0 0,0-1 0,10-15 0,119-169 3389,-137 192-3304,-1 0 0,0 0 0,0 0 0,1 1 1,-1-1-1,1 1 0,0-1 0,-1 1 0,1-1 0,0 1 0,0 0 0,0 0 0,2-1 0,-3 2-55,-1 0-1,1 0 0,-1 0 1,1 0-1,-1 0 1,1 1-1,-1-1 0,1 0 1,-1 0-1,0 0 0,1 1 1,-1-1-1,1 0 1,-1 1-1,0-1 0,1 0 1,-1 1-1,0-1 0,1 0 1,-1 1-1,0-1 0,1 1 1,-1-1-1,0 0 1,0 1-1,0-1 0,0 1 1,1-1-1,-1 1 0,0-1 1,0 1-1,0-1 1,0 1-1,0 0 0,1 9 206,-1 1-1,0-1 1,-2 20-1,-18 122-142,-7 87-723,26-212-908,4 39 0,-2-55 410,1-1 0,1 1 0,-1-1 0,1 0 1,1 0-1,0 0 0,6 9 0,2 4-5355,-7-4-4101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59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9 14329,'12'-3'650,"-8"2"-338,-1 0 0,1 0 1,-1 0-1,1 0 0,-1 1 1,1-1-1,-1 1 0,1 0 1,0 0-1,-1 1 0,1-1 0,-1 1 1,1-1-1,-1 1 0,1 0 1,-1 0-1,0 1 0,1-1 1,-1 1-1,6 3 0,6 7 945,0 0 1,2-1-1,30 15 0,-31-18-801,-1 0 1,0 1 0,-1 1 0,0 0-1,15 14 1,-21-16-312,-1 0 0,1 0 0,-1 1 0,-1 0 0,0 0 0,0 1 0,0 0 0,-2 0 0,1 0 0,-1 0 0,0 1 0,3 18 0,-7-25-146,0 0-1,1 0 1,-2 0 0,1 0 0,0 0 0,-1 0-1,0 0 1,0 0 0,0 0 0,0 0 0,-1 0-1,1 0 1,-1 0 0,0-1 0,0 1-1,-1-1 1,1 0 0,-1 1 0,1-1 0,-1 0-1,0-1 1,0 1 0,0 0 0,-6 3 0,-5 2-238,-1 0 0,0-1-1,0 0 1,-24 7 0,34-13 133,-15 6-859,1-2 1,-1-1 0,-1 0 0,-32 1-1,41-4-365,1-2-1,-1 1 0,0-2 0,0 1 1,-14-6-1,6-2-4210,3-2-2987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2:59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0 20958,'-23'181'4204,"10"-121"-715,-4-5-613,7-4-1636,3 0-1240,7-3 0,0 4 0,3 2 0,1-3 0,6-3 0,-3-2 0,-1-7 0,4-3 0,7-9 0,23-3-5456,-16-12 1139,6-9-2460,0 3-6456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00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1 115 16766,'45'16'1719,"1"-3"0,1-1 0,84 10 0,143-5 3763,-269-17-5479,172 0-1184,38 2-869,-192-1 1792,105 9-1534,-116-9 1754,0 0-1,0 0 1,0-2 0,-1 1-1,1-1 1,0-1-1,-1 0 1,1-1 0,-1 0-1,0 0 1,1-2-1,-2 1 1,1-1 0,-1-1-1,1 0 1,13-11-1,27-15-1005,78-38-1,-80 51-1740,5 2-4270,-51 16 6531,45-13-7232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03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597 357 7777,'2'-14'768,"0"1"0,-2-1 1,0 0-1,0 0 0,-1 0 1,-1 1-1,0-1 0,-1 1 1,-1-1-1,0 1 0,0 0 1,-11-20-1,-71-99 3947,77 119-3975,7 11-678,1 1 1,-1 0-1,1-1 0,-1 1 1,1 0-1,-1 0 0,0 0 1,1 0-1,-1 0 0,0 0 1,0 1-1,0-1 0,0 1 1,0-1-1,0 1 0,0 0 1,0-1-1,0 1 0,1 0 1,-1 0-1,0 0 0,0 1 1,0-1-1,0 0 0,0 1 1,0 0-1,0-1 0,0 1 1,0 0-1,1 0 0,-4 1 1,-3 3 136,0-1 0,0 1 0,0 1 0,0-1 0,-12 14 0,0 3 190,1 0 0,1 2-1,2 1 1,-28 51 0,-38 114 513,77-177-846,-34 88 333,-29 122 1,56-169-305,2-1 0,2 1 0,3 1 0,1 66 0,5-98-76,1 0-1,0 0 1,2-1 0,1 1 0,1-1-1,0 0 1,2 0 0,15 30 0,-17-40-34,1-1 0,1 1 0,0-2 0,0 1 1,1-1-1,1 0 0,-1-1 0,2 0 1,-1 0-1,1-1 0,0-1 0,1 0 1,0 0-1,0-1 0,19 6 0,-12-6-49,0-1 0,1 0-1,-1-2 1,1 0 0,0-2-1,-1 0 1,27-2-1,-17-3-5,1 0-1,-1-2 1,0-1-1,34-13 1,4-7-32,-2-4 0,-1-2 0,68-49 1,-69 37 71,-2-3 0,-2-2 1,-2-3-1,91-111 1,-116 130 50,9-12 192,-40 46-180,0 1 0,0 0 0,0-1 0,0 1 0,0 0 0,0-1 0,0 1 0,0 0 0,0 0 0,-1 0 0,1 0 0,0 0 0,-1 0 0,1 0 0,0 0 0,0 2 0,4 12 71,0-1 0,-1 1 1,0 1-1,-2-1 0,1 0 0,-1 25 1,4 22 76,-1-30-92,2-2 1,1 1 0,1-1-1,2 0 1,18 35 0,-22-50-60,2 0 1,-1-1-1,2 0 1,0 0 0,1-1-1,0-1 1,1 0 0,0-1-1,1 0 1,0 0-1,22 12 1,-28-20-15,4 4 6,1 0 0,0-2-1,0 1 1,0-2 0,1 1 0,0-2-1,20 4 1,-7-4 8,1-1 0,-1-1-1,1-1 1,37-5 0,-46 2-12,0 0 0,-1-1 1,1-1-1,-1 0 1,0-1-1,0-1 0,-1-1 1,19-12-1,-25 14 7,-1-1 0,0 0 0,0 0-1,-1-1 1,0 0 0,-1 0 0,1-1 0,-2 0 0,1-1-1,-1 1 1,-1-1 0,1 0 0,-2-1 0,5-13-1,-7 15 8,0-1-1,0 0 0,-1 0 1,0 0-1,-1 0 0,0 0 0,-1 0 1,0 0-1,-1 0 0,0 0 1,0 1-1,-1-1 0,0 0 0,-1 1 1,0 0-1,-8-14 0,-1 3-15,-1 1-1,0 0 1,-2 1-1,0 0 1,-1 1-1,-37-28 1,13 15-64,-2 2 1,-59-28-1,50 30-394,-2 2-1,-80-23 0,106 39-474,-1 2-1,-45-4 1,56 9-383,0 1 1,-1 1 0,1 0 0,-36 8 0,32-3-2070,22-6 3285,0 0 1,1 1-655,-1-1 654,0 0 0,0 0 1,0 0-1,0 0 1,0 1-1,0-1 1,0 0-1,0 0 1,0 0-1,0 0 1,0 0-1,0 0 0,0 0 1,0 0-1,0 1 1,0-1-1,0 0 1,0 0-1,0 0 1,0 0-1,0 0 1,0 0-1,0 0 0,0 0 1,0 0-1,-1 1 1,1-1-843,0 0 843,0 0-1,-1 0 1,1 0-1,0 0 1,0 0-1,0 0 1,0 0-1,0 0 1,0 0-1,0 0 0,0 0 1,-1 0-1,15 13-8684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04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 13185,'0'0'6239,"1"3"-5158,3 12-636,-1 0 0,0 0 0,-1 0 0,-1 1 0,0-1 0,-1 1 0,-3 25 0,1-11-66,1 144 538,-1 26-289,1-175-253,1-20 87,1-4-397,-1 0-1,0 0 0,1 0 1,-1 0-1,0 0 0,1 0 1,-1 0-1,1 0 0,0 0 1,-1 0-1,1 0 0,0 0 1,0 0-1,-1-1 0,1 1 1,0 0-1,0-1 0,0 1 1,0-1-1,1 2 0,4-6 38,0-1 0,0 0 0,0 1 0,-1-2 0,0 1 0,5-7 0,0 0 48,34-40 394,-3-2-1,58-99 0,-63 92-374,3 2 0,55-63 0,-86 112-155,1 1 0,1-1 0,-1 2 0,2-1 0,-1 2 0,1-1 0,0 1 0,0 1 0,24-10 1,-29 15 4,0-1 1,0 1-1,0 0 1,0 0-1,1 0 1,-1 1 0,0 0-1,1 1 1,-1-1-1,0 1 1,0 0 0,1 1-1,-1 0 1,0 0-1,0 0 1,-1 0-1,1 1 1,0 0 0,-1 0-1,0 1 1,0-1-1,7 7 1,-3-1 14,1 1 0,-1 0 0,-1 0 0,0 1 0,0 0 0,-1 0 0,-1 1 0,0 0 0,0 0 0,5 20 1,3 17-155,11 71 1,-22-104 58,2 11-24,2 13-499,1 0 1,1-1 0,25 61 0,-15-58-888,2-1 0,52 75-1,-55-93-636,41 40 0,-42-47-632,1-1 0,39 25 0,8-6-6852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05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745 1176 12717,'-7'-21'774,"5"10"81,-2 1 0,1 0 1,-9-17-1,10 25-547,0-1-1,1 0 1,-1 1 0,0 0-1,0-1 1,0 1-1,0 0 1,-1 0 0,1 0-1,-1 0 1,1 1 0,-1-1-1,0 1 1,1 0 0,-1-1-1,0 1 1,-6-1-1,0 1 32,0 0 0,0 0 0,0 1-1,0 1 1,0-1 0,0 2 0,0-1-1,1 1 1,-1 0 0,0 1 0,1 0-1,-1 0 1,1 1 0,0 0 0,0 1-1,1 0 1,-15 11 0,-5 7 149,1 1 1,1 1-1,-25 34 1,-151 205 1115,168-213-1456,2 1 0,3 1-1,-33 84 1,57-125-180,0 0-1,1 0 1,1 1 0,-1-1-1,2 1 1,0 0-1,0-1 1,2 17-1,0-25-1,-1 0 0,1 0 0,-1 0 0,1-1 0,0 1 0,1 0-1,-1 0 1,1-1 0,-1 1 0,1-1 0,0 1 0,0-1 0,1 0-1,-1 0 1,1 0 0,-1 0 0,1 0 0,0-1 0,0 1 0,0-1 0,0 0-1,1 0 1,-1 0 0,1 0 0,-1 0 0,1-1 0,0 0 0,-1 1-1,1-2 1,4 2 0,2-1-40,-1-1-1,1 0 0,-1-1 1,1 0-1,-1 0 1,1-1-1,-1 0 0,0-1 1,0 0-1,0 0 1,15-8-1,1-3-118,-1 0-1,41-32 1,-35 20 60,-1-1-1,-1-2 1,-2 0 0,-1-2 0,-1-1-1,-2-1 1,35-67 0,-22 24-1,-4-1 0,39-142 0,-47 119 30,-4-1 0,-4 0 0,2-135 0,-37-306-242,18 517 310,2 9 27,-1 1 0,-1 0 0,0 0 0,-1 0-1,-1 1 1,-7-20 0,9 30 66,0 9 12,-4 7-11,1 0-1,0 1 0,1-1 1,0 1-1,1 0 0,1 0 1,0 0-1,0 19 0,6 114 232,0-87-192,27 383 333,-17-320-347,49 193 0,-54-284-115,0-1 0,2 0 0,2-1 0,24 43 0,-28-57-52,2 0-1,-1-1 0,2 0 1,0 0-1,1-1 0,0-1 1,1 0-1,0-1 0,20 12 1,-7-8-152,0-1 0,1-1 0,0-2 1,0 0-1,2-2 0,-1-2 0,1 0 0,0-2 1,0-1-1,0-2 0,51-2 0,-60-1 161,0-2-1,0 0 0,0-1 0,0-1 0,-1-1 0,0-1 0,0-1 1,0-1-1,-1 0 0,-1-2 0,1 0 0,-2-1 0,0-1 1,0 0-1,-1-1 0,-1-1 0,19-23 0,-18 16 83,0 0 0,-2 0 0,-1-2 0,-1 0 0,13-34 0,-20 44 35,0 1 0,-2-1 1,1 0-1,-2-1 0,0 1 1,0 0-1,-2-1 0,1 1 1,-2-1-1,0 1 0,-5-21 1,6 33-33,-1-1 0,1 1 0,-1-1 1,0 1-1,0 0 0,0-1 1,0 1-1,0 0 0,-1 0 0,1 0 1,-1 0-1,1 0 0,-1 0 1,0 0-1,0 1 0,0-1 0,0 1 1,0-1-1,0 1 0,0 0 0,0 0 1,0-1-1,-1 2 0,1-1 1,-1 0-1,1 0 0,0 1 0,-1-1 1,1 1-1,-1 0 0,1 0 1,-6 0-1,0 1 5,-1 1 1,0-1-1,1 2 1,0-1-1,-1 1 0,1 0 1,-10 6-1,5-1 13,1 1 0,0 0 0,1 1-1,0 0 1,1 0 0,0 1 0,0 0-1,1 1 1,-11 20 0,-2 0-16,11-17 13,1 1 1,1 1 0,0-1 0,1 2 0,1-1-1,1 1 1,-7 32 0,11-41-34,0-1 0,1 1 0,0 0 0,1 0 0,-1-1 0,2 1 0,-1 0 0,2 0 0,-1 0 0,1-1 0,0 1 0,1-1 0,0 1 0,0-1 0,1 0 0,0 0 0,0 0 0,9 11 0,-11-16 1,0-1 1,0 0-1,0 0 1,0-1-1,1 1 1,-1 0-1,0-1 1,1 1-1,-1-1 1,1 0 0,0 0-1,-1 0 1,1 0-1,0 0 1,0-1-1,0 1 1,-1-1-1,1 0 1,0 0-1,0 0 1,4 0-1,3-2 45,1 0 0,-1-1 0,0 0 0,14-7 0,-5 3 100,0-2 268,31-18 0,17-9 776,-61 33-1056,0 1 0,0 0-1,0 0 1,0 1 0,0-1-1,1 1 1,-1 1-1,12-1 1,-15 1-97,0 1 0,0-1 0,0 1 0,0 0 0,-1 0 0,1 0 0,0 1 0,-1-1 0,1 0 0,-1 1 0,1 0 0,-1-1 0,0 1 0,0 0 0,0 0 0,0 1-1,0-1 1,0 0 0,-1 0 0,1 1 0,-1-1 0,2 5 0,3 6-213,0 2 0,-1-1 1,4 19-1,4 11-2043,6-1-2895,-1-14-2213,4 3-3558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05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148 175 6493,'-63'30'2929,"12"-10"3792,21-13-3492,26-6 546,9 1-1844,9 5-1420,1-1 0,0 0 0,1-1 1,-1-1-1,1 0 0,0-1 0,0-1 0,0 0 1,17-2-1,158-11 857,-127 4-907,413-57-1542,-5-43-6932,-291 61 531,6 8-4977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05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1 11317,'-48'21'900,"27"-11"-119,-1-1 0,0-2-1,0 0 1,-36 6 0,32-6 790,0 1 0,0 1 0,1 1 1,-31 18-1,51-26-1126,0 0 0,0 1-1,0 0 1,0 0 0,0 1 0,-4 4 0,8-8-419,1 0 1,0 0-1,0 1 1,0-1-1,0 0 0,0 0 1,0 1-1,-1-1 1,1 0-1,0 0 1,0 1-1,0-1 1,0 0-1,0 0 1,0 1-1,0-1 0,0 0 1,0 0-1,0 1 1,0-1-1,0 0 1,1 0-1,-1 1 1,0-1-1,0 0 1,0 0-1,0 1 0,0-1 1,0 0-1,1 0 1,-1 0-1,0 1 1,0-1-1,0 0 1,0 0-1,1 0 1,-1 0-1,0 1 0,0-1 1,1 0-1,-1 0 1,0 0-1,28 7 787,-4-5-625,-1-1 1,1-1 0,43-5-1,75-20-1014,-120 20 562,295-86-5271,-200 50 2723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06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31 332 5825,'4'-4'1891,"-12"8"5571,6-5-5832,-21-12 1230,22 12-1715,2-3-195,1-3-804,1 1 0,0 0 1,0 0-1,1 1 0,0-1 0,0 1 1,0 0-1,0 0 0,1 0 1,0 0-1,0 1 0,0 0 0,0 0 1,1 0-1,0 1 0,0-1 1,7-2-1,16-6 132,0 0 1,42-9 0,272-47-1407,-136 32-1561,-115 16 854,109-19-5345,-39 24-2236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06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423 260 10177,'-154'25'4545,"1"-7"2948,38 3-1409,399-63-4063,-138 25-2328,533-118-7271,-321 47-2360,-180 46 425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07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44 619 9573,'-5'-4'1129,"0"0"1,1 0-1,0 0 1,-1 0-1,2-1 0,-1 1 1,0-1-1,-6-13 3750,11 22-3105,2 11-960,0-1-1,1 0 1,1 0 0,10 21-1,35 58 1305,-37-70-1573,68 127-129,132 220-57,-209-364-359,0 0 0,0 0 0,1 0 0,0-1 0,0 0 0,0 0 0,1 0 0,-1 0 0,1-1 0,0 0 0,0 0 0,1-1 0,12 6 0,-12-8 0,1 1 0,-1-1 0,0 0 0,1 0 0,-1-1 0,1 0 0,-1-1 0,1 0 0,-1 0 0,1 0 0,-1-1 0,0 0 0,8-3 0,4-3 0,-1 0 0,0-1 0,-1-1 0,0-1 0,0-1 0,27-24 0,81-93 0,-110 112 0,73-91 37,89-142-1,13-18-426,21 12-5385,-59 97-4950,-64 76-2241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07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1 408 13445,'80'-55'2124,"-50"25"-107,0 9-73,4 6-288,-14-9-144,10-3-236,0 6-196,0-6-188,7-1-228,0 1-20,0 0-63,0 3-37,-4 0-40,-3 0-84,-16 12-68,-1-9-4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08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192 577 24566,'-48'-41'186,"39"33"-125,14 5 0,1 1-26,1 0-1,0 1 1,-1 0 0,1 1-1,10-1 1,-15 1-25,0 1-1,0-1 1,0 0 0,-1 0 0,1 1 0,0-1 0,0 1 0,0-1 0,0 1 0,-1 0 0,1 0 0,0-1 0,0 1 0,-1 1 0,1-1 0,-1 0-1,1 0 1,-1 0 0,0 1 0,1-1 0,-1 1 0,0-1 0,0 1 0,0 0 0,0-1 0,0 1 0,0 0 0,0 2 0,0 1 22,0 0 1,-1-1-1,0 1 1,0 0 0,0-1-1,0 1 1,-1 0 0,0-1-1,0 1 1,-2 7-1,-22 49 187,9-27-200,-1 11-99,10-23 3,-1 0 0,-1 0-1,-1-1 1,-1-1 0,-1 0 0,0 0 0,-17 19 0,-44 51 3457,236-276-1799,-41 51-1178,181-251-50,-178 221-1435,-94 127-1016,53-51-1,-80 86 1626,-1 0 1,1 0-1,0 0 1,0 1-1,0-1 0,0 1 1,8-3-1,8 3-2610,-19 2 2740,0 0-1,0 1 0,-1-1 0,1 0 0,0 1 1,0-1-1,0 0 0,-1 1 0,1-1 0,0 1 1,-1-1-1,1 1 0,0-1 0,-1 1 0,1 0 1,-1-1-1,1 1 0,0 1 0,12 25-8983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08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499 438 8057,'-3'2'-215,"-2"1"939,0-1 1,1 1-1,-1 0 0,1 0 1,0 0-1,0 0 1,0 1-1,1 0 1,-1 0-1,-4 8 5828,13-14-6101,21-7-154,0-2 1,0-1 0,-1-1-1,-1-1 1,35-26 0,108-101 931,-160 134-1180,0 0 0,-1 0 0,0 0 0,0-1 0,-1 0 0,0 0 0,0-1 0,-1 1 0,0-1 0,3-10 0,-6 15-38,0 0-1,0 0 1,-1 0-1,1 0 0,-1 0 1,0 0-1,0 0 0,0 0 1,-1 0-1,1 0 1,-1 0-1,0 0 0,0 0 1,0 1-1,-1-1 1,1 0-1,-1 0 0,0 1 1,0-1-1,0 1 0,-1 0 1,1 0-1,-1 0 1,0 0-1,1 0 0,-8-5 1,2 3-7,-1 0 1,0 0 0,-1 0 0,1 1-1,-1 1 1,0-1 0,0 2-1,0-1 1,0 1 0,0 1-1,0 0 1,-1 0 0,1 1 0,-11 1-1,-12 2 118,1 2-1,-1 0 0,-35 12 1,34-6 28,0 1 1,1 2 0,0 1 0,1 2-1,1 1 1,0 1 0,-35 30 0,45-32-41,1 1 0,0 1 0,2 0 1,0 2-1,1 0 0,1 1 1,1 1-1,2 0 0,0 1 0,-13 33 1,22-46-75,1 0 0,0 0-1,1 0 1,0 0 0,0 0 0,1 0 0,1 0 0,0 0 0,1 1 0,0-1 0,0 0 0,6 19 0,-2-16-5,0-1 0,1 0 0,0-1 0,1 1 0,0-1 0,1-1 1,1 1-1,0-1 0,11 10 0,6 3-46,1-2-1,2-1 1,0-1 0,1-1-1,0-2 1,2-1-1,44 16 1,15 0-949,2-4-1,1-4 1,160 19 0,22-20-3553,-3-18-4580,-164-5-2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09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4 510 8949,'0'-2'662,"-1"-1"0,0 1 0,1 0 0,-1-1 1,1 1-1,0-1 0,0 1 0,0-1 0,0 1 0,0-1 1,0 1-1,2-5 0,-2 6-476,0 0 1,0 0-1,1 1 0,-1-1 1,0 0-1,1 1 0,-1-1 1,1 0-1,-1 1 0,0-1 1,1 0-1,-1 1 0,1-1 1,0 1-1,-1-1 0,1 1 1,0-1-1,-1 1 0,1-1 1,0 1-1,-1 0 0,1-1 1,1 1-1,15 4-853,-5 4 834,0 0 0,-1 1 0,0 0 0,-1 0 0,0 2 1,0-1-1,-1 1 0,0 0 0,-1 1 0,-1 0 0,0 1 0,0-1 0,-1 1 0,-1 0 0,0 1 0,-1-1 1,4 18-1,-3-6-125,-1-1 0,-2 1 0,0-1 1,-1 1-1,-2 0 0,0 0 0,-2-1 1,0 1-1,-10 30 0,4-23-18,-2-1 0,-2-1 1,0 1-1,-2-2 0,-2 0 0,-26 36 0,17-20 139,156-213 1312,-88 117-1238,309-348-867,24 20-5430,-170 202-2386,-101 100-270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09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192 759 8457,'-10'2'759,"1"1"0,-1-1 0,1-1 0,-16 2 1,-26 4 2954,49-6-3553,-1-1 1,1 1-1,0 0 0,0-1 1,-1 1-1,1-1 0,-1 0 1,1 0-1,0 1 0,-1-2 1,1 1-1,0 0 1,-1 0-1,1-1 0,0 1 1,-1-1-1,1 0 0,0 0 1,0 0-1,0 0 0,0 0 1,0 0-1,0-1 1,0 1-1,0 0 0,0-1 1,0 0-1,1 1 0,-1-1 1,1 0-1,-1 0 1,1 0-1,0 0 0,0 0 1,0 0-1,0-1 0,0 1 1,0 0-1,0 0 0,1-1 1,-1 1-1,1 0 1,0-1-1,0-3 0,-1-6 203,1 1-1,0-1 1,1 1-1,1-1 1,0 1-1,0-1 1,6-16-1,11-17 769,44-78-1,-6 15-292,52-136 83,-108 242-909,28-57 137,-28 57-147,0-1 0,1 1 0,-1 0 0,1 0 0,-1 0 0,1 0 0,0 0 0,0 0 0,0 1 0,0-1 0,0 0 0,0 1 0,0 0 0,1-1 0,-1 1 0,0 0 0,1 0 1,-1 0-1,1 1 0,-1-1 0,1 1 0,2-1 0,4 3 0,0 0 1,0 1 0,0 0-1,-1 0 1,1 1-1,-1 0 1,0 1-1,0-1 1,-1 2 0,0-1-1,1 1 1,-2 0-1,1 0 1,-1 1-1,9 11 1,3 6 2,-1 1 1,-1 0-1,20 42 0,-25-43-41,-1 0 0,-1 1 0,-2 0 0,0 0-1,-1 0 1,-2 1 0,-1 0 0,0 0 0,-2 0-1,-2 1 1,0-1 0,-1 0 0,-2 0-1,0-1 1,-2 1 0,-1-1 0,-1 0 0,-1 0-1,-1-1 1,-1-1 0,-22 36 0,-3-8-152,-75 85-1,32-44 45,115-104 123,7-7 71,-2-2 0,-1-2 0,46-33 0,111-97 385,-124 93-267,-31 27-29,84-63 244,-111 85-314,1 1 0,1 1 0,0 1 0,0 1 0,0 0 0,20-5 0,-33 11-42,0 0 1,0 0 0,0 0 0,0 1 0,0 0 0,0 0-1,0 0 1,0 0 0,0 0 0,0 1 0,0 0 0,0 0-1,0 0 1,0 0 0,-1 0 0,1 1 0,0 0 0,-1 0-1,1 0 1,-1 0 0,0 0 0,1 1 0,-1-1 0,0 1-1,-1 0 1,1 0 0,0 0 0,-1 0 0,0 1 0,0-1-1,0 1 1,0-1 0,0 1 0,-1 0 0,2 5 0,1 5 18,0 1 0,-1 0 0,-1 0 0,0 0-1,-1 0 1,0 0 0,-2 0 0,-2 18 0,-10 41-300,8-55-141,1 0-1,1 0 1,1 1 0,1-1 0,1 24-1,2-20-657,2-1-1,7 28 0,7-5-2761,-15-40 2082,0 1 0,1 0-1,0-1 1,8 9 0,0-2-9478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0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46 12321,'-13'-30'2328,"20"15"4433,-1 30-6393,-2 3-200,12 0-380,15 12-472,-5-6-680,15 4-564,-5-7-737,1 0-1707,0 6-3365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0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10 13141,'-37'11'1475,"-48"23"0,79-31-1144,0 1 0,0 0 0,0 0 0,1 0 0,0 1 0,0 0 0,0 0 0,1 0 0,-1 1 0,1-1 0,1 1 0,-6 11 0,0-2 470,1-1-199,0 1 0,2 0-1,-1 0 1,2 0-1,0 1 1,1 0 0,0 0-1,2 0 1,0 1 0,0-1-1,2 0 1,0 1 0,4 30-1,-2-34-455,1 0 1,0 0-1,1 0 0,0-1 0,1 0 0,0 1 1,1-2-1,0 1 0,1-1 0,0 0 0,1 0 0,0-1 1,1 0-1,0 0 0,1-1 0,0 0 0,17 12 1,-1-7-119,1-1 1,0 0 0,1-2 0,0-2-1,0 0 1,1-2 0,0-1 0,0-1-1,1-2 1,0 0 0,-1-2 0,1-2-1,0-1 1,-1-1 0,1-1 0,-1-1-1,47-16 1,-65 17-29,1-1 0,-1-1 0,0 1 0,0-2 0,0 1 0,-1-2 0,0 1 0,18-19 0,-24 21 0,1 0 0,-1 0 0,-1 0 0,1-1 0,-1 1 0,0-1 0,0 0 0,0 0 0,-1-1 0,0 1 0,0 0 0,-1-1 0,0 1 0,0-1 0,0 1 0,-1-1 0,0 0 0,-1-10 0,-2 3 0,-1-1 0,0 1 0,0 0 0,-2 0 0,0 0 0,0 1 0,-1 0 0,-1 0 0,0 1 0,-1 0 0,0 0 0,-20-18 0,4 6 0,-2 2 0,0 0 0,-1 2 0,-44-23 0,27 18-505,-1 3-1,-1 1 1,-1 3-1,-1 2 1,-1 1 0,-72-10-1,54 21-1803,26 13-2002,43-5-709,13 13 360,22 11-5285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0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31 16237,'-31'-30'10201,"41"58"-8084,-5 11-1597,-1 1 0,-2-1 0,-2 1 0,-5 41 0,3-43-277,-5 28-90,-4 1-1,-2-1 1,-28 83-1,13-49-278,26-90 118,-1 0 0,2 1 1,-1-1-1,1 1 0,1-1 0,1 18 0,-1-28 7,0 1 1,0-1 0,0 0-1,0 0 1,0 0-1,0 0 1,0 0-1,0 1 1,0-1-1,0 0 1,0 0 0,0 0-1,0 0 1,0 0-1,0 0 1,0 1-1,0-1 1,0 0-1,1 0 1,-1 0 0,0 0-1,0 0 1,0 0-1,0 0 1,0 1-1,0-1 1,0 0-1,0 0 1,1 0 0,-1 0-1,0 0 1,0 0-1,0 0 1,0 0-1,0 0 1,0 0-1,1 0 1,-1 0 0,0 0-1,0 0 1,0 0-1,0 0 1,0 0-1,1 0 1,-1 0-1,0 0 1,0 0 0,0 0-1,0 0 1,0 0-1,10 0-7,-6 0 25,-1 1 1,1-1-1,-1-1 1,0 1-1,1 0 1,-1-1-1,1 0 1,-1 1-1,0-1 1,1-1-1,-1 1 1,0 0 0,0-1-1,0 0 1,0 1-1,4-4 1,54-48 206,-1-2 1,60-74-1,-115 123-224,170-183 0,-146 162 0,1 1 0,1 1 0,1 2 0,42-23 0,-65 41 0,1 0 0,0 1 0,0 0 0,0 0 0,1 1 0,-1 0 0,1 1 0,0 0 0,0 1 0,0 0 0,12 1 0,-15 1 0,-1 0 0,1 1 0,-1-1 0,0 1 0,0 1 0,1 0 0,-2 0 0,1 0 0,0 1 0,-1 0 0,1 0 0,-1 0 0,0 1 0,0 0 0,-1 0 0,0 1 0,6 6 0,-2 0-21,-1 1 0,0 0 0,0 0 0,-1 0 0,-1 1 0,0 0 0,-1 1 0,-1-1 0,0 1 0,-1 0 0,-1 0 0,0 0 0,0 28 0,-5 10-276,-2 0 0,-19 86 0,2-14-428,22-118 479,-14 74-3026,-2-27-2000,7-26-1920,8-10-4699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1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31 11373,'-27'-3'7285,"41"-3"-7365,3-3-1252,-1-3-12930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2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1 229 4804,'30'-10'1199,"-23"8"6057,-8 2-7198,1-1 0,0 0 1,0 1-1,0-1 0,-1 0 1,1 1-1,0-1 0,-1 1 1,1-1-1,0 1 1,-1-1-1,1 1 0,-1-1 1,1 1-1,-1-1 0,1 1 1,-1-1-1,1 1 0,-2-1 1,1 1 33,0-1 1,0 0-1,0 0 1,1 1-1,-1-1 1,0 0-1,0 0 1,0 0-1,1 0 1,-1 1-1,1-1 1,-1 0-1,1 0 1,-1-1-1,1 1 1,-1-1-1,-2-28 537,3 27-444,0-1-143,0-31 262,0 32 202,15-23-2517,-11 22 2013,-1 0 0,0 0-1,0-1 1,-1 1 0,1-1 0,-1 1 0,0-1 0,0 0 0,-1 0-1,3-10 1,-1-14-7824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3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0 1 156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3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3680,'5'5'264,"0"-1"0,1 0-1,-1 0 1,1 0 0,0 0-1,7 3 1,0-3 79,1 0 0,26 4 0,398 34 1479,17-31-1479,-425-11-314,2034-32 385,-1860 26-410,792-26 153,1268-27 1269,-2135 58-1353,1797 2 1392,-1890 0-1459,235 13 144,-228-9-183,-1 2 1,1 1-1,-2 3 0,48 18 0,-37-4-293,-49-24 272,-1 1 1,1 0-1,-1 0 0,1-1 0,-1 1 1,0 1-1,0-1 0,0 0 0,0 0 0,0 1 1,-1-1-1,1 1 0,-1 0 0,0-1 1,1 1-1,-1 0 0,0 3 0,0-2-88,0 0 0,-1 0-1,0 0 1,1-1 0,-2 1 0,1 0-1,0 0 1,-1 0 0,0 0 0,0 0-1,0 0 1,0-1 0,-4 8-1,2-6-280,-1 0-1,1-1 1,-1 0-1,-1 1 1,1-1-1,-1-1 1,1 1-1,-10 5 0,-8 6-1774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4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34 179 5196,'0'0'939,"0"-3"-185,0-3-540,1 0-1,0 1 1,0-1 0,1 0 0,-1 1 0,1-1 0,0 1 0,1-1 0,3-5 0,31-44 1166,-35 51-1274,14-29 2997,-18 31-2948,0 0-134,0 0 0,0 0 1,-1 1-1,1-1 0,-1 1 0,1-1 1,-1 1-1,1 0 0,-1 0 0,0 0 1,0 0-1,1 0 0,-1 1 0,0-1 1,0 1-1,0 0 0,0 0 0,0 0 1,1 0-1,-1 1 0,0-1 0,-4 1 1,3 0 63,-16-1-17,4 1-218,21 3-160,31 5-3586,-29-7 2196,15 3-3674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5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4881 284 4836,'1'-3'1195,"4"-35"715,-4 34-1185,-2 0-543,0-1 1,0 1-1,-1-1 0,1 1 1,-1 0-1,0 0 0,0 0 1,-1 0-1,1 0 0,-1 0 1,0 0-1,0 1 0,0-1 1,0 1-1,0 0 0,-1 0 1,-6-4-1,-9-7 162,-39-21 0,52 33-298,-26-15 54,-2 2-1,0 2 0,0 1 0,-1 1 0,-1 2 0,-40-4 0,-219-9 17,229 20-64,-851 19 120,2 75 642,47 59 580,630-92-865,-364 140 1,508-160-313,1 3-1,-140 87 1,216-118-176,1 1 0,1 0 0,-1 1 0,2 0 0,0 1 0,-17 23 0,28-32-26,-1 0 0,1 0 1,0 0-1,0 0 0,1 0 1,-1 1-1,1-1 0,1 1 0,-1 0 1,1-1-1,0 1 0,0 0 1,0 0-1,1 0 0,0 0 1,0 0-1,1-1 0,-1 1 1,1 0-1,1 0 0,-1 0 0,1-1 1,0 1-1,0-1 0,4 7 1,-2-5-2,1 0 0,0-1 0,0 1 0,0-1 0,1 0 0,0 0 0,1-1 0,11 9 0,0-3 11,1-1 1,31 13 0,23 4 16,2-3 0,152 27 0,170-2 48,421-8-307,9-46-256,1809-193-950,-1995 101 1305,-10-40 2,-593 126 102,145-45-68,-156 46 60,-1-1 1,-1-2 0,0 0-1,38-28 1,-56 36 14,0-1 0,0 0 0,0 0 0,-1 0 0,0-1 0,0 0 0,-1-1 0,8-12 1,-12 17 0,1-1 1,0 0 0,-1 0 0,0 0 0,0 0 0,0 0 0,-1 0-1,1 0 1,-1 0 0,0 0 0,0 0 0,-1 0 0,1 0 0,-1 0 0,1 0-1,-1 0 1,-1 0 0,1 0 0,0 1 0,-5-8 0,0 1-4,0 1 1,-1-1-1,-1 1 0,1 1 1,-1 0-1,-1 0 0,0 0 1,0 1-1,0 0 0,-11-5 1,-14-7-4,-62-24-1,5 9 29,-1 4-1,-98-17 1,-199-21-91,-1002-49 135,-6 130-532,561 40-1465,286 7-3240,293-21-182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5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40 8777,'-33'-39'4724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7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40 10701,'-1'-1'148,"0"0"-1,0 0 1,0 1-1,0-1 1,0 0 0,0 0-1,1 0 1,-1 0 0,0 0-1,0-1 1,1 1-1,-1 0 1,1 0 0,-1 0-1,1-1 1,-1 1-1,1 0 1,0 0 0,0-1-1,-1 1 1,1 0-1,0-1 1,0 1 0,0 0-1,1-1 1,-1 1 0,0 0-1,0 0 1,3-5 6330,-17 31-3690,0 10-1935,2 1-1,2-1 0,1 2 0,-4 40 1,4-30-324,-81 440 2054,85-453-2520,-36 229-1005,35-196-602,3 133 0,29 17-3178,8-77-3644,-2-47-3217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7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11497,'4'2'1774,"22"9"-692,0-1 0,1-2 1,0 0-1,0-2 1,40 4-1,18 5-256,169 28 544,-194-33-1141,-1 3 0,96 34 1,-134-39-183,0 1 0,0 1 1,-1 1-1,0 1 1,-1 0-1,-1 1 1,0 1-1,0 1 1,-2 1-1,21 23 1,-31-31-44,-1 1 0,1-1 1,-2 1-1,1 0 0,-1 1 0,0-1 1,-1 1-1,0-1 0,-1 1 0,0 0 1,0 0-1,-1 0 0,-1 0 1,1 0-1,-2 0 0,1 1 0,-1-1 1,-1 0-1,0 0 0,0-1 0,-1 1 1,0 0-1,-1-1 0,0 0 1,-1 0-1,-7 13 0,-7 6-1,-1-1 1,-1-1-1,-2-1 0,0-1 0,-2-1 0,-52 39 1,-1-9-281,-102 52 0,-177 78-3184,189-99-4449,111-55-490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7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57 109 13841,'17'-6'6917,"-18"9"-6273,-1 1-577,1-1 0,-1 1 1,1 0-1,0 0 0,0-1 0,1 1 0,-1 0 1,1 0-1,0 0 0,0 0 0,0 0 1,0 0-1,1-1 0,-1 1 0,1 0 0,0 0 1,0 0-1,1-1 0,-1 1 0,1-1 1,0 1-1,0-1 0,0 0 0,0 1 0,0-1 1,6 5-1,6 6-70,1-1 0,0 0 0,0-2 0,1 1 0,1-2 0,0 0 0,0-1 0,1-1 0,30 9 0,-10-5-140,2-2 1,0-2 0,68 6-1,-85-13 129,0-1-1,1 0 1,-1-2-1,0-1 0,-1-1 1,1-1-1,0-1 1,-1 0-1,-1-2 0,1-1 1,40-22-1,-56 26 69,1 0-1,0 0 1,-1-1-1,0 0 1,-1 0-1,1 0 1,-1-1-1,0 1 1,-1-1-1,1 0 1,-2-1-1,1 1 1,-1-1-1,5-15 1,-5 11 158,0 0 0,-1 0 0,-1-1-1,0 1 1,0-1 0,-1 1 0,-1-1 0,0 1 0,-4-17 0,5 25-154,-1 0-1,0 1 1,-1-1 0,1 0 0,-1 1 0,1-1 0,-1 1 0,-4-6 0,5 8-40,1 0 1,-1 1-1,0-1 1,0 1 0,1-1-1,-1 1 1,0-1-1,0 1 1,0-1-1,0 1 1,0 0-1,1 0 1,-1-1-1,0 1 1,0 0-1,0 0 1,0 0-1,0 0 1,0 0-1,0 0 1,0 0 0,0 0-1,1 0 1,-1 1-1,0-1 1,0 0-1,0 1 1,0-1-1,0 0 1,1 1-1,-1-1 1,0 1-1,0-1 1,1 1-1,-1 0 1,0-1 0,1 1-1,-1 0 1,0-1-1,1 1 1,-1 0-1,0 1 1,-5 6 82,1-1 1,0 1 0,0 0-1,1 1 1,0-1 0,0 1-1,1 0 1,0 0-1,-3 17 1,-9 92 412,13-97-445,-18 378 609,8-97-398,3-187-195,-44 206 0,35-252-96,-2 0 0,-3 0 0,-4-2 0,-38 71 1,48-108 12,-1 0-1,-2-2 1,0 0 0,-2-1 0,-1-1 0,-2-1 0,0-1-1,-1-2 1,-1 0 0,-1-2 0,-37 20 0,57-36 37,-1 1 1,1-2 0,-1 1-1,0-1 1,-1-1 0,1 1-1,0-2 1,-1 1-1,1-1 1,-20-1 0,25-1-14,-1 1 1,1-1 0,-1-1-1,1 1 1,-1 0 0,1-1 0,0 0-1,0 0 1,0-1 0,0 1-1,0-1 1,0 1 0,1-1-1,0-1 1,-1 1 0,1 0 0,0-1-1,0 1 1,1-1 0,-1 0-1,1 0 1,0 0 0,0 0-1,-3-9 1,0-2 5,2 0 0,-1 0 0,2 0 0,0-1 0,0 1 0,2-1 0,0 0 0,4-26-1,1 6-174,2 0 0,20-61 0,-2 31-525,3 1 0,40-69 0,85-120-1826,-124 208 2014,397-543-7398,-271 388 4118,-45 60-538,-2 12-2142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8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0 9589,'-81'151'4656,"52"-90"-1727,3 1-1,-25 93 0,-16 135 136,51-193-2971,3 0 0,1 125 1,13-123-2000,4 1 1,23 118 0,-5-108-1660,1-40-2728,-4-29-1523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8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25 408 11061,'-3'-3'172,"0"0"0,1 0 0,-1 0 0,1 0 1,0-1-1,0 1 0,0-1 0,0 1 0,-1-7 0,3 7-6,0 0 0,0 0 0,0 0-1,0 0 1,1 1 0,-1-1 0,1 0 0,0 0 0,0 0-1,0 0 1,0 1 0,1-1 0,-1 0 0,4-3-1,-1-1 100,1 0 0,0 1 0,0-1-1,1 1 1,0 1 0,0-1 0,0 1 0,1 0-1,-1 0 1,1 1 0,14-7 0,4 1 154,1 0 1,33-6-1,24-10 275,8-9-100,214-90 1114,-300 123-1671,5-3 53,1 1 0,0 0 0,0 0 0,13-2-1,-21 5-78,0 1-1,0-1 1,0 1-1,-1 0 1,1 0-1,0 0 0,0 1 1,0-1-1,-1 1 1,1-1-1,0 1 0,0 0 1,-1 0-1,1 0 1,-1 0-1,1 1 1,-1-1-1,1 1 0,-1-1 1,0 1-1,0 0 1,0 0-1,3 2 0,1 5 21,0 0 0,-1 0 0,0 0 0,0 1 0,-1 0 0,0 0 0,-1 0 0,0 0 0,1 11 0,2 18 30,2 43 0,-4-28-74,5 46-34,1 5-1009,23 105-1,-32-205 936,0 1 0,0 0 0,1-1 0,0 1 0,0-1 0,0 0-1,1 1 1,0-1 0,0 0 0,0-1 0,1 1 0,-1 0 0,1-1 0,5 5 0,-7-9 105,-1 0-1,0 1 1,0-1 0,1 0 0,-1 0 0,0 0 0,1 0-1,-1 0 1,0 0 0,1 0 0,-1 0 0,0-1 0,1 1-1,-1 0 1,0-1 0,0 1 0,1-1 0,-1 0-1,2 0 1,2-1-30,8-5-7,-1 1 0,1-1 0,-1-1 0,0 0 0,-1-1 0,0 0 0,0-1 0,15-18 0,-8 9 355,34-27-1,-45 41-138,0 0 0,0 1-1,0 0 1,0 0-1,0 1 1,1 0-1,0 0 1,0 1-1,13-2 1,-18 4-72,0 0 0,0 0-1,0 0 1,1 1 0,-1-1 0,0 1-1,0 0 1,0 0 0,0 0 0,0 0 0,0 1-1,0-1 1,-1 1 0,1 0 0,0 0 0,-1 0-1,0 0 1,1 0 0,-1 0 0,0 1 0,0-1-1,3 6 1,6 8 475,-1 1 0,13 31 0,-9-21 168,-11-20-620,1 1 0,1-1 0,-1 0 0,1 0 0,1-1 0,-1 1 0,1-1 0,0-1 0,0 1 0,1-1 0,0 0 1,0 0-1,0-1 0,0 0 0,1 0 0,-1-1 0,1 0 0,0 0 0,0 0 0,0-1 0,1-1 0,15 2 0,13 0 129,1-1 0,52-5-1,32 1 116,-117 3-348,0-1-1,0 1 1,0 0-1,0 1 1,0-1-1,-1 1 1,1 0-1,-1 0 1,1 0-1,-1 0 1,8 7-1,0 1 16,-1 0 0,15 19 0,-20-22-4,0 0-1,0 0 0,0-1 1,1 1-1,-1-1 1,2-1-1,-1 0 1,0 0-1,1 0 1,0-1-1,0 0 1,12 4-1,-5-5 10,1-2-1,0 1 1,0-2-1,0 0 1,0-1 0,0-1-1,-1 0 1,1-1-1,0-1 1,-1 0 0,0-1-1,0-1 1,-1 0 0,1-1-1,-1-1 1,-1 0-1,1-1 1,-2 0 0,14-12-1,-22 17-16,-1 0-1,1 0 1,-1 0-1,0 0 1,0 0-1,0-1 1,-1 1-1,1-1 1,-1 0-1,0 0 1,0 0-1,-1 0 1,0 0-1,0 0 1,0 0 0,0 0-1,-1-7 1,0 5-2,-1 0 0,-1 0 1,1 0-1,-1 1 1,0-1-1,-1 0 1,1 1-1,-1-1 0,-1 1 1,1 0-1,-6-7 1,-7-7-127,0 1 1,-2 1-1,0 1 1,-1 0-1,-39-25 0,-33-17-1992,23 15-3250,25 15-4703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9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16 13737,'-1'-1'118,"1"0"1,0 1-1,0-1 0,-1 0 0,1 0 1,0 1-1,-1-1 0,1 0 0,-1 0 1,1 1-1,-1-1 0,1 0 0,-1 1 0,0-1 1,1 1-1,-1-1 0,0 1 0,1-1 1,-1 1-1,0-1 0,0 1 0,1 0 0,-1-1 1,0 1-1,0 0 0,0 0 0,0 0 1,1 0-1,-1-1 0,0 1 0,0 0 0,0 0 1,0 1-1,1-1 0,-2 0 0,0 0 134,1 0-93,1 1 1,-1-1-1,0 0 0,1 1 1,-1-1-1,1 1 0,-1-1 1,1 1-1,0-1 0,-1 1 1,1 0-1,-1-1 0,1 1 1,0-1-1,-1 1 0,1 0 1,0-1-1,0 1 0,0 0 1,-1-1-1,1 1 0,0 0 1,0-1-1,0 1 0,0 1 1,-1 16 1117,9 74 2436,-4-67-3202,-2 2-1,-1 36 0,-4-39-235,-1 0-1,-11 38 0,-2 9 91,6-52-23,7-17 4,5-12 9,10-18-247,1 1 1,2 0-1,0 1 1,1 1-1,2 0 1,1 1-1,0 1 1,2 0-1,1 2 1,0 0-1,2 1 1,0 2-1,1 0 1,49-26-1,-68 42-108,-1 0 0,1 0 0,0 0 0,0 1 0,-1 0 0,1 0 0,0 0 0,0 0 0,10 1 0,5 1 0,0 1 0,39 7 0,-52-6-2,0-1 1,0 1-1,-1 0 0,1 1 0,0 0 1,-1 0-1,0 0 0,0 1 1,0 0-1,-1 0 0,0 0 0,0 1 1,0 0-1,0 0 0,-1 0 1,0 0-1,5 12 0,-2-6-29,92 134-3481,-41-80-1088,-40-48 143,31 23 1,9-2-8240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9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363 330 10573,'-106'-3'2437,"88"2"-1133,-1-1 0,-27-6 0,-6 1 988,-69 6 6002,124-3-7320,2-2-856,0 1 0,0-1 0,1 1 0,-1 0 0,1 0-1,1 0 1,-1 1 0,1 0 0,0 0 0,-1 1 0,2 0 0,7-3 0,17-4-85,53-9 1,-42 10-111,420-68-3801,-232 42 638,-114 16 1162,191-28-6018,-87 21-1633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19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255 169 13225,'-16'7'921,"0"-1"0,0-1 0,-1-1 0,0 0 0,0-1 0,-29 2 0,29-4 376,-1 1 0,1 1 0,0 0 1,-20 7-1,34-9-205,17-1-489,0-1-1,27-6 0,0 0-374,375-53-1998,-5-23-5691,-247 47 939,11 7-4026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0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17 396 15493,'-14'15'2653,"12"-12"-450,15 8 1275,-3 1-2884,1 0 0,-1 0 0,-1 0 0,0 1 0,8 18 0,0-3 29,12 27 9,-2 1 1,-2 1-1,20 73 0,5 13-197,-44-129-353,0 1 0,0-1 0,2 0 0,0-1 0,0 0 0,1 0 1,12 13-1,-17-22-52,-1-1 0,1 0 1,-1 0-1,1 0 0,0 0 0,0-1 1,0 1-1,1-1 0,-1 0 1,0-1-1,1 1 0,-1-1 1,1 0-1,0 0 0,-1 0 0,1-1 1,0 1-1,0-1 0,-1 0 1,1-1-1,0 1 0,0-1 0,-1 0 1,1 0-1,-1 0 0,1-1 1,7-3-1,11-6 3,0-2-1,-1 0 1,-1-2 0,0 0-1,24-24 1,89-98 55,225-324-2912,-212 262-2593,-42 72-3188,-12 26-4332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0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108 365 13361,'1'-4'358,"0"-1"0,0 1 0,1 0 0,-1 0 0,1 0 0,0 0 0,0 0 0,0 0 0,1 0 0,-1 1 0,1-1 0,0 1 0,0 0 0,0 0 0,0 0 0,1 0 0,-1 0 0,1 1 0,0-1 0,0 1 0,7-3 0,131-59 4752,-34 16-3222,147-89 0,-252 136-1863,-1 0 1,1-1-1,-1 1 0,0-1 1,0 0-1,0 1 1,0-1-1,0 0 0,0 0 1,-1-1-1,3-2 1,-4 4-21,0 1-1,0 0 1,0-1 0,0 1 0,0-1 0,0 1-1,0 0 1,0-1 0,0 1 0,0-1 0,0 1-1,-1-1 1,1 1 0,0 0 0,0-1 0,0 1 0,-1 0-1,1-1 1,0 1 0,0 0 0,-1-1 0,1 1-1,0 0 1,-1-1 0,1 1 0,0 0 0,-1 0 0,1 0-1,0-1 1,-1 1 0,1 0 0,-1 0 0,1 0-1,0 0 1,-1 0 0,1 0 0,-1-1 0,0 1 0,-7-1 43,0 1 1,0-1-1,0 1 1,-1 0-1,-11 3 1,-7 2 165,1 2-1,0 1 1,1 1 0,-46 24 0,39-18-8,-25 12-60,1 3 1,1 2-1,-92 71 0,136-94-146,1 1 0,0 0 0,0 1 0,1 0 0,0 0 0,1 1 0,0 0 0,1 1 0,-10 23 0,15-29 0,-1-1 0,2 1 0,-1-1 0,1 1 0,0 0 0,0 0 0,0-1 0,1 1 0,1 0 0,-1 0 0,1 0 0,0-1 0,0 1 0,1 0 0,0-1 0,0 1 0,0-1 0,1 0 0,0 0 0,1 0 0,-1 0 0,7 8 0,-1-5-76,-1 0 0,1-1 0,0 0 0,1-1 0,0 0 0,0 0 0,1-1 0,20 9-1,5-1-661,54 14-1,2-8-1136,2-4 0,0-3 0,119-1 0,-137-10-1099,136-14 0,-90-10-3361,-53 7-1503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0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49 11157,'-6'-5'1044,"-22"-14"32,20 11 2004,2 0 3519,21 28-5657,2 0-1,37 34 1,9 10-382,-36-33-400,-1 2 1,-1 0-1,-2 2 1,29 58-1,-46-79-158,0-1 1,-1 1-1,-1 1 1,0-1-1,0 0 1,-2 1-1,0 0 1,0 0-1,-1 0 0,-1-1 1,-1 1-1,0 0 1,-1 0-1,-1 0 1,0-1-1,-6 18 0,5-21 77,0-1 0,-1 1 0,-1-1 0,1 0 0,-2-1 0,-9 13 0,15-24-15,1 0 0,-1 0 0,1 0 1,-1 1-1,1-1 0,-1 0 1,1 0-1,0 0 0,0 0 1,0-3-1,2-4-2,0 0 0,1 0 0,0 0 0,0 0 0,1 1 0,0-1 0,0 1 0,1 0 1,6-7-1,7-9-101,34-36 1,262-222-5232,-91 109-4883,-109 90-428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1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79 447 11477,'-5'-68'6002,"3"51"-4385,0 0 0,2 0 0,0 0 0,3-25 0,8-13 82,-6 32-916,-1 0 1,1-30 0,-4 28-419,-1 14-208,0 1 0,1-1 0,0 1 0,1-1 0,0 1 0,4-14 0,-6 24-155,0 0 1,0 0-1,0 0 0,0-1 1,1 1-1,-1 0 0,0 0 1,0 0-1,0 0 0,0 0 0,0 0 1,0 0-1,0-1 0,0 1 1,0 0-1,1 0 0,-1 0 0,0 0 1,0 0-1,0 0 0,0 0 1,0 0-1,0 0 0,1 0 1,-1 0-1,0 0 0,0 0 0,0 0 1,0 0-1,0 0 0,0 0 1,1 0-1,-1 0 0,0 0 1,0 0-1,0 0 0,0 0 0,0 0 1,0 0-1,1 0 0,-1 0 1,0 0-1,0 0 0,0 0 0,0 0 1,0 0-1,0 1 0,0-1 1,1 0-1,-1 0 0,0 0 1,12 5 17,0 1 1,-1 1-1,1 0 1,-1 0 0,-1 1-1,1 0 1,-1 1-1,-1 0 1,0 1 0,9 11-1,12 18 25,35 59-1,-54-79-91,0 1 0,-1 1 1,-1-1-1,-1 2 0,-1-1 1,-1 1-1,0 0 0,-2 0 0,-1 1 1,0-1-1,-2 36 0,-2-39-106,-1 1 0,-1-1-1,-1 0 1,0-1 0,-2 1-1,0-1 1,-1 0-1,-1 0 1,0-1 0,-1 0-1,-1-1 1,-1 1 0,-24 27-1,19-27 31,-1-1 0,-1-1 0,0-1 0,-1 0 0,0-1 0,-1-1 0,0-1 0,-1-1 0,-37 13 0,54-22 120,1 0 1,0 0 0,-1 0 0,1-1 0,0 1 0,-1-1 0,1 1 0,-1-1 0,1 0 0,-1-1 0,1 1 0,0 0 0,-1-1 0,1 0 0,0 0 0,-6-2 0,8 2 11,0 0 1,0 1-1,0-1 1,0 0-1,0 0 1,1 1-1,-1-1 1,0 0-1,1 0 1,-1 0-1,0 0 1,1 0-1,-1 0 1,1 0-1,0 0 1,-1 0-1,1 0 1,0 0 0,-1-2-1,1 1 9,0-1 1,1 1-1,-1-1 1,0 1-1,1 0 0,-1-1 1,1 1-1,0-1 0,0 1 1,0 0-1,2-4 1,4-4 49,1 0 1,0 0 0,0 1-1,1 0 1,1 1 0,-1-1 0,1 2-1,14-9 1,1-2 49,189-126 741,-165 116-474,1 2 0,83-30 0,-113 49-257,-1 1 1,1 1-1,0 1 1,0 0 0,0 2-1,29-1 1,-44 3-110,0 0 0,0 0 0,0 1 0,0 0 0,0 0 0,0 0 0,-1 1 0,1-1 0,0 1 0,-1 0 0,1 1 0,-1-1 0,0 1 0,0 0 0,0 0 0,0 0 0,0 0 0,-1 1 0,1-1 0,-1 1 0,0 0 0,0 0 0,0 0 0,-1 0 0,1 1 0,-1-1 0,0 1 0,-1 0 0,1-1 0,-1 1 0,0 0 0,1 7 0,1 7-150,-2 0 1,0 0-1,-1 0 1,-3 25 0,2-30-261,0 0-1,1 0 1,0 0 0,1 0 0,1 0 0,0 0 0,1-1 0,8 24 0,-8-29-323,1 0 0,0-1-1,0 1 1,1-1-1,0 1 1,8 8 0,-8-11-531,0 0 1,0 0-1,1-1 1,-1 0-1,1 0 1,0 0-1,0-1 1,12 5-1,5 1-7626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1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1 296 10569,'33'-166'1556,"-26"112"-176,-4 33-260,1-6-296,-1 0 149,7 36-4230,17 15-563,0 9-2541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1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52 14021,'-15'3'672,"-32"10"1251,45-12-1720,-1 0 0,1 1 1,0-1-1,0 0 0,-1 1 0,1 0 1,0-1-1,0 1 0,1 0 0,-1 0 1,0 0-1,1 0 0,-1 0 0,1 0 1,-3 5-1,-29 63 5367,23-50-4741,0 0 0,2 1 0,0 0 0,-9 38 0,13-37-433,1 0 0,0 0 0,2 30 0,1-40-278,1 1 1,1 0 0,0-1-1,0 1 1,1-1 0,1 0 0,0 0-1,7 14 1,-5-14-94,1-1 0,0-1 0,0 1 0,1-1 0,1-1 0,-1 1 0,2-1 1,-1-1-1,1 0 0,0 0 0,1-1 0,0 0 0,17 7 0,-7-5 1,0-2 0,1 0 0,0-1-1,0-2 1,0 0 0,42 1 0,-38-4-26,0-1 0,0-1 0,0-1 0,30-6 0,-46 5 0,0 1 0,-1-1 0,1 0 0,-1-1 0,0 0 0,0-1 0,0 0 0,0 0 0,-1-1 0,0 0 0,0 0 0,-1-1 0,13-14 0,-17 17 0,-1 0 0,1 1-1,-1-1 1,0 0 0,0-1 0,0 1-1,0 0 1,-1 0 0,0-1 0,0 1-1,0-1 1,0 1 0,-1-1 0,0 1-1,0-7 1,-1 4-2,0-1-1,-1 1 1,0-1 0,0 1-1,-1-1 1,0 1-1,0 0 1,-6-8 0,-5-7-29,-1 2 0,-1 0 1,-1 0-1,-25-21 0,-148-115-1982,-2-2-6459,185 153 7504,-13-16-1520,15 5-3561,12 4-3565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1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7 13141,'0'0'87,"0"-1"-1,-1 1 0,1-1 1,0 1-1,0 0 1,-1-1-1,1 1 1,-1 0-1,1-1 0,0 1 1,-1 0-1,1-1 1,-1 1-1,1 0 0,-1 0 1,1 0-1,0-1 1,-1 1-1,1 0 1,-1 0-1,1 0 0,-1 0 1,1 0-1,-1 0 1,1 0-1,-1 0 0,1 0 1,-1 0-1,0 0 1,1 0-1,0 0 1,-1 0-1,1 1 0,-1-1 1,1 0-1,-1 0 1,1 0-1,-1 1 0,1-1 1,-1 0-1,1 1 1,0-1-1,-1 0 1,1 1-1,0-1 0,-1 1 1,1-1-1,0 0 1,0 1-1,-1-1 0,1 1 1,0-1-1,0 1 1,0-1-1,-1 1 0,1-1 1,0 1-1,0-1 1,0 1-1,0-1 1,0 1-1,0 0 0,0 4 127,-1-1 0,1 1 0,0-1 0,0 1 0,0 0-1,2 4 1,0-1 90,1 0 0,0-1 0,1 1 0,-1-1 0,2 0 0,6 10 0,12 20 377,-11-9-603,0 1 1,-2 0-1,-1 0 1,-2 1-1,0 0 0,-2 0 1,-2 1-1,0 0 1,-2-1-1,-2 1 0,0 0 1,-2 0-1,-9 36 1,7-46-216,-3 14 380,6-32 130,4-20 179,1 1-221,1 0-1,1-1 1,0 2 0,1-1 0,1 1-1,1 0 1,0 0 0,1 1 0,17-23-1,12-8 423,58-54 0,-95 97-735,25-23 141,0 1 1,2 2-1,0 0 0,1 2 0,2 1 0,0 2 0,35-15 0,-53 27-114,0 1 0,1 0-1,-1 1 1,1 0 0,0 1 0,0 1-1,0 0 1,27 2 0,-30 0-25,0 1-1,-1 1 1,0 0 0,1 0-1,-1 1 1,0 0 0,-1 1-1,1 0 1,-1 0 0,0 1 0,0 1-1,15 13 1,-11-7-59,-1 1 0,-1 0 1,0 1-1,-1 0 0,14 26 1,34 89-1482,-39-83 590,18 49-1296,16 37-2243,-44-115 2723,1-1 0,1 0-1,0-1 1,1 0 0,20 20-1,15 6-7104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1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79 13209,'-37'-6'2632,"21"-12"5133,5 6-5669,5 2 4437,9-5-10865,0-3 2471,18 18-5755,2 0-7826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4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5056 558 8189,'4'-23'1732,"-3"18"-1301,1-1 0,-1 0 0,-1 1 0,1-1 0,-1 0 0,0 0 0,0 0 0,-1 1 0,1-1 0,-1 0 0,-1 1 0,1-1 0,-3-5 0,-12-22 238,-2 0 1,-1 2 0,-2 0-1,-1 1 1,-1 2 0,-2 0-1,-38-34 1,42 44-599,-1 1 0,-1 0 0,0 2 1,-1 0-1,-1 2 0,0 1 0,-1 0 0,-1 3 0,1 0 1,-40-8-1,0 8-21,-1 3 0,0 2 0,0 4 1,-81 9-1,-262 61 15,130 2-37,-303 121 1,-252 159-1,5 59 0,615-288-5,-342 258-1,340-197-36,191-158 12,1 1 1,1 0-1,1 2 1,2 1-1,-28 49 1,45-70 1,-1 1 0,1-1 0,0 1 1,1 0-1,0 0 0,1 0 0,0 0 0,1 0 0,0 0 0,0 1 0,1-1 0,0 0 1,2 11-1,0-13-1,0 0 0,1-1 0,0 1 0,0-1 0,0 0 0,1 0 1,0 0-1,1-1 0,-1 1 0,1-1 0,0 0 0,1 0 0,0-1 1,0 1-1,0-1 0,0-1 0,11 7 0,6 2-7,0-2 0,0 0 0,1-2 0,46 12 0,113 14-75,273-1 1,11-38 12,395-47-40,1-36 29,1282-300 96,-1498 210-14,-437 107-16,201-99-1,-138 25-46,-240 123 43,-1-1 1,-2-1-1,0-2 1,-2-1 0,46-53-1,-65 67 17,0 0 0,-1-1 0,-1 1 0,1-1 0,-2-1 0,0 1 0,-1-1 0,0 0 0,-1-1 0,3-17 0,-6 20-1,0-1 1,-1 0-1,0 1 1,-1-1-1,0 1 0,-1 0 1,-1-1-1,0 1 1,0 0-1,-1 0 1,-1 0-1,-7-14 1,2 9-2,-1 0-1,0 1 1,-1 0 0,-1 1 0,-1 0 0,0 1 0,0 0 0,-2 1 0,0 1 0,-18-11 0,-11-3-27,0 2 1,-88-32 0,-1 11-18,-2 6 0,-1 6 1,-180-19-1,-428 0-1124,-27 61-1997,4 45-4138,387-19 443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5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76 4784,'-1'0'200,"1"0"-1,0 1 1,-1-1-1,1 0 1,-1 0-1,1 1 1,-1-1-1,1 0 0,0 0 1,-1 0-1,1 1 1,-1-1-1,1 0 1,-1 0-1,1 0 1,-1 0-1,1 0 1,-1 0-1,1 0 0,-1 0 1,1 0-1,-1 0 1,1-1-1,-1 1 1,1 0-1,0 0 1,-1 0-1,1-1 1,-1 1-1,9-12 1608,27-18-637,23-3 1274,-55 31-589,15 9-581,0-2-685,18 34 360,-11-22-744,1 0 0,1-2 0,0-1 0,40 14 0,143 35-1577,60-5-4696,-207-46 3133,64 15-5587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5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1260 0 9721,'-158'21'1760,"85"3"-276,-1 0-308,-3 7-164,0-1-232,-4-3-219,-16 12-305,-20 3-725,-7 4-511,-3-1-452,0 6-2568,-1-6-2885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6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456 60 12257,'2'-13'477,"-1"9"-263,0 0 0,0 0 0,-1 1-1,0-1 1,0 0 0,0 0 0,0 0-1,-1-4 1,1 8-143,0 0 0,0-1 0,-1 1 1,1-1-1,0 1 0,0-1 0,-1 1 0,1 0 0,0-1 0,-1 1 0,1 0 0,0-1 0,-1 1 0,1 0 1,-1-1-1,1 1 0,-1 0 0,1 0 0,0-1 0,-1 1 0,1 0 0,-1 0 0,1 0 0,-1 0 0,-21 4 2798,20-3-2508,1 0 0,-1 1 0,1-1-1,-1 1 1,1 0 0,0-1 0,0 1 0,0 0 0,0 0 0,0 0 0,0-1 0,-1 4 0,-2 5 723,-85 147 4496,-5 3-3551,-28 75-1920,100-183-212,2 0 0,-22 94 1,35-110-893,1-1 1,3 1-1,0 0 1,6 73-1,0-82-705,1 0-1,13 44 0,-9-49-782,0-1 0,1 0 0,19 32-1,6-2-7014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6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37 11417,'1'-2'174,"0"0"0,0 0 0,0 0 0,0 0 0,0 0 0,1 0 0,-1 0 0,1 0 0,-1 0 0,1 1 0,0-1 0,-1 1 0,1-1 0,0 1 0,0-1 0,0 1 0,0 0 0,1 0 0,-1 0 0,0 1 0,0-1 0,1 0 0,-1 1 0,0-1 0,1 1 0,-1 0 0,0 0 0,1 0 1,2 0-1,38-1 666,-1 2 0,0 2 0,0 2 1,77 18-1,-69-10-486,-1 3-1,-1 2 1,80 41 0,-112-50-296,0 0 0,0 2 0,-1 0 0,0 1 0,-1 0 0,0 1 0,-1 0 0,15 20 0,-22-24-40,0 0 0,-1 0 0,0 0 0,-1 1 0,0-1 0,0 1 0,-1 0 0,-1 0 0,1 0 0,-2 1 0,1-1 0,-1 1 1,-1-1-1,0 1 0,0-1 0,-3 13 0,-1-5-14,0 0-1,-2-1 1,0 1 0,-1-1 0,0 0-1,-2-1 1,0 0 0,0 0 0,-2-1 0,0 0-1,-1-1 1,-16 16 0,-10 6-238,-3-1 1,-87 58-1,-233 108-3871,177-105-3242,104-52-648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6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50 317 10497,'-6'6'499,"1"1"1,0 0-1,0 0 0,1 0 1,0 0-1,0 1 0,1-1 1,0 1-1,0 0 0,1 0 1,-3 15-1,5-18-396,0 0 0,0 1 0,0-1 0,1 0 0,0 0 0,0 0 0,0 0 0,1-1 0,0 1 0,0 0 0,0 0 0,0-1 0,1 1 0,-1-1 0,1 0 0,0 0 0,1 0 0,-1 0 0,1-1 0,4 5 0,3 0-42,0 0 0,0-1 1,1 0-1,0 0 0,0-1 1,1-1-1,0 0 0,0-1 1,0 0-1,20 2 0,8 0 4,-1-2 0,48-2 0,-37-1-23,1-3 0,82-14 0,-118 13 18,-2 0 1,1-1-1,0-1 1,-1 0-1,0-1 1,0-1-1,0 0 1,-1-1-1,0 0 1,-1-1-1,1 0 1,-2-1-1,17-18 1,-1-1 1,-25 26 46,-1 8-50,0 13-47,-1 0 1,0 1 0,-2-1-1,0 0 1,-1 1-1,-6 18 1,-40 115 41,26-88-13,7-15-36,-43 127-128,-84 171 0,117-294 80,-2-2 0,-1-2 0,-4 0 0,-1-2 0,-2-2 0,-2-1 0,-70 62 1,91-93 41,0 0 0,-1-1 0,-23 10 0,39-20-5,-1-1 0,0 0 0,0 0 0,1 0 1,-1 0-1,0 0 0,0 0 0,0-1 1,0 1-1,0-1 0,0 0 0,-1 0 1,1 0-1,0 0 0,0-1 0,0 1 1,-3-2-1,5 1 8,-1 1 0,1-1 0,0 0 0,-1 0 0,1 0 0,0 0 0,0 0 0,0 0 0,-1-1 0,1 1 0,0 0 0,1-1 0,-1 1 0,0 0 0,0-1 0,1 1 0,-1-1 0,0 1 0,1-1 0,0 0 0,-1 1 0,1-1 0,0 1 0,0-1 0,0 0 0,0 1 0,0-1 1,0-2-1,2-8 7,0 0 0,1 0 0,0 1 0,1-1 0,1 1 0,-1 0 0,2 0 0,-1 0 0,12-14 0,11-14-87,36-38 0,-57 69 58,440-435-364,-197 206 7,362-378 505,-327 328 1205,-285 286-1291,1 0 0,0 0 1,0 0-1,-1 0 0,1 0 0,0 0 0,0 1 1,0-1-1,0 0 0,0 0 0,0 1 1,0-1-1,0 0 0,0 1 0,1 0 0,-1-1 1,0 1-1,2-1 0,-3 3-12,1-1 1,-1 0-1,1 1 0,-1-1 1,1 1-1,-1-1 0,0 1 1,0-1-1,0 1 0,0-1 0,0 1 1,0 2-1,-2 19 64,-1-1-1,-1 0 1,-1 0-1,-11 31 1,-6 29 29,12-37-464,2 1 0,2 0 0,2 1 1,3-1-1,1 1 0,2-1 0,9 50 0,-6-78-237,0-1-1,2 0 0,0 0 1,1 0-1,0-1 0,14 20 1,12 14-3510,-16-24-20,-13-18-464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7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23 6877,'-1'-2'114,"-1"0"0,1 0-1,-1 0 1,0 1 0,0-1 0,0 1 0,0-1 0,0 1 0,0 0 0,-1 0 0,1 0 0,0 0 0,-1 0 0,1 1 0,0-1 0,-1 1 0,1-1 0,-4 1-1,3 0 1976,37 18 682,-3-14-1968,0-1 0,60-1 0,-30-2-40,418 4 3935,-475-5-4675,0 2 0,0-1-1,0 0 1,0 1 0,-1 0-1,1-1 1,0 2-1,0-1 1,-1 0 0,1 1-1,0 0 1,-1-1 0,0 1-1,1 1 1,-1-1 0,5 5-1,-1 1 15,0 1 0,0 0 0,-1 1 0,9 16 0,-10-17-23,3 5-88,1 0 1,1 0 0,0-1 0,1-1 0,0 0-1,1 0 1,0-1 0,1-1 0,0 0-1,0 0 1,1-2 0,1 0 0,-1 0 0,1-1-1,1-1 1,-1 0 0,26 4 0,182 28-1240,-147-28 1102,-67-10 220,-1 1 1,0 1-1,0 0 0,1 0 0,-1 0 0,-1 1 1,1 0-1,0 1 0,-1 0 0,0 0 1,0 0-1,0 1 0,0 0 0,-1 1 0,1-1 1,-1 1-1,-1 0 0,1 1 0,-1-1 1,0 1-1,-1 0 0,0 0 0,6 14 0,-5-14 2,-1 0-1,1 0 0,1 0 0,-1-1 0,1 0 1,0 0-1,0-1 0,1 0 0,0 0 0,0 0 1,0-1-1,0 0 0,1 0 0,-1-1 0,1 0 1,0 0-1,0-1 0,0 0 0,1-1 0,8 2 1,5-1 2,1-1-1,-1 0 1,0-2 0,1 0 0,-1-2 0,30-6 0,-37 5-19,-1-1 0,1-1 0,-1 0 1,0 0-1,16-11 0,-28 16 7,1 0 0,-1-1 0,0 1 0,1-1 0,-1 1 0,0-1 0,0 0 0,0 0 0,-1 0 1,1 0-1,0 0 0,-1 0 0,1-1 0,-1 1 0,0 0 0,0-1 0,0 1 0,0-1 0,0 1 0,0-1 0,-1 1 0,1-1 0,-1 0 1,0 1-1,0-1 0,0 0 0,0 1 0,0-1 0,0 0 0,-1 1 0,0-1 0,1 0 0,-1 1 0,0-1 0,0 1 0,0 0 1,0-1-1,-1 1 0,1 0 0,-1-1 0,-1-1 0,-5-6-4,0 1 0,0-1 0,-1 2 1,0-1-1,0 1 0,-1 1 0,-16-10 1,-5 1-379,-1 1 1,-1 2 0,-54-14 0,-16-7-9173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7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9181,'16'-18'8095,"11"37"-5132,-20-9-2745,0 1 0,0-1 0,-1 2 0,-1-1 1,0 0-1,0 1 0,4 18 0,5 11 50,5 16-964,22 115 1,-26-100-203,-14-70 801,3-3 190,3-1-6,1-1-1,-2 0 0,1-1 1,0 0-1,-1 0 1,1 0-1,-1 0 0,0-1 1,-1 0-1,1-1 1,-1 1-1,0-1 0,7-10 1,23-24 281,-1 6-112,54-50 246,-76 74-446,0 1-1,0 0 1,1 1-1,1 1 1,23-11-1,-33 17-49,0 0 1,1-1-1,-1 2 1,0-1-1,0 0 0,1 1 1,-1 0-1,0 0 1,1 0-1,-1 1 0,0-1 1,0 1-1,1 0 1,-1 0-1,0 1 0,0-1 1,0 1-1,0 0 1,0 0-1,-1 0 0,1 0 1,4 5-1,5 4 22,-1 1 1,0 0-1,-1 1 1,13 18-1,-9-11-19,13 18-603,2-2 0,1-2-1,62 54 1,-52-56-2758,2-1 0,88 48 1,-40-41-4159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8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454 108 11421,'-1'-1'90,"1"1"0,-1-1 1,1 0-1,-1 1 0,1-1 0,-1 1 0,1-1 0,-1 0 1,1 1-1,0-1 0,-1 0 0,1 1 0,0-1 1,0 0-1,-1 0 0,1 1 0,0-1 0,0 0 0,0 0 1,0 0-1,0 1 0,0-1 0,0 0 0,0 0 1,0 1-1,1-1 0,-1-1 0,2-11 5099,-1 12-4952,-1-1 0,0 1-1,0-1 1,-1 1 0,1-1 0,0 1-1,0-1 1,-1 1 0,1 0 0,-1-1-1,1 1 1,-1-1 0,-1-1 0,2 2-154,-1 1 0,1 0 0,-1-1 0,1 1 0,-1 0 0,1-1 0,-1 1 0,1 0 0,-1 0 0,1-1 0,-1 1 0,0 0 0,1 0 0,-1 0 0,1 0 0,-1 0 0,0 0 0,1 0 0,-1 0 0,1 0 0,-1 0 0,0 0 0,0 0 0,-5 3 181,0-1 0,1 1 0,-1 0 0,1 0 1,-9 7-1,3-2-65,-46 32 157,2 2 0,2 2 0,2 3 0,2 2 0,-64 82 0,115-130-352,-1 0 1,1 0-1,0 0 1,-1 0-1,1-1 1,-1 1-1,1 0 1,0-1-1,0 1 1,-1-1-1,1 0 0,3 1 1,13-1 26,-1-1 1,0 0 0,1-1-1,-1-1 1,0-1-1,33-11 1,-1 1-5,42-8 3,1 5-1,121-8 1,-188 24-36,-1 1 0,1 1 0,-1 1 0,0 1 0,1 1 1,-1 1-1,-1 1 0,1 2 0,-1 0 0,0 1 0,-1 1 1,0 2-1,-1 0 0,0 1 0,-1 1 0,0 1 0,-1 0 1,-1 2-1,25 28 0,-26-25-73,1-1 0,1-1 0,1-1 0,1 0 0,27 16 0,-35-26 48,0 0 0,0-1 0,0-1 0,1 0 0,0 0-1,0-2 1,0 0 0,1 0 0,-1-2 0,1 1 0,16-2 0,-11-1 15,0-2 1,0 0-1,0-1 1,0-1-1,-1-1 1,32-13-1,105-64 242,-91 46 13,-59 33-215,1 0 0,0 0 0,-1 1 0,2 0 0,-1 1 0,0 0 0,9-2 1,-12 4-16,1 0 0,-1 0 0,0 1 0,1 0 0,-1 0 1,0 0-1,1 0 0,-1 0 0,0 1 0,0 0 0,0 0 1,0 0-1,6 5 0,12 7 56,173 102 327,-157-97-340,1-1-1,0-2 1,58 16-1,-75-26-25,147 31 68,-149-35-91,-1 0 1,1 0-1,-1-2 1,1-1-1,-1 0 1,33-7-1,-48 7-20,0 0-1,0 0 1,0 0-1,0-1 0,-1 1 1,1-1-1,0 0 1,-1 0-1,1 0 1,-1 0-1,0-1 0,0 1 1,0-1-1,0 0 1,3-4-1,-5 5-33,0-1 0,0 1 0,0-1 0,0 1 0,0-1 0,-1 0 0,1 1 0,-1-1 0,0 0 0,0 1 0,0-1 0,0 0 0,0 0 0,0 1 0,-1-1 0,0 0 0,1 1 0,-1-1 0,0 1 0,0-1 0,0 1 0,-3-5 0,-1 0-109,0-1-1,0 0 1,-1 1 0,0 0-1,-1 1 1,1-1-1,-1 1 1,-1 1 0,1-1-1,-14-6 1,-8-4-318,-48-19-1,-67-21-421,110 38 701,36 17 192,-1-1 0,1 1 0,-1-1 0,1 1 0,0 0 0,-1-1 0,1 1 1,0 0-1,0 0 0,3-1 0,23-9 8,1 1 0,1 1 0,-1 2 0,35-5 0,57-14 101,-63 7 168,0-2 0,-1-3 1,-2-2-1,-1-3 0,-1-2 0,76-58 0,-66 39 226,64-45 1040,-94 78-955,-33 17-576,0 0 0,-1 0-1,1 0 1,0 0 0,0 0 0,0 0 0,0 0-1,0 0 1,0 0 0,0 0 0,0 1 0,0-1-1,0 0 1,0 0 0,0 0 0,0 0 0,0 0-1,0 0 1,0 0 0,0 0 0,0 0 0,0 1-1,0-1 1,0 0 0,1 0 0,-1 0 0,0 0-1,0 0 1,0 0 0,0 0 0,0 0 0,0 0-1,0 0 1,0 0 0,0 0 0,0 1-1,0-1 1,0 0 0,0 0 0,1 0 0,-1 0-1,0 0 1,0 0 0,0 0 0,0 0 0,0 0-1,0 0 1,0 0 0,0 0 0,0 0 0,1 0-1,-1 0 1,0 0 0,0 0 0,0 0 0,0 0-1,0 0 1,0 0 0,0 0 0,0 0 0,-1 29 275,-6 35 1,3-31-238,1 0 0,1 0 0,4 49 0,20 89-879,-18-147 402,2 0-1,0 0 1,2-1 0,0 0-1,2 0 1,0-1 0,1 0-1,15 21 1,-24-40 344,16 25-1507,1-1-1,26 29 1,19 10-6916,-36-41 73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13313,'27'-72'2680,"3"62"-439,24-11-397,-4 12-336,7 9-296,13 0-236,21 0-368,13 9-572,13 0-428,0-6-608,7-3-884,-3 3-764,-4 13-2873,-7 8-4468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30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60 955 9997,'-50'12'1919,"40"-9"3101,11-5-4884,-1 1 0,1-1 0,-1 0 0,1 1 0,0-1 0,0 1 0,0-1 0,0 1 0,0-1 0,0 1 0,0 0 0,2-2 1,2-3 112,10-9-13,1 1-1,0 1 0,1 0 0,1 1 0,32-17 0,-6 3 5,238-134 563,-21 14-392,-137 71 529,-3-6 1,-4-5-1,166-157 0,-256 215-168,-29 27-165,-7 6 34,-52 43 582,9 0-762,2 1 0,2 3 1,2 2-1,3 2 0,2 2 1,-63 121-1,53-72-478,4 2 1,5 3 0,-36 151-1,65-210-238,2 1-1,2 0 1,3 0-1,1 70 1,6-96-12,1-1 0,1 0 0,2 1 0,0-2-1,2 1 1,1-1 0,1 0 0,2 0 0,0-1 0,21 33 0,-15-32-66,0-2-1,2 0 0,1-1 1,1-1-1,0-1 0,2-1 1,0-1-1,1-1 0,1-1 0,1-1 1,1-2-1,33 15 0,-53-27 167,0 0-1,-1 0 1,1 0-1,0-1 0,12 1 1,-19-2 150,1 1 1,0-1 0,-1 0 0,1 0-1,0 0 1,-1 0 0,1 0 0,0 0-1,-1 0 1,1 0 0,0 0 0,0 0-1,-1 0 1,1-1 0,0 1 0,-1 0-1,1 0 1,-1-1 0,1 1 0,0 0-1,-1-1 1,1 1 0,-1 0-1,1-1 1,-1 1 0,1-1 0,-1 1-1,1-1 1,-1 1 0,1-1 0,-1 0-1,0 1 1,1-1 0,-1 1 0,0-1-1,0 0 1,1 1 0,-1-1 0,0 0-1,0 1 1,0-1 0,0 0 0,0 1-1,0-1 1,0 0 0,0 0 0,0 1-1,0-1 1,0 0 0,0 1 0,-1-1-1,1 0 1,-1 0 0,-3-8-63,-1 0 0,0 0 0,0 1 0,-1 0 0,0 0-1,-1 1 1,0 0 0,0 0 0,-16-12 0,-10-5-33,-39-21-1,48 31 70,-114-60 55,-19-10 69,133 69-42,1-1 1,0-1-1,1-1 0,-21-23 1,38 37-38,1-1 1,0 0-1,0 0 1,0 0-1,1 0 1,0-1-1,0 1 1,0-1-1,1 0 1,-1 1-1,1-1 1,1 0-1,-1-1 1,1 1-1,0 0 1,0-8-1,2 7-21,0 0 0,1-1 0,-1 1 0,1 0 0,0 0-1,1 0 1,0 0 0,0 1 0,1-1 0,-1 1 0,1 0 0,1 0-1,8-10 1,3-2-94,2 1-1,0 1 0,1 1 1,0 0-1,1 2 1,38-20-1,139-50-702,-127 59 611,0 3-1,2 3 1,0 3 0,1 4-1,135-4 1,-205 15 210,18-1 72,1 2 0,38 6 0,-56-6-58,1 0 0,-1-1 1,0 2-1,0-1 0,0 1 0,0-1 1,0 1-1,0 0 0,0 0 0,0 1 0,-1-1 1,1 1-1,-1 0 0,0 0 0,0 0 1,0 0-1,0 1 0,0-1 0,-1 1 0,3 4 1,-4-4 7,0 0 0,0-1-1,-1 1 1,1 0 0,-1 0 0,0 0 0,0 0 0,0 0 0,0 0 0,-1 0 0,1 0 0,-1 0 0,0 0 0,-3 5-1,-26 56 163,21-48-163,-8 14-130,6-11 45,1 1 0,0 1-1,-9 32 1,18-52 46,1-1 0,0 0-1,-1 1 1,1-1 0,0 1-1,0-1 1,0 0 0,0 1 0,0-1-1,0 1 1,0-1 0,0 1 0,0-1-1,1 0 1,-1 1 0,1-1 0,-1 0-1,1 1 1,-1-1 0,1 0 0,0 0-1,0 1 1,-1-1 0,1 0-1,1 1 1,1 0-12,-1-1 0,1 1 0,-1-1-1,1 0 1,-1 1 0,1-1 0,0-1 0,-1 1-1,1 0 1,0-1 0,5 1 0,7 0-48,0-1 0,0-1 0,25-3 0,-11-2 106,-1-1-1,0-1 1,0-1-1,26-13 1,102-58 706,-98 49-193,87-36 0,-122 58-414,6-1 146,-1 0 0,36-7 1,-56 16-221,1 0 0,0 0 0,-1 0 1,1 1-1,0 1 0,-1-1 0,1 1 0,0 1 1,-1 0-1,0 0 0,17 6 0,48 28 198,-51-23-209,2-1 1,0-2-1,0 0 1,30 7-1,-14-11-45,0-1 1,1-3-1,-1-1 0,50-5 0,75 3 4,-143 2-5,-1 2-1,1 0 1,-1 2-1,0 0 1,36 15-1,-6 3-2,73 28-10,-109-46 10,0-1 0,0 0 0,0-1 0,0-1 0,1 0 0,21-1 0,-18-4-3,0 0-1,-1-1 1,1-1-1,-1-1 1,24-10-1,37-12-50,-42 18-96,0 1 0,1 3-1,0 0 1,0 3 0,1 1 0,64 5-1,-94-1-84,0 0 1,1 0-1,-1 1 0,0 0 0,0 1 0,-1 0 0,1 0 0,-1 1 0,11 8 1,16 8-2434,-26-17 2411,0 0 1,0-1 0,0 0 0,1 0-1,-1-1 1,1 0 0,0-1 0,-1 0-1,15-1 1,13-2 898,41-6 0,-66 6-539,13-1 222,167-17 1782,-163 19-1804,0 2 1,0 0-1,0 2 0,48 11 0,-24-1-1611,1-2 0,1-3 0,96 2 0,-34-3 2919,33-1 2102,-30 1-1607,52-5 90,-177-3-2511,0 0 0,0-1 0,0 1 0,1-1-1,-1 0 1,-5-3 0,-15-5-2776,22 9 2285,-10-1 399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30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689 237 6693,'-50'-5'2134,"49"5"-1929,0 0 0,-1 0-1,1 0 1,0 0 0,0-1 0,0 1 0,0 0 0,0-1 0,-1 1-1,1 0 1,0-1 0,0 0 0,0 1 0,0-1 0,0 1 0,0-1-1,1 0 1,-1 0 0,0 0 0,-1-1 0,-12-7 3210,-10 4-1043,-12-2 1240,31 3-1220,16-1 598,7 1-2127,-1-1-481,0 1 1,0 1-1,22-1 0,-69-15-95,20 17-278,0 1 0,-1 0 1,1 1-1,-12 1 0,-1 0 2,-23 1-62,1 3 0,-1 1 0,1 2-1,1 3 1,0 1 0,0 2 0,-53 27 0,80-34-424,0 2 1,1 0-1,0 1 1,-24 19 0,38-28 371,0 0 1,1 1 0,-1-1 0,1 0 0,-1 0 0,1 1 0,0-1-1,0 1 1,-1-1 0,1 1 0,0 0 0,0-1 0,1 1 0,-1 0-1,0 0 1,0-1 0,1 1 0,-1 0 0,1 0 0,0 0 0,0 0-1,-1 0 1,1 0 0,0 0 0,0 0 0,1-1 0,-1 1 0,1 3-1,0-3-74,1 0 0,0 0 0,-1 0 0,1 0-1,0-1 1,0 1 0,0 0 0,0-1 0,0 1-1,1-1 1,-1 0 0,0 0 0,1 0-1,-1 0 1,1 0 0,-1 0 0,1-1 0,3 1-1,6 0-49,-1 0 0,1-1 0,0 0 0,-1-1 0,1 0 0,0-1 0,-1 0 0,0-1 0,1 0 0,-1-1 0,0 0 0,-1-1 0,1 0 0,18-13 0,2-3 418,0-2 1,-2-1-1,33-33 0,-50 46 160,-1-1 0,0 0 0,-1 0 0,0-1-1,0 0 1,-2-1 0,0 0 0,0-1 0,-1 0 0,-1 0 0,5-17-1,-11 30-267,1 1 0,-1-1-1,1 1 1,-1-1 0,0 1-1,0-1 1,1 1-1,-1-1 1,0 0 0,-1 1-1,1-1 1,0 1-1,0-1 1,-1 1 0,1-1-1,-1 1 1,1-1 0,-1 1-1,1 0 1,-1-1-1,0 1 1,0 0 0,0-1-1,-1-1 1,0 3-13,1-1 0,-1 1 1,0 0-1,1-1 0,-1 1 0,0 0 0,1 0 1,-1 0-1,1 0 0,-1 0 0,0 1 0,1-1 1,-1 0-1,1 1 0,-1-1 0,0 1 1,1-1-1,0 1 0,-1 0 0,1 0 0,-1 0 1,1 0-1,0 0 0,-1 0 0,0 1 0,-4 3-71,1-1 0,0 1 0,1 0 0,-1 0 0,1 0 0,0 0 0,0 1 0,0 0 0,1 0 0,0 0 0,0 0 0,0 0 0,1 1 0,0-1 0,0 1 0,1 0 0,0-1 0,0 1 0,0 0 0,1 0 0,1 9 0,-1-6-770,2 0-1,-1 0 1,2 0-1,-1 0 0,8 18 1,-5-18-806,-1-1 1,2 0-1,-1 0 1,1 0-1,11 13 1,25 13-8326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32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913 312 10133,'1'-54'1718,"2"28"-121,-3 21-1364,0 1-1,0 0 1,-1-1 0,1 1 0,-1 0-1,0 0 1,0 0 0,-1-1 0,1 1-1,-1 0 1,0 1 0,0-1 0,0 0-1,-1 0 1,1 1 0,-1-1 0,0 1-1,0 0 1,0 0 0,0 0 0,0 0-1,-7-3 1,4 2-81,0 0-1,0 1 1,0 0 0,-1 0-1,1 1 1,-1 0 0,0 0-1,1 0 1,-1 1-1,0 0 1,0 0 0,0 1-1,-14 1 1,-1 3 47,1 0-1,-1 2 1,1 1-1,0 0 1,0 2-1,-37 22 1,7 0 169,-65 53-1,62-40-210,2 3 0,-58 66 0,81-79-111,1 2 0,2 1-1,1 1 1,-30 62 0,50-89-53,0 1 1,1-1 0,0 1-1,1 0 1,0 1-1,0-1 1,2 0 0,0 1-1,0-1 1,1 1-1,0-1 1,3 14 0,-2-19 10,1 0 0,0 0 0,1-1 0,0 1 0,0 0 0,0-1 0,1 0 1,-1 1-1,2-1 0,-1-1 0,1 1 0,0-1 0,0 0 0,0 0 0,1 0 0,-1 0 1,1-1-1,0 0 0,1-1 0,-1 1 0,13 4 0,3-1-12,1 0 1,0-1-1,0-2 0,0 0 1,0-1-1,1-2 0,-1 0 0,26-3 1,3-3 42,1-2 1,78-21 0,121-59-68,8-1 138,-255 87-104,1 0 0,-1 0 0,1 0 0,-1 1 1,1-1-1,0 1 0,-1 1 0,7 0 1,-9 0 15,-1-1-1,0 1 1,1-1 0,-1 1 0,0 0 0,0 0 0,0 0-1,0 1 1,0-1 0,0 0 0,0 1 0,0-1 0,-1 1-1,1-1 1,-1 1 0,1 0 0,-1 0 0,1 0 0,-1 0 0,0 0-1,2 4 1,-1 2 42,0 0 0,-1 0 0,0 0 0,0 0 0,-1 0 0,-1 10 0,1 2 58,1 15 151,1 0 1,9 43 0,-8-66-210,0 0 0,0 0 0,2-1 1,-1 0-1,2 0 0,-1 0 1,1-1-1,1 0 0,0 0 0,9 10 1,-4-8-7,0-1 1,1 0 0,0-1 0,1 0-1,0-1 1,0-1 0,1 0 0,0-1-1,1-1 1,-1 0 0,1-1 0,0-1-1,25 4 1,-22-5 9,1-1 0,0-1 0,0-1 0,-1 0 0,1-2 0,0 0 0,-1-1 0,1-1 0,-1-1 0,0-1 0,19-8 0,-35 13-46,1-1 1,-1 1-1,0-1 1,1 0-1,-1 0 0,0 0 1,0-1-1,0 1 1,-1-1-1,1 1 1,-1-1-1,1 0 0,-1 0 1,0 0-1,0 0 1,0 0-1,0-1 1,-1 1-1,1-1 1,-1 1-1,0-1 0,0 1 1,0-1-1,-1 0 1,1 0-1,-1 1 1,0-8-1,-1 2 5,-1-1-1,0 1 1,0-1 0,-1 1 0,-1 0-1,1 0 1,-1 0 0,-1 1 0,-7-13-1,-20-28-48,-59-70 0,88 115-13,0 0 0,0-1 0,0 1 0,0-1 0,1 0 0,-1 1 0,1-1 0,0 0 0,1 0 0,-1 0 0,0-7 0,0-3-321,1 0 0,1-23 0,1 15-309,12-10-1037,-6 34 1652,0 0 0,-1 1 0,1 0-1,-1 0 1,1 1 0,-1-1 0,0 1 0,0 1-1,0-1 1,0 1 0,9 8 0,34 18-28,-23-19 67,0-1 0,0-2 0,1 0 0,0-2 0,42 4 0,-47-8 7,-1-1 0,1-1 0,-1-1 0,0-1 0,1-1 0,-1-1 0,39-13 0,20-13 167,-29 10 108,66-17 0,-99 32-151,0 2 1,1 0-1,-1 1 0,1 1 1,-1 1-1,1 1 0,29 4 1,-18 1 21,0 1 0,-1 2 0,0 0 0,-1 2 0,0 2 0,0 0 0,25 18 0,-37-21-95,5 3 83,44 21 0,-58-31-121,2 0-1,-1-1 0,0 1 0,1-2 0,-1 1 0,1-1 1,-1 0-1,1-1 0,13-1 0,6-3-33,-1-1-1,1-1 0,-1-2 1,0 0-1,-1-2 1,0-1-1,0-2 1,33-20-1,-27 11 17,0-1-1,-1-2 0,-1-1 1,-2-1-1,39-47 1,-59 64-77,0-1 1,0 0-1,-1 0 0,-1-1 1,1 0-1,-2 0 1,7-21-1,-12 33 89,0 0 1,0 0-1,0 0 0,0 0 0,0 0 1,0 0-1,0 0 0,0 0 0,0-1 1,0 1-1,0 0 0,0 0 0,0 0 1,0 0-1,0 0 0,0 0 1,0 0-1,0 0 0,0 0 0,0-1 1,0 1-1,0 0 0,0 0 0,0 0 1,0 0-1,0 0 0,0 0 0,0 0 1,0 0-1,-1 0 0,1 0 1,0 0-1,0 0 0,0-1 0,0 1 1,0 0-1,0 0 0,0 0 0,0 0 1,0 0-1,0 0 0,-1 0 0,1 0 1,0 0-1,0 0 0,0 0 1,0 0-1,0 0 0,0 0 0,0 0 1,0 0-1,-1 0 0,1 0 0,0 0 1,0 0-1,0 0 0,0 0 0,0 0 1,0 1-1,0-1 0,0 0 0,0 0 1,0 0-1,-1 0 0,1 0 1,0 0-1,0 0 0,0 0 0,0 0 1,-10 2-95,0 1 0,1-1 0,-1 2 0,1-1 0,0 1 0,0 1 0,0 0 0,0 0 0,1 0 0,0 1 0,-10 9 0,7-5-120,0 0-1,1 1 1,0 0 0,1 1-1,0 0 1,1 0 0,-7 16-1,15-27 165,1 0 0,-1 0 0,1 0 0,-1 0 0,1 0 0,0 0 0,0 0-1,-1 0 1,1-1 0,0 1 0,0 0 0,0-1 0,0 1 0,0 0 0,0-1-1,0 1 1,0-1 0,0 0 0,2 1 0,-3-1-18,4 2-48,0-1 0,0 0 0,0 0 0,0 0 0,0-1 1,0 1-1,0-1 0,0 0 0,0 0 0,0-1 0,0 1 0,0-1 0,0 0 0,8-2 1,55-24-670,-55 21 699,1 1 97,-1-1-1,-1 0 1,1-1 0,-1 0 0,0-1-1,-1 0 1,0-1 0,0 0 0,-1-1-1,0 0 1,-1 0 0,0-1 0,0 0-1,-1 0 1,-1-1 0,7-15 0,19-68 871,1 0 479,26-123 0,-24 87 2139,-73 293-2310,-20 107-2804,45-137-2449,10-45-3591,3-19-3558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33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363 226 13709,'21'-31'1157,"-12"20"85,-1-1 1,-1-1-1,1 1 1,6-20 0,28-56 5169,-43 86-6320,0 0 1,0 0-1,0 1 1,0-1-1,0 0 1,0 1 0,-1-1-1,1 1 1,-1 0-1,1-1 1,-1 1 0,0 0-1,1 0 1,-1 0-1,-3-1 1,-1 1-33,0 0 0,0 1 0,0 0 1,0 0-1,0 1 0,0-1 0,0 1 0,-12 4 0,-50 20 222,44-16-191,-156 76 238,71-32-272,176-84-62,-31 12 11,2 2 1,0 2 0,62-16-1,-69 25 1,0 0 0,1 3-1,42 0 1,-59 3-8,0 1 0,0 1 0,0 0 0,0 1-1,-1 0 1,1 2 0,-1-1 0,0 2 0,16 8 0,-23-9-2,1 0-1,-1 1 1,0 0 0,-1 0 0,0 1-1,1 0 1,-2 0 0,1 0 0,-1 1-1,0-1 1,-1 1 0,0 0 0,0 1 0,5 16-1,-2 1-213,-1 0-1,-1 1 0,3 46 0,-8-71 204,0 0 0,0 0-1,1 0 1,-1 0-1,0 0 1,1 0 0,-1 0-1,1 0 1,0-1 0,0 1-1,0 0 1,0 0-1,0-1 1,0 1 0,0 0-1,0-1 1,1 1 0,-1-1-1,0 1 1,1-1-1,3 2 1,-2-1-3,0-1 1,0 0-1,0 0 1,0-1-1,0 1 0,0-1 1,0 1-1,0-1 1,0 0-1,0 0 0,0-1 1,6 0-1,9-3-40,0-1 0,-1-1 0,32-16 0,-36 17 35,52-29-35,-1-3 1,93-70-1,48-30 121,-203 136-56,0 0 0,0-1 0,1 1-1,-1 0 1,0 0 0,1 0 0,-1 1-1,1-1 1,-1 0 0,1 1 0,-1 0-1,1 0 1,-1-1 0,1 1 0,-1 1-1,1-1 1,-1 0 0,1 1 0,-1-1-1,1 1 1,-1 0 0,1 0 0,-1 0-1,0 0 1,1 0 0,-1 0 0,0 1-1,0-1 1,0 1 0,0-1 0,0 1-1,3 4 1,2 4 75,0 1 0,0-1 0,-1 2 0,0-1 0,6 18 0,1 1 78,1-4-38,1-1 0,1 0 0,0-2 0,2 0 0,1-1 1,1 0-1,1-2 0,0-1 0,2 0 0,0-2 0,1 0 0,1-2 0,0 0 0,1-2 0,1-1 0,49 15 1,-42-17-99,-1-2 1,1-2-1,0-1 1,1-2-1,-1-1 1,1-1-1,-1-2 1,1-2-1,-1-1 1,0-1-1,0-2 1,0-2-1,60-24 1,-37 13-140,-56 20 109,0 0 0,0 1 0,0-1 0,0 0 0,0 0 0,0 0 0,0 1 0,0-1 0,0 0 0,0 1 0,0-1 0,0 1-1,0-1 1,-1 1 0,1 0 0,0-1 0,0 1 0,0 0 0,-1-1 0,2 3 0,10 12-1,19 46 32,-18-41-194,1-2-1,1 0 1,1 0-1,26 22 0,-34-33-7,1-1-1,0 0 0,0 0 1,1-1-1,17 7 0,-22-10 122,0 0 1,0-1-1,0 0 0,0 0 0,0 0 1,0-1-1,1 1 0,-1-1 0,0-1 1,0 1-1,1-1 0,8-2 0,-10 2 18,-1-1 0,1 0 0,0 0-1,-1 0 1,0 0 0,1-1 0,-1 1 0,0-1-1,0 0 1,0 0 0,3-5 0,25-41-494,-22 35 357,106-186-2662,-41 60 1640,-20 36 627,-53 101 628,0 1-1,0-1 1,0 1-1,-1-1 1,1 0-1,-1 1 1,1-1-1,-1 0 1,0 1-1,0-1 1,0 0-1,0 0 0,-1 1 1,-1-6-1,2 8-55,0-3 486,-51 9 2031,42-4-2248,1 0 0,-1-1-1,1 0 1,-1-1 0,-14 0 0,-38-12 670,57 10-898,1-1 0,0 1 0,-1-1 0,1 0 0,0 0 0,1 0 0,-1 0 0,1 0 0,-4-6-1,6 9-43,-3-5-128,0 0-1,1 1 1,-2-1 0,1 1-1,0 0 1,-1 0 0,0 1-1,0-1 1,0 1-1,-1-1 1,1 1 0,-1 1-1,1-1 1,-1 1 0,0-1-1,0 1 1,0 1-1,0-1 1,0 1 0,-1 0-1,1 0 1,0 0 0,-1 1-1,1 0 1,0 0 0,-1 0-1,-8 2 1,2 0 73,-22 3-342,-67 18 1,93-20 222,-1 0 1,1 0-1,0 1 0,0 0 0,0 0 1,0 1-1,1 0 0,0 0 0,0 1 1,0 0-1,1 0 0,0 1 0,-6 7 0,12-13 10,1 0 0,-1 0 0,1 0 0,-1 0 0,1 0 0,0 0 0,-1 0 0,1-1 0,0 1 0,0 0 0,0 0 0,-1-1 0,1 1 0,0-1 0,0 1 0,0-1 0,2 1 0,-2 0-142,5 2-703,1 0 1,-1 0 0,1-1-1,0 0 1,0 0 0,0-1 0,8 2-1,-13-3 727,60 11-8452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33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149 187 10837,'21'-65'3166,"4"-7"424,2 23 6061,-28 52-8489,-86 252 2867,-21 65-4617,100-294-182,2 1 0,2-1 0,0 1-1,1 0 1,2 49 0,9-5-3851,9-2-4078,-4-32-2223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33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0 305 14189,'101'-70'2445,"-34"37"-637,6 9-480,1 6-264,7 0-200,16 0-436,13-9-452,17-7-476,17 7-704,24 3-848,3 12-3425,0 12-4408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35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2 789 11685,'0'0'85,"0"0"0,-1-1 0,1 1 0,0-1 1,0 1-1,0 0 0,0-1 0,0 1 0,0-1 0,0 1 0,0 0 0,0-1 0,0 1 0,0 0 0,0-1 1,0 1-1,0-1 0,0 1 0,0 0 0,0-1 0,0 1 0,1-1 0,-1 1 0,0 0 0,0-1 1,0 1-1,1 0 0,-1 0 0,0-1 0,1 1 0,-1 0 0,0-1 0,0 1 0,1 0 0,20-18 2203,-13 13-1605,1-1 0,0 1 0,15-6-1,15-3 359,46-23 0,-35 13-573,-38 19-256,-1-1 0,1-1 0,-1 1 0,0-2 0,-1 0 0,0 0 0,0-1-1,-1 0 1,0 0 0,0-1 0,-1 0 0,-1-1 0,1 0 0,-2 0 0,0-1 0,0 1 0,-1-1 0,0-1 0,-1 1 0,3-14-1,0-1-100,-1 0 0,-1 0 0,-2 0 0,0 0 0,-2 0 0,-5-55 0,3 75-96,-1-11-16,-2 0-1,0 0 0,-12-33 1,13 45 2,0 1 0,1 0 0,-2 0 0,1 0 0,0 0 0,-1 0 0,0 1 0,0-1 0,-1 1 0,1 0 1,-1 1-1,0-1 0,0 1 0,0 0 0,0 0 0,-11-4 0,8 4 1,0 1 0,-1 0-1,1 1 1,-1 0 0,1 0 0,-1 0 0,1 1 0,-1 1-1,0 0 1,1 0 0,-1 0 0,1 1 0,0 0 0,0 1 0,-1 0-1,-13 7 1,20-9 1,1-1 0,0 1 0,-1 0-1,1 0 1,0 0 0,-1 0 0,1 0 0,0 0-1,0 0 1,0 1 0,0-1 0,0 0 0,0 0 0,0 1-1,1-1 1,-1 1 0,0-1 0,1 1 0,-1-1-1,1 1 1,0-1 0,-1 1 0,1-1 0,0 1-1,0 0 1,0-1 0,0 1 0,0-1 0,0 1 0,1 0-1,-1-1 1,0 1 0,1-1 0,-1 1 0,1-1-1,0 1 1,-1-1 0,1 0 0,0 1 0,0-1-1,0 0 1,0 1 0,0-1 0,0 0 0,0 0-1,2 1 1,3 5 10,1-1 0,0-1 0,1 1 0,-1-1 0,1 0-1,10 5 1,11 2-8,0-2 0,0 0 0,44 7 0,94 8-222,-102-17 85,96 11-212,-78-11 178,-1 3 0,0 3 0,86 28 0,-159-39 149,0 0 0,0 0-1,0 1 1,0 1-1,-1-1 1,0 2-1,14 9 1,-21-13 15,0-1 0,0 1 0,0-1 0,0 1 0,0 0 0,0 0 0,-1-1 0,1 1-1,-1 0 1,1 0 0,-1 0 0,0 0 0,1 0 0,-1 0 0,0-1 0,0 1 0,0 0 0,-1 0 0,1 0 0,0 0 0,-1 0 0,1 0-1,-2 3 1,-19 38-52,18-39 39,-6 8-2,0 0 1,-1 0-1,-1-1 1,0 0-1,-1-1 1,1 0-1,-25 14 1,23-16 17,0 1 0,1 1 0,0 0 0,0 1 0,1 0 0,-11 14 0,21-24 5,0 1-1,0 0 0,0-1 1,0 1-1,0 0 1,0 0-1,0-1 1,1 1-1,-1 0 1,1 0-1,-1 0 1,1 0-1,0 0 1,0 0-1,-1 0 0,2 0 1,-1 0-1,0 0 1,0 0-1,1 0 1,-1-1-1,1 1 1,-1 0-1,1 0 1,0 0-1,0 0 1,-1-1-1,1 1 0,1 0 1,-1-1-1,0 1 1,0-1-1,1 1 1,-1-1-1,0 0 1,1 0-1,0 1 1,-1-1-1,1 0 0,0 0 1,2 1-1,5 2 13,0 1 0,1-2 0,-1 1 0,1-1 0,-1 0 0,19 1 0,47 3 18,2-3 0,-1-4 1,86-11-1,226-54-21,-352 58 67,0-2 0,-1-1-1,-1-2 1,0-1-1,54-30 1,-80 37-57,0 0 1,0 0-1,-1-1 0,1 0 1,-2 0-1,1 0 1,8-15-1,-11 17-24,-1-1 1,1 0-1,-2 0 0,1 0 0,0 0 1,-1 0-1,0-1 0,-1 1 0,0 0 0,0-1 1,0 0-1,0-10 0,-2 15-3,1 0-1,-1-1 1,0 1 0,0-1-1,0 1 1,0 0-1,0 0 1,0 0 0,0-1-1,-1 1 1,1 0-1,-1 1 1,0-1 0,1 0-1,-1 0 1,0 1-1,0-1 1,0 1 0,0-1-1,0 1 1,-1 0-1,1 0 1,0 0 0,0 0-1,-1 0 1,1 1-1,-4-1 1,-3-1 9,0 0-1,1 1 1,-1 0 0,0 1-1,0 0 1,-13 1 0,1 3 38,0 0 1,0 1-1,0 1 1,1 1 0,-33 17-1,41-18-10,-1 1-1,1 0 1,0 1-1,0 1 1,1 0-1,1 0 1,-1 1-1,1 1 1,-11 15-1,19-24-22,0 1 0,1-1 0,-1 1 0,1-1 0,0 1-1,0 0 1,0 0 0,0-1 0,0 1 0,1 0 0,-1 0 0,1 0 0,0 0 0,0 0-1,0 0 1,0 0 0,0 0 0,1 0 0,0 5 0,1-4-6,0 0 0,1 0 0,-1 0 0,0 0-1,1 0 1,0-1 0,0 1 0,0-1 0,1 0 0,-1 0 0,1 0 0,5 4 0,10 4 9,-1 0 1,2-1 0,0-1-1,0-1 1,0-1-1,41 9 1,134 11-648,-159-23 394,0 0-54,40 4-626,104-1-1,-157-8 796,0 0 0,-1-2-1,1 0 1,-1-2 0,1-1-1,-1 0 1,-1-2 0,1 0-1,20-12 1,-30 12 91,-1 0 1,1 0-1,-2-1 1,1 0-1,-1-1 1,-1 0-1,0-1 1,10-14-1,-6 4 276,-1 0-1,-1 0 1,15-38-1,-25 56 114,-21 9 399,17-4-709,0 0-1,0 0 0,0 0 0,0 0 0,1 1 1,-1-1-1,1 1 0,-1 0 0,1-1 1,0 1-1,0 0 0,-2 4 0,-20 44 272,16-34-237,4-8-68,0 1-1,0 0 0,1-1 1,1 1-1,-1 0 0,1 0 0,1 1 1,0-1-1,0 0 0,2 15 0,0-20-57,0 1-1,0-1 0,1 0 0,-1 1 0,1-1 0,0 0 1,1 0-1,-1 0 0,1 0 0,0-1 0,0 1 0,1-1 1,-1 0-1,1 0 0,0 0 0,0 0 0,1-1 1,-1 1-1,1-1 0,7 4 0,-1-2-70,1 0 0,0 0 0,0-1 0,0-1 0,0 0 0,19 2 0,77 2-531,-59-8 480,-1-1 1,0-3-1,91-21 1,133-58 170,-216 69 243,-55 15-216,0 0 0,0 0 0,1 1 0,-1-1 0,0 0 0,0 1 1,-1-1-1,1 1 0,0-1 0,0 1 0,0-1 0,0 1 0,0 0 0,0-1 0,-1 1 1,1 0-1,0 0 0,-1-1 0,1 1 0,0 1 0,1 0 91,31 34 881,-26-27-844,0-1 0,0 0 0,1-1 0,0 0 0,1 0 0,9 6 0,-2-5-101,0-1 1,1 0 0,-1-1-1,1-1 1,1-1-1,-1 0 1,0-1 0,1-1-1,0-1 1,-1-1-1,25-1 1,27-6-309,104-23 0,-139 23 18,-23 5-31,1 1-1,-1 0 0,13 1 1,-15 0 62,-7 1 143,0-1 1,0 0 0,-1 1-1,1 0 1,0-1 0,0 1-1,0 0 1,-1 0 0,1 0-1,0 0 1,-1 0 0,1 0-1,-1 1 1,1-1 0,1 3-1,0-2-69,-3-1 103,0 0 1,1 0 0,-1 0-1,0 0 1,0 0-1,1 0 1,-1 0 0,0 0-1,0 0 1,0 0-1,0 0 1,0 0-1,-1 0 1,1 0 0,0 0-1,0 0 1,-1 0-1,1 0 1,-1 2 0,0-1-42,-2 55-576,4-56 629,1 1 0,-1 0-1,0-1 1,1 0-1,-1 1 1,1-1-1,0 0 1,-1 0 0,1 1-1,0-1 1,0-1-1,-1 1 1,1 0-1,0 0 1,0-1 0,3 1-1,-1 0 17,0-1 0,1 0 0,-1 0 0,0-1 1,0 1-1,0-1 0,1 0 0,-1 0 0,0 0 0,0-1 0,0 1 0,-1-1 0,1 0 0,0 0 0,-1 0 1,5-4-1,4-1 115,-9 5-60,1-1 0,0 1 0,-1-1 0,0 0 0,0 0 0,0-1 0,0 1 0,0-1 0,-1 1 0,1-1 0,-1 0 0,0 0 0,0 0 0,0 0 0,-1 0 0,1 0 0,-1-1 0,0 1 0,0 0 0,-1-1 0,1 1 0,-1-7 0,-1-10 266,-1 0 0,0 0-1,-9-33 1,2 6-88,8 44-223,0 0-1,0 0 1,1 0-1,0 0 1,-1 0-1,2 0 1,-1 0-1,0 0 0,1 0 1,0 0-1,0 0 1,0 0-1,0 1 1,0-1-1,1 0 1,0 1-1,0-1 0,0 1 1,0-1-1,1 1 1,-1 0-1,1 0 1,-1 0-1,1 0 1,0 1-1,1-1 1,-1 1-1,0-1 0,1 1 1,-1 0-1,1 1 1,-1-1-1,1 1 1,4-2-1,4-2 2,-1 0-28,0 1-1,0 0 1,0 0 0,0 1 0,0 1-1,1-1 1,-1 2 0,1 0-1,16 0 1,-24 2-34,3 53-1281,-7-52 1280,0 0 0,1 1 0,-1-1 0,1 1-1,-1-1 1,1 0 0,0 0 0,0 1 0,0-1 0,0 0-1,0 0 1,1 0 0,-1 0 0,1 0 0,-1 0-1,1-1 1,0 1 0,-1 0 0,1-1 0,0 1 0,0-1-1,0 0 1,1 1 0,-1-1 0,0 0 0,4 1-1,5 2-36,0 0 0,0-1-1,0 0 1,18 2 0,3 0 36,0-2 0,0-1-1,1-1 1,-1-2 0,0-1 0,0-2 0,0-1 0,32-10 0,-59 14 67,-1-1-1,1 0 1,-1-1 0,0 1 0,1-1 0,-1 0 0,0 0-1,-1 0 1,1 0 0,6-8 0,-9 8 0,0 1 1,0-1 0,0 1-1,-1-1 1,1 1-1,-1-1 1,0 1 0,1-1-1,-1 0 1,0 1 0,-1-4-1,1 1 25,-1-21 209,1 25-238,0 0 0,-1-1-1,1 1 1,0 0 0,0-1-1,0 1 1,0-1 0,0 1-1,0 0 1,1-1 0,-1 1-1,0 0 1,1-1 0,-1 1-1,1 0 1,-1-1 0,1 1-1,1-2 1,3-3 4,1 1-1,0-1 1,0 1-1,0 1 1,1-1 0,0 1-1,0 1 1,0-1-1,0 1 1,0 0 0,10-2-1,14-8 92,-11 3 237,-32 11 792,-36 13 35,41-11-1080,0 1-1,0-1 1,0 1 0,1 0 0,0 0-1,-1 1 1,2 0 0,-1 0 0,0 1-1,1-1 1,0 1 0,0 0 0,1 1 0,0-1-1,0 1 1,0 0 0,1 0 0,0 0-1,0 0 1,1 0 0,0 1 0,0-1-1,1 1 1,0 0 0,0-1 0,1 1-1,0 0 1,0-1 0,3 14 0,3 3 15,1 1-1,1-1 1,21 41 0,44 63 140,9 17-449,-72-124 35,-1 1-1,-1-1 1,-2 1 0,0 1-1,4 27 1,-9-40 40,-1 0 1,0-1 0,0 1-1,-1 0 1,-1-1-1,1 1 1,-2-1 0,1 1-1,-1-1 1,-1 0-1,1 0 1,-2 0 0,1-1-1,-1 1 1,0-1-1,-1 0 1,0 0 0,-9 8-1,0 0-58,-1-2-1,0 0 1,-1-1-1,-1-1 0,0 0 1,0-1-1,-23 9 1,36-18 137,1 0 0,-1 0 1,0-1-1,1 0 0,-1 0 1,0 0-1,0 0 0,0-1 1,0 0-1,0 0 0,-6 0 1,20-17-850,6-1-173,1 0 0,1 2 0,0 0 0,33-24 0,11-8-1628,40-49-4188,-45 41 694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3:35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6669,'8'2'203,"0"0"1,0 0 0,0-1 0,1 0 0,-1-1-1,10 0 1,35 4 490,-46-2-657,3-1 250,1 1-1,-1 1 1,0 0 0,0 0 0,0 1-1,16 9 1,-25-13-280,-1 0 0,0 0 0,0 0 0,0 0 0,0 0 0,0 0 1,0 0-1,0 0 0,1 1 0,-1-1 0,0 0 0,0 0 0,0 0 0,0 0 0,0 0 0,0 0 0,0 0 0,0 0 1,0 0-1,0 0 0,0 1 0,0-1 0,0 0 0,0 0 0,1 0 0,-1 0 0,0 0 0,0 0 0,0 0 0,0 0 0,0 1 1,0-1-1,0 0 0,0 0 0,0 0 0,0 0 0,0 0 0,0 0 0,-1 0 0,1 1 0,0-1 0,0 0 0,0 0 1,0 0-1,0 0 0,0 0 0,0 0 0,0 0 0,0 0 0,0 0 0,0 1 0,0-1 0,0 0 0,-1 0 0,1 0 0,0 0 1,0 0-1,0 0 0,0 0 0,0 0 0,0 0 0,-1 0 0,-4 6 228,-1-1-1,-1 1 1,1-1-1,-1-1 0,0 1 1,0-1-1,0 0 1,0-1-1,-1 0 1,1 0-1,-1 0 1,0-1-1,0 0 1,-9 0-1,10-1-472,0-1-1,0 0 0,-1 0 1,1-1-1,0 1 0,0-2 0,0 1 1,0-1-1,0 0 0,-12-6 0,-3-2-3430,18 8-1848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14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67 13185,'-1'-11'842,"1"9"-646,0 1-1,0-1 1,0 0 0,0 0-1,-1 0 1,1 0 0,0 0-1,-1 1 1,1-1 0,-1 0-1,0 0 1,1 1 0,-1-1-1,0 0 1,0 1-1,0-1 1,0 1 0,0-1-1,-1 1 1,1 0 0,0-1-1,-2 0 1,-7-2 2891,-13-8 2879,22 14-5815,-1 0-1,0-1 1,0 1 0,0 0 0,0-1 0,-1 1-1,1-1 1,-4 2 0,-10 6 180,-42 39 487,-63 67 1,93-86-628,26-26 44,5-2-209,1 1-1,-1-1 1,1 0 0,0 0 0,0 0 0,0-1-1,-1 1 1,1-1 0,0 0 0,0 0-1,0 0 1,0-1 0,6-1 0,48-18 210,-36 11-112,269-89 289,-240 86-353,0 2 1,1 3-1,0 1 1,57 3-1,-85 3-60,1-1 0,-1 2 0,1 0 0,-1 2 0,0 1 0,1 1 0,22 8 0,-34-9 0,0 2 0,0-1 0,0 2 0,-1 0 0,0 0 0,0 1 0,-1 0 0,0 1 0,-1 1 0,0 0 0,0 0 0,-1 0 0,9 14 0,-7-7 0,-2 1 0,0-1 0,0 2 0,-2-1 0,0 1 0,-2 0 0,0 1 0,4 32 0,1 22 0,-6-24 0,3-1 0,2-1 0,25 79 0,-29-113 0,1 0 0,0-1 0,1 0 0,0 0 0,1-1 0,1 0 0,0-1 0,0 1 0,1-2 0,0 1 0,1-1 0,1-1 0,-1 0 0,1-1 0,1 0 0,25 12 0,-14-11 0,0 0 0,1-2 0,0-1 0,0-1 0,0-1 0,0-1 0,1-2 0,-1 0 0,1-1 0,0-2 0,-1-1 0,0-1 0,0 0 0,28-10 0,-19 2 0,0 0 0,-1-3 0,-1 0 0,0-2 0,-1-2 0,-1 0 0,0-2 0,-2-1 0,38-39 0,-58 53-15,0-1 1,0-1-1,-1 1 1,-1-1-1,1-1 0,-2 1 1,1-1-1,4-14 1,-10 24-31,1-1 0,-1 0 0,0 0 0,1 0 0,-1 0 0,0 0 0,0 0 0,0 0 0,-1 0 0,1 0 0,0 0 1,-1 0-1,1 0 0,-1 0 0,0 0 0,0 0 0,0 0 0,0 0 0,0 1 0,0-1 0,0 0 0,0 1 0,-1-1 0,1 1 0,0 0 1,-1-1-1,1 1 0,-1 0 0,0 0 0,0 0 0,1 0 0,-1 0 0,0 0 0,-4-1 0,-3-2-97,0 1 0,0 0-1,-1 0 1,1 1 0,-19-2-1,14 3 12,0 1 0,0 1 0,-1 0 0,1 1 0,0 1 0,1 0 0,-1 1 0,1 0 0,-14 7 0,25-11 119,1 1 0,0-1 0,-1 1 0,1 0 0,0 0 0,0 0 0,-1 0 0,1 0 0,0 0 0,0 0 0,0 0 0,0 0 0,0 0 0,1 0 0,-1 0 0,-1 3 0,2-3 5,0 0 1,-1 0-1,1 0 1,0 0 0,0 0-1,0 0 1,1 0-1,-1 0 1,0-1-1,0 1 1,0 0 0,1 0-1,-1 0 1,0 0-1,1 0 1,-1-1 0,1 1-1,-1 0 1,1 0-1,0 0 1,2 3 0,1-1 0,-1-1 1,0 1-1,1 0 0,0-1 1,0 0-1,0 0 0,0 0 1,0 0-1,5 1 0,136 30-97,-102-25 71,-1 1-1,0 2 1,78 33 0,53 47 24,-155-84-4,0-1 0,1 0 0,0-2 0,0 0 0,1-1 0,35 1 0,-33-3-12,0 1 0,0 1-1,0 1 1,33 10 0,-43-9 13,-1 1 0,1 1-1,-1 0 1,0 0 0,17 17 0,31 19 38,-2-13-51,97 36 1,-91-41 61,-48-19-41,-1 1 0,24 14-1,-36-19 2,0 1-1,0-1 1,0 1-1,-1 0 1,1-1-1,-1 1 0,0 0 1,0 0-1,0 0 1,1 5-1,-1-3 0,2 4 7,1 5-222,1-1 0,0 0-1,1 0 1,13 21-1,-16-30-201,0 0 0,1 0 0,-1-1 0,1 1 0,0-1 0,0 0 0,0 0 0,0 0 0,0-1 0,1 0 0,-1 1 0,1-1 0,0-1 0,0 1 0,-1-1 0,1 0 0,6 1 0,18 3-5778,-2-2-3934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9:52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402 72 5444,'0'0'2639,"-2"-3"-1474,-34-44 3829,34 46-3507,1 1-1401,1 0 0,-1 0 0,0-1-1,0 1 1,1 0 0,-1 0 0,0-1 0,1 1 0,-1 0 0,0-1 0,1 1 0,-1-1 0,0 1 0,1 0 0,-1-1 0,1 0 0,-1 1-1,1-1 1,-1 1 0,1-1 0,-1 0 0,1 1 0,0-1 0,-1-1 0,1 2-4,-1-1-1,1 1 1,0-1-1,0 1 1,0-1-1,-1 1 1,1-1-1,0 1 1,0 0-1,-1-1 1,1 1-1,0-1 1,-1 1-1,1 0 1,-1-1-1,1 1 1,0 0-1,-1 0 1,1-1-1,-1 1 1,1 0-1,-1 0 1,1 0-1,-1 0 1,1-1-1,-1 1 1,1 0-1,-1 0 1,1 0-1,-1 0 1,1 0-1,-1 0 1,1 0-1,-1 0 1,1 0-1,-1 1 1,1-1 0,0 0-1,-1 0 1,1 0-1,-1 0 1,1 1-1,-1-1 1,1 0-1,0 1 1,-1-1-1,1 0 1,-1 1-1,1-1 1,0 0-1,-1 1 1,1-1-1,-1 1 1,-6 7 92,0 0-1,0 0 1,1 0 0,-1 1 0,2-1 0,-1 2 0,2-1 0,-1 0 0,1 1 0,0 0 0,-3 18-1,-15 32 712,-7 10 393,-34 136-1,0 83 157,48-215-1185,-43 312 557,54-328-737,3 0 0,2-1-1,2 1 1,20 101 0,-16-130-42,2 0 0,1-1 0,1 0 0,2-1 0,0 0 0,2 0 0,27 36 0,-15-30-22,0-1-1,2-1 1,2-1-1,59 44 1,162 93-1460,-209-143-16,1-2-1,1-2 0,1-2 0,52 14 0,-25-21-4142,-47-8 1831,20 5-5899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9:52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1367 1 10593,'0'0'4195,"-1"6"-2561,0-1-1431,0 0 0,1-1 0,-1 1 0,1 0 0,0-1 0,1 1 0,-1 0 0,1-1 0,0 1 0,0-1 0,0 1 0,1-1 0,0 1 0,-1-1 0,2 0 0,-1 0 0,0 0 0,4 4 0,11 14 490,27 25-1,10 13 193,-27-25-552,-1 1 0,-2 1 0,-2 1 0,29 65 0,-44-85-282,-1 0-1,0 1 1,-1 0 0,-1 0-1,-1 1 1,-1-1 0,0 1-1,-2-1 1,0 1 0,-1-1 0,-1 1-1,-8 33 1,4-31-17,-2 0-1,0-1 1,-1-1-1,-1 1 1,-1-2-1,-23 32 1,12-24-62,0-1 0,-2 0 0,-46 37 1,-8-6-199,-3-3 0,-97 48 0,-215 101-319,-39 21-4289,227-110-3483,124-67 678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9:53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412 403 9797,'-12'23'688,"4"-9"303,1 0 0,1 1 0,-7 22 0,-30 89 2349,4-19-1569,32-82-1500,-62 181 1216,8-29-918,-22 51 2832,82-226-2759,-1-2-588,0 0 0,-1 0 0,1 0 0,0-1 0,0 1 0,-1-1 0,1 1 0,0-1 0,0 0 0,0 0 0,0 0 0,0 0 0,0 0 0,0 0 0,0-1 0,0 1 0,1 0 0,-1-1 0,0 0 0,1 1 0,-2-3 0,0-1-11,1 1 0,0 0 0,0-1 0,0 1 0,1-1 0,-1 0 0,1 1-1,0-1 1,0-8 0,0-5 2,1 0 1,1 1-1,1-1 0,6-27 0,28-96-248,7 3 0,6 1 0,79-155 0,-117 271 168,28-64-135,5 1 0,73-107 0,-108 179 159,1 0 0,0 0 0,0 1-1,1 0 1,14-9 0,-23 18 24,0 0-1,1 0 1,-1 1 0,0-1 0,1 1-1,-1 0 1,1 0 0,0 0 0,-1 0 0,1 0-1,0 0 1,0 1 0,0-1 0,-1 1 0,1 0-1,0 0 1,0 0 0,0 0 0,0 0 0,0 1-1,-1-1 1,1 1 0,0 0 0,0 0 0,-1 0-1,1 0 1,-1 0 0,1 1 0,-1-1 0,1 1-1,-1 0 1,0-1 0,3 4 0,2 2 68,-1 1 1,0 0-1,-1 0 1,0 0-1,0 0 1,-1 1-1,0 0 0,0 0 1,2 11-1,2 12 246,6 43 0,-6-7 116,-3 0 0,-3 0-1,-14 134 1,-55 201 547,-110 221-234,125-466-926,7-21-81,-87 312-3443,127-425 3407,-14 75-3041,18-90 2138,0-1 0,1 1-1,0-1 1,0 1 0,1-1-1,0 1 1,1-1 0,3 11 0,-5-17 328,1 0 0,0 0 0,0 0 0,0 0 0,0 0 0,0 0 1,1 0-1,-1 0 0,1 0 0,-1-1 0,3 3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9:54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6 266 10585,'-5'14'1239,"7"-19"224,-2 4-1352,1-1 1,0 1 0,-1 0-1,1 0 1,0-1-1,0 1 1,0 0-1,0 0 1,0 0 0,0 0-1,0 0 1,1 0-1,-1 0 1,0 1-1,0-1 1,1 0 0,-1 1-1,0-1 1,1 1-1,-1-1 1,3 0-1,282-17 2858,-90 0-2908,653-91-1379,-797 97 1187,0-2 0,-1-3-1,54-26 1,-101 42 208,-26-20 277,19 21-311,0 0 0,0 0-1,0 0 1,0 1 0,0-1 0,0 1 0,0 0-1,0 0 1,0 0 0,0 0 0,0 1 0,0-1-1,-3 4 1,-36 27 417,30-19-381,2 1-1,-1 0 1,2 1-1,0 0 0,1 0 1,0 1-1,1 0 1,1 0-1,1 0 0,0 1 1,-5 34-1,7-31 64,2 1 1,0 0-1,0 0 0,2 0 0,1-1 0,1 1 1,0 0-1,2-1 0,12 36 0,-16-54-106,0 1-1,0-1 1,0 0-1,0 0 1,1 0-1,-1 0 1,0 0-1,1 0 1,0 0-1,-1 0 1,1-1 0,0 1-1,0 0 1,0-1-1,0 0 1,0 1-1,1-1 1,3 1-1,-2-1 5,0 0-1,0 0 1,0 0-1,1-1 1,-1 0-1,0 0 1,0 0-1,0-1 1,1 1-1,4-2 0,10-4 45,0-1 0,-1 0 0,33-19-1,-37 18-75,85-48 164,-47 26-96,74-32 0,-114 57-76,-9 3 1,1 0-1,-1 1 0,0-1 1,1 1-1,-1 0 0,1 0 1,-1 0-1,1 1 0,-1-1 1,1 1-1,-1 0 0,1 0 1,0 0-1,-1 1 0,1-1 1,-1 1-1,6 1 0,-4 0 0,0 0 0,0 0 0,0 1 0,0-1 0,0 1 0,-1 0 1,0 0-1,0 1 0,0 0 0,7 7 0,-3-1 2,0 1-1,-1 1 1,9 17 0,98 181 18,-106-198-2,0-1-1,0 0 0,1 0 0,0-1 0,1 0 0,0 0 0,1-1 0,0 0 0,21 12 1,-24-17-9,0 0 1,0 0-1,0-1 1,0 0-1,1-1 1,-1 0 0,1 0-1,-1-1 1,1 0-1,0 0 1,0-1 0,-1 0-1,1 0 1,0-1-1,0-1 1,16-4-1,-11 2 2,1-1-1,-1-1 1,0 0-1,0 0 0,0-2 1,14-10-1,-15 8-3,0-1 0,-1-1-1,0 0 1,-1-1 0,0 0 0,-1 0-1,0-1 1,-1-1 0,-1 1 0,0-1 0,-1-1-1,-1 0 1,8-30 0,-11 35-30,0 0 0,-1-1 0,0 0 0,-1 1 0,0-1 0,-2-16 0,1 25 19,-1 0 0,1 1 0,-1-1 0,0 0 0,0 0 0,0 1 0,0-1 0,0 0 0,-1 1 0,1-1 0,-1 1 0,0 0 0,0-1 0,0 1 0,0 0 0,0 0 0,0 0 0,0 1 0,-1-1 0,1 0 0,-1 1-1,1 0 1,-1-1 0,1 1 0,-1 0 0,0 0 0,0 1 0,0-1 0,-5 0 0,5 0-5,-1 1 0,1 0 0,-1 0 0,1 0 0,-1 0 0,1 1 0,-1 0 0,1-1-1,0 1 1,-1 0 0,1 1 0,0-1 0,0 1 0,0-1 0,-6 4 0,0 3-83,-1-1 0,1 1 0,-8 9 0,15-14 49,0 0-8,0 0-1,0 0 1,1 0 0,-1 0 0,1 1 0,-1-1 0,1 1 0,0-1 0,0 1-1,0 5 1,0-6 50,2-2-1,-1 0 0,0 0 0,1 0 0,-1 0 0,1 0 1,-1 0-1,1 0 0,0-1 0,-1 1 0,1 0 0,0 0 0,0 0 0,-1-1 0,1 1 0,0 0 0,0-1 0,0 1 0,0-1 0,1 1 0,0 0 7,11 10 150,1 1 1,-1 0 0,-1 1 0,12 16-1,-18-21-99,-1 0 0,0 1-1,-1 0 1,0 0-1,0 0 1,-1 0-1,0 0 1,3 20-1,11 90-1299,-16-114 904,-1 0 0,1 0 1,0 0-1,1 0 1,-1 0-1,1 0 0,0 0 1,4 7-1,-2-6-554,0 0-1,0-1 0,0 0 1,1 0-1,0 0 1,0 0-1,0-1 0,0 1 1,9 4-1,16 3-5809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9:55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0 9517,'-95'71'4333,"-13"11"292,96-71-4265,0 1 1,1 0 0,0 1 0,1 0 0,0 1 0,-9 19 0,6-9-107,2 1 0,1 0 0,0 1 0,2 0 0,2 0-1,0 0 1,-3 36 0,8-51-217,1 0 0,-1 0 0,2 1 0,0-1 0,0 0 0,1 0 0,0 0 0,1 0-1,0 0 1,1 0 0,0-1 0,1 0 0,0 0 0,1 0 0,0 0 0,0-1 0,1 0 0,0 0 0,1-1 0,10 9 0,-11-11-67,1 0 1,0-1 0,0 0 0,1 0 0,-1-1 0,1 0 0,0-1 0,0 0 0,1-1 0,-1 1 0,1-2-1,-1 1 1,14-1 0,-11-1-37,0 0 0,1-1 0,-1-1 0,0 0 0,0-1 0,0 0 0,0-1 0,0 0 0,21-11-1,12-8-242,-26 14 187,0 0 0,0-2 0,23-17 1,-41 27 113,0 0-1,-1 0 1,1 1 0,0-1 0,0 0 0,0 1 0,0-1-1,0 1 1,0-1 0,0 1 0,0 0 0,0-1 0,0 1-1,0 0 1,0 0 0,0 0 0,0-1 0,0 1 0,0 0-1,0 1 1,1-1 0,-1 0 5,0 1 0,0-1 0,0 1-1,-1-1 1,1 1 0,0 0 0,-1-1 0,1 1-1,-1 0 1,1 0 0,-1-1 0,1 1 0,-1 0-1,1 0 1,-1 0 0,0 0 0,1 0 0,-1-1-1,0 3 1,2 8 26,-1-1 0,0 1 0,-1 18-1,1-2 80,-1-20-80,2 0-1,-1 0 1,1 0-1,0-1 1,1 1 0,-1 0-1,1-1 1,1 0 0,-1 1-1,1-1 1,0 0-1,1-1 1,-1 1 0,9 6-1,-6-5 11,2-1 0,-1 0 0,1-1 1,-1 0-1,1 0 0,1-1 0,-1 0 0,1-1 0,13 4 0,-2-3 20,1-1-1,-1-1 1,1-1-1,0 0 1,0-2-1,0 0 1,-1-2-1,43-10 1,-58 12-46,6-2 37,0-1 1,0 0-1,0-1 0,12-6 0,-21 9-35,-1 1-1,1-1 1,-1 0 0,1 1-1,-1-1 1,0 0 0,0-1 0,0 1-1,0 0 1,0-1 0,0 1-1,0-1 1,-1 1 0,0-1-1,1 0 1,-1 0 0,0 1-1,0-1 1,0 0 0,-1 0-1,1 0 1,-1 0 0,1-4-1,-2 4-6,0 0 0,0 0 0,0 0 0,0 0-1,0 0 1,-1 0 0,1 1 0,-1-1 0,0 0-1,1 1 1,-1-1 0,-1 1 0,1-1-1,0 1 1,0 0 0,-1 0 0,0 0 0,1 0-1,-1 1 1,-3-3 0,-11-7-23,-99-76-1142,45 22-4054,69 62 3302,9-17-4328,2 1 368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9:55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0 583 6533,'9'8'8954,"-1"-1"-4118,3 0-2951,5 2-3192,5 3 1682,-19-10-302,0-2-66,-1-1-1,1 1 0,-1 0 0,1 0 0,-1 0 1,1 0-1,-1 0 0,1 1 0,-1-1 0,1 0 1,-1 1-1,2 0 0,4 0 9,4 0-6,0 0 1,1-1 0,-1-1-1,15-2 1,-18 2 33,0-1 1,-1 1-1,1 1 0,0 0 0,0 0 1,0 0-1,-1 1 0,1 0 0,0 1 1,-1-1-1,1 1 0,10 5 0,3 6 74,-1 2 0,-1 0 0,0 1 0,-1 0 0,29 36 0,28 24 467,-47-50-303,-1 0 363,0-3 0,2 0 0,41 25 1,-60-42-489,2 0 0,-1-1 0,0-1 0,1 0 0,0-1 0,0 0 0,0 0 0,0-1 0,0-1 0,1 0 0,-1-1 0,0 0 0,24-4 0,-3-1 4,1-2 1,-1-2-1,-1-1 1,0-1-1,0-2 1,-1-1-1,40-25 1,-57 31-153,-1-2 0,0 0-1,0 0 1,-1-1 0,0 0 0,-1-1 0,-1-1-1,0 0 1,0 0 0,-1-1 0,-1 0 0,-1 0-1,0-1 1,0 0 0,-2 0 0,0-1 0,5-22-1,-6 15-118,-1 1 0,0-36 0,-3 52 75,-1 0 0,1 0 1,-1 0-1,0 0 1,-1 0-1,1 0 0,-1 0 1,0 0-1,-1 0 0,1 1 1,-1-1-1,0 1 1,-1-1-1,-5-5 0,7 9 23,1 0 0,-1 1 0,0-1-1,0 1 1,-1-1 0,1 1-1,0 0 1,0 0 0,-1 0 0,1 0-1,-1 0 1,1 1 0,0-1 0,-1 1-1,1-1 1,-1 1 0,1 0 0,-1 0-1,0 0 1,1 1 0,-1-1 0,1 0-1,-1 1 1,1 0 0,0-1 0,-1 1-1,1 0 1,0 0 0,-1 1-1,1-1 1,0 0 0,-3 4 0,-3 0-73,0 1-1,0 0 1,1 1 0,0 0 0,1 0 0,-1 1 0,-7 12 0,8-10-89,1-1 0,0 1 0,1 0 0,0 0 0,0 0 0,1 0 0,1 1 0,-1-1 0,0 22 0,3-29 147,0 1 0,0 0 1,0-1-1,1 1 0,-1 0 1,1-1-1,0 1 0,0-1 0,1 1 1,-1-1-1,1 0 0,-1 1 1,1-1-1,0 0 0,0 0 1,1 0-1,-1 0 0,0-1 1,1 1-1,0-1 0,0 1 1,0-1-1,0 0 0,0 0 1,0 0-1,0-1 0,1 1 1,-1-1-1,0 1 0,1-1 1,0 0-1,-1-1 0,5 1 1,0 1-19,1-2 0,0 1 1,0-1-1,0 0 0,0-1 1,16-4-1,56-17-98,-75 20 124,13-4-16,-1-2 0,0 0 0,-1-1 0,0-1-1,-1-1 1,1 0 0,-2-1 0,19-18 0,-9 4 14,0-1 0,-2 0 0,32-51 1,-29 31 22,-3-1 1,31-88-1,-28 68 71,-5-4 147,-17 53-44,1 1 0,8-20 0,-12 36 779,-2 3-870,-1-1-1,1 1 0,0 0 0,0 0 0,0 0 1,0 0-1,-1 0 0,1 0 0,1 0 0,-1 1 0,0-1 1,-1 2-1,0 0 75,-9 13 76,0 0-1,2 1 1,0 1 0,-7 18-1,-24 81 244,27-76-299,-4 13-143,3 1 0,3 0-1,1 1 1,4 0 0,1 1 0,3-1 0,6 59 0,-3-105-99,0 1 1,0 0-1,1 0 1,0-1-1,1 1 1,0-1-1,1 0 1,0 0-1,1 0 1,0-1-1,0 1 1,1-1-1,0-1 1,1 1-1,0-1 1,0 0-1,1 0 1,0-1-1,0 0 1,1-1-1,0 1 1,0-2-1,0 1 0,1-1 1,0-1-1,0 0 1,0 0-1,15 3 1,1-2-125,1 0-1,-1-2 1,1-1 0,0-1 0,0-1 0,0-2-1,-1-1 1,1 0 0,30-10 0,3-3-142,-1-3 1,103-49-1,-130 53 274,145-72 808,-160 76-653,-9 6-10,-16 12-75,7-6-12,0-1 1,1 1-1,-1-1 1,0 1-1,1-1 0,-1 1 1,1-1-1,-1 1 1,1 0-1,-1-1 1,1 1-1,-1 0 0,1 0 1,0-1-1,-1 1 1,1 0-1,0 0 0,0-1 1,0 1-1,-1 0 1,1 0-1,0 0 0,0-1 1,0 1-1,0 0 1,0 0-1,1 0 0,-1-1 1,0 1-1,0 0 1,0 0-1,1 0 1,-1-1-1,0 1 0,1 0 1,-1-1-1,1 1 1,-1 0-1,1-1 0,-1 1 1,1 0-1,1 3-10,0-3 19,1 1 1,-1-1 0,0 0-1,0 0 1,0 0-1,1 0 1,-1 0 0,0-1-1,1 1 1,-1-1-1,1 0 1,-1 1 0,5-1-1,1 0 75,-1 2 11,0 0 0,0 0 0,0 0 1,0 1-1,0 0 0,0 0 0,-1 1 0,12 7 1,-14-8-91,-1 0 0,0 1 0,0-1 0,0 0 0,0 1 1,-1 0-1,1 0 0,-1 0 0,0 0 0,0 0 0,0 0 1,-1 0-1,1 0 0,-1 1 0,0-1 0,0 5 0,2 10-628,-2-1 0,0 21 0,-2-32-123,1 0 0,-1 0 0,-1 0 0,1 0 0,-1 0 0,0 0 0,-1-1 0,1 1 1,-7 9-1,-3 10-4984,12 5-3122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9:57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1 127 4796,'17'-2'991,"0"-1"-1,19-6 0,-33 8 395,0-1-767,147-95 5934,-125 86-5155,-22 10 50,4 13-271,-4-4-855,-1 0 0,1 0 0,-2 0 0,1 1 0,0 14 0,2 10 292,5 28 404,13 63 784,-17-107-1583,0-1 0,1 0 0,1 0 0,0 0 1,15 23-1,8 2 70,2-1 0,1-2 0,2-1 1,2-2-1,1-1 0,64 43 0,11-4 134,150 72 0,-32-36-137,4-11 0,422 115 0,518 41-25,-160-93-89,1-24-84,-885-121-103,168 35-402,-251-35-582,-34-11-5,-44 3-1428,11-4 1349,1-1-1,-1-1 0,0 0 0,-29-2 1,38-1-698,1 0 1,0-1-1,0 0 1,-10-4-1,-10-6-7273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9:57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771 80 8885,'-25'-5'490,"14"4"741,1-1 0,-1-1 0,1 0 1,-1 0-1,-16-9 0,24 10-493,0-1 1,1 0-1,0 0 0,0 0 0,0 0 0,0 0 0,0 0 1,1 0-1,-1-1 0,-1-6 0,-1 0-201,32 18 662,-7 1-1041,0 1 0,-1 1 0,0 0 0,-1 2 0,0 0-1,-1 1 1,0 1 0,-2 0 0,28 33 0,-35-37-135,-1 0 0,0 1 0,0 0 0,-1 0 0,-1 1 0,0-1 0,-1 2 0,0-1 0,-1 0 0,0 1 0,-1 0 0,-1 0 0,0 0 0,-1 0 0,-1 0 0,0 0 0,-2 19 0,-3-11-121,0 0 1,0-1-1,-2 0 0,-1 0 1,-1-1-1,0 0 1,-2 0-1,0-1 1,-17 22-1,7-16-277,0-1 0,-1-2-1,-1 0 1,-1-1 0,-47 30 0,17-17-1028,-3-3 0,-59 24 0,-118 36-5441,175-69 4453,-99 36-6565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19:59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91 131 5076,'0'0'300,"-1"0"-1,0 0 0,1-1 0,-1 1 0,0 0 1,1 0-1,-1-1 0,1 1 0,-1 0 0,0-1 1,1 1-1,-1 0 0,1-1 0,-1 1 0,1-1 1,-1 1-1,1-1 0,-1 1 0,1-1 0,0 0 1,-1 1-1,1-1 0,0 1 0,0-1 0,-1 0 1,1 1-1,0-2 0,6-15 4800,-4 15-4739,-1 0-1,0 0 1,0 0 0,0 0-1,0-1 1,0 1-1,-1 0 1,1 0 0,0-1-1,-1 1 1,0 0 0,0-1-1,0 1 1,0-3 0,-3-25-227,3 27 258,0 0-391,-1-7-898,1 10 993,0-1 0,0 1 0,0-1-1,0 0 1,0 1 0,0-1-1,0 0 1,0 1 0,0-1 0,0 1-1,0-1 1,0 0 0,0 1-1,0-1 1,0 1 0,-1-1-1,1 0 1,0 1 0,-1-1 0,1 1-1,0-1 1,-1 1 0,1-1-1,0 1 1,-1-1 0,1 1 0,-1 0-1,1-1 1,-1 1 0,1-1-1,-1 1 1,1 0 0,-1 0-1,0-1 1,1 1 0,-1 0 0,1 0-1,-1 0 1,0-1 0,1 1-1,-1 0 1,1 0 0,-1 0 0,0 0-1,1 0 1,-1 0 0,0 0-1,1 1 1,-1-1 0,1 0-1,-1 0 1,0 0 0,1 1 0,-2-1-1,0 2-85,1-1-1,-1 1 1,0-1 0,0 1-1,0-1 1,1 1-1,-1 0 1,1 0 0,0 0-1,-1 0 1,1 0-1,0 0 1,0 0 0,0 1-1,1-1 1,-1 0-1,0 0 1,0 4-1,-8 52-50,7-44 63,-26 178 125,25-111-146,3-78 21,0 19 111,0 1 50,4-23-127,14-3-26,-1-1 0,0 0 0,0-2 0,0 0 0,-1 0 0,0-2 0,0 0 0,-1-1 0,16-11 0,154-110 35,-175 123-71,1 0-1,0 0 0,0 1 1,0 0-1,1 1 0,0 0 0,0 1 1,22-5-1,-28 8 1,0 1 0,0 0 0,1 0 0,-1 0 0,0 1 0,0 0 0,0 0 0,0 1 0,0-1 0,0 1 0,0 1 0,-1-1 0,1 1 0,-1 0 0,1 0 0,-1 0 0,0 1 0,-1 0 0,9 8 0,1 4 10,-1 1 0,-1 0 0,-1 0 0,0 2 0,15 36 0,-9-19-26,-6-15 25,0-1 0,1 0 0,0-1 0,2 0 0,17 18 0,-25-31-4,1 1 1,-1-1 0,2-1 0,-1 1 0,1-1 0,-1-1-1,1 1 1,1-1 0,-1-1 0,0 1 0,1-1 0,0-1 0,0 0-1,0 0 1,15 1 0,63-2-55,-57-3 4,-1 3 0,1 0 0,-1 2 0,1 1 0,32 8-1,-28-2 39,0-2-1,1-2 1,0-1-1,0-1 0,0-2 1,1-2-1,46-5 1,-30-2-63,0-2 0,-1-2 0,0-3 0,53-21 0,-100 33-254,-9 4-1340,-25 9 1149,1 2 0,0 1 0,-27 18 0,2-1-86,34-18 265,0 0 0,-20 18 1,4-3-87,36-27 420,0-1 0,0 1-1,0 0 1,0-1 0,0 1 0,1-1 0,-1 1 0,0 0 0,0-1 0,0 1 0,1-1 0,-1 1 0,0-1 0,0 1 0,1-1 0,-1 1-1,1-1 1,-1 1 0,0-1 0,1 1 0,-1-1 0,1 1 0,-1-1 0,2 1 0,-2-1-6,2 2 14,0-1 0,0 0 1,0 1-1,0-1 0,0 0 0,1 0 1,-1 0-1,0 0 0,1-1 0,-1 1 1,0 0-1,1-1 0,-1 0 1,1 0-1,2 0 0,38-3 41,-31 2-24,158-22 388,68-5-74,-188 27-289,1-3-1,80-17 0,-110 16-16,-1-1 0,0-1 1,0-1-1,0 0 0,-1-2 0,0 0 1,-1-1-1,31-25 0,-22 10 131,-1-1 1,-2-1-1,-1-1 0,-1-1 0,35-64 0,-21 34 196,15-7 270,-48 64-524,-4 8 38,-6 42 423,-14 45 0,-4 27 181,17-66-507,2 2 0,2-1 0,2 0 0,3 0 0,3 1 1,18 97-1,-17-132-178,1 0 0,1 0 1,1 0-1,18 31 0,-21-42-35,0 0 0,1-1 0,1 0 0,-1 0 0,1 0 0,1-1 0,-1 0 0,1 0 0,0-1 0,1 0-1,14 7 1,-16-9-15,1 0 0,0-1-1,0 0 1,0-1-1,0 1 1,0-2 0,0 1-1,1-1 1,-1 0-1,1-1 1,-1 0 0,0 0-1,1-1 1,-1 0-1,0 0 1,1-1 0,-1 0-1,0-1 1,0 0-1,0 0 1,-1 0 0,1-1-1,-1 0 1,10-8-1,52-37-68,-67 47 36,-4 4-76,-1 0 102,1 0 1,0 0-1,0 1 0,1-1 1,-1 1-1,1-1 0,-3 5 1,3-4 2,-5 5 10,0 2 56,0 1 1,-9 20 0,14-29-58,0 1-1,0-1 0,1 0 1,-1 0-1,0 1 0,1-1 1,0 0-1,0 1 1,0-1-1,0 1 0,0-1 1,0 0-1,0 1 0,1-1 1,-1 0-1,1 1 1,0-1-1,-1 0 0,1 0 1,0 0-1,2 3 0,2 1 4,1 0 0,0-1 0,0 0 0,0 0 0,0 0 0,1-1 0,0 0 0,7 4 0,8 2-140,35 11 0,-11-10-1040,0-2 0,0-2-1,1-2 1,74-2-1,37 4-10057,-108-4 1605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0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0 867 9913,'0'0'7181,"2"-3"-5882,10-22-655,1 1 0,1 0 0,2 0 0,0 2 0,31-33 0,-33 39-415,174-182 636,-129 133-694,-35 40-133,-1-2 0,-1 0 0,20-32 0,-4-6-2,45-105 0,-82 168-36,0-1 0,0 1 0,0-1-1,0 1 1,0 0 0,1 0 0,-1 0 0,1-1 0,-1 1-1,1 1 1,0-1 0,0 0 0,0 0 0,0 1-1,3-2 1,-4 2 1,0 1 0,1-1 0,-1 1 0,0 0 0,1-1 0,-1 1 0,0 0 0,1 0 0,-1 0 0,1 0 0,-1 0 0,1 0 0,-1 1 0,0-1 0,1 0 0,-1 1 0,0-1 0,1 1 0,-1-1-1,2 2 1,1 1 4,0 0 0,-1 0 0,1 0 0,-1 1 0,1-1 0,-1 1 0,0 0 0,0 0 0,-1 0 0,1 0-1,-1 1 1,0-1 0,3 10 0,1 5 52,-1 1 0,0 0 0,-2 0 0,0 0 0,-1 0 0,-1 1 0,-1-1-1,-1 0 1,-1 1 0,-6 27 0,-7 10 83,-3-2 0,-3 0-1,-48 96 1,-108 146 90,109-188-183,11-9 385,55-97-384,0 0 0,0 0 0,0 0-1,0 0 1,1 0 0,-1 0 0,1 0 0,0 0 0,1 0 0,-1 1 0,1-1 0,0 5 0,0-8-36,0 1-1,1-1 1,-1 1-1,1-1 1,0 1-1,-1-1 1,1 1 0,0-1-1,0 0 1,0 0-1,0 1 1,0-1-1,0 0 1,0 0 0,1 0-1,-1 0 1,0 0-1,0-1 1,1 1-1,-1 0 1,1 0-1,-1-1 1,1 1 0,-1-1-1,1 1 1,-1-1-1,1 0 1,-1 0-1,1 0 1,-1 0 0,3 0-1,10 1 24,1-1-1,0-1 1,-1 0-1,1-1 1,-1 0 0,24-9-1,88-35 91,-101 35-111,326-152 91,-180 79-129,-158 78 17,6-4-17,1 2-1,29-10 1,-46 17 19,1 0 0,0 0 0,0 0-1,0 0 1,0 1 0,-1 0 0,1-1 0,0 1 0,0 1 0,0-1 0,0 1-1,0-1 1,0 1 0,0 0 0,-1 0 0,1 1 0,0-1 0,-1 1 0,6 3-1,-7-3 5,-1 1 0,1-1 0,-1 1 0,0-1-1,0 1 1,0-1 0,0 1 0,-1 0 0,1-1-1,-1 1 1,1 0 0,-1-1 0,0 1 0,0 0-1,0 0 1,0-1 0,-1 1 0,0 3 0,1-2-3,-15 74-45,10-58 27,1 0 0,-2 25 0,5-39 30,1 1 0,0-1 0,1 1 0,0-1 0,0 0 0,0 1 0,1-1 0,0 0 0,0 0 0,0 0 0,4 7 0,-2-6 7,0 0-1,0-1 0,0 1 1,1-1-1,0 0 1,0 0-1,0 0 1,1 0-1,0-1 0,0 0 1,0-1-1,1 1 1,0-1-1,-1 0 1,2-1-1,-1 0 0,0 0 1,1 0-1,-1-1 1,1 0-1,15 2 0,12 1 8,40 1-1,-73-6-37,-1-1 0,0 0 0,0 0 0,0 1 0,1-1 0,-1 0 0,0 0 0,0 0 0,0 0 0,0 0-1,0 0 1,-1 0 0,1-1 0,0 1 0,0 0 0,-1 0 0,1-1 0,-1 1 0,1 0 0,-1-1 0,1 0 0,-2-1 4,-1 0 0,1 1 0,-1 0-1,0-1 1,0 1 0,1 0 0,-1 0 0,-1 0 0,1 0 0,0 0 0,0 1 0,-4-3 0,-1-2-13,-6-4-77,-1 0 28,1-1 0,0-1 0,1 0 0,1-1 0,-1 0 0,-9-16 0,18 24 51,0-1 0,0 1 0,0-1 0,1 0 0,0 0-1,0 0 1,1 0 0,-1 0 0,1-1 0,0-11 0,1 16 17,0 0 0,0 0 1,1 0-1,-1 0 0,0 0 0,1 0 1,0 0-1,-1 0 0,1 0 0,0 1 1,0-1-1,0 0 0,0 0 1,0 1-1,1-1 0,-1 1 0,0-1 1,1 1-1,-1 0 0,1-1 0,-1 1 1,1 0-1,0 0 0,0 0 1,-1 0-1,1 0 0,2 0 0,3-1 7,-1 0 0,0 0-1,1 1 1,-1 0-1,1 0 1,9 1 0,-7-1-27,0 1 0,0 1 0,0-1 1,0 2-1,0-1 0,0 1 0,0 0 0,-1 1 1,1 0-1,-1 1 0,0 0 0,0 0 1,0 0-1,0 1 0,-1 0 0,0 1 0,0 0 1,0 0-1,0 0 0,-1 1 0,-1 0 1,1 0-1,-1 0 0,0 1 0,0 0 0,3 8 1,5 17-357,-1 1 1,-1-1 0,6 39-1,-15-66 352,-1 0 0,1 0-1,0 0 1,1 0 0,0 0 0,-1-1-1,2 1 1,-1-1 0,1 0 0,0 1-1,0-2 1,0 1 0,0 0-1,1-1 1,0 0 0,0 0 0,0 0-1,1-1 1,-1 0 0,1 0 0,0 0-1,-1-1 1,1 1 0,0-2 0,1 1-1,-1-1 1,0 1 0,0-2-1,1 1 1,-1-1 0,1 0 0,8-1-1,245-43 10,-250 41 16,-5 2 7,-1 0-1,1 0 1,0 0-1,-1 0 1,1 1-1,0 0 1,-1 0-1,1 0 1,0 0-1,0 1 1,-1 0-1,1 0 1,-1 0-1,1 0 1,-1 1-1,1 0 1,6 4-1,-6-4 1,-1 1 1,1 0-1,-1 1 1,0-1-1,0 1 1,6 6-1,-7-6 2,0-1 0,0 0 0,0 0 0,1 0 0,-1 0 0,1-1 0,-1 1 0,1-1 0,0 0 0,8 3 0,4-1-10,0-1 0,0 0 0,0-2 0,32 1 0,65-11 29,-74 5-10,23-7 129,-52 9-124,-1-1 0,1 1-1,-1 1 1,1 0 0,0 1-1,-1-1 1,1 2 0,0-1-1,12 4 1,58 27 57,-62-23-114,0-1 1,0 0-1,1-2 1,27 6-1,-9-8-59,0-2 0,-1-1 0,1-2-1,0-2 1,-1-1 0,0-2 0,57-18 0,-79 21 81,1 0 0,-1-2 1,0 0-1,-1 0 1,0-1-1,0-1 0,0 0 1,-1-1-1,0-1 0,0 1 1,-1-2-1,-1 1 1,0-2-1,0 1 0,12-22 1,-20 30 17,55-102 293,5 1 0,84-104 0,-133 189-73,15-15 118,-27 33-309,0 0 0,0 0 0,0 0 0,1 0 0,-1 0 0,0 1 0,0-1 0,0 1 0,1-1 0,-1 1 0,0-1 0,1 1 1,-1 0-1,0-1 0,1 1 0,-1 0 0,0 0 0,1 0 0,-1 0 0,0 0 0,1 1 0,-1-1 0,0 0 0,1 0 0,-1 1 0,3 0 1,-3 0 31,1 0 0,0 0 0,0 0 1,-1 0-1,1 0 0,0 0 1,-1 0-1,1 1 0,-1-1 0,0 1 1,1-1-1,-1 1 0,0-1 1,0 1-1,0 0 0,0-1 0,1 5 1,-1-2 45,0 1 0,0 0 1,-1 0-1,0 0 0,0-1 0,-1 1 1,0 6-1,-9 42 352,-3-1 0,-1 0 0,-3-1 0,-28 58 0,-32 100-1506,58-147-293,-14 57-1635,30-101-569,0 0 1,0 27 0,3-17-5775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1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14081,'21'1'345,"14"1"719,-1-1 0,58-7 0,376-27 4418,-92 45-4289,-354-10-1128,1 0 0,-1 2 0,0 1 0,24 8 0,-40-10-75,1-1 0,0 1 0,-1 1 0,0-1 0,1 1 0,-1 0 0,-1 1 0,1-1 0,-1 1 0,0 0 1,0 1-1,0-1 0,-1 1 0,1 0 0,-2 0 0,7 11 0,-3 6-448,0 0-1,-1 1 1,-2-1 0,0 1-1,1 44 1,0-6-1317,7 23-811,-11-84 2557,0 0 0,-1-1 0,1 1 0,0 0-1,0 0 1,0-1 0,-1 1 0,1 0 0,0-1 0,0 1-1,0-1 1,0 1 0,0-1 0,0 0 0,0 1-1,0-1 1,0 0 0,2 0 0,0 1-29,0-1 109,1 1 0,-1-1 1,1 0-1,-1 0 1,1-1-1,0 1 1,-1-1-1,1 0 1,-1 0-1,0 0 1,1 0-1,-1 0 0,0-1 1,0 0-1,1 1 1,-1-1-1,-1 0 1,1-1-1,0 1 1,0 0-1,2-4 1,1 1 235,0-1 0,-1 0 0,0 0 0,0-1 0,0 1 0,-1-1 1,0 0-1,6-14 0,-7 12-103,0 0 1,0 0-1,-1 0 1,-1 0-1,0-1 0,0 1 1,0 0-1,-1-1 1,-2-13-1,2 21-154,1 0 1,0 0-1,0 0 0,-1-1 1,1 1-1,0 0 1,1 0-1,-1 0 0,0 0 1,1 1-1,-1-1 0,4-3 1,-4 4 15,0 1-38,-1 0 0,1 1 0,0-1 0,-1 0 0,1 1 0,0-1 0,-1 0 0,1 1 0,0-1 0,-1 1 0,1-1 0,-1 1 0,1-1 0,-1 1 0,1 0 0,-1-1 0,1 1 0,0 1 0,-1-2 4,9 11 20,-1 0-1,0 1 0,-1 0 1,0 0-1,-1 0 0,-1 1 1,0 0-1,4 14 0,-7-16-13,1 1 0,1-1 1,0-1-1,0 1 0,1 0 0,8 13 0,-11-21-12,1 1 1,-1 0 0,1-1 0,0 0 0,0 0 0,0 0 0,0 0 0,0 0 0,1-1 0,-1 1-1,1-1 1,-1 0 0,1 0 0,0 0 0,0 0 0,0-1 0,0 0 0,1 0 0,6 1-1,110-2-1,-83-1-10,-1 1 0,52 6-1,175 42 27,-232-40-39,-13-5 28,-1 2 0,1 0-1,28 13 1,-46-18-15,0 1 0,1-1 0,-1 1-1,0-1 1,1 1 0,-1-1 0,1 0 0,-1 0 0,1 1-1,-1-1 1,1 0 0,-1-1 0,0 1 0,1 0 0,1-1-1,5 1-15,56 2-906,-61-2 198,31 3-5174,-31-3 4028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1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386 168 9253,'18'-14'858,"1"1"1,38-19-1,10-6 1093,-55 30-1623,0 1 1,1 1 0,0 0 0,0 1 0,18-5 0,24-10 176,-53 19-494,-1 0 0,0 0 0,1 0 0,-1 0 0,1 1 0,0-1-1,-1 0 1,1 1 0,-1 0 0,1-1 0,0 1 0,0 0-1,-1 0 1,1 0 0,0 0 0,-1 0 0,1 0 0,0 0 0,-1 1-1,1-1 1,0 1 0,-1-1 0,1 1 0,-1-1 0,1 1-1,0 0 1,-1 0 0,0 0 0,1 0 0,1 2 0,-1-2 80,-1 0-13,1-1 1,0 1-1,-1 0 0,1-1 1,0 1-1,0-1 0,-1 0 1,1 0-1,0 1 1,0-1-1,0 0 0,2-1 1,13 3 190,-10 1-208,0 0-1,-1 1 1,1 0-1,-1 0 1,0 1-1,0 0 1,-1 0-1,1 0 1,-1 0-1,0 1 1,-1 0-1,1 0 1,-1 1 0,0-1-1,-1 1 1,1-1-1,-1 1 1,3 14-1,3 10 43,-2 1 0,-1 0 0,1 36 0,-4-39 14,3 36-50,-3 1-1,-10 103 1,4-150-70,-1 1 1,-1-1-1,0 0 1,-2-1-1,0 1 1,-1-1-1,-1-1 1,-1 1-1,0-1 1,-1-1-1,-20 22 0,-3 1 46,-3-1-1,-1-3 0,-49 37 0,-12 2 75,-4-5 0,-2-5 0,-144 65-1,190-107 284,57-21-258,2-4-28,1-1-129,0 0 0,1 1 0,0-1 0,-1 0-1,1 1 1,0-1 0,0 1 0,1 0 0,-1 0 0,1 0-1,0 0 1,-1 0 0,5-2 0,50-36-747,-18 14-65,182-140-7998,-126 98 1322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1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6805,'0'0'1352,"10"9"-212,0 0 1372,0 3-2204,0-3-28,-7 10-844,4-4-88,-27-6-3780,-4 0 667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4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92 3280,'0'0'2062,"-4"0"-1243,-11 3-1492,15-2 847,0-1 0,-1 0 0,1 0 0,-1 0 0,1 1 0,-1-1 0,1 0 0,-1 0 0,1 0 0,0 0 0,-1 0 0,1 0 0,-1 0 0,1 0-1,-1 0 1,1 0 0,-1 0 0,1 0 0,-1 0 0,1 0 0,-1 0 0,1 0 0,-1-1 0,1 1 0,0 0 0,-1 0 0,0-1 0,14-23 3605,24-19-1874,-35 41-862,4-9-588,-6 10-333,0 0 0,0 1 0,0-1-1,0 0 1,1 0 0,-1 0 0,0 1 0,1-1 0,-1 0 0,1 1 0,-1-1 0,1 0 0,-1 1 0,1-1 0,-1 0 0,1 1 0,-1-1 0,1 1 0,0-1 0,-1 1 0,2-1 0,25 17 149,0 1 0,-2 2 1,0 0-1,-1 2 0,42 46 0,-28-22-15,25 26 108,20 8-10,-56-51-273,-24-24-62,0 0 0,1 0 0,0 0 0,0 0 0,0 0 1,0-1-1,8 5 0,-7-5-11,1 0-1,-2 1 1,1-1 0,0 1 0,7 8 0,23 18 63,5-7-12,1-1-1,1-3 0,64 22 1,311 73 360,680 87 150,-738-159-445,-58-8-139,-108-12 30,152 23 84,490 109 38,-463-101 246,-121-19 65,1232 98 2330,-689-107-2169,23 2-448,-715-22-129,160 5 41,11-4-65,-44 10-40,-43 1 29,99 4 41,-17-21 128,-265 0-152,1-1 1,-1 1-1,1-1 0,-1 0 1,1 1-1,-1-2 0,6-1 1,-2 0 12,-3 2 38,-1 0-7,4-2-49,1-1 0,-1 1 0,0-1 1,0-1-1,0 1 0,-1-1 0,1 0 1,-1-1-1,0 1 0,-1-1 0,10-13 0,-8 10-168,1 0-1,1 0 0,-1 1 0,1 0 0,0 0 0,1 1 1,0 0-1,0 1 0,1 0 0,15-6 0,-23 11-453,-1 1-750,0 0 1255,0 0-1,0 1 1,-1-1 0,1 0 0,0 1 0,0-1-1,0 1 1,-1 0 0,1 0 0,0-1-1,-1 1 1,1 0 0,-1 1 0,1-1-1,-1 0 1,1 0 0,-1 1 0,0-1 0,1 0-1,-1 1 1,0-1 0,1 3 0,4 4-65,-4-6 102,-2-4-35,1 0 102,-1 0-1,1 0 0,0 0 1,0 0-1,-1 0 0,1 0 1,0 1-1,1-1 1,-1 0-1,0 0 0,0 1 1,4-3-1,23-22-50,-19 18 49,-5 5-315,0 0 1,1 0-1,-1 0 1,0 0-1,1 1 0,5-3 1,-5 3-197,-2 1-1401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5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0 397 9217,'3'-1'249,"0"-1"0,-1 0 1,1 0-1,-1 1 0,1-2 0,-1 1 1,0 0-1,0 0 0,0-1 1,2-3-1,12-13 5784,-3 32-4475,-7-7-1359,0 2-1,-1-1 1,0 0 0,0 1 0,-1 0-1,0 0 1,0 1 0,-1-1 0,0 1 0,0-1-1,-1 1 1,0 0 0,1 16 0,-2 8 396,0-1 0,-7 47 0,5-61-349,-9 54 728,-27 106 0,-5 27-154,37-175-695,0 6 190,1-1 0,1 72 0,4-99-231,-1 1 0,1-1-1,1 1 1,0-1 0,0 0 0,0 0-1,1 0 1,0 0 0,1 0 0,0 0-1,0-1 1,1 0 0,0 0-1,0 0 1,0-1 0,1 1 0,11 9-1,-12-13-40,-1-1-1,1 1 0,0-1 0,-1 0 1,1 0-1,0-1 0,1 1 0,-1-1 0,0 0 1,0-1-1,0 1 0,1-1 0,-1 0 1,8-1-1,-2 0 0,-1-1 0,1 0 0,-1-1 0,1 0 0,-1 0 0,10-6 0,13-8 42,-1-3-1,0 0 0,-2-2 1,0-1-1,-2-2 0,0-1 0,28-35 1,2-11-22,87-139 0,75-215-600,-105 186-195,-114 237 711,25-46-784,43-65 0,-61 101 475,1 2 0,1-1 0,0 1 0,0 0 0,1 1 0,0 0 0,1 1 0,0 0 0,1 1 0,20-10 0,-28 16 60,1 0-1,-1 0 1,1 1 0,0 0-1,0 0 1,0 0-1,0 1 1,0 0-1,-1 0 1,1 0-1,0 1 1,0 0 0,0 0-1,0 1 1,-1-1-1,1 1 1,6 3-1,-2 1-880,1 0 1,-1 0-1,0 1 0,0 0 0,-1 0 0,0 1 0,14 17 1,16 21-6647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5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 12985,'-9'4'753,"0"0"-1,1 1 0,0 0 0,0 1 1,0 0-1,1 0 0,-1 0 1,1 1-1,1 0 0,0 1 1,-11 15-1,-3 9 915,-27 58 1,37-68-1631,1 1 1,2 0 0,0 1-1,2-1 1,0 1 0,-2 41-1,5-12-1039,3 0 0,7 55 0,-5-77-202,2 0-1,13 47 0,-14-65 127,1-1 0,0 1 0,1-1 0,0 0 0,1-1 0,0 1 0,1-2 0,17 19 0,3-4-5227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5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43 10661,'-7'-21'1528,"0"0"1720,24 30-4092,10 6 64,3 3-288,-3 3 4,-4 0-220,1 0-1820,-14-9-1205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6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1 588 7629,'25'3'2081,"-24"-3"-1958,-1 1 0,1-1 0,0 0 0,0 1 0,-1-1 0,1 0 0,0 1 0,-1-1 0,1 1-1,0-1 1,-1 1 0,1 0 0,-1-1 0,1 1 0,-1 0 0,1-1 0,-1 1 0,1 0 0,-1 0 0,0-1 0,1 1 0,-1 0 0,0 0-1,0 0 1,1-1 0,-1 2 0,0 0 335,6 14 494,0 1 0,-2-1 0,0 1-1,-1 0 1,1 18 0,0 92 668,-3-68-963,-1-52-594,1 207 1228,-3-161-1063,-2 0 1,-12 53-1,9-39 279,7-54-112,-1 1-1,0-1 0,-1 1 1,-1-1-1,-5 17 0,6-27 1669,8-24-1409,0 7-549,13-50-308,3 1 0,3 1 0,60-108 0,7 29-3696,203-236 0,-212 287 1668,4 3-1,3 5 1,132-93-1,-178 145 1757,1 1 0,2 2 0,1 2 0,66-24 0,-112 48 555,1 0 0,-1 0 0,1 0 0,0 0 0,0 0 0,-1 1 0,1-1 0,0 1 0,0 0-1,0 0 1,0 0 0,-1 0 0,1 0 0,0 1 0,0-1 0,0 1 0,-1 0 0,1 0 0,0 0 0,-1 0 0,1 0 0,-1 1 0,1-1-1,-1 1 1,1-1 0,-1 1 0,0 0 0,0 0 0,0 0 0,0 0 0,0 0 0,-1 1 0,1-1 0,-1 0 0,3 5 0,-1 1 192,-1-1 0,0 0 1,0 1-1,-1 0 1,0-1-1,0 1 1,-1 0-1,0-1 0,0 1 1,-1 0-1,-2 9 1,-4 10 470,-2 0 0,-1-1 1,-1-1-1,-26 46 0,12-25-168,-143 322 1565,102-176-4310,17 3-5666,32-104-1050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7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1028 10637,'6'-15'2080,"-5"12"1108,4 2-1939,69-10 340,100-1 0,-62 6-1089,251-10 433,-328 12-865,30-1 28,-61 5-91,0 0 1,-1 1-1,1-1 0,0 1 0,-1 0 1,1 0-1,0 0 0,-1 0 0,1 1 1,-1-1-1,0 1 0,1 0 0,4 4 1,-7-5-5,0 1 1,0-1-1,0 1 0,0-1 1,-1 0-1,1 1 1,0 0-1,-1-1 1,1 1-1,-1-1 1,0 1-1,1-1 0,-1 1 1,0 0-1,0-1 1,0 1-1,0 0 1,-1-1-1,1 1 1,-1 2-1,-11 36 27,8-29-29,-10 31 11,2-12-48,2 1-1,2 0 0,-9 60 0,16-80-32,1-1 1,0 0-1,1 1 1,0-1-1,0 0 0,1 1 1,1-1-1,-1 0 0,2-1 1,-1 1-1,2 0 1,-1-1-1,1 0 0,0 0 1,1 0-1,8 9 1,0-2-158,1-2 1,0 0 0,0-1 0,1 0 0,1-1 0,0-1 0,38 17 0,-30-17-32,0-1 1,0-1 0,1-1 0,1-2-1,42 6 1,-45-11 277,-1 0-1,1-2 0,0 0 1,0-2-1,-1-1 0,1-1 1,-1 0-1,0-2 0,-1-1 1,0-1-1,0 0 0,-1-2 1,0 0-1,0-2 0,-2 0 1,0-1-1,0-1 0,-1-1 1,31-36-1,-41 40 114,0-2 0,0 1 0,-1-1 0,-1 0-1,-1-1 1,5-17 0,-9 30-110,-1-1-1,0 1-1,0-1 1,0 1 0,0-1 0,0 1 0,-1-1 0,1 1 0,-1-1 0,0 1 0,1 0-1,-3-5 1,1 1 31,-1 7-15,0 0 0,1 1 1,-1-1-1,1 1 0,0-1 1,-1 1-1,1 0 0,0 0 1,-3 3-1,3 0-11,0 0 1,-1 0-1,2 0 0,-1 1 1,1-1-1,-1 0 0,2 1 1,-1-1-1,0 1 0,1-1 1,0 1-1,0-1 0,1 1 1,0-1-1,0 0 0,0 1 1,3 6-1,0 3 26,2 1 0,0-1-1,1-1 1,14 24 0,-17-32-56,0 0-1,1 0 1,-1 0 0,1-1 0,0 0 0,0 0 0,1 0-1,0-1 1,0 0 0,0 0 0,0 0 0,0-1-1,1 0 1,0 0 0,-1 0 0,1-1 0,0 0 0,0-1-1,0 0 1,1 0 0,-1 0 0,0-1 0,0 0-1,0 0 1,1 0 0,-1-1 0,0-1 0,0 1 0,0-1-1,0 0 1,0-1 0,-1 1 0,1-1 0,-1-1-1,1 1 1,-1-1 0,0 0 0,-1-1 0,6-4-1,9-11-118,-2 0 0,0-1-1,15-26 1,13-15-63,-18 19 81,-26 40 81,0 1 66,9-11-8,-10 13-31,-1-1-1,1 0 1,-1 1-1,1-1 0,-1 0 1,1 1-1,-1-1 1,0 0-1,1 0 1,-1 1-1,0-1 0,0 0 1,1 0-1,-1 0 1,0 0-1,0 1 0,0-2 1,-1 0 3,0 0 1,0 1 0,0-1 0,0 0-1,-1 1 1,1-1 0,-1 1-1,1 0 1,-1-1 0,1 1-1,-1 0 1,0 0 0,1 0 0,-1 0-1,0 0 1,0 0 0,0 1-1,0-1 1,0 1 0,-4-1-1,-44-7 124,18 7-90,0 2 0,0 1 1,1 2-1,-1 0 0,1 3 0,0 0 1,0 2-1,1 1 0,0 2 0,-47 25 0,70-32-40,0-1 0,1 0-1,0 1 1,0 0 0,0 1-1,0 0 1,1-1 0,0 2-1,0-1 1,1 0-1,-5 9 1,7-11 2,0-1 1,1 1-1,-1-1 1,1 1-1,0 0 0,0-1 1,0 1-1,0 0 1,1 0-1,0 0 0,0-1 1,0 1-1,0 0 1,0 0-1,1 0 0,-1-1 1,1 1-1,0 0 0,1 0 1,-1-1-1,0 1 1,1-1-1,0 1 0,4 5 1,0-1-4,1-1 1,0 0 0,1 0-1,0-1 1,0 0-1,0 0 1,1 0 0,-1-1-1,1-1 1,1 0-1,-1 0 1,16 4-1,-3-3-244,0-1-1,1 0 1,-1-2-1,1-1 1,0-1-1,26-3 1,-6-6-1031,-40 8 1209,-1 0 1,0 0 0,0 0 0,0 0 0,0-1 0,-1 1 0,1-1 0,0 0 0,0 1 0,-1-1-1,1 0 1,1-3 0,0 2-71,1-2 33,1 0-1,-1 0 0,-1 0 0,7-10 0,2-4-31,7-5 109,0 0-1,1 1 0,2 1 0,0 1 0,1 1 0,30-21 0,-44 36 185,-1-1 0,0-1 0,-1 0-1,8-9 1,-9 10-15,1-1 0,-1 1 1,1 0-1,0 1 0,0 0 0,11-6 0,63-39 1528,-79 49-250,-5-10-957,4 10-438,-1 0 0,0 0-1,0 0 1,0 0 0,0 0-1,0 0 1,-1 0 0,1 0 0,0 0-1,0 0 1,-1 0 0,1 0-1,0 0 1,-1 0 0,1 0 0,-1 0-1,0 1 1,1-1 0,-1 0-1,1 0 1,-3-1 0,-9 5 54,-1 0 0,1 1 0,0 0 0,0 1 0,0 1 0,1 0 0,-1 0 0,1 1 0,1 0 0,-1 1 0,2 1 0,-1-1 0,1 1 0,0 1 0,1 0 0,-9 13 0,3-5-33,2 2 1,0 0-1,1 0 1,2 1-1,0 0 1,1 1-1,1 0 1,-7 35-1,12-45-22,1 1 0,1-1 1,0 1-1,3 22 0,-2-28-13,0 0 1,0-1 0,1 1 0,0-1 0,0 1-1,1-1 1,0 0 0,0 0 0,0 0 0,6 8-1,-5-11-9,0 0 0,0 0 0,0 0 0,0 0 0,1 0 0,-1-1 0,1 0 0,0 0 0,0 0 0,-1-1 0,1 1 0,0-1 0,0-1 0,0 1 0,1 0 0,-1-1 0,7-1 0,5 1 13,-1-2 0,1 0 1,29-8-1,-16 1-20,-1-2-1,0-1 1,-1-1-1,0-1 1,41-29-1,-36 18 27,0-2 0,49-53 0,46-70 42,-126 148-63,37-50 14,-2-1 0,-3-2-1,30-62 1,68-185-15,-73 151 60,70-290-1,-103 284 1018,-53 194 375,2 9-971,1 0-1,-28 81 1,-25 114 193,61-186-555,-74 318-757,78-293-721,4 0 0,3 145-1,30 27-3745,11-89-1512,8-43-2087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8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1 10717,'-3'0'221,"0"0"1,0 1-1,0-1 0,0 1 1,0 0-1,0 0 1,0 0-1,0 0 0,1 0 1,-1 1-1,0 0 0,1-1 1,-1 1-1,1 0 1,-1 0-1,1 0 0,0 0 1,0 1-1,0-1 0,0 0 1,1 1-1,-3 3 0,-9 12 597,-15 19 1368,3 1-1,-34 66 1,29-48-954,-71 132 799,8 3 0,-69 208 1,143-341-1834,3 1 1,2 0 0,-7 72-1,17-89-139,3 0-1,1 0 0,2 0 1,1 0-1,14 58 1,-13-82-122,0-1 0,2 0 0,0-1 0,1 1 1,0-1-1,1-1 0,1 1 0,1-2 0,0 1 1,1-1-1,17 17 0,-13-17-192,1-1-1,0-1 0,1 0 1,0-1-1,1-1 1,0-1-1,1 0 1,-1-1-1,33 8 1,-18-8-312,1-1 1,0-2-1,1-1 1,-1-1-1,0-3 1,1 0-1,-1-3 1,1 0-1,42-11 1,-5-5-2374,-1-2 0,-1-4 1,85-43-1,-39 15-4997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8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0 497 10489,'0'-18'852,"2"0"1,-1-1-1,2 1 0,1 0 1,0 0-1,1 0 0,1 1 1,9-20-1,-7 22-515,0 0 1,1 0 0,1 1-1,0 1 1,0 0-1,2 0 1,-1 1-1,2 0 1,15-11-1,1 4-227,0 1-1,1 1 0,1 2 0,0 1 1,1 2-1,0 0 0,1 3 1,0 1-1,46-6 0,-79 14-109,220-29-2277,-188 27 1003,1 1 0,-1 2 0,0 0 0,60 13 0,-82-11 178,1 0 0,-1 0-1,17 9 1,21 19-5516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8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10173,'64'-6'2008,"-37"3"-368,-4 0-340,7 0-292,14-3-463,3 9-601,3 3-625,14-12-359,6 3-176,-3 0-548,-7-3-1736,1-3-1933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8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5 7181,'0'0'2086,"3"0"-199,5-2-1856,8 0 4807,-16 2-4755,0 0 0,0 1 0,1-1 0,-1 0 0,0 1 0,0-1 0,1 0 0,-1 0 0,0 1 0,0-1 0,0 0 0,0 1 0,1-1 0,-1 1 0,0-1 0,0 0 1,0 1-1,0-1 0,0 0 0,0 1 0,0-1 0,0 0 0,0 1 0,0-1 0,0 1 0,0-1 0,0 0 0,0 1 0,-1-1 0,1 0 0,0 1 0,0-1 0,0 0 0,0 1 0,-1-1 0,1 0 0,0 1 0,0-1 0,-1 0 0,-4 9 157,0-1 0,0-1 0,-1 1-1,0-1 1,-1 0 0,1-1-1,-11 9 1,-22 23 204,12-10-270,15-17-98,1 0 1,0 1-1,1 1 1,1-1-1,-9 16 1,16-25-68,0 0 0,1 0 0,0 0 0,0 0 0,0 0-1,0 0 1,0 0 0,1 0 0,-1 0 0,1 1 0,0-1 0,0 0 0,0 0 0,1 0 0,-1 1 0,1-1 0,-1 0 0,1 0 0,0 0 0,0 0-1,0 0 1,1 0 0,-1 0 0,1-1 0,0 1 0,0 0 0,0-1 0,0 1 0,0-1 0,0 0 0,4 3 0,1 0-5,1 0 0,0-1 1,0 0-1,1 0 0,-1-1 1,1 0-1,17 3 0,2 2 18,-14-4-16,0-1-1,0-1 0,0 0 1,0 0-1,1-1 0,25-2 1,-13-2-6,-1 0 1,35-10 0,-33 3-3,1-1-1,-2-2 1,0-1-1,47-31 1,-45 27 4,65-49 60,-74 50 236,1 1-1,1 0 1,1 2 0,0 1-1,42-17 1,-61 29-193,0 0 0,-1 0 0,1 0 0,0 1 0,0 0 0,0 0 0,0 0 0,0 0 0,0 0 0,0 1 0,0 0 0,0 0 0,0 0 0,-1 0 0,1 1 0,0-1 0,-1 1 0,1 0 1,-1 0-1,0 0 0,1 1 0,-1-1 0,0 1 0,-1 0 0,1-1 0,0 1 0,-1 1 0,4 4 0,1 2 75,-1 0 1,-1 1-1,1-1 1,-2 1-1,1 0 1,-2 1-1,1-1 1,1 15-1,27 240 1261,-6-35-917,-13-130-654,15 85-1166,-22-160 713,1-1 1,1 0-1,2 0 0,0-1 1,16 27-1,-16-34-437,1-1-1,1 0 1,0 0 0,20 19-1,-23-27-685,1 1 0,1-1 1,-1-1-1,16 9 0,14 1-7951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9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75 10657,'-32'50'2765,"19"-32"-1423,1 0-1,1 0 0,1 2 0,-13 33 1,-5 49 809,5 1 1,-19 185-1,38-233-1594,2 0 0,7 76 1,-4-127-492,0 1 0,1-1 0,-1 0 1,1 0-1,0 1 0,0-1 1,0 0-1,0-1 0,1 1 0,-1 0 1,1-1-1,0 1 0,0-1 1,0 0-1,1 0 0,5 4 0,-7-5-35,0-1 0,1 0 0,-1 0 0,0 0 0,1 0 0,-1 0 0,1-1-1,-1 1 1,1-1 0,-1 1 0,1-1 0,-1 0 0,1 0 0,-1 0 0,1 0-1,-1 0 1,4-2 0,38-12 199,-37 11-170,9-4 16,0-1-1,0-1 1,-1 0-1,-1-1 1,1-1-1,-2 0 0,17-18 1,2-6 57,41-56 0,32-71-319,11-15-1425,78-68-2285,-87 130-480,9 11-5632,-88 82 1972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9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0 10617,'-44'118'2420,"14"-70"-292,0-12-259,3 0-185,-3-3-564,3 4-208,-3 11-196,3-3-280,7 3-264,-3-3-304,6-2-536,4-1-520,3 0-504,3-9-493,4-15-2567,16 3-3721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9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15 11409,'-33'-6'1516,"19"-3"1648,1 21-3304,3 3-384,17 10-424,6 17-348,-3-24-528,-3 18-1528,3 21-1669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09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1 10113,'-40'38'6576,"36"-34"-6231,0 0 0,0 0 0,1 0 0,0 0 0,0 1 0,0 0-1,0-1 1,0 1 0,1 0 0,0 0 0,0 0 0,-2 10 0,-2 4 343,-51 177 3173,6-17-2486,40-151-1217,-108 266 618,106-259-724,12-31-31,-2-6 12,1 2-31,1-1 0,0 0 0,-1 1 0,1-1 0,0 0 0,-1 0 0,1 0 0,0 0 0,0 0 0,0 0 0,0 0 0,0-1 0,0 1 0,0 0 0,0-1 0,-1-1 0,2 0-5,0 0 0,0 0-1,0 0 1,0 0 0,0 0 0,1 0 0,-1 0 0,1 0 0,1-4 0,15-47-304,1 1-1,3 0 1,3 2-1,1 0 1,3 2 0,37-50-1,-22 42-72,2 2 0,2 2 1,3 2-1,81-65 0,-119 107 313,1 0-1,0 0 1,0 1 0,1 1 0,19-8 0,-30 14 55,1 0 1,-1 0 0,1 0 0,0 1-1,-1-1 1,1 1 0,-1 0 0,1 0-1,0 0 1,-1 1 0,1-1 0,-1 1-1,1 0 1,-1 0 0,1 0 0,-1 0-1,0 1 1,1 0 0,-1-1 0,0 1 0,0 0-1,3 3 1,-2-1 7,0-1 0,-1 0 0,0 1-1,1 0 1,-1 0 0,-1 0 0,1 0 0,-1 1 0,0-1 0,1 1-1,-2-1 1,1 1 0,-1 0 0,2 9 0,-1 12 3,-1 1 1,-1-1-1,-1 0 1,-1 1-1,-2-1 1,-6 26 0,-54 153-21,10-36 66,40-119-45,-15 68-33,26-103 40,1 0-1,1 0 0,0 0 0,1 0 1,3 25-1,-3-35-1,1 0 0,1 0 1,-1 0-1,1 0 0,0 0 1,0 0-1,0-1 0,0 1 1,1-1-1,0 0 1,0 0-1,0 0 0,1 0 1,-1 0-1,8 6 0,-4-6 15,-1 0 0,1 0 0,-1-1 0,1 1-1,0-2 1,1 1 0,-1-1 0,0 0 0,15 2-1,-8-3 20,1 0-1,-1-1 0,0 0 0,0-1 0,0-1 0,0-1 0,0 1 1,0-2-1,0 0 0,-1-1 0,14-6 0,-14 3-12,0 0 0,0 0-1,-1-2 1,0 1 0,0-2 0,-1 1-1,-1-1 1,19-25 0,-17 17-16,-1 0 0,0 0-1,-2-1 1,0-1 0,9-34 0,-7 10-11,-2 0 0,-3-1 0,-1 0 0,-3 0-1,-4-63 1,-1 51-1112,-20-107 0,1 103-4049,12 38-1261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10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18 10721,'45'-15'1948,"-36"12"3931,-6 4-4996,-1 0-803,0 0-1,1 0 1,-1 0 0,0 0-1,1 0 1,-1 0-1,0 0 1,0 1 0,0-1-1,0 1 1,0 0 0,-1-1-1,1 1 1,0 0-1,-1 0 1,1 0 0,-1 0-1,0 0 1,0 1-1,0-1 1,0 0 0,0 1-1,0-1 1,0 0 0,-1 1-1,1-1 1,-1 1-1,0 3 1,3 16 74,-1 1-1,-1 0 1,-1-1-1,-1 1 1,-1-1 0,-6 25-1,-39 134 278,36-140-391,-21 40 99,24-62-100,0 0 0,1 0 0,-4 21 0,10-37 74,4-4-87,5-4 47,1-1 0,-1 0 0,-1 0 0,1-1-1,-1 0 1,0 0 0,6-10 0,43-64 964,-20 25-387,-13 27-341,0 1 1,2 0-1,1 2 1,2 1 0,50-36-1,-72 57-262,0 0 1,0 1-1,0-1 0,0 1 0,1 1 0,0-1 0,-1 1 0,1 0 1,0 1-1,0-1 0,0 1 0,0 1 0,11 0 0,-13 0-18,1 1 0,-1 0 1,0 0-1,0 1 0,0 0 0,1 0 0,-1 0 0,-1 0 0,1 1 0,0 0 0,-1 0 0,1 0 0,-1 0 1,0 1-1,0-1 0,0 1 0,-1 0 0,4 5 0,3 6 19,-1 0 0,0 1 0,-1 0 0,-1 0 0,0 1 0,-1 0 1,-1 0-1,-1 0 0,0 1 0,-2-1 0,2 25 0,-3 23-365,-13 118 0,2-59-1370,-4 60-2472,-5-64-5919,9-74-17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11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40 11985,'-4'-4'965,"3"1"-8,-1 0 1,0 1-1,-1-1 1,1 0-1,0 1 1,-1 0-1,1 0 1,-1 0-1,0 0 1,1 0-1,-1 0 1,0 0-1,0 1 1,0 0-1,-7-2 1,12 6-593,0 1 0,0 0 1,-1 0-1,1 0 0,-1 0 1,0 0-1,0 4 0,-2 6-185,-1-1-1,0 1 1,-1-1-1,0 0 1,-1 0-1,-1-1 1,-9 20-1,3-4-40,-59 143-139,65-146 0,10-18 0,-3-5 0,-1-2 0,0 1 0,-1 0 0,1 0 0,0-1 0,-1 1 0,1 0 0,0-1 0,0 1 0,0 0 0,0-1 0,-1 0 0,1 1 0,0-1 0,0 1 0,0-1 0,0 0 0,0 0 0,0 1 0,0-1 0,0 0 0,0 0 0,0 0 0,0 0 0,0 0 0,0 0 0,0-1 0,0 1 0,0 0 0,2-1 0,33-14 0,-23 10 0,184-92 0,-128 67 2,56-21 1,-105 43-10,1 2 0,0 1 0,44-5 0,-56 9-46,0 1 0,1 1 0,-1-1 0,0 2 0,16 3 0,-23-4 33,0-1 0,0 1-1,0 0 1,0 0 0,0 0 0,0 0-1,0 0 1,0 0 0,-1 1-1,1-1 1,-1 0 0,1 1 0,2 3-1,40 50-438,-40-49 418,0 0-1,0 0 1,-1 0 0,0 1-1,0 0 1,0-1 0,-1 1 0,0 0-1,0 0 1,1 12 0,-2-12 8,0 0 1,1 0-1,-1 0 1,2-1 0,2 8-1,17 45-171,-21-58 202,0 0 1,0 0-1,0-1 0,0 1 1,0-1-1,0 1 0,0-1 0,0 1 1,0-1-1,0 1 0,0-1 1,0 0-1,0 0 0,0 0 0,1 1 1,-1-1-1,0 0 0,0 0 0,1-1 1,1 1-4,8 1 6,1-1-1,0-1 1,0 0-1,-1-1 1,1 0-1,-1-1 0,1 0 1,-1 0-1,16-9 1,-8 5-36,38-9 1,-50 15 30,0 0 0,0 0 0,0 1 0,1 0-1,-1 1 1,0-1 0,0 1 0,9 3 0,-1 1-4,0 1 1,21 11-1,-23-11 18,6 4-12,38 15 22,-52-24-15,-1 1 1,1-1 0,-1-1-1,1 1 1,0-1-1,-1 0 1,1 0 0,0 0-1,-1-1 1,1 1 0,5-3-1,12-3-7,-1-2-1,0-1 1,-1 0 0,0-1-1,-1-2 1,0 0 0,33-28-1,-4 6-165,-46 32 105,5 23-42,-3-10 71,-2 0 0,1 0 0,-1 1 0,1 13 0,-2-12-6,0-1 1,2 1-1,4 15 0,-6-24-19,0 0-1,1 0 1,0 0 0,0 0-1,0 0 1,0-1-1,1 1 1,-1 0 0,1-1-1,0 0 1,0 0-1,0 0 1,1 0 0,-1 0-1,1-1 1,-1 0 0,7 4-1,-4-4-38,-1-1-1,1 1 0,0-1 1,0 0-1,0 0 1,0-1-1,0 0 1,-1 0-1,1 0 1,0-1-1,0 1 0,9-4 1,-6 2 40,0-1 0,0 0 0,0-1 0,-1 0 0,1 0-1,-1-1 1,0 0 0,0-1 0,-1 0 0,0 0 0,0 0 0,8-9 0,6-11 29,-1-1 0,20-34 1,-21 30 455,29-34 0,-10 21 391,-37 43-794,0 1 0,-1 0 0,1-1-1,0 1 1,0 0 0,0 0 0,0 0-1,0-1 1,0 1 0,0 0 0,0 0-1,0 1 1,0-1 0,0 0 0,-1 0 0,1 0-1,0 0 1,0 1 0,1 0 0,1-1 61,-1 1-51,0-1 0,0 1-1,0-1 1,-1 1 0,1 0 0,0-1-1,0 1 1,-1 0 0,1 0 0,0 0-1,-1 1 1,1-1 0,-1 0 0,0 1-1,1-1 1,-1 1 0,0-1 0,0 1-1,0-1 1,0 1 0,0 0 0,0-1-1,0 1 1,-1 0 0,1 0 0,-1 0-1,1 0 1,-1 0 0,0-1 0,1 1 0,-1 4-1,0 6 55,0 0 1,0 0-1,-1 0 0,-2 14 0,-25 118-132,27-139-80,-1 0 0,1 1 0,0-1 0,0 1 0,1 0 0,0-1 0,0 1 0,0-1 0,0 1 0,1 0 0,0-1 0,0 1 0,1-1 0,-1 0 0,4 7 0,-1-2-146,-2-5-66,0 0 0,1 0-1,0-1 1,0 1 0,1-1-1,-1 1 1,1-1 0,0 0-1,0 0 1,0-1 0,0 1-1,1-1 1,0 0 0,-1 0-1,1-1 1,8 4 0,-7-3-647,1-1 0,0 0 0,1 0 0,-1 0 0,0-1 0,0 0 0,1 0 0,-1-1 0,1 0 0,-1 0 0,12-2 0,11-4-6863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11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14 12225,'-70'-12'2026,"68"11"-1857,0 1 1,0 0 0,0-1 0,0 1-1,0 0 1,-1 0 0,1 0 0,0 0-1,0 1 1,0-1 0,0 1 0,0-1-1,0 1 1,0 0 0,0-1 0,-3 3-1,2-1 253,0 0 2843,9-2-2575,266 25-80,142 26-5791,-405-50 5034,63 8-1400,0 2 0,-1 4 1,87 30-1,-123-29 2366,-5 7 7929,-36-64-9997,2 9-6686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12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411 172 13177,'-3'-6'378,"0"-1"-1,1 1 1,0-1-1,0 1 1,0-1-1,1 0 1,0 0-1,1 1 1,-1-1-1,2-13 1,-1 14 270,-1 1 0,0-1 0,0 0 1,0 0-1,0 1 0,-1-1 1,-4-9-1,-5-16 2512,3 47-869,-20 56-1622,-114 271 3462,33-92-4131,86-189 0,2 0 0,-13 75 0,32-126 0,0 1 0,1-1 0,1 0 0,-1 0 0,2 1 0,-1-1 0,2 0 0,-1 0 0,2 0 0,-1 0 0,1 0 0,6 12 0,-5-15 0,0-1 0,0 0 0,1 0 0,0 0 0,0-1 0,0 1 0,1-1 0,0 0 0,1-1 0,-1 0 0,1 0 0,0 0 0,0-1 0,1 0 0,-1 0 0,16 5 0,-6-4-4,0-1-1,0 0 1,1-1-1,-1-1 1,21 0 0,90-8-81,-91 1 16,1-1 0,-1-2-1,0-1 1,54-23-1,135-71-353,-214 97 349,0 0 0,-1-1 1,0 0-1,0-1 0,-1 0 1,1-1-1,11-14 0,-22 23 73,0 0-1,0 0 1,0 0 0,0 0-1,0 0 1,0 0 0,0 0-1,0 0 1,0 0 0,-1 0-1,1 0 1,0 0 0,0 0-1,0 0 1,0 0-1,0 0 1,0 0 0,0 0-1,0 0 1,-1 0 0,1 0-1,0 0 1,0 0 0,0 0-1,0 0 1,0 0 0,0 0-1,0 0 1,0 0-1,0 0 1,0 0 0,0 0-1,-1 0 1,1 0 0,0 0-1,0-1 1,0 1 0,0 0-1,0 0 1,0 0 0,0 0-1,0 0 1,0 0-1,0 0 1,0 0 0,0 0-1,0 0 1,0-1 0,0 1-1,0 0 1,0 0 0,0 0-1,0 0 1,0 0 0,0 0-1,0 0 1,0-1 0,-12 1-46,-1 0 1,1 1 0,0 0-1,-1 1 1,1 0 0,0 0-1,0 2 1,-13 4 0,8-1-51,-1 1 0,1 1 0,1 0 1,0 1-1,-17 13 0,28-18 73,0 0 0,1-1 0,0 2 0,-1-1 0,2 0 0,-1 1 1,1 0-1,0 0 0,-3 6 0,6-10 20,1 1 1,-1-1 0,0 0 0,1 0-1,0 0 1,-1 0 0,1 0-1,0 0 1,0 0 0,0 0-1,0 0 1,1 0 0,-1 0-1,2 2 1,-1-2-3,5 7 1,1 0 0,1-1 0,-1 0-1,2 0 1,-1 0 0,1-2-1,18 11 1,-1 0-1,25 18-1601,99 48 1,-119-69-954,46 13 0,-51-19-911,1-2 0,34 3-1,5-3-4674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13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422 102 3916,'-22'-31'1338,"21"31"-1285,1 0-1,0 0 0,0 0 0,-1-1 0,1 1 1,0 0-1,0 0 0,-1 0 0,1 0 0,0 0 0,0 0 1,-1 0-1,1-1 0,0 1 0,0 0 0,-1 0 0,1 0 1,0 0-1,-1 0 0,1 0 0,0 0 0,0 0 0,-1 1 1,1-1-1,0 0 0,-1 0 0,1 0 0,0 0 1,0 0-1,-1 0 0,1 0 0,0 1 0,0-1 0,0 0 1,-1 0-1,1 0 0,0 1 0,0-1 0,0 0 0,-1 1 1,-10 12 442,5-7 2563,4-4-2884,0-1 0,0 1 0,1-1 0,-1 1 0,1-1 0,-1 1 0,1 0 0,-1 0 0,0 2 0,19-2-16,0-1 1,0 0-1,0-1 0,0-1 0,22-4 0,-18 1 2370,39-14 0,-60 17-2421,0 0 0,0-1 0,0 1 1,0-1-1,0 1 0,0-1 0,0 1 1,0 0-1,-1-1 0,1 1 0,0 0 1,-1-1-1,0-1 0,0 2 29,1-1-37,-1 0 0,1 0 0,-1 0 0,0-1 0,0 1 0,0 0 0,0 0 0,-1 0 0,1 0 1,-1 1-1,1-1 0,-1 0 0,1 1 0,-1-1 0,0 1 0,0-1 0,0 1 0,1 0 0,-2-1 1,-1 0-1,-7-2 225,1 1 0,-1 0 0,0 1 0,0 0 1,-14 0-1,-106-7 1365,107 8-1434,0 1 1,0 1-1,0 1 0,-40 9 1,51-7-177,-1 0-1,1 1 1,0 1 0,0 0 0,0 0 0,1 2-1,-16 11 1,25-16-121,0-1-1,0 1 1,0 0-1,0 1 1,1-1-1,0 0 1,-1 1-1,1 0 1,0-1-1,1 1 1,-1 0-1,1 0 1,-1 0-1,1 0 1,0 0-1,1 0 1,-1 0-1,1 1 1,0-1-1,0 0 1,0 0-1,0 0 1,1 0-1,0 0 1,-1 1-1,4 5 1,-3-6-25,0 0 0,1 0 0,-1 0 1,1 0-1,0-1 0,0 1 0,1 0 1,-1-1-1,1 0 0,-1 1 0,1-1 0,0 0 1,0-1-1,1 1 0,-1 0 0,1-1 1,-1 0-1,1 0 0,0 0 0,-1 0 1,1-1-1,0 1 0,0-1 0,0 0 0,5 1 1,129-3 1429,-48-2 1296,-86 3-2510,1 0-1,-1 1 1,1-1 0,-1 1-1,1 0 1,-1 0 0,1 0-1,-1 1 1,0 0-1,0-1 1,1 1 0,-1 1-1,-1-1 1,1 1 0,6 5-1,-5-3-49,-1 0 0,0 0 0,0 0 0,0 1 0,-1-1-1,0 1 1,0 0 0,0 0 0,-1 0 0,2 7 0,0 6-82,0 1 1,-1-1 0,-2 1 0,0 0-1,0 0 1,-5 29 0,-2 36-1747,-7 51-7619,5-87 2350,-1-3-4623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15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1 168 2776,'1'0'200,"0"0"1,0 0-1,1 0 0,-1 0 0,0 0 1,1 0-1,-1 0 0,0 0 0,0 0 0,1-1 1,-1 1-1,0-1 0,0 1 0,1-1 1,-1 1-1,2-2 0,0-1-140,1 0-1,-1 0 1,0 0-1,0-1 1,0 1 0,3-5-1,1-1 470,-6 7 730,-1-5-638,-1 0 1,0-1-1,0 1 0,-1 0 1,0 0-1,-6-13 1,7 17 394,0 2-924,0 0 1,0 0-1,0 0 0,1-1 0,-1 1 0,0 0 1,1 0-1,-1-1 0,1 1 0,-1 0 0,1-1 0,0 1 1,-1-3-1,-1-6 4853,0 1-4980,0-8 1031,2 17-979,0 0 0,1-1 1,-1 1-1,1 0 1,-1 0-1,0 0 1,1-1-1,-1 1 1,0 0-1,1 0 1,-1 0-1,1 0 1,-1 0-1,0 0 1,1 0-1,-1 0 1,1 0-1,-1 0 1,1 0-1,-1 0 1,0 0-1,1 0 1,-1 0-1,1 0 1,-1 0-1,0 0 1,1 0-1,-1 1 1,1-1-1,-1 0 0,0 0 1,1 1-1,-1-1 1,0 0-1,1 0 1,-1 1-1,0-1 1,1 1-1,8 2 12,0 1-1,1-1 0,-1-1 1,1 0-1,-1 0 0,1-1 1,15 0-1,0 1-13,244 9-1277,-195-10 367,101-6-2157,28 0-4988,-136 10 2402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16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18 5465,'-61'-5'4793,"41"4"-2752,0 0-1,-33-9 1,49 9-1271,3 2-624,-1-1 0,0 1 0,0-1 0,0 1 0,0-1 0,1 1 0,-1 0 0,0 0 0,1 0 0,-3 1 0,-4 2 2240,46 4-2290,0-2-1,1-2 1,62-1 0,40-1-1068,340 13-4237,-146-17-1142,-156 2 342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17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301 113 5304,'-1'-1'67,"1"1"-1,-1 0 1,1-1-1,-1 1 1,1-1-1,-1 1 1,1-1-1,-1 1 0,1-1 1,0 0-1,-1 1 1,1-1-1,0 1 1,0-1-1,-1 0 1,1 1-1,0-1 0,0 0 1,0 1-1,0-1 1,0 0-1,-1 1 1,1-1-1,1 0 1,-1 1-1,0-1 0,0 0 1,0 0-1,0 0-5,1 0 0,-1 1 0,0-1-1,0 0 1,0 1 0,0-1 0,0 0-1,0 1 1,0-1 0,0 0 0,0 1 0,-1-1-1,1 0 1,0 1 0,0-1 0,0 0-1,-1 1 1,1-1 0,0 1 0,-1-1-1,1 0 1,-1 1 0,1-1 0,-1 1-1,1-1 1,-1 1 0,1 0 0,-1-1-1,-11-9 1077,10 8-15,1-2-67,-4-21 712,-2-10-176,7 35-1555,0 0-1,0 0 0,0 0 0,0 0 1,0 0-1,-1 0 0,1 1 0,0-1 1,0 0-1,0 0 0,0 0 0,0 0 1,0 0-1,0 0 0,0 0 0,0 0 1,0 0-1,0 0 0,0 0 0,-1 0 0,1-1 1,0 1-1,0 0 0,0 0 0,0 0 1,0 0-1,0 0 0,0 0 0,0 0 1,0 0-1,0 0 0,0 0 0,0 0 1,0 0-1,0 0 0,0 0 0,0 0 0,0 0 1,0 0-1,-1 0 0,1 0 0,0-1 1,0 1-1,0 0 0,0 0 0,0 0 1,0 0-1,0 0 0,-1 20 2946,-2 47-1680,-4 0 1,-23 101-1,-58 180 886,36-153-1902,24-74-3204,-18 188 0,43-230-631,7-43-2585,2-10-2107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18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8189,'35'9'1418,"-1"-1"0,38 3 0,-18-3-430,-1 2 1,0 3-1,-1 2 1,57 24-1,-78-27-730,-1 2-1,0 1 1,38 26-1,-55-33-190,-1 1-1,0 1 0,-1 0 0,0 1 0,-1 0 0,0 0 1,-1 1-1,0 1 0,12 21 0,-20-31-51,0 0 0,0 0 0,0 1 1,-1-1-1,1 1 0,-1-1 0,0 0 0,0 1 0,0-1 0,0 1 1,0-1-1,-1 1 0,0-1 0,1 0 0,-1 1 0,-1-1 0,1 0 0,-3 5 1,0 0-5,0-1 1,-1 1-1,0-1 1,0 0-1,-1-1 1,-6 7-1,3-5 6,0-1 0,-1 0 1,0-1-1,0 0 0,0 0 0,-1-1 0,-19 6 0,-84 18 44,104-27-66,0-1 1,0 0-1,-19-1 0,27 0-7,0 0 0,0 0-1,0 0 1,0-1 0,0 1 0,0-1-1,0 0 1,0 1 0,0-1 0,0 0-1,-2-2 1,4 3 3,-1-1 0,1 1 0,-1-1 0,1 1 0,-1-1 0,1 0 0,0 1 0,-1-1 0,1 0-1,0 1 1,-1-1 0,1 0 0,0 0 0,0 1 0,0-1 0,0 0 0,-1 0 0,1 0 0,0 1 0,0-1 0,1 0 0,-1 0 0,0 1 0,0-1-1,0 0 1,0 0 0,1 1 0,-1-1 0,1-1 0,2-3-72,1-1 0,0 1 0,0 1 0,0-1 0,0 0 0,1 1 1,0 0-1,0 0 0,0 1 0,0-1 0,1 1 0,8-4 0,4-3-98,28-17-205,2 3 0,0 2-1,2 2 1,0 2-1,86-18 1,-117 32 301,0 1-1,0 1 1,20 1-1,-32 1 83,0 0 1,-1 0-1,1 0 0,-1 1 0,0 0 1,1 1-1,-1 0 0,0 0 1,0 0-1,0 0 0,0 1 0,7 4 1,-11-3 33,1 0 0,-1 0-1,0 1 1,0-1 0,0 1 0,-1-1 0,1 1 0,-1 0 0,0 0 0,0-1 0,-1 1-1,0 7 1,2 1-22,-1-2 41,1-1 0,0 0 0,0 0 0,8 18 0,-8-25-40,0 0-1,0 0 0,0 1 1,0-1-1,0-1 0,1 1 1,-1 0-1,1-1 0,0 1 1,0-1-1,0 0 0,0 0 1,0 0-1,0 0 0,0-1 1,1 1-1,3 0 0,6 2 5,0-1-1,1-1 1,-1 0-1,1-1 0,-1 0 1,1-1-1,-1-1 1,1 0-1,-1-1 0,22-5 1,-5-1-7,-1-2-1,0-1 1,47-24 0,-65 29 26,0 0 0,0-1-1,0 0 1,-1-1 0,0 0 0,-1-1 0,1 0-1,-2-1 1,1 0 0,-1 0 0,-1 0-1,0-1 1,-1 0 0,0-1 0,0 1 0,-1-1-1,-1 0 1,4-14 0,-8 23 609,2 8-347,29 106 250,33 224-1,-54-253-425,1 127 0,-13-165-101,-1-1 0,-2 0 1,-2 0-1,-20 70 0,11-63 37,-43 87-1,48-115-2,-1-2-1,-1 1 0,0-2 1,-2 0-1,0 0 0,-24 20 0,11-21 95,16-12-98,13-30-43,1 14-19,1 0 0,1 0 1,0 0-1,0 1 0,1 0 1,7-12-1,43-54-336,-20 29 17,122-180-1829,90-122-627,276-352 1425,-513 686 1541,-8 10-67,1 1-1,-1 0 1,0-1 0,1 1 0,0 0-1,-1 0 1,1 1 0,0-1-1,1 0 1,-1 1 0,4-3 0,-6 5-53,-1 0 1,1 0 0,-1-1-1,1 1 1,-1 0 0,0 0-1,1-1 1,-1 1 0,1 0-1,-1 0 1,1 0 0,0 0 0,-1 0-1,1 0 1,-1 0 0,1 0-1,-1 0 1,1 0 0,-1 0-1,1 0 1,-1 0 0,1 1-1,-1-1 1,1 0 0,-1 0-1,1 0 1,-1 1 0,0-1-1,1 0 1,-1 1 0,1-1-1,-1 0 1,0 1 0,1-1 0,0 1-1,-1 1 17,1 0 0,-1-1 0,1 1 0,-1 0 0,1 0 0,-1 0 0,0 0 0,0 0 0,0-1 0,0 5 0,-13 56 418,12-58-385,-14 53 290,-9 31-1334,-22 161 1,44-233 250,2 1 0,0 0 1,3 20-1,10 23-5088,2-20 535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19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1 345 6693,'4'-2'1511,"54"-21"855,132-46 255,414-132-1059,-456 156-1522,-146 44-19,1 0 0,0 0-1,0 0 1,0 1 0,0 0 0,0-1-1,0 1 1,-1 0 0,1 1-1,0-1 1,0 0 0,0 1-1,0 0 1,0-1 0,0 1-1,-1 0 1,1 1 0,0-1 0,3 2-1,-4-1-2,0 1 1,0-1-1,0 0 0,0 1 0,0-1 0,-1 1 1,1 0-1,-1-1 0,0 1 0,0 0 0,0 0 1,0 0-1,0 0 0,0 0 0,-1 4 0,1 9 38,-1 0-1,0 0 0,-1 0 0,-1 0 0,-7 25 0,-1 1 4,3-1 0,1 1 0,-1 53 0,6-64-85,0-16-148,0 1-1,1-1 0,1 0 1,0 0-1,5 16 0,-6-28 139,1 0 0,0 0 0,0-1 0,0 1 0,0-1 0,0 1 0,1-1 0,-1 1 0,1-1 0,0 0 0,0 1-1,0-1 1,0 0 0,0 0 0,0 0 0,0-1 0,1 1 0,-1 0 0,0-1 0,1 0 0,0 0 0,-1 1 0,1-1 0,0-1 0,-1 1 0,1 0 0,0-1 0,0 1-1,0-1 1,-1 0 0,1 0 0,6-1 0,14-2-81,-1-2-1,1-1 1,-1-1 0,30-13-1,-33 13 89,14-7 66,-19 8 46,-1 1 0,1 0 0,0 0 0,0 2 0,27-5 1,-27 7 43,0-1 0,0 2 0,1 0 1,-1 1-1,0 0 0,0 1 1,-1 0-1,1 2 0,0-1 0,19 9 1,91 41 803,-118-52-893,-1 0 1,0-1-1,1 1 0,-1-1 0,1 0 1,-1-1-1,0 1 0,1-1 1,-1 0-1,6-2 0,-3 1 31,-3 2 45,1 0 1,0 0-1,-1 0 1,1 0 0,-1 1-1,1 0 1,-1 0 0,1 1-1,-1-1 1,0 1 0,0 0-1,10 6 1,8 5 291,28 22-1,-34-24-301,3 3-7,1 0 0,0-2 1,1 0-1,1-1 0,0-2 0,46 14 0,-38-16-50,-2 1 30,51 6 0,-71-13-84,-1 0 0,0-1-1,0 0 1,1-1 0,-1 0 0,0 0 0,0-1 0,0 0-1,0 0 1,0-1 0,9-4 0,-16 7 2,0 0 1,0 0 0,0-1-1,-1 1 1,1 0-1,0-1 1,0 1-1,0-1 1,0 1-1,0-1 1,-1 1 0,1-1-1,0 0 1,-1 1-1,1-1 1,0 0-1,-1 0 1,1 1 0,-1-1-1,1 0 1,-1 0-1,1 0 1,-1 0-1,0 0 1,1 0-1,-1 1 1,0-1 0,0 0-1,1 0 1,-1 0-1,0 0 1,0 0-1,0 0 1,0 0 0,-1 0-1,1 0 1,0 0-1,0 0 1,0 0-1,-1 0 1,1 0 0,-1 0-1,1 1 1,-1-1-1,0-1 1,-1-2 1,0 0 1,0 0-1,0 0 1,-1 1-1,0-1 0,0 1 1,0-1-1,0 1 1,0 0-1,-1 0 1,1 1-1,-1-1 0,0 1 1,0-1-1,-4-1 1,-12-5-103,-40-12 1,41 15 3,-309-99-5504,264 88 1483,11 6-2354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19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10133,'12'-17'753,"12"-24"1996,-23 38-146,3 5-1586,4 1-864,-1 1-1,0-1 1,0 1-1,0 1 1,0-1 0,-1 1-1,0 1 1,0-1 0,0 1-1,-1 0 1,0 0-1,0 0 1,0 1 0,-1 0-1,0 0 1,5 11 0,4 13 117,-2 1 0,14 55 0,-22-69-221,0 0-1,-2 0 1,0-1 0,-1 1 0,-4 34-1,2-22 76,1 37-1,-3 5 196,19-89-265,38-61-10,-33 47-44,28-34 0,-26 38 4,2 2 0,0 0 0,2 1 0,0 2 0,44-28 0,-61 44-8,0 1 0,0 0-1,1 0 1,0 1 0,0 0 0,0 1 0,0 0 0,1 1 0,-1 0-1,1 0 1,-1 1 0,1 1 0,0 0 0,-1 0 0,1 1 0,0 0-1,-1 1 1,1 0 0,-1 1 0,0 0 0,0 1 0,10 4 0,-4 1-34,0 1 1,0 0 0,-1 1 0,-1 1-1,0 0 1,-1 1 0,0 1 0,16 21 0,4 13-964,37 70 1,18 27-3096,-18-50-2410,-37-49 883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19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21 10565,'-9'-17'1843,"8"16"-1762,1 1 1,-1 0 0,1-1-1,-1 1 1,1 0 0,-1 0-1,1-1 1,-1 1 0,1 0 0,-1 0-1,1 0 1,-1 0 0,1-1-1,-1 1 1,1 0 0,-1 0-1,1 0 1,-1 0 0,0 0-1,1 0 1,-1 1 0,1-1 0,-1 0-1,1 0 1,-1 0 0,0 1-1,-2 0 1538,0 0-248,-1 0-1174,-1 0-1,1 1 1,-1 0-1,1 0 1,0 0-1,0 0 1,0 1 0,0-1-1,1 1 1,-1 0-1,1 0 1,-1 1 0,1-1-1,0 1 1,1 0-1,-1-1 1,0 1 0,1 0-1,0 0 1,-2 6-1,-2 7-21,1 0-1,0 1 1,2-1-1,0 1 0,0 0 1,2 0-1,1 0 1,0 0-1,1 0 0,6 31 1,6 14 172,35 100 0,-46-158-336,4 14 32,2-1 1,1 0-1,0 0 0,1-1 1,1 0-1,1 0 0,0-1 1,20 19-1,-24-27-21,1 0 0,0-1 0,0 0 0,1 0 0,0-1 0,21 10 0,-24-14-9,0 1 0,0-1 0,0-1-1,0 1 1,0-1 0,0 0 0,1-1-1,-1 0 1,0 0 0,0 0 0,15-4-1,-9 1-4,-1-1 0,1-1 0,-1 0 0,0-1-1,0-1 1,-1 1 0,0-2 0,0 1 0,-1-2-1,0 1 1,0-1 0,-1-1 0,15-18 0,4-11-302,-2-2 1,30-62 0,-47 87 65,12-25-610,-9 15-450,2 1 0,0 0 0,2 1 0,26-33 0,-4 20-4023,-3 4-3170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20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198 383 8421,'30'-23'1378,"-18"14"-200,0 0 1,-1-1 0,0 0-1,-1-1 1,18-23-1,-21 24-738,-1-1-1,-1 1 1,1-1-1,-2 0 1,0-1 0,0 1-1,-1-1 1,0 0-1,1-18 1,-4 26-393,1 0 0,-1 1 0,-1-1 0,1 0 1,0 0-1,-1 0 0,0 0 0,0 1 0,0-1 0,-1 0 0,1 1 1,-1-1-1,1 1 0,-1 0 0,0-1 0,-1 1 0,1 0 0,-1 0 1,1 0-1,-1 1 0,0-1 0,0 1 0,0-1 0,0 1 0,0 0 1,-1 0-1,1 0 0,-1 1 0,1-1 0,-1 1 0,1 0 0,-1 0 1,-7-1-1,4 1 13,0 0 1,0 1-1,1 0 1,-1 0 0,0 0-1,0 1 1,0 0-1,1 0 1,-1 1-1,0 0 1,1 0 0,0 1-1,-1-1 1,-7 6-1,-3 2 99,0 2 0,0 0 0,-21 20 0,31-25-103,0 1 0,1-1 0,0 1 0,0 0 1,1 1-1,0-1 0,1 1 0,-1 0 0,2 1 0,-5 15 0,1 0-2,3 0-1,-5 48 1,9-60-184,0-1 1,0 0-1,1 0 1,1 0-1,0 0 1,0 0-1,1 0 1,1 0 0,0-1-1,1 1 1,0-1-1,0-1 1,1 1-1,1-1 1,0 0-1,0 0 1,15 15-1,-10-14-467,0 0 0,1-1 0,0-1 0,0 0 0,1-1 0,0 0 1,1-1-1,-1-1 0,1 0 0,0-1 0,1-1 0,29 5 0,-36-8 154,1-1 0,0 0 0,-1 0 0,1-1 0,0 0 0,-1 0 0,1-1 0,-1-1 0,0 0 0,0 0 0,0 0 0,0-1 0,0-1 0,-1 1 0,0-2 0,0 1 0,14-13 0,-16 13 362,-1-2 0,1 1 1,-1-1-1,0 0 0,0 0 0,-1 0 1,0-1-1,4-10 0,-1 0 279,-2-1 0,0 0-1,-1 0 1,-1 0 0,1-27-1,30-177 3265,-28 194-2681,-4 17-472,0 0-1,1 1 0,0-1 0,1 1 0,1 0 0,6-13 0,-9 21-262,-1 1 0,1 0 0,-1 0 0,1 0 1,0 0-1,0 0 0,0 0 0,0 0 0,0 1 0,0-1 0,1 1 0,-1 0 0,0 0 0,1-1 0,-1 1 1,1 1-1,-1-1 0,1 0 0,0 1 0,-1-1 0,1 1 0,0 0 0,-1 0 0,1 0 0,0 0 0,-1 0 0,1 1 1,0-1-1,-1 1 0,1-1 0,-1 1 0,1 0 0,3 2 0,3 2-13,1 0 1,-2 0-1,1 1 1,-1 0-1,0 1 0,0-1 1,-1 1-1,0 1 0,0 0 1,0 0-1,-1 0 0,-1 1 1,1-1-1,-1 1 0,5 13 1,-1 0 3,-1-1 0,-1 1 1,-1 0-1,-1 1 0,4 44 0,-7-50 209,-1-1 0,-1 1-1,-1 0 1,0 0-1,-2-1 1,1 1-1,-9 25 1,10-39 796,-3-31-268,0-4-572,7 19-146,0 0 0,1 1 0,0 0 0,1 0 0,0 0 0,1 0 1,1 1-1,-1 0 0,14-16 0,4-3-543,56-52-1,-41 47-1390,56-37-1,1 10-4013,-23 23-1353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20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181 226 8737,'0'-8'616,"0"0"0,0 0 0,-1 0-1,-1 0 1,1 1 0,-1-1 0,-1 1 0,1-1 0,-1 1 0,-1 0 0,1 0 0,-7-10 0,4 8 134,1-1 1,1 0 0,0 0 0,-5-18 0,9 25-650,0-1-1,0 1 1,0 0 0,1 0-1,-1 0 1,1 0 0,0 0-1,0 0 1,0 0 0,3-5-1,-2 2 92,-2 6-186,0 0 0,0-1 0,0 1 0,1 0 0,-1 0 0,0 0 0,0 0 0,0-1 0,0 1 0,0 0 0,0 0 0,0 0 0,0 0 0,0-1 0,0 1 0,1 0 0,-1 0 0,0 0 0,0 0 0,0 0 0,0 0 0,1 0 0,-1-1 0,0 1 0,0 0 0,0 0 0,0 0 0,1 0 0,-1 0 0,0 0 0,0 0 0,0 0 0,0 0 0,1 0 0,-1 0 0,0 0 0,0 0 0,0 0 0,1 0 0,-1 0 0,0 0 0,0 0 0,0 0 0,13 0 108,-9 0-89,0-1 1,0 1-1,0 0 0,0 0 1,-1 0-1,1 1 1,0 0-1,0 0 0,0 0 1,0 0-1,-1 0 0,1 1 1,-1-1-1,1 1 0,4 3 1,-1 1-5,0 0 0,0 0 0,0 0 0,-1 1 0,0 0 0,-1 0 0,0 1 0,0 0 0,0 0 0,-1 0 0,0 0 0,5 17 0,-5-11-23,-2-1 1,0 1 0,0-1-1,-1 1 1,-1 0 0,0-1-1,-1 1 1,-2 13 0,-3 2-64,-1-1 1,-1-1-1,-1 1 0,-2-1 1,-1-1-1,-1 0 1,-28 42-1,23-42 29,-2-2-1,0 0 0,-2-2 1,0 0-1,-2-2 0,-41 29 1,62-47-33,25-19 88,15-13 0,1 3 1,1 0-1,60-28 1,-5 15 246,-81 35-238,-11 6-25,0-1 1,0 0-1,1 0 0,-1 1 1,0-1-1,0 1 1,0 0-1,0 0 0,0 0 1,0 0-1,0 0 1,0 0-1,0 0 0,0 1 1,0-1-1,-1 1 1,1-1-1,2 5 0,-2-3-40,-1 0 0,0 1-1,0 0 1,0-1-1,0 1 1,-1 0 0,1-1-1,-1 1 1,0 0-1,-1 7 1,-6 39-1009,5-39 708,-2 6-1099,2 1-1,0 0 1,1 18 0,7 0-4184,3-12-685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20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8 206 6165,'-7'-67'1228,"14"43"-276,6-18-240,-3 30-300,0-9-544,3 3 96,8 12-332,-1-3-264,0 6-308,0 0-1197,10 9-103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21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0 4772,'-12'59'1599,"12"-58"-1476,-1 1 0,0 0 0,0-1 0,0 1 0,0-1 1,0 0-1,0 1 0,0-1 0,-1 0 0,1 1 0,0-1 0,-1 0 1,1 0-1,-1 0 0,1-1 0,-1 1 0,0 0 0,-2 0 0,3 0 2,-1 0 0,1-1 0,-1 1 0,1 0 0,-1 0 0,1-1 0,0 1 0,-1 0 0,1 0 0,0 1 0,0-1 0,0 0 0,-1 0 0,1 1 0,-1 1 0,-1 3 166,-1 0 0,1 1 0,0-1 1,1 1-1,0 0 0,0 0 0,0 0 1,1 0-1,0 0 0,0 0 0,1 0 1,0 0-1,0 0 0,0 0 0,1 0 0,0 0 1,1 0-1,0 0 0,0 0 0,0 0 1,5 9-1,-3-7-81,0 0 0,1-1 0,0 0 0,0 1 0,1-1 0,0-1-1,0 1 1,12 9 0,-14-14-143,0 0 0,0 0 0,0-1 0,0 1 0,0-1 0,1 0 0,-1-1 0,0 1 0,1-1-1,0 0 1,-1 0 0,1 0 0,0 0 0,-1-1 0,1 0 0,0 0 0,0 0 0,-1-1 0,7-1 0,-8 2-31,1-1 1,-1 0-1,1 0 1,-1 0-1,1-1 1,-1 1-1,0-1 1,1 0-1,-1 0 1,0 0-1,0 0 1,-1-1-1,1 1 1,0-1 0,4-5-1,-6 6-20,0-1 0,1 0 0,-1 1 0,0-1 0,-1 0-1,1 0 1,0 1 0,-1-1 0,0 0 0,1 0 0,-1 0 0,0 0 0,0 1 0,-1-1-1,1 0 1,-1 0 0,1 0 0,-1 0 0,0 1 0,0-1 0,0 0 0,-2-2 0,-3-6-17,-1 0 0,0 1 1,-1 0-1,0 0 0,-1 1 0,0 0 1,-17-13-1,-75-49-1038,13 18-4320,87 52 5093,0 1 1,1-1 0,-1 1-1,0-1 1,0 1 0,1-1-1,-1 1 1,0 0 0,0-1-1,0 1 1,1 0 0,-1 0-1,0 0 1,0-1 0,0 1-1,0 0 1,-1 0 0,-3 0-1129,-14-3-4343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21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20 6305,'0'0'118,"0"-1"0,-1 1 1,1-1-1,0 0 0,0 1 1,0-1-1,0 1 0,0-1 1,0 0-1,0 1 1,0-1-1,0 1 0,0-1 1,0 0-1,1 1 0,-1-1 1,0 1-1,0-1 1,1 1-1,-1-1 0,0 0 1,6-6 8864,-9 53-8264,-2-1 0,-19 83 1,9-60-524,14-61-170,0 0 0,1 1 0,-1-1 0,2 0 0,-1 0 0,1 1 0,0-1 0,0 0 0,3 11 0,-4-18-26,0 0 0,0 0 0,1 0 0,-1 0 0,0 0 1,0 1-1,0-1 0,0 0 0,0 0 0,0 0 0,0 0 0,0 0 0,0 1 1,0-1-1,0 0 0,0 0 0,0 0 0,1 0 0,-1 0 0,0 0 0,0 1 1,0-1-1,0 0 0,0 0 0,0 0 0,1 0 0,-1 0 0,0 0 0,0 0 1,0 0-1,0 0 0,0 0 0,1 0 0,-1 0 0,0 0 0,0 0 0,0 0 1,0 0-1,1 0 0,-1 0 0,0 0 0,0 0 0,0 0 0,0 0 0,0 0 1,1 0-1,-1 0 0,0 0 0,18-4 11,-1 0 0,1-1 0,-1-1 0,-1-1 0,1 0 0,24-15 0,-25 13-40,0 1 0,0 0 0,1 1 0,0 0 0,0 2 0,0 0 0,36-5 0,-37 9-490,-1 1 0,0 0 0,28 5 0,-31-2-538,-1 0-1,0 0 1,16 8 0,0-1-3253,8 4-2448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20:21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52 8357,'3'-34'2124,"4"19"2780,-27 15-6196,-1-3-152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0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263 619 9965,'-86'37'4398,"-68"33"1602,132-57-4981,35-20-251,31-13-443,18-4-174,-2-2 1,-1-3-1,66-43 0,-102 57-135,-2-1 1,0-1-1,0 0 1,-2-1-1,0-2 1,-2 0-1,0-1 1,-1 0-1,-1-1 1,21-42-1,-24 31 0,-2-1 0,-2 0-1,-1 0 1,4-48-1,-11 79-13,2-11 22,-2 1 0,0-1 0,-3-25 0,2 32 8,1 7-29,0 0 0,0 0 1,0 0-1,0 0 0,0 0 1,0 0-1,-1 1 0,1-1 0,0 0 1,0 0-1,0 0 0,0 0 1,0 0-1,0 0 0,0 0 0,-1 0 1,1 0-1,0 0 0,0 0 1,0 0-1,0 0 0,0 0 1,0 0-1,0 0 0,-1 0 0,1 0 1,0 0-1,0 0 0,0 0 1,0 0-1,0 0 0,0-1 0,0 1 1,0 0-1,-1 0 0,1 0 1,0 0-1,0 0 0,0 0 0,0 0 1,0 0-1,0 0 0,0 0 1,0-1-1,0 1 0,0 0 0,0 0 1,0 0-1,0 0 0,0 0 1,0 0-1,0 0 0,0-1 1,-1 1-1,1 0 0,0 0 0,1 0 1,-1 0-1,0 0 0,0 0 1,0-1-1,-11 9 185,1 1 0,0 0 0,0 0 0,1 1 0,0 0 0,1 1 0,0 0 0,1 0 0,0 0 0,-10 24 0,-3 16 428,-20 71 0,28-81-356,-108 453 1497,35 8-985,60-344-593,25-156-177,-73 477 372,29 2-286,44-461-119,-2 8-32,4 45 1,-2-67 19,1-1 1,-1 0-1,1 0 0,1 0 1,-1 0-1,0 0 1,1 0-1,0 0 1,0-1-1,1 1 0,0-1 1,-1 1-1,1-1 1,0 0-1,5 5 0,-6-8-20,0 0-1,0 0 0,0 0 0,0 0 0,0 0 1,0-1-1,0 1 0,0 0 0,0-1 1,0 0-1,1 1 0,-1-1 0,0 0 0,0 0 1,0-1-1,0 1 0,1 0 0,-1-1 1,0 1-1,4-2 0,34-18-733,-30 12 616,-1 0 1,0 0 0,0-1-1,0-1 1,-1 1-1,0-2 1,-1 1 0,-1-1-1,1 0 1,-2 0 0,1 0-1,5-20 1,-3 5-57,-1-1 1,0 0-1,-3-1 0,3-46 0,-6 21-9,-3 0 1,-2 1-1,-13-63 0,-49-153-488,61 251 709,-5-14-43,2-1-1,1 0 1,1 0-1,-1-36 1,7 60 50,0-1-1,1 0 1,-1 0 0,2 1-1,-1-1 1,1 0 0,1 1 0,-1-1-1,1 1 1,1 0 0,0 0-1,0 0 1,0 1 0,1-1 0,0 1-1,0 0 1,1 1 0,0-1 0,0 1-1,9-6 1,5-3 11,0 2 0,2 1-1,-1 0 1,1 1 0,1 2 0,0 0 0,0 2 0,1 0-1,38-5 1,-21 7 30,1 1 1,-1 3-1,1 1 0,74 11 0,-103-10-11,0 1-1,0 1 1,-1 0 0,0 1-1,0 0 1,0 1 0,0 0 0,0 1-1,-1 0 1,0 1 0,-1 0-1,1 0 1,-1 2 0,-1-1 0,1 1-1,-2 0 1,1 1 0,-1 0-1,-1 1 1,0-1 0,0 1-1,-1 1 1,0-1 0,-1 1 0,-1 0-1,4 14 1,-1 5 2,-2 0-1,-2 0 1,0 0 0,-3 46-1,1 23 86,-1-94-66,1 0 0,1 1 0,-1-1 0,1 0 0,0 0 0,0 0 0,1 0 0,3 6 0,-5-10-24,0-1 1,-1 1 0,1-1-1,0 1 1,1-1 0,-1 1-1,0-1 1,0 1-1,1-1 1,-1 0 0,0 0-1,1 0 1,-1 0-1,1 0 1,0 0 0,-1 0-1,1 0 1,0 0 0,0-1-1,-1 1 1,1-1-1,0 0 1,0 1 0,0-1-1,-1 0 1,1 0-1,0 0 1,0 0 0,0 0-1,0 0 1,0-1 0,-1 1-1,3-1 1,1-1 7,-1-1 0,1 1 0,-1-1 0,0 1 0,0-1 0,0 0 0,0-1 0,0 1 0,0-1 0,-1 1 0,0-1 0,0 0 0,4-7 1,-3 3-1,0 0 0,0-1 0,-1 1 0,0-1 0,-1 0 0,0 0 0,1-10 0,-1-2-21,-1-1-1,-1 0 0,-1 0 0,-1 0 1,-8-39-1,-37-93-859,2 5-2818,39 122-12,-5-50 0,10 26-4320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0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13033,'-8'69'4420,"-11"126"2905,8-12-3978,1 398 80,17-410-4323,10 100-4380,-14-233 3724,8 39-2474,-9-69 2684,0 0 0,1 0-1,0-1 1,5 10 0,17 20-8765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1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582 1098 12657,'0'0'3677,"-2"-2"-2231,-3-1-504,0 0 0,-1 0 1,1 0-1,-1 1 0,-5-2 1,-28-1 209,28 5-1173,1 2 0,0-1 1,0 1-1,0 1 0,0 0 1,-15 6-1,-155 75 254,150-67-210,0 1 0,2 2 1,-47 39-1,67-51-50,0 1-1,0-1 1,1 1 0,0 0-1,1 1 1,0 0-1,-9 19 1,14-25 7,-1-1 0,1 0 1,0 1-1,0-1 0,0 1 0,1-1 0,-1 1 1,1 0-1,0-1 0,0 1 0,0 0 0,1-1 1,-1 1-1,1-1 0,0 1 0,-1-1 0,2 1 0,-1-1 1,0 1-1,1-1 0,0 0 0,-1 0 0,1 0 1,0 0-1,1 0 0,-1 0 0,1 0 0,3 3 1,2-1-52,-1 0 0,1 0 1,0 0-1,1-1 1,-1 0-1,1-1 1,-1 0-1,1 0 1,0-1-1,0 0 1,0-1-1,0 0 0,1 0 1,-1-1-1,0 0 1,0 0-1,1-1 1,-1-1-1,0 1 1,15-6-1,3-2-141,-1-1 0,0-1 1,0-1-1,-1-1 0,36-26 0,-48 30 163,-1-1-1,0 0 1,-1 0-1,0-1 1,0-1-1,-1 0 1,-1 0-1,0-1 1,-1-1-1,0 1 1,9-23-1,-9 13 109,-1 1-1,0-2 1,-2 1 0,-1-1 0,-1 1-1,0-48 1,-3-2 103,6-263 238,1 239-241,31-154-1,-31 214-114,-2 9-5,2 1-1,0 0 1,2 1 0,18-41 0,-23 58-20,0 1 0,1 0-1,-1 1 1,1-1 0,1 1 0,-1 0 0,14-12 0,-17 18-12,0 0 0,0 0 0,-1 0 0,1 0 0,0 1 0,0-1 0,0 0 0,0 1 0,0-1 0,0 1 0,0 0 0,0 0 0,0 0 0,0 0 0,0 0 0,0 0 1,1 1-1,-1-1 0,0 0 0,-1 1 0,1 0 0,0-1 0,0 1 0,0 0 0,0 0 0,2 2 0,4 2 15,-1 0 0,0 0 1,0 0-1,9 11 0,-8-6 12,0 0 0,0 0 0,-1 1 0,-1 0 0,0 1-1,5 12 1,24 76 177,-32-91-191,15 55 169,16 116-1,-8 69 102,-19-174-208,0 88 96,-6-110-155,1 0 0,3-1 0,2 1-1,17 64 1,-22-114-21,-1 0 0,0 0 0,1-1 0,-1 1 0,1 0 0,0-1 0,0 1 0,0-1 0,0 0 1,1 1-1,-1-1 0,0 0 0,1 0 0,0-1 0,-1 1 0,1 0 0,0-1 0,0 0 0,0 0 0,0 0 0,0 0 0,0 0 0,0 0 0,0-1 0,4 1 0,3 0-14,1-1 0,0 0 0,-1 0-1,1-1 1,16-3 0,-11-1-36,-1 1 0,0-2-1,0 0 1,-1 0 0,0-2 0,0 0-1,-1 0 1,14-12 0,5-6-231,53-57 1,-69 67 212,2-2-81,-2 0 1,15-21-1,-28 36 121,0-1 0,-1 0-1,1 0 1,-1 0-1,0-1 1,0 1 0,-1 0-1,1-1 1,-1 1 0,0-1-1,0 0 1,0 1 0,-1-1-1,1 0 1,-1 1-1,0-1 1,-1-5 0,0 8 16,0 0 1,1 0-1,-1 0 1,0 0-1,0 0 1,0 1-1,-1-1 1,1 0 0,0 1-1,-1-1 1,1 1-1,-1-1 1,1 1-1,-1 0 1,0 0-1,1-1 1,-1 1-1,0 1 1,0-1-1,0 0 1,0 0 0,0 0-1,-4 0 1,-3 0-26,0-1 1,0 1 0,-17 1-1,17 0 44,5 0 35,22 15 32,-10-10-77,1 0 1,0-1 0,0 0 0,0-1-1,0 0 1,1 0 0,0-1 0,-1 0-1,13 0 1,13 4-37,-6 3 6,0 1 0,-1 1 0,0 1 1,-1 2-1,0 0 0,35 27 0,57 29-25,-100-59-93,-1 1 0,0 0 1,-1 1-1,0 1 0,20 21 1,-34-31-13,0 1 1,1-1 0,-2 0-1,1 1 1,0 0-1,-1-1 1,0 1 0,0 0-1,0 0 1,-1 0 0,0 1-1,0-1 1,0 0 0,0 8-1,-1 8-495,-1 0-1,-5 29 1,1 4-270,0-15 290,3-31 508,1 1 0,0 0-1,0 0 1,1 0 0,0 0 0,1-1-1,1 12 1,0-13 216,-1-1 0,1 0 1,0-1-1,0 1 0,0 0 0,1 0 0,0-1 1,0 0-1,1 1 0,-1-1 0,1 0 0,0-1 1,1 1-1,-1-1 0,1 0 0,0 0 0,0 0 1,0-1-1,0 1 0,0-1 0,1-1 0,0 1 1,6 2-1,4 0 435,0-1 1,0-1-1,0 0 1,1 0-1,-1-2 1,1 0-1,25-2 1,-42 1-522,10-1 77,1-1 0,-1 1 0,0-1 1,-1-1-1,1 0 0,0 0 0,15-9 1,2-3-605,37-25-1995,-21 8-5317,-14 8 1040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17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541 276 4276,'-1'-10'2503,"-7"-6"14521,3 12-15562,1 0-4756,2 2 3623,5-5-243,0 0-1,-1-1 1,0 1 0,-1-1-1,0 0 1,0 1 0,0-1-1,-1 0 1,0 1 0,0-1-1,-3-11 1,2 13 19,1-1 0,0 1 0,1 0 0,-1 0 0,4-11 0,-1-2 223,-3 17-251,0-1 0,1 0 0,-1 0 0,0 0 0,0 0 0,-1 1 0,1-1 0,-1 0 0,1 0 0,-1 0 0,0 1 0,0-1 0,0 0 0,0 1 0,-1-1 0,1 1 0,-1-1 0,1 1 0,-1 0 0,0 0 0,0 0 0,0 0 0,0 0 0,0 0 0,0 0 0,-1 1 0,-4-3 0,0 3 27,-6 4 3,0 1 0,1 0 0,-1 1 0,1 1 0,0 0-1,0 0 1,1 1 0,0 0 0,0 1 0,1 1-1,0 0 1,0 0 0,-13 18 0,-16 19 319,3 1 0,3 2 0,1 2 1,2 1-1,3 1 0,2 1 0,3 2 0,2 0 0,2 1 1,-14 82-1,28-113-421,2 0 0,0 0 0,2 0 0,0 1 1,2-1-1,1 0 0,1 0 0,8 28 0,-7-40-5,-1 0-1,2 0 1,0 0-1,0-1 0,2 0 1,-1-1-1,2 1 1,-1-1-1,2-1 0,-1 0 1,2 0-1,-1-1 1,2 0-1,-1-1 1,22 13-1,-9-9 2,1-2 0,0-1 0,0-1 0,1-2 0,0 0-1,0-2 1,0 0 0,50 1 0,-7-6-49,1-2 0,80-14-1,171-43-3496,-312 57 3322,110-29-2540,-108 27 1923,-1 1 1,0-2-1,0 1 0,-1-1 1,1-1-1,-1 1 1,-1-2-1,16-12 0,-13 3-5139,-2-1-3600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17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8649,'16'-2'704,"-2"0"476,0 0 6230,-10 23-5415,-2-13-1692,1 0-1,-1-1 1,2 1-1,-1-1 0,1 0 1,0 0-1,1 0 1,-1-1-1,9 10 0,7 3 347,31 26 0,5 4-97,112 98-506,12-14-3422,-131-98 1740,-8-8-1138,1-2 0,69 29 1,-63-31-1461,-18-13-73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17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758 373 7285,'-7'-6'260,"1"1"0,0-1 0,0 0-1,1 0 1,0-1 0,0 1 0,0-1 0,1 0 0,0-1 0,1 1 0,-1-1 0,1 0 0,1 1 0,-1-1 0,1 0 0,1-1 0,-1-8 0,-2-5 715,-2 0 1,0 0 0,-1 0-1,0 1 1,-2 0-1,-1 1 1,-18-29-1,27 46-820,-1 1 0,1-1 0,-1 1 0,1 0 0,-1 0-1,0-1 1,0 1 0,0 0 0,0 0 0,-1 1 0,1-1-1,0 0 1,-1 1 0,0 0 0,1-1 0,-1 1-1,1 0 1,-1 0 0,0 1 0,0-1 0,0 0 0,1 1-1,-7-1 1,2 3 69,-1-1 0,1 1-1,0 0 1,0 0 0,0 1-1,0 0 1,-9 6 0,3-1 11,1 0 0,0 0 1,1 2-1,0-1 0,0 1 1,1 1-1,0 0 0,-10 16 1,-61 103 669,73-117-825,-24 47-172,3 2 0,-31 95 0,-24 136-5449,50-165 722,9-40-972,7-1-3175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18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204 215 4936,'0'0'3127,"-3"-1"-1796,-16-4-859,-16 6 8590,21 3-7830,11-3 879,2-1-2090,1 0-1,-1 0 1,0 0 0,0 0 0,0 0 0,1 0 0,-1 1 0,0-1-1,0 0 1,1 1 0,-1-1 0,0 1 0,1-1 0,-1 1 0,0-1 0,1 1-1,-1-1 1,0 1 0,1-1 0,-1 1 0,1 0 0,0-1 0,-2 3-1,-3 2 640,-6-15-328,11 10-277,-1-1 0,1 0 0,0 1 0,-1 0 0,1-1 0,0 1 0,-1-1 0,1 1 0,-1-1 0,1 1 0,-1 0 0,1-1 0,-1 1 1,1 0-1,-1-1 0,1 1 0,-1 0 0,1 0 0,-1 0 0,1-1 0,-1 1 0,1 0 0,-1 0 0,0 0 0,1 0 0,-1 0 0,1 0 0,-1 0 0,0 0 0,1 0 0,-1 0 0,0 1 0,-14 13 621,13-12-392,-18 0 25,17-1-171,0-1-1,0 1 0,1-1 0,-1 0 0,0 0 1,0 0-1,0 0 0,-4-1 0,-5-3 397,26 2 276,2 2-932,411-45-15,0-38-5448,-149 15-4641,-132 37-147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23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94 13049,'2'-2'171,"0"0"-1,0 1 0,0-1 1,-1 0-1,1 0 1,-1 0-1,1 0 1,-1 0-1,0-1 0,0 1 1,0 0-1,0-1 1,0 1-1,-1 0 0,1-1 1,-1 1-1,1-1 1,-1 1-1,0-1 1,0 1-1,0-1 0,0 1 1,0-1-1,-1 1 1,1-1-1,-1 1 1,0-1-1,0 1 0,0 0 1,0-1-1,0 1 1,-2-3-1,2 4 164,0 0 0,0 0 0,0 0 0,0-1 0,0 1 0,0 0 1,0 0-1,0 1 0,-1-1 0,1 0 0,0 0 0,-1 1 0,1-1 0,-1 0 0,1 1 0,-1 0 0,1-1 0,-3 1 0,-2 21 316,1 0 0,1 0 0,1 1 1,-1 26-1,-17 221 977,8-142-1446,9-62-1523,2-1 0,13 115 0,5-78-3397,8-1-3725,-9-54-1402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24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1 11269,'10'10'673,"-1"0"0,1 0 0,1-1 0,0 0 1,19 11-1,66 32 2051,-40-22-1492,-1 3-237,-2 3 0,-1 3-1,-2 1 1,86 91 0,-86-73-510,-3 2 0,-2 2 1,60 113-1,-86-138-382,-1 0-1,-2 2 1,-1 0-1,-3 1 1,-1 0 0,7 50-1,-15-62-65,0 0-1,-2 0 1,-1 1-1,-2-1 0,0 0 1,-2 1-1,-1-1 1,-2-1-1,0 1 0,-12 27 1,4-22-46,-2-1-1,-1-1 1,-1 0 0,-1-1 0,-2-1-1,-1-1 1,-41 38 0,-4-5-528,-136 93-1,111-93-821,-2-4-1,-2-4 1,-133 50 0,142-73-1809,30-16-2112,5-2-4000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24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1012 186 9529,'-13'-16'314,"-9"-11"1755,-32-32-1,45 51-1576,0 1 1,0-1-1,0 2 0,-1 0 0,0 0 1,0 0-1,-1 1 0,-11-4 0,5 4-100,-1 0 0,1 1 0,-1 1 0,0 0 0,0 2 0,-23 0 0,32 1-242,0 1 1,0 0-1,0 1 1,1 0 0,-1 0-1,0 1 1,1 0-1,0 0 1,-1 1-1,1 0 1,1 0-1,-1 1 1,1 0 0,-9 8-1,-6 9 324,1 1-1,2 1 0,0 0 1,1 1-1,-20 42 1,16-25 85,3 1-1,-26 86 1,34-86-342,1 0-1,3 1 0,1 0 1,3 0-1,1 1 1,5 52-1,0-65-135,2 0-1,0 0 1,3 0-1,0-1 1,2-1-1,1 1 1,2-2-1,1 1 1,22 33-1,-9-24 25,2-1-1,54 55 0,79 57 144,-28-27-203,-119-109-40,0 1 1,-1 1-1,0 0 0,-2 1 1,0 1-1,15 28 0,-24-39-11,0 0-1,0 0 0,-1 1 1,0-1-1,0 1 0,-1-1 1,0 1-1,-1 0 0,1-1 1,-1 1-1,-1 0 0,1-1 1,-1 1-1,-1 0 0,0-1 1,0 1-1,0-1 0,-1 0 0,0 0 1,0 0-1,-5 8 0,-1-1-55,-1 0 0,-1-1 0,0 0-1,0-1 1,-1 0 0,-14 10-1,-87 57-789,95-67 677,-83 51-1795,-165 75 0,137-83-1948,-2-5-3809,46-19-2986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24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14 275 12269,'-13'6'3799,"15"-18"1139,2 0-3963,-3 9 2065,0 0-1927,0-1-1005,1 0 0,0 1 1,0-1-1,1 1 0,-1-1 1,1 1-1,0 0 0,-1 0 1,1 0-1,0 1 0,1-1 1,-1 1-1,0-1 0,1 1 1,0 0-1,-1 1 0,1-1 1,7-2-1,12-3 58,0 1-1,29-4 1,-10 3-100,211-54-2300,-75 17-1907,-1 5-4567,-77 18-1980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25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19 12397,'20'-18'9609,"-23"22"-9261,1 0-1,-1 1 1,1 0-1,0-1 1,0 1-1,0 0 1,1 0-1,0 0 1,0 0 0,0 0-1,0 0 1,1 7-1,-1-7-103,-75 568 5747,58-464-5970,3-33-1506,4 1 0,-1 85 0,12-126-339,5 41 0,7-24-1720,11-2-3805,-3-19-3451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25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176 480 10305,'-26'-13'2079,"-49"-14"0,71 26-1773,-1-1 1,1-1-1,0 1 1,1 0-1,-1-1 0,0 0 1,1 0-1,0 0 1,-1 0-1,1-1 1,0 1-1,1-1 1,-1 0-1,1 1 1,-3-7-1,-6-6 728,10 14-940,0-1 1,0 1-1,0-1 1,0 1-1,1-1 0,-1 0 1,1 1-1,-1-1 1,1 0-1,0 1 0,0-1 1,0 0-1,0 0 1,1 1-1,-1-1 0,1 0 1,0 1-1,-1-1 1,1 1-1,0-1 1,1 1-1,-1-1 0,0 1 1,3-4-1,2-2 89,0 0 0,0 0-1,0 0 1,1 1 0,0 0 0,11-8 0,5-1 78,1 1 1,0 1 0,1 1 0,39-14 0,112-29 290,-69 27-317,1 4 0,177-16 1,-224 37-206,0 2 0,1 3 0,-1 3 0,0 2 0,0 3 1,75 21-1,-119-25-24,-1 1 0,1 0 0,-1 1 0,-1 1 0,1 0 0,-2 2 0,1-1 0,-1 2 0,23 21-1,-29-24-6,-1 1 0,0 0 0,0 0-1,-1 0 1,0 1 0,-1 0-1,0 0 1,-1 1 0,0-1-1,0 1 1,-1 0 0,0 0-1,-1 0 1,-1 0 0,1 22-1,-3-9-28,-1-1-1,-2 1 0,0-1 0,-2 0 0,0-1 0,-1 1 0,-2-1 0,0-1 0,-12 22 0,-17 22-230,-68 89 0,-197 191-309,121-149 317,171-183 244,0 1 0,1 0-1,-15 27 1,25-39 11,-1-1 0,1 1 0,-1-1 1,1 1-1,0-1 0,-1 1 0,1-1 0,0 1 0,0-1 0,0 1 0,0 0 1,1-1-1,-1 1 0,0-1 0,1 1 0,-1-1 0,1 1 0,-1-1 0,1 1 1,0-1-1,-1 0 0,1 1 0,0-1 0,0 0 0,0 1 0,0-1 1,0 0-1,0 0 0,3 2 0,2 2 14,1 0 0,-1-1 0,1 0 0,9 4 0,14 4-11,2-2 0,-1-1 0,1-1 1,1-2-1,38 3 0,-6 0 21,2 1 30,125 37 0,-172-41-29,0 1-1,0 2 1,-1 0-1,0 1 1,-1 0-1,0 2 1,-1 0-1,0 1 1,0 1-1,21 23 1,-33-30-3,0 0 1,0 0-1,-1 0 0,0 1 1,0 0-1,-1 0 1,0 0-1,0 0 1,-1 0-1,0 0 0,0 1 1,-1-1-1,0 1 1,-1-1-1,1 1 1,-2-1-1,1 1 0,-1 0 1,-1-1-1,1 0 1,-2 1-1,1-1 1,-1 0-1,0 0 0,-1 0 1,1-1-1,-8 11 1,-3 3 9,0 0-1,-2-1 1,0-1 0,-2 0 0,0-2 0,0 0 0,-2 0 0,-34 21-1,-8-1-356,-116 50-1,36-29-651,-194 52 0,88-46-2336,3-7-5535,154-35-174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26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526 235 8177,'-3'-15'8446,"1"12"-7161,-3-5-577,-1 0 0,0 0 0,0 1 0,-1 0 0,1 0 0,-2 0 0,1 1 0,-1 0 0,0 0 0,-17-9 0,9 8-110,1-1 1,0-1 0,1 0 0,-1-1-1,2-1 1,0 0 0,0-1-1,-12-13 1,23 22-15,-3-6-286,5 9-284,0-1-1,0 0 1,0 0 0,0 0 0,0 1 0,-1-1 0,1 0-1,0 1 1,0-1 0,-1 0 0,1 0 0,-1 1 0,1-1-1,0 1 1,-1-1 0,1 0 0,-1 1 0,0-1 0,1 1-1,-1-1 1,1 1 0,-1 0 0,0-1 0,1 1-1,-1-1 1,0 1 0,1 0 0,-1 0 0,0-1 0,0 1-1,0 0 1,-13 4 4,1 0 0,0 1 0,0 0 0,1 1 0,0 1 0,0 0 0,0 0 0,1 1 0,0 1 0,0 0 0,1 0 0,0 1-1,1 0 1,0 1 0,1 0 0,0 0 0,1 1 0,0 0 0,-9 21 0,3 15-18,1 1 0,3-1 0,2 2 0,-2 65 0,17 200 0,1-234 0,3 0 0,4-1 0,3-1 0,34 88 0,-39-129 0,1-1 0,2 0 0,1-1 0,2-1 0,2-1 0,45 56 0,-53-74 0,1 0 0,0-2 0,2 0 0,-1 0 0,2-2 0,-1 0 0,2-1 0,0 0 0,0-2 0,0 0 0,1-1 0,1-2 0,-1 0 0,31 5 0,-25-7 0,0-2 0,1-1 0,-1-1 0,1-1 0,-1-1 0,0-1 0,0-2 0,0 0 0,0-2 0,-1-1 0,0-1 0,0-1 0,-1-1 0,-1-1 0,0-1 0,0-1 0,-1-1 0,-1-1 0,-1-1 0,0-1 0,-2-1 0,0 0 0,18-26 0,-15 16 0,-2-1 0,-2-1 0,0-1 0,-2 0 0,19-62 0,-18 36 0,-3 0 0,11-100 0,-22 119-6,-2-1 1,-1 1-1,-2 0 0,-1 0 0,-2 0 1,-2 1-1,-2 0 0,-1 0 0,-2 1 1,-2 1-1,-1 0 0,-1 1 0,-2 1 1,-2 0-1,-1 2 0,-50-57 0,44 59-34,-1 1-1,0 1 1,-3 2-1,0 2 1,-1 0-1,-1 2 1,-1 2-1,-1 1 1,-1 2-1,-1 1 1,0 2-1,0 2 1,-2 2-1,1 1 1,-1 2-1,-52-3 1,75 9-483,0 2 0,-1 0-1,1 0 1,0 2 0,0 0 0,0 1 0,-29 11-1,39-12 21,0 0-1,0 1 1,0 0-1,0 1 0,1-1 1,0 1-1,0 0 0,-7 8 1,10-9-281,-1 1 0,0 0 0,1 0 0,0 0 0,0 1 0,1-1 0,-1 1 0,1 0 0,1-1 0,-1 1 0,-1 11 0,1 38-10087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27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0 10569,'-19'26'7553,"4"-9"-2712,8-5-5145,3 0 824,1 0-1,1 0 0,-1 1 0,2-1 1,0 1-1,0-1 0,3 23 0,-2 6 338,-17 407 3609,-41 279-6037,12-454-3212,6-111-4338,4-32-4556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28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3224,'7'-12'1303,"-3"7"-1762,18-26 8471,-11 21-11520,5-1-2080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37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199 196 4948,'-42'-23'1176,"34"18"-86,1 5-462,1 0 0,-1-1 0,1 0 0,0-1 1,-1 1-1,1-1 0,0-1 0,0 1 0,0-1 0,0 0 0,1 0 0,-1-1 0,-6-5 0,10 7 1477,-15 1-464,0-3-947,14 3 1232,-10-5-1372,13 6-541,0 0 0,-1-1-1,1 1 1,0 0 0,0 0-1,-1 0 1,1 0-1,0 0 1,0-1 0,0 1-1,-1 0 1,1 0-1,0 0 1,0 0 0,0-1-1,0 1 1,-1 0 0,1 0-1,0-1 1,0 1-1,0 0 1,0 0 0,0-1-1,0 1 1,0 0-1,0 0 1,0-1 0,0 1-1,0 0 1,0 0-1,0-1 1,0 1 0,0 0-1,0-1 1,0 1 0,0 0-1,0 0 1,0-1-1,0 1 1,0 0 0,0 0-1,0-1 1,1 1-1,-1 0 1,0 0 0,0 0-1,1-1 1,16-8 251,27-3-102,32 1-19,132-4 0,-89 10-98,1114-47-980,-1140 49-22,81 2 374,-87 9-2814,-2 10-4482,-69-12 324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37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8 9053,'-10'-2'853,"0"0"0,-1 0 0,1 1 0,0 1 0,-1-1 1,1 2-1,-14 1 0,13-1-304,-101 4 3095,65 0-2772,42-5-524,-7 3 164,11-4-447,0 1 0,0 0 1,0 0-1,0 0 1,-1 0-1,1 0 0,0 1 1,0-1-1,0 0 0,0 0 1,0 1-1,0-1 1,0 0-1,0 1 0,0-1 1,0 1-1,0 0 0,0-1 1,-1 2-1,2 2-51,0-1 0,1 0-1,-1 1 1,1-1 0,0 0 0,0 1 0,0-1-1,0 0 1,1 0 0,-1 0 0,1 0-1,0 0 1,0 0 0,0 0 0,3 3 0,4 3 39,1 0 1,20 14 0,2 0 9,42 42 160,-2 3-1,-3 3 0,-4 2 0,70 103 0,-102-128-147,-2 2 0,-2 1 0,33 83 0,-52-109-49,-2 0 0,0 0 0,-2 1 0,-1 0 1,-1 0-1,-1 0 0,-1 1 0,-2-1 0,0 1 0,-5 30 1,-1-26-44,-2 0 0,-1 0 0,-1-1 0,-1 0 0,-2-1 0,-1-1 0,-1 0 0,-21 29 0,11-23-180,-2-1-1,-1-1 1,-1-1-1,-2-2 1,-54 39-1,31-28-1204,-2-3-1,-2-2 1,-1-3-1,-79 30 1,66-33-3971,15-2-3174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39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47 495 12893,'7'17'1454,"5"10"76,0 1-1,-2 0 0,-1 1 0,-2 0 1,8 56-1,-11-28-517,4 76 743,-12 187 0,-32 105-2043,35-416 69,1 0-1,0 1 0,1-1 1,2 16-1,-1-10-55,-2-14 236,0 0-1,0 0 1,0 0-1,0-1 1,0 1-1,0 0 1,0 0-1,-1 0 0,1 0 1,0-1-1,-1 1 1,1 0-1,0 0 1,-1-1-1,1 1 1,-1 0-1,1-1 0,-1 1 1,0 0-1,1-1 1,-1 1-1,-1 0 1,0 2-118,1-2 131,1-1 0,0 1 0,-1 0 0,1-1 0,0 1 0,-1-1 0,1 1 0,-1 0 0,1-1 0,-1 1 0,1-1 0,-1 1 0,1-1 0,-1 1 0,0-1 0,1 0 0,-1 1 0,0-1 0,1 0 0,-1 1 0,0-1 0,1 0 0,-2 0 0,0 0-3,1-1-1,0 0 1,0 1-1,-1-1 0,1 0 1,0 0-1,0 0 1,0 0-1,0 0 0,0-1 1,0 1-1,0 0 1,1 0-1,-1 0 0,-1-3 1,-5-11-52,0 0 0,1-1 1,0 0-1,1 0 0,1 0 1,-4-29-1,-2-104-211,12 57 245,3-1-1,5 1 0,4 0 1,4 1-1,3 1 1,5 1-1,3 1 1,68-139-1,-70 172 35,3 1 1,3 2-1,45-57 0,-54 79 2,1 1 0,2 2 0,0 0 0,2 2 0,1 1 0,40-23 0,-60 40 5,1 1 0,0 1 0,1 0-1,-1 1 1,1 0 0,0 1 0,0 0 0,0 1 0,25-2-1,-33 4 7,0 1 0,-1-1-1,1 1 1,0-1-1,0 1 1,-1 0-1,1 0 1,0 1-1,-1-1 1,1 1-1,-1 0 1,0 0 0,1 0-1,4 4 1,-5-2-1,0-1 1,0 0 0,-1 1-1,0 0 1,0-1 0,0 1 0,0 0-1,0 0 1,-1 0 0,0 0-1,0 1 1,0-1 0,0 0 0,-1 0-1,1 1 1,-1 4 0,-1 10 2,0 1 1,-2-1-1,0 1 1,-1-1-1,-1 0 1,-1 0-1,0-1 1,-12 24-1,-6 5 9,-54 83 0,75-126-11,-265 355-24,-27-28-570,280-317 553,8-9 23,2 1 1,-1-1-1,1 1 1,-1 0-1,2 0 1,-1 1-1,1-1 1,0 1-1,-4 9 1,8-15 10,1-1 1,-1 1 0,1 0 0,-1-1 0,1 1 0,-1 0-1,1-1 1,-1 1 0,1 0 0,0-1 0,-1 1 0,1-1-1,0 1 1,0-1 0,-1 0 0,1 1 0,1-1-1,0 1-7,1 1 11,1-1-1,-1 1 0,0-1 1,1 0-1,0 0 1,-1 0-1,1-1 0,0 1 1,-1-1-1,1 0 0,4 0 1,45-7-11,-33 3 11,9 0 48,1 2 1,-1 0-1,0 2 0,1 1 0,-1 1 0,0 2 0,0 1 1,0 1-1,-1 1 0,0 2 0,0 1 0,-1 1 0,-1 1 1,39 24-1,96 75 135,-102-68-125,2-2 0,120 61 1,-142-85-45,2 3-44,2-3-1,0-1 1,51 11 0,-63-21-25,0-2-1,33 1 1,-60-5 51,1 0-6,-1-1-1,1 1 1,-1 0-1,0 1 1,1-1-1,-1 1 0,1 0 1,-1 0-1,0 0 1,0 0-1,0 1 1,1 0-1,-2-1 1,6 4-1,-8-1 7,0-1-1,0 0 1,0 0-1,-1 1 0,1-1 1,-1 0-1,0 1 1,0-1-1,0 1 1,-1 3-1,0 0-12,1 0 32,1 0 1,-1 0 0,1 1-1,0-1 1,1 0-1,0 0 1,0 0 0,1 0-1,-1-1 1,5 8-1,-4-10-4,-1 0-1,1 0 1,0-1-1,0 0 0,0 1 1,0-1-1,0 0 0,1-1 1,-1 1-1,1 0 0,0-1 1,0 0-1,0 0 1,0 0-1,0-1 0,1 1 1,-1-1-1,6 1 0,14 1 6,-1-2 0,1 0-1,-1-2 1,1 0 0,-1-2-1,1 0 1,-1-2 0,0 0-1,-1-2 1,1 0 0,-1-2-1,-1 0 1,0-2 0,0 0-1,30-22 1,-42 26 6,-1 0 0,0 0 0,0-1 1,-1 0-1,7-10 0,-12 15-20,0 0 0,0 0 1,-1 0-1,1 0 0,-1-1 0,0 1 1,0-1-1,0 1 0,0-1 0,0 1 1,-1-1-1,0 1 0,0-1 1,0 0-1,0 1 0,0-1 0,-1 1 1,0-1-1,-1-5 0,-3-4 6,-1 0 1,0 0-1,-1 1 0,0 0 0,-1 1 0,-1-1 1,1 2-1,-16-15 0,-92-74-56,90 77 34,-110-70-51,66 47-114,68 43 127,6 1-50,6-1 98,0 1 1,0 0 0,0 0 0,0 1-1,1 0 1,-1 1 0,12 2-1,75 20-6,-60-14 18,221 67-17,-220-62 8,0 2 0,-1 1 0,0 2 0,49 35 0,-73-44 0,0 0 0,0 0 0,-1 1 0,-1 1 1,0 0-1,0 1 0,-1 0 0,-1 0 0,0 1 0,-1 0 0,11 25 0,3 38-7,7 13 122,-28-88-104,0 0-1,0 0 0,0 0 0,0-1 0,1 1 0,-1 0 0,1-1 0,-1 1 0,1-1 1,-1 1-1,1-1 0,0 0 0,0 0 0,0 1 0,0-1 0,0-1 0,0 1 1,0 0-1,0 0 0,0-1 0,0 1 0,0-1 0,0 0 0,0 0 0,1 1 1,-1-2-1,0 1 0,0 0 0,0 0 0,0-1 0,1 1 0,2-2 0,0 1 8,0 0-1,0-1 1,0 0-1,-1 0 1,1 0-1,0-1 1,-1 0-1,0 1 1,1-2-1,-1 1 1,-1 0-1,1-1 1,6-7-1,-3 0-8,-1 1 0,0-1-1,-1-1 1,0 1 0,-1-1-1,0 1 1,-1-1 0,0-1-1,-1 1 1,0 0 0,-1-1 0,0 1-1,-1 0 1,-1-1 0,0 1-1,-5-24 1,-69-263-243,54 223-192,-11-30-2306,30 101 2087,0 0 0,1 0 1,-1 0-1,1-1 0,0 1 0,1 0 1,-1-1-1,1 1 0,0 0 1,1-1-1,-1 1 0,1 0 0,1-7 1,10-8-6638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39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0 11245,'-60'103'2556,"19"-31"-172,8-8-167,9-4-409,-2 0-456,2-3-156,-6 10-260,0-1-208,10 0-228,10-2-628,0-1-280,3-9-292,4 1-396,3-7-704,6-6-300,1-21-1029,-4 9-1399,-3 0-3521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39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1 260 13249,'43'-18'1812,"14"9"-359,0-3-289,20 3-364,10-3-188,17-3-480,16-7-440,24-5-720,21 0-709,-5-12-823,15 3-1368,15 3-2749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3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226 106 4732,'2'-3'989,"9"-17"-1000,-4 13 8690,-21-26-6242,11 5-2287,3 26-125,-3 1-20,-28-9 219,29 9-21,-1 2 92,-17 4 268,17-4-467,-1 0 1,0 0-1,1 0 1,-1 0-1,0 0 1,1 1-1,-1-1 1,1 1-1,0 0 0,0 0 1,0 0-1,0 1 1,0-1-1,0 1 1,0 0-1,1-1 1,-1 1-1,1 0 0,-3 5 1,-9 25 522,1 1 0,-16 64 0,-4 75-100,29-153-454,-3 48-1263,2 1 0,8 118-1,-1-111-2092,4-15-1698,11 4-2813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4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0 5292,'-18'3'1102,"1"1"0,-1 1 0,-28 12 0,25-9-381,-36 9 1,-47 13 918,101-29-1050,7 0-395,47 8 10,0-2-1,63 1 1,112-8-58,-100-1-123,345-24 7,-215 7-78,-239 17 35,0 1 0,0 0 0,0 1 0,0 0 0,0 2 0,23 6 0,-34-8 26,0 2-1,0-1 0,-1 1 0,1 0 0,-1 0 0,0 0 0,0 1 0,0-1 0,-1 1 0,1 0 0,-1 1 0,0-1 0,0 1 0,0 0 0,-1 0 0,1 0 0,-1 1 0,-1-1 0,1 1 1,-1-1-1,3 9 0,-1 9 67,-1 1 0,0 0 0,-2-1 0,-1 1 0,0 0 0,-5 27 0,2-17 16,-19 190 332,-5 97-68,26-255 161,4 0 0,15 99 0,-18-163-467,1 0 0,-1 0 0,1 0 0,-1 0 0,0 0 1,0 0-1,0 0 0,0 0 0,-1 0 0,1 0 0,-1 0 0,1 0 0,-1 0 0,1 0 0,-1 0 0,0 0 0,0 0 0,-2 3 0,0-3-10,1 0-1,-1 0 1,0 0 0,0-1-1,0 1 1,0-1-1,0 1 1,0-1 0,-1 0-1,1-1 1,0 1 0,0 0-1,-6-1 1,-142 15 305,-179-7 0,178-7-326,148-1-29,-118 3-875,0-6 1,-133-19-1,240 19 241,1-1 0,-1 0 0,-26-12 0,-6-11-4420,30 13-1595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4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0 290 5412,'0'0'8455,"3"-1"-7144,11-5-793,1 0-1,0 2 1,1 0-1,-1 0 1,1 2-1,-1 0 1,18 0 0,9-2-76,557-107 820,-257 40-3696,-146 30-1602,-123 25-343,-7 1-2811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4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0 12181,'-14'33'3136,"-29"54"1,27-57-1444,-25 63 1,27-53-1349,2 1 0,1 1 0,3-1 1,1 1-1,-1 61 0,18 142-3348,17-83-7515,-14-120 3111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5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0 104 6449,'6'-14'356,"-5"10"-210,0 0 0,1-1 1,0 1-1,-1 0 0,1 0 1,1 0-1,-1 1 0,1-1 1,-1 0-1,1 1 0,0 0 1,0 0-1,1 0 0,-1 0 1,1 0-1,-1 0 1,8-3-1,4 1 249,0 0 0,0 2 0,0-1 0,0 2 0,1 0 0,0 1-1,-1 0 1,1 1 0,-1 1 0,1 1 0,17 3 0,-10 0-42,-1 1-1,1 0 1,-1 2-1,0 1 1,-1 0-1,37 23 1,-47-25-255,0 1 0,0 0 0,-1 0 1,0 1-1,-1 1 0,0 0 1,-1 0-1,0 0 0,0 1 1,9 18-1,-13-18-37,1-1 1,-2 0-1,0 1 1,0 0 0,-1-1-1,0 1 1,-1 0-1,0 0 1,-1 0-1,0 0 1,-1 0-1,0 0 1,-3 12-1,-2-2-23,0 0 1,-1 0-1,-2-1 0,0 0 0,0-1 0,-2 0 0,-21 29 0,-6 0-551,-62 63-1,-17-10-3746,71-64-653,32-23-796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5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4564,'8'5'393,"1"0"0,-1 0 0,1-1 0,0-1 0,0 0 0,0 0 0,14 3 0,22 2 829,-34-5-990,0 0 0,1-1 1,-1-1-1,23 0 0,-11-2 243,0-2 0,35-7 0,-55 9 2143,1 4-2511,0 0 0,0 0-1,0 1 1,0 0 0,-1 0 0,4 5-1,0 3-61,-1 1 0,-1 0 0,0 0 0,0 0 0,-1 1 0,3 18 0,-3-11 50,11 46 192,11 115 0,-24-140-237,-1 0 0,-3 0 1,-1-1-1,-9 45 0,-4-18 17,-40 104 0,43-125 248,12-34-405,9-27-870,10-22-429,42-63-1,-35 60 62,24-48 0,-10 4-1675,6-4-1090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5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7477,'-11'33'1267,"11"-32"-1168,-1 0-1,1 1 1,-1-1-1,1 0 1,0 0 0,0 1-1,0-1 1,0 0-1,0 1 1,0-1-1,0 0 1,0 1 0,0-1-1,0 0 1,1 0-1,-1 1 1,1-1-1,-1 0 1,1 0 0,0 2-1,2 3 249,4 33 954,4 48 0,-2-12-561,53 254-916,-40-165-2547,-21-148 2315,0-11 152,0 0 0,-1 0 0,0 0 0,0 0 0,0 0 1,-1 0-1,1 0 0,-1 0 0,-1 0 0,1 0 0,-1 0 0,1 0 1,-1 0-1,-1-1 0,1 1 0,-1-1 0,0 0 0,1 0 1,-2 0-1,1 0 0,0 0 0,-1-1 0,0 1 0,0-1 0,0 0 1,-5 3-1,-14 6-1048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6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0 332 3804,'19'-17'132,"17"-17"448,40-47 0,-27 16 295,-38 48-410,1 1 0,0 0 0,1 0-1,1 1 1,0 1 0,1 0 0,18-11 0,-32 24 156,20 7 431,-19-4-1016,0-1 0,-1 0-1,1 1 1,-1-1 0,1 1 0,-1-1 0,1 1 0,-1 0-1,0 0 1,0-1 0,1 1 0,-1 0 0,-1 0-1,1 0 1,0 0 0,0 0 0,-1 0 0,1 1 0,-1-1-1,0 0 1,0 0 0,0 0 0,0 0 0,0 1-1,0-1 1,-1 3 0,-1 16 130,-8 38 1,6-36-33,1-5-32,-4 19-28,2 0-1,0 42 1,5-67-173,0-1 0,1 1 0,1 0 1,0-1-1,0 1 0,1-1 0,1 0 0,0 0 0,0 0 0,1-1 1,7 11-1,4 5-430,-12-18 387,0-1 0,1 0 0,0 0 0,0 0 1,9 8-1,-7-14-98,1-1 273,1-1-1,-1 0 1,0 0 0,0-1 0,0 0 0,0 0 0,0-1 0,0 0 0,0-1 0,-1 0 0,1 0 0,9-7 0,-11 5 116,1 1 1,1 0 0,-1 1-1,11-5 1,-16 7-78,1 1 0,-1 0 0,1 0 1,0 0-1,-1 0 0,1 0 0,0 1 0,0-1 0,0 1 0,-1 0 1,1-1-1,0 1 0,0 1 0,0-1 0,0 0 0,4 2 1,37 20 930,-1 1-376,2-1 0,1-3 0,77 23 0,-104-39-553,0-1 1,0 0-1,1-2 0,-1 0 1,0-1-1,1-1 0,-1-1 1,29-8-1,-34 7-24,-1-1 1,0 0-1,0-1 0,0 0 1,-1-1-1,1-1 0,-2 0 1,1-1-1,-1 0 1,-1 0-1,0-1 0,9-12 1,-18 20-57,0-1 0,0 1 1,0-1-1,-1 1 1,1-1-1,-1 1 1,0-1-1,0 0 0,0 1 1,0-4-1,0 2 19,0 1 35,-22-23 143,18 22-164,2 3-29,1 0 0,-1 0 0,0-1 0,1 1 1,0-1-1,-1 1 0,1-1 0,0 0 0,0 0 0,0 1 0,0-1 1,0 0-1,0 0 0,0 0 0,1 0 0,-1 0 0,1 0 0,-1-4 1,3-54 56,0 23-151,-2 34 169,-11 3-187,1-1 48,-1 2 0,1-1 0,-1 2 0,-10 1 0,18-2 46,14-1 65,0-1 0,0-1 1,0 0-1,0 0 1,15-6-1,36-7 183,-24 9-132,-23 2-20,1 2-1,22-1 0,-32 3-57,-1 0 0,0 1 0,1-1 0,-1 1 0,0 1-1,1-1 1,-1 1 0,0 0 0,0 0 0,0 0 0,5 4-1,3 2 26,3 1 26,-1 2-1,14 11 0,-25-19-18,-1-1 0,1 1 0,0-1 0,0 0 0,0 0 0,0 0 0,0-1 0,0 1 0,0-1 0,1 0 0,-1 0 0,6 0 0,58-1 609,-34-1-503,262 12-112,-168-3-2596,0-4-3835,-35-3-1785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6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13457,'-19'2'2331,"15"-1"1866,4 2-2249,1 15-594,2-1 0,0 1 0,6 17 0,4 23-312,2 173 540,-14-212-1739,3 18-1192,2 0 1,2 0-1,1-1 0,2 0 1,17 39-1,-26-70 1053,3 7-1517,0 0 1,0 0-1,2 0 1,8 12-1,9 8-7568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7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15 13017,'-14'-14'3132,"31"18"858,18 6-2958,554 147 2561,-292-53-3216,-236-78-288,0 3 1,93 62-1,-134-77-60,-1 0 0,-1 1 0,0 1 0,-1 1 0,21 27 0,-31-35-40,-1 0-1,0 0 0,0 1 0,-1 0 1,0 0-1,-1 0 0,0 1 0,-1-1 1,0 1-1,-1 0 0,0 0 0,-1 0 1,1 21-1,-4-15-42,-1 0 0,0-1 0,-1 1 0,0 0 0,-2-1-1,0 0 1,-1 0 0,0-1 0,-2 0 0,1 0 0,-2-1 0,-17 21 0,-2-2-94,-1-2 0,-1-1 0,-63 46 0,28-31-20,-2-2 1,-1-4-1,-138 56 0,-236 55-958,154-76-1566,229-63 195,-74 3 0,64-11-2128,39-3-2407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7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11 223 11765,'-10'18'2000,"20"-33"-400,0 0-343,13 6-265,21-3-188,3 3-208,17-3-108,19 3-128,18-3-56,16 3-144,14-9-224,13 3-248,6-3-344,4 0-356,-6-1-672,-8 4-381,-19-3-2115,-14 0-3189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7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12033,'0'0'2118,"-1"3"-172,-4 33 954,-2 41-1,6-28-2214,9 79 0,-3-94-1587,1-1 0,22 64 0,-9-44-3173,3 2-3999,-16-38 2647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8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0 379 6317,'7'-16'203,"5"-11"444,1 0-1,22-34 0,-18 37-186,1 0 0,1 1 0,1 1 1,1 0-1,27-20 0,-34 31-240,0 0 0,1 1 1,0 1-1,0 1 0,1 0 1,0 1-1,1 1 0,-1 0 0,35-7 1,-48 13-159,-1-1 0,0 1 0,1 0 1,-1 0-1,1 0 0,-1 0 0,0 0 0,1 1 1,-1-1-1,0 1 0,1-1 0,-1 1 1,0 0-1,0 0 0,1 0 0,-1 0 1,3 2-1,-4-1-31,0-1 0,0 0 0,0 0 0,0 1 0,0-1 0,-1 1 0,1-1 0,0 1 0,-1-1 1,1 1-1,-1-1 0,0 1 0,1-1 0,-1 1 0,0 0 0,0-1 0,0 1 0,0-1 0,0 1 0,0 0 0,0-1 0,-1 1 1,1-1-1,-1 1 0,0 2 0,-4 9 44,0-1 1,-1 0-1,0 0 0,-1-1 1,0 0-1,-1 0 1,-18 19-1,-6 3 131,-38 27 1,-23 24-49,70-61-133,1 2-1,-25 37 1,45-60-33,1 0 1,0 0-1,0 0 1,-1 0-1,1 0 0,1 0 1,-1 1-1,0-1 1,0 0-1,1 1 0,-1-1 1,1 0-1,0 1 1,0-1-1,0 1 1,0-1-1,0 0 0,0 1 1,1-1-1,-1 0 1,1 1-1,0-1 0,-1 0 1,1 0-1,0 1 1,0-1-1,1 0 1,-1 0-1,0 0 0,1 0 1,-1 0-1,4 2 1,-1 0-50,1 0 0,0-1 1,0 0-1,0 0 0,0-1 1,1 1-1,-1-1 0,1 0 1,0 0-1,-1-1 0,11 1 1,36 3-236,0-2 1,0-3 0,66-8-1,155-39 134,-54-14 1568,-159 41-2044,-57 20 566,0 0 4,5 2 47,0-1 1,0 1-1,-1 0 0,1 1 1,0 0-1,-1 0 1,0 0-1,0 1 1,0 0-1,0 1 1,-1-1-1,1 1 0,-1 1 1,0-1-1,-1 1 1,1 0-1,-1 0 1,6 11-1,-5-8-238,1-1-1,0 0 1,0 0-1,1 0 1,10 8-1,23 12-5172,-25-19 699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8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 11569,'-7'9'721,"-1"0"0,1 0 0,1 1-1,0 0 1,0 0 0,1 0 0,0 1 0,1 0 0,0 0-1,1 0 1,0 0 0,-2 20 0,1 10 321,2 1-1,3 48 1,0-66-805,2 48-400,13 86 0,-13-136-696,2 0-1,1 0 1,0-1-1,2 1 1,0-2 0,1 1-1,1-1 1,15 21-1,-22-37 236,0 0 0,0 0 0,0 0 0,0-1-1,1 1 1,0-1 0,0 0 0,0 0-1,0 0 1,6 3 0,20 9-5767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8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7777,'4'149'5126,"0"49"-569,-17-4-2758,5-116-1361,3 0 1,11 138 0,-4-203-420,0 0-1,1 0 0,0 0 1,1 0-1,0 0 0,1-1 1,1 0-1,13 22 0,-13-25 0,0-1 0,1 0 0,0-1-1,1 1 1,0-1 0,0-1 0,0 1-1,1-1 1,0-1 0,0 0 0,18 8-1,3-2 1,1-2 0,0-1 1,0-1-1,1-1 0,-1-2 0,53 0 0,7-7-554,93-15 0,80-34-3243,-92 5-2797,-81 23-93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9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8093,'3'-4'122,"0"0"1,1 0 0,-1 1-1,1-1 1,0 1 0,0 0-1,0 0 1,0 0-1,1 1 1,-1 0 0,1 0-1,4-2 1,-5 2 109,16-6 32,-3 2-315,-13 5 149,3 8 415,-4-4-333,-1-1 0,0 1 1,0 0-1,0 1 0,0-1 0,-1 0 0,1 0 0,-1 1 1,0-1-1,0 1 0,0-1 0,0 1 0,-1 0 0,1-1 1,-1 1-1,0 0 0,0-1 0,-1 5 0,0 16 1429,-8 34 0,7-45-1413,-18 94 2265,8-47-1438,-5 74 0,13-95-1166,1 3-1597,2-12-3799,5-31 4648,0-1 733,0 0-1,0 1 1,0-1 0,-1-1-1,1 1 1,-1 0 0,0-1-1,1 0 1,-1 1 0,0-1-1,-1-1 1,4-2 0,-3 0 30,0 0 0,0 0 0,0 0 1,0 0-1,-1 0 0,0-1 0,1-11 1,20-138 151,-14 82 932,24-94 0,-29 153-707,1 1 0,0 0 1,1 0-1,9-14 0,-13 24-146,1 1 1,-1 0-1,0 0 0,1 0 0,0 0 0,0 0 0,0 0 0,0 1 0,3-3 0,-4 4-58,-1 1 1,1-1-1,-1 0 1,1 1-1,-1-1 1,1 1-1,0 0 1,-1-1-1,1 1 0,0 0 1,-1 0-1,1 0 1,0 0-1,-1 0 1,1 0-1,-1 1 1,1-1-1,0 1 0,-1-1 1,1 1-1,2 1 1,0 0 23,0 1 0,1 0 0,-1 0 1,-1 1-1,1-1 0,0 1 0,-1 0 0,0 0 1,0 0-1,0 0 0,0 1 0,-1-1 1,3 8-1,3 8 86,10 40 1,-16-55-125,1 9 20,1 0 1,1-1 0,0 0 0,0 0 0,15 23 0,-15-30-43,0 1-1,0-1 1,1 0 0,-1 0-1,2-1 1,-1 0 0,0 0-1,1 0 1,0-1 0,0 0-1,0 0 1,9 2 0,10 3-109,0-1 1,1-1 0,0-2-1,0-1 1,1-1 0,30 0-1,171-14-2197,-116 2 1281,9 4-375,102-8-4467,-171 10 2458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49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6521,'60'-3'1088,"-30"0"-212,-6-6-320,-1 0-364,7 6-564,-3 3-824,-4-12-1021,24-3-247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52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8 516 6721,'0'0'4475,"0"-3"-3813,-3-5-919,2 5 763,0 1 1,1-1-1,-1 0 0,1 0 1,-1 0-1,1 0 1,0 0-1,0 0 0,0-3 1,3-3-1156,1 0 1,-1 0-1,1 0 0,1 0 1,6-8-1,-7 11 582,0 0 0,0 0-1,-1-1 1,0 1 0,0-1-1,0 1 1,-1-1-1,0 0 1,0 0 0,-1 0-1,0 0 1,1-11 0,-4-9 710,2-1 1,0 1 0,2-1-1,2 1 1,9-41-1,-10 54 356,0-1-1,1-25 0,-4 37-808,0 0-1,1 1 1,-1-1-1,1 0 1,0 0-1,0 0 1,0 1-1,0-1 1,2-3-1,0 0 305,-2 3 585,-2 6 100,-2 10-631,0 0-1,0 1 1,1-1 0,1 0 0,0 0-1,2 23 1,-1 16 250,-20 218 690,18-244-2061,1-1 0,1 1-1,1 0 1,2-1 0,0 1-1,8 24 1,-4-22-1833,2-1 0,21 47 0,-1-23-3527,11 3-3440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53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0 13277,'-8'8'883,"1"-1"1,0 1-1,1 1 0,-1-1 0,2 1 0,-1 0 0,1 1 1,-6 15-1,0 8 1619,-10 44 0,-3 13-54,-26 64-422,-51 280 1,72-232-4171,28-169-107,2 35 1,1-43-1460,1 0-1,7 26 1,-5-30-8261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53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14001,'20'-1'830,"0"0"0,1 2-1,-1 0 1,0 2-1,1 0 1,-1 1 0,-1 1-1,34 13 1,33 18 1435,189 83 1455,-15 21-2463,-243-130-1190,-1 1 0,-1 1 0,0 0 0,-1 1 1,0 0-1,-1 1 0,-1 1 0,13 18 0,-20-25-58,-1-1-1,0 1 1,0 0-1,-1 0 1,0 1-1,-1-1 1,1 1 0,-2 0-1,1-1 1,-1 1-1,0 0 1,-1 0-1,0 0 1,-1 0 0,0-1-1,0 1 1,-1 0-1,0 0 1,-5 14-1,2-10-46,-1 0-1,-1-1 1,0 1-1,0-1 1,-1 0-1,-1-1 1,0 0-1,-19 18 1,-147 133-835,-18-5-632,173-142 1138,1 1 0,1 1 0,0 1 0,1 0 0,-22 32 0,38-48 318,-1 0-1,1 0 1,0 0-1,0 0 1,0 0 0,0 1-1,0-1 1,0 0-1,0 5 1,1-6 35,0-1 0,0 1 0,0-1 0,0 1 0,0-1 0,0 1 0,1-1 0,-1 1 0,0-1 0,0 1 0,0-1 0,1 0 0,-1 1 0,0-1 0,0 1 0,1-1 0,-1 1 0,0-1 0,1 0 0,-1 1 0,1-1 0,-1 0 0,0 1 0,1-1 0,-1 0 0,1 0 0,-1 1 0,2-1 0,3 1-57,1 0 0,0-1 0,0 0 0,0 0 1,0 0-1,11-2 0,-13 1 53,62-11-227,-1-2 1,0-4-1,68-27 0,9-3 132,297-115 273,-389 137-25,-47 24-110,-6 1 28,2-1-50,-1 1 0,0 0 0,0-1 0,0 1 0,0 0 0,0 0 0,0 0-1,-1 0 1,1 1 0,0-1 0,0 1 0,-1-1 0,1 1 0,0 0 0,-1-1 0,1 1 0,0 1 0,-1-1 0,1 0 0,0 0-1,0 1 1,-1-1 0,1 1 0,0 0 0,-4 2 0,-48 15-384,1 3-1,-61 34 1,110-53 90,5 0 216,1 0 1,0 0 0,-1 0 0,1-1 0,0 1 0,0 0-1,0-1 1,1 0 0,-1 1 0,0-1 0,1 0 0,3 1 0,4-1 7,0-1 1,1 0-1,-1 0 1,0-1-1,16-4 1,-15 3 24,83-18-216,44-8 580,-24 17 144,-91 10-359,1 2-1,-1 0 1,31 6 0,-9 0-25,-19-4-76,-16-1-11,1-1 0,-1 0 0,1-1-1,-1 0 1,1 0 0,0-1 0,13-3-1,8-5-71,0-2-1,0-1 1,-1-1-1,-1-2 1,0-1-1,28-21 1,158-132-23,-208 163 141,0 0 1,0 0 0,1 0-1,0 1 1,0 0 0,16-5-1,-22 9-14,0 0-1,1 0 0,-1 0 0,0 0 1,1 1-1,-1-1 0,1 1 1,-1 0-1,0 0 0,1 0 0,-1 1 1,1-1-1,-1 1 0,0 0 0,1 0 1,-1 0-1,0 0 0,0 1 1,0-1-1,0 1 0,0 0 0,6 4 1,7 9 16,0 2-1,-1 0 1,0 1 0,-2 0 0,0 1 0,-1 1 0,-1 0 0,-1 0 0,11 31 0,-6-7-11,77 245-1439,-89-276 1360,-1-5-45,0-1 0,0 1 0,0-1 0,6 11 0,-7-16 89,1 0 0,-1 1 1,1-1-1,-1 0 0,1-1 0,0 1 0,0 0 0,0 0 0,0-1 0,0 1 0,0-1 0,0 1 1,0-1-1,1 0 0,-1 0 0,0 0 0,1 0 0,3 0 0,10 1 40,-1-1 0,0 0 0,1-1 0,-1-1 1,0 0-1,1-1 0,-1-1 0,0 0 0,0-1 0,28-12 0,17-11-423,72-43 0,-81 42-239,-24 13 131,140-72-2983,-53 38-2020,-43 29-473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54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16534,'-12'8'601,"5"-4"100,1 0 0,-1 1 0,1 0 0,0 1 0,-6 6 0,11-11-500,0 1 1,-1 0-1,1 0 0,0 0 0,0-1 0,0 1 0,1 0 1,-1 0-1,0 0 0,1 1 0,-1-1 0,1 0 0,0 0 1,0 0-1,0 0 0,0 0 0,0 0 0,0 1 0,0-1 1,1 0-1,-1 0 0,1 0 0,0 0 0,0 2 0,9 19 691,1-1-1,1-1 0,26 38 0,55 52-1037,-60-78-1552,0-2-1,44 31 0,30 27-10019,-66-48 1727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54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0 121 11569,'0'0'3492,"10"-15"-2268,4-1-251,9 4-509,21 3-428,-4 3-552,14-3-401,6 0-335,7-3-436,3-3-2188,4-3-2649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57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13 4808,'-20'-6'5476,"17"5"-5330,-13-4-500,15 5 539,-1 0 0,1 0 0,0 0 0,-1 0 0,1 0 0,-1 0 1,1 0-1,0 1 0,-1-1 0,1 0 0,0 1 0,-1-1 0,1 1 0,0 0 1,-1-1-1,1 1 0,0 0 0,0 0 0,0 0 0,0-1 0,0 1 0,0 0 1,0 1-1,0-1 0,0 0 0,-1 3 3362,17-19-3039,-12 13-3530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0:59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1237 4328,'-23'0'9755,"35"8"-9114,-11-7-624,-1 0-1,1 0 0,-1 0 0,1-1 0,-1 1 0,1 0 0,0-1 0,0 1 1,-1-1-1,1 1 0,0 0 0,0-1 0,0 0 0,-1 1 0,1-1 0,0 1 1,0-1-1,0 0 0,0 0 0,0 1 0,0-1 0,0 0 0,0 0 0,0 0 1,0 0-1,0 0 0,0 0 0,1-1 0,25-8 255,2 1 0,-1 1 0,1 1 0,0 2 0,31-1 0,27-5-164,428-53 1108,281 26-694,-725 36-490,63 1-30,-11 1 28,151-20-1,-98 4-44,87-9-31,-94 7 67,192 5 1,-254 16-5,346 4-30,92-62 152,-213 24-241,-42 6 100,30-19 28,65-10-17,-32 33 69,-55 6-7,-87 2 16,99-9 5,140-12 220,21-13-82,-156 37-181,-39 21-121,92-24 87,44 9-88,-345 5-63,633-16 335,-235-17-143,-296 18 3,-45 1-22,338-50-107,-129 11 11,-152 32-5,342 8-1,-419 17 97,332 14-49,-142-20 67,-156-8 19,153-30 1,-198 19-58,45-7 9,-16 8-20,50-6-5,-123 19-22,63-15 0,-61 10 12,43-10-14,130-21 19,-73 17 12,-71 6-25,-53 10 13,34-4 0,134-19-77,75-8 38,135 6 309,-321 19-278,-57 8 75,0 2 0,43-2 0,-48 0 322,-10 2-5356,-37-31-1411,6 20 483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00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399 3 5901,'-1'0'251,"1"-1"1,-1 1 0,1 0 0,0 0 0,-1-1 0,1 1-1,-1 0 1,1 0 0,-1 0 0,1 0 0,-1-1 0,1 1 0,-1 0-1,1 0 1,-1 0 0,1 0 0,-1 0 0,1 0 0,-1 0-1,1 0 1,-1 1 0,1-1 0,-1 0 0,1 0 0,-1 0-1,1 1 1,-1-1 0,1 0 0,-1 0 0,1 1 0,0-1 0,-1 0-1,1 1 1,-1-1 0,1 0 0,-1 1 0,-11 25 2969,-3 43-2938,13-59 515,-45 328 4310,-18 162-1863,-87 484-1270,83-355-1634,50-204-855,22-311-1229,28 193 0,-24-258 425,13 58-986,-17-94-273,2-1 0,-1 0 0,10 17 0,-4-10-6699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02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434 263 9657,'-28'-7'783,"14"4"134,1 0-1,-2 0 0,-26 0 0,35 3-653,-1 1-1,1 0 1,-1 0-1,1 0 0,0 1 1,-1 0-1,1 1 0,0-1 1,0 1-1,1 0 1,-1 0-1,-6 5 0,-4 5 84,0 1-1,1 1 0,1 0 1,0 0-1,1 2 0,0-1 1,2 2-1,-15 28 1,7-8 67,2 1 0,2 1 1,-13 51-1,22-64-289,1 0 0,1 0 0,1 0 1,2 1-1,0-1 0,2 1 0,2-1 0,0 1 0,1-1 0,2 0 0,1-1 0,1 0 1,1 0-1,1 0 0,2-1 0,16 27 0,-15-30-107,1-1 0,1-1-1,1 0 1,1-1 0,1-1 0,0 0-1,2-2 1,-1 0 0,2-1 0,0-1-1,1-1 1,0-1 0,1-1 0,0-1-1,1-1 1,0-1 0,39 8 0,-16-9-159,0-1-1,1-2 1,0-3 0,-1-2 0,93-12 0,-102 6 68,-1-2-1,0-1 0,0-2 1,-1-1-1,-1-2 0,0-1 1,58-37-1,-74 39 41,-1-1 0,0-1 0,0 0 0,-2-1 0,0-1 0,-1-1 0,-1 0 0,-1-1 0,-1 0 0,0-1 1,-1 0-1,-2-1 0,0 0 0,-1 0 0,-2-1 0,6-30 0,12-48-73,-19 84 94,-4 13-11,-1 9 39,3 39-4,2 1 0,14 55 0,-15-85-6,2 0-1,0-1 0,0 1 1,2-1-1,-1-1 0,2 1 1,0-1-1,11 12 0,-4-5 30,-11-13-33,0 0 0,1 0 0,0-1 0,1 0-1,-1 0 1,1-1 0,0 0 0,11 6 0,-14-9 1,1 1 0,0-2-1,-1 1 1,1 0 0,0-1 0,0 0 0,0 0-1,0-1 1,0 1 0,0-1 0,0 0 0,0 0 0,0-1-1,0 1 1,-1-1 0,8-2 0,130-55-26,-107 41-2,1 2-1,1 1 1,0 2 0,39-7-1,-71 18 13,112-23-446,-104 20 429,1 0-1,0-2 1,-1 1 0,0-2-1,0 1 1,13-11-1,-17 11 40,-1 1-1,1 0 1,0 1-1,1 0 1,-1 1-1,1 0 0,-1 0 1,1 1-1,16-2 1,11 1 123,46 2 1,-51 1-54,213 14 278,38 0-100,-185-15-290,-47 2-17,1-3 1,77-11 0,-11-7-33,-50 10 46,87-24 0,93-52-48,-242 83 64,1-1-1,-1 0 1,1 0-1,-1 0 1,0-1-1,-1 0 1,1 0-1,-1-1 1,0 1 0,-1-1-1,7-10 1,-4 6-31,-4 7 19,-4 2 30,1 0-1,0 0 1,-1-1 0,1 1 0,-1 0-1,1 0 1,-1 0 0,0 0 0,1 0-1,-1 0 1,0 0 0,1 0 0,-1 1-1,0-1 1,0 0 0,0 0-1,0 1 1,0-1 0,0 0 0,-2 0-1,-1 2 7,0-1 0,1 1 0,-1 1-1,0-1 1,1 0 0,-1 1 0,1 0 0,0 0-1,-1 0 1,1 0 0,-3 3 0,-36 31 72,20-14-27,1 1-1,-19 25 1,31-36-29,0 1-1,1 0 1,1 1 0,0 0 0,1 0-1,-5 18 1,9-28-15,1 0 0,1 0-1,-1 0 1,0 0 0,1 0 0,0 0-1,0 0 1,0 0 0,1 0 0,-1 0-1,1 0 1,0 0 0,0 0 0,0 0 0,1-1-1,-1 1 1,4 5 0,-3-7-4,-1 0 1,1 0-1,0 0 1,0-1-1,0 1 1,0 0-1,0-1 1,0 0-1,0 1 1,0-1-1,0 0 1,1 0-1,-1 0 1,1-1-1,-1 1 1,0 0-1,1-1 1,-1 0-1,1 1 1,-1-1-1,1 0 1,0 0-1,-1-1 1,1 1-1,-1 0 1,0-1-1,1 1 1,4-3-1,9-3-51,0-1 0,0 0 0,-1-1 0,0-1 1,-1 0-1,1-1 0,-2 0 0,0-2 0,0 1 0,-1-2 0,0 1 0,-1-2 0,16-24 0,4-13-14,-2-1 0,37-92-1,-31 47 196,34-151 0,-41 136 151,-13 59 922,14-109 1,-28 160-179,0 8-268,1 24 173,0 48 88,-43 291 1012,6-72-3852,22-76-3951,19-76-3163,5-59-1832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02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26 8681,'-3'-1'2195,"-14"-6"892,14 2 1387,31-2 107,-18 5-5484,5 1 1144,1-1 0,-1 2 0,1 0-1,0 1 1,-1 0 0,1 2 0,-1 0-1,0 0 1,1 1 0,22 11 0,12 7 936,80 51 1,-52-28-631,126 60 508,4-10 0,248 78 0,62-15-300,85-19-295,-33-48-254,-446-73-253,-2 3-213,51 7-3483,-169-28 3279,0 1-1,1-1 1,-1 0-1,0 0 1,0 0 0,1 0-1,7-3 1,-11 3 301,-1 0-1,1 0 1,-1-1 0,1 1 0,-1 0-1,1-1 1,-1 1 0,1 0 0,-1-1-1,1 1 1,-1-1 0,0 1 0,1 0-1,-1-1 1,1 1 0,-1-1-1,0 1 1,0-1 0,1 0 0,-1 1-1,0-1 1,1 0 0,-1-1-360,-1 1 1,1-1-1,0 1 1,0-1-1,0 1 1,-1-1-1,1 1 1,-1 0-1,1-1 1,-1 1-1,1 0 1,-1-1-1,-1-1 1,-10-7-9911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03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487 36 12421,'-26'-30'1933,"21"24"-294,4 23-368,0 1 0,-2-1 0,-6 24-1,5-25-883,0 0 0,1 0 0,1 0 0,1 0 0,0 16-1,4-7-26,1 0 0,1 0 0,1 0 0,1 0 0,1-1 0,1 0 0,1-1 0,17 29 0,19 22 354,61 76-1,4 6-112,-79-107-417,-3 2 0,-1 1 1,37 101-1,-57-130-158,-2 0 0,0 0-1,-2 1 1,-1 0-1,0 0 1,-2-1 0,-1 1-1,-1 0 1,-1 0 0,-1 0-1,-1 0 1,-8 28-1,0-18-186,-2 0 0,-1-1 0,-1-1 0,-2 0 0,-36 48 0,20-36-634,-3-1-1,-81 74 1,66-75-751,-1-2 0,-115 63-1,-31-8-6748,57-40-2170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08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514 55 11825,'0'-1'280,"1"0"0,0 0 0,0 0 0,-1-1 0,1 1 0,-1 0 0,1 0 0,-1 0-1,0-1 1,1 1 0,-1 0 0,0 0 0,0-1 0,0 1 0,0 0 0,0-1 0,0 1 0,0 0 0,-1 0 0,0-3 0,0-8 894,1 10 1695,-3 1-1514,-25-9 934,26 9-62,-1 3-1526,-30 25 407,1 3-1,1 0 1,-48 63 0,39-39-1106,2 1 0,3 2 0,3 1 0,2 2 0,2 0-1,3 3 1,3 0 0,-14 70 0,29-102-2,2 0 0,1 1 0,2-1 0,0 1 0,3 0 0,7 57 0,-5-72 0,1 0 0,0 0 0,2-1 0,0 1 0,0-1 0,2-1 0,0 1 0,1-1 0,0 0 0,1-1 0,1 0 0,0-1 0,1 0 0,13 11 0,-4-8 0,1-1 0,1-1 0,0-1 0,0-1 0,1-1 0,1-1 0,-1-1 0,2-1 0,-1-1 0,41 4 0,0-3 0,1-3 0,132-7 0,-115-5-1354,108-23-1,-122 15-850,0-4 1,-1-3-1,-1-3 0,-2-3 0,0-2 0,121-79 0,-108 52-9435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09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26 13493,'-14'-22'2722,"7"19"881,-4 6-2852,9-2-219,2-1-312,-1 0 0,0 0-1,0 0 1,0 0 0,1 0 0,-1 1-1,0-1 1,0 0 0,0 0 0,1 1-1,-1-1 1,0 0 0,1 1-1,-1-1 1,0 1 0,1-1 0,-1 1-1,0-1 1,1 1 0,-1 0-1,1-1 1,-1 1 0,1 0 0,-1-1-1,1 1 1,0 0 0,-1-1 0,1 1-1,0 0 1,0 0 0,-1 0-1,1 0 1,0 13 280,23 214 1396,4 118 123,-27-300-2057,-1 32-719,4-1 1,12 79-1,-8-92-2145,-1-11-2150,1-19-3206,0-9-3005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09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20 208 16241,'-20'3'2969,"44"0"-573,-1 0-252,14-3-348,27-3-424,-1-6-399,14 6-169,11-9-416,9-6-472,13-3-776,28-3-205,12-6-615,11 3-676,0 0-532,-7 5-3097,-7 1-5196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09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14169,'2'-4'1009,"2"-7"5834,0 10-5031,17 0-1063,-1 0-1,1 1 1,-1 1 0,1 2 0,20 3 0,104 32 483,-107-26-1040,-1 2 1,-1 1-1,0 2 0,-1 2 1,-1 1-1,-1 1 0,56 47 0,-75-55-159,0 0-1,-1 1 0,0 1 1,-1 0-1,-1 1 0,-1 0 0,0 0 1,-1 1-1,0 0 0,-2 1 0,0 0 1,-1 0-1,0 1 0,-2 0 0,0 0 1,-2 0-1,0 0 0,0 22 1,-4-11 24,-1 0 1,-1-1 0,-1 1-1,-2-1 1,-1 0 0,-1 0-1,-2-1 1,0-1 0,-2 0 0,-28 44-1,40-70-26,0 1 0,-1 0 0,1-1 1,-1 1-1,1-1 0,-1 1 0,1-1 0,-1 0 0,0 0 0,1 1 0,-1-1 0,-2 0 0,1 1-24,3-2-7,0 0 1,0 0-1,-1 1 0,1-1 0,0 0 1,0 0-1,0 0 0,-1 1 1,1-1-1,0 0 0,-1 0 1,1 0-1,0 0 0,0 0 1,-1 0-1,1 0 0,0 0 0,-1 0 1,1 0-1,0 0 0,-1 0 1,1 0-1,0 0 0,0 0 1,-1 0-1,1 0 0,0 0 0,-1 0 1,1 0-1,0 0 0,-1 0 1,1 0-1,0-1 0,0 1 1,-1 0-1,1 0 0,0 0 0,0-1 1,-1 1-1,1-8 0,0 0 0,0-1 0,1 1 0,0 0 0,1 0 0,-1 1 0,2-1 0,2-8 0,8-18 0,2 0 0,20-33 0,-14 28 0,19-39-1412,4 2 0,81-107 0,-27 58-2808,-9 12-1294,-29 39-904,-9 16-2977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09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0 15881,'4'3'754,"0"0"0,0 1-1,-1-1 1,1 1-1,-1 0 1,0 0 0,0 0-1,0 0 1,0 0-1,-1 1 1,0-1-1,0 1 1,2 5 0,-1 4 397,0 1 1,0-1 0,0 19 0,-3-12-912,-1 0 0,-2 0 0,0 0 0,0 0 1,-2-1-1,-9 25 0,4-10-193,-17 45-47,-60 125 0,86-202 0,-54 103 115,-12 28-708,39-69-1469,-4 9-2326,6 1-4489,11-1-5101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10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85 117 13549,'-72'-48'3079,"71"46"-2751,0 1 0,-1-1 0,1 1 0,0-1 0,0 1 0,0-1 1,0 0-1,1 0 0,-1 0 0,0 1 0,1-1 0,-1 0 1,1 0-1,0 0 0,-1 0 0,1 0 0,0 0 0,0 0 0,1 0 1,-1 0-1,0 0 0,0 0 0,1 1 0,0-1 0,-1 0 1,1 0-1,0 0 0,1-2 0,0 0 538,-2 3-820,0 1 0,0-1-1,0 1 1,0 0 0,0-1 0,0 1 0,0 0 0,0-1 0,0 1 0,0 0 0,1-1 0,-1 1-1,0 0 1,0-1 0,0 1 0,1 0 0,-1-1 0,0 1 0,0 0 0,1-1 0,-1 1-1,0 0 1,1 0 0,-1 0 0,0-1 0,1 1 0,-1 0 0,0 0 0,1 0 0,-1 0-1,0 0 1,1-1 0,6 12 1865,0 21 421,7 449-2332,-14-258 0,-2-62-102,-1-94-254,3 0-1,2 1 1,16 91 0,-14-144-907,0 0 0,0 0 1,1 0-1,1-1 1,1 1-1,14 23 0,-7-22-6005,7-6-4881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10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28 13909,'-20'-9'7185,"30"24"-5001,20 9-148,21-12-432,12-3-347,24 0-173,24 0-320,6-3-476,20-12-492,17 0-912,11-3-312,-1-3-645,-4-6-847,-9-3-824,-3 6-1869,-1 0-4616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11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780 411 11445,'2'-17'1250,"0"0"1,-1-26-1,-2 28-155,1-1 0,1 1-1,4-17 1,-3 18-435,0-2-1,-1 1 1,-1 0-1,0 0 1,-1 0 0,-1 0-1,0 0 1,-1 0-1,0 0 1,-9-20-1,10 30-555,0 0-1,-1 1 0,0-1 0,0 1 0,0 0 0,0 0 0,-1 0 0,1 0 0,-1 1 0,0-1 0,0 1 1,-1 0-1,1 0 0,0 1 0,-8-4 0,10 5-61,-1 0 0,0 0 0,1 0-1,-1 0 1,0 0 0,1 1 0,-1-1 0,0 1 0,0 0 0,0 0-1,0 0 1,1 0 0,-1 0 0,0 0 0,0 1 0,0-1 0,-3 2-1,-11 2 118,-11 3 36,1 0 0,0 1 1,1 2-1,0 1 0,0 1 0,1 1 1,1 2-1,-30 21 0,2 4 306,1 3 0,-64 70 0,96-93-486,1 0 1,1 1-1,1 1 0,1 0 0,1 1 0,1 1 1,-14 34-1,23-46-16,0-1 1,1 1 0,1 0-1,0 0 1,0 0 0,1 1-1,1-1 1,0 0 0,0 0-1,2 0 1,-1 1-1,1-1 1,1-1 0,0 1-1,1 0 1,1-1 0,-1 1-1,11 16 1,4 2 0,1-2 0,1-1 0,1 0 0,1-2 0,2-1 0,27 22 0,177 120 0,-115-88 0,-95-64-9,161 125-577,-162-123 503,-1 1 0,0 1 0,-2 0-1,0 1 1,-1 0 0,-1 1 0,14 29 0,-23-40 36,0 0-1,-1 1 1,0-1 0,-1 1 0,0 0 0,0-1-1,-1 1 1,-1 0 0,1 0 0,-2 0-1,1 0 1,-1-1 0,-4 15 0,2-12 5,-1 0 0,-1 0 1,0 0-1,0 0 0,-2-1 0,1 0 1,-1 0-1,-1-1 0,-12 14 1,5-9 13,0 0 1,-2-2-1,1 1 1,-1-2-1,-1 0 1,-1-2-1,1 0 1,-1 0-1,-1-2 1,0 0-1,0-2 1,-24 5-1,38-9 23,-1-1 0,0-1 0,0 1 1,0-1-1,0 0 0,0 0 0,0-1 0,0 0 0,1-1 0,-11-2 0,14 3 3,1 0 1,-1-1 0,1 1 0,0 0-1,0-1 1,0 0 0,0 1 0,0-1-1,0 0 1,0 0 0,0 0 0,1 0-1,-1 0 1,1-1 0,-1 1 0,1 0-1,0-1 1,0 1 0,0-1 0,0 1 0,1-1-1,-1 1 1,1-1 0,-1 0 0,1 1-1,0-1 1,0 0 0,0 1 0,0-1-1,2-4 1,1-9-23,0-1 1,1 1-1,1 1 0,1-1 0,0 1 1,14-24-1,-2 8-129,2 1 0,25-30 0,22-16-507,2 3-1,145-117 1,186-94 494,-399 284 169,33-23 259,2 1 0,0 2 0,43-17 0,-67 32-116,0 1 1,1 1 0,0 0-1,-1 1 1,1 0 0,13 0-1,-18 2-11,0 1-1,-1 0 1,1 0-1,0 0 1,-1 1-1,1 0 1,-1 0-1,0 1 0,1 0 1,-1 0-1,6 5 1,-7-4-16,-1 0 1,0 0-1,0 0 0,0 0 1,-1 1-1,1 0 0,-1 0 1,0 0-1,-1 0 0,1 1 1,4 11-1,-5-9-72,-1 1-1,1-1 1,-2 1 0,1 0 0,-1 0-1,-1 0 1,0 15 0,-3 175 17,-11-33-64,5-81 0,7-58-4,-4 122-146,7-132 95,0 0 0,1 0 1,1 0-1,0-1 0,1 1 0,11 26 1,-14-41-20,-1 1 0,2 0 1,-1-1-1,0 0 1,0 1-1,1-1 1,-1 1-1,1-1 0,0 0 1,0 0-1,0 0 1,0 0-1,0 0 1,0-1-1,0 1 1,1-1-1,-1 1 0,1-1 1,-1 0-1,1 0 1,-1 0-1,1 0 1,0 0-1,-1 0 0,1-1 1,0 0-1,0 1 1,-1-1-1,1 0 1,0 0-1,0-1 0,-1 1 1,1 0-1,0-1 1,0 0-1,-1 0 1,1 0-1,-1 0 0,1 0 1,3-2-1,12-8-165,-1-1-1,0 0 1,-1-1-1,-1-1 0,19-21 1,67-88-910,-90 108 1035,167-245-1189,-46 62 887,-103 155 321,-15 22 103,0 0 0,1 1 0,1 1 0,21-20 0,-33 34-8,1 1-1,0 0 1,0 1 0,1-1 0,-1 1-1,1 0 1,0 0 0,0 1 0,0 0-1,0 0 1,0 0 0,0 1 0,0-1-1,1 2 1,-1-1 0,0 1 0,1 0 0,-1 0-1,0 0 1,1 1 0,7 2 0,-4-1 18,1 1 1,-1 1-1,1 0 1,-1 0-1,-1 0 1,1 2-1,0-1 0,-1 1 1,0 0-1,11 11 1,-18-15 56,17-14-5,-16 10-57,-1 1-1,1-2 0,-1 1 0,0 0 1,0 0-1,0-1 0,0 1 0,0-1 0,-1 1 1,1-1-1,-1 0 0,0 0 0,1 0 1,-1 0-1,0 1 0,0-7 0,7-57-30,-5 32 54,4-31-59,-4 33-233,1 0-1,1 0 1,2 1-1,16-48 1,-7 38-695,-15 31 91,-11 21 479,6-3 285,-1 0-1,1 0 1,0 1 0,-4 13-1,-8 17-37,14-36 98,5 13-9993,-2 4 1883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12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27 10937,'8'-26'2359,"-8"26"-2277,0 0 1,0 0-1,0 0 1,0 0-1,0 0 1,0 0-1,0 1 1,0-1-1,0 0 1,0 0 0,0 0-1,0 0 1,1 0-1,-1 0 1,0 0-1,0 0 1,0 0-1,0 0 1,0 0-1,0 0 1,0 0 0,0 0-1,1 0 1,-1 0-1,0 0 1,0 0-1,0 0 1,0 0-1,0 0 1,0 0-1,0 0 1,1 0 0,-1 0-1,0 0 1,0 0-1,0 0 1,0 0-1,0 0 1,0 0-1,0 0 1,0 0-1,0 0 1,1 0 0,-1 0-1,0 0 1,0 0-1,0-1 1,0 1-1,0 0 1,0 0-1,0 0 1,0 0-1,0 0 1,0 0 0,0 0-1,0 0 1,0 0-1,0-1 1,0 1-1,7 62 7753,-3-20-8920,1 13 1959,3 32 835,-4 91-1,-41 361 1058,15-287-2054,18-183-712,3 0 0,3-1 0,3 1 0,23 111 0,-26-169-5,1 0-1,1 0 1,0-1 0,0 0 0,1 0-1,0 0 1,1 0 0,0-1 0,0 0-1,1 0 1,0-1 0,11 10 0,-12-12-6,1-1 0,0 0 0,0-1 1,0 1-1,1-1 0,0-1 1,0 1-1,0-1 0,0-1 1,0 1-1,0-1 0,1-1 1,-1 0-1,1 0 0,-1 0 1,12-2-1,-2-1-69,-1-1 1,1 0 0,0-2-1,-1 0 1,0 0-1,-1-2 1,1 0-1,-1-1 1,0-1-1,-1 0 1,17-15-1,17-15-172,78-83-1,-115 110 229,62-67-138,-20 22-23,92-79-1,-144 134 183,1 0 0,0 0 0,-1 0 0,1 0 0,0 0 0,0 1 0,0 0 0,1-1-1,-1 1 1,0 0 0,0 0 0,1 1 0,-1-1 0,0 1 0,1 0 0,4 0 0,-5 0 4,0 1 1,-1 0-1,1 0 1,0 0 0,0 0-1,0 0 1,-1 1-1,1-1 1,-1 1 0,1 0-1,-1 0 1,0 0-1,1 0 1,2 4 0,4 7 24,0 0 1,-1 1 0,-1 0-1,0 0 1,7 24 0,-9-24-1,73 148 221,-73-153-234,0 0 0,1 0 0,0 0 0,1 0 0,0-1 0,0 0 0,1-1 0,0 1 1,0-2-1,1 1 0,-1-1 0,1 0 0,17 7 0,-17-9-7,0-1 0,-1-1 1,1 0-1,0 0 0,0-1 0,1 0 1,-1 0-1,0-1 0,0 0 1,0-1-1,0 0 0,0 0 0,1-1 1,-2 0-1,1-1 0,9-3 1,8-7 64,-1 0 1,0-2-1,-1-1 1,0-1-1,24-22 1,-31 25 51,0 1 1,1 0 0,1 2 0,0 0 0,22-9 0,-39 19-131,-1 1 0,0-1 1,0 1-1,1-1 0,-1 1 0,0 0 0,1-1 0,-1 1 0,0 0 0,1 0 0,-1 0 0,0 0 1,1 0-1,-1 1 0,0-1 0,1 0 0,-1 1 0,0-1 0,1 0 0,-1 1 0,0 0 0,0-1 1,0 1-1,0 0 0,1 0 0,-1-1 0,0 1 0,0 0 0,0 0 0,-1 0 0,1 0 0,0 0 0,0 0 1,1 3-1,2 4-495,-1 0 0,1 1 1,-1-1-1,2 15 0,4 6-1820,2 4-2925,-4-12-2767,-1-6-3037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12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14085,'0'0'5373,"7"19"-4849,-4-4-572,17-6-764,13 12-960,-2-9-3365,2 3-4092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12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558 507 11329,'47'-36'2746,"-34"26"-1781,0 1 1,0-2-1,-1 0 0,18-20 1,-3-10 2058,31-63 0,3-5-216,25-35 664,-91 178-2744,-110 407 33,86-345-713,-262 935-48,260-917-32,-87 374-1103,115-467 491,1 0 0,0 0-1,2 37 1,1-52 316,-1 0 1,1 1-1,0-1 0,1 0 1,0 0-1,0 0 1,0 0-1,0 0 1,1 0-1,0 0 0,0-1 1,1 1-1,0-1 1,0 0-1,5 5 1,-8-9 214,0 0 0,0 0 1,0 0-1,0 0 1,1 0-1,-1 0 1,0-1-1,1 1 1,-1 0-1,1-1 1,-1 1-1,1-1 1,-1 0-1,1 1 1,-1-1-1,1 0 1,-1 0-1,1 0 1,-1 0-1,1 0 1,-1 0-1,1 0 1,-1-1-1,1 1 1,-1 0-1,1-1 1,-1 1-1,1-1 1,-1 0-1,0 0 1,1 1-1,-1-1 1,0 0-1,0 0 1,1 0-1,-1 0 1,0 0-1,0 0 1,1-3-1,4-4-263,0 0 1,-1 0-1,0 0 0,6-16 1,-11 23 322,8-19-305,-1-1 0,-1 1 0,-1-1 0,0-1 1,0-22-1,-1 0 531,-5-66 0,0 93 96,-2 1 1,0 0 0,-1 0-1,-1 0 1,0 0 0,-1 1-1,-1 0 1,-1 0 0,0 0-1,0 1 1,-1 1 0,-1-1-1,-1 1 1,-19-18 0,-15-11 1257,-2 2 1,-78-52 0,112 83-1246,-21-14 310,4 3 275,-32-28-1,61 47-831,0-1 0,-1 1-1,1 0 1,-1 0-1,1-1 1,0 1-1,0-1 1,0 1-1,0-1 1,0 0 0,0 1-1,1-1 1,-1 0-1,0 1 1,1-1-1,-1 0 1,1 0 0,0 0-1,-1 1 1,1-1-1,0 0 1,0 0-1,0 0 1,1 0-1,-1 0 1,0 1 0,1-1-1,-1 0 1,1 0-1,-1 1 1,1-1-1,2-3 1,0 1-35,0 0 0,0 0 0,1 0 0,-1 1-1,1-1 1,0 1 0,0 0 0,0 0 0,1 0 0,8-4 0,70-27-1142,124-35 0,-12 6-421,-96 25 622,0-5 0,-3-5 0,-2-3 1,162-119-1,-203 128 875,-2-3 0,-2-2 0,61-75 1,-80 82 507,-1 0 1,-2-2 0,-2-1 0,-2-1 0,22-61 0,-27 52 637,-12 33-358,1 0 1,1 0-1,0 1 1,12-20 0,-20 39-705,0 0 0,1 0 1,-1 0-1,0 0 0,0-1 0,0 1 1,0 0-1,0 0 0,0 0 0,0 0 1,0 0-1,0 0 0,0 0 0,0 0 1,0 0-1,1 0 0,-1 0 0,0-1 0,0 1 1,0 0-1,0 0 0,0 0 0,0 0 1,0 0-1,0 0 0,1 0 0,-1 0 1,0 0-1,0 0 0,0 0 0,0 0 1,0 0-1,0 0 0,0 0 0,1 0 1,-1 0-1,0 0 0,0 0 0,0 0 1,0 0-1,0 0 0,0 1 0,0-1 1,0 0-1,1 0 0,-1 0 0,0 0 1,0 0-1,0 0 0,0 0 0,0 0 1,0 0-1,0 0 0,0 1 0,0-1 1,0 0-1,0 0 0,0 0 1,4 4 141,0-1 0,0 1 0,0 0 0,-1 0 0,0 0 0,0 0 0,0 1 1,-1 0-1,1-1 0,-1 1 0,0 0 0,0 0 0,-1 0 0,1 0 0,0 11 1,1 6 219,-2 1 0,-2 35 1,0-47-247,-10 112 539,-46 202-1,43-254-624,-41 157-2000,28-128-1106,-26 197 0,51-214-1294,5-30-1733,3 0-5193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13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57 187 15609,'-47'3'3141,"37"-3"2335,30-5-1724,-16 4-3209,218-35 2651,-85 17-2142,148-19-3204,145-1-6154,-23 3-28,-257 21-2657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13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135 202 13749,'-98'-6'2912,"62"9"9750,41-4-11297,29-6-988,1 1 1,0 2-1,0 2 0,44 2 1,-9-1-186,853-71-4714,-854 62 3428,218-43-6685,-283 52 7506,33-12-2505,-16-1-2626,-7-1-2529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13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0 15681,'-1'2'272,"0"0"0,-1-1 0,1 1 0,0 0-1,0 0 1,0 0 0,0 0 0,1 0 0,-1 0-1,0 0 1,1 0 0,-1 0 0,1 0 0,0 0 0,0 0-1,0 4 1,7 37 2931,0-10-1076,6 112-260,-7 166 0,-28 148 1297,13-325-2927,8-112-249,-15 160-1015,12-157 574,-2 0 0,0-1-1,-1 1 1,-1-1 0,-13 25 0,15-37-793,1 0 1,1 0 0,0 1 0,0-1-1,1 1 1,1 0 0,0 0 0,1 0-1,1 20 1,0 44-12327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14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601 620 5380,'0'0'1563,"-2"2"-2278,-2 1-1197,-2 1 2386,5-4 119,0 1-1,0 0 0,-1-1 1,1 1-1,0-1 1,0 1-1,-1-1 0,1 1 1,0-1-1,-1 0 0,1 0 1,0 0-1,-1 0 0,1 0 1,0 0-1,-1 0 0,1 0 1,0 0-1,-3-1 1,-10-2 879,11 2-18,1 0 31,-5-1-1531,5 1 579,-1-1-1,0 1 0,0 0 0,0 1 1,0-1-1,0 0 0,0 1 0,0 0 1,0 0-1,0 0 0,0 0 0,-6 1 1,4 0-419,-1-1 1,0 1 0,1-1 0,-1 0-1,0-1 1,0 1 0,-7-2 0,-22-2 111,-46 2 71,-69-3-20,127 3-224,0 0 1,1-2 0,-44-13-1,64 16-50,0 1 0,0-1 0,0 0-1,0 0 1,0 1 0,0-2-1,0 1 1,0 0 0,1 0-1,-1 0 1,0-1 0,1 1 0,-1-1-1,1 0 1,-1 1 0,1-1-1,0 0 1,0 0 0,0 0 0,0 0-1,0 0 1,-1-2 0,2 2-2,0-1 1,0 0-1,0 0 1,0 1-1,0-1 0,1 0 1,-1 0-1,1 1 1,0-1-1,0 1 1,0-1-1,0 1 1,0-1-1,3-3 1,3-5 0,0 1 1,1 1-1,1 0 1,-1 0-1,18-13 1,8-3 0,1 3 0,1 0 0,0 3 0,52-20 0,-6 8 78,88-19 0,-123 39-10,0 2 0,0 2 0,1 2 0,67 1 1,-79 6-8,1 1 0,0 2 0,-1 1 0,0 2 0,0 1 1,43 19-1,-46-14-22,0 2 1,-1 1-1,-1 1 0,31 25 1,-23-15-3,61 48 68,-58-38-81,163 136 113,-176-153-122,0-2 0,1-1 0,1-1 0,0-2 0,54 19 0,-52-25 0,0 0 0,1-2 0,-1-2 0,1 0 0,0-3 0,1-1 0,-1-1 0,42-7 0,-58 5-10,-1-1 0,0-1 0,0-1 0,0-1 0,-1 0 0,0-1 0,0 0 0,0-2 0,-1 0 0,0 0 0,-1-2 0,0 0 0,-1 0 0,0-1 0,-1-1 0,0 0 0,17-25 0,-6-3-15,-1 0-1,-2-2 0,-2 0 1,-1-2-1,-3 1 0,-2-2 1,-1 0-1,-3 0 0,4-82 1,-11 119-9,0 1 1,-1-1-1,0 0 1,-1 0-1,0 0 1,0 0-1,-4-11 1,3 16-127,0 1 1,1 0 0,-1 0-1,-1 0 1,1 0 0,0 0-1,-1 0 1,0 0 0,1 1-1,-1-1 1,0 1-1,-1 0 1,1 0 0,0 0-1,0 0 1,-1 1 0,1-1-1,-6 0 1,6 1-286,-1 0 0,1 1 0,-1 0 0,1 0 0,-1 0 0,0 0 0,1 0 0,-1 1 0,1-1 0,-1 1 0,1 0 0,0 0 0,-1 1 0,1-1 0,-5 3 0,5-2-615,-1 0 0,1 0 0,0 0 0,0 0 0,0 1 0,0-1 0,0 1 0,-3 4 0,0 12-8756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15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801 130 4052,'-23'18'10949,"4"-52"-10002,18 32-665,-2-3-115,0-1 1,0 1-1,1-1 0,0 1 1,0-1-1,1 0 0,-2-11 0,2 15-182,1-1 61,-2 1-16,-7-9 9,8 8-37,0 1 0,0 0 0,-1 0 0,0 0 0,1 0 0,-1 0 0,0 0 0,0 1 0,0-1 1,0 1-1,0-1 0,0 1 0,0-1 0,-1 1 0,1 0 0,0 0 0,-1 0 0,1 1 0,-1-1 0,1 1 1,-5-1-1,-26-2-42,-1 1 1,-50 4 0,68 0-21,0 0-1,1 1 1,-1 0 0,1 2-1,0 0 1,0 0-1,-26 15 1,9 0-823,-51 43 1,13-8-1035,39-33 901,-49 35-962,20-22-2429,38-21 1361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19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685 115 6717,'-2'-4'686,"1"0"1,-1-1 0,1 1 0,0 0 0,0-1-1,0 1 1,0-1 0,1-4 0,0 6-434,0 1 0,0-1-1,0 0 1,0 1 0,-1-1 0,1 1 0,-1-1 0,1 1 0,-1-1 0,0 1 0,0-1 0,0 1 0,0 0 0,-1-1-1,1 1 1,0 0 0,-1 0 0,0 0 0,1 0 0,-1 0 0,0 1 0,0-1 0,0 0 0,0 1 0,-1 0 0,1-1-1,0 1 1,0 0 0,-4-1 0,4 1-173,-1 0 1,1-1-1,-1 1 0,0 1 0,1-1 0,-1 0 1,0 1-1,0-1 0,1 1 0,-1 0 0,0 0 0,0 0 1,0 0-1,1 1 0,-1-1 0,0 1 0,0 0 1,1-1-1,-1 1 0,1 0 0,-1 1 0,0-1 1,1 0-1,0 1 0,-5 3 0,-20 15 526,0 2 0,1 1-1,2 1 1,0 2 0,2 0 0,-33 49-1,-98 193 1575,127-218-1903,-9 15 48,4 2 1,3 1-1,-26 93 1,46-131-263,1 0 1,2 0-1,1 0 1,1 0-1,1 1 0,2-1 1,2 0-1,0 1 0,2-1 1,13 52-1,-10-63-46,0 0-1,1-1 0,0 0 0,2 0 1,0-1-1,1 0 0,1-1 1,0 0-1,2-1 0,17 16 0,-10-13-77,0-1 0,1-2 0,1 0-1,0-1 1,1-1 0,47 17 0,-14-13-324,0-2 1,0-2 0,1-3 0,1-3 0,0-2-1,78-3 1,-3-8-1185,0-5 0,170-37 0,-187 20-3716,134-49 1,-127 32-4783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20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132 148 6213,'-1'-1'-109,"0"0"402,-1 0 1,1 0 0,0 0 0,0 0 0,0 0 0,0 0 0,0-1-1,0 1 1,0 0 0,1 0 0,-1-1 0,0 1 0,1 0 0,-1-1-1,1 1 1,-1-1 0,1 1 0,0-1 0,-1 1 0,1-1 0,0 1-1,0-1 1,0 1 0,0-1 0,0 1 0,1-1 0,-1 1 0,0-1-1,1 1 1,-1-1 0,1 1 0,0-1 0,2-3 3177,-7 3-3268,1 0 1,-1 0 0,1 0 0,0 0-1,0-1 1,0 1 0,0-1 0,0 0-1,1 1 1,-1-2 0,1 1-1,-3-5 1,-2 0 214,5 6-317,0 0 0,0 0 0,0 0 1,1 0-1,-1 0 0,1-1 0,0 1 0,-1 0 0,0-4 0,1 4 27,0-1 805,-9-6-85,10 8-780,0 1 1,-1-1-1,1 0 1,0 1-1,-1-1 1,1 1-1,0-1 1,-1 0-1,1 1 0,-1-1 1,1 1-1,-1-1 1,1 1-1,-1 0 1,1-1-1,-1 1 1,0 0-1,1-1 0,-1 1 1,1 0-1,-1-1 1,0 1-1,1 0 1,-2 0-1,2 0-67,-1 0 25,-1 0 0,1 0 0,0 0 1,0 0-1,-1 0 0,1 0 1,0 0-1,0 1 0,0-1 1,-1 1-1,1-1 0,0 1 0,0-1 1,0 1-1,0-1 0,0 1 1,0 0-1,0 0 0,0-1 0,0 1 1,0 0-1,1 0 0,-1 0 1,0 0-1,1 0 0,-1 0 1,0 0-1,1 0 0,-1 1 0,1-1 1,0 0-1,-1 0 0,1 0 1,0 1-1,0-1 0,-1 0 0,1 0 1,0 0-1,0 1 0,1-1 1,-1 0-1,0 0 0,1 2 1,18 143 1769,1-2-405,-6 412-34,-14-306-2620,14 65-7247,-8-268 4813,4-17-4021,-3-14-781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21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98 288 8889,'-8'-8'570,"1"0"0,-1 0 0,2 0 0,-1-1 0,1 0 0,1-1 0,-9-18 0,6 10 509,2 6-269,1 0 0,0 1 0,-5-24 1,9 32-720,0 0 1,1 0-1,0 0 1,-1 0 0,1 0-1,0 0 1,1 0-1,-1 0 1,1 0 0,-1 0-1,1 0 1,0 0-1,0 0 1,0 0 0,0 0-1,1 0 1,-1 1-1,1-1 1,0 0 0,-1 1-1,4-3 1,1 0-15,0 0 0,0 1 0,0-1-1,1 1 1,0 1 0,0-1 0,0 1 0,0 1 0,1-1 0,-1 1 0,1 1 0,-1-1-1,1 1 1,0 0 0,0 1 0,-1 0 0,1 0 0,9 2 0,15 2 111,0 1 1,62 20 0,-5 5-19,-1 3 0,-2 4 1,139 83-1,-116-50-87,-2 4 0,108 100 0,-177-141-59,-2 2 0,-2 2 0,-1 1 0,51 77-1,-70-92-27,-1 0 0,-1 1-1,-1 1 1,-2 0-1,0 0 1,-1 1-1,-2 0 1,-1 0-1,-1 1 1,2 46-1,-7-28-65,-2 0 0,-13 73 0,10-92 50,0 0-1,-2-1 1,-1 0 0,-1-1 0,-25 45-1,32-65 22,1 0-1,-1 0 1,0-1-1,0 1 1,0-1-1,0 0 1,-1 0-1,0 0 1,1 0-1,-6 2 0,7-4 1,0 0 0,0 0 0,0 0 0,-1-1 0,1 1 0,0-1-1,0 1 1,0-1 0,-1 0 0,1 0 0,0 0 0,0 0-1,-1 0 1,1 0 0,0-1 0,0 1 0,0-1 0,-1 0-1,1 1 1,0-1 0,0 0 0,0 0 0,-3-3 0,0 1-2,0-1 1,0 0 0,0 0 0,1-1-1,0 1 1,0-1 0,0 0 0,0 0-1,1 0 1,0-1 0,-4-7 0,2-1 2,1 0 1,0 0-1,0-1 1,0-14-1,-5-47 9,4 1 1,3-1-1,3 0 0,3 0 1,4 1-1,3 0 0,39-135 1,-40 177 8,1 2 1,2-1-1,1 2 1,1 0-1,2 0 1,1 2-1,38-46 0,-44 60 0,1 0 0,1 1 0,1 1 0,-1 0 0,2 1 0,0 0 0,0 2 0,1 0 0,0 0-1,0 2 1,1 0 0,0 1 0,0 1 0,1 0 0,23-1 0,-20 4 54,0 1-1,0 1 1,-1 1 0,1 1 0,0 1 0,0 1 0,27 9-1,-20-4 94,-1 3-1,0 0 0,-1 1 1,45 30-1,-28-10 143,-1 1 1,-2 3 0,-1 1-1,-2 1 1,50 69-1,-58-65-163,-1 2 0,-2 1 0,-2 1-1,-2 1 1,-3 1 0,-1 1-1,-3 0 1,-2 1 0,-2 1-1,-2 1 1,-3-1 0,1 74 0,-9-39-52,-12 98 0,-26 87 277,-2 21-445,33-213-570,5 133 1,5-176 4,2 1 0,1-1 1,19 65-1,-19-86-119,2 0-1,-1 0 1,2 0 0,11 17 0,-12-23-399,0-1-1,0 0 1,1 0 0,0-1 0,0 0 0,1-1-1,11 9 1,13 3-7714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21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125 100 8869,'-19'-87'5198,"18"86"-5069,1 0 1,-1 1-1,0-1 0,1 0 0,-1 1 0,0-1 0,0 0 0,0 1 1,1-1-1,-1 1 0,0 0 0,0-1 0,0 1 0,0-1 1,0 1-1,0 0 0,0 0 0,0 0 0,0-1 0,-1 1 0,0 0 243,1-1-190,-1 1 0,1-1 1,-1 1-1,1 0 0,-1 0 0,1-1 1,-1 1-1,1 0 0,-1 0 1,1 0-1,-1 0 0,0 1 0,1-1 1,-1 0-1,1 1 0,0-1 0,-1 1 1,1-1-1,-1 1 0,1 0 0,-2 1 1,1 0-10,-1 0 1,1 0-1,0 0 1,-1 1-1,1-1 1,0 1-1,1-1 1,-1 1-1,-2 6 1,0-1 64,1 1 1,1 0-1,-1-1 1,1 1 0,1 0-1,-1 0 1,1 10-1,13 134 2437,-2-54-1387,2 342 2262,-50 219-3532,33-611-960,5 89-1,1-112 241,2-1-1,1 1 1,2-1 0,0 0-1,11 28 1,-15-48 408,-1-1 0,1 0 0,0 0 0,1 0 0,-1 0 0,1 0 0,-1 0 0,1-1 0,0 1 0,1-1 1,-1 0-1,0 0 0,1 0 0,0 0 0,0-1 0,0 1 0,6 2 0,-6-4-261,0 0 0,1 0 0,-1 0 0,1-1 0,-1 1 0,1-1 0,-1 0-1,1-1 1,-1 1 0,1-1 0,-1 0 0,0 0 0,1 0 0,-1-1 0,0 1 0,0-1 0,7-4 0,26-19-7415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21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8 10281,'-2'-1'188,"-1"-1"0,1 1 0,0 0 0,-1 1 0,0-1 0,1 0 0,-1 1 0,1-1 0,-1 1 1,0 0-1,1 0 0,-1 0 0,1 0 0,-1 1 0,-4 0 0,1 2 476,1-1 1,0 1-1,0 0 1,0 0-1,-8 9 0,7-8-353,5-3-215,-1 0 1,1 0 0,0 1-1,-1-1 1,1 1-1,0-1 1,0 1-1,0-1 1,0 1-1,0-1 1,0 1-1,1 0 1,-1-1-1,0 1 1,1 0 0,0 0-1,-1 0 1,1-1-1,0 1 1,0 2-1,0 0 10,1-1 1,-1 1-1,1 0 0,0-1 1,0 1-1,1-1 0,-1 0 0,1 1 1,3 4-1,3 4 121,1 0 0,0-1 1,1 0-1,14 11 0,28 21 102,2-1-1,2-3 1,74 39-1,194 81 156,-135-70-258,307 173 4,-387-196-160,-3 5 1,135 117 0,-205-156-59,-1 2-1,43 56 1,-64-71-5,0 1-1,-1 0 1,-1 1-1,-1 1 1,-1 0-1,13 42 1,-17-36 8,-1 0 1,-1 1-1,-1-1 1,-2 1 0,-1-1-1,-1 1 1,-1 0 0,-2-1-1,-1 0 1,-1 0 0,-1 0-1,-1-1 1,-22 47 0,7-27-58,-1-2 1,-3-1 0,-1-2-1,-3 0 1,-1-2 0,-70 68 0,26-41-287,-4-3 1,-2-3 0,-142 78 0,-289 116-3045,-111 4-6280,443-193 2679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22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27 612 7061,'-2'0'181,"0"0"0,1 1 0,-1-1 0,0 1 0,0-1 0,0 1 0,1 0 0,-1-1 0,0 1 0,1 0 0,-3 1 0,0 8 4953,22-6-2543,8 1-1890,1-2 1,-1 0 0,38-2-1,-45 0-490,313-7 1284,-202 2-1168,782-34 907,1234-92-477,-1783 103-683,1433-106 202,887-63 375,-2188 159-485,707-37 409,-1140 73-465,97 12 0,-159-11-109,-1 0 0,1 0 0,0 0 0,0 0 0,0 0 0,0 0 0,0 0 0,0 0 0,0 0 0,0 0 0,0 1 0,0-1 0,0 0 0,0 0 0,0 0 0,0 0 0,0 0 0,0 0 0,0 0 0,0 0-1,0 1 1,0-1 0,0 0 0,0 0 0,0 0 0,0 0 0,0 0 0,0 0 0,0 0 0,0 0 0,0 0 0,0 1 0,0-1 0,0 0 0,0 0 0,0 0 0,0 0 0,1 0 0,-1 0 0,0 0 0,0 0 0,0 0 0,0 0 0,0 0 0,0 0-1,0 0 1,0 0 0,0 1 0,0-1 0,1 0 0,-1 0 0,0 0 0,0 0 0,0 0 0,0 0 0,0 0 0,-6 6-39,-1 0 0,0 0 0,0 0 0,0-1 0,-1 0 1,0 0-1,0-1 0,0 0 0,0-1 0,-14 5 0,-96 21-733,113-28 733,-60 12-915,-120 24-1931,66-21-5568,87-14-854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24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262 123 5573,'-19'-6'2397,"-1"1"1,1 1 0,-1 0 0,-23 0 0,13 4-2141,7 1 455,3 1 353,0-1 0,-27-2-1,64-9 25,16 3-806,1 0 1,0 3-1,70-2 1,-25 3-105,497-29 470,-111 8-503,154 14-2217,-521 19-350,-38-1-7070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24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 8785,'-31'-6'8751,"55"19"-6407,33 7-945,78 19 0,-38-13-797,484 176 1280,-515-172-1786,-1 2-1,-2 3 1,-1 2 0,-2 4 0,-2 2 0,78 73 0,-115-94-63,0 0 0,-2 2 0,-1 0 0,-1 1 0,0 1 0,-2 0 0,-2 2 0,12 30 0,-18-41-21,-2 1 0,0 0 0,-2 1 0,0-1 0,0 1 0,-2 0 0,-1-1 0,0 1 0,-1 0 0,-1-1 0,0 1 0,-2-1 0,0 0 0,-9 24 0,0-12-125,-2-1 1,0 0-1,-2-2 1,-1 1-1,-1-2 1,-1-1-1,-2 0 1,0-1-1,-30 23 1,-34 22-1249,-125 78 1,201-140 1230,-157 103-2532,2-1-4800,69-45-1764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25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639 174 7141,'-3'-16'1276,"-1"1"1,-12-28 0,14 38-819,-1 0 0,0 0 0,0 1-1,0-1 1,0 1 0,-1 0 0,0-1 0,0 2 0,0-1 0,0 0 0,-9-5 0,-11-8 1687,21 15-1985,0-1 0,0 1 0,0-1 0,0 1 0,0 0 1,-1 0-1,1 0 0,-1 1 0,1-1 0,-1 1 1,0 0-1,0 0 0,0 0 0,1 1 0,-1-1 0,0 1 1,0 0-1,-6 1 0,0 1 81,0 1 1,1 0 0,-1 0-1,1 1 1,-1 1-1,1-1 1,0 2-1,1-1 1,0 1-1,0 0 1,0 1-1,0 0 1,1 0-1,0 1 1,1 0-1,-11 16 1,-4 8 273,2 2 0,1 0 0,-15 41 0,-16 45 113,6 3 1,6 0 0,4 3-1,-24 203 1,53-286-568,3-1 0,1 1 0,2 0 1,2 0-1,2-1 0,2 0 0,1 0 0,2-1 1,19 45-1,-18-61-49,0 0 0,1-1 0,1 0 1,1-1-1,1-1 0,30 31 0,-31-38-48,1 0 1,1-1-1,0-1 0,1-1 0,0-1 0,1 0 0,1-1 0,-1-1 0,22 7 1,-11-7-55,1-2-1,-1-1 1,1-1 0,0-1 0,1-2 0,-1-1 0,0-2 0,1-1 0,35-7 0,-23 1-22,-1-3 0,0-1 0,-1-3 0,-1-1 0,75-40 0,-85 36 39,0-2 1,-1 0-1,-1-2 1,-1-2 0,-1 0-1,-2-2 1,-1 0-1,-1-2 1,-1-1 0,-2 0-1,-1-2 1,24-55-1,-16 28-42,-2-1 0,-4-1-1,16-72 1,-36 131 164,-11 35 177,2 14-137,2 0-1,1 0 1,3 1 0,2-1-1,9 68 1,-7-96-73,1 0 1,1-1 0,0 1-1,2-1 1,0 1 0,0-2-1,2 1 1,0-1 0,1 0-1,1 0 1,20 24 0,-20-29-4,1 0 1,1 0 0,0-1 0,0 0-1,0-1 1,1-1 0,1 0 0,0-1-1,0 0 1,0-1 0,1-1 0,-1 0-1,1-1 1,18 3 0,-14-5 3,1 0 1,0-1 0,0-1 0,0-1-1,0 0 1,0-2 0,20-5 0,-26 5-9,-1-1 1,-1 0 0,1-1 0,0 0-1,-1-1 1,0-1 0,-1 0 0,1 0 0,-1-1-1,-1-1 1,14-12 0,-19 15-7,0 0-1,0-1 1,-1 1-1,0-1 1,0 0-1,0 0 1,-1 0-1,0-1 1,-1 1-1,1-1 1,1-14 0,-2 10-2,-2 0 0,1 0 0,-2 0 0,0 1 1,0-1-1,-1 0 0,-4-15 0,-2 3-23,-1 0-1,-1 0 0,-1 1 0,-1 0 1,-1 1-1,-27-35 0,8 17-508,-3 2 0,0 1 0,-3 3 0,-1 0 0,-1 3 0,-2 1 0,-1 2 0,-62-30 0,81 48-500,0 1-1,0 0 0,-27-4 1,-30-2-4452,80 15 5431,0-1-319,-1 1 0,1 0 0,-1 0 0,1-1 0,-1 1 0,0 0 1,1 0-1,-1 1 0,1-1 0,-1 0 0,0 0 0,-1 1 0,-11 17-7062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26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67 9925,'9'-47'8198,"-5"31"-7567,-3 13 1062,3 3-1021,7 1-292,-9-1-335,0 0-1,0 0 1,0 0 0,0 0 0,0 1-1,0-1 1,0 1 0,0-1 0,0 1 0,0-1-1,0 1 1,-1 0 0,1 0 0,0 0-1,0 0 1,-1 0 0,1 1 0,-1-1 0,1 0-1,-1 1 1,0-1 0,1 1 0,1 2-1,9 18 81,0-1 0,-1 1-1,-2 1 1,0 0 0,-1 0-1,-2 1 1,0 0 0,-1 0 0,-2 0-1,0 1 1,-2 25 0,0-17-59,1-1 0,7 38 1,2 20 42,-11-85-81,0 0 0,1-1 0,0 1 0,0 0 0,1 0 0,-1 0 0,1-1 0,2 6 0,-2-8-18,1-3 5,2 0-10,1-1 0,-1 1 0,0-1 1,1-1-1,-1 1 0,0-1 0,-1 0 0,1 0 0,0 0 1,-1-1-1,0 1 0,0-1 0,0 0 0,0 0 0,4-7 1,7-11 9,0 0 0,11-26 0,-3 7-14,7-15 10,-24 43-2,1-1 0,1 1-1,0 1 1,1-1 0,16-16 0,-21 25-11,2-3 6,0 0 0,1 0 0,0 1-1,12-8 1,-17 12-2,1 1 0,-1 0 0,1 0 0,-1 0 0,1 0 0,-1 0-1,1 0 1,0 1 0,-1-1 0,1 1 0,0 0 0,-1 0 0,1 0 0,0 0 0,0 0 0,-1 0-1,1 1 1,0 0 0,-1-1 0,1 1 0,3 1 0,1 3 1,0-1 0,0 1 1,0 1-1,-1-1 0,0 1 0,0 0 0,0 0 0,0 1 1,-1 0-1,0 0 0,-1 0 0,0 0 0,0 1 1,4 11-1,5 15 11,17 69-1,-20-50-6,-7-38 51,0 0-1,0 0 1,8 20-1,-10-34-47,-1-1 0,0 1 0,0-1 0,0 1 1,0-1-1,0 1 0,1-1 0,-1 1 0,0-1 0,0 0 0,1 1 1,-1-1-1,0 1 0,1-1 0,-1 0 0,0 1 0,1-1 0,-1 0 0,1 1 1,-1-1-1,1 0 0,-1 0 0,0 1 0,1-1 0,-1 0 0,1 0 0,-1 0 1,1 0-1,-1 0 0,1 0 0,-1 1 0,1-1 0,-1 0 0,1-1 0,-1 1 1,1 0-1,0 0 0,-1 0 0,0 0 0,2 0 0,0-2 17,0 1 0,0-1 0,1 0-1,-1 1 1,-1-1 0,1 0 0,0 0-1,3-4 1,27-50 202,21-78-71,-35 87-154,1 0 1,29-50-1,-33 71 7,32-40 0,-39 57-22,1-1 0,0 1 1,0 1-1,0 0 0,1 0 0,15-9 0,-22 16 5,-1 0 0,1 0-1,0 0 1,-1 0 0,1 0-1,0 1 1,0-1 0,-1 1 0,1 0-1,0 0 1,0 0 0,-1 0-1,1 1 1,0-1 0,0 1 0,-1-1-1,1 1 1,0 0 0,-1 0-1,1 0 1,-1 0 0,1 1 0,3 1-1,-3 0 2,1 0 0,0 0-1,-1 0 1,1 0-1,-1 0 1,0 1 0,0 0-1,0-1 1,-1 1 0,0 0-1,1 0 1,-1 1-1,1 3 1,2 8 1,-1-1 0,-1 1 0,0 0 0,-1 0 0,-1 0 0,0 1 0,-2-1 0,1 0-1,-2 0 1,-6 27 0,8-42 13,0 0 0,0 1 0,1-1 0,-1 0 0,0 0 0,1 1 0,-1-1 0,0 0 0,1 0 1,0 0-1,-1 1 0,1-1 0,0 0 0,-1 0 0,1 0 0,0 0 0,0 0 0,0-1 0,0 1 0,0 0 0,0 0 0,0 0 0,0-1 0,1 1 0,3-1-1,-1-1 0,0 0 0,0 0 0,0-1 0,0 1 0,0-1 0,0 0 0,0 0 0,0 0 0,-1 0 0,1-1 0,-1 0 0,4-3 0,1 0-7,116-76 645,-104 71-422,0 1 1,0 1 0,1 0-1,38-9 1,-47 16-128,0 0-1,0 1 1,1 0 0,-1 1-1,0 0 1,0 1 0,1 1-1,-1 0 1,14 4 0,-16-3-47,-1 0 1,0 1 0,0 0 0,0 1 0,0 0-1,0 0 1,-1 1 0,0 0 0,0 0 0,-1 1-1,0 0 1,10 13 0,-2-1-47,-1 2 0,0 0 1,16 37-1,67 154-3661,-66-141-656,-1 1-3758,-13-32-2606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27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202 247 6793,'-20'-25'8067,"-16"1"-4364,-5-3-1701,33 18-1336,-1-1 0,1 0 0,-11-18-1,-8-11 1175,22 33-1534,1-1 1,-1 0 0,1 1-1,0-2 1,1 1 0,-5-13-1,8 18 47,2 0-71,-1 2-267,-1-1-1,1 0 1,0 0-1,-1 1 1,1-1-1,0 0 1,0 1-1,-1-1 1,1 1-1,0-1 1,0 1-1,0-1 1,0 1-1,0 0 1,0-1 0,0 1-1,0 0 1,0 0-1,0 0 1,-1 0-1,1 0 1,0 0-1,0 0 1,0 0-1,0 0 1,0 0-1,0 0 1,0 1-1,0-1 1,0 0-1,0 1 1,2 0-1,0 2 17,0 1 0,0 0-1,0-1 1,0 1-1,0 0 1,3 7 0,2 5 4,-1 0 1,0 1-1,-1 0 1,-1 0 0,0 0-1,-1 1 1,-2 0-1,3 31 1,-4 14 9,-8 70 1,4-99 7,-18 99-50,6-49 120,14-83-119,1 1 0,0 0-1,-1 0 1,1-1-1,0 1 1,0 0 0,0 0-1,1-1 1,-1 1 0,0 0-1,1 0 1,-1-1-1,2 3 1,-2-4-3,0 1 1,0-1-1,1 0 0,-1 1 0,1-1 1,-1 0-1,0 0 0,1 1 1,-1-1-1,0 0 0,1 0 0,-1 0 1,1 0-1,-1 1 0,1-1 1,-1 0-1,0 0 0,1 0 0,-1 0 1,1 0-1,-1 0 0,1 0 1,-1 0-1,1 0 0,-1-1 0,0 1 1,1 0-1,-1 0 0,1 0 1,-1 0-1,1-1 0,4-2 5,1 0 1,-1-1-1,0 1 0,0-1 1,5-6-1,-6 6-7,15-15-2,-1-1 0,-1-1 0,26-40 1,0-2-5,-34 51 5,81-101-116,-76 97 94,1 0 0,1 1 0,0 1-1,27-18 1,-40 30 15,0 1 0,1-1 0,-1 1-1,0 0 1,0 0 0,1 0 0,-1 0-1,1 1 1,-1-1 0,0 1 0,1 0-1,-1 0 1,1 0 0,-1 0 0,1 1-1,-1-1 1,1 1 0,-1 0 0,0 0 0,1 0-1,-1 1 1,0-1 0,0 1 0,0 0-1,0 0 1,0 0 0,4 4 0,-1-1-24,0 0 1,-1 1-1,0 0 1,0 0 0,0 0-1,-1 0 1,0 1-1,0-1 1,0 1 0,-1 0-1,3 10 1,14 43-329,-12-41 174,-1 1 0,6 32 1,-1-7 111,-12-44 74,0-1 1,0 0-1,0 0 0,1 0 1,-1 0-1,0 0 1,0 0-1,0 0 0,0 1 1,0-1-1,0 0 1,0 0-1,0 0 0,0 0 1,0 0-1,0 0 1,0 0-1,0 0 0,0 0 1,0 0-1,0 1 1,1-1-1,-1 0 0,0 0 1,0 0-1,0 0 1,0 0-1,0 0 1,0 0-1,0 0 0,0 0 1,0 0-1,1 0 1,-1 0-1,0 0 0,0 0 1,0 0-1,0 0 1,0 0-1,0 0 0,0 0 1,1 0-1,-1 0 1,0 0-1,0 0 0,0 0 1,0 0-1,0 0 1,0 0-1,0 0 0,0 0 1,1-1-1,-1 1 1,0 0-1,0 0 0,0 0 1,0 0-1,7-2 9,0-1 0,-1 0-1,1 0 1,-1-1 0,1 0-1,-1 0 1,0 0 0,-1-1 0,1 0-1,-1 0 1,0 0 0,0-1-1,6-9 1,141-169 336,-119 148-222,3 0 0,68-51 0,-99 83-112,-1 0 1,1 0 0,0 1 0,1 0 0,-1 0 0,0 0 0,1 1-1,0-1 1,-1 2 0,1-1 0,0 0 0,0 1 0,0 0 0,0 1-1,0-1 1,0 1 0,0 0 0,0 1 0,0-1 0,9 3 0,-3 1 8,0 1 1,-1 0 0,0 0 0,0 1 0,0 0-1,-1 1 1,0 0 0,17 16 0,6 9-5,30 42 1,15 13 35,-60-69-39,1 0 1,1-1 0,1-2 0,0 0-1,0-1 1,2-1 0,0-1 0,0-1-1,1-1 1,0-1 0,1-2 0,0 0 0,36 5-1,-30-9 0,-1-1-1,0-1 0,0-2 1,56-8-1,-69 5-5,0 0 1,0-1-1,0-1 0,0-1 1,-1 0-1,0-1 0,-1-1 1,0 0-1,23-19 0,-17 10-126,-1-1-1,-1 0 1,26-35 0,-35 41-164,-1 0 1,-1-1 0,0 0 0,-1 0 0,-1-1 0,0 0 0,6-21-1,-12 32 182,0 0-1,-1 0 0,1 0 1,-1 0-1,0 1 0,1-1 1,-2 0-1,1 0 0,0 1 1,-1-1-1,-3-5 0,4 9 81,-1-1 0,0 1 0,1 0 0,-1 0 0,1 0-1,-1 0 1,0 0 0,1 0 0,-1 1 0,1-1 0,-1 0 0,1 1-1,-1-1 1,-2 2 0,-27 13-188,23-12 144,-18 12-138,1 0 0,1 2 0,0 0 0,1 2 0,0 1 0,2 0 0,-26 33 0,26-24 63,19-26 121,17-4 200,0-1 0,0-1 0,-1-1 0,1 0 0,25-11 0,-20 7 470,0 2-1,32-8 1,-47 13-543,1 1-1,0-1 1,0 1 0,-1 0 0,1 0 0,0 0 0,-1 1 0,1 0-1,0 0 1,-1 1 0,1 0 0,-1 0 0,9 4 0,-8-2-89,0 1 1,-1 0 0,1 0-1,-1 1 1,-1 0-1,1-1 1,-1 1-1,0 1 1,0-1 0,-1 1-1,0-1 1,3 8-1,5 9-367,-1-5-634,0 0 0,2 0 1,0-1-1,25 27 0,-24-31-1521,1-2 0,0 1-1,20 11 1,8 1-6547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27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8561,'0'0'2094,"-6"12"1325,3-4-2962,0 1 1,1-1-1,0 0 0,0 1 1,1-1-1,0 1 0,0-1 1,1 1-1,0 0 0,1-1 1,3 16-1,-1 26 244,4 64 432,-12-91 116,3-25-658,5-13-232,3-2-104,0 0 0,1 0 0,1 1 0,1 1 0,18-27 0,0 5 367,35-33 1,-55 61-435,1 1 1,0 1-1,1 0 0,-1 0 1,12-7-1,-18 13-146,0 0 0,1 0 1,-1-1-1,0 1 0,1 1 0,-1-1 0,0 0 1,1 1-1,-1-1 0,1 1 0,-1-1 0,1 1 0,-1 0 1,1 0-1,-1 0 0,1 1 0,-1-1 0,1 1 1,-1-1-1,1 1 0,-1 0 0,0 0 0,1 0 0,-1 0 1,0 0-1,0 0 0,0 1 0,3 2 0,2 2 17,-1 1 1,1 0-1,-2 1 0,1-1 0,-1 1 0,-1 0 0,1 1 0,-1-1 1,-1 1-1,1-1 0,1 11 0,3 15 124,5 60-1,-10-64-725,1-1 0,14 51 0,-11-58-367,1-1 1,0 0-1,18 29 0,-21-42 335,1-1 0,-1 1 0,1-1 0,0 0 0,1-1 0,-1 0 0,2 0 0,-1 0 0,0-1 0,1 0 0,11 6 0,53 16-7109,-29-15 722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28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468 967 9385,'40'-90'4170,"-41"87"-3730,0 1 0,0 0 1,-1 0-1,1 0 0,0 0 0,-1 0 0,0 0 0,1 0 0,-1 1 0,-3-3 0,3 3-343,0 0 1,0 0-1,0 1 0,-1-1 0,1 1 0,0-1 0,0 1 1,-1 0-1,1-1 0,0 1 0,-1 1 0,1-1 1,0 0-1,-1 0 0,1 1 0,0-1 0,0 1 0,-4 1 1,-8 4 60,0 0 0,1 1 1,0 0-1,0 1 0,0 0 1,1 1-1,1 0 0,-1 1 0,-15 19 1,-11 15 183,-36 57 1,45-60-217,4-4-43,2 2 0,2 0 0,1 1-1,2 1 1,2 1 0,-14 55 0,28-88-69,1 0 1,-1 0-1,1 0 1,1 0-1,0 0 1,0 0-1,1 0 1,0 0-1,0 0 1,5 15-1,-5-20-24,0-1-1,1 0 1,-1 1-1,1-1 1,-1 0-1,1 0 1,0 0-1,0 0 1,1 0-1,-1-1 1,0 1-1,1 0 1,0-1-1,0 0 1,-1 0-1,1 0 1,0 0-1,1 0 1,-1-1-1,0 1 1,0-1-1,1 0 1,-1 0-1,1 0 1,-1 0-1,1-1 1,-1 1-1,1-1 1,5 0-1,4-2-12,-1 1-1,1-2 0,-1 0 0,1 0 0,-1-1 0,0-1 0,-1 0 0,1-1 0,-1 0 0,0 0 0,0-1 0,-1-1 0,0 0 1,0 0-1,-1-1 0,0 0 0,9-13 0,6-9 5,-1-1 1,-2-1-1,-2 0 1,23-55-1,3-28-2,57-239 1,-80 266 17,80-374 577,-45 191-99,-53 252 933,-10 45-449,-28 221 1176,-132 422-851,80-292-4791,78-327 1323,-4 99 0,12-110-1581,7 52-1,11 6-7173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28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310 306 13137,'-1'-11'202,"-6"-27"1594,2-1 1,2 1-1,3-62 1,5 42 2530,-2 37-1120,-5 33 394,-18 119-3076,-60 209 0,36-172-468,-63 323-57,87-366 0,-8 248 0,28-344-753,1 0-1,1 1 1,2-1-1,1 0 1,1-1-1,10 29 1,-12-47 275,0-1-1,1 1 1,0-1 0,0 0 0,1 0 0,0-1-1,0 0 1,14 13 0,-14-16 237,-1 0-1,1-1 1,1 0-1,-1 0 1,1-1-1,-1 1 1,1-1 0,0-1-1,0 1 1,0-1-1,1-1 1,-1 1 0,11 0-1,-7-2-1377,1 0 1,-1-1-1,16-2 1,39-11-8733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2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64 13357,'-25'-53'2302,"20"43"1793,26 17-606,50 23-1659,-58-23-1617,260 140 3360,-37 14-2112,-193-127-1244,-2 3 0,-1 1 1,39 50-1,-66-72-151,0 1-1,-2 1 1,0 0 0,-1 0-1,-1 1 1,-1 0 0,0 0-1,4 22 1,-9-29-34,-1 0 0,0 0 0,0 1 0,-2-1 1,1 0-1,-2 1 0,0-1 0,0 0 0,-1 1 0,0-1 0,-1 0 0,-1 0 0,0-1 1,-11 22-1,3-12-10,-2 0 0,-1-1 0,0-1 0,-1 0 0,-2-1 0,1-1 0,-41 29-1,-156 88-1162,160-103 584,-297 147-7742,322-165 6767,-35 23-5269,25-3-4322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29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14489,'73'48'3892,"-47"-32"-2694,-1 0-1,33 29 1,-26-17-257,-1 1 1,-1 2-1,27 37 0,-33-37-664,-2 2 0,-1 0 0,-1 1 0,-2 1 0,23 65 1,-34-80-215,-1 0 0,-1 0 1,-1 1-1,-1-1 0,-1 1 0,0 0 1,-2-1-1,0 1 0,-1 0 1,-2 0-1,0-1 0,-9 32 1,5-28 212,-1-1 1,-1 0-1,-2 0 0,0-1 1,-17 26-1,26-47-216,1-1-1,-1 0 0,1 0 0,0 1 1,-1-1-1,1 0 0,-1 0 0,1 0 1,0 0-1,-1-1 0,1 1 0,-1 0 1,1-1-1,-2 0 0,1 1 74,0-1-98,-1 0 0,1 0-1,0 0 1,-1 0 0,1 0 0,0-1 0,0 1 0,0-1 0,0 1-1,0-1 1,1 0 0,-1 0 0,0 0 0,1 0 0,-1 0 0,1 0-1,0 0 1,0 0 0,0 0 0,0-1 0,0 1 0,0-1 0,0 1-1,1 0 1,-1-1 0,1 1 0,0-4 0,-2-6 24,1-1 0,0 1 0,1 0 0,3-22 0,5-9-246,2 0 1,2 1-1,1 0 1,3 1 0,1 0-1,2 2 1,1 0 0,51-71-1,-25 50-488,2 2 0,3 2-1,2 3 1,83-66 0,-80 76 130,104-60 0,-126 85 353,0 1 0,1 1 0,1 3 0,63-17 0,-90 28 200,-1 1 0,1-1 0,0 2 0,-1-1 1,1 1-1,0 0 0,-1 1 0,1 0 0,-1 1 1,16 4-1,-20-5 47,0 1 1,1 0 0,-1 1 0,0-1-1,0 1 1,0 0 0,-1-1-1,1 2 1,-1-1 0,1 0 0,-1 1-1,0 0 1,0-1 0,-1 1-1,1 0 1,-1 0 0,0 1 0,0-1-1,0 0 1,1 9 0,1 4 140,0 2 1,-2-1 0,0 0-1,-2 1 1,0-1 0,-1 0 0,-4 25-1,-33 130 632,25-123-627,-8 32 63,-24 103 173,40-155-359,1 0-1,1 0 0,2 0 1,2 36-1,0-54-55,1 0 0,0 0-1,1 0 1,0 0 0,1 0 0,0 0-1,1-1 1,9 18 0,-9-22-14,0 0 1,0-1-1,0 0 1,0 0 0,1 0-1,0 0 1,0-1-1,1 0 1,0 0-1,0-1 1,0 0-1,0 0 1,14 5-1,0-3 9,-1-1-1,1-1 1,-1 0-1,1-2 1,0 0-1,1-2 0,-1 0 1,0-1-1,0-2 1,30-6-1,-13 0-1,-1-2-1,0-1 1,-1-2-1,62-34 1,-61 27-7,-1-2 0,-2-2-1,0-1 1,-1-1 0,49-55 0,-64 61-26,0 0 0,-2-2 0,0 0 0,-2-1 0,0 0 0,-2-1 0,-1 0 0,-1-1 0,13-48 0,-21 60-30,0 0 1,0-1-1,-1 1 1,-1-1-1,-1 1 0,0-1 1,0 1-1,-2-1 0,0 1 1,0 0-1,-2 0 1,1 0-1,-2 1 0,0-1 1,0 1-1,-1 1 0,-1-1 1,0 1-1,-1 1 1,0-1-1,-1 2 0,0-1 1,-1 1-1,-22-16 0,13 12-300,-1 1-1,-1 0 0,1 2 1,-2 1-1,0 1 0,0 0 1,0 2-1,-44-8 0,34 10-1029,0 2 0,0 0 0,0 3 0,0 0-1,-65 11 1,45 4-4355,11 8-3410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30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23 388 14485,'10'-8'485,"7"-7"3831,-16 10-1996,-12 6-868,10-1-1290,-1 1-1,1-1 0,0 1 1,-1 0-1,1 0 1,0-1-1,0 1 1,-1 0-1,1 0 1,0 0-1,0 0 1,0 1-1,0-1 1,0 0-1,0 0 1,1 0-1,-1 1 0,0-1 1,1 1-1,-1-1 1,1 0-1,-1 1 1,1-1-1,0 1 1,-1-1-1,1 3 1,-2 52 321,2-33-133,-10 206 354,6-103-616,5-125-84,-1 0 0,0 0 0,0 0 0,0-1 0,1 1 0,-1 0 0,1 0 0,-1 0 0,0 0 0,1-1 0,0 1 1,-1 0-1,1 0 0,-1-1 0,1 1 0,0 0 0,-1-1 0,1 1 0,0-1 0,0 1 0,0-1 0,1 1 0,13 7 23,-11-9-22,0 0 0,0-1 0,-1 1-1,1 0 1,-1-1 0,1 0 0,-1 0 0,0 0 0,0 0 0,0-1 0,6-4 0,-3 1-2,-3 4-2,147-110-3,-128 98-50,0 1 0,1 1 0,0 1 0,1 1 0,29-9 0,-46 18-27,1 0 1,-1 0-1,0 0 1,0 1-1,1 0 0,-1 0 1,0 1-1,0 0 0,0 1 1,0-1-1,0 1 1,8 3-1,-5-1-90,-1 0-1,1 1 1,-1 0 0,0 1-1,0 0 1,-1 0-1,8 8 1,-4-1-201,0 0 0,-2 1-1,0 0 1,13 22 0,-2-1 55,-19-32 206,18-15 49,-15 8 113,-1 1-1,0-1 1,0 0-1,0 0 1,0 0-1,-1 0 1,0-1-1,0 1 1,3-7-1,8-11 231,7-5 65,2 1 0,0 1 1,1 1-1,38-29 1,-44 40-299,0 0 1,1 2-1,0 1 1,1 0 0,0 1-1,0 1 1,38-9-1,-48 15-46,1 1 0,-1 0 0,0 1 0,1 0 0,-1 0 0,1 2 0,-1-1 0,0 1 0,1 0 0,-1 1 0,0 0 0,-1 1 0,1 0 0,0 1 0,-1 0 0,9 6 0,33 27 62,-34-24-61,36 22-1,-46-32 12,-1 0 0,2-1-1,-1 1 1,0-1 0,1-1 0,-1 0-1,1 0 1,0 0 0,13 1 0,1-4-6,1-1 1,-1 0-1,0-2 1,0 0 0,0-2-1,-1 0 1,0-1 0,0-1-1,-1-2 1,0 0-1,24-15 1,-1-4 3,-1-1-1,-2-2 1,67-70 0,20-52-41,-32 35 936,-75 93-514,-16 19-233,0 1 1,1 0-1,0 0 0,0 0 0,0 1 0,1-1 0,0 1 0,0 1 0,9-7 0,-14 11-129,0 0 0,0-1-1,0 1 1,0 0-1,1 0 1,-1 0-1,0 0 1,0 0-1,0 0 1,0 0 0,1 0-1,-1 0 1,0 0-1,0 1 1,0-1-1,0 0 1,0 1-1,0-1 1,0 1 0,0-1-1,0 1 1,0 0-1,0-1 1,0 1-1,0 0 1,0 0 0,-1 0-1,1 0 1,0-1-1,0 1 1,-1 0-1,1 0 1,-1 0-1,1 0 1,-1 0 0,1 1-1,-1-1 1,0 0-1,1 2 1,1 4 122,0 1 0,0 0-1,-1 0 1,1 0 0,-1 8 0,-1 29-155,-2 1 0,-11 69 0,-29 92 0,21-112 0,18-78 1,-6 18-183,2 1 0,2 0-1,1 0 1,2 60 0,6-48-2051,3 0-1,14 52 1,-11-65-2940,24 57 0,2-17-6654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30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634 0 13909,'0'0'2817,"3"3"-189,4 4-2016,-1 0 0,0 1 0,0-1 0,0 1-1,-1 0 1,-1 1 0,1-1 0,-1 1 0,-1 0 0,1 0 0,2 14 0,1 13 1275,6 64 0,-8-45-831,13 96-735,-7 1 1,-9 162-1,-6-249-287,-3-1 1,-2 0-1,-3-1 1,-3 0-1,-3-1 1,-2-1-1,-44 91 1,49-123-180,-2-1 1,-1-1-1,-1 0 1,-1-2-1,-1 0 0,-45 40 1,52-53-16,0 0 0,-1-2 1,0 0-1,-1 0 0,0-1 1,0-1-1,-1-1 0,0 0 0,0-2 1,-1 0-1,1 0 0,-1-2 0,-29 3 1,37-6-438,0 0 1,0-1-1,0 0 0,0-1 1,0 0-1,0 0 0,-16-7 1,21 7-52,0-1 0,1 1 1,-1 0-1,1-1 0,0 0 0,0 0 1,0-1-1,0 1 0,1-1 0,-1 0 0,1 1 1,0-2-1,0 1 0,0 0 0,0-1 1,-3-8-1,-3-30-10102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30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1 8629,'0'0'9635,"-2"2"-8663,-19 21 774,-33 27 1,-4 5-4345,58-55 2236,-1 1 0,0 0 0,0 0 0,1 0 0,-1 0 0,1 0 0,-1 0 0,1 0 0,-1 0 0,1 0 0,-1 0 0,1 0 0,0 0 1,0 1-1,-1-1 0,1 2 0,0 3-1581,-4 20-7108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31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456 225 10577,'3'-18'657,"-3"12"-330,1 0 0,0 1 1,0-1-1,1 1 0,0-1 0,0 1 1,0-1-1,1 1 0,4-8 1,13-33 3017,-17 38-2609,-1 0 1,1 0-1,1 0 0,0 0 0,0 1 0,0-1 0,1 1 0,0 0 0,0 1 0,0-1 0,9-6 0,-14 13-664,1-1 0,-1 1 0,1 0-1,0-1 1,-1 1 0,1 0 0,-1 0 0,1 0-1,0-1 1,-1 1 0,1 0 0,0 0 0,-1 0 0,1 0-1,0 0 1,-1 0 0,1 0 0,0 0 0,-1 1-1,1-1 1,0 0 0,-1 0 0,1 0 0,0 1 0,-1-1-1,2 1 1,13 17 1143,5 29 163,-19-44-1259,5 17 36,0 0-1,-2 1 1,-1-1 0,0 1-1,-2 0 1,-1 31 0,-19 128 193,-42 93-348,-24-4 0,38-125 0,-117 309 28,34-105-43,27 5-125,95-314-822,1 1 0,-3 56 0,9-82 197,1 0 1,1 0-1,0 0 0,1-1 0,0 1 1,1 0-1,1-1 0,0 1 0,0-1 1,8 14-1,-10-24 69,0 0 0,0 0 0,0 0 1,1 0-1,-1 0 0,1 0 0,-1-1 0,1 1 0,0-1 1,5 3-1,-2 0-1108,21 13-7096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31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13993,'5'1'556,"-1"0"0,0 0-1,0 0 1,1 0 0,-1 1-1,0 0 1,0 0 0,0 0-1,-1 0 1,1 0 0,0 1 0,-1 0-1,5 4 1,-2-2-22,1 0 1,-1 0 0,1-1-1,11 5 1,71 27 894,-1 4 1,129 79 0,-215-117-1423,6 3 30,0 1-1,0 0 1,0 0 0,11 13-1,-17-17-40,-1 0 1,1 0-1,-1 1 0,1-1 0,-1 1 0,0-1 0,0 1 0,0 0 0,0 0 1,0-1-1,0 1 0,-1 0 0,0 0 0,1 0 0,-1 0 0,0-1 0,0 1 0,-1 0 1,1 0-1,0 0 0,-2 3 0,0 0-77,0 0 1,0 0-1,-1-1 1,0 1-1,0-1 1,-1 0-1,1 1 1,-1-1-1,0-1 1,-9 9-1,4-5-129,-1-1 0,0 0 1,0 0-1,0-1 0,-14 6 0,-13 2-893,0-1 0,-59 12-1,83-22 770,-130 25-4252,66-14-1665,19-2-2979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32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223 251 9053,'-4'0'122,"-33"0"1392,0 1 0,0 2 0,-39 8 0,60-8-652,0 0 2199,22-4 559,30-4 246,-6 2-4173,539-36 4277,579-77-4708,-766 72-4187,-3-3-5022,-247 31-1762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3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16930,'17'-6'2976,"0"-3"5565,-24-6-14034,0 0 2633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34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28 154 5613,'-23'-8'1615,"19"7"2247,30 6-1755,95 4-356,183-10 0,-147-3-1286,1792-28 1143,1068-12-1165,-2135 40-357,1076-18 54,-1898 20-198,277-18-1329,-318 17 599,-19 3 777,0 0 1,0 0-1,0 0 1,1 0 0,-1 0-1,0 0 1,0 0-1,0 0 1,0 0 0,0 0-1,0 0 1,0 0-1,0 0 1,0 0 0,1 0-1,-1 0 1,0 0-1,0-1 1,0 1 0,0 0-1,0 0 1,0 0-1,0 0 1,0 0 0,0 0-1,0 0 1,0 0-1,0 0 1,0 0 0,0 0-1,1 0 1,-1 0-1,0 0 1,0-1 0,0 1-1,0 0 1,0 0-1,0 0 1,0 0 0,0 0-1,0 0 1,0 0-1,0 0 1,0 0 0,0-1-1,0 1 1,0 0-1,0 0 1,0 0 0,0 0-1,0 0 1,0 0-1,0 0 1,-1 0 0,1 0-1,0 0 1,0 0 0,0-1-1,0 1 1,0 0-1,0 0 1,0 0 0,0 0-1,0 0 1,0 0-1,0 0 1,0 0 0,-1 0-1,-28-8-1697,26 7 1512,-72-10-4270,-28 8-2670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34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1 814 9533,'75'-25'1682,"1"3"1,145-22-1,166 4 1206,-212 25-2222,113-11 158,61-4-124,62 0-124,62-1-116,3002-152 1394,-1468 84-514,-1492 71-652,-62-2 66,-64 0-68,-63 0-148,-318 30-525,139-14 468,245-54 0,-383 66-460,23-10 82,-31 12-105,-1 0 1,0 0-1,0 0 0,1-1 1,-1 1-1,0 0 0,0 0 1,0-1-1,1 1 1,-1 0-1,0 0 0,0-1 1,0 1-1,0 0 0,0 0 1,0-1-1,0 1 0,0 0 1,1 0-1,-1-1 0,0 1 1,0 0-1,0-1 1,0 1-1,0 0 0,-1-1 1,1 1-1,0 0 0,0 0 1,0-1-1,-12-11-196,5 8 100,0 0 0,0 1 0,0 0 0,0 0 0,-1 0 0,1 1 0,-13-2 0,-66-4-644,-399 12-3249,-5 40-5420,274-17-81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42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111 208 9193,'-2'-2'295,"0"-1"-1,1 0 1,-1 0 0,1 0 0,-1 0-1,1 0 1,0-1 0,0 1 0,1 0-1,-1-1 1,1 1 0,-1 0 0,1-1-1,0 1 1,0 0 0,0-1 0,1 1-1,-1 0 1,1-1 0,1-2 0,-2 4-152,6-47 3378,-5 45-3169,-1 0 0,0 1 1,0-1-1,0 1 0,-1-1 0,0 0 1,1 1-1,-1-1 0,0 1 1,-1 0-1,-1-5 0,-11-27 3154,12 31-1098,4 19-849,-1-4-1392,3 65 649,-10 124-1,1-92-593,-45 392-222,32-337-2329,9 217-8881,9-380 11198,1 41-6265,8-4-3678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42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15 268 12229,'-1'-1'185,"-1"-1"0,1 1 0,0-1-1,0 0 1,-1 0 0,1 0 0,1 1 0,-1-1 0,0 0 0,0 0-1,1 0 1,-1 0 0,1 0 0,-1-1 0,1-1 0,1-1 128,-1 1 0,1 0 0,0 0 1,1 0-1,-1-1 0,1 1 1,3-5-1,-1 1-50,2 0 1,-1 0-1,1 0 0,1 0 1,-1 1-1,1 0 0,0 0 0,1 1 1,0 0-1,0 0 0,0 1 1,0 0-1,1 0 0,12-4 1,11-3 175,1 1 0,59-11-1,14 3-145,0 4-1,1 6 0,0 4 0,0 4 1,164 22-1,-198-10-203,110 31-1,-138-28-64,-1 2 0,0 2-1,65 37 1,-91-43-37,0 0-1,-1 0 1,0 2-1,-1 0 1,0 1 0,25 32-1,-33-35-36,1 0 1,-2 1-1,0 0 0,0 0 0,-1 0 0,-1 1 0,0-1 0,-1 1 0,0 1 0,-2-1 0,3 19 0,-5-7-90,-1 0-1,-1 0 1,-1 0-1,-1 0 1,-2 0-1,0-1 0,-2 0 1,-1 0-1,-22 43 1,2-12-269,-3-3-1,-2 0 1,-44 50 0,6-17 30,-4-2 0,-4-4-1,-3-4 1,-3-4 0,-4-3 0,-2-4 0,-116 61-1,185-114 400,-2 0-1,0-1 0,0-2 0,-39 10 1,55-17 13,0-1 0,0 0 0,-1 0 0,1-1 0,0 0 0,-1-1 1,-9-2-1,13 2 19,1 0 1,0-1 0,-1 0-1,1 0 1,0-1-1,0 1 1,0-1 0,0 0-1,0 0 1,1-1-1,0 0 1,-7-6 0,10 9-26,0 0 1,0 0 0,0 0 0,0 0-1,0 0 1,1 0 0,-1 0-1,0 0 1,1 0 0,-1 0 0,1 0-1,-1 0 1,1 0 0,0-1 0,-1 1-1,1 0 1,0 0 0,0-1-1,0 1 1,0 0 0,0 0 0,0-1-1,0 1 1,0 0 0,0 0-1,1-1 1,-1 1 0,1 0 0,-1 0-1,1 0 1,-1 0 0,1 0-1,-1 0 1,1-1 0,0 1 0,0 1-1,-1-1 1,1 0 0,0 0-1,0 0 1,0 0 0,0 1 0,0-1-1,0 0 1,0 1 0,1-1-1,-1 1 1,0-1 0,0 1 0,0-1-1,1 1 1,-1 0 0,0 0 0,0 0-1,3 0 1,5 0 45,0 1 0,-1 0 0,1 1 0,0 0 0,0 0 0,-1 1 0,1 0 0,-1 1 0,0-1 0,0 2 0,0-1 0,-1 1 0,9 7 0,10 9 80,-1 1 0,29 33 0,163 221 309,-27-30-2358,-171-224 1171,1-2 1,2 0 0,0-2-1,25 17 1,-21-18-2615,52 24 0,-12-14-4238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42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74 193 10393,'-9'15'752,"0"0"0,1 0 0,1 1 0,0 1 0,1-1 0,1 1 0,0 0 0,-2 22 0,2 4 499,1-1 0,3 56 0,3-69-909,1 0 1,1 0-1,2-1 0,1 0 0,1 0 1,12 28-1,-3-16-26,2-2 0,1 0 0,37 51 0,-44-73-236,0-1 1,0 0-1,1-1 0,1-1 0,1 0 1,0-1-1,0-1 0,1 0 0,1-1 0,-1-1 1,2-1-1,-1 0 0,1-2 0,0 0 0,33 6 1,-46-11-76,0 0 0,1 0 1,-1 0-1,0-1 0,0 0 0,1 0 1,-1 0-1,0-1 0,0 0 1,1-1-1,-1 1 0,0-1 1,0 0-1,0 0 0,8-6 0,-12 6-26,0 0-1,-1 0 0,1 0 0,-1 0 1,0 0-1,1 0 0,-1 0 0,0-1 0,0 1 1,-1-1-1,1 1 0,0 0 0,-1-1 1,0 1-1,1-1 0,-1 1 0,0-1 1,0 0-1,0 1 0,-1-1 0,1 1 0,-1-1 1,1 1-1,-2-3 0,-3-13-177,0 0 0,-10-21 0,9 27 74,-30-76-464,-33-92-525,63 158 970,0-1 0,2 0 1,1-1-1,0 1 1,2 0-1,2-32 0,2 24 29,1 1 1,2-1-1,1 1 0,1 1 0,1-1 0,2 2 0,23-47 0,-22 55 79,0 1 0,1 0 0,1 0 0,0 1 0,2 1 0,0 0 0,1 2 0,0 0 0,1 0 0,37-21 0,-45 31 39,0 0 0,0 0 0,1 1 1,-1 0-1,1 1 0,0 0 0,0 1 0,0 0 1,0 1-1,1 0 0,-1 0 0,12 2 0,-16 0 10,-1 0-1,1 0 1,0 1-1,0 0 0,-1 0 1,1 1-1,-1 0 0,0 0 1,0 0-1,0 1 1,0 0-1,-1 0 0,1 0 1,-1 1-1,0 0 0,0 0 1,-1 0-1,0 1 1,0-1-1,5 10 0,-2-2 17,-2 0 0,1 1 0,-2 0 0,0 0 0,0 0-1,-2 0 1,0 1 0,0-1 0,-1 25 0,-3 6 58,-13 81 1,-52 137 119,14-72-6,44-149-86,1-1 0,-2 72-1,10-100-64,0 1-1,1 0 1,0-1-1,1 1 0,1-1 1,0 0-1,10 25 1,-11-32-30,1 0 1,0-1 0,0 1 0,1-1 0,0 0 0,0 0 0,0 0 0,0 0-1,1-1 1,-1 0 0,1 0 0,1 0 0,-1 0 0,0-1 0,1 0 0,0 0-1,-1 0 1,1-1 0,9 2 0,3 0 12,0-1-1,0-1 1,1-1 0,-1 0-1,1-2 1,-1 0 0,30-6-1,-13 0-5,0-1-1,-1-3 0,35-14 0,-36 11-6,-1-2 1,0 0-1,-1-2 0,-1-2 1,-1-1-1,-1-1 0,-1-1 1,27-29-1,-43 40-16,-1 0-1,0-1 1,-1 0 0,0-1-1,-1 1 1,-1-2 0,0 1 0,0-1-1,-2 0 1,0-1 0,-1 1-1,0-1 1,-1 0 0,-1 0 0,-1 0-1,0 0 1,-1 0 0,-1 0-1,0 0 1,-5-19 0,1 16-9,-1 1 0,0 0 0,-2 0-1,0 1 1,-1 0 0,-1 0 0,0 1 0,-2 0 0,1 1 0,-2 0 0,0 1 0,-21-18-1,4 7-12,-1 2 1,0 1-1,-2 1 0,0 2 0,-45-19 0,-129-40-1641,70 33-3401,121 39-199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43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0 13353,'-5'0'329,"0"0"0,-1 1 0,1 0-1,0 0 1,0 0 0,0 0 0,0 1-1,0 0 1,0 0 0,0 0 0,0 1-1,1-1 1,-8 6 0,5-1 216,0 0 0,0 0 0,0 0 0,1 1 0,0 0 0,-8 15 0,-12 24 773,2 2-1,2 1 1,-26 90 0,24-46-475,-15 118 0,29-103-1600,7 189 0,5-145-1764,0-101 180,10 61 0,-2-42-2817,-4-32-10,-2-15-1533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43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74 592 10469,'-60'-55'2584,"53"34"-364,1 0-355,12-12-389,14 6-404,11 0-76,19 0-344,17-7-220,20 1-200,10-9-252,17-3-416,16 0-228,15-4-596,15 1-684,11 6-3301,10 0-4200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44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1342 11205,'13'-1'1326,"0"0"0,0 0 0,-1-1 1,23-7-1,-16 3-608,0-2-1,25-13 1,4-7-551,55-43 0,-86 58 226,96-70 332,170-160 0,-249 209-553,-2-1 1,-1-2-1,-2-1 0,-1-1 1,-3-1-1,-1-2 0,-1 0 1,27-78-1,-33 62 1,-2 0 1,-3-1-1,-2 0 1,-3 0-1,0-76 1,-9 136-95,1-1 0,-1 0 0,1 1 0,-1-1 1,1 1-1,-1 0 0,1-1 0,0 1 0,-1 0 0,1 0 1,0 0-1,-2 2 0,-4 3 42,2 0 1,-1 0-1,1 0 1,0 1-1,0 0 0,1 0 1,0 0-1,0 1 1,1-1-1,-4 12 0,-2 13 341,-7 45 0,12-57-289,-78 540 3159,32-190-2205,-212 1010-1038,155-785-89,63-332 0,41-248 0,-17 135 0,19-135 0,1 0 0,0 0 0,1 0 0,1 0 0,0-1 0,1 1 0,7 23 0,-9-37-6,-1 1 0,1-1 0,-1 1 1,1 0-1,-1-1 0,1 1 0,0-1 0,0 0 0,0 1 0,0-1 0,0 0 1,0 1-1,0-1 0,0 0 0,1 0 0,-1 0 0,0 0 0,1 0 1,-1 0-1,1 0 0,-1-1 0,1 1 0,-1 0 0,1-1 0,-1 1 1,1-1-1,0 0 0,-1 1 0,1-1 0,-1 0 0,1 0 0,0 0 0,-1 0 1,1-1-1,0 1 0,2-1 0,0-1-48,1 0-1,0 0 1,0-1-1,-1 1 1,0-1-1,1 0 1,-1-1-1,0 1 1,-1-1-1,6-5 1,9-14-299,0-1 0,-2-1 0,-1-1 0,-1 0 0,12-31 0,-6 6-263,26-104 0,-38 114 476,-1-1 0,-3 1 1,-1-1-1,-2 0 0,-1 0 0,-3 0 0,-1 0 0,-3 0 0,-1 1 0,-2 0 0,-1 1 0,-3 0 0,-1 0 0,-2 2 1,-1 0-1,-2 1 0,-2 1 0,-1 1 0,-29-32 0,-88-79-164,14 17 143,118 121 89,1-1-1,0 0 1,0 0-1,1-1 1,1 1-1,-1-1 1,-4-14-1,9 20 38,-1 0 0,1 0 0,1-1 0,-1 1 0,0 0 0,1-1 0,0 1-1,0 0 1,0 0 0,1-1 0,0 1 0,-1 0 0,1 0 0,1-1 0,-1 1 0,1 0 0,-1 0 0,1 1-1,0-1 1,1 0 0,4-6 0,2 0-48,0 0 0,0 1 0,1 1 0,0-1 0,1 2 0,20-13 0,78-31-306,-94 45 356,55-22-126,2 4 0,127-27 1,-173 45 127,53-10-51,1 3 0,0 4 0,123 1-1,-161 8 84,1 2 0,64 11 0,-94-11 7,0 1 0,0 0-1,0 1 1,0 1 0,-1 0 0,0 1 0,0 0 0,0 0 0,-1 2 0,0-1 0,-1 1 0,12 11 0,-19-15-6,1 0 0,0 1 0,-1-1 1,0 1-1,0 0 0,-1 0 0,1 0 1,-1 0-1,0 1 0,0-1 0,-1 0 1,0 1-1,0-1 0,1 7 0,-2-3 2,-1 0 0,1 0-1,-1 0 1,-1-1-1,1 1 1,-1 0-1,-1-1 1,-4 10 0,-4 6 8,-2 0 0,0-1 0,-2-1 1,-32 40-1,-162 160 14,53-62 96,155-158-113,-1 0-1,1-1 0,0 1 1,-1 0-1,1 0 1,0 0-1,0 0 1,0 0-1,-1 3 1,2-4-5,0 0-1,0-1 1,0 1 0,0 0 0,0-1 0,0 1 0,0-1-1,0 1 1,0 0 0,0-1 0,0 1 0,0-1 0,1 1-1,-1 0 1,0-1 0,0 1 0,1-1 0,-1 1 0,0-1-1,1 1 1,-1-1 0,1 2 0,1-1 2,0 0 1,0 0-1,0-1 1,0 1-1,0 0 1,0-1-1,0 1 1,0-1-1,0 0 1,0 1-1,0-1 1,0 0-1,1 0 1,-1-1-1,0 1 1,0 0-1,0-1 1,2 0-1,27-7 80,-1-2-1,0-1 1,-1-1 0,42-24-1,-14 1 193,62-48-1,-80 53-278,-1-3 0,-2-1 0,41-48 0,-56 55-333,0-1-1,-2-1 1,-1 0 0,-2-2 0,20-49 0,-18 27-1878,22-106-1,-17 16-4402,-9 55-1159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44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395 207 8941,'-10'-101'2027,"10"96"-1653,0 0-1,0 0 1,0 1-1,1-1 1,0 0-1,0 0 1,0 1-1,0-1 1,1 1-1,-1-1 1,4-4-1,1-4 1065,-6 12-1228,0-1 1,0 1-1,0 0 0,0-1 0,0 1 0,0-1 1,0 1-1,0-1 0,0 1 0,-1 0 0,1-1 1,-1 1-1,1 0 0,-1-1 0,1 1 0,-1 0 0,0 0 1,-1-3-1,0 1 930,0 9-731,1 1-1,0 0 1,0-1-1,0 1 1,1 0-1,0 0 1,2 10-1,-2 9 424,-6 179 416,-9 0 0,-48 230 0,-122 393 1645,175-789-2885,-64 304 69,58-247-269,-5 153 0,20-208-1812,8 69 0,-4-95 775,0-1-1,0 0 1,7 15-1,-7-21 54,0 0-1,1 0 1,1-1 0,-1 1-1,1-1 1,7 7-1,29 23-11138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45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1192 2009 11625,'6'-23'2950,"0"-3"692,-4 9 1656,-4 14-4920,0 0-1,0 0 0,0 0 0,0 0 0,0 0 1,-1 0-1,-3-2 0,3 2-6,-2-2-219,0 0-1,-1 1 0,0-1 1,0 1-1,0 1 0,0-1 0,-1 1 1,1 0-1,-1 1 0,0-1 1,0 1-1,0 1 0,0-1 0,0 1 1,-11 0-1,-7 0 46,-1 2 0,-49 6-1,25 2-101,2 2-1,-1 3 0,2 1 0,0 3 0,0 1 0,-75 45 1,39-12 81,2 3 0,-110 98 0,161-126-272,-38 44 0,57-58 41,0 2 0,1-1 1,0 1-1,1 1 0,-11 26 0,18-39 10,1 0 0,0 0-1,0 0 1,0 0 0,0 1 0,1-1-1,-1 0 1,1 1 0,0-1-1,0 0 1,0 0 0,0 1 0,1-1-1,-1 0 1,1 1 0,0-1 0,0 0-1,0 0 1,2 5 0,0-5-53,-1 1 1,1-1 0,0-1 0,0 1 0,0 0-1,1-1 1,-1 1 0,1-1 0,-1 0 0,1 0-1,0 0 1,-1-1 0,1 1 0,0-1-1,6 1 1,10 2-189,0-1 0,0 0 0,1-2 0,-1-1 0,1 0 0,-1-1 0,1-1 0,-1-1 0,0-1 0,0-1 0,32-12 0,-18 4 54,0-2 0,-2-1 1,1-2-1,-2-1 0,50-39 0,-36 17 108,-2-1 1,-2-2-1,-1-1 0,-3-3 0,-2-1 1,-2-1-1,-2-2 0,42-97 0,-22 21 42,-6-2-1,50-234 1,-40 58 294,31-588 0,-79 794 397,-4 118 647,1 141 695,6 97-271,15 83-206,68 708 867,-32-677-1819,-58-350-505,2-1 1,1-1-1,0 1 1,1-1 0,1 0-1,1-1 1,0 0-1,2 0 1,0-1-1,21 24 1,-28-35-30,1-1 0,1 0-1,-1 1 1,0-2 0,1 1 0,0-1 0,0 0-1,0 0 1,0-1 0,1 1 0,-1-1-1,7 1 1,30 7-155,0-2 0,54 3-1,-88-10 135,0-1-1,0 0 1,1 0 0,-1-1-1,0 0 1,0-1-1,0 0 1,0 0 0,0-1-1,-1 0 1,1-1 0,-1 1-1,0-2 1,13-7-1,-3 1-48,10-7-94,-1-1 1,-1-1-1,0-2 0,-2 0 1,0-2-1,21-27 0,110-168-1272,-119 155 984,-4-1 0,-2-2 0,-2 0 1,29-119-1,-55 180 425,0 1 0,0-1 0,-1 0 0,0 0 0,0 0 0,-1 0 0,1 0 0,-1 0 0,0-1 0,-1 1 0,0 0 0,0 0 0,0 0 0,0 0 0,-1 1 0,0-1 0,-4-6 0,6 11 31,0 0-1,0 1 1,0-1-1,-1 1 0,1-1 1,0 0-1,-1 1 1,1-1-1,-1 1 0,1-1 1,0 1-1,-1-1 1,1 1-1,-1 0 0,1-1 1,-1 1-1,0-1 1,1 1-1,-1 0 0,1 0 1,-1-1-1,0 1 1,1 0-1,-1 0 0,1 0 1,-1 0-1,0-1 1,1 1-1,-1 0 0,0 0 1,1 0-1,-1 1 1,0-1-1,1 0 0,-1 0 1,0 0-1,1 0 1,-1 1-1,1-1 1,-1 0-1,0 0 0,1 1 1,-1-1-1,0 1 0,0 0 14,0 0 0,0 0-1,0 0 1,1 0-1,-1 0 1,0 0-1,1 0 1,-1 0 0,1 0-1,-1 0 1,1 1-1,-1-1 1,1 0-1,0 0 1,-1 0-1,1 1 1,0-1 0,0 0-1,0 0 1,0 0-1,0 1 1,1 1-1,1 3-12,0-1 1,0 0-1,0 0 0,1 0 0,0 0 0,0 0 0,0-1 0,1 1 0,0-1 1,7 7-1,1-1 15,1 0 0,20 10 0,-20-12-33,0 0-1,16 14 1,-28-21 74,13 16 60,-8-15 204,-9-15-49,3 13-247,-1-1 0,1 0-1,0 1 1,0-1 0,-1 0 0,1 0-1,0 1 1,0-1 0,0 0 0,0 0 0,0 0-1,0 1 1,0-1 0,0 0 0,0 0-1,0 1 1,0-1 0,0 0 0,1 0 0,-1 1-1,0-1 1,0 0 0,1 0 0,-1 1-1,1-1 1,-1 0 0,1 1 0,0-2 0,1 1 1,-1 0 1,1 0-1,0-1 1,0 1-1,0 0 1,0 1 0,0-1-1,0 0 1,1 1-1,2-1 1,10-1 10,0 0 1,23 2-1,-27 0 13,15 1-19,0 0 0,0 2 0,0 0 0,-1 2 0,1 1 0,-1 1 0,0 1 0,43 21 0,-53-21-91,-1 0-1,-1 1 0,0 0 0,0 1 0,-1 0 0,0 1 0,0 0 0,-1 1 0,-1 0 0,0 1 0,-1 0 0,0 1 0,-1 0 1,-1 0-1,10 26 0,-1 9-305,-1-2-104,23 46 1,-32-79 416,1-1 0,1 0 0,0 0 0,1-1 0,0 0 0,1 0 0,19 17 0,-7-12-451,-2 1 1,0 1-1,-1 0 1,-1 1-1,-1 1 1,24 37 0,-6 1-2869,-10-18-2438,-7-11-2188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46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21 172 4420,'-21'-18'5774,"31"1"-3849,-3 5-1201,-1 1 0,2 0 1,-1 0-1,2 1 0,-1 0 0,1 0 0,1 1 1,0 0-1,0 1 0,13-8 0,-1-2 218,-20 16-524,-1 4 184,2 4-423,-1 0 0,0 1 0,0-1 0,-1 0 1,1 1-1,-1-1 0,-1 0 0,1 12 0,-6 59 890,4-64-869,-8 109 520,5 1 0,5-1 0,6 1 0,5-1 0,34 148 0,-27-189-619,4-1 1,3-2 0,4 0-1,3-2 1,3-2 0,4-1-1,2-2 1,89 112 0,-67-111-13,3-3 0,2-2 0,4-4-1,2-3 1,3-3 0,2-4 0,3-3 0,1-4 0,3-3 0,141 47 0,-68-40-32,2-7 0,304 40 0,341-28 35,89-62-342,-796 5-9,-100 2 246,1 0 0,-1 1 0,1-1 0,-1 0 0,1 0 0,-1 0 0,1 0 0,-1 0 0,1 0 0,-1 0 0,1 0 0,-1 0 0,1 0 0,0 0 0,-1-1 0,1 1 0,-1 0-1,1 0 1,-1 0 0,1-1 0,-1 1 0,0 0 0,1-1 0,-1 1 0,1 0 0,-1-1 0,1 1 0,-1 0 0,0-1 0,1 1 0,-1-2 0,-19-3-665,-23 5-599,31 1 571,0-1 0,-1 0 0,1-1 0,0 0-1,-1-1 1,1 0 0,0-1 0,-11-4 0,-11-8-2045,11 1-4018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47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67 11957,'41'-29'2148,"-38"26"-1638,0 1 0,0-1 0,0 0 0,-1 1 0,1-1 0,-1 0 0,1-1 0,-1 1 0,2-5 0,-1 4 2214,-4 13-697,1 6-1420,-8 91 1352,-36 175 0,-49 101 2112,70-294-3856,6-20-1494,4 1 1,-8 114-1,17-135-640,2-32 879,1-1 0,0 1 0,3 26 0,-1-35-466,0 0 0,1 0 1,0 0-1,0-1 0,1 1 0,5 10 0,3 4-7821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47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305 101 10741,'25'-50'1893,"-24"48"-1768,1 0 0,-1 1 0,0-1-1,0 1 1,1-1 0,-1 1-1,1-1 1,-1 1 0,1 0 0,0-1-1,0 1 1,-1 0 0,1 0-1,0 0 1,0 1 0,0-1 0,0 0-1,0 1 1,0-1 0,0 1-1,4 0 1,5-3 355,29-5 215,0 1 1,0 3-1,1 0 0,-1 3 1,1 2-1,-1 1 0,1 2 1,56 13-1,-26 2-514,0 2-1,-2 4 1,0 3 0,-2 3 0,-2 2-1,-1 4 1,-1 2 0,-3 3 0,-1 2-1,-2 3 1,-2 3 0,88 103 0,-125-131-163,-2 1 0,0 1 1,-1 0-1,-1 1 1,-2 0-1,0 1 1,-2 0-1,11 45 0,-17-53-15,-1 0 0,0 0 0,-2 0 1,0 0-1,-1 0 0,-1 0 0,0 0 0,-2 0 0,0 0 0,-1 0 0,-1-1 0,0 0 0,-1 0 0,-15 28 0,3-15-65,-2-1 0,0-1-1,-2-1 1,-1-2 0,-1 0 0,-2-1 0,-35 27-1,-4-4-142,-2-3-1,-79 38 1,-364 140-1766,-20-43-4754,346-119 1393,88-29-1219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48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476 68 12705,'-53'-30'2568,"50"29"-2157,-1-1-1,0 0 0,0 1 1,0 0-1,0 0 0,0 0 0,0 1 1,0-1-1,-1 1 0,1 0 1,0 0-1,0 0 0,0 1 0,0-1 1,0 1-1,0 0 0,-6 3 1,0-1 359,-1 2 0,2-1 0,-1 2 1,-16 10-1,9-2-409,1 0 1,0 2-1,1 0 1,0 0-1,1 1 1,1 1-1,1 1 1,1-1-1,-10 22 1,1 3 298,3 1 1,1 0-1,-12 55 1,12-23-661,3 2 0,3 0 0,4 0 0,3 1 0,14 145 0,-9-203-509,2-1-1,0 1 1,1-1 0,1 0-1,0-1 1,2 0 0,15 28-1,-18-37 170,2 0-1,-1-1 1,1 0-1,1 0 0,0 0 1,0-1-1,0 0 0,1-1 1,0 0-1,1 0 0,0-1 1,0 0-1,0-1 0,22 8 1,-27-11 49,1-1 0,-1 0 0,1-1 0,0 1 1,-1-1-1,1 0 0,-1 0 0,1-1 0,0 0 0,-1 0 1,1 0-1,-1 0 0,0-1 0,1 0 0,-1 0 0,0-1 1,0 1-1,0-1 0,-1 0 0,1 0 0,0-1 0,-1 1 0,4-6 1,4-3-324,0 0 0,-1-1 1,-1-1-1,0 0 0,-1 0 1,11-25-1,-3 1 234,-2-1 0,-2-1-1,-2 0 1,-1-1 0,-2 0 0,4-54-1,-10-252 2001,-6 220-482,3 83-496,2 0-1,2 0 0,2 0 1,2 1-1,15-56 0,-19 92-506,-1 0 0,2-1 0,-1 1 0,1 0 0,0 0 0,0 1 0,1-1-1,0 1 1,0 0 0,0 0 0,1 1 0,0 0 0,0 0 0,0 0 0,1 0-1,-1 1 1,1 0 0,0 1 0,0-1 0,1 1 0,-1 1 0,1 0-1,-1 0 1,1 0 0,0 1 0,8-1 0,5 1 102,-1 1 0,1 0 0,-1 1 0,1 2 0,-1 0 0,0 1 0,0 1 0,0 1 0,20 8 0,6 7 431,-1 1 1,0 2 0,73 54-1,-86-54-364,-1 2 0,-1 1 0,-2 1 0,-1 1 0,33 46-1,-48-57-219,-1 0-1,-1 1 0,0 0 1,-1 0-1,-1 1 0,-1 0 1,-1 0-1,-1 1 0,0 0 0,1 27 1,-5-30-45,-1 0 1,-1 1-1,-1-1 0,0 0 1,-1 0-1,-1 0 1,-1-1-1,0 1 1,-1-1-1,-1 0 0,-1-1 1,-14 24-1,-1-6-162,-2-1 1,-1-1-1,-2-1 0,0-2 0,-2 0 0,-51 36 1,21-23-903,-1-3 1,-125 59-1,51-45-4225,-221 58 0,288-91 2499,-68 17-5270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48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67 15549,'-4'-4'204,"1"1"101,1 0 0,-1 1 0,1-1 0,-1-1-1,1 1 1,0 0 0,0-1 0,-2-5 0,4 8-152,0-1 1,0 1 0,0 0-1,0 0 1,1 0-1,-1 0 1,1-1 0,-1 1-1,1 0 1,-1 0-1,1 0 1,-1 0 0,1 0-1,0 0 1,0 0 0,-1 0-1,1 1 1,0-1-1,0 0 1,0 0 0,0 1-1,0-1 1,0 0-1,0 1 1,0-1 0,0 1-1,0-1 1,1 1 0,-1 0-1,2-1 1,0 0 3225,7 7-1326,-9-6-1992,0 1 1,0-1-1,0 1 1,0-1-1,0 1 1,0-1-1,0 1 1,0-1-1,0 1 1,0 0-1,0 0 1,0 0-1,-1-1 1,1 1-1,0 0 1,0 0 0,0 2-1,0 7 176,0 0-1,0 1 1,-3 18-1,1 2 18,8 301-351,-5-274-1548,12 68 1,-10-98 339,2 1 0,2-1 0,0-1 1,17 38-1,-19-55 524,-1-1 1,1 1-1,1-1 1,7 9-1,15 12-5556,-16-19-1527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48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27 263 6329,'51'-118'588,"-46"107"-326,-1 0 0,2 0 1,0 0-1,0 1 0,1 0 1,0 0-1,1 1 0,0 0 1,0 0-1,16-12 0,-19 18-87,0 0 0,0 0 1,0 1-1,0 0 0,0 0 0,0 0 0,1 1 0,-1-1 0,0 1 0,1 1 1,-1-1-1,1 1 0,-1 0 0,1 0 0,0 0 0,-1 1 0,0 0 0,1 0 0,-1 0 1,1 1-1,-1 0 0,7 3 0,6 4 141,0 2-1,0-1 1,-1 2 0,-1 0 0,0 1-1,0 1 1,-1 0 0,-1 1 0,-1 1-1,23 33 1,-19-22-94,-1 0 0,-2 1 0,0 0 0,-2 1 1,-2 1-1,12 47 0,-18-55-144,-1 1 0,-1-1 1,0 1-1,-2 0 0,-1-1 1,-1 1-1,-9 44 1,3-36-45,-1 0 0,-2-1 1,-1-1-1,-1 0 1,-19 30-1,-4-4-877,-3-1 0,-2-2 0,-2-2 0,-93 84 0,105-108-1275,-1-1-1,-44 27 1,0-9-4019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50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492 250 5513,'-14'-25'1840,"13"24"-1733,1 0-1,-1 1 0,1-1 1,-1 1-1,1-1 0,-1 0 1,0 1-1,1 0 0,-1-1 1,0 1-1,1-1 0,-1 1 1,0 0-1,0-1 0,1 1 1,-1 0-1,0 0 0,0-1 1,0 1-1,0 0 0,1 0 1,-1 0-1,0 0 0,0 0 0,0 0 1,0 1-1,-2-1 327,0-1-111,1 0-1,-1 1 1,0-1 0,1 0 0,-1-1 0,1 1-1,-1 0 1,1-1 0,-1 1 0,1-1-1,0 0 1,0 0 0,0 0 0,0 0-1,0 0 1,-2-3 0,3 3-93,-1 1 0,0-1 1,1 1-1,-1 0 0,0 0 0,0-1 1,0 1-1,1 1 0,-1-1 0,-4-1 1,-8-5 495,2-3-105,1 0-1,0 0 1,0-1-1,1-1 0,1 0 1,-15-25-1,19 30-240,0 0-1,0 1 1,-1 0-1,-10-10 1,-6-6 580,22 22-952,0 0 0,0-1 1,0 1-1,0 0 0,0 0 0,0 0 1,-1 0-1,1 0 0,0 0 0,0 0 1,0 0-1,0 0 0,0 0 0,0 0 1,0 0-1,0 0 0,0 0 0,-1-1 1,1 1-1,0 0 0,0 0 0,0 0 1,0 0-1,0 0 0,0 0 0,0 0 1,0 0-1,-1 0 0,1 0 0,0 0 1,0 0-1,0 1 0,0-1 0,0 0 1,0 0-1,0 0 0,0 0 0,0 0 1,-1 0-1,1 0 0,0 0 0,0 0 1,0 0-1,0 0 0,0 0 0,0 0 1,0 0-1,0 1 0,0-1 0,0 0 1,0 0-1,0 0 0,0 0 0,0 0 1,0 0-1,-1 0 0,1 0 0,0 0 1,0 1-1,0-1 0,0 0 0,0 0 1,0 0-1,0 0 0,-5 8 176,0-1 0,1 1-1,0 0 1,0 0 0,0 0 0,1 1 0,-4 15-1,-8 69 718,5-26-390,8-54-446,-98 469 1365,79-389-2685,5 1 1,-5 104 0,18-117-2154,10 98 1,2-81-3300,-2-9-4415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1:51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14 354 4644,'0'0'1282,"-1"-3"-117,-9-14 1978,10 17-3071,0 0 0,0 0 0,0 0 0,0 0 0,-1 0 0,1 0 0,0 0 0,0 0 0,0 0 0,0 0 0,0 0 0,0 0 0,0 0 1,0 0-1,0 0 0,0 0 0,0 0 0,0 0 0,-1 0 0,1 0 0,0 0 0,0-1 936,-1 1-936,1 0 0,0 0 0,0 0 0,0 0 0,0 0 0,0 0 0,0 0 0,0 0 0,0 0 0,0 0 0,0 0 0,0-1 0,4 32 7267,-1-10-8303,1-5 1328,0 0 0,1 0 0,1 0 0,0-1 0,1 0 0,0-1 0,2 1 0,-1-1 0,2-1 0,0 0 0,19 20 0,14 10 532,85 64 0,-125-104-872,41 29 182,2-2 0,0-2 0,2-2 0,67 26 0,211 60 282,-46-41-794,-221-61-34,2-2-1,105 0 0,-150-8 307,-1-1 0,1-1 0,0 0 0,-1-1 0,1-1 0,16-6 0,-24 7 8,-1-1-1,1 0 0,-1 0 1,1-1-1,-1 1 0,-1-2 0,1 1 1,-1-1-1,0 0 0,0 0 0,0-1 1,9-14-1,-2-3-2,0-1-1,-1 0 1,-2-1 0,-1-1-1,-1 1 1,-1-1 0,-1-1-1,-1 1 1,1-37 0,6-130-577,13-127-2940,-24 311 3228,2-13-940,9-36 0,-10 52 529,0 0 1,1 0-1,0 1 1,0-1-1,1 1 1,-1-1-1,1 1 0,1 0 1,5-6-1,25-17-7649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2:51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2669 368 6013,'50'-10'1460,"-50"10"-1418,1 0 1,-1 0-1,0 0 1,0 0-1,0-1 1,0 1-1,1 0 1,-1 0-1,0 0 1,0 0-1,0 0 0,0 0 1,0 0-1,1 0 1,-1 0-1,0 0 1,0 0-1,0-1 1,0 1-1,0 0 1,0 0-1,0 0 1,1 0-1,-1 0 1,0 0-1,0-1 1,0 1-1,0 0 1,0 0-1,0 0 1,0 0-1,0-1 1,0 1-1,0 0 1,0 0-1,0 0 1,0 0-1,0-1 1,0 1-1,0 0 1,0 0-1,0 0 1,0 0-1,0-1 1,0 1-1,0 0 0,0 0 1,0 0-1,-1 0 1,-6-11 202,-2-4 4234,11 9-4090,0 1 0,0 0 0,1 0 0,0 0 0,-1 0 0,2 0 0,-1 0 0,4-4 0,-5 7 937,11-31 741,-16 12-1379,-23-84 806,24 101-1436,0-1-1,0 1 1,-1-1 0,0 1 0,0 0 0,0 0-1,-1 0 1,1 0 0,-9-6 0,11 9-34,-6-5 26,-1 1 0,0-1 0,0 2-1,-1-1 1,1 1 0,-1 0 0,0 1 0,-17-5 0,-22-9 190,44 16-234,0 0 1,0 0 0,0 1-1,0-1 1,0 1 0,0 0-1,-1 0 1,1 0 0,-7 2-1,3-1 10,3-1 4,-1 0 0,1 1 0,-1 0 1,1 0-1,0 0 0,-1 1 0,1 0 0,0 0 1,0 0-1,0 1 0,0-1 0,0 1 1,1 1-1,-1-1 0,-3 4 0,-5 6 138,1 0 0,0 1 0,-12 18-1,-5 7 302,16-22-246,1 0 0,1 1 0,-12 26 0,-12 19 260,-1-4-244,20-30-51,-1-2-1,-2 1 1,-37 41-1,43-57-72,0-1 0,-1 0 0,-1 0 0,1-2 0,-2 0 0,1 0 0,-1-2 0,0 0 0,-22 6 0,-11 0 233,-97 13 0,120-21-278,-1 1-1,1 0 0,0 3 0,1 0 0,-40 20 0,-110 78 290,154-93-339,2-2 40,1 0 0,0 2-1,1 0 1,-23 24 0,-1 9 257,-56 69-26,92-110-276,-5 8 12,0 0-1,1 0 1,0 0 0,1 1-1,1 1 1,0-1 0,-4 18-1,1 1-12,4-14-4,0 0 0,2 1 0,-4 32 0,7-5 78,-1 22 26,0-55-108,-1 1 0,-1-1 0,-1 0 1,0 0-1,0 0 0,-2-1 0,-8 15 1,-8 8 0,-37 44 1,34-46 19,1 2-1,3 0 1,-34 74 0,29-50 13,-49 79 0,60-115-57,1 0 0,-16 39 0,9-17 44,-48 104 70,-83 265 0,49-131-85,-3 3 274,100-265-264,-13 38 59,-21 116 1,38-157-64,1 1 1,0 0-1,2-1 0,1 1 1,0 0-1,2-1 1,0 1-1,1-1 1,14 38-1,-4-26-8,2-1 0,1 0 0,2-1 0,41 50 0,-48-64 0,125 149 0,-61-76 0,-53-65 0,1-1 0,1-1 0,1-1 0,35 22 0,-26-20 0,57 51 0,-68-51 0,-11-11 0,0 0 0,-1 1 0,-1 0 0,18 25 0,-13-13 0,1-1 0,2-1 0,0 0 0,1-2 0,1 0 0,1-1 0,32 21 0,10 2 0,107 54 0,37-1 0,-123-59 0,-1 3 0,107 70 0,-126-62 0,-2 3 0,-3 2 0,56 64 0,-84-82 0,1-2 0,50 38 0,-66-57 0,-1 0 0,20 24 0,-22-22 0,1-1 0,30 25 0,68 48 0,-97-73 0,0 1 0,-1 0 0,-1 1 0,18 28 0,-22-27-22,-5-10-135,-1 0 0,1-1 0,0 1 0,7 7 0,-12-15 49,1 1 1,-1-1 0,1 0-1,-1 1 1,1-1 0,-1 0-1,1 1 1,-1-1 0,1 0-1,-1 1 1,1-1 0,-1 0-1,1 0 1,-1 0 0,1 0-1,-1 0 1,1 1 0,0-1-1,-1 0 1,1 0 0,-1 0-1,1-1 1,-1 1 0,1 0-1,0 0 1,-1 0 0,1-1-1,19-11-2746,20-31-2029,-31 32 3484,21-21-4995,0-3-4046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2:51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543 1 13321,'-2'1'447,"0"0"0,0 1 0,0-1 1,0 1-1,1-1 0,-1 1 0,0 0 0,1 0 0,0 0 0,-1 0 0,1 0 0,0 0 0,0 0 0,0 0 0,0 1 0,0-1 0,1 0 1,-1 1-1,0 3 0,4 0 1249,1 0-1135,13 15 743,0 0-1,35 31 1,-25-31-681,-1 2 1,0 0 0,31 40-1,-48-53-538,-1 1-1,-1 1 1,0 0-1,0 0 1,-1 0 0,-1 1-1,0-1 1,-1 1-1,0 1 1,-1-1-1,3 21 1,-6-18-91,0 1 1,-1-1-1,0 0 1,-1 0-1,-1 0 1,-1 0-1,0-1 1,-1 1-1,-1-1 1,0 0-1,-1-1 1,-1 1-1,0-1 1,-1-1-1,0 0 1,-1 0-1,-12 12 1,-6 3-545,-1-1 1,-1-1 0,-1-2-1,-1-1 1,-68 36 0,41-31-1987,0-4 1,-112 30 0,55-19-5792,60-14-1301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2:52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7 13601,'-11'-6'3849,"16"8"1806,15 5-4408,-11-3-982,27 8 759,-1 1-1,0 2 1,54 33-1,-17-5-252,-3 3 1,76 65-1,-118-87-661,-1 1 1,0 1-1,-2 1 1,-2 1-1,0 1 1,-2 1-1,26 52 1,-38-64-111,0 0 1,-2 1-1,0 0 0,-2 0 0,0 0 1,-1 1-1,0-1 0,-2 24 1,-1-28-18,-1-1 0,-1 1 0,0-1 0,-1 0 1,0 0-1,-1 0 0,-1 0 0,0 0 1,-1-1-1,-1 0 0,-11 18 0,6-14-10,0-2 0,0 0 0,-1 0-1,-1-1 1,-21 16 0,24-22 106,1-1-1,-1 0 1,-1-1 0,1 0 0,-1-1-1,0 0 1,0-1 0,0 0 0,-15 2-1,23-6-53,1 1 0,-1-1 0,1 0 0,-1 0 0,1 0 0,-1 0 0,1-1 0,0 1-1,-1-1 1,1 0 0,-5-2 0,6 3-19,1-1-1,-1 0 0,1 0 1,-1 0-1,1 0 0,0 0 1,-1 0-1,1-1 0,0 1 1,0 0-1,0-1 0,0 1 1,0-1-1,0 1 0,0-1 1,0 0-1,1 1 1,-1-1-1,1 0 0,-1 1 1,1-1-1,-1 0 0,1 1 1,0-4-1,0-4-5,1 1 0,0-1 0,1 0 0,0 1 0,0-1 0,1 1 0,0 0 0,0 0 0,1 0 0,0 0 0,0 1 0,1-1 0,7-9 0,9-8 0,1 0 0,32-28 0,-7 11-314,2 2 0,2 3 1,1 1-1,64-31 0,136-52-4655,-119 75 373,-99 35 282,67-8 0,-21 13-5707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2:53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395 271 11957,'0'0'6211,"4"-1"-4594,109-19 2590,16-2-2859,-98 14-1178,-7 3 98,-1-1-1,39-17 1,-56 21-218,-2 0 1,1-1 0,0 0 0,0 1-1,-1-2 1,0 1 0,1 0 0,-1-1 0,-1 0-1,1 0 1,0 0 0,-1-1 0,0 1-1,0-1 1,0 1 0,-1-1 0,4-9 0,-5 11-38,-1 1 0,1-1 0,-1 0 0,1 0 0,-1 0 0,0 0 1,0 0-1,-1 0 0,1 0 0,0 0 0,-1 0 0,0 0 0,0 0 1,0 1-1,0-1 0,0 0 0,0 1 0,-1-1 0,1 0 0,-1 1 1,0 0-1,0-1 0,0 1 0,0 0 0,0 0 0,0 0 1,0 0-1,-1 1 0,1-1 0,-1 0 0,-4-1 0,-4-2 52,1 0 0,-1 1 0,0 0-1,0 1 1,0 1 0,-23-3 0,15 4 24,0 1 1,0 1 0,0 1 0,1 0 0,-1 2-1,-31 9 1,4 3 174,-63 31 0,61-23-58,1 1 1,-78 58-1,107-69-170,1 1 0,0 0 0,1 1 0,1 1-1,0 0 1,1 1 0,1 1 0,1 0 0,-13 26 0,22-39-30,1 0 0,-1 1 0,1-1 0,1 1 1,-1-1-1,1 1 0,0 0 0,1 0 0,0-1 0,0 1 1,0 0-1,1 0 0,0-1 0,0 1 0,1 0 0,0-1 1,0 1-1,0-1 0,1 0 0,0 0 0,3 6 1,1-2 0,1 0 0,0 0 1,0-1-1,1-1 1,-1 0-1,2 0 0,-1 0 1,1-1-1,1-1 1,19 10-1,7 0 3,0-2-1,1-1 1,0-2-1,0-2 1,47 5-1,200 6 18,-181-19-20,203-23-1,-251 13-10,1-3 1,-2-2-1,0-2 0,0-2 0,57-30 0,-84 33-14,-1-1 1,-1-1-1,32-28 0,-56 44 16,-1 0 0,1-1 0,-1 1 0,0 0 0,0 0 0,0-1 0,0 1 0,0-1-1,0 1 1,0-1 0,0 1 0,-1-1 0,1 1 0,0-1 0,-1 0 0,1 1-1,-1-1 1,0 0 0,0 0 0,0 1 0,0-1 0,0 0 0,0 0 0,0 1 0,0-1-1,-1-2 1,0 1 0,0 1 0,0 0 0,-1-1 0,1 1 0,0 0 0,-1 0 0,1 0 0,-1 0 0,0 0 0,0 0 0,0 0 0,0 1 0,0-1 0,0 1 0,0-1 0,-4-1-1,-6-1-15,0 0 0,0 1-1,0 0 1,-1 0 0,1 1-1,-1 1 1,1 0-1,-17 2 1,-108 13-413,111-11 292,-131 27-1248,135-24 904,0 1 0,0 1-1,1 1 1,-38 22 0,49-25 312,-12 8-933,-30 24-1,53-37 1063,-1 0 0,0 0-1,1 0 1,0 0-1,-1 0 1,1-1 0,-1 1-1,1 0 1,0 0-1,0 0 1,0 0 0,-1-1-1,1 1 1,0 0-1,2 0 1,-2 0-15,2 1 32,1 1 0,-1-1-1,1 0 1,0 0 0,0 0 0,0-1-1,1 1 1,-1-1 0,0 0 0,0 0-1,1 0 1,4-1 0,60 1 120,-41-2-54,82-7 370,13 0 383,-109 8-652,0 1 0,0 0 0,0 1 0,0 1 0,0 0 1,19 7-1,-29-8-122,1 0 0,-1 0 0,1 1 1,-1-1-1,0 1 0,0 0 0,0 0 1,-1 1-1,1-1 0,-1 1 0,4 5 0,-1 0 21,0 0-1,-1 1 1,0 0-1,4 14 1,-7-18-104,1 0 0,0 0 0,0 0 0,0 0 1,1 0-1,-1-1 0,1 1 0,1-1 0,-1 0 0,1 0 0,0-1 0,0 1 0,0-1 1,0 0-1,1 0 0,0-1 0,0 0 0,0 0 0,0 0 0,0-1 0,0 0 1,1 0-1,-1 0 0,8 0 0,12 1-23,-1-1 1,1-1-1,0-1 0,-1-1 1,1-2-1,29-6 1,-34 5 117,-1-1 1,0-1 0,0-1 0,0-1 0,-1 0 0,-1-2 0,1 0 0,20-16-1,-25 16 56,37-30 840,-1-2-1,47-50 0,-95 90-672,0 3-8,0 0-229,-1 0-1,0-1 1,1 1-1,-1 0 1,0 0 0,0 0-1,0 0 1,0 0-1,0 0 1,0 0-1,0 0 1,0 0 0,0 1-1,-1-1 1,1 0-1,0 1 1,-1-1 0,1 0-1,-1 1 1,0-1-1,1 0 1,-1 1-1,0-1 1,0 1 0,0-1-1,0 1 1,0-1-1,0 1 1,0-1-1,0 1 1,-1-1 0,1 0-1,0 1 1,-2 1-1,0 13 50,-2 9 25,0 1 5,1 1 0,1 32 0,2-53-89,0 0 0,1 0 0,-1-1 0,1 1 0,0 0 0,1-1 0,-1 1 0,1-1 1,0 1-1,1-1 0,-1 0 0,1 0 0,0 0 0,0 0 0,1-1 0,4 6 0,-3-5-22,0 0 1,0-1-1,0 1 0,1-2 0,-1 1 1,1 0-1,0-1 0,0 0 0,0 0 0,1-1 1,-1 0-1,1 0 0,-1 0 0,14 1 1,-6-3-21,0 0 0,1 0 0,-1-1 1,0-1-1,0-1 0,0 0 1,0 0-1,0-2 0,-1 1 0,1-2 1,-1 0-1,-1 0 0,14-10 1,-3 0 83,0 0 0,-1-2 1,-1-1-1,0-1 1,28-35-1,-48 54-16,0-1-1,0 1 0,0-1 0,0 1 1,1-1-1,-1 1 0,0 0 1,1 0-1,-1 0 0,1 0 1,-1 0-1,1 0 0,1-1 1,-2 3-10,-1-1 0,0 0 0,1 0 1,-1 0-1,0 1 0,1-1 0,-1 0 1,0 0-1,1 1 0,-1-1 0,0 0 1,0 0-1,1 1 0,-1-1 0,0 0 0,0 1 1,0-1-1,0 1 0,1-1 0,-1 0 1,0 1-1,0-1 0,0 0 0,0 1 1,0-1-1,0 1 0,0-1 0,0 0 0,0 1 1,0-1-1,0 1 0,0-1 0,0 0 1,-1 1-1,-9 55 1240,7-44-1367,0-3 75,2 0 0,-1 1 1,1-1-1,1 0 1,0 0-1,0 0 0,2 15 1,0-18-310,-1-1 1,1 1 0,0-1 0,0 1 0,1-1-1,0 0 1,0 0 0,0 0 0,0-1 0,1 1 0,-1-1-1,1 0 1,5 5 0,-4-6-443,0 0 0,0 0 1,0 0-1,0-1 0,0 0 0,1 0 0,-1 0 1,1-1-1,0 1 0,-1-1 0,9 0 0,4 2-2195,26 6-6755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2:53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17286,'0'0'6868,"13"7"-4194,-10-4-2529,-1 0 1,1 0 0,0 0-1,-1 0 1,0 1-1,0-1 1,0 1 0,0-1-1,-1 1 1,1 0-1,-1 0 1,1 7 0,-1-7-357,0 1 0,1-1 0,-1 1 0,1-1 0,0 0 0,0 0 0,0 0-1,1 0 1,5 7 0,4 1-2036,1 0-1,1-1 0,23 16 0,-15-6-5185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2:53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0 15221,'-21'5'3525,"27"-5"1686,18-2-1999,-20 2-1031,-2 2-285,1 0-1846,-1 0 0,1 1 0,-1-1 0,0 1 0,0 0 0,0-1 0,0 1 0,0 0 0,-1 0 0,0 0 0,1 0 0,-1 0 0,0 1 0,0-1 0,-1 0 0,1 1 0,-1-1 0,1 0 0,-1 1 0,0-1 0,-1 6 0,-1 9 86,0 0-1,-10 32 1,8-33-122,-4 14-14,-2 0 0,-1-1 0,-2 0 0,-16 28 0,12-27-625,11-22-80,0 1 0,1 0 0,1 0 0,-1 0 0,2 0 0,-1 1 0,1 0 0,1-1 0,-2 22 0,1-12-4119,-4-7-1567,0-1-4502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2:53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14581,'0'0'4349,"20"3"-3589,3 3-400,-3 4-684,7 14-644,-4-3-612,-2 3-345,-5 6-2495,4 3-3429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2:54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11 13489,'7'-11'1844,"-14"13"-228,5 0-1334,0-1 0,0 1 0,0 0 0,0 0 0,0 0 0,0 0 0,1 0 0,-1 0-1,-2 5 1,3-3 11,0 1 0,0 0 0,0 0 0,1 0 0,0-1 0,0 1 0,0 0-1,2 9 1,11 45 1189,-5-25-924,-1 7 60,15 114 696,-21-134-1274,0 1-1,-2 0 1,0-1 0,-2 1 0,-5 23-1,3-31-63,0 1 0,-2-1 0,1-1 0,-2 0 0,0 0 0,-18 24 0,19-30 139,0-1 0,0-1 1,0 1-1,0-1 0,-1 0 1,0 0-1,0-1 1,0 0-1,-1-1 0,1 0 1,-10 2-1,17-5-70,0 0 0,-1 0 0,1 0 0,0-1-1,0 1 1,0 0 0,-1-1 0,1 1 0,0-1 0,0 1 0,0-1 0,0 0 0,0 1 0,0-1 0,0 0 0,0 0 0,0 0-1,1 0 1,-1 1 0,0-1 0,0 0 0,1-1 0,-2 0 0,6-3-46,-1 1 0,0-1 1,1 1-1,0 0 0,0 0 0,0 1 1,1-1-1,-1 1 0,1 0 0,4-3 1,1 0-92,59-38-1850,1 3 0,2 4 0,2 2 0,1 4 1,1 4-1,94-22 0,-49 24-2914,2 9-2519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2:55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83 318 11645,'-1'0'47,"1"0"1,0-1-1,-1 1 1,1 0-1,0 0 1,-1 0-1,1 0 0,-1-1 1,1 1-1,0 0 1,-1 0-1,1 0 1,0 0-1,-1 0 1,1 0-1,-1 0 0,1 0 1,0 0-1,-1 0 1,1 0-1,0 0 1,-1 1-1,1-1 0,-1 0 1,1 0-1,0 0 1,-1 0-1,1 1 1,0-1-1,-1 0 0,1 0 1,0 1-1,0-1 1,-1 0-1,1 1 1,0-1-1,0 0 0,0 0 1,-1 1-1,1-1 1,0 0-1,0 1 1,0-1-1,0 1 0,0-1 1,-1 0-1,1 1 1,0 0-1,-6 10 6479,35-18-4832,-21 6-1399,5-2-199,1-1 1,-2 0-1,1 0 0,0-1 0,-1-1 1,0 0-1,-1-1 0,1 0 0,-1 0 0,0-1 1,-1-1-1,0 0 0,0 0 0,-1-1 1,0-1-1,-1 1 0,0-1 0,-1 0 1,10-21-1,-16 30-98,0 1 0,0-1 0,-1 0 1,1 0-1,0 0 0,-1 0 0,0 0 0,1 0 1,-1 0-1,0 0 0,0 0 0,0 1 0,0-1 1,0 0-1,-1-3 0,1 4-2,-1 0 0,1 1-1,-1-1 1,1 0 0,-1 0 0,1 0-1,-1 0 1,0 1 0,0-1 0,1 0 0,-1 0-1,0 1 1,0-1 0,0 1 0,0-1 0,1 1-1,-1-1 1,0 1 0,0-1 0,0 1 0,-1-1-1,-3 1-2,1-1-1,-1 1 1,1 0-1,0 0 0,-1 1 1,1-1-1,0 1 1,-1 0-1,1 0 0,0 0 1,0 0-1,0 1 0,-5 2 1,-15 9-8,1 2 0,0 0-1,1 1 1,0 2 0,2 0 0,0 1 0,-23 28 0,38-39 18,-1 0 1,1 1 0,0-1 0,1 1-1,0 0 1,1 0 0,-1 0 0,2 0-1,-1 1 1,2 0 0,-3 18 0,4-24-3,0 1 1,0-1-1,0 0 1,0 0 0,1 0-1,-1 1 1,1-1 0,0 0-1,1 0 1,-1 0-1,1 0 1,-1-1 0,1 1-1,0 0 1,1-1-1,-1 1 1,1-1 0,-1 1-1,1-1 1,0 0 0,0-1-1,0 1 1,1 0-1,-1-1 1,1 1 0,-1-1-1,1 0 1,7 2 0,-4-1 23,0-1 0,1 0 0,-1 0 1,0-1-1,0 0 0,1 0 0,-1-1 1,1 0-1,-1 0 0,1-1 1,-1 0-1,0 0 0,1-1 0,-1 0 1,0 0-1,0 0 0,0-1 0,0 0 1,-1-1-1,1 1 0,-1-1 0,0-1 1,0 1-1,0-1 0,-1 0 1,0 0-1,0-1 0,0 1 0,0-1 1,6-12-1,97-214 371,-82 181-410,-18 32 166,1 0 1,1 1 0,1 0-1,0 1 1,1 0-1,23-24 1,-34 42-138,0-1 0,0 0 0,0 0 1,0 0-1,0 1 0,1-1 0,-1 0 0,0 1 0,0-1 0,0 1 0,0 0 1,0-1-1,-1 1 0,1 0 0,0-1 0,1 3 0,-1-3 9,7 7 8,0 1-1,0 0 1,-1 1-1,0-1 1,0 2-1,-1-1 1,0 0-1,-1 1 1,0 0-1,0 1 1,5 17-1,-5-7-24,0 0 0,-2 0-1,0 1 1,-2-1 0,0 1-1,-1-1 1,-5 30 0,0 72-202,5-120 135,0 0 0,0 0-1,0 0 1,1 0 0,-1 0 0,1 0 0,0 0-1,0 0 1,0 0 0,0-1 0,0 1-1,3 4 1,-1-4-35,0 1 0,0-1 0,0 0 0,1-1 0,-1 1 0,1-1 0,-1 1 0,1-1 0,6 2 0,-6-2 63,0 0 0,1-1 0,-1 0 0,0 0 0,1 0 0,-1-1 0,1 1 0,-1-1 0,1 0 0,-1-1 0,0 1 0,1-1 0,-1 0 0,1 0-1,-1 0 1,7-3 0,6-3 57,-1-1 0,27-17 0,-40 23-24,45-33 60,-36 25-60,1 0 0,0 1 1,15-8-1,-20 13-5,-1 1 1,1-1-1,0 1 0,0 1 1,0-1-1,10 0 0,-16 2 3,1 1 0,0 0-1,0 0 1,-1 0 0,1 0-1,0 1 1,0-1 0,-1 1 0,1-1-1,0 1 1,-1 0 0,1 0-1,-1 0 1,1 1 0,-1-1 0,1 0-1,-1 1 1,0 0 0,0 0 0,0-1-1,4 5 1,1 1 15,1 0-1,0-1 1,0 0 0,0 0-1,0-1 1,12 6 0,30 20-39,-41-24 114,1 0 0,0-1-1,0 0 1,1-1 0,0 0 0,22 7 0,72 11 698,-26-7-745,82 31-1388,-57-16-1690,33-1-3754,-112-25 4964,52 2 0,-55-6 1994,-1-2 0,0 0 0,22-5 0,-30 4 360,-1-1-1,1 0 1,-1-1-1,1 0 0,-2-1 1,1-1-1,0 0 1,-1 0-1,0-1 1,0 0-1,-1-1 1,0-1-1,-1 1 1,13-16-1,15-21 1443,2 1-1,2 1 0,67-53 1,-4 6-170,-100 87-1496,-4 7-203,0-1-90,0 1-6,0 0 1,0 0-1,0 0 1,-1 0-1,1 0 1,-1 0-1,0 0 1,0 0-1,0 0 0,-1-1 1,1 1-1,-1 0 1,0-1-1,-4 7 1,0-2 59,-3 3-403,1 0-1,1 1 1,-10 19-1,15-28 219,1 0-1,0 0 1,0 0-1,0 0 1,0 0-1,0 0 1,1 0-1,0 0 1,-1 0-1,1 1 1,0-1-1,0 0 1,1 0-1,-1 0 1,1 0 0,-1 0-1,1 0 1,0 0-1,0 0 1,1 0-1,-1 0 1,3 4-1,0-2-9,1-1-1,-1 0 1,1 0-1,0 0 1,0-1-1,0 1 1,0-1 0,1 0-1,-1-1 1,1 0-1,0 1 1,0-2-1,0 1 1,0-1 0,0 0-1,0 0 1,0 0-1,10-1 1,6-1-77,0 0 1,0-1 0,0-1-1,23-7 1,-5 1 199,0-3 0,-1-1 0,66-32 0,22-21 683,-124 64-674,1 0 0,-1 1 1,1-1-1,0 0 0,0 1 0,-1 0 0,1 0 1,0 0-1,0 1 0,6-1 0,-10 22-602,1-17 260,-1 0-1,-1 0 0,1-1 1,0 1-1,-1 0 0,0 0 1,0-1-1,0 1 0,0 0 1,-1-1-1,1 1 1,-1-1-1,0 0 0,0 1 1,0-1-1,-1 0 0,1 0 1,-1-1-1,1 1 0,-1 0 1,0-1-1,0 0 0,0 1 1,-1-1-1,1 0 0,0-1 1,-1 1-1,1-1 0,-1 1 1,1-1-1,-1 0 0,0 0 1,-4 0-1,-10 1 106,0 0 0,-1-2 0,1 0 0,0-1-1,-22-4 1,36 5 422,-6-1-136,-2 0 868,0-1-1,0 1 0,1-2 1,-1 0-1,0 0 0,1-1 1,-18-8-1,29 11-870,-1 1 0,1 0 0,0 0 0,-1 0 0,1 0 0,0 0-1,-1-1 1,1 1 0,0 0 0,-1 0 0,1-1 0,0 1 0,-1 0 0,1 0 0,0-1 0,0 1 0,-1 0 0,1-1 0,0 1 0,0 0-1,0-1 1,0 1 0,-1 0 0,1-1 0,0 1 0,0-1 0,0 1 0,0 0 0,0-1 0,0 1 0,0 0 0,0-1 0,0 1 0,0-1 0,0 1-1,0 0 1,0-1 0,0 1 0,1-1 0,-1 1 0,0 0 0,0-1 0,0 1 0,1-1 0,20-11 948,36-3-35,91 3-1467,196 8 0,-15 26-9003,-209-8 1635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2:55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240 438 19090,'-23'-16'952,"7"5"185,0 0 0,1-1 0,1-1 0,-23-24 0,11 8 745,5 7-162,1-1-1,-16-26 0,30 41-1719,-1-7 0,4-26 0,5 20 0,4-7 0,-1 24 0,-2 3 0,2-3-24,-1 1 1,1 0-1,-1 1 0,1-1 1,0 1-1,0 0 0,0 0 0,0 1 1,8-2-1,57-7-587,-31 6 146,1-1-607,-13 2-840,49-11 0,18-9-4133,-29 14-1097,0 6-3245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2:55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593 23 12181,'1'0'88,"-1"0"0,1-1 0,-1 1 0,0 0 0,1-1 1,-1 1-1,1 0 0,-1-1 0,0 1 0,1-1 0,-1 1 0,0 0 0,0-1 0,1 1 0,-1-1 0,0 1 0,0-1 0,0 1 0,1-1 0,-1 1 0,0-1 1,0 1-1,0-1 0,0 1 0,0-1 0,0 1 0,0-1 0,0 1 0,0-1 0,0 1 0,-1-1 0,1 1 0,0-1 0,0 1 0,0-1 0,-1 1 1,1-1-1,0 1 0,0-1 0,-1 1 0,1 0 0,0-1 0,-1 1 0,1-1 0,-1 1 0,1 0 0,0 0 0,-1-1 0,0 1 26,0-1 0,0 1 0,0 0 0,1 0 1,-1 0-1,0 0 0,0 0 0,0 0 0,0 0 0,1 0 0,-1 0 0,0 0 0,0 0 0,0 1 0,1-1 0,-1 0 0,0 1 0,0-1 0,1 0 0,-1 1 0,0-1 0,1 1 0,-1-1 0,0 1 0,1-1 0,-1 1 1,1 0-1,-1-1 0,1 1 0,-1 0 0,1-1 0,-1 1 0,1 0 0,0-1 0,-1 2 0,-4 12 752,0 0 0,1 0 1,0 0-1,-3 27 0,-2 10 349,-86 282 3463,-25-4-2869,0 0-1755,17 14-4046,67-209 750,1-3-2039,18-43-1662,8-18-3304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2:56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16 12313,'-27'-15'7677,"47"33"-6149,24 12-340,16-3-180,27 3-176,14 6-492,19 9-588,28-2-220,9-1-632,7 3-532,4-6-364,3-12-260,-7-2-2825,-14-4-4040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2:59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590 371 2836,'-77'-36'708,"41"15"-164,-5 6-120,8 0-120,-4-4-284,0 4 52,-3-9-108,-4-9-52,4 0-132,-7-6-224,-6 0 156,-1-1-836,4-2 332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2:59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955 0 4008,'-255'148'1196,"175"-91"-247,-4 7-185,10-4-204,7 0-100,0 12-100,7 7-128,3 8-148,0 13-108,7-4-212,10 4-216,3 5-524,10 7-1053,27 2 117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00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28 3452,'5'-8'4,"3"-10"1561,-11 17-792,-10 7-676,-74 63-2414,70-57 1727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02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1013 291 4680,'2'-20'341,"-1"10"-82,1-1 1,0 1-1,0-1 1,1 1-1,1 0 1,4-10-1,61-120 3641,-43 101-2821,-25 36 1589,-3 2-2013,1 1-562,-1-1 1,1 0 0,-1 0-1,1 1 1,-1-1 0,0 1-1,1-1 1,-1 1 0,1 0-1,-1 0 1,0 0 0,1 0-1,-1 0 1,0 0 0,1 0-1,-4 1 1,2 1 38,0-1 0,1 1 0,-1 0 0,1 0 0,-1 1-1,1-1 1,-4 5 0,-2 2 23,-165 169 2365,-43 47-1372,20 17-692,123-133-1060,4 2 0,-98 220 1,129-237-1172,5 0 0,3 3 0,5 0 0,-16 128 0,33-151-1674,9-7-1497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03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1232 1 4228,'24'28'301,"-13"-15"-106,0 1-1,14 22 1,-22-29-87,1 0 0,-1 0-1,-1 0 1,1 0 0,-1 0 0,0 1-1,-1-1 1,0 1 0,0 9 0,-1-16-103,1 21 506,-1 0 1,-5 42-1,4-56-422,-1 0 0,0-1 1,-1 0-1,0 1 0,0-1 0,0 0 1,-1-1-1,0 1 0,0-1 0,-1 1 1,-10 10-1,-5 1 49,-1 0 1,0-2-1,-1 0 1,-1-1-1,-1-2 0,0 0 1,-33 12-1,-13 1 111,-104 23 0,-22-10 68,-216 13-1,263-36-209,141-15-86,1 0 1,-1 0 0,1 1 0,-12 4 0,18-6-21,1 1 0,-1-1 0,1 0 0,-1 0 0,1 0 0,-1 1 0,1-1 0,0 0-1,-1 0 1,1 1 0,0-1 0,-1 0 0,1 1 0,0-1 0,-1 0 0,1 1 0,0-1 0,-1 1 0,1-1 0,0 1 0,0-1 0,0 0 0,-1 1 0,1-1 0,0 1 0,0-1 0,0 1 0,1 0 0,-1 0-1,1 0 0,-1 0 0,1 0 0,0 0 1,0 0-1,-1 0 0,1-1 0,0 1 0,0 0 0,0-1 1,0 1-1,0-1 0,0 1 0,0-1 0,0 1 1,2-1-1,29 13-5,1-2 0,59 11 0,77 4-256,-86-14 87,488 83-1086,-7 48-542,-478-111 1219,-83-31 542,-6-2 60,-2-2 100,1 1 0,0 0 0,0-1 0,0 0 0,0 0 0,0-1 0,0 1 0,1-1 0,-1 1 0,1-1 0,0 0 0,0 0 0,1-1 1,-1 1-1,1 0 0,0-1 0,0 0 0,-2-7 0,4 9 896,-2 4-977,1 0 1,0 0-1,-1 0 1,1 0-1,0 1 1,0-1 0,0 0-1,-1 1 1,1-1-1,1 1 1,-2 1-1,-1 1 38,-11 20 73,1 1 1,1 1-1,-13 44 0,-8 15 22,-152 298 132,0-1-548,184-379 241,-1 0 0,1 0 0,0 0 0,0 0 1,0 1-1,0-1 0,1 0 0,-1 0 0,1 1 1,0-1-1,0 0 0,0 1 0,1 3 0,-1-6 4,1 0 0,0 0 0,-1 1 0,1-1 0,0 0 0,0 0-1,0 0 1,0 0 0,0 0 0,0 0 0,0 0 0,0-1 0,0 1 0,0 0 0,1 0-1,-1-1 1,0 1 0,0-1 0,1 1 0,-1-1 0,0 0 0,1 0 0,-1 1-1,0-1 1,1 0 0,-1 0 0,1 0 0,-1 0 0,0 0 0,1-1 0,-1 1 0,2-1-1,15-2 10,0-1-1,-1-1 1,0 0-1,0-1 1,21-11-1,83-49-70,-107 57 64,238-160-577,-52 32-103,-170 118 608,0 2 0,2 1 1,0 1-1,60-18 1,-70 28 103,0 0 1,0 1 0,0 2 0,0 0-1,0 1 1,0 1 0,1 2 0,35 5-1,-34-2 0,0 2-1,-1 0 1,1 1-1,-2 1 0,28 15 1,-20-6-380,-2 1-1,0 1 1,39 36 0,28 38-2751,-23-23-92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03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3 868,'74'-3'-300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03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3676,'74'84'892,"-30"-45"-116,6 3-155,3-8-177,-2 2-80,2 3-212,8 6-12,-1 3-248,-3 7-252,-4-7-544,-6-3-793,-7-3 685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04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955 1 8869,'-67'12'1524,"37"6"-256,-7 9-344,-7 9 84,1 9-192,-8 7-140,-2 5-148,-4 9-96,-10 7-280,-3 5 12,-7 3-500,0 1-508,-1 5-460,5-2-864,-1-4-1272,17 0-1845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04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1990 92 4660,'62'-21'366,"-19"6"77,1 1 0,1 2-1,79-9 1,-55 15 70,1 4 0,-1 2-1,1 4 1,-1 3-1,0 2 1,124 35 0,-117-20-214,-1 4 0,-1 3 0,-2 3 0,-1 3 0,110 76 0,-142-84-198,-1 1-1,-1 2 0,-1 2 0,-2 1 0,-2 1 0,-1 2 0,42 67 0,-59-80-67,0 0-1,-2 1 1,-1 0-1,-1 1 0,-1 0 1,-1 1-1,-2 0 0,-1 0 1,-1 0-1,-1 0 1,-1 1-1,-2 0 0,-1-1 1,-6 38-1,-1-30-108,-2 0 0,-1-1 0,-1 0-1,-3-1 1,0-1 0,-2 0 0,-35 50-1,-175 199-957,151-195 823,-50 63-89,-409 441-331,460-520 586,-3-2 0,-113 75 0,161-124 105,-2-2 0,0-1-1,-1-1 1,0-2 0,-1-1 0,-1-2 0,0-1 0,-1-2 0,1-1 0,-46 2 0,31-9 40,-1-2 1,1-3-1,0-2 0,-61-16 0,-158-58 152,-81-49-111,61 21-282,-133-27-1289,142 63-2947,191 56 1210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04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878 1 10965,'-47'42'1384,"41"0"-108,-18 6-388,-3 4-196,4-4-144,-14 6-80,-20 6-163,-7 4-5,-9 11-584,-8-6-385,-9 1-339,3-4-212,-4-6-592,4 1-1660,4-13-1905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05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2010 1 4184,'12'7'318,"1"0"0,-1 2 0,0-1 0,-1 1 0,0 1 0,-1 0 0,0 0 0,0 1 0,-1 1 0,0 0-1,12 22 1,-3 3 146,-1 0-1,-3 2 0,0-1 0,-3 1 0,-1 1 0,-2 0 0,-2 1 0,-1-1 1,-2 1-1,-2 0 0,-9 80 0,2-78-489,-2-1 0,-3 0 0,0-1 0,-3 0 0,-2 0 0,-1-2 0,-2 0 0,-1-1 0,-2-1 0,-2-1 0,-34 40 0,18-33-469,-1-1 0,-2-2 0,-1-2 0,-68 44 0,26-28-551,-155 71 1,174-97 521,-1-3 0,-1-3-1,-1-3 1,-1-4 0,0-2 0,-1-3 0,-75-1 0,40-8 9,0-5 0,1-5 0,0-4 0,-118-31 1,93 10-146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06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716 1 7445,'2'6'149,"-1"1"1,0 0-1,0-1 1,-1 1 0,0 0-1,0 0 1,0-1-1,-1 1 1,0 0 0,-1-1-1,1 1 1,-1-1-1,-3 7 1,-24 58 1382,10-24-588,-25 45 0,-237 399 1950,139-246-1953,-44 117 1629,184-359-2501,1 0 1,0 0-1,0 0 0,0 0 1,1 0-1,-1 0 1,1 0-1,-1 0 0,1 0 1,0 0-1,0 0 0,1 7 1,0-9-45,-1 1 1,1-1-1,-1 0 0,1 1 1,0-1-1,0 0 1,0 1-1,0-1 1,0 0-1,0 0 0,0 0 1,0 0-1,0 0 1,0 0-1,0 0 0,1 0 1,-1-1-1,0 1 1,3 1-1,2-1 11,0 1 0,0-1 0,0 0 1,1-1-1,-1 0 0,1 1 0,-1-2 0,0 1 0,1-1 0,6-2 0,34-9 91,-2-2 0,0-2 0,68-35 0,-69 31-99,560-297-4127,-503 261 2790,122-77-2471,-78 44-546,-27 22-883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07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122 129 5533,'6'7'140,"4"7"591,0-2 0,2 0 0,14 14 0,-22-23-536,1 0 0,-1 0 0,1 0 0,-1 0 0,1-1 1,0 0-1,0 0 0,0 0 0,0-1 0,1 1 0,-1-1 0,0-1 0,1 1 1,5-1-1,2-1 98,1-1 0,-1-1 0,0 0 0,0 0 0,0-2 0,0 0 0,23-12 0,-33 15-240,1-1 11,0 0-1,0 0 1,0 0-1,-1 0 1,0-1-1,0 0 1,0 0-1,0 0 1,0 0-1,-1 0 1,1 0-1,-1-1 1,2-5-1,1-2 47,-3 9-95,-1 0 0,0 0 0,1 0 0,-1 0 0,-1-1 0,1 1 0,0-1 0,-1 1 0,1 0 0,-1-1 0,0 1 0,0-1 0,-1 1 0,1-1 0,-1 1 0,1 0 0,-1-1 0,0 1 0,0 0 0,-1 0 0,1 0 0,-1 0 0,1 0 0,-1 0 0,0 0 0,0 0 0,-1 0 0,1 1 0,0-1 0,-1 1 0,1 0 0,-1 0 0,0 0 0,0 0 0,0 0 0,0 1 0,0-1 0,0 1 0,0 0 0,-1 0-1,1 0 1,0 0 0,-1 0 0,1 1 0,-4-1 0,-3 1-5,-1 0 0,1 1 0,0 0-1,-1 0 1,1 1 0,0 0-1,0 1 1,0 1 0,-13 5-1,8-1-22,0 0 0,0 1 0,1 1 0,0 0 0,-16 16 0,13-9-95,0 1 0,1 0 1,1 1-1,1 1 0,1 0 1,1 0-1,1 2 0,-13 31 1,19-38-14,0 0 1,2 1 0,-1 0-1,2 0 1,0 0 0,1 29 0,1-37 75,1 0 0,-1 0 0,2 0 0,-1 0 0,1-1 0,1 1 0,-1 0 1,1-1-1,1 0 0,-1 1 0,1-1 0,0-1 0,1 1 0,0 0 0,6 6 1,-7-10 33,0 1 1,0-1 0,1 0-1,-1 0 1,1-1 0,0 1 0,0-1-1,0 0 1,0-1 0,0 1-1,0-1 1,0 0 0,1 0 0,5 0-1,5 0-21,0-1 0,0-1 0,18-3 0,17-7 2,-2-1 1,0-3-1,64-28 0,18-5-30,380-95 99,-502 141-46,2-1-10,1 1-1,0-1 0,-1 2 1,1 0-1,15 0 0,-24 1 30,-1 1 0,1-1 0,-1 0-1,1 1 1,-1 0 0,1-1 0,-1 1 0,0 0-1,1 0 1,-1 0 0,0 1 0,0-1 0,0 0 0,0 1-1,0 0 1,0-1 0,0 1 0,0 0 0,-1 0-1,1 0 1,-1 0 0,1 0 0,-1 0 0,0 1 0,0-1-1,0 0 1,0 1 0,0-1 0,-1 0 0,1 1-1,0 3 1,1 21 89,-2-1 0,0 1-1,-2 0 1,-1-1 0,-9 42 0,-4 36 107,13-75-192,2 1-1,1-1 1,1 1-1,2 0 1,9 43 0,-10-62-32,1 1 0,1-1 1,-1 0-1,2 0 0,0-1 0,0 0 1,1 1-1,0-2 0,1 1 1,0-1-1,0 0 0,1 0 0,0-1 1,0 0-1,1 0 0,17 10 1,-21-16 16,0 1 0,0-1 0,0-1 0,0 1 1,0-1-1,1 0 0,-1 0 0,1 0 1,-1-1-1,11 0 0,-4-1-11,-1-1 0,0 0 0,1 0 0,10-5 1,26-12-21,-1-2 1,-1-2 0,85-59 0,-87 52 207,1 2 0,2 2 0,64-26 1,-106 50-34,1 0 1,0 0 0,0 1 0,-1 0-1,1 0 1,0 0 0,0 1 0,10 0 0,-14 0-108,0 1 1,0-1 0,0 0 0,-1 1-1,1 0 1,0-1 0,0 1 0,0 0-1,0 0 1,-1 0 0,1 0 0,-1 1-1,1-1 1,-1 0 0,1 1 0,-1-1-1,1 1 1,-1-1 0,0 1 0,0-1-1,0 1 1,0 0 0,0 0 0,0 0-1,-1-1 1,1 1 0,0 2 0,1 11 62,-1 0 0,-1 0 0,0 1 1,0-1-1,-2 0 0,0 0 0,-8 27 1,10-38-108,-50 202-4979,39-162-213,5-15 1023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07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57 5432,'0'0'6013,"-7"10"-4026,3 2-1628,1 0 0,-1 0 0,2 0 0,0 0 0,0 0 0,1 0 0,1 20 0,-2-3-122,0 6-17,-4 123 509,7-139-737,1 0 0,1 0 1,0 0-1,1-1 0,2 1 0,7 20 1,-8-28-43,-2-3 57,0 0-1,0-1 0,1 1 1,0-1-1,10 13 0,-11-18-6,-1 1 0,1-1 0,-1 0 0,1 0 0,0 0-1,0 0 1,0 0 0,0-1 0,1 1 0,-1-1 0,0 0 0,1 0 0,-1 0-1,0 0 1,1-1 0,-1 1 0,1-1 0,-1 0 0,5 0 0,1 0 11,1-1 0,0 0 0,-1 0 0,1-1 0,-1-1 0,0 1 0,1-1 0,-1-1 0,15-7 0,27-20-175,-2-3 1,-2-1 0,0-2 0,70-75 0,141-195-8933,-202 239 4460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07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4401 866 4008,'-74'-113'380,"-80"-111"572,121 184-879,-2 1 0,-1 2 0,-2 2 0,-2 1-1,-1 2 1,-1 2 0,-2 1 0,0 3 0,-2 2-1,-59-23 1,18 14 0,-1 5 1,-2 3-1,-1 4 0,-174-18 0,146 32 114,-1 5-1,0 5 1,0 6-1,1 4 0,1 6 1,0 5-1,2 5 1,-176 69-1,173-49 226,2 5 0,3 6 0,3 4 0,2 5 0,4 5 0,3 4 0,-171 172 0,193-163-113,4 4 0,4 3 0,5 2 0,3 4 0,5 2 0,5 3 0,4 2 0,5 3 0,5 1 0,-51 230 0,69-226-118,6 1-1,4 0 1,6 1 0,5 0 0,5-1-1,5 1 1,5-1 0,5-1-1,35 115 1,-29-148-38,5 0 0,2-3 1,5 0-1,2-3 0,69 100 0,-66-118-9,3-2-1,2-2 1,2-1-1,3-3 1,2-3-1,119 82 1,-106-89-99,2-3-1,1-3 1,2-3 0,1-3-1,1-4 1,2-2-1,0-4 1,1-4 0,128 9-1,-81-19-196,0-5 0,-1-6 0,1-6 1,-2-4-1,166-47 0,62-40-665,626-281-1,-741 273 440,290-187-1,-377 200 188,-4-7 0,237-226 0,-312 262 138,-3-3 0,-3-3 0,-3-3 1,-4-2-1,75-144 0,-107 171 3,-1 0 0,-3-2 1,-3 0-1,15-77 0,-25 88 2,-2-1 0,-2 0 0,-2 0 0,-2 0 0,-2 0 0,-10-52 0,3 48-34,-3 2 0,-1 0 1,-3 1-1,-2 0 0,-36-65 1,21 55-65,-2 2 0,-3 2 1,-78-86-1,48 72-79,-2 2-1,-4 4 1,-2 3 0,-2 3-1,-163-82 1,117 79-523,-2 5 1,-3 6 0,-1 6 0,-2 6 0,-2 5-1,-197-17 1,59 30-2002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08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15 5436,'-20'-15'4593,"17"33"-8801,-1 3 1371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09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55 10077,'-15'-10'757,"-2"-2"71,2-2 6706,45-1-7086,-26 14-1194,29-1-2216,-32 3 2664,-1-1 0,1 1 0,-1 0 0,1-1 0,0 1 0,-1 0 0,0-1 0,1 1 0,-1 0 0,1 0 0,-1 0 0,0 0 0,0-1 0,1 1 0,-1 0 0,0 0 0,0 0 0,0 0 0,0 0 0,0 0 0,3 15-6396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09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1247 1 4184,'0'0'3802,"-3"2"-3639,-7 12 135,0 0 1,-14 27 0,-12 17 270,-180 205 635,58-76-802,-324 491-1772,319-437-1699,19-30-728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10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5681,'-2'0'141,"0"0"1,0 0 0,0 0 0,-1 0 0,1 0-1,0 1 1,0-1 0,0 1 0,0 0 0,0-1 0,0 1-1,0 0 1,0 0 0,0 0 0,0 1 0,0-1-1,0 0 1,1 1 0,-1-1 0,0 1 0,1 0 0,0-1-1,-3 5 1,3-5-83,1 0-1,0 0 0,-1 0 1,1 0-1,0 1 0,0-1 1,0 0-1,0 0 0,0 0 1,0 0-1,0 1 0,0-1 1,0 0-1,1 0 0,-1 0 1,0 0-1,1 0 1,0 2-1,1 3 107,0 1-78,0 1-1,1-1 0,0 1 1,1-1-1,0 0 0,0-1 1,0 1-1,1-1 0,0 1 1,0-1-1,0-1 0,1 1 1,7 4-1,13 11 165,54 30 1,-44-29-188,-34-21-57,129 82 280,190 88-1,-87-77-201,-197-82-107,2-2 0,-1-1 0,2-2 0,53 2-1,-51-9 20,0-2 0,0-2 0,0-2 0,-1-2 0,0-1 0,0-2 0,-1-2 0,-1-2 0,46-23 0,37-28-1089,161-113 1,-282 178 1076,26-18-1314,0-1-1,25-24 1,-22 10-2159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11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5260,'-1'1'66,"0"0"-1,0 0 1,0 0-1,0 0 1,1 1-1,-1-1 1,0 0-1,0 0 1,1 1-1,-1-1 0,1 1 1,0-1-1,-1 0 1,1 1-1,0-1 1,0 1-1,0-1 1,-1 1-1,2 1 1,0-1-1,1 0 0,-1-1 0,1 1 0,-1-1 1,1 0-1,0 1 0,0-1 0,0 0 0,0 0 1,0 0-1,0 0 0,0-1 0,0 1 0,0 0 1,3 0-1,99 26 1054,212 26 1,-209-38-859,1585 168 2000,297 46-1256,-1974-226-1001,73 12 51,-79-13-26,1 1-1,-1 0 1,-1 0 0,1 1-1,0 0 1,13 9 0,-23-12-18,1 0 0,0-1 0,-1 1 0,1 0 1,0 0-1,-1 0 0,1 0 0,-1-1 0,1 1 1,-1 0-1,0 0 0,1-1 0,-1 1 1,0 0-1,1-1 0,-2 2 0,1-2-4,-2 3 15,-1 0 0,-1 0 0,1-1-1,0 0 1,-1 1 0,1-1 0,-1-1 0,0 1 0,0-1-1,-8 2 1,-58 6 48,51-7-35,-44 10-180,62-12-24,-30 11-1632,33-8 1250,7 10-383,2-5-3248,9-1 767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14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241 224 6113,'-57'-48'3499,"55"46"-3267,1 0 0,0 1 0,-1-1 0,1 0 0,0 0 0,0 1 0,0-1 0,0 0 0,0 0 0,0-3 0,-11-19 1685,-8 4-781,-1 0 0,-1 1 0,0 1 0,-32-19 0,44 30-848,0 0 680,38 13-829,-27-6-154,305 83 398,168 39-286,510 52 53,-543-137 99,-417-36-353,0 0 0,-1-2 0,1 0 0,0-2 0,-1 0-1,0-2 1,41-13 0,-62 17-712,0-1-393,-1 1 225,9-11 332,-6 3-8003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15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1380 88 5905,'4'-25'1174,"3"-12"956,-5 12 3353,-3 26-5305,0 1 1,1 0-1,-1 0 1,0 0-1,0-1 0,-1 1 1,1 0-1,0-1 1,0 1-1,-1-1 0,-2 3 1,-5 5 217,-127 137 2029,-160 130 0,-114 121-1109,159-93-747,207-242-462,2 2 0,2 2-1,-33 79 1,57-108-62,2 1 1,2 0-1,2 1 1,-12 77-1,21-105-33,1 1 0,-1-1 0,2 0 0,-1 1 0,2-1 0,0 0 0,0 0 1,1 0-1,0 0 0,1 0 0,0-1 0,8 15 0,-4-12-7,0-1 0,0-1 0,2 0 0,-1 0 0,1-1 0,1 0 1,0-1-1,22 16 0,-6-10-52,0-1 1,1-1-1,0-1 0,1-1 1,0-2-1,0-1 0,1-1 1,51 4-1,1-6-148,0-4 0,0-3 0,0-4 0,156-32 0,308-118-272,-492 140 741,-53 16-246,0 0 1,0 1 0,0-1-1,0 0 1,0 0-1,0 1 1,0-1-1,0 1 1,0-1 0,0 1-1,0-1 1,-1 1-1,1-1 1,0 1-1,0 0 1,0-1 0,-1 1-1,1 0 1,0 0-1,-1 0 1,1 0 0,0 0-1,-1-1 1,0 1-1,1 0 1,-1 0-1,1 0 1,-1 0 0,0 0-1,0 1 1,1-1-1,-1 0 1,0 0-1,0 0 1,0 0 0,-1 1-1,-1 7 157,0-1 1,-1 0-1,0 0 0,-8 14 0,-8 19 307,4 4-106,2-1 0,-9 56-1,19-81-556,1 1 0,1 0 0,1 0 0,1 0 1,0 0-1,2-1 0,8 35 0,-5-31-613,2-1 1,0 0-1,2 0 1,16 29 0,-20-42-48,-1 0 0,2-1 0,-1 0 0,1 0 1,0-1-1,0 0 0,1 0 0,0 0 0,0-1 1,1 0-1,0-1 0,11 5 0,3-2-6965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15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1 170 8729,'3'-88'2132,"0"64"-344,-3 3 840,4 0-1700,-1 6 849,21 15-1469,-4 3-484,3 9-264,-3 6-472,4-3-305,23 15-159,-11-9-288,1-6-196,3-3-1304,7 0-1333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15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1082 1 6837,'-18'4'413,"6"-2"13,0 0 0,0 1 0,0 1 0,1 0 0,-1 1 0,-19 11 0,-29 24 954,2 2-1,2 2 0,-89 92 0,-143 182 236,205-217-1163,-89 141 0,161-225-319,0 1 1,1 0-1,-14 39 1,22-52-104,1 0 1,0 0-1,-1 0 1,2 1-1,-1-1 1,1 1-1,-1-1 0,2 0 1,-1 1-1,0-1 1,1 1-1,0-1 1,1 0-1,-1 0 0,1 0 1,0 1-1,0-2 1,0 1-1,1 0 1,3 5-1,1-2 5,0 1-1,1-1 1,0-1-1,0 1 1,0-2-1,17 11 1,61 29 103,-37-22-77,25 15 19,96 54-24,-141-75-35,-1 1 1,0 2-1,36 36 0,-55-47 32,0 0 0,0 1 0,-1 0-1,11 20 1,-17-28-40,-1-1 0,0 1 0,0 0 0,0-1-1,-1 1 1,1 0 0,0 0 0,-1 0 0,0 0-1,0 0 1,0-1 0,0 1 0,0 0 0,-1 0 0,1 0-1,-1 0 1,0 0 0,1-1 0,-1 1 0,-1 0 0,1-1-1,0 1 1,-1 0 0,1-1 0,-1 0 0,0 1 0,0-1-1,1 0 1,-2 0 0,-2 2 0,-2 3 14,-1-1 1,0-1-1,0 1 1,-1-1-1,0-1 1,0 1-1,-16 4 1,5-3-6,-1-1 0,0-2 0,0 0 0,-35 1 0,-89-10-622,0 1-1607,49 3-1472,33-4-2854,40 5 1441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15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0 4576,'-60'209'2931,"15"-6"439,6-18-1935,-38 63-441,60-206-841,-1-1 0,-1 0-1,-44 64 1,55-93 14,-1-1-1,0 0 1,-1-1 0,0 0-1,0 0 1,-1-1-1,-20 12 1,33-38 580,7 0-650,1 0 1,0 1-1,2 0 0,0 1 1,0 0-1,16-14 0,-8 8-24,333-324-1793,-101 133-4861,-161 141 1115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16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925 1 6225,'-135'120'3153,"50"-50"-1088,-102 64 1,-72 57-918,227-163-1044,-95 90 203,114-104-277,1 0 1,0 1 0,2 0 0,-1 1 0,2 0 0,0 1 0,-7 19 0,15-32-25,-1 0 1,1 0-1,0 0 1,0 0-1,1 0 1,-1 0 0,1 0-1,0 0 1,0 0-1,0 0 1,1 0-1,-1 1 1,1-1-1,0 0 1,0 0-1,0-1 1,1 1 0,0 0-1,-1 0 1,4 3-1,-2-2-10,1-1 1,0 0-1,-1 0 0,2 0 0,-1-1 0,0 1 0,1-1 1,-1 0-1,1-1 0,0 1 0,0-1 0,0 0 0,0 0 1,9 2-1,8 1-286,0-2 0,0 0 0,0-1 0,37-3 1,93-14-2813,-143 14 2835,11-2-1108,0-1 0,25-9 1,-9 4-2095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16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 6073,'-20'166'2420,"6"-76"-301,-47 163 1,-55 77-803,95-280-1234,8-21 440,-9 32 0,22-60-491,0 0 0,0 0 0,0 0 1,1 0-1,-1 0 0,0 0 0,0 0 0,0 0 0,1 0 1,-1 0-1,1 0 0,-1 0 0,1 0 0,-1 0 0,1 0 0,-1-1 1,1 1-1,0 0 0,-1 0 0,1 0 0,0-1 0,0 1 0,0 0 1,0-1-1,0 1 0,-1-1 0,2 1 0,4-2 27,-1 0-1,0 0 1,1-1-1,-1 1 1,0-1-1,0-1 1,-1 1 0,8-5-1,-5 3-2,154-96 604,-110 66-524,97-50 0,-81 48-42,-66 36-96,-1 0 0,1 0 0,0 0 0,0 0 0,0 0 0,-1 0 0,1 0 0,0 0 0,0 0 0,0 0 0,0 0 0,-1 1-1,1-1 1,0 0 0,0 1 0,-1-1 0,1 0 0,0 1 0,-1-1 0,1 1 0,0-1 0,0 2 0,1-1-4,0 0 5,-1 0 0,1 0 0,0 0 0,0 0 0,-1 0 0,1 0 0,-1 1 0,1-1 0,-1 1 0,0-1 0,0 1 0,1 0 0,-1-1 0,0 1 0,0 0 0,1 3 0,6 34 109,1 6-143,3-19-392,21 32 0,-25-45 49,-4-8 158,0 0 0,0 0 0,1 0-1,0 0 1,0-1 0,0 0 0,1 0 0,-1 0 0,1-1-1,0 1 1,0-2 0,0 1 0,0 0 0,0-1-1,8 1 1,-2 1-129,-10-3 117,0 0 0,0 0 0,0-1-1,1 1 1,-1-1 0,0 0 0,1 1 0,-1-1 0,0 0 0,1 0 0,-1 0 0,0-1 0,1 1-1,-1-1 1,3 0 0,4-1-1011,21-2-3402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16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5008,'24'12'1197,"2"-3"-305,-19 3-276,3 3-424,7 3-548,-4 0-1829,1 0-195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16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1072 0 6333,'-279'112'4108,"157"-73"-3304,-201 77 202,287-100-984,1 1 1,1 3 0,0 0-1,1 2 1,2 2 0,-45 42-1,68-57-9,0-1 0,1 1 0,0 0 0,1 1 0,0 0 0,0 0 0,1 0 0,-7 21 0,12-30-12,-1 1 3,1-1 0,-1 1 0,1-1 1,-1 1-1,1 0 0,0-1 0,0 1 0,0 0 1,0-1-1,0 1 0,0 0 0,0-1 0,1 1 1,0 2-1,1 2 39,0 0-1,1-1 1,-1 1 0,1-1 0,1 0 0,-1 0 0,1 0 0,-1 0-1,2-1 1,-1 1 0,0-1 0,1 0 0,0 0 0,-1-1-1,2 0 1,-1 1 0,0-2 0,1 1 0,-1 0 0,1-1-1,0 0 1,-1-1 0,11 2 0,16 3 289,49 2 1,-55-7-215,0 1 1,-1 2 0,40 10-1,-62-14-100,0 1-1,0 0 1,-1-1-1,1 1 0,-1 1 1,1-1-1,-1 0 1,1 1-1,-1-1 0,0 1 1,1 0-1,-1 0 1,0 0-1,0 0 0,0 0 1,-1 0-1,1 0 1,0 1-1,-1-1 0,0 0 1,1 1-1,1 4 1,-3-3 0,0 0 1,0 0-1,0 1 1,0-1-1,0 0 1,-1 0 0,0-1-1,0 1 1,0 0-1,0 0 1,-1 0-1,1 0 1,-1-1-1,-2 4 1,-9 13 16,-1 0-1,0-2 1,-2 0 0,-19 19 0,34-36-36,-27 25-872,-55 39 1,6-13-5181,61-42 1226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17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322 153 8481,'39'-75'2311,"-13"42"510,-24 31-2610,-1 1 1,1-1-1,-1 1 0,0-1 0,0 0 0,1 1 0,-1-1 0,0 0 0,0 0 0,-1 0 1,1 0-1,0 0 0,0-4 0,1-10 3909,-20 26-2532,6 2-1383,-1-1 0,1 1 0,1 1 0,-18 24 0,-34 67-177,14-24-844,-30 27-2127,-5 7-5350,50-54-1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17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0 145 7117,'141'-115'1636,"-71"94"-312,11 12-364,-1 9-204,7 12-240,7 12 4,6 16-128,4 20-128,-3 21-228,-11 13-204,-6 11-188,-17 4-312,-20 11-56,-14 1-256,-33-4-536,-27-5-1156,-13 6-781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17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4760,'124'-27'564,"-54"3"-752,7 12-1320,7 3 864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17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0 4708,'-91'82'1137,"61"-46"-425,10-3-504,-4-9-696,-2 0-1369,9 0 421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18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660 1 4348,'3'39'1461,"-13"-12"-317,0 3-240,-3-8-172,-17 11-188,3-9-36,-13-3-112,-11-3-84,-9-12-232,-10 3-216,-11-3-324,-2-15-556,-11-3-1556,0-3-689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2:57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129 100 6509,'0'-1'66,"0"1"-1,1-1 1,-1 0 0,0 0 0,0 0 0,0 0 0,0 1 0,-1-1 0,1 0 0,0 0 0,0 0 0,0 0-1,-1 1 1,1-1 0,0 0 0,-1 0 0,1 1 0,-1-1 0,1 0 0,-1 1 0,1-1 0,-1 0 0,1 1-1,-1-1 1,1 1 0,-1-1 0,0 1 0,0-1 0,1 1 0,-1-1 0,0 1 0,0 0 0,1-1 0,-1 1-1,0 0 1,0 0 0,0 0 0,1 0 0,-1-1 0,-1 1 0,0 0 128,1 0 0,-1 0 0,1-1 0,-1 1 0,1-1 1,-1 1-1,1-1 0,-1 0 0,1 1 0,0-1 0,-1 0 0,-1-2 1091,4 3-1183,0-1 0,0 0-1,-1 1 1,1-1 0,0 0-1,0 1 1,-1-1 0,1 0-1,0 0 1,-1 0 0,1 1-1,-1-1 1,1 0 0,-1 0-1,1 0 1,-1 0 0,0 0 0,1 0-1,-1 0 1,0 0 0,0 0-1,0 0 1,0 0 0,0 0-1,0 0 1,0 0 0,0 0-1,0-1 1,0 1 0,-1 0 0,1 0-1,0 0 1,-1 1 0,1-1-1,-1 0 1,1 0 0,-1 0-1,1 0 1,-1 0 0,1 0-1,-1 1 1,0-1 0,0 0-1,1 0 1,-1 1 0,0-1 0,0 1-1,0-1 1,0 1 0,0-1-1,-1 0 1,-7-3 539,0 1 1,-1 0 0,1 0-1,-14-2 1,13 3-335,-5-1 564,36 11-365,47 8-266,0-3-1,115 8 1,-95-12-139,1033 94 231,-240-3-91,668 61 1870,-1470-158-1989,-49-2-488,1 0 0,0 2 0,31 7 0,-59-9-887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2:57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 5701,'-36'10'1885,"35"-10"-1551,-1 0-1,1 0 1,-1-1-1,1 1 1,0 0-1,-1 0 1,1-1-1,0 1 1,-1 0 0,1-1-1,0 0 1,-1 1-1,1-1 1,0 0-1,-2-1 1,1-1 2659,16 9-1413,20 7-989,0 0 0,1-3-1,0 0 1,56 7 0,-47-10-356,752 115 1193,6-34-1019,68-27-297,-832-60-244,2 2-344,0-2 0,0-1 0,0-3 0,63-11 1,-102 14 411,-1 0 0,1 0 0,0-1 1,-1 1-1,1 0 0,-1 0 0,1 0 1,-1 0-1,1-1 0,-1 1 0,1 0 1,-1 0-1,1-1 0,-1 1 0,1 0 1,-1-1-1,1 1 0,-1-1 0,0 1 1,1-1-1,-1 1 0,1-1 0,-7-8-1793,-26-8-3062,28 15 4085,-30-11-7228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20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0 8009,'0'0'9286,"-1"3"-8569,-14 167 2952,10-95-2965,4-70-609,0 0-1,0-1 0,0 1 0,-1-1 0,0 1 0,0-1 0,0 1 1,0-1-1,-5 6 0,6-8 26,0 0 1,1 0-1,-1 0 0,1 0 1,-1 1-1,1-1 1,-1 0-1,1 0 1,0 0-1,0 0 0,1 3 1,-1 3 435,3-4 122,8 0-505,1-1 0,0 0-1,0 0 1,-1-2-1,1 0 1,1 0-1,12-1 1,91-13-54,-77 8-89,731-114-7353,-506 78-1186,-145 30-211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20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41 154 8681,'0'0'6008,"-4"0"-4446,-29-5 800,29 4 1734,5 3-4057,0 0 0,1 0 1,-1 0-1,0 0 0,1 0 1,-1 0-1,1-1 0,-1 1 1,1-1-1,0 1 0,-1-1 1,1 1-1,0-1 0,0 0 1,0 0-1,0 0 0,4 1 1,6 2-18,0-1 1,0 0-1,0 0 1,0-1-1,1-1 1,-1 0-1,15-1 1,92-10-544,-113 9 474,357-70-4703,-124 6-2044,-224 61 6200,140-38-7313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21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7657,'24'-30'2044,"-14"15"-264,0 6-324,0-3-268,13 3-280,28-4-300,5 10-656,11 6-368,17 0-512,137-3-4184,-93 7-1041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24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18 269 4752,'-1'-4'276,"0"0"1,1 0-1,-1 0 0,1 0 0,0 0 0,2-7 0,-2 10-134,1-1 1,-1 0-1,1 1 1,0-1 0,0 1-1,0-1 1,0 1-1,0-1 1,0 1-1,0 0 1,0-1-1,0 1 1,1 0-1,-1 0 1,3-2-1,-2 1-17,-1 0 0,0 1 0,0-1 0,-1 0 0,1 0 0,0-1-1,-1 1 1,1 0 0,-1 0 0,1 0 0,-1 0 0,0-5-1,0 1 196,3-6 160,1 1-1,0 0 0,6-13 1,9-24 1471,-18 41-1597,0 0 1,-1 1 0,0-1-1,-1-10 1,1 4-395,-1 13 65,0-1 1,0 0 0,0 1 0,0 0 0,0-1 0,0 1 0,0-1-1,0 1 1,0 0 0,0 0 0,0-1 0,0 1 0,0 0-1,0 0 1,0 0 0,0 0 0,-2 1 0,2-1 38,-18-4 175,15 3 197,-36 3 450,57 19-179,-7-13-632,0-1 0,1 1 0,0-2 0,0 0 0,0 0 0,1-1 0,12 4-1,97 23 176,-77-21-177,453 86 244,-200-44-232,-75-10-106,895 185-1763,-846-153-963,-266-74 2428,0 2 0,0-1 0,-1 0 0,1 1 0,-1 0 0,0 0 0,5 4 0,1 1-784,-10-7 854,0 0 0,0 0-1,0 0 1,0 0 0,0 0-1,0 0 1,-1-1 0,1 1-1,0 0 1,-1 0 0,1 0-1,0 0 1,-1 0-1,1 0 1,-1-1 0,1 1-1,-1 0 1,0 0 0,1-1-1,-2 2 1,-11 11-3955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25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6381,'6'-18'3012,"18"12"-1956,-4-3-132,20 6-204,24-3-108,-4 3-124,225 12 292,-158 0-1088,14 0-512,3-3-616,3 3-1928,7 9-1697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3:25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30 9377,'-27'-30'1336,"14"39"420,40-15-11241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05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311 296 5577,'14'-15'1318,"-13"14"-1219,-1 0 1,0 0-1,0 0 1,0 1-1,0-1 1,0 0 0,0 0-1,0 0 1,-1 0-1,1 0 1,0 0-1,0 0 1,-1 0-1,1 1 1,-1-1 0,1 0-1,-1 0 1,1 0-1,-1 1 1,1-1-1,-2-1 1,2 2 89,-15-26 2272,12 22-2169,1-1 1,-1 1 0,1-1 0,0 1 0,0-1 0,0 0 0,0 0 0,1 0 0,0 0 0,0 0 0,0 0 0,1 0 0,0-9-1,0 8-33,-1 1 0,1 0 0,-1 0 0,0 0 0,0 0 0,-1 0-1,-3-9 1,0 0 43,4 10 122,-1 1-4,-6-32 322,7 31-450,1 4-275,-1-1 0,1 1 1,-1-1-1,0 1 0,1-1 0,-1 1 1,1-1-1,-1 1 0,1-1 0,-1 0 0,1 1 1,-1-1-1,1 0 0,0 1 0,-1-1 1,1 0-1,0 0 0,0 1 0,0-1 1,-1-1-1,-9-16 261,-12 3-81,20 14-146,-2 2-22,-3 3-13,0-1-1,0 1 1,1 0-1,-1 1 1,1-1-1,0 2 0,1-1 1,-1 0-1,1 1 1,0 0-1,0 0 1,1 1-1,-1-1 1,2 1-1,-1 0 1,1 0-1,0 0 1,0 0-1,1 1 1,-2 8-1,-77 324 672,71-276-610,2 0 1,3 1-1,5 91 1,3-106-32,1 1 1,3-1 0,2 0-1,18 59 1,-16-74-27,1-1 1,2-1-1,1 0 0,2-1 1,1-1-1,1 0 0,35 41 1,-21-36 6,2-1 0,0-2 1,77 53-1,-92-73-46,1-1-1,1 0 1,0-2-1,0-1 1,1 0 0,0-2-1,0-1 1,1 0-1,44 3 1,-54-9-148,0 0-1,0-1 1,0 0-1,-1-1 0,1-1 1,0 0-1,-1-1 1,0 0-1,0-1 1,0-1-1,-1 0 1,0-1-1,0 0 1,0 0-1,-1-2 1,0 1-1,19-20 1,-9 4-1239,0-1 0,-1-1 1,-2 0-1,-1-1 1,-1-1-1,21-50 1,-4-2-5393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06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6805,'0'0'5244,"17"-6"-3996,-4-3 772,4-3-1284,3 0-191,10 3-97,17-3-100,-7 3-72,7 6-312,4 3-468,5-6-485,5 3-343,2 3-568,-2 0-1852,-4 6-2421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0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1 377 6997,'33'-75'1712,"-2"48"-212,9 2-376,7 4-228,-7-3-344,7 3 40,13 0-280,4-9-412,6 3-384,7-3-280,3 2-372,1 4-2172,-4 0-1601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06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52 7521,'-1'-6'535,"0"1"0,-1 0 0,0 0 0,0 0 0,0 0 0,-1 0 0,-7-10 5430,30 22-4728,-10-1-1050,10 4 20,-1 1 0,0 0-1,0 2 1,-2 0 0,21 19-1,87 98-122,-123-128-97,128 157-1556,-17 5-2069,-39-53-2646,-44-63 793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06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573 196 6621,'-104'-106'1484,"57"79"-116,11 3-180,-1 6-388,3 6-4,-3 3-164,4 9-132,-4 9-92,-3 3-148,0 9-452,0 6-636,6 6-224,4 4-2464,6 5-1969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06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9141,'0'0'2145,"1"3"-364,19 41 1744,25 58-1384,-20-44-1356,25 94 0,-38-112-653,10 40-781,-4 1 0,12 126 0,-16 41-7477,-13-165 748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07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0 368 6481,'1'-2'180,"0"-1"0,-1 1 0,1 0 0,0-1 0,0 1 0,0 0 0,0 0 0,1 0 0,-1 0 0,1 0 0,-1 0 0,1 0 1,-1 0-1,1 1 0,0-1 0,0 0 0,0 1 0,0 0 0,4-2 0,1 0-5,0 0 0,0 1 0,0 0-1,14-2 1,-3 1 169,318-53 2178,52-12-2429,-359 60-129,-1-1 0,0-1 1,-1-2-1,0 0 1,0-2-1,-2-1 1,43-33-1,-66 46 29,0 1-1,-1-1 1,1 1-1,-1-1 1,1 0 0,-1 0-1,0 0 1,0 0-1,0 0 1,0 0 0,0 0-1,0 0 1,-1-1-1,1 1 1,0-4 0,0 0-4,-2 5 14,0 0 0,0 0 1,0 0-1,0 0 0,0 0 1,0 1-1,0-1 0,0 0 1,0 1-1,0-1 0,0 0 1,-1 1-1,1 0 0,0-1 1,-2 1-1,2-1 6,-4 0 2,1 0 0,-1 0 1,0 0-1,1 0 0,-1 1 1,0 0-1,0 0 1,1 0-1,-1 1 0,0-1 1,1 1-1,-1 0 0,0 1 1,1-1-1,-1 1 0,1 0 1,-7 3-1,-1 2 13,0 0 0,1 1-1,0 0 1,1 0 0,-11 11-1,10-7 3,0 0-1,1 1 1,0 0-1,1 0 0,0 1 1,1 0-1,1 1 1,0 0-1,1 0 1,-5 21-1,8-26-18,1-1 1,1 1-1,-1 0 0,2 0 0,-1 0 0,2-1 1,-1 1-1,1 0 0,1 0 0,-1 0 0,2-1 1,-1 1-1,2-1 0,-1 0 0,1 0 0,0 0 1,1 0-1,8 11 0,-4-8-21,1 0-1,0-1 1,1 0 0,0 0-1,1-1 1,0-1-1,1 0 1,0 0 0,0-2-1,1 1 1,0-2 0,0 0-1,0 0 1,1-2 0,0 0-1,0 0 1,0-1-1,0-1 1,1-1 0,-1 0-1,28-3 1,-25 1 5,-1-2 0,1 0 1,-1-1-1,0-1 0,-1 0 1,1-1-1,-1-1 0,0-1 0,17-10 1,-16 5-63,0-1 0,-1-1 0,24-28 0,-30 30-98,2 0 0,-1 1-1,2 1 1,-1 0 0,1 0-1,1 1 1,23-12-1,-26 18-73,0 0 0,0 1 0,14-2 0,-14 3 39,0 0 0,0-1-1,20-8 1,-24 7 290,0 1 1,0-1-1,-1 0 1,1 0-1,-1-1 1,0 1-1,-1-2 1,1 1-1,-1-1 1,0 1-1,0-1 1,5-8-1,-4 5 83,-3 3 29,2 0 0,-1 1 0,1-1 1,6-6-1,-9 11-159,-1 0 1,0 0 0,1 0-1,0 0 1,-1 0 0,1 0-1,-1 0 1,1 1 0,0-1-1,0 0 1,-1 1-1,1 0 1,0-1 0,0 1-1,-1 0 1,1 0 0,0 0-1,0 0 1,0 0 0,-1 1-1,1-1 1,2 1 0,22 8 401,0 2 1,-2 0 0,34 22-1,70 53 1056,-32-20-621,-65-46-524,34 29 1,-55-40-973,0 1 0,0-1-1,-1 2 1,0-1 0,-1 1 0,7 14 0,-3-7-5305,1 0 640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07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30 416 7753,'0'0'2057,"0"-3"-268,-3-10 372,0 0 0,-11-24 0,8 19-1051,4 10-944,1 0-1,1 0 1,0 0-1,0 0 0,0 0 1,1 0-1,0 1 0,1-1 1,0 0-1,5-14 0,2-13 83,-1-27 6,-7 45-157,1 0 0,7-28 1,-6 29-97,7-12 0,-10 27-2,1 0 0,-1 0 0,1 1 1,0-1-1,-1 0 0,1 1 0,0-1 0,0 0 0,0 1 0,0-1 0,-1 1 0,1-1 0,0 1 0,0 0 0,0-1 0,0 1 1,0 0-1,0 0 0,0-1 0,0 1 0,0 0 0,0 0 0,0 0 0,0 0 0,0 1 0,0-1 0,1 0 0,3 2-6,0 0 0,0 1 0,0 0 0,0 0 0,-1 0 0,1 0 0,-1 0-1,0 1 1,5 5 0,-3-3 13,10 10-1,0 0 1,-1 1-1,-2 1 1,22 34-1,34 83-203,-56-107 167,-2 0 0,0 1 0,-2 1 0,-1 0 0,4 32 0,-10-45 17,-1 0 0,-1 0-1,0 0 1,-1 0 0,-1 0-1,-1-1 1,0 1 0,-1 0 0,-1-1-1,-11 27 1,-85 159 213,93-183-107,13-22-24,19-32-5,-19 27-62,111-173-7,-72 116 152,77-86 0,-106 134-96,-2 2 16,1 1 0,0 0 0,24-18 0,-36 30-55,-1 1 1,1 0-1,0-1 1,0 1-1,0 0 0,0 0 1,0 0-1,1 0 1,-1 0-1,0 0 1,0 1-1,1-1 1,-1 1-1,0-1 1,1 1-1,-1 0 0,0 0 1,1 0-1,-1 0 1,0 1-1,1-1 1,-1 1-1,0-1 1,1 1-1,-1 0 1,0 0-1,0 0 0,0 0 1,0 0-1,0 0 1,0 0-1,0 1 1,0-1-1,0 1 1,-1 0-1,1-1 1,-1 1-1,1 0 0,-1 0 1,0 0-1,2 4 1,2 3 14,0 1 0,-1-1 0,-1 1 0,0 0 0,0 1 0,-1-1-1,2 20 1,-3-1-10,-1 1-1,-5 30 1,2-31-435,2 60 1,4-50-1613,9 41 0,-7-53 726,-4-22 555,-1 0-1,1 0 1,0 0 0,1 0-1,-1 0 1,5 7 0,-2-3-1464,5 12-4092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08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30 9433,'-11'-30'6576,"18"45"-7628,13 9-52,-6-15-820,16 12-1580,10 22-1937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08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9609,'3'0'250,"0"1"1,0 0-1,0 0 0,0 1 1,0-1-1,-1 0 0,1 1 1,0 0-1,-1 0 1,0 0-1,1 0 0,-1 0 1,0 0-1,0 0 0,0 1 1,0-1-1,0 1 1,-1 0-1,1-1 0,-1 1 1,0 0-1,1 3 0,28 55 1885,12 32 63,65 234 327,-23-65-1893,-84-261-629,1 0-1,-1 1 1,0-1 0,1 0 0,-1 0-1,1 1 1,-1-1 0,1 0 0,0 0-1,-1 0 1,1 0 0,0 0 0,0 0-1,0 0 1,0 0 0,0 0 0,0 0-1,0 0 1,0 0 0,0-1 0,0 1-1,0-1 1,0 1 0,1-1 0,-1 1-1,0-1 1,0 1 0,1-1 0,-1 0-1,0 0 1,1 0 0,-1 0 0,0 0-1,1 0 1,-1 0 0,0 0 0,0 0-1,1-1 1,-1 1 0,0 0 0,0-1-1,1 1 1,-1-1 0,0 1 0,0-1-1,0 0 1,0 0 0,0 1 0,0-1-1,0 0 1,0 0 0,0 0 0,1-2-1,1 0 0,-1 0-1,1-1 0,-1 0 0,0 0 1,0 0-1,-1 0 0,1 0 1,-1 0-1,2-8 0,2-5 0,4-7 0,-2-1 0,-1 0 0,0 0-1,-2-1 1,-1 1 0,-1-1 0,-2 0 0,0 1 0,-2-1 0,-4-28 0,5 53-7,-53-245 71,46 219-379,-1 0 0,-1 0 0,-1 1 0,-2 1 0,-1 0 0,-27-39 1,39 62-102,-1-1 1,1 0-1,0 1 1,-1 0-1,0 0 1,0-1-1,1 1 1,-1 1 0,-1-1-1,1 0 1,0 1-1,-6-2 1,8 2 135,1 1 196,0 0 0,0 0-1,0 0 1,0 0 0,-1 0 0,1 0-1,0 0 1,0 0 0,0 0 0,0 0-1,0 0 1,0 0 0,0 0 0,0 0 0,0 0-1,-1 0 1,1 0 0,0 0 0,0 0-1,0 0 1,0 0 0,0 0 0,0 0-1,0 0 1,0 0 0,-1 0 0,1 0-1,0 0 1,0 0 0,0 0 0,0 0 0,0 0-1,0 0 1,0 0 0,0 0 0,0 0-1,0 0 1,-1 0 0,1 1 0,0-1-1,0 0 1,0 0 0,0 0 0,0 0-1,0 0 1,0 0 0,0 0 0,0 0 0,0 0-1,0 1 1,0-1 0,0 0 0,0 0-1,0 0 1,0 0 0,0 0 0,-6 15-7413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08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0 360 9305,'31'-30'1754,"-30"28"-1576,1 1 0,-1 0-1,1 0 1,0 0 0,-1 0 0,1 0-1,0 0 1,-1 0 0,1 1 0,0-1-1,0 1 1,0-1 0,0 1 0,0 0 0,-1 0-1,1 0 1,0 0 0,3 0 0,-1 0 258,-1 0-282,0 1-1,0-1 1,1 1-1,-1 0 1,0 0-1,0 0 1,0 0-1,0 1 1,0-1-1,0 1 0,3 2 1,-1-1 105,9 6-52,-1 1 0,-1 0 0,0 1 0,0 0 0,-1 1 1,-1 0-1,0 0 0,11 19 0,5 3 67,-23-29-236,0-2-15,0 1 0,0 0 0,0 0 0,0 0 0,-1 0 0,1 0-1,-1 1 1,0-1 0,-1 1 0,2 5 0,28-2 9,-27-7-27,1 0-1,-1 0 0,1 0 0,0-1 0,-1 0 0,9 0 0,-8 0-9,-1 0 0,1 0 0,0 0 0,-1 1 0,1 0 0,4 1 0,18 8-11,31 17 0,-42-18 16,1-1 0,0-1 1,1 0-1,33 8 1,-47-15 27,1 1 0,0-1 1,-1 0-1,1 0 0,-1-1 1,1 1-1,0-1 0,-1 0 1,0 0-1,1-1 0,-1 1 1,0-1-1,1 0 0,-1 0 1,0 0-1,0-1 0,-1 1 0,1-1 1,0 0-1,-1 0 0,0 0 1,0-1-1,0 1 0,5-8 1,3-6 224,-2-1 0,0 0 0,-1 0 0,9-28 0,-12 32-186,11-28 50,3 0 0,2 1 0,1 1-1,2 0 1,2 2 0,1 2 0,59-61 0,-71 82-96,2 2-1,0 0 1,0 0 0,24-11 0,-38 22-15,0 1 1,0 0-1,0 0 0,0 0 1,0 0-1,0 1 1,0-1-1,1 1 1,-1 0-1,0 0 1,0 0-1,0 0 0,1 1 1,-1-1-1,0 1 1,0 0-1,0 0 1,0 0-1,0 0 0,0 0 1,4 3-1,-2 0 10,1-1-1,-1 1 1,0 0-1,0 0 1,0 0-1,-1 1 1,0 0-1,0-1 1,6 10-1,-4 0 5,0-1 0,0 1 0,-1 0 0,-1 0 0,-1 0 0,0 1 0,-1-1 0,0 1 0,-1 0 0,-1 0 0,0-1 0,-1 1 0,-1 0 0,-3 16-1,-6 17 52,-1-1 0,-37 89 0,26-84-62,-2-2 0,-3 0 0,-1-2 0,-3-1 0,-1-2-1,-3-1 1,-41 40 0,38-47-888,-1-1 0,-47 30 0,56-46-917,14-13-1453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09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12 591 7617,'20'-28'2253,"-16"23"1487,-7-16-748,2 15-2601,0 1 0,-1-1 0,1 1 0,-1-1 0,0 1 0,-5-8 0,4 8-139,1 1 0,0-1 0,0 0 0,0 0 0,1 1 0,0-1 0,-1 0 0,2 0 0,-2-11 0,3 11-161,0-1-1,0 1 1,0 0 0,0-1 0,1 1 0,0 0 0,0 0 0,1 0 0,-1 0-1,1 0 1,0 1 0,0-1 0,1 1 0,-1-1 0,1 1 0,0 1 0,0-1-1,0 0 1,9-5 0,17-9-43,0 1-1,1 1 0,0 1 1,57-17-1,156-38-1732,-233 68 1565,119-31-1509,182-52-5039,-221 58 2328,-6 9-2147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09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36 7029,'-1'1'108,"0"-1"-1,0 0 1,0 0 0,0 1 0,0-1 0,0 0 0,0 0 0,0 0 0,0 0 0,0-1 0,0 1-1,0 0 1,0 0 0,0 0 0,0-1 0,0 1 0,0-1 0,0 1 0,0-1 0,0 1 0,0-1-1,-1 0 1,1-1 258,1 0 0,-1-1-1,1 1 1,-1 0-1,1 0 1,0 0 0,-1 0-1,1 0 1,1-5-1,-1 1 524,11 21 1042,72 104 742,8 10-1613,81 154 0,-156-251-1018,-1 1 0,-1 0 0,-2 2 0,-2-1 0,12 67 0,-20-83-207,0-1-1,-1 1 1,-1-1 0,-1 1-1,0-1 1,-1 0 0,-1 1-1,-1-1 1,0-1 0,-2 1-1,1 0 1,-2-1 0,0 0-1,-11 15 1,5-11-652,-1 0 0,-1-1 0,-34 32 0,28-32-1704,-33 22-1,-16 4-4734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10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26 425 8717,'-1'-21'767,"-1"-1"354,2 2 4264,0 21-5262,0 0-1,-1 1 0,1-1 1,-1 0-1,1 0 1,-1 0-1,1 0 1,-1 0-1,1 0 0,-1 0 1,0 0-1,0 0 1,1 0-1,-1 0 1,-1 0-1,1 0-77,0 0 0,0 0 0,0 0-1,0 0 1,0 0 0,0 1 0,0-1 0,1 0 0,-1 0-1,0 1 1,1-1 0,-1 0 0,1 1 0,0-1 0,-1 3-1,2 3 80,0 1 0,1-1 0,0 1 0,1-1 0,-1 0 0,1 0 0,6 10 0,3 8 117,157 367 1574,-117-287-1488,105 157 1,-100-182 578,71 73 1,-123-147-619,0 0 0,1-1 0,-1 1 0,1-1 0,1 0 0,10 6 0,-14-10-214,0 1 0,0-1 0,0 0 1,0-1-1,0 1 0,0 0 0,0-1 0,0 0 0,1 0 1,-1 0-1,0 0 0,0 0 0,0-1 0,0 1 1,0-1-1,0 0 0,0 0 0,0 0 0,0 0 0,0-1 1,3-1-1,8-6 47,-1-1 1,0 0 0,-1 0-1,0-1 1,-1-1-1,0 0 1,-1 0 0,0-1-1,-1-1 1,12-22-1,8-21 121,28-79 0,-54 129-230,83-231-147,97-226-2044,-148 395-287,51-77 0,-55 102-671,2 0 1,58-59 0,-17 34-6888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10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744 187 9865,'5'-15'386,"49"-157"11477,-69 188-9980,2-1-1556,1 1 0,1 1 1,1 0-1,0 0 0,1 1 0,1 0 0,-5 20 1,-4 15 131,-12 74 0,19-61-275,2 1 1,3 0 0,3 0 0,12 124 0,2-109-168,3 0-1,3-2 1,46 123 0,-8-29-482,-51-152 429,0 1-1,-2-1 1,0 1 0,-2 0-1,0 0 1,-3 23 0,0-36 18,0 1 0,-1-1 1,0 0-1,-1 0 1,0 0-1,0-1 1,-1 1-1,0-1 1,-1 0-1,0 0 1,0-1-1,-1 0 1,0 0-1,-1 0 1,1-1-1,-1 0 1,-1-1-1,0 0 0,-12 7 1,-14 7-215,-2-3-1,1-1 1,-66 19-1,-238 62-2189,195-71-4639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11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715 34 8089,'-14'-10'922,"12"7"-545,-1 1 0,0 0-1,-1-1 1,1 1 0,0 0 0,-1 1-1,1-1 1,-1 1 0,1-1-1,-1 1 1,0 0 0,0 1 0,-6-2-1,-3 3 59,-1 0-1,1 0 0,-1 2 1,1 0-1,0 0 0,0 1 1,0 1-1,0 0 0,1 0 0,0 2 1,0-1-1,-19 15 0,0 3 49,0 1 0,1 2 0,-28 34 0,30-29-141,2 2 0,2 1 0,1 1 0,-21 45 0,-58 160 522,88-202-802,2 1-1,1 0 1,2 1 0,2 0-1,2 0 1,2 0 0,1 1 0,5 57-1,0-76-87,0-1 0,1 0-1,1 0 1,1 0 0,1-1-1,1 0 1,1 0 0,0-1-1,2 0 1,0-1 0,1 0-1,1 0 1,1-2 0,1 0-1,0 0 1,1-1 0,19 13-1,-12-12-61,1-2 0,0 0-1,1-2 1,1-1 0,0 0-1,1-2 1,0-2 0,1 0-1,0-2 1,0 0 0,41 1-1,-34-6 23,-1-1-1,1-1 0,-1-2 1,0-2-1,0-1 0,0-2 0,-1-1 1,0-1-1,34-17 0,-17 3 18,-1-3 0,-2-1-1,0-2 1,-2-3-1,65-61 1,61-53 152,-170 145-88,5 23 68,-6-7-47,0-1-1,-1 1 1,0-1 0,-2 0 0,1 0-1,-6 15 1,3-9-21,1 0 0,-3 32 0,7-39 2,0 0-1,1 0 0,0 1 0,1-1 0,0 0 0,1 0 0,0-1 0,1 1 0,0 0 0,1-1 0,1 0 0,-1 0 0,2-1 1,9 13-1,-9-14 9,0-1 0,1 0 1,0-1-1,0 0 1,1 0-1,0-1 1,0 0-1,0-1 0,1 0 1,0 0-1,0-1 1,0 0-1,1-1 1,-1 0-1,1-1 0,14 2 1,-11-3-6,-1 0 1,1-1-1,-1 0 1,1-1-1,0-1 0,-1 0 1,0-1-1,0-1 1,0 0-1,0 0 1,0-1-1,19-11 1,-24 11-13,-1 0 0,0 0 1,0-1-1,0 1 1,-1-1-1,0-1 1,0 1-1,-1-1 1,0 0-1,0-1 1,0 1-1,-1-1 1,0 0-1,-1 0 0,0 0 1,0 0-1,0-1 1,-1 1-1,-1-1 1,2-15-1,-3 2-35,0 1-1,-2 0 0,-1-1 1,0 1-1,-2 0 1,0 1-1,-1-1 1,-14-30-1,0 9-436,-1 2-1,-52-75 1,63 101-27,-1 1 1,0 1-1,-17-16 1,-10 2-2737,34 24 2476,0 1-1,0-1 1,0 1 0,0 0 0,0 0-1,0 0 1,0 1 0,-5-1-1,-6 7-6780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11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364 889 8917,'3'-19'737,"-3"15"-536,0 1 1,1-1-1,-1 1 0,1-1 1,0 1-1,0 0 0,0 0 1,0-1-1,0 1 1,1 0-1,0 0 0,-1 0 1,1 0-1,0 0 0,6-5 3149,-8 7-3204,0 0-1,1-1 0,-1 1 1,0 0-1,0 0 0,0-1 1,0 1-1,0 0 0,0-1 1,-1 1-1,1 0 1,0-1-1,-1 1 0,1 0 1,0 0-1,-1 0 0,0-1 1,1 1-1,-1 0 0,-1-1 1,1 3-100,-1-1 1,1 1-1,-1 0 1,1 0-1,-1 0 1,1 1-1,0-1 1,-1 0-1,1 0 1,0 1-1,0-1 1,-1 2-1,-11 11 238,-10 13 93,1 1 0,-35 58 0,-25 69-40,51-94-163,5-11-254,2 2 0,1 1 0,4 1 0,-26 110 0,44-160 55,1-1-1,0 1 0,-1-1 1,1 0-1,0 1 0,0-1 1,1 1-1,-1-1 0,1 0 1,0 1-1,1 4 0,-1-7 15,-1 0-1,1-1 0,-1 1 0,1 0 0,-1 0 1,1-1-1,0 1 0,-1 0 0,1-1 1,0 1-1,-1-1 0,1 1 0,0-1 0,0 1 1,0-1-1,-1 0 0,1 1 0,0-1 1,1 1-1,0-1-6,0 0 1,0 0-1,0 0 0,0 0 1,1-1-1,-1 1 0,0-1 1,-1 1-1,1-1 0,0 1 1,0-1-1,2-1 1,13-7-84,-2-1 1,0 0 0,0-1 0,25-25-1,51-59-271,-89 92 361,46-54-239,74-114 0,23-77-76,-138 235 306,62-112-138,70-176 0,-115 240 203,40-114 263,-57 150-167,-1 1 0,-1-1 0,-1 0 0,-1 0 0,-1-32 0,-2 49-29,-1 0-1,0 0 1,0 0 0,-1 0-1,0 0 1,-1 0-1,-4-10 1,6 16-83,1 1 1,-1 0-1,1 0 1,-1 0-1,0 0 1,1 1-1,-1-1 0,0 0 1,0 0-1,0 0 1,1 0-1,-1 1 1,0-1-1,0 0 1,0 1-1,0-1 0,0 1 1,0-1-1,-1 1 1,1 0-1,0-1 1,0 1-1,-2 0 1,1 0 6,-1 0 0,1 0 1,-1 0-1,1 1 0,0-1 1,-1 1-1,1 0 0,0 0 1,-1 0-1,-3 2 0,1 0 30,-1 1-1,0-1 1,1 1 0,0 1-1,0-1 1,0 1 0,-6 9-1,2 0 74,1 2 0,1-1-1,0 1 1,1 0 0,1 0 0,-5 24-1,-11 106 433,18-85-457,3 0-1,2 0 1,3-1 0,2 1 0,3-1-1,3 0 1,3-1 0,2 0 0,27 59-1,-34-92-154,2 0 0,0-1 0,2 0-1,1-2 1,1 0 0,0 0 0,2-2-1,1 0 1,0-1 0,2-1 0,0-1-1,1-1 1,0-1 0,2-1 0,0-2 0,0 0-1,1-1 1,1-2 0,0-1 0,0 0-1,1-3 1,0 0 0,0-1 0,37 0 0,-33-4-2,1-2 0,-1-2 0,0-1 1,0-1-1,0-2 0,0-1 1,-1-1-1,0-2 0,-1-1 1,0-1-1,-1-2 0,-1-1 1,0-1-1,-1-1 0,-1-2 1,-1 0-1,-1-2 0,-1-1 1,33-40-1,64-106-46,-104 141 79,-1 0 0,-1-1-1,-2 0 1,14-46-1,-24 65 15,1 1 0,-2-1 0,1 0 0,-1 0-1,-1 0 1,-1-17 0,1 25 0,0 1 1,-1-1-1,1 0 1,-1 0-1,0 0 1,1 1-1,-1-1 0,0 1 1,0-1-1,0 0 1,0 1-1,0 0 0,-1-1 1,1 1-1,0 0 1,-1-1-1,1 1 0,0 0 1,-1 0-1,0 0 1,1 0-1,-1 0 0,1 1 1,-1-1-1,0 0 1,0 1-1,1-1 0,-1 1 1,0 0-1,0 0 1,0-1-1,-3 1 0,-1 0 14,1 1 0,-1-1 0,0 1-1,1 0 1,-1 0 0,0 0 0,1 1-1,0 0 1,-9 4 0,-2 4 8,1 0 1,0 1-1,1 0 1,0 2-1,0-1 1,1 2-1,1 0 1,1 0-1,-14 22 1,9-10 7,2 0-1,0 1 1,2 1-1,1 0 1,-8 31 0,12-32-73,2 1 0,0-1 0,2 1 1,1 1-1,1-1 0,2 0 1,1 0-1,6 36 0,-5-50-201,1 1 0,0-2 0,1 1 0,0 0 0,1-1 0,1 0 0,15 22 0,-16-27-140,0 0-1,1-1 0,0 0 0,1 0 0,-1-1 1,1 1-1,0-2 0,1 1 0,0-1 0,0 0 0,0-1 1,12 4-1,43 8-4771,8-6-3075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37:11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18 12501,'-14'22'3848,"8"-38"-2399,2 1 1751,24 15-3252,4 0-692,16-3-984,20-3-729,-13 6-2223,7 6-3673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40614-EAE9-EBF9-C41D-1DAE0647A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F698A0-BC9D-64F4-66EF-BF7E344C2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1A672-BEB1-DB0A-7AC8-24FE382D6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0E2F-D172-452F-9269-A809EE37478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0B136-9AE1-B60E-68A7-BC77AEC22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10781-0DCB-80C4-E418-B8865B2BE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D2BD-EFA5-4FB0-BD9C-8CAEB7C8D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09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CAAA8-A44C-AE1E-500E-9CD3D2717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76BF8-7BE7-9820-489D-0A54AE958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56C8C-F74B-ECA2-C347-5BB3FAD49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0E2F-D172-452F-9269-A809EE37478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CF28C-785D-3EF4-6C59-34436E424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25F26-DAF3-4C0F-6374-509826B2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D2BD-EFA5-4FB0-BD9C-8CAEB7C8D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400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5F763-5A48-8059-3A97-CB87A5749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C6002-D1B5-E77B-B862-D3332E637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BF3F6-8AC0-DCB4-4970-599DEA3F2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0E2F-D172-452F-9269-A809EE37478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EA131-70CD-EE4B-3085-3B6E0B09A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96FA1-7A3C-DF92-AC0F-0433E75E5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D2BD-EFA5-4FB0-BD9C-8CAEB7C8D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47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68246-3387-FE8F-5A79-938D5BFD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2DC64-10FD-337B-B7D2-984FB9FAC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32093-09DB-0A9A-C09C-74593DB55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F3455-00DC-EC02-C9CE-64FDC014E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0E2F-D172-452F-9269-A809EE37478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1584E-8802-A1AD-A5CC-1E198837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56F5-2E06-4484-46F1-9884565F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D2BD-EFA5-4FB0-BD9C-8CAEB7C8D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738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FBFB-5B52-499D-A95B-820456637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16295-FA63-A462-1CF7-57D62A82C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8E5AD-A32E-C201-B47A-FD87C90FE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EE967-AC7A-796D-D324-0BF7FFCE1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8BD69-2875-C0B9-82A8-D5C244900D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057A0A-66C4-D5D6-8E63-F7D0E3B80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0E2F-D172-452F-9269-A809EE37478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2CED0E-D499-692C-9E37-3AB3FBA5A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45147F-F653-3A47-B24A-8CA3D3279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D2BD-EFA5-4FB0-BD9C-8CAEB7C8D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1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ABB36-CDA3-5912-7499-B1D0FB2EA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13CE64-D415-9554-B018-7B339CE28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0E2F-D172-452F-9269-A809EE37478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94415-815B-C0DA-1A4D-58FE11AD0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A44D3E-C186-C434-986F-B9CCB67C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D2BD-EFA5-4FB0-BD9C-8CAEB7C8D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77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FB573-5157-B64F-41D7-32EFD601B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0E2F-D172-452F-9269-A809EE37478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231AC1-E76D-632E-DD6C-C5BCA525B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95BD1-AAF7-5C45-74B1-12E0021F3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D2BD-EFA5-4FB0-BD9C-8CAEB7C8D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99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1AE7-A522-3DA0-719E-2CE2A9F5A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99159-8381-101F-20CE-273B58D62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30F98-5D4F-C7F5-AA66-9C28248A1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5AC64-45D7-35C4-F107-2474646E8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0E2F-D172-452F-9269-A809EE37478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1F0B1-735F-3420-9C30-DD2E0A71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96EF8-C7E5-D2F4-22ED-AA6C5F80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D2BD-EFA5-4FB0-BD9C-8CAEB7C8D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244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14AAF-9FB7-4BD3-2594-011E495F3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2DFEE-C820-525C-0438-F04439567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F2503-EE87-820A-B77E-219A5D467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7A3B2-4A0B-5935-62AE-D174F675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0E2F-D172-452F-9269-A809EE37478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2BF8B-E5D3-CBF5-80AB-933ECC430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FE63F-CA6F-2F15-CC98-CAF4FF88C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D2BD-EFA5-4FB0-BD9C-8CAEB7C8D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93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849E9-78E2-DA87-A565-A4F555AA6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9F8DE-91BE-30DB-9970-E616A7AEA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CA30A-1334-C879-117D-F7C83B57B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0E2F-D172-452F-9269-A809EE37478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52B76-59D7-6992-26E7-C1DF1AC0C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E111B-87FF-F847-F09A-9FD48625F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D2BD-EFA5-4FB0-BD9C-8CAEB7C8D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89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1CCAD9-28F1-25E9-09C6-EEACF83696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21EAF-5707-8A06-0642-4C86846BC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86563-8EDB-D7B9-3724-648FD41CC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0E2F-D172-452F-9269-A809EE37478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B2646-5040-3D79-1284-0BE62B2E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085A6-AE81-975D-82E2-53480037F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6D2BD-EFA5-4FB0-BD9C-8CAEB7C8D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243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A7413-4800-C072-3447-1538F585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43448-5E51-38D3-B374-2A518C0C6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B4F8-EB45-34B7-BD65-48A785DF0F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40E2F-D172-452F-9269-A809EE37478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1641-30F6-85CB-BCBE-55D082326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08D0F-3DF5-4624-B65D-6D290504E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36D2BD-EFA5-4FB0-BD9C-8CAEB7C8D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525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7.xml"/><Relationship Id="rId21" Type="http://schemas.openxmlformats.org/officeDocument/2006/relationships/image" Target="../media/image34.png"/><Relationship Id="rId42" Type="http://schemas.openxmlformats.org/officeDocument/2006/relationships/customXml" Target="../ink/ink45.xml"/><Relationship Id="rId47" Type="http://schemas.openxmlformats.org/officeDocument/2006/relationships/image" Target="../media/image47.png"/><Relationship Id="rId63" Type="http://schemas.openxmlformats.org/officeDocument/2006/relationships/image" Target="../media/image55.png"/><Relationship Id="rId68" Type="http://schemas.openxmlformats.org/officeDocument/2006/relationships/customXml" Target="../ink/ink58.xml"/><Relationship Id="rId84" Type="http://schemas.openxmlformats.org/officeDocument/2006/relationships/customXml" Target="../ink/ink66.xml"/><Relationship Id="rId89" Type="http://schemas.openxmlformats.org/officeDocument/2006/relationships/image" Target="../media/image68.png"/><Relationship Id="rId16" Type="http://schemas.openxmlformats.org/officeDocument/2006/relationships/customXml" Target="../ink/ink32.xml"/><Relationship Id="rId11" Type="http://schemas.openxmlformats.org/officeDocument/2006/relationships/image" Target="../media/image29.png"/><Relationship Id="rId32" Type="http://schemas.openxmlformats.org/officeDocument/2006/relationships/customXml" Target="../ink/ink40.xml"/><Relationship Id="rId37" Type="http://schemas.openxmlformats.org/officeDocument/2006/relationships/image" Target="../media/image42.png"/><Relationship Id="rId53" Type="http://schemas.openxmlformats.org/officeDocument/2006/relationships/image" Target="../media/image50.png"/><Relationship Id="rId58" Type="http://schemas.openxmlformats.org/officeDocument/2006/relationships/customXml" Target="../ink/ink53.xml"/><Relationship Id="rId74" Type="http://schemas.openxmlformats.org/officeDocument/2006/relationships/customXml" Target="../ink/ink61.xml"/><Relationship Id="rId79" Type="http://schemas.openxmlformats.org/officeDocument/2006/relationships/image" Target="../media/image63.png"/><Relationship Id="rId5" Type="http://schemas.openxmlformats.org/officeDocument/2006/relationships/image" Target="../media/image26.png"/><Relationship Id="rId90" Type="http://schemas.openxmlformats.org/officeDocument/2006/relationships/customXml" Target="../ink/ink69.xml"/><Relationship Id="rId95" Type="http://schemas.openxmlformats.org/officeDocument/2006/relationships/image" Target="../media/image71.png"/><Relationship Id="rId22" Type="http://schemas.openxmlformats.org/officeDocument/2006/relationships/customXml" Target="../ink/ink35.xml"/><Relationship Id="rId27" Type="http://schemas.openxmlformats.org/officeDocument/2006/relationships/image" Target="../media/image37.png"/><Relationship Id="rId43" Type="http://schemas.openxmlformats.org/officeDocument/2006/relationships/image" Target="../media/image45.png"/><Relationship Id="rId48" Type="http://schemas.openxmlformats.org/officeDocument/2006/relationships/customXml" Target="../ink/ink48.xml"/><Relationship Id="rId64" Type="http://schemas.openxmlformats.org/officeDocument/2006/relationships/customXml" Target="../ink/ink56.xml"/><Relationship Id="rId69" Type="http://schemas.openxmlformats.org/officeDocument/2006/relationships/image" Target="../media/image58.png"/><Relationship Id="rId8" Type="http://schemas.openxmlformats.org/officeDocument/2006/relationships/customXml" Target="../ink/ink28.xml"/><Relationship Id="rId51" Type="http://schemas.openxmlformats.org/officeDocument/2006/relationships/image" Target="../media/image49.png"/><Relationship Id="rId72" Type="http://schemas.openxmlformats.org/officeDocument/2006/relationships/customXml" Target="../ink/ink60.xml"/><Relationship Id="rId80" Type="http://schemas.openxmlformats.org/officeDocument/2006/relationships/customXml" Target="../ink/ink64.xml"/><Relationship Id="rId85" Type="http://schemas.openxmlformats.org/officeDocument/2006/relationships/image" Target="../media/image66.png"/><Relationship Id="rId93" Type="http://schemas.openxmlformats.org/officeDocument/2006/relationships/image" Target="../media/image70.png"/><Relationship Id="rId3" Type="http://schemas.openxmlformats.org/officeDocument/2006/relationships/image" Target="../media/image25.png"/><Relationship Id="rId12" Type="http://schemas.openxmlformats.org/officeDocument/2006/relationships/customXml" Target="../ink/ink30.xml"/><Relationship Id="rId17" Type="http://schemas.openxmlformats.org/officeDocument/2006/relationships/image" Target="../media/image32.png"/><Relationship Id="rId25" Type="http://schemas.openxmlformats.org/officeDocument/2006/relationships/image" Target="../media/image36.png"/><Relationship Id="rId33" Type="http://schemas.openxmlformats.org/officeDocument/2006/relationships/image" Target="../media/image40.png"/><Relationship Id="rId38" Type="http://schemas.openxmlformats.org/officeDocument/2006/relationships/customXml" Target="../ink/ink43.xml"/><Relationship Id="rId46" Type="http://schemas.openxmlformats.org/officeDocument/2006/relationships/customXml" Target="../ink/ink47.xml"/><Relationship Id="rId59" Type="http://schemas.openxmlformats.org/officeDocument/2006/relationships/image" Target="../media/image53.png"/><Relationship Id="rId67" Type="http://schemas.openxmlformats.org/officeDocument/2006/relationships/image" Target="../media/image57.png"/><Relationship Id="rId20" Type="http://schemas.openxmlformats.org/officeDocument/2006/relationships/customXml" Target="../ink/ink34.xml"/><Relationship Id="rId41" Type="http://schemas.openxmlformats.org/officeDocument/2006/relationships/image" Target="../media/image44.png"/><Relationship Id="rId54" Type="http://schemas.openxmlformats.org/officeDocument/2006/relationships/customXml" Target="../ink/ink51.xml"/><Relationship Id="rId62" Type="http://schemas.openxmlformats.org/officeDocument/2006/relationships/customXml" Target="../ink/ink55.xml"/><Relationship Id="rId70" Type="http://schemas.openxmlformats.org/officeDocument/2006/relationships/customXml" Target="../ink/ink59.xml"/><Relationship Id="rId75" Type="http://schemas.openxmlformats.org/officeDocument/2006/relationships/image" Target="../media/image61.png"/><Relationship Id="rId83" Type="http://schemas.openxmlformats.org/officeDocument/2006/relationships/image" Target="../media/image65.png"/><Relationship Id="rId88" Type="http://schemas.openxmlformats.org/officeDocument/2006/relationships/customXml" Target="../ink/ink68.xml"/><Relationship Id="rId91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7.xml"/><Relationship Id="rId15" Type="http://schemas.openxmlformats.org/officeDocument/2006/relationships/image" Target="../media/image31.png"/><Relationship Id="rId23" Type="http://schemas.openxmlformats.org/officeDocument/2006/relationships/image" Target="../media/image35.png"/><Relationship Id="rId28" Type="http://schemas.openxmlformats.org/officeDocument/2006/relationships/customXml" Target="../ink/ink38.xml"/><Relationship Id="rId36" Type="http://schemas.openxmlformats.org/officeDocument/2006/relationships/customXml" Target="../ink/ink42.xml"/><Relationship Id="rId49" Type="http://schemas.openxmlformats.org/officeDocument/2006/relationships/image" Target="../media/image48.png"/><Relationship Id="rId57" Type="http://schemas.openxmlformats.org/officeDocument/2006/relationships/image" Target="../media/image52.png"/><Relationship Id="rId10" Type="http://schemas.openxmlformats.org/officeDocument/2006/relationships/customXml" Target="../ink/ink29.xml"/><Relationship Id="rId31" Type="http://schemas.openxmlformats.org/officeDocument/2006/relationships/image" Target="../media/image39.png"/><Relationship Id="rId44" Type="http://schemas.openxmlformats.org/officeDocument/2006/relationships/customXml" Target="../ink/ink46.xml"/><Relationship Id="rId52" Type="http://schemas.openxmlformats.org/officeDocument/2006/relationships/customXml" Target="../ink/ink50.xml"/><Relationship Id="rId60" Type="http://schemas.openxmlformats.org/officeDocument/2006/relationships/customXml" Target="../ink/ink54.xml"/><Relationship Id="rId65" Type="http://schemas.openxmlformats.org/officeDocument/2006/relationships/image" Target="../media/image56.png"/><Relationship Id="rId73" Type="http://schemas.openxmlformats.org/officeDocument/2006/relationships/image" Target="../media/image60.png"/><Relationship Id="rId78" Type="http://schemas.openxmlformats.org/officeDocument/2006/relationships/customXml" Target="../ink/ink63.xml"/><Relationship Id="rId81" Type="http://schemas.openxmlformats.org/officeDocument/2006/relationships/image" Target="../media/image64.png"/><Relationship Id="rId86" Type="http://schemas.openxmlformats.org/officeDocument/2006/relationships/customXml" Target="../ink/ink67.xml"/><Relationship Id="rId94" Type="http://schemas.openxmlformats.org/officeDocument/2006/relationships/customXml" Target="../ink/ink71.xml"/><Relationship Id="rId4" Type="http://schemas.openxmlformats.org/officeDocument/2006/relationships/customXml" Target="../ink/ink26.xml"/><Relationship Id="rId9" Type="http://schemas.openxmlformats.org/officeDocument/2006/relationships/image" Target="../media/image28.png"/><Relationship Id="rId13" Type="http://schemas.openxmlformats.org/officeDocument/2006/relationships/image" Target="../media/image30.png"/><Relationship Id="rId18" Type="http://schemas.openxmlformats.org/officeDocument/2006/relationships/customXml" Target="../ink/ink33.xml"/><Relationship Id="rId39" Type="http://schemas.openxmlformats.org/officeDocument/2006/relationships/image" Target="../media/image43.png"/><Relationship Id="rId34" Type="http://schemas.openxmlformats.org/officeDocument/2006/relationships/customXml" Target="../ink/ink41.xml"/><Relationship Id="rId50" Type="http://schemas.openxmlformats.org/officeDocument/2006/relationships/customXml" Target="../ink/ink49.xml"/><Relationship Id="rId55" Type="http://schemas.openxmlformats.org/officeDocument/2006/relationships/image" Target="../media/image51.png"/><Relationship Id="rId76" Type="http://schemas.openxmlformats.org/officeDocument/2006/relationships/customXml" Target="../ink/ink62.xml"/><Relationship Id="rId7" Type="http://schemas.openxmlformats.org/officeDocument/2006/relationships/image" Target="../media/image27.png"/><Relationship Id="rId71" Type="http://schemas.openxmlformats.org/officeDocument/2006/relationships/image" Target="../media/image59.png"/><Relationship Id="rId92" Type="http://schemas.openxmlformats.org/officeDocument/2006/relationships/customXml" Target="../ink/ink70.xml"/><Relationship Id="rId2" Type="http://schemas.openxmlformats.org/officeDocument/2006/relationships/customXml" Target="../ink/ink25.xml"/><Relationship Id="rId29" Type="http://schemas.openxmlformats.org/officeDocument/2006/relationships/image" Target="../media/image38.png"/><Relationship Id="rId24" Type="http://schemas.openxmlformats.org/officeDocument/2006/relationships/customXml" Target="../ink/ink36.xml"/><Relationship Id="rId40" Type="http://schemas.openxmlformats.org/officeDocument/2006/relationships/customXml" Target="../ink/ink44.xml"/><Relationship Id="rId45" Type="http://schemas.openxmlformats.org/officeDocument/2006/relationships/image" Target="../media/image46.png"/><Relationship Id="rId66" Type="http://schemas.openxmlformats.org/officeDocument/2006/relationships/customXml" Target="../ink/ink57.xml"/><Relationship Id="rId87" Type="http://schemas.openxmlformats.org/officeDocument/2006/relationships/image" Target="../media/image67.png"/><Relationship Id="rId61" Type="http://schemas.openxmlformats.org/officeDocument/2006/relationships/image" Target="../media/image54.png"/><Relationship Id="rId82" Type="http://schemas.openxmlformats.org/officeDocument/2006/relationships/customXml" Target="../ink/ink65.xml"/><Relationship Id="rId19" Type="http://schemas.openxmlformats.org/officeDocument/2006/relationships/image" Target="../media/image33.png"/><Relationship Id="rId14" Type="http://schemas.openxmlformats.org/officeDocument/2006/relationships/customXml" Target="../ink/ink31.xml"/><Relationship Id="rId30" Type="http://schemas.openxmlformats.org/officeDocument/2006/relationships/customXml" Target="../ink/ink39.xml"/><Relationship Id="rId35" Type="http://schemas.openxmlformats.org/officeDocument/2006/relationships/image" Target="../media/image41.png"/><Relationship Id="rId56" Type="http://schemas.openxmlformats.org/officeDocument/2006/relationships/customXml" Target="../ink/ink52.xml"/><Relationship Id="rId77" Type="http://schemas.openxmlformats.org/officeDocument/2006/relationships/image" Target="../media/image62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7.png"/><Relationship Id="rId18" Type="http://schemas.openxmlformats.org/officeDocument/2006/relationships/customXml" Target="../ink/ink80.xml"/><Relationship Id="rId26" Type="http://schemas.openxmlformats.org/officeDocument/2006/relationships/customXml" Target="../ink/ink84.xml"/><Relationship Id="rId39" Type="http://schemas.openxmlformats.org/officeDocument/2006/relationships/image" Target="../media/image90.png"/><Relationship Id="rId21" Type="http://schemas.openxmlformats.org/officeDocument/2006/relationships/image" Target="../media/image81.png"/><Relationship Id="rId34" Type="http://schemas.openxmlformats.org/officeDocument/2006/relationships/customXml" Target="../ink/ink88.xml"/><Relationship Id="rId42" Type="http://schemas.openxmlformats.org/officeDocument/2006/relationships/customXml" Target="../ink/ink92.xml"/><Relationship Id="rId47" Type="http://schemas.openxmlformats.org/officeDocument/2006/relationships/image" Target="../media/image94.png"/><Relationship Id="rId50" Type="http://schemas.openxmlformats.org/officeDocument/2006/relationships/customXml" Target="../ink/ink96.xml"/><Relationship Id="rId55" Type="http://schemas.openxmlformats.org/officeDocument/2006/relationships/image" Target="../media/image98.png"/><Relationship Id="rId7" Type="http://schemas.openxmlformats.org/officeDocument/2006/relationships/image" Target="../media/image74.png"/><Relationship Id="rId2" Type="http://schemas.openxmlformats.org/officeDocument/2006/relationships/customXml" Target="../ink/ink72.xml"/><Relationship Id="rId16" Type="http://schemas.openxmlformats.org/officeDocument/2006/relationships/customXml" Target="../ink/ink79.xml"/><Relationship Id="rId29" Type="http://schemas.openxmlformats.org/officeDocument/2006/relationships/image" Target="../media/image85.png"/><Relationship Id="rId11" Type="http://schemas.openxmlformats.org/officeDocument/2006/relationships/image" Target="../media/image76.png"/><Relationship Id="rId24" Type="http://schemas.openxmlformats.org/officeDocument/2006/relationships/customXml" Target="../ink/ink83.xml"/><Relationship Id="rId32" Type="http://schemas.openxmlformats.org/officeDocument/2006/relationships/customXml" Target="../ink/ink87.xml"/><Relationship Id="rId37" Type="http://schemas.openxmlformats.org/officeDocument/2006/relationships/image" Target="../media/image89.png"/><Relationship Id="rId40" Type="http://schemas.openxmlformats.org/officeDocument/2006/relationships/customXml" Target="../ink/ink91.xml"/><Relationship Id="rId45" Type="http://schemas.openxmlformats.org/officeDocument/2006/relationships/image" Target="../media/image93.png"/><Relationship Id="rId53" Type="http://schemas.openxmlformats.org/officeDocument/2006/relationships/image" Target="../media/image97.png"/><Relationship Id="rId58" Type="http://schemas.openxmlformats.org/officeDocument/2006/relationships/customXml" Target="../ink/ink100.xml"/><Relationship Id="rId5" Type="http://schemas.openxmlformats.org/officeDocument/2006/relationships/image" Target="../media/image73.png"/><Relationship Id="rId61" Type="http://schemas.openxmlformats.org/officeDocument/2006/relationships/image" Target="../media/image101.png"/><Relationship Id="rId19" Type="http://schemas.openxmlformats.org/officeDocument/2006/relationships/image" Target="../media/image80.png"/><Relationship Id="rId14" Type="http://schemas.openxmlformats.org/officeDocument/2006/relationships/customXml" Target="../ink/ink78.xml"/><Relationship Id="rId22" Type="http://schemas.openxmlformats.org/officeDocument/2006/relationships/customXml" Target="../ink/ink82.xml"/><Relationship Id="rId27" Type="http://schemas.openxmlformats.org/officeDocument/2006/relationships/image" Target="../media/image84.png"/><Relationship Id="rId30" Type="http://schemas.openxmlformats.org/officeDocument/2006/relationships/customXml" Target="../ink/ink86.xml"/><Relationship Id="rId35" Type="http://schemas.openxmlformats.org/officeDocument/2006/relationships/image" Target="../media/image88.png"/><Relationship Id="rId43" Type="http://schemas.openxmlformats.org/officeDocument/2006/relationships/image" Target="../media/image92.png"/><Relationship Id="rId48" Type="http://schemas.openxmlformats.org/officeDocument/2006/relationships/customXml" Target="../ink/ink95.xml"/><Relationship Id="rId56" Type="http://schemas.openxmlformats.org/officeDocument/2006/relationships/customXml" Target="../ink/ink99.xml"/><Relationship Id="rId8" Type="http://schemas.openxmlformats.org/officeDocument/2006/relationships/customXml" Target="../ink/ink75.xml"/><Relationship Id="rId51" Type="http://schemas.openxmlformats.org/officeDocument/2006/relationships/image" Target="../media/image96.png"/><Relationship Id="rId3" Type="http://schemas.openxmlformats.org/officeDocument/2006/relationships/image" Target="../media/image72.png"/><Relationship Id="rId12" Type="http://schemas.openxmlformats.org/officeDocument/2006/relationships/customXml" Target="../ink/ink77.xml"/><Relationship Id="rId17" Type="http://schemas.openxmlformats.org/officeDocument/2006/relationships/image" Target="../media/image79.png"/><Relationship Id="rId25" Type="http://schemas.openxmlformats.org/officeDocument/2006/relationships/image" Target="../media/image83.png"/><Relationship Id="rId33" Type="http://schemas.openxmlformats.org/officeDocument/2006/relationships/image" Target="../media/image87.png"/><Relationship Id="rId38" Type="http://schemas.openxmlformats.org/officeDocument/2006/relationships/customXml" Target="../ink/ink90.xml"/><Relationship Id="rId46" Type="http://schemas.openxmlformats.org/officeDocument/2006/relationships/customXml" Target="../ink/ink94.xml"/><Relationship Id="rId59" Type="http://schemas.openxmlformats.org/officeDocument/2006/relationships/image" Target="../media/image100.png"/><Relationship Id="rId20" Type="http://schemas.openxmlformats.org/officeDocument/2006/relationships/customXml" Target="../ink/ink81.xml"/><Relationship Id="rId41" Type="http://schemas.openxmlformats.org/officeDocument/2006/relationships/image" Target="../media/image91.png"/><Relationship Id="rId54" Type="http://schemas.openxmlformats.org/officeDocument/2006/relationships/customXml" Target="../ink/ink9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4.xml"/><Relationship Id="rId15" Type="http://schemas.openxmlformats.org/officeDocument/2006/relationships/image" Target="../media/image78.png"/><Relationship Id="rId23" Type="http://schemas.openxmlformats.org/officeDocument/2006/relationships/image" Target="../media/image82.png"/><Relationship Id="rId28" Type="http://schemas.openxmlformats.org/officeDocument/2006/relationships/customXml" Target="../ink/ink85.xml"/><Relationship Id="rId36" Type="http://schemas.openxmlformats.org/officeDocument/2006/relationships/customXml" Target="../ink/ink89.xml"/><Relationship Id="rId49" Type="http://schemas.openxmlformats.org/officeDocument/2006/relationships/image" Target="../media/image95.png"/><Relationship Id="rId57" Type="http://schemas.openxmlformats.org/officeDocument/2006/relationships/image" Target="../media/image99.png"/><Relationship Id="rId10" Type="http://schemas.openxmlformats.org/officeDocument/2006/relationships/customXml" Target="../ink/ink76.xml"/><Relationship Id="rId31" Type="http://schemas.openxmlformats.org/officeDocument/2006/relationships/image" Target="../media/image86.png"/><Relationship Id="rId44" Type="http://schemas.openxmlformats.org/officeDocument/2006/relationships/customXml" Target="../ink/ink93.xml"/><Relationship Id="rId52" Type="http://schemas.openxmlformats.org/officeDocument/2006/relationships/customXml" Target="../ink/ink97.xml"/><Relationship Id="rId60" Type="http://schemas.openxmlformats.org/officeDocument/2006/relationships/customXml" Target="../ink/ink101.xml"/><Relationship Id="rId4" Type="http://schemas.openxmlformats.org/officeDocument/2006/relationships/customXml" Target="../ink/ink73.xml"/><Relationship Id="rId9" Type="http://schemas.openxmlformats.org/officeDocument/2006/relationships/image" Target="../media/image75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4.xml"/><Relationship Id="rId117" Type="http://schemas.openxmlformats.org/officeDocument/2006/relationships/image" Target="../media/image159.png"/><Relationship Id="rId21" Type="http://schemas.openxmlformats.org/officeDocument/2006/relationships/image" Target="../media/image111.png"/><Relationship Id="rId42" Type="http://schemas.openxmlformats.org/officeDocument/2006/relationships/customXml" Target="../ink/ink122.xml"/><Relationship Id="rId47" Type="http://schemas.openxmlformats.org/officeDocument/2006/relationships/image" Target="../media/image124.png"/><Relationship Id="rId63" Type="http://schemas.openxmlformats.org/officeDocument/2006/relationships/image" Target="../media/image132.png"/><Relationship Id="rId68" Type="http://schemas.openxmlformats.org/officeDocument/2006/relationships/customXml" Target="../ink/ink135.xml"/><Relationship Id="rId84" Type="http://schemas.openxmlformats.org/officeDocument/2006/relationships/customXml" Target="../ink/ink143.xml"/><Relationship Id="rId89" Type="http://schemas.openxmlformats.org/officeDocument/2006/relationships/image" Target="../media/image145.png"/><Relationship Id="rId112" Type="http://schemas.openxmlformats.org/officeDocument/2006/relationships/customXml" Target="../ink/ink157.xml"/><Relationship Id="rId16" Type="http://schemas.openxmlformats.org/officeDocument/2006/relationships/customXml" Target="../ink/ink109.xml"/><Relationship Id="rId107" Type="http://schemas.openxmlformats.org/officeDocument/2006/relationships/image" Target="../media/image154.png"/><Relationship Id="rId11" Type="http://schemas.openxmlformats.org/officeDocument/2006/relationships/image" Target="../media/image106.png"/><Relationship Id="rId32" Type="http://schemas.openxmlformats.org/officeDocument/2006/relationships/customXml" Target="../ink/ink117.xml"/><Relationship Id="rId37" Type="http://schemas.openxmlformats.org/officeDocument/2006/relationships/image" Target="../media/image119.png"/><Relationship Id="rId53" Type="http://schemas.openxmlformats.org/officeDocument/2006/relationships/image" Target="../media/image127.png"/><Relationship Id="rId58" Type="http://schemas.openxmlformats.org/officeDocument/2006/relationships/customXml" Target="../ink/ink130.xml"/><Relationship Id="rId74" Type="http://schemas.openxmlformats.org/officeDocument/2006/relationships/customXml" Target="../ink/ink138.xml"/><Relationship Id="rId79" Type="http://schemas.openxmlformats.org/officeDocument/2006/relationships/image" Target="../media/image140.png"/><Relationship Id="rId102" Type="http://schemas.openxmlformats.org/officeDocument/2006/relationships/customXml" Target="../ink/ink152.xml"/><Relationship Id="rId5" Type="http://schemas.openxmlformats.org/officeDocument/2006/relationships/image" Target="../media/image103.png"/><Relationship Id="rId90" Type="http://schemas.openxmlformats.org/officeDocument/2006/relationships/customXml" Target="../ink/ink146.xml"/><Relationship Id="rId95" Type="http://schemas.openxmlformats.org/officeDocument/2006/relationships/image" Target="../media/image148.png"/><Relationship Id="rId22" Type="http://schemas.openxmlformats.org/officeDocument/2006/relationships/customXml" Target="../ink/ink112.xml"/><Relationship Id="rId27" Type="http://schemas.openxmlformats.org/officeDocument/2006/relationships/image" Target="../media/image114.png"/><Relationship Id="rId43" Type="http://schemas.openxmlformats.org/officeDocument/2006/relationships/image" Target="../media/image122.png"/><Relationship Id="rId48" Type="http://schemas.openxmlformats.org/officeDocument/2006/relationships/customXml" Target="../ink/ink125.xml"/><Relationship Id="rId64" Type="http://schemas.openxmlformats.org/officeDocument/2006/relationships/customXml" Target="../ink/ink133.xml"/><Relationship Id="rId69" Type="http://schemas.openxmlformats.org/officeDocument/2006/relationships/image" Target="../media/image135.png"/><Relationship Id="rId113" Type="http://schemas.openxmlformats.org/officeDocument/2006/relationships/image" Target="../media/image157.png"/><Relationship Id="rId118" Type="http://schemas.openxmlformats.org/officeDocument/2006/relationships/customXml" Target="../ink/ink160.xml"/><Relationship Id="rId80" Type="http://schemas.openxmlformats.org/officeDocument/2006/relationships/customXml" Target="../ink/ink141.xml"/><Relationship Id="rId85" Type="http://schemas.openxmlformats.org/officeDocument/2006/relationships/image" Target="../media/image143.png"/><Relationship Id="rId12" Type="http://schemas.openxmlformats.org/officeDocument/2006/relationships/customXml" Target="../ink/ink107.xml"/><Relationship Id="rId17" Type="http://schemas.openxmlformats.org/officeDocument/2006/relationships/image" Target="../media/image109.png"/><Relationship Id="rId33" Type="http://schemas.openxmlformats.org/officeDocument/2006/relationships/image" Target="../media/image117.png"/><Relationship Id="rId38" Type="http://schemas.openxmlformats.org/officeDocument/2006/relationships/customXml" Target="../ink/ink120.xml"/><Relationship Id="rId59" Type="http://schemas.openxmlformats.org/officeDocument/2006/relationships/image" Target="../media/image130.png"/><Relationship Id="rId103" Type="http://schemas.openxmlformats.org/officeDocument/2006/relationships/image" Target="../media/image152.png"/><Relationship Id="rId108" Type="http://schemas.openxmlformats.org/officeDocument/2006/relationships/customXml" Target="../ink/ink155.xml"/><Relationship Id="rId54" Type="http://schemas.openxmlformats.org/officeDocument/2006/relationships/customXml" Target="../ink/ink128.xml"/><Relationship Id="rId70" Type="http://schemas.openxmlformats.org/officeDocument/2006/relationships/customXml" Target="../ink/ink136.xml"/><Relationship Id="rId75" Type="http://schemas.openxmlformats.org/officeDocument/2006/relationships/image" Target="../media/image138.png"/><Relationship Id="rId91" Type="http://schemas.openxmlformats.org/officeDocument/2006/relationships/image" Target="../media/image146.png"/><Relationship Id="rId96" Type="http://schemas.openxmlformats.org/officeDocument/2006/relationships/customXml" Target="../ink/ink14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4.xml"/><Relationship Id="rId23" Type="http://schemas.openxmlformats.org/officeDocument/2006/relationships/image" Target="../media/image112.png"/><Relationship Id="rId28" Type="http://schemas.openxmlformats.org/officeDocument/2006/relationships/customXml" Target="../ink/ink115.xml"/><Relationship Id="rId49" Type="http://schemas.openxmlformats.org/officeDocument/2006/relationships/image" Target="../media/image125.png"/><Relationship Id="rId114" Type="http://schemas.openxmlformats.org/officeDocument/2006/relationships/customXml" Target="../ink/ink158.xml"/><Relationship Id="rId119" Type="http://schemas.openxmlformats.org/officeDocument/2006/relationships/image" Target="../media/image160.png"/><Relationship Id="rId44" Type="http://schemas.openxmlformats.org/officeDocument/2006/relationships/customXml" Target="../ink/ink123.xml"/><Relationship Id="rId60" Type="http://schemas.openxmlformats.org/officeDocument/2006/relationships/customXml" Target="../ink/ink131.xml"/><Relationship Id="rId65" Type="http://schemas.openxmlformats.org/officeDocument/2006/relationships/image" Target="../media/image133.png"/><Relationship Id="rId81" Type="http://schemas.openxmlformats.org/officeDocument/2006/relationships/image" Target="../media/image141.png"/><Relationship Id="rId86" Type="http://schemas.openxmlformats.org/officeDocument/2006/relationships/customXml" Target="../ink/ink144.xml"/><Relationship Id="rId4" Type="http://schemas.openxmlformats.org/officeDocument/2006/relationships/customXml" Target="../ink/ink103.xml"/><Relationship Id="rId9" Type="http://schemas.openxmlformats.org/officeDocument/2006/relationships/image" Target="../media/image105.png"/><Relationship Id="rId13" Type="http://schemas.openxmlformats.org/officeDocument/2006/relationships/image" Target="../media/image107.png"/><Relationship Id="rId18" Type="http://schemas.openxmlformats.org/officeDocument/2006/relationships/customXml" Target="../ink/ink110.xml"/><Relationship Id="rId39" Type="http://schemas.openxmlformats.org/officeDocument/2006/relationships/image" Target="../media/image120.png"/><Relationship Id="rId109" Type="http://schemas.openxmlformats.org/officeDocument/2006/relationships/image" Target="../media/image155.png"/><Relationship Id="rId34" Type="http://schemas.openxmlformats.org/officeDocument/2006/relationships/customXml" Target="../ink/ink118.xml"/><Relationship Id="rId50" Type="http://schemas.openxmlformats.org/officeDocument/2006/relationships/customXml" Target="../ink/ink126.xml"/><Relationship Id="rId55" Type="http://schemas.openxmlformats.org/officeDocument/2006/relationships/image" Target="../media/image128.png"/><Relationship Id="rId76" Type="http://schemas.openxmlformats.org/officeDocument/2006/relationships/customXml" Target="../ink/ink139.xml"/><Relationship Id="rId97" Type="http://schemas.openxmlformats.org/officeDocument/2006/relationships/image" Target="../media/image149.png"/><Relationship Id="rId104" Type="http://schemas.openxmlformats.org/officeDocument/2006/relationships/customXml" Target="../ink/ink153.xml"/><Relationship Id="rId120" Type="http://schemas.openxmlformats.org/officeDocument/2006/relationships/customXml" Target="../ink/ink161.xml"/><Relationship Id="rId7" Type="http://schemas.openxmlformats.org/officeDocument/2006/relationships/image" Target="../media/image104.png"/><Relationship Id="rId71" Type="http://schemas.openxmlformats.org/officeDocument/2006/relationships/image" Target="../media/image136.png"/><Relationship Id="rId92" Type="http://schemas.openxmlformats.org/officeDocument/2006/relationships/customXml" Target="../ink/ink147.xml"/><Relationship Id="rId2" Type="http://schemas.openxmlformats.org/officeDocument/2006/relationships/customXml" Target="../ink/ink102.xml"/><Relationship Id="rId29" Type="http://schemas.openxmlformats.org/officeDocument/2006/relationships/image" Target="../media/image115.png"/><Relationship Id="rId24" Type="http://schemas.openxmlformats.org/officeDocument/2006/relationships/customXml" Target="../ink/ink113.xml"/><Relationship Id="rId40" Type="http://schemas.openxmlformats.org/officeDocument/2006/relationships/customXml" Target="../ink/ink121.xml"/><Relationship Id="rId45" Type="http://schemas.openxmlformats.org/officeDocument/2006/relationships/image" Target="../media/image123.png"/><Relationship Id="rId66" Type="http://schemas.openxmlformats.org/officeDocument/2006/relationships/customXml" Target="../ink/ink134.xml"/><Relationship Id="rId87" Type="http://schemas.openxmlformats.org/officeDocument/2006/relationships/image" Target="../media/image144.png"/><Relationship Id="rId110" Type="http://schemas.openxmlformats.org/officeDocument/2006/relationships/customXml" Target="../ink/ink156.xml"/><Relationship Id="rId115" Type="http://schemas.openxmlformats.org/officeDocument/2006/relationships/image" Target="../media/image158.png"/><Relationship Id="rId61" Type="http://schemas.openxmlformats.org/officeDocument/2006/relationships/image" Target="../media/image131.png"/><Relationship Id="rId82" Type="http://schemas.openxmlformats.org/officeDocument/2006/relationships/customXml" Target="../ink/ink142.xml"/><Relationship Id="rId19" Type="http://schemas.openxmlformats.org/officeDocument/2006/relationships/image" Target="../media/image110.png"/><Relationship Id="rId14" Type="http://schemas.openxmlformats.org/officeDocument/2006/relationships/customXml" Target="../ink/ink108.xml"/><Relationship Id="rId30" Type="http://schemas.openxmlformats.org/officeDocument/2006/relationships/customXml" Target="../ink/ink116.xml"/><Relationship Id="rId35" Type="http://schemas.openxmlformats.org/officeDocument/2006/relationships/image" Target="../media/image118.png"/><Relationship Id="rId56" Type="http://schemas.openxmlformats.org/officeDocument/2006/relationships/customXml" Target="../ink/ink129.xml"/><Relationship Id="rId77" Type="http://schemas.openxmlformats.org/officeDocument/2006/relationships/image" Target="../media/image139.png"/><Relationship Id="rId100" Type="http://schemas.openxmlformats.org/officeDocument/2006/relationships/customXml" Target="../ink/ink151.xml"/><Relationship Id="rId105" Type="http://schemas.openxmlformats.org/officeDocument/2006/relationships/image" Target="../media/image153.png"/><Relationship Id="rId8" Type="http://schemas.openxmlformats.org/officeDocument/2006/relationships/customXml" Target="../ink/ink105.xml"/><Relationship Id="rId51" Type="http://schemas.openxmlformats.org/officeDocument/2006/relationships/image" Target="../media/image126.png"/><Relationship Id="rId72" Type="http://schemas.openxmlformats.org/officeDocument/2006/relationships/customXml" Target="../ink/ink137.xml"/><Relationship Id="rId93" Type="http://schemas.openxmlformats.org/officeDocument/2006/relationships/image" Target="../media/image147.png"/><Relationship Id="rId98" Type="http://schemas.openxmlformats.org/officeDocument/2006/relationships/customXml" Target="../ink/ink150.xml"/><Relationship Id="rId121" Type="http://schemas.openxmlformats.org/officeDocument/2006/relationships/image" Target="../media/image161.png"/><Relationship Id="rId3" Type="http://schemas.openxmlformats.org/officeDocument/2006/relationships/image" Target="../media/image102.png"/><Relationship Id="rId25" Type="http://schemas.openxmlformats.org/officeDocument/2006/relationships/image" Target="../media/image113.png"/><Relationship Id="rId46" Type="http://schemas.openxmlformats.org/officeDocument/2006/relationships/customXml" Target="../ink/ink124.xml"/><Relationship Id="rId67" Type="http://schemas.openxmlformats.org/officeDocument/2006/relationships/image" Target="../media/image134.png"/><Relationship Id="rId116" Type="http://schemas.openxmlformats.org/officeDocument/2006/relationships/customXml" Target="../ink/ink159.xml"/><Relationship Id="rId20" Type="http://schemas.openxmlformats.org/officeDocument/2006/relationships/customXml" Target="../ink/ink111.xml"/><Relationship Id="rId41" Type="http://schemas.openxmlformats.org/officeDocument/2006/relationships/image" Target="../media/image121.png"/><Relationship Id="rId62" Type="http://schemas.openxmlformats.org/officeDocument/2006/relationships/customXml" Target="../ink/ink132.xml"/><Relationship Id="rId83" Type="http://schemas.openxmlformats.org/officeDocument/2006/relationships/image" Target="../media/image142.png"/><Relationship Id="rId88" Type="http://schemas.openxmlformats.org/officeDocument/2006/relationships/customXml" Target="../ink/ink145.xml"/><Relationship Id="rId111" Type="http://schemas.openxmlformats.org/officeDocument/2006/relationships/image" Target="../media/image156.png"/><Relationship Id="rId15" Type="http://schemas.openxmlformats.org/officeDocument/2006/relationships/image" Target="../media/image108.png"/><Relationship Id="rId36" Type="http://schemas.openxmlformats.org/officeDocument/2006/relationships/customXml" Target="../ink/ink119.xml"/><Relationship Id="rId57" Type="http://schemas.openxmlformats.org/officeDocument/2006/relationships/image" Target="../media/image129.png"/><Relationship Id="rId106" Type="http://schemas.openxmlformats.org/officeDocument/2006/relationships/customXml" Target="../ink/ink154.xml"/><Relationship Id="rId10" Type="http://schemas.openxmlformats.org/officeDocument/2006/relationships/customXml" Target="../ink/ink106.xml"/><Relationship Id="rId31" Type="http://schemas.openxmlformats.org/officeDocument/2006/relationships/image" Target="../media/image116.png"/><Relationship Id="rId52" Type="http://schemas.openxmlformats.org/officeDocument/2006/relationships/customXml" Target="../ink/ink127.xml"/><Relationship Id="rId73" Type="http://schemas.openxmlformats.org/officeDocument/2006/relationships/image" Target="../media/image137.png"/><Relationship Id="rId78" Type="http://schemas.openxmlformats.org/officeDocument/2006/relationships/customXml" Target="../ink/ink140.xml"/><Relationship Id="rId94" Type="http://schemas.openxmlformats.org/officeDocument/2006/relationships/customXml" Target="../ink/ink148.xml"/><Relationship Id="rId99" Type="http://schemas.openxmlformats.org/officeDocument/2006/relationships/image" Target="../media/image150.png"/><Relationship Id="rId101" Type="http://schemas.openxmlformats.org/officeDocument/2006/relationships/image" Target="../media/image151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74.xml"/><Relationship Id="rId21" Type="http://schemas.openxmlformats.org/officeDocument/2006/relationships/image" Target="../media/image171.png"/><Relationship Id="rId42" Type="http://schemas.openxmlformats.org/officeDocument/2006/relationships/customXml" Target="../ink/ink182.xml"/><Relationship Id="rId47" Type="http://schemas.openxmlformats.org/officeDocument/2006/relationships/image" Target="../media/image184.png"/><Relationship Id="rId63" Type="http://schemas.openxmlformats.org/officeDocument/2006/relationships/image" Target="../media/image192.png"/><Relationship Id="rId68" Type="http://schemas.openxmlformats.org/officeDocument/2006/relationships/customXml" Target="../ink/ink195.xml"/><Relationship Id="rId16" Type="http://schemas.openxmlformats.org/officeDocument/2006/relationships/customXml" Target="../ink/ink169.xml"/><Relationship Id="rId11" Type="http://schemas.openxmlformats.org/officeDocument/2006/relationships/image" Target="../media/image166.png"/><Relationship Id="rId32" Type="http://schemas.openxmlformats.org/officeDocument/2006/relationships/customXml" Target="../ink/ink177.xml"/><Relationship Id="rId37" Type="http://schemas.openxmlformats.org/officeDocument/2006/relationships/image" Target="../media/image179.png"/><Relationship Id="rId53" Type="http://schemas.openxmlformats.org/officeDocument/2006/relationships/image" Target="../media/image187.png"/><Relationship Id="rId58" Type="http://schemas.openxmlformats.org/officeDocument/2006/relationships/customXml" Target="../ink/ink190.xml"/><Relationship Id="rId74" Type="http://schemas.openxmlformats.org/officeDocument/2006/relationships/customXml" Target="../ink/ink198.xml"/><Relationship Id="rId79" Type="http://schemas.openxmlformats.org/officeDocument/2006/relationships/image" Target="../media/image200.png"/><Relationship Id="rId5" Type="http://schemas.openxmlformats.org/officeDocument/2006/relationships/image" Target="../media/image163.png"/><Relationship Id="rId61" Type="http://schemas.openxmlformats.org/officeDocument/2006/relationships/image" Target="../media/image191.png"/><Relationship Id="rId19" Type="http://schemas.openxmlformats.org/officeDocument/2006/relationships/image" Target="../media/image170.png"/><Relationship Id="rId14" Type="http://schemas.openxmlformats.org/officeDocument/2006/relationships/customXml" Target="../ink/ink168.xml"/><Relationship Id="rId22" Type="http://schemas.openxmlformats.org/officeDocument/2006/relationships/customXml" Target="../ink/ink172.xml"/><Relationship Id="rId27" Type="http://schemas.openxmlformats.org/officeDocument/2006/relationships/image" Target="../media/image174.png"/><Relationship Id="rId30" Type="http://schemas.openxmlformats.org/officeDocument/2006/relationships/customXml" Target="../ink/ink176.xml"/><Relationship Id="rId35" Type="http://schemas.openxmlformats.org/officeDocument/2006/relationships/image" Target="../media/image178.png"/><Relationship Id="rId43" Type="http://schemas.openxmlformats.org/officeDocument/2006/relationships/image" Target="../media/image182.png"/><Relationship Id="rId48" Type="http://schemas.openxmlformats.org/officeDocument/2006/relationships/customXml" Target="../ink/ink185.xml"/><Relationship Id="rId56" Type="http://schemas.openxmlformats.org/officeDocument/2006/relationships/customXml" Target="../ink/ink189.xml"/><Relationship Id="rId64" Type="http://schemas.openxmlformats.org/officeDocument/2006/relationships/customXml" Target="../ink/ink193.xml"/><Relationship Id="rId69" Type="http://schemas.openxmlformats.org/officeDocument/2006/relationships/image" Target="../media/image195.png"/><Relationship Id="rId77" Type="http://schemas.openxmlformats.org/officeDocument/2006/relationships/image" Target="../media/image199.png"/><Relationship Id="rId8" Type="http://schemas.openxmlformats.org/officeDocument/2006/relationships/customXml" Target="../ink/ink165.xml"/><Relationship Id="rId51" Type="http://schemas.openxmlformats.org/officeDocument/2006/relationships/image" Target="../media/image186.png"/><Relationship Id="rId72" Type="http://schemas.openxmlformats.org/officeDocument/2006/relationships/customXml" Target="../ink/ink197.xml"/><Relationship Id="rId80" Type="http://schemas.openxmlformats.org/officeDocument/2006/relationships/customXml" Target="../ink/ink201.xml"/><Relationship Id="rId3" Type="http://schemas.openxmlformats.org/officeDocument/2006/relationships/image" Target="../media/image162.png"/><Relationship Id="rId12" Type="http://schemas.openxmlformats.org/officeDocument/2006/relationships/customXml" Target="../ink/ink167.xml"/><Relationship Id="rId17" Type="http://schemas.openxmlformats.org/officeDocument/2006/relationships/image" Target="../media/image169.png"/><Relationship Id="rId25" Type="http://schemas.openxmlformats.org/officeDocument/2006/relationships/image" Target="../media/image173.png"/><Relationship Id="rId33" Type="http://schemas.openxmlformats.org/officeDocument/2006/relationships/image" Target="../media/image177.png"/><Relationship Id="rId38" Type="http://schemas.openxmlformats.org/officeDocument/2006/relationships/customXml" Target="../ink/ink180.xml"/><Relationship Id="rId46" Type="http://schemas.openxmlformats.org/officeDocument/2006/relationships/customXml" Target="../ink/ink184.xml"/><Relationship Id="rId59" Type="http://schemas.openxmlformats.org/officeDocument/2006/relationships/image" Target="../media/image190.png"/><Relationship Id="rId67" Type="http://schemas.openxmlformats.org/officeDocument/2006/relationships/image" Target="../media/image194.png"/><Relationship Id="rId20" Type="http://schemas.openxmlformats.org/officeDocument/2006/relationships/customXml" Target="../ink/ink171.xml"/><Relationship Id="rId41" Type="http://schemas.openxmlformats.org/officeDocument/2006/relationships/image" Target="../media/image181.png"/><Relationship Id="rId54" Type="http://schemas.openxmlformats.org/officeDocument/2006/relationships/customXml" Target="../ink/ink188.xml"/><Relationship Id="rId62" Type="http://schemas.openxmlformats.org/officeDocument/2006/relationships/customXml" Target="../ink/ink192.xml"/><Relationship Id="rId70" Type="http://schemas.openxmlformats.org/officeDocument/2006/relationships/customXml" Target="../ink/ink196.xml"/><Relationship Id="rId75" Type="http://schemas.openxmlformats.org/officeDocument/2006/relationships/image" Target="../media/image19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4.xml"/><Relationship Id="rId15" Type="http://schemas.openxmlformats.org/officeDocument/2006/relationships/image" Target="../media/image168.png"/><Relationship Id="rId23" Type="http://schemas.openxmlformats.org/officeDocument/2006/relationships/image" Target="../media/image172.png"/><Relationship Id="rId28" Type="http://schemas.openxmlformats.org/officeDocument/2006/relationships/customXml" Target="../ink/ink175.xml"/><Relationship Id="rId36" Type="http://schemas.openxmlformats.org/officeDocument/2006/relationships/customXml" Target="../ink/ink179.xml"/><Relationship Id="rId49" Type="http://schemas.openxmlformats.org/officeDocument/2006/relationships/image" Target="../media/image185.png"/><Relationship Id="rId57" Type="http://schemas.openxmlformats.org/officeDocument/2006/relationships/image" Target="../media/image189.png"/><Relationship Id="rId10" Type="http://schemas.openxmlformats.org/officeDocument/2006/relationships/customXml" Target="../ink/ink166.xml"/><Relationship Id="rId31" Type="http://schemas.openxmlformats.org/officeDocument/2006/relationships/image" Target="../media/image176.png"/><Relationship Id="rId44" Type="http://schemas.openxmlformats.org/officeDocument/2006/relationships/customXml" Target="../ink/ink183.xml"/><Relationship Id="rId52" Type="http://schemas.openxmlformats.org/officeDocument/2006/relationships/customXml" Target="../ink/ink187.xml"/><Relationship Id="rId60" Type="http://schemas.openxmlformats.org/officeDocument/2006/relationships/customXml" Target="../ink/ink191.xml"/><Relationship Id="rId65" Type="http://schemas.openxmlformats.org/officeDocument/2006/relationships/image" Target="../media/image193.png"/><Relationship Id="rId73" Type="http://schemas.openxmlformats.org/officeDocument/2006/relationships/image" Target="../media/image197.png"/><Relationship Id="rId78" Type="http://schemas.openxmlformats.org/officeDocument/2006/relationships/customXml" Target="../ink/ink200.xml"/><Relationship Id="rId81" Type="http://schemas.openxmlformats.org/officeDocument/2006/relationships/image" Target="../media/image201.png"/><Relationship Id="rId4" Type="http://schemas.openxmlformats.org/officeDocument/2006/relationships/customXml" Target="../ink/ink163.xml"/><Relationship Id="rId9" Type="http://schemas.openxmlformats.org/officeDocument/2006/relationships/image" Target="../media/image165.png"/><Relationship Id="rId13" Type="http://schemas.openxmlformats.org/officeDocument/2006/relationships/image" Target="../media/image167.png"/><Relationship Id="rId18" Type="http://schemas.openxmlformats.org/officeDocument/2006/relationships/customXml" Target="../ink/ink170.xml"/><Relationship Id="rId39" Type="http://schemas.openxmlformats.org/officeDocument/2006/relationships/image" Target="../media/image180.png"/><Relationship Id="rId34" Type="http://schemas.openxmlformats.org/officeDocument/2006/relationships/customXml" Target="../ink/ink178.xml"/><Relationship Id="rId50" Type="http://schemas.openxmlformats.org/officeDocument/2006/relationships/customXml" Target="../ink/ink186.xml"/><Relationship Id="rId55" Type="http://schemas.openxmlformats.org/officeDocument/2006/relationships/image" Target="../media/image188.png"/><Relationship Id="rId76" Type="http://schemas.openxmlformats.org/officeDocument/2006/relationships/customXml" Target="../ink/ink199.xml"/><Relationship Id="rId7" Type="http://schemas.openxmlformats.org/officeDocument/2006/relationships/image" Target="../media/image164.png"/><Relationship Id="rId71" Type="http://schemas.openxmlformats.org/officeDocument/2006/relationships/image" Target="../media/image196.png"/><Relationship Id="rId2" Type="http://schemas.openxmlformats.org/officeDocument/2006/relationships/customXml" Target="../ink/ink162.xml"/><Relationship Id="rId29" Type="http://schemas.openxmlformats.org/officeDocument/2006/relationships/image" Target="../media/image175.png"/><Relationship Id="rId24" Type="http://schemas.openxmlformats.org/officeDocument/2006/relationships/customXml" Target="../ink/ink173.xml"/><Relationship Id="rId40" Type="http://schemas.openxmlformats.org/officeDocument/2006/relationships/customXml" Target="../ink/ink181.xml"/><Relationship Id="rId45" Type="http://schemas.openxmlformats.org/officeDocument/2006/relationships/image" Target="../media/image183.png"/><Relationship Id="rId66" Type="http://schemas.openxmlformats.org/officeDocument/2006/relationships/customXml" Target="../ink/ink194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4.xml"/><Relationship Id="rId21" Type="http://schemas.openxmlformats.org/officeDocument/2006/relationships/image" Target="../media/image211.png"/><Relationship Id="rId42" Type="http://schemas.openxmlformats.org/officeDocument/2006/relationships/customXml" Target="../ink/ink222.xml"/><Relationship Id="rId47" Type="http://schemas.openxmlformats.org/officeDocument/2006/relationships/image" Target="../media/image224.png"/><Relationship Id="rId63" Type="http://schemas.openxmlformats.org/officeDocument/2006/relationships/image" Target="../media/image232.png"/><Relationship Id="rId68" Type="http://schemas.openxmlformats.org/officeDocument/2006/relationships/customXml" Target="../ink/ink235.xml"/><Relationship Id="rId84" Type="http://schemas.openxmlformats.org/officeDocument/2006/relationships/customXml" Target="../ink/ink243.xml"/><Relationship Id="rId89" Type="http://schemas.openxmlformats.org/officeDocument/2006/relationships/image" Target="../media/image245.png"/><Relationship Id="rId112" Type="http://schemas.openxmlformats.org/officeDocument/2006/relationships/customXml" Target="../ink/ink257.xml"/><Relationship Id="rId16" Type="http://schemas.openxmlformats.org/officeDocument/2006/relationships/customXml" Target="../ink/ink209.xml"/><Relationship Id="rId107" Type="http://schemas.openxmlformats.org/officeDocument/2006/relationships/image" Target="../media/image254.png"/><Relationship Id="rId11" Type="http://schemas.openxmlformats.org/officeDocument/2006/relationships/image" Target="../media/image206.png"/><Relationship Id="rId32" Type="http://schemas.openxmlformats.org/officeDocument/2006/relationships/customXml" Target="../ink/ink217.xml"/><Relationship Id="rId37" Type="http://schemas.openxmlformats.org/officeDocument/2006/relationships/image" Target="../media/image219.png"/><Relationship Id="rId53" Type="http://schemas.openxmlformats.org/officeDocument/2006/relationships/image" Target="../media/image227.png"/><Relationship Id="rId58" Type="http://schemas.openxmlformats.org/officeDocument/2006/relationships/customXml" Target="../ink/ink230.xml"/><Relationship Id="rId74" Type="http://schemas.openxmlformats.org/officeDocument/2006/relationships/customXml" Target="../ink/ink238.xml"/><Relationship Id="rId79" Type="http://schemas.openxmlformats.org/officeDocument/2006/relationships/image" Target="../media/image240.png"/><Relationship Id="rId102" Type="http://schemas.openxmlformats.org/officeDocument/2006/relationships/customXml" Target="../ink/ink252.xml"/><Relationship Id="rId5" Type="http://schemas.openxmlformats.org/officeDocument/2006/relationships/image" Target="../media/image203.png"/><Relationship Id="rId90" Type="http://schemas.openxmlformats.org/officeDocument/2006/relationships/customXml" Target="../ink/ink246.xml"/><Relationship Id="rId95" Type="http://schemas.openxmlformats.org/officeDocument/2006/relationships/image" Target="../media/image248.png"/><Relationship Id="rId22" Type="http://schemas.openxmlformats.org/officeDocument/2006/relationships/customXml" Target="../ink/ink212.xml"/><Relationship Id="rId27" Type="http://schemas.openxmlformats.org/officeDocument/2006/relationships/image" Target="../media/image214.png"/><Relationship Id="rId43" Type="http://schemas.openxmlformats.org/officeDocument/2006/relationships/image" Target="../media/image222.png"/><Relationship Id="rId48" Type="http://schemas.openxmlformats.org/officeDocument/2006/relationships/customXml" Target="../ink/ink225.xml"/><Relationship Id="rId64" Type="http://schemas.openxmlformats.org/officeDocument/2006/relationships/customXml" Target="../ink/ink233.xml"/><Relationship Id="rId69" Type="http://schemas.openxmlformats.org/officeDocument/2006/relationships/image" Target="../media/image235.png"/><Relationship Id="rId113" Type="http://schemas.openxmlformats.org/officeDocument/2006/relationships/image" Target="../media/image257.png"/><Relationship Id="rId80" Type="http://schemas.openxmlformats.org/officeDocument/2006/relationships/customXml" Target="../ink/ink241.xml"/><Relationship Id="rId85" Type="http://schemas.openxmlformats.org/officeDocument/2006/relationships/image" Target="../media/image243.png"/><Relationship Id="rId12" Type="http://schemas.openxmlformats.org/officeDocument/2006/relationships/customXml" Target="../ink/ink207.xml"/><Relationship Id="rId17" Type="http://schemas.openxmlformats.org/officeDocument/2006/relationships/image" Target="../media/image209.png"/><Relationship Id="rId33" Type="http://schemas.openxmlformats.org/officeDocument/2006/relationships/image" Target="../media/image217.png"/><Relationship Id="rId38" Type="http://schemas.openxmlformats.org/officeDocument/2006/relationships/customXml" Target="../ink/ink220.xml"/><Relationship Id="rId59" Type="http://schemas.openxmlformats.org/officeDocument/2006/relationships/image" Target="../media/image230.png"/><Relationship Id="rId103" Type="http://schemas.openxmlformats.org/officeDocument/2006/relationships/image" Target="../media/image252.png"/><Relationship Id="rId108" Type="http://schemas.openxmlformats.org/officeDocument/2006/relationships/customXml" Target="../ink/ink255.xml"/><Relationship Id="rId54" Type="http://schemas.openxmlformats.org/officeDocument/2006/relationships/customXml" Target="../ink/ink228.xml"/><Relationship Id="rId70" Type="http://schemas.openxmlformats.org/officeDocument/2006/relationships/customXml" Target="../ink/ink236.xml"/><Relationship Id="rId75" Type="http://schemas.openxmlformats.org/officeDocument/2006/relationships/image" Target="../media/image238.png"/><Relationship Id="rId91" Type="http://schemas.openxmlformats.org/officeDocument/2006/relationships/image" Target="../media/image246.png"/><Relationship Id="rId96" Type="http://schemas.openxmlformats.org/officeDocument/2006/relationships/customXml" Target="../ink/ink24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4.xml"/><Relationship Id="rId15" Type="http://schemas.openxmlformats.org/officeDocument/2006/relationships/image" Target="../media/image208.png"/><Relationship Id="rId23" Type="http://schemas.openxmlformats.org/officeDocument/2006/relationships/image" Target="../media/image212.png"/><Relationship Id="rId28" Type="http://schemas.openxmlformats.org/officeDocument/2006/relationships/customXml" Target="../ink/ink215.xml"/><Relationship Id="rId36" Type="http://schemas.openxmlformats.org/officeDocument/2006/relationships/customXml" Target="../ink/ink219.xml"/><Relationship Id="rId49" Type="http://schemas.openxmlformats.org/officeDocument/2006/relationships/image" Target="../media/image225.png"/><Relationship Id="rId57" Type="http://schemas.openxmlformats.org/officeDocument/2006/relationships/image" Target="../media/image229.png"/><Relationship Id="rId106" Type="http://schemas.openxmlformats.org/officeDocument/2006/relationships/customXml" Target="../ink/ink254.xml"/><Relationship Id="rId114" Type="http://schemas.openxmlformats.org/officeDocument/2006/relationships/customXml" Target="../ink/ink258.xml"/><Relationship Id="rId10" Type="http://schemas.openxmlformats.org/officeDocument/2006/relationships/customXml" Target="../ink/ink206.xml"/><Relationship Id="rId31" Type="http://schemas.openxmlformats.org/officeDocument/2006/relationships/image" Target="../media/image216.png"/><Relationship Id="rId44" Type="http://schemas.openxmlformats.org/officeDocument/2006/relationships/customXml" Target="../ink/ink223.xml"/><Relationship Id="rId52" Type="http://schemas.openxmlformats.org/officeDocument/2006/relationships/customXml" Target="../ink/ink227.xml"/><Relationship Id="rId60" Type="http://schemas.openxmlformats.org/officeDocument/2006/relationships/customXml" Target="../ink/ink231.xml"/><Relationship Id="rId65" Type="http://schemas.openxmlformats.org/officeDocument/2006/relationships/image" Target="../media/image233.png"/><Relationship Id="rId73" Type="http://schemas.openxmlformats.org/officeDocument/2006/relationships/image" Target="../media/image237.png"/><Relationship Id="rId78" Type="http://schemas.openxmlformats.org/officeDocument/2006/relationships/customXml" Target="../ink/ink240.xml"/><Relationship Id="rId81" Type="http://schemas.openxmlformats.org/officeDocument/2006/relationships/image" Target="../media/image241.png"/><Relationship Id="rId86" Type="http://schemas.openxmlformats.org/officeDocument/2006/relationships/customXml" Target="../ink/ink244.xml"/><Relationship Id="rId94" Type="http://schemas.openxmlformats.org/officeDocument/2006/relationships/customXml" Target="../ink/ink248.xml"/><Relationship Id="rId99" Type="http://schemas.openxmlformats.org/officeDocument/2006/relationships/image" Target="../media/image250.png"/><Relationship Id="rId101" Type="http://schemas.openxmlformats.org/officeDocument/2006/relationships/image" Target="../media/image251.png"/><Relationship Id="rId4" Type="http://schemas.openxmlformats.org/officeDocument/2006/relationships/customXml" Target="../ink/ink203.xml"/><Relationship Id="rId9" Type="http://schemas.openxmlformats.org/officeDocument/2006/relationships/image" Target="../media/image205.png"/><Relationship Id="rId13" Type="http://schemas.openxmlformats.org/officeDocument/2006/relationships/image" Target="../media/image207.png"/><Relationship Id="rId18" Type="http://schemas.openxmlformats.org/officeDocument/2006/relationships/customXml" Target="../ink/ink210.xml"/><Relationship Id="rId39" Type="http://schemas.openxmlformats.org/officeDocument/2006/relationships/image" Target="../media/image220.png"/><Relationship Id="rId109" Type="http://schemas.openxmlformats.org/officeDocument/2006/relationships/image" Target="../media/image255.png"/><Relationship Id="rId34" Type="http://schemas.openxmlformats.org/officeDocument/2006/relationships/customXml" Target="../ink/ink218.xml"/><Relationship Id="rId50" Type="http://schemas.openxmlformats.org/officeDocument/2006/relationships/customXml" Target="../ink/ink226.xml"/><Relationship Id="rId55" Type="http://schemas.openxmlformats.org/officeDocument/2006/relationships/image" Target="../media/image228.png"/><Relationship Id="rId76" Type="http://schemas.openxmlformats.org/officeDocument/2006/relationships/customXml" Target="../ink/ink239.xml"/><Relationship Id="rId97" Type="http://schemas.openxmlformats.org/officeDocument/2006/relationships/image" Target="../media/image249.png"/><Relationship Id="rId104" Type="http://schemas.openxmlformats.org/officeDocument/2006/relationships/customXml" Target="../ink/ink253.xml"/><Relationship Id="rId7" Type="http://schemas.openxmlformats.org/officeDocument/2006/relationships/image" Target="../media/image204.png"/><Relationship Id="rId71" Type="http://schemas.openxmlformats.org/officeDocument/2006/relationships/image" Target="../media/image236.png"/><Relationship Id="rId92" Type="http://schemas.openxmlformats.org/officeDocument/2006/relationships/customXml" Target="../ink/ink247.xml"/><Relationship Id="rId2" Type="http://schemas.openxmlformats.org/officeDocument/2006/relationships/customXml" Target="../ink/ink202.xml"/><Relationship Id="rId29" Type="http://schemas.openxmlformats.org/officeDocument/2006/relationships/image" Target="../media/image215.png"/><Relationship Id="rId24" Type="http://schemas.openxmlformats.org/officeDocument/2006/relationships/customXml" Target="../ink/ink213.xml"/><Relationship Id="rId40" Type="http://schemas.openxmlformats.org/officeDocument/2006/relationships/customXml" Target="../ink/ink221.xml"/><Relationship Id="rId45" Type="http://schemas.openxmlformats.org/officeDocument/2006/relationships/image" Target="../media/image223.png"/><Relationship Id="rId66" Type="http://schemas.openxmlformats.org/officeDocument/2006/relationships/customXml" Target="../ink/ink234.xml"/><Relationship Id="rId87" Type="http://schemas.openxmlformats.org/officeDocument/2006/relationships/image" Target="../media/image244.png"/><Relationship Id="rId110" Type="http://schemas.openxmlformats.org/officeDocument/2006/relationships/customXml" Target="../ink/ink256.xml"/><Relationship Id="rId115" Type="http://schemas.openxmlformats.org/officeDocument/2006/relationships/image" Target="../media/image258.png"/><Relationship Id="rId61" Type="http://schemas.openxmlformats.org/officeDocument/2006/relationships/image" Target="../media/image231.png"/><Relationship Id="rId82" Type="http://schemas.openxmlformats.org/officeDocument/2006/relationships/customXml" Target="../ink/ink242.xml"/><Relationship Id="rId19" Type="http://schemas.openxmlformats.org/officeDocument/2006/relationships/image" Target="../media/image210.png"/><Relationship Id="rId14" Type="http://schemas.openxmlformats.org/officeDocument/2006/relationships/customXml" Target="../ink/ink208.xml"/><Relationship Id="rId30" Type="http://schemas.openxmlformats.org/officeDocument/2006/relationships/customXml" Target="../ink/ink216.xml"/><Relationship Id="rId35" Type="http://schemas.openxmlformats.org/officeDocument/2006/relationships/image" Target="../media/image218.png"/><Relationship Id="rId56" Type="http://schemas.openxmlformats.org/officeDocument/2006/relationships/customXml" Target="../ink/ink229.xml"/><Relationship Id="rId77" Type="http://schemas.openxmlformats.org/officeDocument/2006/relationships/image" Target="../media/image239.png"/><Relationship Id="rId100" Type="http://schemas.openxmlformats.org/officeDocument/2006/relationships/customXml" Target="../ink/ink251.xml"/><Relationship Id="rId105" Type="http://schemas.openxmlformats.org/officeDocument/2006/relationships/image" Target="../media/image253.png"/><Relationship Id="rId8" Type="http://schemas.openxmlformats.org/officeDocument/2006/relationships/customXml" Target="../ink/ink205.xml"/><Relationship Id="rId51" Type="http://schemas.openxmlformats.org/officeDocument/2006/relationships/image" Target="../media/image226.png"/><Relationship Id="rId72" Type="http://schemas.openxmlformats.org/officeDocument/2006/relationships/customXml" Target="../ink/ink237.xml"/><Relationship Id="rId93" Type="http://schemas.openxmlformats.org/officeDocument/2006/relationships/image" Target="../media/image247.png"/><Relationship Id="rId98" Type="http://schemas.openxmlformats.org/officeDocument/2006/relationships/customXml" Target="../ink/ink250.xml"/><Relationship Id="rId3" Type="http://schemas.openxmlformats.org/officeDocument/2006/relationships/image" Target="../media/image202.png"/><Relationship Id="rId25" Type="http://schemas.openxmlformats.org/officeDocument/2006/relationships/image" Target="../media/image213.png"/><Relationship Id="rId46" Type="http://schemas.openxmlformats.org/officeDocument/2006/relationships/customXml" Target="../ink/ink224.xml"/><Relationship Id="rId67" Type="http://schemas.openxmlformats.org/officeDocument/2006/relationships/image" Target="../media/image234.png"/><Relationship Id="rId20" Type="http://schemas.openxmlformats.org/officeDocument/2006/relationships/customXml" Target="../ink/ink211.xml"/><Relationship Id="rId41" Type="http://schemas.openxmlformats.org/officeDocument/2006/relationships/image" Target="../media/image221.png"/><Relationship Id="rId62" Type="http://schemas.openxmlformats.org/officeDocument/2006/relationships/customXml" Target="../ink/ink232.xml"/><Relationship Id="rId83" Type="http://schemas.openxmlformats.org/officeDocument/2006/relationships/image" Target="../media/image242.png"/><Relationship Id="rId88" Type="http://schemas.openxmlformats.org/officeDocument/2006/relationships/customXml" Target="../ink/ink245.xml"/><Relationship Id="rId111" Type="http://schemas.openxmlformats.org/officeDocument/2006/relationships/image" Target="../media/image256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71.xml"/><Relationship Id="rId21" Type="http://schemas.openxmlformats.org/officeDocument/2006/relationships/image" Target="../media/image268.png"/><Relationship Id="rId42" Type="http://schemas.openxmlformats.org/officeDocument/2006/relationships/customXml" Target="../ink/ink279.xml"/><Relationship Id="rId47" Type="http://schemas.openxmlformats.org/officeDocument/2006/relationships/image" Target="../media/image281.png"/><Relationship Id="rId63" Type="http://schemas.openxmlformats.org/officeDocument/2006/relationships/image" Target="../media/image289.png"/><Relationship Id="rId68" Type="http://schemas.openxmlformats.org/officeDocument/2006/relationships/customXml" Target="../ink/ink292.xml"/><Relationship Id="rId84" Type="http://schemas.openxmlformats.org/officeDocument/2006/relationships/customXml" Target="../ink/ink300.xml"/><Relationship Id="rId89" Type="http://schemas.openxmlformats.org/officeDocument/2006/relationships/image" Target="../media/image302.png"/><Relationship Id="rId16" Type="http://schemas.openxmlformats.org/officeDocument/2006/relationships/customXml" Target="../ink/ink266.xml"/><Relationship Id="rId107" Type="http://schemas.openxmlformats.org/officeDocument/2006/relationships/image" Target="../media/image311.png"/><Relationship Id="rId11" Type="http://schemas.openxmlformats.org/officeDocument/2006/relationships/image" Target="../media/image263.png"/><Relationship Id="rId32" Type="http://schemas.openxmlformats.org/officeDocument/2006/relationships/customXml" Target="../ink/ink274.xml"/><Relationship Id="rId37" Type="http://schemas.openxmlformats.org/officeDocument/2006/relationships/image" Target="../media/image276.png"/><Relationship Id="rId53" Type="http://schemas.openxmlformats.org/officeDocument/2006/relationships/image" Target="../media/image284.png"/><Relationship Id="rId58" Type="http://schemas.openxmlformats.org/officeDocument/2006/relationships/customXml" Target="../ink/ink287.xml"/><Relationship Id="rId74" Type="http://schemas.openxmlformats.org/officeDocument/2006/relationships/customXml" Target="../ink/ink295.xml"/><Relationship Id="rId79" Type="http://schemas.openxmlformats.org/officeDocument/2006/relationships/image" Target="../media/image297.png"/><Relationship Id="rId102" Type="http://schemas.openxmlformats.org/officeDocument/2006/relationships/customXml" Target="../ink/ink309.xml"/><Relationship Id="rId5" Type="http://schemas.openxmlformats.org/officeDocument/2006/relationships/image" Target="../media/image260.png"/><Relationship Id="rId90" Type="http://schemas.openxmlformats.org/officeDocument/2006/relationships/customXml" Target="../ink/ink303.xml"/><Relationship Id="rId95" Type="http://schemas.openxmlformats.org/officeDocument/2006/relationships/image" Target="../media/image305.png"/><Relationship Id="rId22" Type="http://schemas.openxmlformats.org/officeDocument/2006/relationships/customXml" Target="../ink/ink269.xml"/><Relationship Id="rId27" Type="http://schemas.openxmlformats.org/officeDocument/2006/relationships/image" Target="../media/image271.png"/><Relationship Id="rId43" Type="http://schemas.openxmlformats.org/officeDocument/2006/relationships/image" Target="../media/image279.png"/><Relationship Id="rId48" Type="http://schemas.openxmlformats.org/officeDocument/2006/relationships/customXml" Target="../ink/ink282.xml"/><Relationship Id="rId64" Type="http://schemas.openxmlformats.org/officeDocument/2006/relationships/customXml" Target="../ink/ink290.xml"/><Relationship Id="rId69" Type="http://schemas.openxmlformats.org/officeDocument/2006/relationships/image" Target="../media/image292.png"/><Relationship Id="rId80" Type="http://schemas.openxmlformats.org/officeDocument/2006/relationships/customXml" Target="../ink/ink298.xml"/><Relationship Id="rId85" Type="http://schemas.openxmlformats.org/officeDocument/2006/relationships/image" Target="../media/image300.png"/><Relationship Id="rId12" Type="http://schemas.openxmlformats.org/officeDocument/2006/relationships/customXml" Target="../ink/ink264.xml"/><Relationship Id="rId17" Type="http://schemas.openxmlformats.org/officeDocument/2006/relationships/image" Target="../media/image266.png"/><Relationship Id="rId33" Type="http://schemas.openxmlformats.org/officeDocument/2006/relationships/image" Target="../media/image274.png"/><Relationship Id="rId38" Type="http://schemas.openxmlformats.org/officeDocument/2006/relationships/customXml" Target="../ink/ink277.xml"/><Relationship Id="rId59" Type="http://schemas.openxmlformats.org/officeDocument/2006/relationships/image" Target="../media/image287.png"/><Relationship Id="rId103" Type="http://schemas.openxmlformats.org/officeDocument/2006/relationships/image" Target="../media/image309.png"/><Relationship Id="rId108" Type="http://schemas.openxmlformats.org/officeDocument/2006/relationships/customXml" Target="../ink/ink312.xml"/><Relationship Id="rId54" Type="http://schemas.openxmlformats.org/officeDocument/2006/relationships/customXml" Target="../ink/ink285.xml"/><Relationship Id="rId70" Type="http://schemas.openxmlformats.org/officeDocument/2006/relationships/customXml" Target="../ink/ink293.xml"/><Relationship Id="rId75" Type="http://schemas.openxmlformats.org/officeDocument/2006/relationships/image" Target="../media/image295.png"/><Relationship Id="rId91" Type="http://schemas.openxmlformats.org/officeDocument/2006/relationships/image" Target="../media/image303.png"/><Relationship Id="rId96" Type="http://schemas.openxmlformats.org/officeDocument/2006/relationships/customXml" Target="../ink/ink30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61.xml"/><Relationship Id="rId15" Type="http://schemas.openxmlformats.org/officeDocument/2006/relationships/image" Target="../media/image265.png"/><Relationship Id="rId23" Type="http://schemas.openxmlformats.org/officeDocument/2006/relationships/image" Target="../media/image269.png"/><Relationship Id="rId28" Type="http://schemas.openxmlformats.org/officeDocument/2006/relationships/customXml" Target="../ink/ink272.xml"/><Relationship Id="rId36" Type="http://schemas.openxmlformats.org/officeDocument/2006/relationships/customXml" Target="../ink/ink276.xml"/><Relationship Id="rId49" Type="http://schemas.openxmlformats.org/officeDocument/2006/relationships/image" Target="../media/image282.png"/><Relationship Id="rId57" Type="http://schemas.openxmlformats.org/officeDocument/2006/relationships/image" Target="../media/image286.png"/><Relationship Id="rId106" Type="http://schemas.openxmlformats.org/officeDocument/2006/relationships/customXml" Target="../ink/ink311.xml"/><Relationship Id="rId10" Type="http://schemas.openxmlformats.org/officeDocument/2006/relationships/customXml" Target="../ink/ink263.xml"/><Relationship Id="rId31" Type="http://schemas.openxmlformats.org/officeDocument/2006/relationships/image" Target="../media/image273.png"/><Relationship Id="rId44" Type="http://schemas.openxmlformats.org/officeDocument/2006/relationships/customXml" Target="../ink/ink280.xml"/><Relationship Id="rId52" Type="http://schemas.openxmlformats.org/officeDocument/2006/relationships/customXml" Target="../ink/ink284.xml"/><Relationship Id="rId60" Type="http://schemas.openxmlformats.org/officeDocument/2006/relationships/customXml" Target="../ink/ink288.xml"/><Relationship Id="rId65" Type="http://schemas.openxmlformats.org/officeDocument/2006/relationships/image" Target="../media/image290.png"/><Relationship Id="rId73" Type="http://schemas.openxmlformats.org/officeDocument/2006/relationships/image" Target="../media/image294.png"/><Relationship Id="rId78" Type="http://schemas.openxmlformats.org/officeDocument/2006/relationships/customXml" Target="../ink/ink297.xml"/><Relationship Id="rId81" Type="http://schemas.openxmlformats.org/officeDocument/2006/relationships/image" Target="../media/image298.png"/><Relationship Id="rId86" Type="http://schemas.openxmlformats.org/officeDocument/2006/relationships/customXml" Target="../ink/ink301.xml"/><Relationship Id="rId94" Type="http://schemas.openxmlformats.org/officeDocument/2006/relationships/customXml" Target="../ink/ink305.xml"/><Relationship Id="rId99" Type="http://schemas.openxmlformats.org/officeDocument/2006/relationships/image" Target="../media/image307.png"/><Relationship Id="rId101" Type="http://schemas.openxmlformats.org/officeDocument/2006/relationships/image" Target="../media/image308.png"/><Relationship Id="rId4" Type="http://schemas.openxmlformats.org/officeDocument/2006/relationships/customXml" Target="../ink/ink260.xml"/><Relationship Id="rId9" Type="http://schemas.openxmlformats.org/officeDocument/2006/relationships/image" Target="../media/image262.png"/><Relationship Id="rId13" Type="http://schemas.openxmlformats.org/officeDocument/2006/relationships/image" Target="../media/image264.png"/><Relationship Id="rId18" Type="http://schemas.openxmlformats.org/officeDocument/2006/relationships/customXml" Target="../ink/ink267.xml"/><Relationship Id="rId39" Type="http://schemas.openxmlformats.org/officeDocument/2006/relationships/image" Target="../media/image277.png"/><Relationship Id="rId109" Type="http://schemas.openxmlformats.org/officeDocument/2006/relationships/image" Target="../media/image312.png"/><Relationship Id="rId34" Type="http://schemas.openxmlformats.org/officeDocument/2006/relationships/customXml" Target="../ink/ink275.xml"/><Relationship Id="rId50" Type="http://schemas.openxmlformats.org/officeDocument/2006/relationships/customXml" Target="../ink/ink283.xml"/><Relationship Id="rId55" Type="http://schemas.openxmlformats.org/officeDocument/2006/relationships/image" Target="../media/image285.png"/><Relationship Id="rId76" Type="http://schemas.openxmlformats.org/officeDocument/2006/relationships/customXml" Target="../ink/ink296.xml"/><Relationship Id="rId97" Type="http://schemas.openxmlformats.org/officeDocument/2006/relationships/image" Target="../media/image306.png"/><Relationship Id="rId104" Type="http://schemas.openxmlformats.org/officeDocument/2006/relationships/customXml" Target="../ink/ink310.xml"/><Relationship Id="rId7" Type="http://schemas.openxmlformats.org/officeDocument/2006/relationships/image" Target="../media/image261.png"/><Relationship Id="rId71" Type="http://schemas.openxmlformats.org/officeDocument/2006/relationships/image" Target="../media/image293.png"/><Relationship Id="rId92" Type="http://schemas.openxmlformats.org/officeDocument/2006/relationships/customXml" Target="../ink/ink304.xml"/><Relationship Id="rId2" Type="http://schemas.openxmlformats.org/officeDocument/2006/relationships/customXml" Target="../ink/ink259.xml"/><Relationship Id="rId29" Type="http://schemas.openxmlformats.org/officeDocument/2006/relationships/image" Target="../media/image272.png"/><Relationship Id="rId24" Type="http://schemas.openxmlformats.org/officeDocument/2006/relationships/customXml" Target="../ink/ink270.xml"/><Relationship Id="rId40" Type="http://schemas.openxmlformats.org/officeDocument/2006/relationships/customXml" Target="../ink/ink278.xml"/><Relationship Id="rId45" Type="http://schemas.openxmlformats.org/officeDocument/2006/relationships/image" Target="../media/image280.png"/><Relationship Id="rId66" Type="http://schemas.openxmlformats.org/officeDocument/2006/relationships/customXml" Target="../ink/ink291.xml"/><Relationship Id="rId87" Type="http://schemas.openxmlformats.org/officeDocument/2006/relationships/image" Target="../media/image301.png"/><Relationship Id="rId61" Type="http://schemas.openxmlformats.org/officeDocument/2006/relationships/image" Target="../media/image288.png"/><Relationship Id="rId82" Type="http://schemas.openxmlformats.org/officeDocument/2006/relationships/customXml" Target="../ink/ink299.xml"/><Relationship Id="rId19" Type="http://schemas.openxmlformats.org/officeDocument/2006/relationships/image" Target="../media/image267.png"/><Relationship Id="rId14" Type="http://schemas.openxmlformats.org/officeDocument/2006/relationships/customXml" Target="../ink/ink265.xml"/><Relationship Id="rId30" Type="http://schemas.openxmlformats.org/officeDocument/2006/relationships/customXml" Target="../ink/ink273.xml"/><Relationship Id="rId35" Type="http://schemas.openxmlformats.org/officeDocument/2006/relationships/image" Target="../media/image275.png"/><Relationship Id="rId56" Type="http://schemas.openxmlformats.org/officeDocument/2006/relationships/customXml" Target="../ink/ink286.xml"/><Relationship Id="rId77" Type="http://schemas.openxmlformats.org/officeDocument/2006/relationships/image" Target="../media/image296.png"/><Relationship Id="rId100" Type="http://schemas.openxmlformats.org/officeDocument/2006/relationships/customXml" Target="../ink/ink308.xml"/><Relationship Id="rId105" Type="http://schemas.openxmlformats.org/officeDocument/2006/relationships/image" Target="../media/image310.png"/><Relationship Id="rId8" Type="http://schemas.openxmlformats.org/officeDocument/2006/relationships/customXml" Target="../ink/ink262.xml"/><Relationship Id="rId51" Type="http://schemas.openxmlformats.org/officeDocument/2006/relationships/image" Target="../media/image283.png"/><Relationship Id="rId72" Type="http://schemas.openxmlformats.org/officeDocument/2006/relationships/customXml" Target="../ink/ink294.xml"/><Relationship Id="rId93" Type="http://schemas.openxmlformats.org/officeDocument/2006/relationships/image" Target="../media/image304.png"/><Relationship Id="rId98" Type="http://schemas.openxmlformats.org/officeDocument/2006/relationships/customXml" Target="../ink/ink307.xml"/><Relationship Id="rId3" Type="http://schemas.openxmlformats.org/officeDocument/2006/relationships/image" Target="../media/image259.png"/><Relationship Id="rId25" Type="http://schemas.openxmlformats.org/officeDocument/2006/relationships/image" Target="../media/image270.png"/><Relationship Id="rId46" Type="http://schemas.openxmlformats.org/officeDocument/2006/relationships/customXml" Target="../ink/ink281.xml"/><Relationship Id="rId67" Type="http://schemas.openxmlformats.org/officeDocument/2006/relationships/image" Target="../media/image291.png"/><Relationship Id="rId20" Type="http://schemas.openxmlformats.org/officeDocument/2006/relationships/customXml" Target="../ink/ink268.xml"/><Relationship Id="rId41" Type="http://schemas.openxmlformats.org/officeDocument/2006/relationships/image" Target="../media/image278.png"/><Relationship Id="rId62" Type="http://schemas.openxmlformats.org/officeDocument/2006/relationships/customXml" Target="../ink/ink289.xml"/><Relationship Id="rId83" Type="http://schemas.openxmlformats.org/officeDocument/2006/relationships/image" Target="../media/image299.png"/><Relationship Id="rId88" Type="http://schemas.openxmlformats.org/officeDocument/2006/relationships/customXml" Target="../ink/ink30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0.png"/><Relationship Id="rId21" Type="http://schemas.openxmlformats.org/officeDocument/2006/relationships/image" Target="../media/image322.png"/><Relationship Id="rId42" Type="http://schemas.openxmlformats.org/officeDocument/2006/relationships/customXml" Target="../ink/ink333.xml"/><Relationship Id="rId63" Type="http://schemas.openxmlformats.org/officeDocument/2006/relationships/image" Target="../media/image343.png"/><Relationship Id="rId84" Type="http://schemas.openxmlformats.org/officeDocument/2006/relationships/customXml" Target="../ink/ink354.xml"/><Relationship Id="rId138" Type="http://schemas.openxmlformats.org/officeDocument/2006/relationships/customXml" Target="../ink/ink381.xml"/><Relationship Id="rId107" Type="http://schemas.openxmlformats.org/officeDocument/2006/relationships/image" Target="../media/image365.png"/><Relationship Id="rId11" Type="http://schemas.openxmlformats.org/officeDocument/2006/relationships/image" Target="../media/image317.png"/><Relationship Id="rId32" Type="http://schemas.openxmlformats.org/officeDocument/2006/relationships/customXml" Target="../ink/ink328.xml"/><Relationship Id="rId53" Type="http://schemas.openxmlformats.org/officeDocument/2006/relationships/image" Target="../media/image338.png"/><Relationship Id="rId74" Type="http://schemas.openxmlformats.org/officeDocument/2006/relationships/customXml" Target="../ink/ink349.xml"/><Relationship Id="rId128" Type="http://schemas.openxmlformats.org/officeDocument/2006/relationships/customXml" Target="../ink/ink376.xml"/><Relationship Id="rId149" Type="http://schemas.openxmlformats.org/officeDocument/2006/relationships/image" Target="../media/image386.png"/><Relationship Id="rId5" Type="http://schemas.openxmlformats.org/officeDocument/2006/relationships/image" Target="../media/image314.png"/><Relationship Id="rId95" Type="http://schemas.openxmlformats.org/officeDocument/2006/relationships/image" Target="../media/image359.png"/><Relationship Id="rId22" Type="http://schemas.openxmlformats.org/officeDocument/2006/relationships/customXml" Target="../ink/ink323.xml"/><Relationship Id="rId43" Type="http://schemas.openxmlformats.org/officeDocument/2006/relationships/image" Target="../media/image333.png"/><Relationship Id="rId64" Type="http://schemas.openxmlformats.org/officeDocument/2006/relationships/customXml" Target="../ink/ink344.xml"/><Relationship Id="rId118" Type="http://schemas.openxmlformats.org/officeDocument/2006/relationships/customXml" Target="../ink/ink371.xml"/><Relationship Id="rId139" Type="http://schemas.openxmlformats.org/officeDocument/2006/relationships/image" Target="../media/image381.png"/><Relationship Id="rId80" Type="http://schemas.openxmlformats.org/officeDocument/2006/relationships/customXml" Target="../ink/ink352.xml"/><Relationship Id="rId85" Type="http://schemas.openxmlformats.org/officeDocument/2006/relationships/image" Target="../media/image354.png"/><Relationship Id="rId150" Type="http://schemas.openxmlformats.org/officeDocument/2006/relationships/customXml" Target="../ink/ink387.xml"/><Relationship Id="rId155" Type="http://schemas.openxmlformats.org/officeDocument/2006/relationships/image" Target="../media/image389.png"/><Relationship Id="rId12" Type="http://schemas.openxmlformats.org/officeDocument/2006/relationships/customXml" Target="../ink/ink318.xml"/><Relationship Id="rId17" Type="http://schemas.openxmlformats.org/officeDocument/2006/relationships/image" Target="../media/image320.png"/><Relationship Id="rId33" Type="http://schemas.openxmlformats.org/officeDocument/2006/relationships/image" Target="../media/image328.png"/><Relationship Id="rId38" Type="http://schemas.openxmlformats.org/officeDocument/2006/relationships/customXml" Target="../ink/ink331.xml"/><Relationship Id="rId59" Type="http://schemas.openxmlformats.org/officeDocument/2006/relationships/image" Target="../media/image341.png"/><Relationship Id="rId103" Type="http://schemas.openxmlformats.org/officeDocument/2006/relationships/image" Target="../media/image363.png"/><Relationship Id="rId108" Type="http://schemas.openxmlformats.org/officeDocument/2006/relationships/customXml" Target="../ink/ink366.xml"/><Relationship Id="rId124" Type="http://schemas.openxmlformats.org/officeDocument/2006/relationships/customXml" Target="../ink/ink374.xml"/><Relationship Id="rId129" Type="http://schemas.openxmlformats.org/officeDocument/2006/relationships/image" Target="../media/image376.png"/><Relationship Id="rId54" Type="http://schemas.openxmlformats.org/officeDocument/2006/relationships/customXml" Target="../ink/ink339.xml"/><Relationship Id="rId70" Type="http://schemas.openxmlformats.org/officeDocument/2006/relationships/customXml" Target="../ink/ink347.xml"/><Relationship Id="rId75" Type="http://schemas.openxmlformats.org/officeDocument/2006/relationships/image" Target="../media/image349.png"/><Relationship Id="rId91" Type="http://schemas.openxmlformats.org/officeDocument/2006/relationships/image" Target="../media/image357.png"/><Relationship Id="rId96" Type="http://schemas.openxmlformats.org/officeDocument/2006/relationships/customXml" Target="../ink/ink360.xml"/><Relationship Id="rId140" Type="http://schemas.openxmlformats.org/officeDocument/2006/relationships/customXml" Target="../ink/ink382.xml"/><Relationship Id="rId145" Type="http://schemas.openxmlformats.org/officeDocument/2006/relationships/image" Target="../media/image38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15.xml"/><Relationship Id="rId23" Type="http://schemas.openxmlformats.org/officeDocument/2006/relationships/image" Target="../media/image323.png"/><Relationship Id="rId28" Type="http://schemas.openxmlformats.org/officeDocument/2006/relationships/customXml" Target="../ink/ink326.xml"/><Relationship Id="rId49" Type="http://schemas.openxmlformats.org/officeDocument/2006/relationships/image" Target="../media/image336.png"/><Relationship Id="rId114" Type="http://schemas.openxmlformats.org/officeDocument/2006/relationships/customXml" Target="../ink/ink369.xml"/><Relationship Id="rId119" Type="http://schemas.openxmlformats.org/officeDocument/2006/relationships/image" Target="../media/image371.png"/><Relationship Id="rId44" Type="http://schemas.openxmlformats.org/officeDocument/2006/relationships/customXml" Target="../ink/ink334.xml"/><Relationship Id="rId60" Type="http://schemas.openxmlformats.org/officeDocument/2006/relationships/customXml" Target="../ink/ink342.xml"/><Relationship Id="rId65" Type="http://schemas.openxmlformats.org/officeDocument/2006/relationships/image" Target="../media/image344.png"/><Relationship Id="rId81" Type="http://schemas.openxmlformats.org/officeDocument/2006/relationships/image" Target="../media/image352.png"/><Relationship Id="rId86" Type="http://schemas.openxmlformats.org/officeDocument/2006/relationships/customXml" Target="../ink/ink355.xml"/><Relationship Id="rId130" Type="http://schemas.openxmlformats.org/officeDocument/2006/relationships/customXml" Target="../ink/ink377.xml"/><Relationship Id="rId135" Type="http://schemas.openxmlformats.org/officeDocument/2006/relationships/image" Target="../media/image379.png"/><Relationship Id="rId151" Type="http://schemas.openxmlformats.org/officeDocument/2006/relationships/image" Target="../media/image387.png"/><Relationship Id="rId156" Type="http://schemas.openxmlformats.org/officeDocument/2006/relationships/customXml" Target="../ink/ink390.xml"/><Relationship Id="rId13" Type="http://schemas.openxmlformats.org/officeDocument/2006/relationships/image" Target="../media/image318.png"/><Relationship Id="rId18" Type="http://schemas.openxmlformats.org/officeDocument/2006/relationships/customXml" Target="../ink/ink321.xml"/><Relationship Id="rId39" Type="http://schemas.openxmlformats.org/officeDocument/2006/relationships/image" Target="../media/image331.png"/><Relationship Id="rId109" Type="http://schemas.openxmlformats.org/officeDocument/2006/relationships/image" Target="../media/image366.png"/><Relationship Id="rId34" Type="http://schemas.openxmlformats.org/officeDocument/2006/relationships/customXml" Target="../ink/ink329.xml"/><Relationship Id="rId50" Type="http://schemas.openxmlformats.org/officeDocument/2006/relationships/customXml" Target="../ink/ink337.xml"/><Relationship Id="rId55" Type="http://schemas.openxmlformats.org/officeDocument/2006/relationships/image" Target="../media/image339.png"/><Relationship Id="rId76" Type="http://schemas.openxmlformats.org/officeDocument/2006/relationships/customXml" Target="../ink/ink350.xml"/><Relationship Id="rId97" Type="http://schemas.openxmlformats.org/officeDocument/2006/relationships/image" Target="../media/image360.png"/><Relationship Id="rId104" Type="http://schemas.openxmlformats.org/officeDocument/2006/relationships/customXml" Target="../ink/ink364.xml"/><Relationship Id="rId120" Type="http://schemas.openxmlformats.org/officeDocument/2006/relationships/customXml" Target="../ink/ink372.xml"/><Relationship Id="rId125" Type="http://schemas.openxmlformats.org/officeDocument/2006/relationships/image" Target="../media/image374.png"/><Relationship Id="rId141" Type="http://schemas.openxmlformats.org/officeDocument/2006/relationships/image" Target="../media/image382.png"/><Relationship Id="rId146" Type="http://schemas.openxmlformats.org/officeDocument/2006/relationships/customXml" Target="../ink/ink385.xml"/><Relationship Id="rId7" Type="http://schemas.openxmlformats.org/officeDocument/2006/relationships/image" Target="../media/image315.png"/><Relationship Id="rId71" Type="http://schemas.openxmlformats.org/officeDocument/2006/relationships/image" Target="../media/image347.png"/><Relationship Id="rId92" Type="http://schemas.openxmlformats.org/officeDocument/2006/relationships/customXml" Target="../ink/ink358.xml"/><Relationship Id="rId2" Type="http://schemas.openxmlformats.org/officeDocument/2006/relationships/customXml" Target="../ink/ink313.xml"/><Relationship Id="rId29" Type="http://schemas.openxmlformats.org/officeDocument/2006/relationships/image" Target="../media/image326.png"/><Relationship Id="rId24" Type="http://schemas.openxmlformats.org/officeDocument/2006/relationships/customXml" Target="../ink/ink324.xml"/><Relationship Id="rId40" Type="http://schemas.openxmlformats.org/officeDocument/2006/relationships/customXml" Target="../ink/ink332.xml"/><Relationship Id="rId45" Type="http://schemas.openxmlformats.org/officeDocument/2006/relationships/image" Target="../media/image334.png"/><Relationship Id="rId66" Type="http://schemas.openxmlformats.org/officeDocument/2006/relationships/customXml" Target="../ink/ink345.xml"/><Relationship Id="rId87" Type="http://schemas.openxmlformats.org/officeDocument/2006/relationships/image" Target="../media/image355.png"/><Relationship Id="rId110" Type="http://schemas.openxmlformats.org/officeDocument/2006/relationships/customXml" Target="../ink/ink367.xml"/><Relationship Id="rId115" Type="http://schemas.openxmlformats.org/officeDocument/2006/relationships/image" Target="../media/image369.png"/><Relationship Id="rId131" Type="http://schemas.openxmlformats.org/officeDocument/2006/relationships/image" Target="../media/image377.png"/><Relationship Id="rId136" Type="http://schemas.openxmlformats.org/officeDocument/2006/relationships/customXml" Target="../ink/ink380.xml"/><Relationship Id="rId157" Type="http://schemas.openxmlformats.org/officeDocument/2006/relationships/image" Target="../media/image390.png"/><Relationship Id="rId61" Type="http://schemas.openxmlformats.org/officeDocument/2006/relationships/image" Target="../media/image342.png"/><Relationship Id="rId82" Type="http://schemas.openxmlformats.org/officeDocument/2006/relationships/customXml" Target="../ink/ink353.xml"/><Relationship Id="rId152" Type="http://schemas.openxmlformats.org/officeDocument/2006/relationships/customXml" Target="../ink/ink388.xml"/><Relationship Id="rId19" Type="http://schemas.openxmlformats.org/officeDocument/2006/relationships/image" Target="../media/image321.png"/><Relationship Id="rId14" Type="http://schemas.openxmlformats.org/officeDocument/2006/relationships/customXml" Target="../ink/ink319.xml"/><Relationship Id="rId30" Type="http://schemas.openxmlformats.org/officeDocument/2006/relationships/customXml" Target="../ink/ink327.xml"/><Relationship Id="rId35" Type="http://schemas.openxmlformats.org/officeDocument/2006/relationships/image" Target="../media/image329.png"/><Relationship Id="rId56" Type="http://schemas.openxmlformats.org/officeDocument/2006/relationships/customXml" Target="../ink/ink340.xml"/><Relationship Id="rId77" Type="http://schemas.openxmlformats.org/officeDocument/2006/relationships/image" Target="../media/image350.png"/><Relationship Id="rId100" Type="http://schemas.openxmlformats.org/officeDocument/2006/relationships/customXml" Target="../ink/ink362.xml"/><Relationship Id="rId105" Type="http://schemas.openxmlformats.org/officeDocument/2006/relationships/image" Target="../media/image364.png"/><Relationship Id="rId126" Type="http://schemas.openxmlformats.org/officeDocument/2006/relationships/customXml" Target="../ink/ink375.xml"/><Relationship Id="rId147" Type="http://schemas.openxmlformats.org/officeDocument/2006/relationships/image" Target="../media/image385.png"/><Relationship Id="rId8" Type="http://schemas.openxmlformats.org/officeDocument/2006/relationships/customXml" Target="../ink/ink316.xml"/><Relationship Id="rId51" Type="http://schemas.openxmlformats.org/officeDocument/2006/relationships/image" Target="../media/image337.png"/><Relationship Id="rId72" Type="http://schemas.openxmlformats.org/officeDocument/2006/relationships/customXml" Target="../ink/ink348.xml"/><Relationship Id="rId93" Type="http://schemas.openxmlformats.org/officeDocument/2006/relationships/image" Target="../media/image358.png"/><Relationship Id="rId98" Type="http://schemas.openxmlformats.org/officeDocument/2006/relationships/customXml" Target="../ink/ink361.xml"/><Relationship Id="rId121" Type="http://schemas.openxmlformats.org/officeDocument/2006/relationships/image" Target="../media/image372.png"/><Relationship Id="rId142" Type="http://schemas.openxmlformats.org/officeDocument/2006/relationships/customXml" Target="../ink/ink383.xml"/><Relationship Id="rId3" Type="http://schemas.openxmlformats.org/officeDocument/2006/relationships/image" Target="../media/image313.png"/><Relationship Id="rId25" Type="http://schemas.openxmlformats.org/officeDocument/2006/relationships/image" Target="../media/image324.png"/><Relationship Id="rId46" Type="http://schemas.openxmlformats.org/officeDocument/2006/relationships/customXml" Target="../ink/ink335.xml"/><Relationship Id="rId67" Type="http://schemas.openxmlformats.org/officeDocument/2006/relationships/image" Target="../media/image345.png"/><Relationship Id="rId116" Type="http://schemas.openxmlformats.org/officeDocument/2006/relationships/customXml" Target="../ink/ink370.xml"/><Relationship Id="rId137" Type="http://schemas.openxmlformats.org/officeDocument/2006/relationships/image" Target="../media/image380.png"/><Relationship Id="rId20" Type="http://schemas.openxmlformats.org/officeDocument/2006/relationships/customXml" Target="../ink/ink322.xml"/><Relationship Id="rId41" Type="http://schemas.openxmlformats.org/officeDocument/2006/relationships/image" Target="../media/image332.png"/><Relationship Id="rId62" Type="http://schemas.openxmlformats.org/officeDocument/2006/relationships/customXml" Target="../ink/ink343.xml"/><Relationship Id="rId83" Type="http://schemas.openxmlformats.org/officeDocument/2006/relationships/image" Target="../media/image353.png"/><Relationship Id="rId88" Type="http://schemas.openxmlformats.org/officeDocument/2006/relationships/customXml" Target="../ink/ink356.xml"/><Relationship Id="rId111" Type="http://schemas.openxmlformats.org/officeDocument/2006/relationships/image" Target="../media/image367.png"/><Relationship Id="rId132" Type="http://schemas.openxmlformats.org/officeDocument/2006/relationships/customXml" Target="../ink/ink378.xml"/><Relationship Id="rId153" Type="http://schemas.openxmlformats.org/officeDocument/2006/relationships/image" Target="../media/image388.png"/><Relationship Id="rId15" Type="http://schemas.openxmlformats.org/officeDocument/2006/relationships/image" Target="../media/image319.png"/><Relationship Id="rId36" Type="http://schemas.openxmlformats.org/officeDocument/2006/relationships/customXml" Target="../ink/ink330.xml"/><Relationship Id="rId57" Type="http://schemas.openxmlformats.org/officeDocument/2006/relationships/image" Target="../media/image340.png"/><Relationship Id="rId106" Type="http://schemas.openxmlformats.org/officeDocument/2006/relationships/customXml" Target="../ink/ink365.xml"/><Relationship Id="rId127" Type="http://schemas.openxmlformats.org/officeDocument/2006/relationships/image" Target="../media/image375.png"/><Relationship Id="rId10" Type="http://schemas.openxmlformats.org/officeDocument/2006/relationships/customXml" Target="../ink/ink317.xml"/><Relationship Id="rId31" Type="http://schemas.openxmlformats.org/officeDocument/2006/relationships/image" Target="../media/image327.png"/><Relationship Id="rId52" Type="http://schemas.openxmlformats.org/officeDocument/2006/relationships/customXml" Target="../ink/ink338.xml"/><Relationship Id="rId73" Type="http://schemas.openxmlformats.org/officeDocument/2006/relationships/image" Target="../media/image348.png"/><Relationship Id="rId78" Type="http://schemas.openxmlformats.org/officeDocument/2006/relationships/customXml" Target="../ink/ink351.xml"/><Relationship Id="rId94" Type="http://schemas.openxmlformats.org/officeDocument/2006/relationships/customXml" Target="../ink/ink359.xml"/><Relationship Id="rId99" Type="http://schemas.openxmlformats.org/officeDocument/2006/relationships/image" Target="../media/image361.png"/><Relationship Id="rId101" Type="http://schemas.openxmlformats.org/officeDocument/2006/relationships/image" Target="../media/image362.png"/><Relationship Id="rId122" Type="http://schemas.openxmlformats.org/officeDocument/2006/relationships/customXml" Target="../ink/ink373.xml"/><Relationship Id="rId143" Type="http://schemas.openxmlformats.org/officeDocument/2006/relationships/image" Target="../media/image383.png"/><Relationship Id="rId148" Type="http://schemas.openxmlformats.org/officeDocument/2006/relationships/customXml" Target="../ink/ink386.xml"/><Relationship Id="rId4" Type="http://schemas.openxmlformats.org/officeDocument/2006/relationships/customXml" Target="../ink/ink314.xml"/><Relationship Id="rId9" Type="http://schemas.openxmlformats.org/officeDocument/2006/relationships/image" Target="../media/image316.png"/><Relationship Id="rId26" Type="http://schemas.openxmlformats.org/officeDocument/2006/relationships/customXml" Target="../ink/ink325.xml"/><Relationship Id="rId47" Type="http://schemas.openxmlformats.org/officeDocument/2006/relationships/image" Target="../media/image335.png"/><Relationship Id="rId68" Type="http://schemas.openxmlformats.org/officeDocument/2006/relationships/customXml" Target="../ink/ink346.xml"/><Relationship Id="rId89" Type="http://schemas.openxmlformats.org/officeDocument/2006/relationships/image" Target="../media/image356.png"/><Relationship Id="rId112" Type="http://schemas.openxmlformats.org/officeDocument/2006/relationships/customXml" Target="../ink/ink368.xml"/><Relationship Id="rId133" Type="http://schemas.openxmlformats.org/officeDocument/2006/relationships/image" Target="../media/image378.png"/><Relationship Id="rId154" Type="http://schemas.openxmlformats.org/officeDocument/2006/relationships/customXml" Target="../ink/ink389.xml"/><Relationship Id="rId16" Type="http://schemas.openxmlformats.org/officeDocument/2006/relationships/customXml" Target="../ink/ink320.xml"/><Relationship Id="rId37" Type="http://schemas.openxmlformats.org/officeDocument/2006/relationships/image" Target="../media/image330.png"/><Relationship Id="rId58" Type="http://schemas.openxmlformats.org/officeDocument/2006/relationships/customXml" Target="../ink/ink341.xml"/><Relationship Id="rId79" Type="http://schemas.openxmlformats.org/officeDocument/2006/relationships/image" Target="../media/image351.png"/><Relationship Id="rId102" Type="http://schemas.openxmlformats.org/officeDocument/2006/relationships/customXml" Target="../ink/ink363.xml"/><Relationship Id="rId123" Type="http://schemas.openxmlformats.org/officeDocument/2006/relationships/image" Target="../media/image373.png"/><Relationship Id="rId144" Type="http://schemas.openxmlformats.org/officeDocument/2006/relationships/customXml" Target="../ink/ink384.xml"/><Relationship Id="rId90" Type="http://schemas.openxmlformats.org/officeDocument/2006/relationships/customXml" Target="../ink/ink357.xml"/><Relationship Id="rId27" Type="http://schemas.openxmlformats.org/officeDocument/2006/relationships/image" Target="../media/image325.png"/><Relationship Id="rId48" Type="http://schemas.openxmlformats.org/officeDocument/2006/relationships/customXml" Target="../ink/ink336.xml"/><Relationship Id="rId69" Type="http://schemas.openxmlformats.org/officeDocument/2006/relationships/image" Target="../media/image346.png"/><Relationship Id="rId113" Type="http://schemas.openxmlformats.org/officeDocument/2006/relationships/image" Target="../media/image368.png"/><Relationship Id="rId134" Type="http://schemas.openxmlformats.org/officeDocument/2006/relationships/customXml" Target="../ink/ink379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03.xml"/><Relationship Id="rId21" Type="http://schemas.openxmlformats.org/officeDocument/2006/relationships/image" Target="../media/image400.png"/><Relationship Id="rId42" Type="http://schemas.openxmlformats.org/officeDocument/2006/relationships/customXml" Target="../ink/ink411.xml"/><Relationship Id="rId47" Type="http://schemas.openxmlformats.org/officeDocument/2006/relationships/image" Target="../media/image412.png"/><Relationship Id="rId63" Type="http://schemas.openxmlformats.org/officeDocument/2006/relationships/image" Target="../media/image420.png"/><Relationship Id="rId68" Type="http://schemas.openxmlformats.org/officeDocument/2006/relationships/customXml" Target="../ink/ink424.xml"/><Relationship Id="rId84" Type="http://schemas.openxmlformats.org/officeDocument/2006/relationships/customXml" Target="../ink/ink432.xml"/><Relationship Id="rId89" Type="http://schemas.openxmlformats.org/officeDocument/2006/relationships/image" Target="../media/image433.png"/><Relationship Id="rId112" Type="http://schemas.openxmlformats.org/officeDocument/2006/relationships/customXml" Target="../ink/ink446.xml"/><Relationship Id="rId16" Type="http://schemas.openxmlformats.org/officeDocument/2006/relationships/customXml" Target="../ink/ink398.xml"/><Relationship Id="rId107" Type="http://schemas.openxmlformats.org/officeDocument/2006/relationships/image" Target="../media/image442.png"/><Relationship Id="rId11" Type="http://schemas.openxmlformats.org/officeDocument/2006/relationships/image" Target="../media/image395.png"/><Relationship Id="rId32" Type="http://schemas.openxmlformats.org/officeDocument/2006/relationships/customXml" Target="../ink/ink406.xml"/><Relationship Id="rId37" Type="http://schemas.openxmlformats.org/officeDocument/2006/relationships/image" Target="../media/image408.png"/><Relationship Id="rId53" Type="http://schemas.openxmlformats.org/officeDocument/2006/relationships/image" Target="../media/image415.png"/><Relationship Id="rId58" Type="http://schemas.openxmlformats.org/officeDocument/2006/relationships/customXml" Target="../ink/ink419.xml"/><Relationship Id="rId74" Type="http://schemas.openxmlformats.org/officeDocument/2006/relationships/customXml" Target="../ink/ink427.xml"/><Relationship Id="rId79" Type="http://schemas.openxmlformats.org/officeDocument/2006/relationships/image" Target="../media/image428.png"/><Relationship Id="rId102" Type="http://schemas.openxmlformats.org/officeDocument/2006/relationships/customXml" Target="../ink/ink441.xml"/><Relationship Id="rId5" Type="http://schemas.openxmlformats.org/officeDocument/2006/relationships/image" Target="../media/image392.png"/><Relationship Id="rId90" Type="http://schemas.openxmlformats.org/officeDocument/2006/relationships/customXml" Target="../ink/ink435.xml"/><Relationship Id="rId95" Type="http://schemas.openxmlformats.org/officeDocument/2006/relationships/image" Target="../media/image436.png"/><Relationship Id="rId22" Type="http://schemas.openxmlformats.org/officeDocument/2006/relationships/customXml" Target="../ink/ink401.xml"/><Relationship Id="rId27" Type="http://schemas.openxmlformats.org/officeDocument/2006/relationships/image" Target="../media/image403.png"/><Relationship Id="rId43" Type="http://schemas.openxmlformats.org/officeDocument/2006/relationships/image" Target="../media/image410.png"/><Relationship Id="rId48" Type="http://schemas.openxmlformats.org/officeDocument/2006/relationships/customXml" Target="../ink/ink414.xml"/><Relationship Id="rId64" Type="http://schemas.openxmlformats.org/officeDocument/2006/relationships/customXml" Target="../ink/ink422.xml"/><Relationship Id="rId69" Type="http://schemas.openxmlformats.org/officeDocument/2006/relationships/image" Target="../media/image423.png"/><Relationship Id="rId113" Type="http://schemas.openxmlformats.org/officeDocument/2006/relationships/image" Target="../media/image445.png"/><Relationship Id="rId80" Type="http://schemas.openxmlformats.org/officeDocument/2006/relationships/customXml" Target="../ink/ink430.xml"/><Relationship Id="rId85" Type="http://schemas.openxmlformats.org/officeDocument/2006/relationships/image" Target="../media/image431.png"/><Relationship Id="rId12" Type="http://schemas.openxmlformats.org/officeDocument/2006/relationships/customXml" Target="../ink/ink396.xml"/><Relationship Id="rId17" Type="http://schemas.openxmlformats.org/officeDocument/2006/relationships/image" Target="../media/image398.png"/><Relationship Id="rId33" Type="http://schemas.openxmlformats.org/officeDocument/2006/relationships/image" Target="../media/image406.png"/><Relationship Id="rId38" Type="http://schemas.openxmlformats.org/officeDocument/2006/relationships/customXml" Target="../ink/ink409.xml"/><Relationship Id="rId59" Type="http://schemas.openxmlformats.org/officeDocument/2006/relationships/image" Target="../media/image418.png"/><Relationship Id="rId103" Type="http://schemas.openxmlformats.org/officeDocument/2006/relationships/image" Target="../media/image440.png"/><Relationship Id="rId108" Type="http://schemas.openxmlformats.org/officeDocument/2006/relationships/customXml" Target="../ink/ink444.xml"/><Relationship Id="rId54" Type="http://schemas.openxmlformats.org/officeDocument/2006/relationships/customXml" Target="../ink/ink417.xml"/><Relationship Id="rId70" Type="http://schemas.openxmlformats.org/officeDocument/2006/relationships/customXml" Target="../ink/ink425.xml"/><Relationship Id="rId75" Type="http://schemas.openxmlformats.org/officeDocument/2006/relationships/image" Target="../media/image426.png"/><Relationship Id="rId91" Type="http://schemas.openxmlformats.org/officeDocument/2006/relationships/image" Target="../media/image434.png"/><Relationship Id="rId96" Type="http://schemas.openxmlformats.org/officeDocument/2006/relationships/customXml" Target="../ink/ink43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3.xml"/><Relationship Id="rId15" Type="http://schemas.openxmlformats.org/officeDocument/2006/relationships/image" Target="../media/image397.png"/><Relationship Id="rId23" Type="http://schemas.openxmlformats.org/officeDocument/2006/relationships/image" Target="../media/image401.png"/><Relationship Id="rId28" Type="http://schemas.openxmlformats.org/officeDocument/2006/relationships/customXml" Target="../ink/ink404.xml"/><Relationship Id="rId36" Type="http://schemas.openxmlformats.org/officeDocument/2006/relationships/customXml" Target="../ink/ink408.xml"/><Relationship Id="rId49" Type="http://schemas.openxmlformats.org/officeDocument/2006/relationships/image" Target="../media/image413.png"/><Relationship Id="rId57" Type="http://schemas.openxmlformats.org/officeDocument/2006/relationships/image" Target="../media/image417.png"/><Relationship Id="rId106" Type="http://schemas.openxmlformats.org/officeDocument/2006/relationships/customXml" Target="../ink/ink443.xml"/><Relationship Id="rId114" Type="http://schemas.openxmlformats.org/officeDocument/2006/relationships/customXml" Target="../ink/ink447.xml"/><Relationship Id="rId10" Type="http://schemas.openxmlformats.org/officeDocument/2006/relationships/customXml" Target="../ink/ink395.xml"/><Relationship Id="rId31" Type="http://schemas.openxmlformats.org/officeDocument/2006/relationships/image" Target="../media/image405.png"/><Relationship Id="rId44" Type="http://schemas.openxmlformats.org/officeDocument/2006/relationships/customXml" Target="../ink/ink412.xml"/><Relationship Id="rId52" Type="http://schemas.openxmlformats.org/officeDocument/2006/relationships/customXml" Target="../ink/ink416.xml"/><Relationship Id="rId60" Type="http://schemas.openxmlformats.org/officeDocument/2006/relationships/customXml" Target="../ink/ink420.xml"/><Relationship Id="rId65" Type="http://schemas.openxmlformats.org/officeDocument/2006/relationships/image" Target="../media/image421.png"/><Relationship Id="rId73" Type="http://schemas.openxmlformats.org/officeDocument/2006/relationships/image" Target="../media/image425.png"/><Relationship Id="rId78" Type="http://schemas.openxmlformats.org/officeDocument/2006/relationships/customXml" Target="../ink/ink429.xml"/><Relationship Id="rId81" Type="http://schemas.openxmlformats.org/officeDocument/2006/relationships/image" Target="../media/image429.png"/><Relationship Id="rId86" Type="http://schemas.openxmlformats.org/officeDocument/2006/relationships/customXml" Target="../ink/ink433.xml"/><Relationship Id="rId94" Type="http://schemas.openxmlformats.org/officeDocument/2006/relationships/customXml" Target="../ink/ink437.xml"/><Relationship Id="rId99" Type="http://schemas.openxmlformats.org/officeDocument/2006/relationships/image" Target="../media/image438.png"/><Relationship Id="rId101" Type="http://schemas.openxmlformats.org/officeDocument/2006/relationships/image" Target="../media/image439.png"/><Relationship Id="rId4" Type="http://schemas.openxmlformats.org/officeDocument/2006/relationships/customXml" Target="../ink/ink392.xml"/><Relationship Id="rId9" Type="http://schemas.openxmlformats.org/officeDocument/2006/relationships/image" Target="../media/image394.png"/><Relationship Id="rId13" Type="http://schemas.openxmlformats.org/officeDocument/2006/relationships/image" Target="../media/image396.png"/><Relationship Id="rId18" Type="http://schemas.openxmlformats.org/officeDocument/2006/relationships/customXml" Target="../ink/ink399.xml"/><Relationship Id="rId39" Type="http://schemas.openxmlformats.org/officeDocument/2006/relationships/image" Target="../media/image270.png"/><Relationship Id="rId109" Type="http://schemas.openxmlformats.org/officeDocument/2006/relationships/image" Target="../media/image443.png"/><Relationship Id="rId34" Type="http://schemas.openxmlformats.org/officeDocument/2006/relationships/customXml" Target="../ink/ink407.xml"/><Relationship Id="rId50" Type="http://schemas.openxmlformats.org/officeDocument/2006/relationships/customXml" Target="../ink/ink415.xml"/><Relationship Id="rId55" Type="http://schemas.openxmlformats.org/officeDocument/2006/relationships/image" Target="../media/image416.png"/><Relationship Id="rId76" Type="http://schemas.openxmlformats.org/officeDocument/2006/relationships/customXml" Target="../ink/ink428.xml"/><Relationship Id="rId97" Type="http://schemas.openxmlformats.org/officeDocument/2006/relationships/image" Target="../media/image437.png"/><Relationship Id="rId104" Type="http://schemas.openxmlformats.org/officeDocument/2006/relationships/customXml" Target="../ink/ink442.xml"/><Relationship Id="rId7" Type="http://schemas.openxmlformats.org/officeDocument/2006/relationships/image" Target="../media/image393.png"/><Relationship Id="rId71" Type="http://schemas.openxmlformats.org/officeDocument/2006/relationships/image" Target="../media/image424.png"/><Relationship Id="rId92" Type="http://schemas.openxmlformats.org/officeDocument/2006/relationships/customXml" Target="../ink/ink436.xml"/><Relationship Id="rId2" Type="http://schemas.openxmlformats.org/officeDocument/2006/relationships/customXml" Target="../ink/ink391.xml"/><Relationship Id="rId29" Type="http://schemas.openxmlformats.org/officeDocument/2006/relationships/image" Target="../media/image404.png"/><Relationship Id="rId24" Type="http://schemas.openxmlformats.org/officeDocument/2006/relationships/customXml" Target="../ink/ink402.xml"/><Relationship Id="rId40" Type="http://schemas.openxmlformats.org/officeDocument/2006/relationships/customXml" Target="../ink/ink410.xml"/><Relationship Id="rId45" Type="http://schemas.openxmlformats.org/officeDocument/2006/relationships/image" Target="../media/image411.png"/><Relationship Id="rId66" Type="http://schemas.openxmlformats.org/officeDocument/2006/relationships/customXml" Target="../ink/ink423.xml"/><Relationship Id="rId87" Type="http://schemas.openxmlformats.org/officeDocument/2006/relationships/image" Target="../media/image432.png"/><Relationship Id="rId110" Type="http://schemas.openxmlformats.org/officeDocument/2006/relationships/customXml" Target="../ink/ink445.xml"/><Relationship Id="rId115" Type="http://schemas.openxmlformats.org/officeDocument/2006/relationships/image" Target="../media/image446.png"/><Relationship Id="rId61" Type="http://schemas.openxmlformats.org/officeDocument/2006/relationships/image" Target="../media/image419.png"/><Relationship Id="rId82" Type="http://schemas.openxmlformats.org/officeDocument/2006/relationships/customXml" Target="../ink/ink431.xml"/><Relationship Id="rId19" Type="http://schemas.openxmlformats.org/officeDocument/2006/relationships/image" Target="../media/image399.png"/><Relationship Id="rId14" Type="http://schemas.openxmlformats.org/officeDocument/2006/relationships/customXml" Target="../ink/ink397.xml"/><Relationship Id="rId30" Type="http://schemas.openxmlformats.org/officeDocument/2006/relationships/customXml" Target="../ink/ink405.xml"/><Relationship Id="rId35" Type="http://schemas.openxmlformats.org/officeDocument/2006/relationships/image" Target="../media/image407.png"/><Relationship Id="rId56" Type="http://schemas.openxmlformats.org/officeDocument/2006/relationships/customXml" Target="../ink/ink418.xml"/><Relationship Id="rId77" Type="http://schemas.openxmlformats.org/officeDocument/2006/relationships/image" Target="../media/image427.png"/><Relationship Id="rId100" Type="http://schemas.openxmlformats.org/officeDocument/2006/relationships/customXml" Target="../ink/ink440.xml"/><Relationship Id="rId105" Type="http://schemas.openxmlformats.org/officeDocument/2006/relationships/image" Target="../media/image441.png"/><Relationship Id="rId8" Type="http://schemas.openxmlformats.org/officeDocument/2006/relationships/customXml" Target="../ink/ink394.xml"/><Relationship Id="rId51" Type="http://schemas.openxmlformats.org/officeDocument/2006/relationships/image" Target="../media/image414.png"/><Relationship Id="rId72" Type="http://schemas.openxmlformats.org/officeDocument/2006/relationships/customXml" Target="../ink/ink426.xml"/><Relationship Id="rId93" Type="http://schemas.openxmlformats.org/officeDocument/2006/relationships/image" Target="../media/image435.png"/><Relationship Id="rId98" Type="http://schemas.openxmlformats.org/officeDocument/2006/relationships/customXml" Target="../ink/ink439.xml"/><Relationship Id="rId3" Type="http://schemas.openxmlformats.org/officeDocument/2006/relationships/image" Target="../media/image391.png"/><Relationship Id="rId25" Type="http://schemas.openxmlformats.org/officeDocument/2006/relationships/image" Target="../media/image402.png"/><Relationship Id="rId46" Type="http://schemas.openxmlformats.org/officeDocument/2006/relationships/customXml" Target="../ink/ink413.xml"/><Relationship Id="rId67" Type="http://schemas.openxmlformats.org/officeDocument/2006/relationships/image" Target="../media/image422.png"/><Relationship Id="rId20" Type="http://schemas.openxmlformats.org/officeDocument/2006/relationships/customXml" Target="../ink/ink400.xml"/><Relationship Id="rId41" Type="http://schemas.openxmlformats.org/officeDocument/2006/relationships/image" Target="../media/image409.png"/><Relationship Id="rId62" Type="http://schemas.openxmlformats.org/officeDocument/2006/relationships/customXml" Target="../ink/ink421.xml"/><Relationship Id="rId83" Type="http://schemas.openxmlformats.org/officeDocument/2006/relationships/image" Target="../media/image430.png"/><Relationship Id="rId88" Type="http://schemas.openxmlformats.org/officeDocument/2006/relationships/customXml" Target="../ink/ink434.xml"/><Relationship Id="rId111" Type="http://schemas.openxmlformats.org/officeDocument/2006/relationships/image" Target="../media/image444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04.png"/><Relationship Id="rId21" Type="http://schemas.openxmlformats.org/officeDocument/2006/relationships/image" Target="../media/image456.png"/><Relationship Id="rId42" Type="http://schemas.openxmlformats.org/officeDocument/2006/relationships/customXml" Target="../ink/ink468.xml"/><Relationship Id="rId63" Type="http://schemas.openxmlformats.org/officeDocument/2006/relationships/image" Target="../media/image477.png"/><Relationship Id="rId84" Type="http://schemas.openxmlformats.org/officeDocument/2006/relationships/customXml" Target="../ink/ink489.xml"/><Relationship Id="rId138" Type="http://schemas.openxmlformats.org/officeDocument/2006/relationships/customXml" Target="../ink/ink516.xml"/><Relationship Id="rId159" Type="http://schemas.openxmlformats.org/officeDocument/2006/relationships/image" Target="../media/image525.png"/><Relationship Id="rId170" Type="http://schemas.openxmlformats.org/officeDocument/2006/relationships/customXml" Target="../ink/ink532.xml"/><Relationship Id="rId191" Type="http://schemas.openxmlformats.org/officeDocument/2006/relationships/image" Target="../media/image541.png"/><Relationship Id="rId205" Type="http://schemas.openxmlformats.org/officeDocument/2006/relationships/image" Target="../media/image548.png"/><Relationship Id="rId107" Type="http://schemas.openxmlformats.org/officeDocument/2006/relationships/image" Target="../media/image499.png"/><Relationship Id="rId11" Type="http://schemas.openxmlformats.org/officeDocument/2006/relationships/image" Target="../media/image451.png"/><Relationship Id="rId32" Type="http://schemas.openxmlformats.org/officeDocument/2006/relationships/customXml" Target="../ink/ink463.xml"/><Relationship Id="rId53" Type="http://schemas.openxmlformats.org/officeDocument/2006/relationships/image" Target="../media/image472.png"/><Relationship Id="rId74" Type="http://schemas.openxmlformats.org/officeDocument/2006/relationships/customXml" Target="../ink/ink484.xml"/><Relationship Id="rId128" Type="http://schemas.openxmlformats.org/officeDocument/2006/relationships/customXml" Target="../ink/ink511.xml"/><Relationship Id="rId149" Type="http://schemas.openxmlformats.org/officeDocument/2006/relationships/image" Target="../media/image520.png"/><Relationship Id="rId5" Type="http://schemas.openxmlformats.org/officeDocument/2006/relationships/image" Target="../media/image448.png"/><Relationship Id="rId95" Type="http://schemas.openxmlformats.org/officeDocument/2006/relationships/image" Target="../media/image493.png"/><Relationship Id="rId160" Type="http://schemas.openxmlformats.org/officeDocument/2006/relationships/customXml" Target="../ink/ink527.xml"/><Relationship Id="rId181" Type="http://schemas.openxmlformats.org/officeDocument/2006/relationships/image" Target="../media/image536.png"/><Relationship Id="rId216" Type="http://schemas.openxmlformats.org/officeDocument/2006/relationships/customXml" Target="../ink/ink555.xml"/><Relationship Id="rId22" Type="http://schemas.openxmlformats.org/officeDocument/2006/relationships/customXml" Target="../ink/ink458.xml"/><Relationship Id="rId43" Type="http://schemas.openxmlformats.org/officeDocument/2006/relationships/image" Target="../media/image467.png"/><Relationship Id="rId64" Type="http://schemas.openxmlformats.org/officeDocument/2006/relationships/customXml" Target="../ink/ink479.xml"/><Relationship Id="rId118" Type="http://schemas.openxmlformats.org/officeDocument/2006/relationships/customXml" Target="../ink/ink506.xml"/><Relationship Id="rId139" Type="http://schemas.openxmlformats.org/officeDocument/2006/relationships/image" Target="../media/image515.png"/><Relationship Id="rId85" Type="http://schemas.openxmlformats.org/officeDocument/2006/relationships/image" Target="../media/image488.png"/><Relationship Id="rId150" Type="http://schemas.openxmlformats.org/officeDocument/2006/relationships/customXml" Target="../ink/ink522.xml"/><Relationship Id="rId171" Type="http://schemas.openxmlformats.org/officeDocument/2006/relationships/image" Target="../media/image531.png"/><Relationship Id="rId192" Type="http://schemas.openxmlformats.org/officeDocument/2006/relationships/customXml" Target="../ink/ink543.xml"/><Relationship Id="rId206" Type="http://schemas.openxmlformats.org/officeDocument/2006/relationships/customXml" Target="../ink/ink550.xml"/><Relationship Id="rId12" Type="http://schemas.openxmlformats.org/officeDocument/2006/relationships/customXml" Target="../ink/ink453.xml"/><Relationship Id="rId33" Type="http://schemas.openxmlformats.org/officeDocument/2006/relationships/image" Target="../media/image462.png"/><Relationship Id="rId108" Type="http://schemas.openxmlformats.org/officeDocument/2006/relationships/customXml" Target="../ink/ink501.xml"/><Relationship Id="rId129" Type="http://schemas.openxmlformats.org/officeDocument/2006/relationships/image" Target="../media/image510.png"/><Relationship Id="rId54" Type="http://schemas.openxmlformats.org/officeDocument/2006/relationships/customXml" Target="../ink/ink474.xml"/><Relationship Id="rId75" Type="http://schemas.openxmlformats.org/officeDocument/2006/relationships/image" Target="../media/image483.png"/><Relationship Id="rId96" Type="http://schemas.openxmlformats.org/officeDocument/2006/relationships/customXml" Target="../ink/ink495.xml"/><Relationship Id="rId140" Type="http://schemas.openxmlformats.org/officeDocument/2006/relationships/customXml" Target="../ink/ink517.xml"/><Relationship Id="rId161" Type="http://schemas.openxmlformats.org/officeDocument/2006/relationships/image" Target="../media/image526.png"/><Relationship Id="rId182" Type="http://schemas.openxmlformats.org/officeDocument/2006/relationships/customXml" Target="../ink/ink538.xml"/><Relationship Id="rId217" Type="http://schemas.openxmlformats.org/officeDocument/2006/relationships/image" Target="../media/image554.png"/><Relationship Id="rId6" Type="http://schemas.openxmlformats.org/officeDocument/2006/relationships/customXml" Target="../ink/ink450.xml"/><Relationship Id="rId23" Type="http://schemas.openxmlformats.org/officeDocument/2006/relationships/image" Target="../media/image457.png"/><Relationship Id="rId119" Type="http://schemas.openxmlformats.org/officeDocument/2006/relationships/image" Target="../media/image505.png"/><Relationship Id="rId44" Type="http://schemas.openxmlformats.org/officeDocument/2006/relationships/customXml" Target="../ink/ink469.xml"/><Relationship Id="rId65" Type="http://schemas.openxmlformats.org/officeDocument/2006/relationships/image" Target="../media/image478.png"/><Relationship Id="rId86" Type="http://schemas.openxmlformats.org/officeDocument/2006/relationships/customXml" Target="../ink/ink490.xml"/><Relationship Id="rId130" Type="http://schemas.openxmlformats.org/officeDocument/2006/relationships/customXml" Target="../ink/ink512.xml"/><Relationship Id="rId151" Type="http://schemas.openxmlformats.org/officeDocument/2006/relationships/image" Target="../media/image521.png"/><Relationship Id="rId172" Type="http://schemas.openxmlformats.org/officeDocument/2006/relationships/customXml" Target="../ink/ink533.xml"/><Relationship Id="rId193" Type="http://schemas.openxmlformats.org/officeDocument/2006/relationships/image" Target="../media/image542.png"/><Relationship Id="rId207" Type="http://schemas.openxmlformats.org/officeDocument/2006/relationships/image" Target="../media/image549.png"/><Relationship Id="rId13" Type="http://schemas.openxmlformats.org/officeDocument/2006/relationships/image" Target="../media/image452.png"/><Relationship Id="rId109" Type="http://schemas.openxmlformats.org/officeDocument/2006/relationships/image" Target="../media/image500.png"/><Relationship Id="rId34" Type="http://schemas.openxmlformats.org/officeDocument/2006/relationships/customXml" Target="../ink/ink464.xml"/><Relationship Id="rId55" Type="http://schemas.openxmlformats.org/officeDocument/2006/relationships/image" Target="../media/image473.png"/><Relationship Id="rId76" Type="http://schemas.openxmlformats.org/officeDocument/2006/relationships/customXml" Target="../ink/ink485.xml"/><Relationship Id="rId97" Type="http://schemas.openxmlformats.org/officeDocument/2006/relationships/image" Target="../media/image494.png"/><Relationship Id="rId120" Type="http://schemas.openxmlformats.org/officeDocument/2006/relationships/customXml" Target="../ink/ink507.xml"/><Relationship Id="rId141" Type="http://schemas.openxmlformats.org/officeDocument/2006/relationships/image" Target="../media/image516.png"/><Relationship Id="rId7" Type="http://schemas.openxmlformats.org/officeDocument/2006/relationships/image" Target="../media/image449.png"/><Relationship Id="rId162" Type="http://schemas.openxmlformats.org/officeDocument/2006/relationships/customXml" Target="../ink/ink528.xml"/><Relationship Id="rId183" Type="http://schemas.openxmlformats.org/officeDocument/2006/relationships/image" Target="../media/image537.png"/><Relationship Id="rId218" Type="http://schemas.openxmlformats.org/officeDocument/2006/relationships/customXml" Target="../ink/ink556.xml"/><Relationship Id="rId24" Type="http://schemas.openxmlformats.org/officeDocument/2006/relationships/customXml" Target="../ink/ink459.xml"/><Relationship Id="rId45" Type="http://schemas.openxmlformats.org/officeDocument/2006/relationships/image" Target="../media/image468.png"/><Relationship Id="rId66" Type="http://schemas.openxmlformats.org/officeDocument/2006/relationships/customXml" Target="../ink/ink480.xml"/><Relationship Id="rId87" Type="http://schemas.openxmlformats.org/officeDocument/2006/relationships/image" Target="../media/image489.png"/><Relationship Id="rId110" Type="http://schemas.openxmlformats.org/officeDocument/2006/relationships/customXml" Target="../ink/ink502.xml"/><Relationship Id="rId131" Type="http://schemas.openxmlformats.org/officeDocument/2006/relationships/image" Target="../media/image511.png"/><Relationship Id="rId152" Type="http://schemas.openxmlformats.org/officeDocument/2006/relationships/customXml" Target="../ink/ink523.xml"/><Relationship Id="rId173" Type="http://schemas.openxmlformats.org/officeDocument/2006/relationships/image" Target="../media/image532.png"/><Relationship Id="rId194" Type="http://schemas.openxmlformats.org/officeDocument/2006/relationships/customXml" Target="../ink/ink544.xml"/><Relationship Id="rId208" Type="http://schemas.openxmlformats.org/officeDocument/2006/relationships/customXml" Target="../ink/ink551.xml"/><Relationship Id="rId14" Type="http://schemas.openxmlformats.org/officeDocument/2006/relationships/customXml" Target="../ink/ink454.xml"/><Relationship Id="rId35" Type="http://schemas.openxmlformats.org/officeDocument/2006/relationships/image" Target="../media/image463.png"/><Relationship Id="rId56" Type="http://schemas.openxmlformats.org/officeDocument/2006/relationships/customXml" Target="../ink/ink475.xml"/><Relationship Id="rId77" Type="http://schemas.openxmlformats.org/officeDocument/2006/relationships/image" Target="../media/image484.png"/><Relationship Id="rId100" Type="http://schemas.openxmlformats.org/officeDocument/2006/relationships/customXml" Target="../ink/ink497.xml"/><Relationship Id="rId8" Type="http://schemas.openxmlformats.org/officeDocument/2006/relationships/customXml" Target="../ink/ink451.xml"/><Relationship Id="rId51" Type="http://schemas.openxmlformats.org/officeDocument/2006/relationships/image" Target="../media/image471.png"/><Relationship Id="rId72" Type="http://schemas.openxmlformats.org/officeDocument/2006/relationships/customXml" Target="../ink/ink483.xml"/><Relationship Id="rId93" Type="http://schemas.openxmlformats.org/officeDocument/2006/relationships/image" Target="../media/image492.png"/><Relationship Id="rId98" Type="http://schemas.openxmlformats.org/officeDocument/2006/relationships/customXml" Target="../ink/ink496.xml"/><Relationship Id="rId121" Type="http://schemas.openxmlformats.org/officeDocument/2006/relationships/image" Target="../media/image506.png"/><Relationship Id="rId142" Type="http://schemas.openxmlformats.org/officeDocument/2006/relationships/customXml" Target="../ink/ink518.xml"/><Relationship Id="rId163" Type="http://schemas.openxmlformats.org/officeDocument/2006/relationships/image" Target="../media/image527.png"/><Relationship Id="rId184" Type="http://schemas.openxmlformats.org/officeDocument/2006/relationships/customXml" Target="../ink/ink539.xml"/><Relationship Id="rId189" Type="http://schemas.openxmlformats.org/officeDocument/2006/relationships/image" Target="../media/image540.png"/><Relationship Id="rId219" Type="http://schemas.openxmlformats.org/officeDocument/2006/relationships/image" Target="../media/image555.png"/><Relationship Id="rId3" Type="http://schemas.openxmlformats.org/officeDocument/2006/relationships/image" Target="../media/image447.png"/><Relationship Id="rId214" Type="http://schemas.openxmlformats.org/officeDocument/2006/relationships/customXml" Target="../ink/ink554.xml"/><Relationship Id="rId25" Type="http://schemas.openxmlformats.org/officeDocument/2006/relationships/image" Target="../media/image458.png"/><Relationship Id="rId46" Type="http://schemas.openxmlformats.org/officeDocument/2006/relationships/customXml" Target="../ink/ink470.xml"/><Relationship Id="rId67" Type="http://schemas.openxmlformats.org/officeDocument/2006/relationships/image" Target="../media/image479.png"/><Relationship Id="rId116" Type="http://schemas.openxmlformats.org/officeDocument/2006/relationships/customXml" Target="../ink/ink505.xml"/><Relationship Id="rId137" Type="http://schemas.openxmlformats.org/officeDocument/2006/relationships/image" Target="../media/image514.png"/><Relationship Id="rId158" Type="http://schemas.openxmlformats.org/officeDocument/2006/relationships/customXml" Target="../ink/ink526.xml"/><Relationship Id="rId20" Type="http://schemas.openxmlformats.org/officeDocument/2006/relationships/customXml" Target="../ink/ink457.xml"/><Relationship Id="rId41" Type="http://schemas.openxmlformats.org/officeDocument/2006/relationships/image" Target="../media/image466.png"/><Relationship Id="rId62" Type="http://schemas.openxmlformats.org/officeDocument/2006/relationships/customXml" Target="../ink/ink478.xml"/><Relationship Id="rId83" Type="http://schemas.openxmlformats.org/officeDocument/2006/relationships/image" Target="../media/image487.png"/><Relationship Id="rId88" Type="http://schemas.openxmlformats.org/officeDocument/2006/relationships/customXml" Target="../ink/ink491.xml"/><Relationship Id="rId111" Type="http://schemas.openxmlformats.org/officeDocument/2006/relationships/image" Target="../media/image501.png"/><Relationship Id="rId132" Type="http://schemas.openxmlformats.org/officeDocument/2006/relationships/customXml" Target="../ink/ink513.xml"/><Relationship Id="rId153" Type="http://schemas.openxmlformats.org/officeDocument/2006/relationships/image" Target="../media/image522.png"/><Relationship Id="rId174" Type="http://schemas.openxmlformats.org/officeDocument/2006/relationships/customXml" Target="../ink/ink534.xml"/><Relationship Id="rId179" Type="http://schemas.openxmlformats.org/officeDocument/2006/relationships/image" Target="../media/image535.png"/><Relationship Id="rId195" Type="http://schemas.openxmlformats.org/officeDocument/2006/relationships/image" Target="../media/image543.png"/><Relationship Id="rId209" Type="http://schemas.openxmlformats.org/officeDocument/2006/relationships/image" Target="../media/image550.png"/><Relationship Id="rId190" Type="http://schemas.openxmlformats.org/officeDocument/2006/relationships/customXml" Target="../ink/ink542.xml"/><Relationship Id="rId204" Type="http://schemas.openxmlformats.org/officeDocument/2006/relationships/customXml" Target="../ink/ink549.xml"/><Relationship Id="rId220" Type="http://schemas.openxmlformats.org/officeDocument/2006/relationships/customXml" Target="../ink/ink557.xml"/><Relationship Id="rId15" Type="http://schemas.openxmlformats.org/officeDocument/2006/relationships/image" Target="../media/image453.png"/><Relationship Id="rId36" Type="http://schemas.openxmlformats.org/officeDocument/2006/relationships/customXml" Target="../ink/ink465.xml"/><Relationship Id="rId57" Type="http://schemas.openxmlformats.org/officeDocument/2006/relationships/image" Target="../media/image474.png"/><Relationship Id="rId106" Type="http://schemas.openxmlformats.org/officeDocument/2006/relationships/customXml" Target="../ink/ink500.xml"/><Relationship Id="rId127" Type="http://schemas.openxmlformats.org/officeDocument/2006/relationships/image" Target="../media/image509.png"/><Relationship Id="rId10" Type="http://schemas.openxmlformats.org/officeDocument/2006/relationships/customXml" Target="../ink/ink452.xml"/><Relationship Id="rId31" Type="http://schemas.openxmlformats.org/officeDocument/2006/relationships/image" Target="../media/image461.png"/><Relationship Id="rId52" Type="http://schemas.openxmlformats.org/officeDocument/2006/relationships/customXml" Target="../ink/ink473.xml"/><Relationship Id="rId73" Type="http://schemas.openxmlformats.org/officeDocument/2006/relationships/image" Target="../media/image482.png"/><Relationship Id="rId78" Type="http://schemas.openxmlformats.org/officeDocument/2006/relationships/customXml" Target="../ink/ink486.xml"/><Relationship Id="rId94" Type="http://schemas.openxmlformats.org/officeDocument/2006/relationships/customXml" Target="../ink/ink494.xml"/><Relationship Id="rId99" Type="http://schemas.openxmlformats.org/officeDocument/2006/relationships/image" Target="../media/image495.png"/><Relationship Id="rId101" Type="http://schemas.openxmlformats.org/officeDocument/2006/relationships/image" Target="../media/image496.png"/><Relationship Id="rId122" Type="http://schemas.openxmlformats.org/officeDocument/2006/relationships/customXml" Target="../ink/ink508.xml"/><Relationship Id="rId143" Type="http://schemas.openxmlformats.org/officeDocument/2006/relationships/image" Target="../media/image517.png"/><Relationship Id="rId148" Type="http://schemas.openxmlformats.org/officeDocument/2006/relationships/customXml" Target="../ink/ink521.xml"/><Relationship Id="rId164" Type="http://schemas.openxmlformats.org/officeDocument/2006/relationships/customXml" Target="../ink/ink529.xml"/><Relationship Id="rId169" Type="http://schemas.openxmlformats.org/officeDocument/2006/relationships/image" Target="../media/image530.png"/><Relationship Id="rId185" Type="http://schemas.openxmlformats.org/officeDocument/2006/relationships/image" Target="../media/image538.png"/><Relationship Id="rId4" Type="http://schemas.openxmlformats.org/officeDocument/2006/relationships/customXml" Target="../ink/ink449.xml"/><Relationship Id="rId9" Type="http://schemas.openxmlformats.org/officeDocument/2006/relationships/image" Target="../media/image450.png"/><Relationship Id="rId180" Type="http://schemas.openxmlformats.org/officeDocument/2006/relationships/customXml" Target="../ink/ink537.xml"/><Relationship Id="rId210" Type="http://schemas.openxmlformats.org/officeDocument/2006/relationships/customXml" Target="../ink/ink552.xml"/><Relationship Id="rId215" Type="http://schemas.openxmlformats.org/officeDocument/2006/relationships/image" Target="../media/image553.png"/><Relationship Id="rId26" Type="http://schemas.openxmlformats.org/officeDocument/2006/relationships/customXml" Target="../ink/ink460.xml"/><Relationship Id="rId47" Type="http://schemas.openxmlformats.org/officeDocument/2006/relationships/image" Target="../media/image469.png"/><Relationship Id="rId68" Type="http://schemas.openxmlformats.org/officeDocument/2006/relationships/customXml" Target="../ink/ink481.xml"/><Relationship Id="rId89" Type="http://schemas.openxmlformats.org/officeDocument/2006/relationships/image" Target="../media/image490.png"/><Relationship Id="rId112" Type="http://schemas.openxmlformats.org/officeDocument/2006/relationships/customXml" Target="../ink/ink503.xml"/><Relationship Id="rId133" Type="http://schemas.openxmlformats.org/officeDocument/2006/relationships/image" Target="../media/image512.png"/><Relationship Id="rId154" Type="http://schemas.openxmlformats.org/officeDocument/2006/relationships/customXml" Target="../ink/ink524.xml"/><Relationship Id="rId175" Type="http://schemas.openxmlformats.org/officeDocument/2006/relationships/image" Target="../media/image533.png"/><Relationship Id="rId196" Type="http://schemas.openxmlformats.org/officeDocument/2006/relationships/customXml" Target="../ink/ink545.xml"/><Relationship Id="rId200" Type="http://schemas.openxmlformats.org/officeDocument/2006/relationships/customXml" Target="../ink/ink547.xml"/><Relationship Id="rId16" Type="http://schemas.openxmlformats.org/officeDocument/2006/relationships/customXml" Target="../ink/ink455.xml"/><Relationship Id="rId221" Type="http://schemas.openxmlformats.org/officeDocument/2006/relationships/image" Target="../media/image556.png"/><Relationship Id="rId37" Type="http://schemas.openxmlformats.org/officeDocument/2006/relationships/image" Target="../media/image464.png"/><Relationship Id="rId58" Type="http://schemas.openxmlformats.org/officeDocument/2006/relationships/customXml" Target="../ink/ink476.xml"/><Relationship Id="rId79" Type="http://schemas.openxmlformats.org/officeDocument/2006/relationships/image" Target="../media/image485.png"/><Relationship Id="rId102" Type="http://schemas.openxmlformats.org/officeDocument/2006/relationships/customXml" Target="../ink/ink498.xml"/><Relationship Id="rId123" Type="http://schemas.openxmlformats.org/officeDocument/2006/relationships/image" Target="../media/image507.png"/><Relationship Id="rId144" Type="http://schemas.openxmlformats.org/officeDocument/2006/relationships/customXml" Target="../ink/ink519.xml"/><Relationship Id="rId90" Type="http://schemas.openxmlformats.org/officeDocument/2006/relationships/customXml" Target="../ink/ink492.xml"/><Relationship Id="rId165" Type="http://schemas.openxmlformats.org/officeDocument/2006/relationships/image" Target="../media/image528.png"/><Relationship Id="rId186" Type="http://schemas.openxmlformats.org/officeDocument/2006/relationships/customXml" Target="../ink/ink540.xml"/><Relationship Id="rId211" Type="http://schemas.openxmlformats.org/officeDocument/2006/relationships/image" Target="../media/image551.png"/><Relationship Id="rId27" Type="http://schemas.openxmlformats.org/officeDocument/2006/relationships/image" Target="../media/image459.png"/><Relationship Id="rId48" Type="http://schemas.openxmlformats.org/officeDocument/2006/relationships/customXml" Target="../ink/ink471.xml"/><Relationship Id="rId69" Type="http://schemas.openxmlformats.org/officeDocument/2006/relationships/image" Target="../media/image480.png"/><Relationship Id="rId113" Type="http://schemas.openxmlformats.org/officeDocument/2006/relationships/image" Target="../media/image502.png"/><Relationship Id="rId134" Type="http://schemas.openxmlformats.org/officeDocument/2006/relationships/customXml" Target="../ink/ink514.xml"/><Relationship Id="rId80" Type="http://schemas.openxmlformats.org/officeDocument/2006/relationships/customXml" Target="../ink/ink487.xml"/><Relationship Id="rId155" Type="http://schemas.openxmlformats.org/officeDocument/2006/relationships/image" Target="../media/image523.png"/><Relationship Id="rId176" Type="http://schemas.openxmlformats.org/officeDocument/2006/relationships/customXml" Target="../ink/ink535.xml"/><Relationship Id="rId197" Type="http://schemas.openxmlformats.org/officeDocument/2006/relationships/image" Target="../media/image544.png"/><Relationship Id="rId201" Type="http://schemas.openxmlformats.org/officeDocument/2006/relationships/image" Target="../media/image546.png"/><Relationship Id="rId222" Type="http://schemas.openxmlformats.org/officeDocument/2006/relationships/customXml" Target="../ink/ink558.xml"/><Relationship Id="rId17" Type="http://schemas.openxmlformats.org/officeDocument/2006/relationships/image" Target="../media/image454.png"/><Relationship Id="rId38" Type="http://schemas.openxmlformats.org/officeDocument/2006/relationships/customXml" Target="../ink/ink466.xml"/><Relationship Id="rId59" Type="http://schemas.openxmlformats.org/officeDocument/2006/relationships/image" Target="../media/image475.png"/><Relationship Id="rId103" Type="http://schemas.openxmlformats.org/officeDocument/2006/relationships/image" Target="../media/image497.png"/><Relationship Id="rId124" Type="http://schemas.openxmlformats.org/officeDocument/2006/relationships/customXml" Target="../ink/ink509.xml"/><Relationship Id="rId70" Type="http://schemas.openxmlformats.org/officeDocument/2006/relationships/customXml" Target="../ink/ink482.xml"/><Relationship Id="rId91" Type="http://schemas.openxmlformats.org/officeDocument/2006/relationships/image" Target="../media/image491.png"/><Relationship Id="rId145" Type="http://schemas.openxmlformats.org/officeDocument/2006/relationships/image" Target="../media/image518.png"/><Relationship Id="rId166" Type="http://schemas.openxmlformats.org/officeDocument/2006/relationships/customXml" Target="../ink/ink530.xml"/><Relationship Id="rId187" Type="http://schemas.openxmlformats.org/officeDocument/2006/relationships/image" Target="../media/image53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53.xml"/><Relationship Id="rId28" Type="http://schemas.openxmlformats.org/officeDocument/2006/relationships/customXml" Target="../ink/ink461.xml"/><Relationship Id="rId49" Type="http://schemas.openxmlformats.org/officeDocument/2006/relationships/image" Target="../media/image470.png"/><Relationship Id="rId114" Type="http://schemas.openxmlformats.org/officeDocument/2006/relationships/customXml" Target="../ink/ink504.xml"/><Relationship Id="rId60" Type="http://schemas.openxmlformats.org/officeDocument/2006/relationships/customXml" Target="../ink/ink477.xml"/><Relationship Id="rId81" Type="http://schemas.openxmlformats.org/officeDocument/2006/relationships/image" Target="../media/image486.png"/><Relationship Id="rId135" Type="http://schemas.openxmlformats.org/officeDocument/2006/relationships/image" Target="../media/image513.png"/><Relationship Id="rId156" Type="http://schemas.openxmlformats.org/officeDocument/2006/relationships/customXml" Target="../ink/ink525.xml"/><Relationship Id="rId177" Type="http://schemas.openxmlformats.org/officeDocument/2006/relationships/image" Target="../media/image534.png"/><Relationship Id="rId198" Type="http://schemas.openxmlformats.org/officeDocument/2006/relationships/customXml" Target="../ink/ink546.xml"/><Relationship Id="rId202" Type="http://schemas.openxmlformats.org/officeDocument/2006/relationships/customXml" Target="../ink/ink548.xml"/><Relationship Id="rId223" Type="http://schemas.openxmlformats.org/officeDocument/2006/relationships/image" Target="../media/image557.png"/><Relationship Id="rId18" Type="http://schemas.openxmlformats.org/officeDocument/2006/relationships/customXml" Target="../ink/ink456.xml"/><Relationship Id="rId39" Type="http://schemas.openxmlformats.org/officeDocument/2006/relationships/image" Target="../media/image465.png"/><Relationship Id="rId50" Type="http://schemas.openxmlformats.org/officeDocument/2006/relationships/customXml" Target="../ink/ink472.xml"/><Relationship Id="rId104" Type="http://schemas.openxmlformats.org/officeDocument/2006/relationships/customXml" Target="../ink/ink499.xml"/><Relationship Id="rId125" Type="http://schemas.openxmlformats.org/officeDocument/2006/relationships/image" Target="../media/image508.png"/><Relationship Id="rId146" Type="http://schemas.openxmlformats.org/officeDocument/2006/relationships/customXml" Target="../ink/ink520.xml"/><Relationship Id="rId167" Type="http://schemas.openxmlformats.org/officeDocument/2006/relationships/image" Target="../media/image529.png"/><Relationship Id="rId188" Type="http://schemas.openxmlformats.org/officeDocument/2006/relationships/customXml" Target="../ink/ink541.xml"/><Relationship Id="rId71" Type="http://schemas.openxmlformats.org/officeDocument/2006/relationships/image" Target="../media/image481.png"/><Relationship Id="rId92" Type="http://schemas.openxmlformats.org/officeDocument/2006/relationships/customXml" Target="../ink/ink493.xml"/><Relationship Id="rId213" Type="http://schemas.openxmlformats.org/officeDocument/2006/relationships/image" Target="../media/image552.png"/><Relationship Id="rId2" Type="http://schemas.openxmlformats.org/officeDocument/2006/relationships/customXml" Target="../ink/ink448.xml"/><Relationship Id="rId29" Type="http://schemas.openxmlformats.org/officeDocument/2006/relationships/image" Target="../media/image460.png"/><Relationship Id="rId40" Type="http://schemas.openxmlformats.org/officeDocument/2006/relationships/customXml" Target="../ink/ink467.xml"/><Relationship Id="rId115" Type="http://schemas.openxmlformats.org/officeDocument/2006/relationships/image" Target="../media/image503.png"/><Relationship Id="rId136" Type="http://schemas.openxmlformats.org/officeDocument/2006/relationships/customXml" Target="../ink/ink515.xml"/><Relationship Id="rId157" Type="http://schemas.openxmlformats.org/officeDocument/2006/relationships/image" Target="../media/image524.png"/><Relationship Id="rId178" Type="http://schemas.openxmlformats.org/officeDocument/2006/relationships/customXml" Target="../ink/ink536.xml"/><Relationship Id="rId61" Type="http://schemas.openxmlformats.org/officeDocument/2006/relationships/image" Target="../media/image476.png"/><Relationship Id="rId82" Type="http://schemas.openxmlformats.org/officeDocument/2006/relationships/customXml" Target="../ink/ink488.xml"/><Relationship Id="rId199" Type="http://schemas.openxmlformats.org/officeDocument/2006/relationships/image" Target="../media/image545.png"/><Relationship Id="rId203" Type="http://schemas.openxmlformats.org/officeDocument/2006/relationships/image" Target="../media/image547.png"/><Relationship Id="rId19" Type="http://schemas.openxmlformats.org/officeDocument/2006/relationships/image" Target="../media/image455.png"/><Relationship Id="rId30" Type="http://schemas.openxmlformats.org/officeDocument/2006/relationships/customXml" Target="../ink/ink462.xml"/><Relationship Id="rId105" Type="http://schemas.openxmlformats.org/officeDocument/2006/relationships/image" Target="../media/image498.png"/><Relationship Id="rId126" Type="http://schemas.openxmlformats.org/officeDocument/2006/relationships/customXml" Target="../ink/ink510.xml"/><Relationship Id="rId147" Type="http://schemas.openxmlformats.org/officeDocument/2006/relationships/image" Target="../media/image519.png"/><Relationship Id="rId168" Type="http://schemas.openxmlformats.org/officeDocument/2006/relationships/customXml" Target="../ink/ink531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5.png"/><Relationship Id="rId21" Type="http://schemas.openxmlformats.org/officeDocument/2006/relationships/image" Target="../media/image567.png"/><Relationship Id="rId42" Type="http://schemas.openxmlformats.org/officeDocument/2006/relationships/customXml" Target="../ink/ink579.xml"/><Relationship Id="rId63" Type="http://schemas.openxmlformats.org/officeDocument/2006/relationships/image" Target="../media/image588.png"/><Relationship Id="rId84" Type="http://schemas.openxmlformats.org/officeDocument/2006/relationships/customXml" Target="../ink/ink600.xml"/><Relationship Id="rId138" Type="http://schemas.openxmlformats.org/officeDocument/2006/relationships/customXml" Target="../ink/ink627.xml"/><Relationship Id="rId159" Type="http://schemas.openxmlformats.org/officeDocument/2006/relationships/image" Target="../media/image636.png"/><Relationship Id="rId170" Type="http://schemas.openxmlformats.org/officeDocument/2006/relationships/customXml" Target="../ink/ink643.xml"/><Relationship Id="rId191" Type="http://schemas.openxmlformats.org/officeDocument/2006/relationships/image" Target="../media/image652.png"/><Relationship Id="rId107" Type="http://schemas.openxmlformats.org/officeDocument/2006/relationships/image" Target="../media/image610.png"/><Relationship Id="rId11" Type="http://schemas.openxmlformats.org/officeDocument/2006/relationships/image" Target="../media/image562.png"/><Relationship Id="rId32" Type="http://schemas.openxmlformats.org/officeDocument/2006/relationships/customXml" Target="../ink/ink574.xml"/><Relationship Id="rId53" Type="http://schemas.openxmlformats.org/officeDocument/2006/relationships/image" Target="../media/image583.png"/><Relationship Id="rId74" Type="http://schemas.openxmlformats.org/officeDocument/2006/relationships/customXml" Target="../ink/ink595.xml"/><Relationship Id="rId128" Type="http://schemas.openxmlformats.org/officeDocument/2006/relationships/customXml" Target="../ink/ink622.xml"/><Relationship Id="rId149" Type="http://schemas.openxmlformats.org/officeDocument/2006/relationships/image" Target="../media/image631.png"/><Relationship Id="rId5" Type="http://schemas.openxmlformats.org/officeDocument/2006/relationships/image" Target="../media/image559.png"/><Relationship Id="rId95" Type="http://schemas.openxmlformats.org/officeDocument/2006/relationships/image" Target="../media/image604.png"/><Relationship Id="rId160" Type="http://schemas.openxmlformats.org/officeDocument/2006/relationships/customXml" Target="../ink/ink638.xml"/><Relationship Id="rId181" Type="http://schemas.openxmlformats.org/officeDocument/2006/relationships/image" Target="../media/image647.png"/><Relationship Id="rId22" Type="http://schemas.openxmlformats.org/officeDocument/2006/relationships/customXml" Target="../ink/ink569.xml"/><Relationship Id="rId43" Type="http://schemas.openxmlformats.org/officeDocument/2006/relationships/image" Target="../media/image578.png"/><Relationship Id="rId64" Type="http://schemas.openxmlformats.org/officeDocument/2006/relationships/customXml" Target="../ink/ink590.xml"/><Relationship Id="rId118" Type="http://schemas.openxmlformats.org/officeDocument/2006/relationships/customXml" Target="../ink/ink617.xml"/><Relationship Id="rId139" Type="http://schemas.openxmlformats.org/officeDocument/2006/relationships/image" Target="../media/image626.png"/><Relationship Id="rId85" Type="http://schemas.openxmlformats.org/officeDocument/2006/relationships/image" Target="../media/image599.png"/><Relationship Id="rId150" Type="http://schemas.openxmlformats.org/officeDocument/2006/relationships/customXml" Target="../ink/ink633.xml"/><Relationship Id="rId171" Type="http://schemas.openxmlformats.org/officeDocument/2006/relationships/image" Target="../media/image642.png"/><Relationship Id="rId12" Type="http://schemas.openxmlformats.org/officeDocument/2006/relationships/customXml" Target="../ink/ink564.xml"/><Relationship Id="rId33" Type="http://schemas.openxmlformats.org/officeDocument/2006/relationships/image" Target="../media/image573.png"/><Relationship Id="rId108" Type="http://schemas.openxmlformats.org/officeDocument/2006/relationships/customXml" Target="../ink/ink612.xml"/><Relationship Id="rId129" Type="http://schemas.openxmlformats.org/officeDocument/2006/relationships/image" Target="../media/image621.png"/><Relationship Id="rId54" Type="http://schemas.openxmlformats.org/officeDocument/2006/relationships/customXml" Target="../ink/ink585.xml"/><Relationship Id="rId75" Type="http://schemas.openxmlformats.org/officeDocument/2006/relationships/image" Target="../media/image594.png"/><Relationship Id="rId96" Type="http://schemas.openxmlformats.org/officeDocument/2006/relationships/customXml" Target="../ink/ink606.xml"/><Relationship Id="rId140" Type="http://schemas.openxmlformats.org/officeDocument/2006/relationships/customXml" Target="../ink/ink628.xml"/><Relationship Id="rId161" Type="http://schemas.openxmlformats.org/officeDocument/2006/relationships/image" Target="../media/image637.png"/><Relationship Id="rId182" Type="http://schemas.openxmlformats.org/officeDocument/2006/relationships/customXml" Target="../ink/ink649.xml"/><Relationship Id="rId6" Type="http://schemas.openxmlformats.org/officeDocument/2006/relationships/customXml" Target="../ink/ink561.xml"/><Relationship Id="rId23" Type="http://schemas.openxmlformats.org/officeDocument/2006/relationships/image" Target="../media/image568.png"/><Relationship Id="rId119" Type="http://schemas.openxmlformats.org/officeDocument/2006/relationships/image" Target="../media/image616.png"/><Relationship Id="rId44" Type="http://schemas.openxmlformats.org/officeDocument/2006/relationships/customXml" Target="../ink/ink580.xml"/><Relationship Id="rId65" Type="http://schemas.openxmlformats.org/officeDocument/2006/relationships/image" Target="../media/image589.png"/><Relationship Id="rId86" Type="http://schemas.openxmlformats.org/officeDocument/2006/relationships/customXml" Target="../ink/ink601.xml"/><Relationship Id="rId130" Type="http://schemas.openxmlformats.org/officeDocument/2006/relationships/customXml" Target="../ink/ink623.xml"/><Relationship Id="rId151" Type="http://schemas.openxmlformats.org/officeDocument/2006/relationships/image" Target="../media/image632.png"/><Relationship Id="rId172" Type="http://schemas.openxmlformats.org/officeDocument/2006/relationships/customXml" Target="../ink/ink644.xml"/><Relationship Id="rId13" Type="http://schemas.openxmlformats.org/officeDocument/2006/relationships/image" Target="../media/image563.png"/><Relationship Id="rId18" Type="http://schemas.openxmlformats.org/officeDocument/2006/relationships/customXml" Target="../ink/ink567.xml"/><Relationship Id="rId39" Type="http://schemas.openxmlformats.org/officeDocument/2006/relationships/image" Target="../media/image576.png"/><Relationship Id="rId109" Type="http://schemas.openxmlformats.org/officeDocument/2006/relationships/image" Target="../media/image611.png"/><Relationship Id="rId34" Type="http://schemas.openxmlformats.org/officeDocument/2006/relationships/customXml" Target="../ink/ink575.xml"/><Relationship Id="rId50" Type="http://schemas.openxmlformats.org/officeDocument/2006/relationships/customXml" Target="../ink/ink583.xml"/><Relationship Id="rId55" Type="http://schemas.openxmlformats.org/officeDocument/2006/relationships/image" Target="../media/image584.png"/><Relationship Id="rId76" Type="http://schemas.openxmlformats.org/officeDocument/2006/relationships/customXml" Target="../ink/ink596.xml"/><Relationship Id="rId97" Type="http://schemas.openxmlformats.org/officeDocument/2006/relationships/image" Target="../media/image605.png"/><Relationship Id="rId104" Type="http://schemas.openxmlformats.org/officeDocument/2006/relationships/customXml" Target="../ink/ink610.xml"/><Relationship Id="rId120" Type="http://schemas.openxmlformats.org/officeDocument/2006/relationships/customXml" Target="../ink/ink618.xml"/><Relationship Id="rId125" Type="http://schemas.openxmlformats.org/officeDocument/2006/relationships/image" Target="../media/image619.png"/><Relationship Id="rId141" Type="http://schemas.openxmlformats.org/officeDocument/2006/relationships/image" Target="../media/image627.png"/><Relationship Id="rId146" Type="http://schemas.openxmlformats.org/officeDocument/2006/relationships/customXml" Target="../ink/ink631.xml"/><Relationship Id="rId167" Type="http://schemas.openxmlformats.org/officeDocument/2006/relationships/image" Target="../media/image640.png"/><Relationship Id="rId188" Type="http://schemas.openxmlformats.org/officeDocument/2006/relationships/customXml" Target="../ink/ink652.xml"/><Relationship Id="rId7" Type="http://schemas.openxmlformats.org/officeDocument/2006/relationships/image" Target="../media/image560.png"/><Relationship Id="rId71" Type="http://schemas.openxmlformats.org/officeDocument/2006/relationships/image" Target="../media/image592.png"/><Relationship Id="rId92" Type="http://schemas.openxmlformats.org/officeDocument/2006/relationships/customXml" Target="../ink/ink604.xml"/><Relationship Id="rId162" Type="http://schemas.openxmlformats.org/officeDocument/2006/relationships/customXml" Target="../ink/ink639.xml"/><Relationship Id="rId183" Type="http://schemas.openxmlformats.org/officeDocument/2006/relationships/image" Target="../media/image648.png"/><Relationship Id="rId2" Type="http://schemas.openxmlformats.org/officeDocument/2006/relationships/customXml" Target="../ink/ink559.xml"/><Relationship Id="rId29" Type="http://schemas.openxmlformats.org/officeDocument/2006/relationships/image" Target="../media/image571.png"/><Relationship Id="rId24" Type="http://schemas.openxmlformats.org/officeDocument/2006/relationships/customXml" Target="../ink/ink570.xml"/><Relationship Id="rId40" Type="http://schemas.openxmlformats.org/officeDocument/2006/relationships/customXml" Target="../ink/ink578.xml"/><Relationship Id="rId45" Type="http://schemas.openxmlformats.org/officeDocument/2006/relationships/image" Target="../media/image579.png"/><Relationship Id="rId66" Type="http://schemas.openxmlformats.org/officeDocument/2006/relationships/customXml" Target="../ink/ink591.xml"/><Relationship Id="rId87" Type="http://schemas.openxmlformats.org/officeDocument/2006/relationships/image" Target="../media/image600.png"/><Relationship Id="rId110" Type="http://schemas.openxmlformats.org/officeDocument/2006/relationships/customXml" Target="../ink/ink613.xml"/><Relationship Id="rId115" Type="http://schemas.openxmlformats.org/officeDocument/2006/relationships/image" Target="../media/image614.png"/><Relationship Id="rId131" Type="http://schemas.openxmlformats.org/officeDocument/2006/relationships/image" Target="../media/image622.png"/><Relationship Id="rId136" Type="http://schemas.openxmlformats.org/officeDocument/2006/relationships/customXml" Target="../ink/ink626.xml"/><Relationship Id="rId157" Type="http://schemas.openxmlformats.org/officeDocument/2006/relationships/image" Target="../media/image635.png"/><Relationship Id="rId178" Type="http://schemas.openxmlformats.org/officeDocument/2006/relationships/customXml" Target="../ink/ink647.xml"/><Relationship Id="rId61" Type="http://schemas.openxmlformats.org/officeDocument/2006/relationships/image" Target="../media/image587.png"/><Relationship Id="rId82" Type="http://schemas.openxmlformats.org/officeDocument/2006/relationships/customXml" Target="../ink/ink599.xml"/><Relationship Id="rId152" Type="http://schemas.openxmlformats.org/officeDocument/2006/relationships/customXml" Target="../ink/ink634.xml"/><Relationship Id="rId173" Type="http://schemas.openxmlformats.org/officeDocument/2006/relationships/image" Target="../media/image643.png"/><Relationship Id="rId19" Type="http://schemas.openxmlformats.org/officeDocument/2006/relationships/image" Target="../media/image566.png"/><Relationship Id="rId14" Type="http://schemas.openxmlformats.org/officeDocument/2006/relationships/customXml" Target="../ink/ink565.xml"/><Relationship Id="rId30" Type="http://schemas.openxmlformats.org/officeDocument/2006/relationships/customXml" Target="../ink/ink573.xml"/><Relationship Id="rId35" Type="http://schemas.openxmlformats.org/officeDocument/2006/relationships/image" Target="../media/image574.png"/><Relationship Id="rId56" Type="http://schemas.openxmlformats.org/officeDocument/2006/relationships/customXml" Target="../ink/ink586.xml"/><Relationship Id="rId77" Type="http://schemas.openxmlformats.org/officeDocument/2006/relationships/image" Target="../media/image595.png"/><Relationship Id="rId100" Type="http://schemas.openxmlformats.org/officeDocument/2006/relationships/customXml" Target="../ink/ink608.xml"/><Relationship Id="rId105" Type="http://schemas.openxmlformats.org/officeDocument/2006/relationships/image" Target="../media/image609.png"/><Relationship Id="rId126" Type="http://schemas.openxmlformats.org/officeDocument/2006/relationships/customXml" Target="../ink/ink621.xml"/><Relationship Id="rId147" Type="http://schemas.openxmlformats.org/officeDocument/2006/relationships/image" Target="../media/image630.png"/><Relationship Id="rId168" Type="http://schemas.openxmlformats.org/officeDocument/2006/relationships/customXml" Target="../ink/ink642.xml"/><Relationship Id="rId8" Type="http://schemas.openxmlformats.org/officeDocument/2006/relationships/customXml" Target="../ink/ink562.xml"/><Relationship Id="rId51" Type="http://schemas.openxmlformats.org/officeDocument/2006/relationships/image" Target="../media/image582.png"/><Relationship Id="rId72" Type="http://schemas.openxmlformats.org/officeDocument/2006/relationships/customXml" Target="../ink/ink594.xml"/><Relationship Id="rId93" Type="http://schemas.openxmlformats.org/officeDocument/2006/relationships/image" Target="../media/image603.png"/><Relationship Id="rId98" Type="http://schemas.openxmlformats.org/officeDocument/2006/relationships/customXml" Target="../ink/ink607.xml"/><Relationship Id="rId121" Type="http://schemas.openxmlformats.org/officeDocument/2006/relationships/image" Target="../media/image617.png"/><Relationship Id="rId142" Type="http://schemas.openxmlformats.org/officeDocument/2006/relationships/customXml" Target="../ink/ink629.xml"/><Relationship Id="rId163" Type="http://schemas.openxmlformats.org/officeDocument/2006/relationships/image" Target="../media/image638.png"/><Relationship Id="rId184" Type="http://schemas.openxmlformats.org/officeDocument/2006/relationships/customXml" Target="../ink/ink650.xml"/><Relationship Id="rId189" Type="http://schemas.openxmlformats.org/officeDocument/2006/relationships/image" Target="../media/image651.png"/><Relationship Id="rId3" Type="http://schemas.openxmlformats.org/officeDocument/2006/relationships/image" Target="../media/image558.png"/><Relationship Id="rId25" Type="http://schemas.openxmlformats.org/officeDocument/2006/relationships/image" Target="../media/image569.png"/><Relationship Id="rId46" Type="http://schemas.openxmlformats.org/officeDocument/2006/relationships/customXml" Target="../ink/ink581.xml"/><Relationship Id="rId67" Type="http://schemas.openxmlformats.org/officeDocument/2006/relationships/image" Target="../media/image590.png"/><Relationship Id="rId116" Type="http://schemas.openxmlformats.org/officeDocument/2006/relationships/customXml" Target="../ink/ink616.xml"/><Relationship Id="rId137" Type="http://schemas.openxmlformats.org/officeDocument/2006/relationships/image" Target="../media/image625.png"/><Relationship Id="rId158" Type="http://schemas.openxmlformats.org/officeDocument/2006/relationships/customXml" Target="../ink/ink637.xml"/><Relationship Id="rId20" Type="http://schemas.openxmlformats.org/officeDocument/2006/relationships/customXml" Target="../ink/ink568.xml"/><Relationship Id="rId41" Type="http://schemas.openxmlformats.org/officeDocument/2006/relationships/image" Target="../media/image577.png"/><Relationship Id="rId62" Type="http://schemas.openxmlformats.org/officeDocument/2006/relationships/customXml" Target="../ink/ink589.xml"/><Relationship Id="rId83" Type="http://schemas.openxmlformats.org/officeDocument/2006/relationships/image" Target="../media/image598.png"/><Relationship Id="rId88" Type="http://schemas.openxmlformats.org/officeDocument/2006/relationships/customXml" Target="../ink/ink602.xml"/><Relationship Id="rId111" Type="http://schemas.openxmlformats.org/officeDocument/2006/relationships/image" Target="../media/image612.png"/><Relationship Id="rId132" Type="http://schemas.openxmlformats.org/officeDocument/2006/relationships/customXml" Target="../ink/ink624.xml"/><Relationship Id="rId153" Type="http://schemas.openxmlformats.org/officeDocument/2006/relationships/image" Target="../media/image633.png"/><Relationship Id="rId174" Type="http://schemas.openxmlformats.org/officeDocument/2006/relationships/customXml" Target="../ink/ink645.xml"/><Relationship Id="rId179" Type="http://schemas.openxmlformats.org/officeDocument/2006/relationships/image" Target="../media/image646.png"/><Relationship Id="rId190" Type="http://schemas.openxmlformats.org/officeDocument/2006/relationships/customXml" Target="../ink/ink653.xml"/><Relationship Id="rId15" Type="http://schemas.openxmlformats.org/officeDocument/2006/relationships/image" Target="../media/image564.png"/><Relationship Id="rId36" Type="http://schemas.openxmlformats.org/officeDocument/2006/relationships/customXml" Target="../ink/ink576.xml"/><Relationship Id="rId57" Type="http://schemas.openxmlformats.org/officeDocument/2006/relationships/image" Target="../media/image585.png"/><Relationship Id="rId106" Type="http://schemas.openxmlformats.org/officeDocument/2006/relationships/customXml" Target="../ink/ink611.xml"/><Relationship Id="rId127" Type="http://schemas.openxmlformats.org/officeDocument/2006/relationships/image" Target="../media/image620.png"/><Relationship Id="rId10" Type="http://schemas.openxmlformats.org/officeDocument/2006/relationships/customXml" Target="../ink/ink563.xml"/><Relationship Id="rId31" Type="http://schemas.openxmlformats.org/officeDocument/2006/relationships/image" Target="../media/image572.png"/><Relationship Id="rId52" Type="http://schemas.openxmlformats.org/officeDocument/2006/relationships/customXml" Target="../ink/ink584.xml"/><Relationship Id="rId73" Type="http://schemas.openxmlformats.org/officeDocument/2006/relationships/image" Target="../media/image593.png"/><Relationship Id="rId78" Type="http://schemas.openxmlformats.org/officeDocument/2006/relationships/customXml" Target="../ink/ink597.xml"/><Relationship Id="rId94" Type="http://schemas.openxmlformats.org/officeDocument/2006/relationships/customXml" Target="../ink/ink605.xml"/><Relationship Id="rId99" Type="http://schemas.openxmlformats.org/officeDocument/2006/relationships/image" Target="../media/image606.png"/><Relationship Id="rId101" Type="http://schemas.openxmlformats.org/officeDocument/2006/relationships/image" Target="../media/image607.png"/><Relationship Id="rId122" Type="http://schemas.openxmlformats.org/officeDocument/2006/relationships/customXml" Target="../ink/ink619.xml"/><Relationship Id="rId143" Type="http://schemas.openxmlformats.org/officeDocument/2006/relationships/image" Target="../media/image628.png"/><Relationship Id="rId148" Type="http://schemas.openxmlformats.org/officeDocument/2006/relationships/customXml" Target="../ink/ink632.xml"/><Relationship Id="rId164" Type="http://schemas.openxmlformats.org/officeDocument/2006/relationships/customXml" Target="../ink/ink640.xml"/><Relationship Id="rId169" Type="http://schemas.openxmlformats.org/officeDocument/2006/relationships/image" Target="../media/image641.png"/><Relationship Id="rId185" Type="http://schemas.openxmlformats.org/officeDocument/2006/relationships/image" Target="../media/image649.png"/><Relationship Id="rId4" Type="http://schemas.openxmlformats.org/officeDocument/2006/relationships/customXml" Target="../ink/ink560.xml"/><Relationship Id="rId9" Type="http://schemas.openxmlformats.org/officeDocument/2006/relationships/image" Target="../media/image561.png"/><Relationship Id="rId180" Type="http://schemas.openxmlformats.org/officeDocument/2006/relationships/customXml" Target="../ink/ink648.xml"/><Relationship Id="rId26" Type="http://schemas.openxmlformats.org/officeDocument/2006/relationships/customXml" Target="../ink/ink571.xml"/><Relationship Id="rId47" Type="http://schemas.openxmlformats.org/officeDocument/2006/relationships/image" Target="../media/image580.png"/><Relationship Id="rId68" Type="http://schemas.openxmlformats.org/officeDocument/2006/relationships/customXml" Target="../ink/ink592.xml"/><Relationship Id="rId89" Type="http://schemas.openxmlformats.org/officeDocument/2006/relationships/image" Target="../media/image601.png"/><Relationship Id="rId112" Type="http://schemas.openxmlformats.org/officeDocument/2006/relationships/customXml" Target="../ink/ink614.xml"/><Relationship Id="rId133" Type="http://schemas.openxmlformats.org/officeDocument/2006/relationships/image" Target="../media/image623.png"/><Relationship Id="rId154" Type="http://schemas.openxmlformats.org/officeDocument/2006/relationships/customXml" Target="../ink/ink635.xml"/><Relationship Id="rId175" Type="http://schemas.openxmlformats.org/officeDocument/2006/relationships/image" Target="../media/image644.png"/><Relationship Id="rId16" Type="http://schemas.openxmlformats.org/officeDocument/2006/relationships/customXml" Target="../ink/ink566.xml"/><Relationship Id="rId37" Type="http://schemas.openxmlformats.org/officeDocument/2006/relationships/image" Target="../media/image575.png"/><Relationship Id="rId58" Type="http://schemas.openxmlformats.org/officeDocument/2006/relationships/customXml" Target="../ink/ink587.xml"/><Relationship Id="rId79" Type="http://schemas.openxmlformats.org/officeDocument/2006/relationships/image" Target="../media/image596.png"/><Relationship Id="rId102" Type="http://schemas.openxmlformats.org/officeDocument/2006/relationships/customXml" Target="../ink/ink609.xml"/><Relationship Id="rId123" Type="http://schemas.openxmlformats.org/officeDocument/2006/relationships/image" Target="../media/image618.png"/><Relationship Id="rId144" Type="http://schemas.openxmlformats.org/officeDocument/2006/relationships/customXml" Target="../ink/ink630.xml"/><Relationship Id="rId90" Type="http://schemas.openxmlformats.org/officeDocument/2006/relationships/customXml" Target="../ink/ink603.xml"/><Relationship Id="rId165" Type="http://schemas.openxmlformats.org/officeDocument/2006/relationships/image" Target="../media/image639.png"/><Relationship Id="rId186" Type="http://schemas.openxmlformats.org/officeDocument/2006/relationships/customXml" Target="../ink/ink651.xml"/><Relationship Id="rId27" Type="http://schemas.openxmlformats.org/officeDocument/2006/relationships/image" Target="../media/image570.png"/><Relationship Id="rId48" Type="http://schemas.openxmlformats.org/officeDocument/2006/relationships/customXml" Target="../ink/ink582.xml"/><Relationship Id="rId69" Type="http://schemas.openxmlformats.org/officeDocument/2006/relationships/image" Target="../media/image591.png"/><Relationship Id="rId113" Type="http://schemas.openxmlformats.org/officeDocument/2006/relationships/image" Target="../media/image613.png"/><Relationship Id="rId134" Type="http://schemas.openxmlformats.org/officeDocument/2006/relationships/customXml" Target="../ink/ink625.xml"/><Relationship Id="rId80" Type="http://schemas.openxmlformats.org/officeDocument/2006/relationships/customXml" Target="../ink/ink598.xml"/><Relationship Id="rId155" Type="http://schemas.openxmlformats.org/officeDocument/2006/relationships/image" Target="../media/image634.png"/><Relationship Id="rId176" Type="http://schemas.openxmlformats.org/officeDocument/2006/relationships/customXml" Target="../ink/ink646.xml"/><Relationship Id="rId17" Type="http://schemas.openxmlformats.org/officeDocument/2006/relationships/image" Target="../media/image565.png"/><Relationship Id="rId38" Type="http://schemas.openxmlformats.org/officeDocument/2006/relationships/customXml" Target="../ink/ink577.xml"/><Relationship Id="rId59" Type="http://schemas.openxmlformats.org/officeDocument/2006/relationships/image" Target="../media/image586.png"/><Relationship Id="rId103" Type="http://schemas.openxmlformats.org/officeDocument/2006/relationships/image" Target="../media/image608.png"/><Relationship Id="rId124" Type="http://schemas.openxmlformats.org/officeDocument/2006/relationships/customXml" Target="../ink/ink620.xml"/><Relationship Id="rId70" Type="http://schemas.openxmlformats.org/officeDocument/2006/relationships/customXml" Target="../ink/ink593.xml"/><Relationship Id="rId91" Type="http://schemas.openxmlformats.org/officeDocument/2006/relationships/image" Target="../media/image602.png"/><Relationship Id="rId145" Type="http://schemas.openxmlformats.org/officeDocument/2006/relationships/image" Target="../media/image629.png"/><Relationship Id="rId166" Type="http://schemas.openxmlformats.org/officeDocument/2006/relationships/customXml" Target="../ink/ink641.xml"/><Relationship Id="rId187" Type="http://schemas.openxmlformats.org/officeDocument/2006/relationships/image" Target="../media/image650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572.xml"/><Relationship Id="rId49" Type="http://schemas.openxmlformats.org/officeDocument/2006/relationships/image" Target="../media/image581.png"/><Relationship Id="rId114" Type="http://schemas.openxmlformats.org/officeDocument/2006/relationships/customXml" Target="../ink/ink615.xml"/><Relationship Id="rId60" Type="http://schemas.openxmlformats.org/officeDocument/2006/relationships/customXml" Target="../ink/ink588.xml"/><Relationship Id="rId81" Type="http://schemas.openxmlformats.org/officeDocument/2006/relationships/image" Target="../media/image597.png"/><Relationship Id="rId135" Type="http://schemas.openxmlformats.org/officeDocument/2006/relationships/image" Target="../media/image624.png"/><Relationship Id="rId156" Type="http://schemas.openxmlformats.org/officeDocument/2006/relationships/customXml" Target="../ink/ink636.xml"/><Relationship Id="rId177" Type="http://schemas.openxmlformats.org/officeDocument/2006/relationships/image" Target="../media/image645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59.xml"/><Relationship Id="rId18" Type="http://schemas.openxmlformats.org/officeDocument/2006/relationships/image" Target="../media/image661.png"/><Relationship Id="rId26" Type="http://schemas.openxmlformats.org/officeDocument/2006/relationships/image" Target="../media/image665.png"/><Relationship Id="rId39" Type="http://schemas.openxmlformats.org/officeDocument/2006/relationships/image" Target="../media/image672.png"/><Relationship Id="rId21" Type="http://schemas.openxmlformats.org/officeDocument/2006/relationships/customXml" Target="../ink/ink663.xml"/><Relationship Id="rId34" Type="http://schemas.openxmlformats.org/officeDocument/2006/relationships/image" Target="../media/image669.png"/><Relationship Id="rId42" Type="http://schemas.openxmlformats.org/officeDocument/2006/relationships/image" Target="../media/image675.png"/><Relationship Id="rId7" Type="http://schemas.openxmlformats.org/officeDocument/2006/relationships/customXml" Target="../ink/ink656.xml"/><Relationship Id="rId2" Type="http://schemas.openxmlformats.org/officeDocument/2006/relationships/image" Target="../media/image653.png"/><Relationship Id="rId16" Type="http://schemas.openxmlformats.org/officeDocument/2006/relationships/image" Target="../media/image660.png"/><Relationship Id="rId20" Type="http://schemas.openxmlformats.org/officeDocument/2006/relationships/image" Target="../media/image662.png"/><Relationship Id="rId29" Type="http://schemas.openxmlformats.org/officeDocument/2006/relationships/customXml" Target="../ink/ink667.xml"/><Relationship Id="rId41" Type="http://schemas.openxmlformats.org/officeDocument/2006/relationships/image" Target="../media/image6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5.png"/><Relationship Id="rId11" Type="http://schemas.openxmlformats.org/officeDocument/2006/relationships/customXml" Target="../ink/ink658.xml"/><Relationship Id="rId24" Type="http://schemas.openxmlformats.org/officeDocument/2006/relationships/image" Target="../media/image664.png"/><Relationship Id="rId32" Type="http://schemas.openxmlformats.org/officeDocument/2006/relationships/image" Target="../media/image668.png"/><Relationship Id="rId37" Type="http://schemas.openxmlformats.org/officeDocument/2006/relationships/customXml" Target="../ink/ink671.xml"/><Relationship Id="rId40" Type="http://schemas.openxmlformats.org/officeDocument/2006/relationships/image" Target="../media/image673.png"/><Relationship Id="rId5" Type="http://schemas.openxmlformats.org/officeDocument/2006/relationships/customXml" Target="../ink/ink655.xml"/><Relationship Id="rId15" Type="http://schemas.openxmlformats.org/officeDocument/2006/relationships/customXml" Target="../ink/ink660.xml"/><Relationship Id="rId23" Type="http://schemas.openxmlformats.org/officeDocument/2006/relationships/customXml" Target="../ink/ink664.xml"/><Relationship Id="rId28" Type="http://schemas.openxmlformats.org/officeDocument/2006/relationships/image" Target="../media/image666.png"/><Relationship Id="rId36" Type="http://schemas.openxmlformats.org/officeDocument/2006/relationships/image" Target="../media/image670.png"/><Relationship Id="rId10" Type="http://schemas.openxmlformats.org/officeDocument/2006/relationships/image" Target="../media/image657.png"/><Relationship Id="rId19" Type="http://schemas.openxmlformats.org/officeDocument/2006/relationships/customXml" Target="../ink/ink662.xml"/><Relationship Id="rId31" Type="http://schemas.openxmlformats.org/officeDocument/2006/relationships/customXml" Target="../ink/ink668.xml"/><Relationship Id="rId4" Type="http://schemas.openxmlformats.org/officeDocument/2006/relationships/image" Target="../media/image654.png"/><Relationship Id="rId9" Type="http://schemas.openxmlformats.org/officeDocument/2006/relationships/customXml" Target="../ink/ink657.xml"/><Relationship Id="rId14" Type="http://schemas.openxmlformats.org/officeDocument/2006/relationships/image" Target="../media/image659.png"/><Relationship Id="rId22" Type="http://schemas.openxmlformats.org/officeDocument/2006/relationships/image" Target="../media/image663.png"/><Relationship Id="rId27" Type="http://schemas.openxmlformats.org/officeDocument/2006/relationships/customXml" Target="../ink/ink666.xml"/><Relationship Id="rId30" Type="http://schemas.openxmlformats.org/officeDocument/2006/relationships/image" Target="../media/image667.png"/><Relationship Id="rId35" Type="http://schemas.openxmlformats.org/officeDocument/2006/relationships/customXml" Target="../ink/ink670.xml"/><Relationship Id="rId8" Type="http://schemas.openxmlformats.org/officeDocument/2006/relationships/image" Target="../media/image656.png"/><Relationship Id="rId3" Type="http://schemas.openxmlformats.org/officeDocument/2006/relationships/customXml" Target="../ink/ink654.xml"/><Relationship Id="rId12" Type="http://schemas.openxmlformats.org/officeDocument/2006/relationships/image" Target="../media/image658.png"/><Relationship Id="rId17" Type="http://schemas.openxmlformats.org/officeDocument/2006/relationships/customXml" Target="../ink/ink661.xml"/><Relationship Id="rId25" Type="http://schemas.openxmlformats.org/officeDocument/2006/relationships/customXml" Target="../ink/ink665.xml"/><Relationship Id="rId33" Type="http://schemas.openxmlformats.org/officeDocument/2006/relationships/customXml" Target="../ink/ink669.xml"/><Relationship Id="rId38" Type="http://schemas.openxmlformats.org/officeDocument/2006/relationships/image" Target="../media/image67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F85B6E2B-D445-FC38-8710-6DB6AA47C36C}"/>
              </a:ext>
            </a:extLst>
          </p:cNvPr>
          <p:cNvGrpSpPr/>
          <p:nvPr/>
        </p:nvGrpSpPr>
        <p:grpSpPr>
          <a:xfrm>
            <a:off x="455155" y="1353980"/>
            <a:ext cx="9643320" cy="4682520"/>
            <a:chOff x="455155" y="1353980"/>
            <a:chExt cx="9643320" cy="468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07707CD-C0FF-01D3-9124-F3529C1315AB}"/>
                    </a:ext>
                  </a:extLst>
                </p14:cNvPr>
                <p14:cNvContentPartPr/>
                <p14:nvPr/>
              </p14:nvContentPartPr>
              <p14:xfrm>
                <a:off x="1331691" y="1554140"/>
                <a:ext cx="601200" cy="1356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07707CD-C0FF-01D3-9124-F3529C1315A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25571" y="1548020"/>
                  <a:ext cx="613440" cy="13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E748F52-FFAC-7238-F295-89B3B514A1B4}"/>
                    </a:ext>
                  </a:extLst>
                </p14:cNvPr>
                <p14:cNvContentPartPr/>
                <p14:nvPr/>
              </p14:nvContentPartPr>
              <p14:xfrm>
                <a:off x="2272731" y="1737380"/>
                <a:ext cx="489600" cy="1356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E748F52-FFAC-7238-F295-89B3B514A1B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66611" y="1731260"/>
                  <a:ext cx="501840" cy="13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57ABAF0-2762-7855-8BAC-DBAF815E2D3D}"/>
                    </a:ext>
                  </a:extLst>
                </p14:cNvPr>
                <p14:cNvContentPartPr/>
                <p14:nvPr/>
              </p14:nvContentPartPr>
              <p14:xfrm>
                <a:off x="3012891" y="1640900"/>
                <a:ext cx="852840" cy="541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57ABAF0-2762-7855-8BAC-DBAF815E2D3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06771" y="1634780"/>
                  <a:ext cx="86508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061D187-8DC6-D9AC-E58D-C1B9DC22CD56}"/>
                    </a:ext>
                  </a:extLst>
                </p14:cNvPr>
                <p14:cNvContentPartPr/>
                <p14:nvPr/>
              </p14:nvContentPartPr>
              <p14:xfrm>
                <a:off x="4043931" y="1353980"/>
                <a:ext cx="147240" cy="576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061D187-8DC6-D9AC-E58D-C1B9DC22CD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37811" y="1347860"/>
                  <a:ext cx="15948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4043C9C-F310-2D0D-5DCC-56F18632065A}"/>
                    </a:ext>
                  </a:extLst>
                </p14:cNvPr>
                <p14:cNvContentPartPr/>
                <p14:nvPr/>
              </p14:nvContentPartPr>
              <p14:xfrm>
                <a:off x="3867531" y="1487540"/>
                <a:ext cx="832320" cy="309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4043C9C-F310-2D0D-5DCC-56F18632065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61411" y="1481420"/>
                  <a:ext cx="8445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B00E28C-0542-6C35-9ABC-F2786EC32739}"/>
                    </a:ext>
                  </a:extLst>
                </p14:cNvPr>
                <p14:cNvContentPartPr/>
                <p14:nvPr/>
              </p14:nvContentPartPr>
              <p14:xfrm>
                <a:off x="5087931" y="1515620"/>
                <a:ext cx="426240" cy="310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B00E28C-0542-6C35-9ABC-F2786EC3273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81811" y="1509500"/>
                  <a:ext cx="4384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55E2406-B358-BB7F-B7C5-7A3C80DC15D3}"/>
                    </a:ext>
                  </a:extLst>
                </p14:cNvPr>
                <p14:cNvContentPartPr/>
                <p14:nvPr/>
              </p14:nvContentPartPr>
              <p14:xfrm>
                <a:off x="3774715" y="3231380"/>
                <a:ext cx="92160" cy="747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55E2406-B358-BB7F-B7C5-7A3C80DC15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68595" y="3225260"/>
                  <a:ext cx="10440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00A4F04-4529-E1A1-042E-7C22EF341F8F}"/>
                    </a:ext>
                  </a:extLst>
                </p14:cNvPr>
                <p14:cNvContentPartPr/>
                <p14:nvPr/>
              </p14:nvContentPartPr>
              <p14:xfrm>
                <a:off x="3789115" y="3398060"/>
                <a:ext cx="458640" cy="331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00A4F04-4529-E1A1-042E-7C22EF341F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2995" y="3391940"/>
                  <a:ext cx="4708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03C1987-ED51-5A09-C0AF-79EE17C291A4}"/>
                    </a:ext>
                  </a:extLst>
                </p14:cNvPr>
                <p14:cNvContentPartPr/>
                <p14:nvPr/>
              </p14:nvContentPartPr>
              <p14:xfrm>
                <a:off x="4278715" y="3364220"/>
                <a:ext cx="479160" cy="276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03C1987-ED51-5A09-C0AF-79EE17C291A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72595" y="3358100"/>
                  <a:ext cx="4914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53FBBC0-D8E7-5A9B-9CD3-60EBCC7D7EFC}"/>
                    </a:ext>
                  </a:extLst>
                </p14:cNvPr>
                <p14:cNvContentPartPr/>
                <p14:nvPr/>
              </p14:nvContentPartPr>
              <p14:xfrm>
                <a:off x="4816555" y="3088100"/>
                <a:ext cx="132840" cy="28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53FBBC0-D8E7-5A9B-9CD3-60EBCC7D7EF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10435" y="3081980"/>
                  <a:ext cx="1450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6690575-8075-C12A-317A-76595E0B4C3D}"/>
                    </a:ext>
                  </a:extLst>
                </p14:cNvPr>
                <p14:cNvContentPartPr/>
                <p14:nvPr/>
              </p14:nvContentPartPr>
              <p14:xfrm>
                <a:off x="5089795" y="3306980"/>
                <a:ext cx="600480" cy="437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690575-8075-C12A-317A-76595E0B4C3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83675" y="3300860"/>
                  <a:ext cx="61272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A0B0B40-2C09-4D45-539E-68AC86D3BEFE}"/>
                    </a:ext>
                  </a:extLst>
                </p14:cNvPr>
                <p14:cNvContentPartPr/>
                <p14:nvPr/>
              </p14:nvContentPartPr>
              <p14:xfrm>
                <a:off x="5858755" y="3099980"/>
                <a:ext cx="79560" cy="475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A0B0B40-2C09-4D45-539E-68AC86D3BEF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52635" y="3093860"/>
                  <a:ext cx="9180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B0984D-E87F-F325-A8D0-CB9D2C0CCC82}"/>
                    </a:ext>
                  </a:extLst>
                </p14:cNvPr>
                <p14:cNvContentPartPr/>
                <p14:nvPr/>
              </p14:nvContentPartPr>
              <p14:xfrm>
                <a:off x="5789635" y="3209420"/>
                <a:ext cx="494640" cy="145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B0984D-E87F-F325-A8D0-CB9D2C0CCC8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83515" y="3203300"/>
                  <a:ext cx="506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B733AEB-A73A-2663-743B-83583712C7B6}"/>
                    </a:ext>
                  </a:extLst>
                </p14:cNvPr>
                <p14:cNvContentPartPr/>
                <p14:nvPr/>
              </p14:nvContentPartPr>
              <p14:xfrm>
                <a:off x="7322515" y="2709380"/>
                <a:ext cx="632160" cy="983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B733AEB-A73A-2663-743B-83583712C7B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16395" y="2703260"/>
                  <a:ext cx="644400" cy="9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2FCD234-A304-2223-879E-047150558B7C}"/>
                    </a:ext>
                  </a:extLst>
                </p14:cNvPr>
                <p14:cNvContentPartPr/>
                <p14:nvPr/>
              </p14:nvContentPartPr>
              <p14:xfrm>
                <a:off x="7838395" y="2532260"/>
                <a:ext cx="787680" cy="1463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2FCD234-A304-2223-879E-047150558B7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32275" y="2526140"/>
                  <a:ext cx="799920" cy="14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A04FB36-6E74-1000-E71A-29BDAD92A8C2}"/>
                    </a:ext>
                  </a:extLst>
                </p14:cNvPr>
                <p14:cNvContentPartPr/>
                <p14:nvPr/>
              </p14:nvContentPartPr>
              <p14:xfrm>
                <a:off x="3335515" y="3773900"/>
                <a:ext cx="6481800" cy="785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A04FB36-6E74-1000-E71A-29BDAD92A8C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29395" y="3767780"/>
                  <a:ext cx="6494040" cy="7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8D0A445-155D-C34B-0F28-02C043C78AFD}"/>
                    </a:ext>
                  </a:extLst>
                </p14:cNvPr>
                <p14:cNvContentPartPr/>
                <p14:nvPr/>
              </p14:nvContentPartPr>
              <p14:xfrm>
                <a:off x="3593995" y="4196180"/>
                <a:ext cx="144000" cy="34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8D0A445-155D-C34B-0F28-02C043C78A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87875" y="4190060"/>
                  <a:ext cx="1562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636178D-2503-3090-D8E5-82297B17B9B7}"/>
                    </a:ext>
                  </a:extLst>
                </p14:cNvPr>
                <p14:cNvContentPartPr/>
                <p14:nvPr/>
              </p14:nvContentPartPr>
              <p14:xfrm>
                <a:off x="7295875" y="3002420"/>
                <a:ext cx="2880" cy="123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636178D-2503-3090-D8E5-82297B17B9B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89755" y="2996300"/>
                  <a:ext cx="15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65B89B0-D521-E22C-97A6-314FDA29EA21}"/>
                    </a:ext>
                  </a:extLst>
                </p14:cNvPr>
                <p14:cNvContentPartPr/>
                <p14:nvPr/>
              </p14:nvContentPartPr>
              <p14:xfrm>
                <a:off x="2911435" y="1434620"/>
                <a:ext cx="7187040" cy="3758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65B89B0-D521-E22C-97A6-314FDA29EA2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05315" y="1428500"/>
                  <a:ext cx="7199280" cy="37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F98FA08-F740-9CDB-1221-261D6D4CF329}"/>
                    </a:ext>
                  </a:extLst>
                </p14:cNvPr>
                <p14:cNvContentPartPr/>
                <p14:nvPr/>
              </p14:nvContentPartPr>
              <p14:xfrm>
                <a:off x="506635" y="4704860"/>
                <a:ext cx="223920" cy="437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F98FA08-F740-9CDB-1221-261D6D4CF32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0515" y="4698740"/>
                  <a:ext cx="23616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223B60B-A212-9ED6-8C36-523E230E6F28}"/>
                    </a:ext>
                  </a:extLst>
                </p14:cNvPr>
                <p14:cNvContentPartPr/>
                <p14:nvPr/>
              </p14:nvContentPartPr>
              <p14:xfrm>
                <a:off x="455155" y="4218500"/>
                <a:ext cx="1590840" cy="930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223B60B-A212-9ED6-8C36-523E230E6F2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9035" y="4212380"/>
                  <a:ext cx="1603080" cy="9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5AE5CD8-F580-9987-A0B4-CB5B8E433692}"/>
                    </a:ext>
                  </a:extLst>
                </p14:cNvPr>
                <p14:cNvContentPartPr/>
                <p14:nvPr/>
              </p14:nvContentPartPr>
              <p14:xfrm>
                <a:off x="2189275" y="4215620"/>
                <a:ext cx="34200" cy="25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5AE5CD8-F580-9987-A0B4-CB5B8E43369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83155" y="4209500"/>
                  <a:ext cx="46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4205787-EEEA-78E8-9C21-3EC026ECEF93}"/>
                    </a:ext>
                  </a:extLst>
                </p14:cNvPr>
                <p14:cNvContentPartPr/>
                <p14:nvPr/>
              </p14:nvContentPartPr>
              <p14:xfrm>
                <a:off x="1067875" y="5110220"/>
                <a:ext cx="1019160" cy="517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4205787-EEEA-78E8-9C21-3EC026ECEF9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1755" y="5104100"/>
                  <a:ext cx="103140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920CE0A-10D3-9F08-A71C-BE7B82FA0B4C}"/>
                    </a:ext>
                  </a:extLst>
                </p14:cNvPr>
                <p14:cNvContentPartPr/>
                <p14:nvPr/>
              </p14:nvContentPartPr>
              <p14:xfrm>
                <a:off x="1472515" y="5256380"/>
                <a:ext cx="1463400" cy="780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920CE0A-10D3-9F08-A71C-BE7B82FA0B4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466395" y="5250260"/>
                  <a:ext cx="1475640" cy="792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6737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48EB99A-F6F3-B775-1C03-F334C5DB7940}"/>
              </a:ext>
            </a:extLst>
          </p:cNvPr>
          <p:cNvGrpSpPr/>
          <p:nvPr/>
        </p:nvGrpSpPr>
        <p:grpSpPr>
          <a:xfrm>
            <a:off x="1109995" y="250220"/>
            <a:ext cx="3090960" cy="1427400"/>
            <a:chOff x="1109995" y="250220"/>
            <a:chExt cx="3090960" cy="142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AB49D56-EBFF-C969-B914-DB4AD6156A27}"/>
                    </a:ext>
                  </a:extLst>
                </p14:cNvPr>
                <p14:cNvContentPartPr/>
                <p14:nvPr/>
              </p14:nvContentPartPr>
              <p14:xfrm>
                <a:off x="1109995" y="250220"/>
                <a:ext cx="817560" cy="1427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AB49D56-EBFF-C969-B914-DB4AD6156A2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03875" y="244100"/>
                  <a:ext cx="829800" cy="14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8F348EA-04F6-EFBF-C63C-965C34656750}"/>
                    </a:ext>
                  </a:extLst>
                </p14:cNvPr>
                <p14:cNvContentPartPr/>
                <p14:nvPr/>
              </p14:nvContentPartPr>
              <p14:xfrm>
                <a:off x="2170195" y="1017020"/>
                <a:ext cx="741240" cy="380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8F348EA-04F6-EFBF-C63C-965C3465675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64075" y="1010900"/>
                  <a:ext cx="75348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A87FB67-EC7C-577F-2050-0B585927A40F}"/>
                    </a:ext>
                  </a:extLst>
                </p14:cNvPr>
                <p14:cNvContentPartPr/>
                <p14:nvPr/>
              </p14:nvContentPartPr>
              <p14:xfrm>
                <a:off x="2974075" y="833060"/>
                <a:ext cx="43920" cy="29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A87FB67-EC7C-577F-2050-0B585927A40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67955" y="826940"/>
                  <a:ext cx="56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968266C-C3A4-F6D9-C83E-5553B5EFD2B5}"/>
                    </a:ext>
                  </a:extLst>
                </p14:cNvPr>
                <p14:cNvContentPartPr/>
                <p14:nvPr/>
              </p14:nvContentPartPr>
              <p14:xfrm>
                <a:off x="3256675" y="514100"/>
                <a:ext cx="944280" cy="919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968266C-C3A4-F6D9-C83E-5553B5EFD2B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50555" y="507980"/>
                  <a:ext cx="956520" cy="9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0D66A1-C12E-41F0-E03E-229364199BAB}"/>
              </a:ext>
            </a:extLst>
          </p:cNvPr>
          <p:cNvGrpSpPr/>
          <p:nvPr/>
        </p:nvGrpSpPr>
        <p:grpSpPr>
          <a:xfrm>
            <a:off x="5237755" y="491060"/>
            <a:ext cx="1766520" cy="901440"/>
            <a:chOff x="5237755" y="491060"/>
            <a:chExt cx="1766520" cy="90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1A8918B-249E-1AF3-409E-EA673186CC89}"/>
                    </a:ext>
                  </a:extLst>
                </p14:cNvPr>
                <p14:cNvContentPartPr/>
                <p14:nvPr/>
              </p14:nvContentPartPr>
              <p14:xfrm>
                <a:off x="5687035" y="681140"/>
                <a:ext cx="14760" cy="125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1A8918B-249E-1AF3-409E-EA673186CC8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80915" y="675020"/>
                  <a:ext cx="270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BFA2C1A-4577-5EB3-0707-EE28C77B5787}"/>
                    </a:ext>
                  </a:extLst>
                </p14:cNvPr>
                <p14:cNvContentPartPr/>
                <p14:nvPr/>
              </p14:nvContentPartPr>
              <p14:xfrm>
                <a:off x="5237755" y="491060"/>
                <a:ext cx="615240" cy="901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BFA2C1A-4577-5EB3-0707-EE28C77B578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31635" y="484940"/>
                  <a:ext cx="627480" cy="9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310B343-9CA1-8326-B2F9-67926BB129B4}"/>
                    </a:ext>
                  </a:extLst>
                </p14:cNvPr>
                <p14:cNvContentPartPr/>
                <p14:nvPr/>
              </p14:nvContentPartPr>
              <p14:xfrm>
                <a:off x="5899795" y="930620"/>
                <a:ext cx="1104480" cy="456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310B343-9CA1-8326-B2F9-67926BB129B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93675" y="924500"/>
                  <a:ext cx="1116720" cy="46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03C49D7-D9FA-70C8-1E2B-462DEFF379DA}"/>
              </a:ext>
            </a:extLst>
          </p:cNvPr>
          <p:cNvGrpSpPr/>
          <p:nvPr/>
        </p:nvGrpSpPr>
        <p:grpSpPr>
          <a:xfrm>
            <a:off x="7986715" y="392060"/>
            <a:ext cx="3459600" cy="773280"/>
            <a:chOff x="7986715" y="392060"/>
            <a:chExt cx="3459600" cy="77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CFC97CC-A831-CFD2-5C0E-7568072375F7}"/>
                    </a:ext>
                  </a:extLst>
                </p14:cNvPr>
                <p14:cNvContentPartPr/>
                <p14:nvPr/>
              </p14:nvContentPartPr>
              <p14:xfrm>
                <a:off x="7986715" y="392060"/>
                <a:ext cx="1092960" cy="773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CFC97CC-A831-CFD2-5C0E-7568072375F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80595" y="385940"/>
                  <a:ext cx="1105200" cy="78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239D18-9224-897E-BD42-81885DF018C8}"/>
                    </a:ext>
                  </a:extLst>
                </p14:cNvPr>
                <p14:cNvContentPartPr/>
                <p14:nvPr/>
              </p14:nvContentPartPr>
              <p14:xfrm>
                <a:off x="9317995" y="787340"/>
                <a:ext cx="513000" cy="325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239D18-9224-897E-BD42-81885DF018C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11875" y="781220"/>
                  <a:ext cx="52524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9BDD5F6-0DDB-F12B-A1BE-02B0F18F0036}"/>
                    </a:ext>
                  </a:extLst>
                </p14:cNvPr>
                <p14:cNvContentPartPr/>
                <p14:nvPr/>
              </p14:nvContentPartPr>
              <p14:xfrm>
                <a:off x="10003075" y="727580"/>
                <a:ext cx="325080" cy="353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9BDD5F6-0DDB-F12B-A1BE-02B0F18F003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996955" y="721460"/>
                  <a:ext cx="3373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D07EB1D-194E-F4E1-9262-075719893001}"/>
                    </a:ext>
                  </a:extLst>
                </p14:cNvPr>
                <p14:cNvContentPartPr/>
                <p14:nvPr/>
              </p14:nvContentPartPr>
              <p14:xfrm>
                <a:off x="10541995" y="781220"/>
                <a:ext cx="708840" cy="327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D07EB1D-194E-F4E1-9262-0757198930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535875" y="775100"/>
                  <a:ext cx="7210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26A4DBC-FF8A-862A-2CD8-F8E420DB9DB1}"/>
                    </a:ext>
                  </a:extLst>
                </p14:cNvPr>
                <p14:cNvContentPartPr/>
                <p14:nvPr/>
              </p14:nvContentPartPr>
              <p14:xfrm>
                <a:off x="11425435" y="905780"/>
                <a:ext cx="20880" cy="6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26A4DBC-FF8A-862A-2CD8-F8E420DB9D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419315" y="899660"/>
                  <a:ext cx="3312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8322B65-9764-DD19-FC3C-33420D23EFB0}"/>
              </a:ext>
            </a:extLst>
          </p:cNvPr>
          <p:cNvGrpSpPr/>
          <p:nvPr/>
        </p:nvGrpSpPr>
        <p:grpSpPr>
          <a:xfrm>
            <a:off x="1165435" y="1760780"/>
            <a:ext cx="10318320" cy="4558320"/>
            <a:chOff x="1165435" y="1760780"/>
            <a:chExt cx="10318320" cy="455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C57CE26-05C8-C797-EBA2-B6C44CF39628}"/>
                    </a:ext>
                  </a:extLst>
                </p14:cNvPr>
                <p14:cNvContentPartPr/>
                <p14:nvPr/>
              </p14:nvContentPartPr>
              <p14:xfrm>
                <a:off x="1165435" y="1760780"/>
                <a:ext cx="8606160" cy="840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C57CE26-05C8-C797-EBA2-B6C44CF3962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9315" y="1754660"/>
                  <a:ext cx="8618400" cy="85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DEFAB05-9BC0-22AA-6F23-B9977F0BD061}"/>
                    </a:ext>
                  </a:extLst>
                </p14:cNvPr>
                <p14:cNvContentPartPr/>
                <p14:nvPr/>
              </p14:nvContentPartPr>
              <p14:xfrm>
                <a:off x="2357755" y="2796140"/>
                <a:ext cx="94680" cy="622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DEFAB05-9BC0-22AA-6F23-B9977F0BD06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51635" y="2790020"/>
                  <a:ext cx="106920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3382C4B-832C-6989-D896-5CA8233D65DC}"/>
                    </a:ext>
                  </a:extLst>
                </p14:cNvPr>
                <p14:cNvContentPartPr/>
                <p14:nvPr/>
              </p14:nvContentPartPr>
              <p14:xfrm>
                <a:off x="2278195" y="2669420"/>
                <a:ext cx="635040" cy="1002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3382C4B-832C-6989-D896-5CA8233D65D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72075" y="2663300"/>
                  <a:ext cx="647280" cy="10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F5FB044-6061-B532-F50D-A683234E8109}"/>
                    </a:ext>
                  </a:extLst>
                </p14:cNvPr>
                <p14:cNvContentPartPr/>
                <p14:nvPr/>
              </p14:nvContentPartPr>
              <p14:xfrm>
                <a:off x="3022675" y="2798660"/>
                <a:ext cx="932400" cy="416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F5FB044-6061-B532-F50D-A683234E810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16555" y="2792540"/>
                  <a:ext cx="9446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759E3F6-3E5E-B47A-B246-CEE8761D063C}"/>
                    </a:ext>
                  </a:extLst>
                </p14:cNvPr>
                <p14:cNvContentPartPr/>
                <p14:nvPr/>
              </p14:nvContentPartPr>
              <p14:xfrm>
                <a:off x="3678235" y="2720540"/>
                <a:ext cx="1278360" cy="348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759E3F6-3E5E-B47A-B246-CEE8761D063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72115" y="2714420"/>
                  <a:ext cx="129060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8B77D61-5D3F-1E65-0793-9499C8897B49}"/>
                    </a:ext>
                  </a:extLst>
                </p14:cNvPr>
                <p14:cNvContentPartPr/>
                <p14:nvPr/>
              </p14:nvContentPartPr>
              <p14:xfrm>
                <a:off x="6145675" y="2224100"/>
                <a:ext cx="1137240" cy="545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8B77D61-5D3F-1E65-0793-9499C8897B4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39555" y="2217980"/>
                  <a:ext cx="114948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F6B524E-3D6B-BB27-E661-5CC62FA969BF}"/>
                    </a:ext>
                  </a:extLst>
                </p14:cNvPr>
                <p14:cNvContentPartPr/>
                <p14:nvPr/>
              </p14:nvContentPartPr>
              <p14:xfrm>
                <a:off x="7462195" y="2433620"/>
                <a:ext cx="24480" cy="28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F6B524E-3D6B-BB27-E661-5CC62FA969B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56075" y="2427500"/>
                  <a:ext cx="36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59A4315-B469-04C9-E0AF-39123F20BBFA}"/>
                    </a:ext>
                  </a:extLst>
                </p14:cNvPr>
                <p14:cNvContentPartPr/>
                <p14:nvPr/>
              </p14:nvContentPartPr>
              <p14:xfrm>
                <a:off x="7736875" y="2367380"/>
                <a:ext cx="56880" cy="215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59A4315-B469-04C9-E0AF-39123F20BBF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30755" y="2361260"/>
                  <a:ext cx="691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DCAF075-59CF-2B95-5222-041D062F6851}"/>
                    </a:ext>
                  </a:extLst>
                </p14:cNvPr>
                <p14:cNvContentPartPr/>
                <p14:nvPr/>
              </p14:nvContentPartPr>
              <p14:xfrm>
                <a:off x="7755235" y="2249300"/>
                <a:ext cx="43920" cy="4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DCAF075-59CF-2B95-5222-041D062F685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49115" y="2243180"/>
                  <a:ext cx="5616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D6E9037-071B-F423-F44F-398518C8005E}"/>
                    </a:ext>
                  </a:extLst>
                </p14:cNvPr>
                <p14:cNvContentPartPr/>
                <p14:nvPr/>
              </p14:nvContentPartPr>
              <p14:xfrm>
                <a:off x="8228995" y="2454140"/>
                <a:ext cx="955080" cy="112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D6E9037-071B-F423-F44F-398518C8005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22875" y="2448020"/>
                  <a:ext cx="9673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4D33083-5009-8195-0F3E-C09A2093F024}"/>
                    </a:ext>
                  </a:extLst>
                </p14:cNvPr>
                <p14:cNvContentPartPr/>
                <p14:nvPr/>
              </p14:nvContentPartPr>
              <p14:xfrm>
                <a:off x="9785635" y="2227340"/>
                <a:ext cx="196920" cy="268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4D33083-5009-8195-0F3E-C09A2093F02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779515" y="2221220"/>
                  <a:ext cx="2091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C96594E-1CE3-0F77-BC3A-0A79E08FD8FB}"/>
                    </a:ext>
                  </a:extLst>
                </p14:cNvPr>
                <p14:cNvContentPartPr/>
                <p14:nvPr/>
              </p14:nvContentPartPr>
              <p14:xfrm>
                <a:off x="3784075" y="3899900"/>
                <a:ext cx="97920" cy="707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C96594E-1CE3-0F77-BC3A-0A79E08FD8F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77955" y="3893780"/>
                  <a:ext cx="110160" cy="72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05109A3-DB6B-0DC0-24A1-5A7A4CC5DA95}"/>
                    </a:ext>
                  </a:extLst>
                </p14:cNvPr>
                <p14:cNvContentPartPr/>
                <p14:nvPr/>
              </p14:nvContentPartPr>
              <p14:xfrm>
                <a:off x="3666715" y="3849140"/>
                <a:ext cx="1451520" cy="453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05109A3-DB6B-0DC0-24A1-5A7A4CC5DA9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60595" y="3843020"/>
                  <a:ext cx="146376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ED89B11-964E-8C9F-36DF-EA18A9321059}"/>
                    </a:ext>
                  </a:extLst>
                </p14:cNvPr>
                <p14:cNvContentPartPr/>
                <p14:nvPr/>
              </p14:nvContentPartPr>
              <p14:xfrm>
                <a:off x="5194195" y="3813140"/>
                <a:ext cx="12240" cy="6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ED89B11-964E-8C9F-36DF-EA18A932105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87715" y="3807020"/>
                  <a:ext cx="24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08347FE-BD83-1EF9-9178-4FBA47356A5E}"/>
                    </a:ext>
                  </a:extLst>
                </p14:cNvPr>
                <p14:cNvContentPartPr/>
                <p14:nvPr/>
              </p14:nvContentPartPr>
              <p14:xfrm>
                <a:off x="5585515" y="3902420"/>
                <a:ext cx="869040" cy="208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08347FE-BD83-1EF9-9178-4FBA47356A5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79395" y="3896300"/>
                  <a:ext cx="8812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310F4E2-D870-5906-10DF-7DC3A575C1A5}"/>
                    </a:ext>
                  </a:extLst>
                </p14:cNvPr>
                <p14:cNvContentPartPr/>
                <p14:nvPr/>
              </p14:nvContentPartPr>
              <p14:xfrm>
                <a:off x="7497115" y="3423260"/>
                <a:ext cx="825120" cy="780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310F4E2-D870-5906-10DF-7DC3A575C1A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90995" y="3417140"/>
                  <a:ext cx="837360" cy="79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92DA8F8-1A73-89A7-8D1A-A619CE5CA4E4}"/>
                    </a:ext>
                  </a:extLst>
                </p14:cNvPr>
                <p14:cNvContentPartPr/>
                <p14:nvPr/>
              </p14:nvContentPartPr>
              <p14:xfrm>
                <a:off x="6936595" y="2836820"/>
                <a:ext cx="1762200" cy="1733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92DA8F8-1A73-89A7-8D1A-A619CE5CA4E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30475" y="2830700"/>
                  <a:ext cx="1774440" cy="174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7345D4B-FA9E-4DA1-ADF2-5063F667FF52}"/>
                    </a:ext>
                  </a:extLst>
                </p14:cNvPr>
                <p14:cNvContentPartPr/>
                <p14:nvPr/>
              </p14:nvContentPartPr>
              <p14:xfrm>
                <a:off x="8649835" y="3083780"/>
                <a:ext cx="1297800" cy="549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7345D4B-FA9E-4DA1-ADF2-5063F667FF5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43715" y="3077660"/>
                  <a:ext cx="131004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56CA5EE-5310-9377-0FC8-2C83CDF2E6D0}"/>
                    </a:ext>
                  </a:extLst>
                </p14:cNvPr>
                <p14:cNvContentPartPr/>
                <p14:nvPr/>
              </p14:nvContentPartPr>
              <p14:xfrm>
                <a:off x="9671155" y="2570420"/>
                <a:ext cx="620640" cy="1273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56CA5EE-5310-9377-0FC8-2C83CDF2E6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65035" y="2564300"/>
                  <a:ext cx="632880" cy="12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8194FE0-689C-8026-6054-A5B76B604D91}"/>
                    </a:ext>
                  </a:extLst>
                </p14:cNvPr>
                <p14:cNvContentPartPr/>
                <p14:nvPr/>
              </p14:nvContentPartPr>
              <p14:xfrm>
                <a:off x="9792835" y="3856340"/>
                <a:ext cx="136440" cy="131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8194FE0-689C-8026-6054-A5B76B604D9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786715" y="3850220"/>
                  <a:ext cx="148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A327677-76CF-8E55-580E-B04D0056764A}"/>
                    </a:ext>
                  </a:extLst>
                </p14:cNvPr>
                <p14:cNvContentPartPr/>
                <p14:nvPr/>
              </p14:nvContentPartPr>
              <p14:xfrm>
                <a:off x="8774395" y="3281060"/>
                <a:ext cx="1126080" cy="261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A327677-76CF-8E55-580E-B04D0056764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768275" y="3274940"/>
                  <a:ext cx="11383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08FC3E5-FE61-3095-DEDA-C12B4F087FE7}"/>
                    </a:ext>
                  </a:extLst>
                </p14:cNvPr>
                <p14:cNvContentPartPr/>
                <p14:nvPr/>
              </p14:nvContentPartPr>
              <p14:xfrm>
                <a:off x="9586915" y="2660420"/>
                <a:ext cx="637200" cy="1258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08FC3E5-FE61-3095-DEDA-C12B4F087FE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80795" y="2654300"/>
                  <a:ext cx="649440" cy="12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B0F13EF-4430-8906-EA83-C4B23CB3CDB3}"/>
                    </a:ext>
                  </a:extLst>
                </p14:cNvPr>
                <p14:cNvContentPartPr/>
                <p14:nvPr/>
              </p14:nvContentPartPr>
              <p14:xfrm>
                <a:off x="10289635" y="3809540"/>
                <a:ext cx="7560" cy="31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B0F13EF-4430-8906-EA83-C4B23CB3CDB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83515" y="3803420"/>
                  <a:ext cx="198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1230363-93C9-6E10-5AAF-5A3599123B8D}"/>
                    </a:ext>
                  </a:extLst>
                </p14:cNvPr>
                <p14:cNvContentPartPr/>
                <p14:nvPr/>
              </p14:nvContentPartPr>
              <p14:xfrm>
                <a:off x="8600875" y="4719260"/>
                <a:ext cx="132480" cy="450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1230363-93C9-6E10-5AAF-5A3599123B8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594755" y="4713140"/>
                  <a:ext cx="14472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BE5283F-4600-E9C6-C079-CB39F113518F}"/>
                    </a:ext>
                  </a:extLst>
                </p14:cNvPr>
                <p14:cNvContentPartPr/>
                <p14:nvPr/>
              </p14:nvContentPartPr>
              <p14:xfrm>
                <a:off x="10172635" y="3564740"/>
                <a:ext cx="263520" cy="1015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BE5283F-4600-E9C6-C079-CB39F113518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166515" y="3558620"/>
                  <a:ext cx="275760" cy="10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18796CB-95E6-A2E3-D872-C8C7C27526D3}"/>
                    </a:ext>
                  </a:extLst>
                </p14:cNvPr>
                <p14:cNvContentPartPr/>
                <p14:nvPr/>
              </p14:nvContentPartPr>
              <p14:xfrm>
                <a:off x="11114395" y="5432060"/>
                <a:ext cx="13680" cy="113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18796CB-95E6-A2E3-D872-C8C7C27526D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108275" y="5425940"/>
                  <a:ext cx="259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BC8254B-EDC7-A3B8-A651-93A495864449}"/>
                    </a:ext>
                  </a:extLst>
                </p14:cNvPr>
                <p14:cNvContentPartPr/>
                <p14:nvPr/>
              </p14:nvContentPartPr>
              <p14:xfrm>
                <a:off x="10763755" y="5818340"/>
                <a:ext cx="363240" cy="500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BC8254B-EDC7-A3B8-A651-93A49586444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757635" y="5812220"/>
                  <a:ext cx="37548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74BA1A5-622C-954A-6F08-6622B09774E9}"/>
                    </a:ext>
                  </a:extLst>
                </p14:cNvPr>
                <p14:cNvContentPartPr/>
                <p14:nvPr/>
              </p14:nvContentPartPr>
              <p14:xfrm>
                <a:off x="10260835" y="4060460"/>
                <a:ext cx="78840" cy="59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74BA1A5-622C-954A-6F08-6622B09774E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254715" y="4054340"/>
                  <a:ext cx="91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675FC52-3C43-9B91-5C70-E4C233B03BDE}"/>
                    </a:ext>
                  </a:extLst>
                </p14:cNvPr>
                <p14:cNvContentPartPr/>
                <p14:nvPr/>
              </p14:nvContentPartPr>
              <p14:xfrm>
                <a:off x="9491515" y="3547820"/>
                <a:ext cx="1654560" cy="2220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675FC52-3C43-9B91-5C70-E4C233B03BD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485395" y="3541700"/>
                  <a:ext cx="1666800" cy="22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2E37C25-ACD1-FAFA-C121-7EE5A31AE749}"/>
                    </a:ext>
                  </a:extLst>
                </p14:cNvPr>
                <p14:cNvContentPartPr/>
                <p14:nvPr/>
              </p14:nvContentPartPr>
              <p14:xfrm>
                <a:off x="11340115" y="3550340"/>
                <a:ext cx="43920" cy="43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2E37C25-ACD1-FAFA-C121-7EE5A31AE74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333995" y="3544220"/>
                  <a:ext cx="56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1CD97F0-ACAE-49FC-A7A2-6396AD14D6DF}"/>
                    </a:ext>
                  </a:extLst>
                </p14:cNvPr>
                <p14:cNvContentPartPr/>
                <p14:nvPr/>
              </p14:nvContentPartPr>
              <p14:xfrm>
                <a:off x="11244715" y="3983420"/>
                <a:ext cx="239040" cy="397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1CD97F0-ACAE-49FC-A7A2-6396AD14D6D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238595" y="3977300"/>
                  <a:ext cx="251280" cy="40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B87BBED-3665-6E10-F174-41AB478CA5DE}"/>
              </a:ext>
            </a:extLst>
          </p:cNvPr>
          <p:cNvGrpSpPr/>
          <p:nvPr/>
        </p:nvGrpSpPr>
        <p:grpSpPr>
          <a:xfrm>
            <a:off x="6854515" y="5117420"/>
            <a:ext cx="202680" cy="182520"/>
            <a:chOff x="6854515" y="5117420"/>
            <a:chExt cx="202680" cy="18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786F011-B3CF-B936-5626-F551F12B30AF}"/>
                    </a:ext>
                  </a:extLst>
                </p14:cNvPr>
                <p14:cNvContentPartPr/>
                <p14:nvPr/>
              </p14:nvContentPartPr>
              <p14:xfrm>
                <a:off x="7056835" y="5287700"/>
                <a:ext cx="360" cy="12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786F011-B3CF-B936-5626-F551F12B30A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50715" y="5281580"/>
                  <a:ext cx="126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882AFA6-3C46-414C-5FD4-AA4B0767CC18}"/>
                    </a:ext>
                  </a:extLst>
                </p14:cNvPr>
                <p14:cNvContentPartPr/>
                <p14:nvPr/>
              </p14:nvContentPartPr>
              <p14:xfrm>
                <a:off x="6854515" y="5117420"/>
                <a:ext cx="110160" cy="45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882AFA6-3C46-414C-5FD4-AA4B0767CC1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48395" y="5111300"/>
                  <a:ext cx="12240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50A1CC8-23D3-9D88-5911-0B97EB8C77AE}"/>
              </a:ext>
            </a:extLst>
          </p:cNvPr>
          <p:cNvGrpSpPr/>
          <p:nvPr/>
        </p:nvGrpSpPr>
        <p:grpSpPr>
          <a:xfrm>
            <a:off x="6806275" y="6020300"/>
            <a:ext cx="319680" cy="52560"/>
            <a:chOff x="6806275" y="6020300"/>
            <a:chExt cx="319680" cy="5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F542A7F-E566-AE5F-2138-2823C679D370}"/>
                    </a:ext>
                  </a:extLst>
                </p14:cNvPr>
                <p14:cNvContentPartPr/>
                <p14:nvPr/>
              </p14:nvContentPartPr>
              <p14:xfrm>
                <a:off x="7113715" y="6066020"/>
                <a:ext cx="12240" cy="6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F542A7F-E566-AE5F-2138-2823C679D37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07595" y="6059900"/>
                  <a:ext cx="24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752A526-DBD2-1493-020A-EFFFE3BC065C}"/>
                    </a:ext>
                  </a:extLst>
                </p14:cNvPr>
                <p14:cNvContentPartPr/>
                <p14:nvPr/>
              </p14:nvContentPartPr>
              <p14:xfrm>
                <a:off x="6806275" y="6020300"/>
                <a:ext cx="175320" cy="41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752A526-DBD2-1493-020A-EFFFE3BC065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800155" y="6014180"/>
                  <a:ext cx="187560" cy="54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0886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0DFD938E-8E57-37E6-312C-69726E218EE3}"/>
              </a:ext>
            </a:extLst>
          </p:cNvPr>
          <p:cNvGrpSpPr/>
          <p:nvPr/>
        </p:nvGrpSpPr>
        <p:grpSpPr>
          <a:xfrm>
            <a:off x="1279915" y="218540"/>
            <a:ext cx="7927200" cy="3260520"/>
            <a:chOff x="1279915" y="218540"/>
            <a:chExt cx="7927200" cy="326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9C7E54C-8564-9314-9745-318B5CD77506}"/>
                    </a:ext>
                  </a:extLst>
                </p14:cNvPr>
                <p14:cNvContentPartPr/>
                <p14:nvPr/>
              </p14:nvContentPartPr>
              <p14:xfrm>
                <a:off x="1279915" y="545420"/>
                <a:ext cx="175320" cy="1019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9C7E54C-8564-9314-9745-318B5CD7750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73795" y="539300"/>
                  <a:ext cx="187560" cy="10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9B304FF-FA6A-681D-550E-723B6C6F5652}"/>
                    </a:ext>
                  </a:extLst>
                </p14:cNvPr>
                <p14:cNvContentPartPr/>
                <p14:nvPr/>
              </p14:nvContentPartPr>
              <p14:xfrm>
                <a:off x="1478635" y="913340"/>
                <a:ext cx="196200" cy="364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9B304FF-FA6A-681D-550E-723B6C6F565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72515" y="907220"/>
                  <a:ext cx="2084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A991816-EEE5-5BF9-0CD1-48B4D4672A82}"/>
                    </a:ext>
                  </a:extLst>
                </p14:cNvPr>
                <p14:cNvContentPartPr/>
                <p14:nvPr/>
              </p14:nvContentPartPr>
              <p14:xfrm>
                <a:off x="1738195" y="1050140"/>
                <a:ext cx="462240" cy="155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A991816-EEE5-5BF9-0CD1-48B4D4672A8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32075" y="1044020"/>
                  <a:ext cx="4744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CA4C604-40C1-E42D-1C69-20BB9729270C}"/>
                    </a:ext>
                  </a:extLst>
                </p14:cNvPr>
                <p14:cNvContentPartPr/>
                <p14:nvPr/>
              </p14:nvContentPartPr>
              <p14:xfrm>
                <a:off x="2261635" y="825500"/>
                <a:ext cx="20880" cy="56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CA4C604-40C1-E42D-1C69-20BB9729270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55515" y="819380"/>
                  <a:ext cx="33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FA2AF76-63E1-E094-67F3-0EF37EC5BD5D}"/>
                    </a:ext>
                  </a:extLst>
                </p14:cNvPr>
                <p14:cNvContentPartPr/>
                <p14:nvPr/>
              </p14:nvContentPartPr>
              <p14:xfrm>
                <a:off x="2331475" y="860060"/>
                <a:ext cx="803520" cy="309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FA2AF76-63E1-E094-67F3-0EF37EC5BD5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25355" y="853940"/>
                  <a:ext cx="8157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4850B53-BA43-B028-DB52-0D01DEDB0FF1}"/>
                    </a:ext>
                  </a:extLst>
                </p14:cNvPr>
                <p14:cNvContentPartPr/>
                <p14:nvPr/>
              </p14:nvContentPartPr>
              <p14:xfrm>
                <a:off x="3022315" y="869780"/>
                <a:ext cx="95760" cy="74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4850B53-BA43-B028-DB52-0D01DEDB0FF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16195" y="863660"/>
                  <a:ext cx="108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8A0ACE2-42D7-7F8A-2C84-C5398E68C1CF}"/>
                    </a:ext>
                  </a:extLst>
                </p14:cNvPr>
                <p14:cNvContentPartPr/>
                <p14:nvPr/>
              </p14:nvContentPartPr>
              <p14:xfrm>
                <a:off x="3752395" y="526700"/>
                <a:ext cx="579600" cy="695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8A0ACE2-42D7-7F8A-2C84-C5398E68C1C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46275" y="520580"/>
                  <a:ext cx="59184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E9BF3B-36EA-DC1B-945A-83D3BCCE7B6F}"/>
                    </a:ext>
                  </a:extLst>
                </p14:cNvPr>
                <p14:cNvContentPartPr/>
                <p14:nvPr/>
              </p14:nvContentPartPr>
              <p14:xfrm>
                <a:off x="4339555" y="529220"/>
                <a:ext cx="59040" cy="138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E9BF3B-36EA-DC1B-945A-83D3BCCE7B6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33435" y="523100"/>
                  <a:ext cx="71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FB1BAD8-FBBF-327A-62FD-E37D9801D101}"/>
                    </a:ext>
                  </a:extLst>
                </p14:cNvPr>
                <p14:cNvContentPartPr/>
                <p14:nvPr/>
              </p14:nvContentPartPr>
              <p14:xfrm>
                <a:off x="4534315" y="560540"/>
                <a:ext cx="128160" cy="225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FB1BAD8-FBBF-327A-62FD-E37D9801D10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28195" y="554420"/>
                  <a:ext cx="140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7203BB0-66A7-2800-6472-4281EFD47EF8}"/>
                    </a:ext>
                  </a:extLst>
                </p14:cNvPr>
                <p14:cNvContentPartPr/>
                <p14:nvPr/>
              </p14:nvContentPartPr>
              <p14:xfrm>
                <a:off x="5137315" y="269300"/>
                <a:ext cx="323280" cy="947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7203BB0-66A7-2800-6472-4281EFD47EF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31195" y="263180"/>
                  <a:ext cx="335520" cy="9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D153477-5F81-0A5C-A2D4-DE12635675BB}"/>
                    </a:ext>
                  </a:extLst>
                </p14:cNvPr>
                <p14:cNvContentPartPr/>
                <p14:nvPr/>
              </p14:nvContentPartPr>
              <p14:xfrm>
                <a:off x="5663275" y="713540"/>
                <a:ext cx="400320" cy="222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D153477-5F81-0A5C-A2D4-DE12635675B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57155" y="707420"/>
                  <a:ext cx="4125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7880F0-42FA-2A56-1174-7FE56722EC8C}"/>
                    </a:ext>
                  </a:extLst>
                </p14:cNvPr>
                <p14:cNvContentPartPr/>
                <p14:nvPr/>
              </p14:nvContentPartPr>
              <p14:xfrm>
                <a:off x="6420355" y="646220"/>
                <a:ext cx="221040" cy="395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7880F0-42FA-2A56-1174-7FE56722EC8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14235" y="640100"/>
                  <a:ext cx="2332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802B272-C7AE-5971-9B92-880A74A4C781}"/>
                    </a:ext>
                  </a:extLst>
                </p14:cNvPr>
                <p14:cNvContentPartPr/>
                <p14:nvPr/>
              </p14:nvContentPartPr>
              <p14:xfrm>
                <a:off x="7017235" y="344540"/>
                <a:ext cx="41400" cy="518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802B272-C7AE-5971-9B92-880A74A4C78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11115" y="338420"/>
                  <a:ext cx="5364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0F94170-E08F-2852-DF27-E0EFE2D4F101}"/>
                    </a:ext>
                  </a:extLst>
                </p14:cNvPr>
                <p14:cNvContentPartPr/>
                <p14:nvPr/>
              </p14:nvContentPartPr>
              <p14:xfrm>
                <a:off x="6895555" y="705980"/>
                <a:ext cx="415080" cy="117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0F94170-E08F-2852-DF27-E0EFE2D4F10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89435" y="699860"/>
                  <a:ext cx="427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C7133CC-BFEA-D538-4B3E-6610EC452B52}"/>
                    </a:ext>
                  </a:extLst>
                </p14:cNvPr>
                <p14:cNvContentPartPr/>
                <p14:nvPr/>
              </p14:nvContentPartPr>
              <p14:xfrm>
                <a:off x="7397035" y="531380"/>
                <a:ext cx="23400" cy="62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C7133CC-BFEA-D538-4B3E-6610EC452B5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90915" y="525260"/>
                  <a:ext cx="35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B249A17-ACF6-D3D3-7724-2485C43A9E6D}"/>
                    </a:ext>
                  </a:extLst>
                </p14:cNvPr>
                <p14:cNvContentPartPr/>
                <p14:nvPr/>
              </p14:nvContentPartPr>
              <p14:xfrm>
                <a:off x="7683955" y="434540"/>
                <a:ext cx="587520" cy="543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B249A17-ACF6-D3D3-7724-2485C43A9E6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77835" y="428420"/>
                  <a:ext cx="59976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92B7136-9C56-5B0E-52BC-5D62266510D5}"/>
                    </a:ext>
                  </a:extLst>
                </p14:cNvPr>
                <p14:cNvContentPartPr/>
                <p14:nvPr/>
              </p14:nvContentPartPr>
              <p14:xfrm>
                <a:off x="8398915" y="343460"/>
                <a:ext cx="163080" cy="36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92B7136-9C56-5B0E-52BC-5D62266510D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392795" y="337340"/>
                  <a:ext cx="1753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AF1C0D1-7A44-393B-A3D2-DB1954BBE668}"/>
                    </a:ext>
                  </a:extLst>
                </p14:cNvPr>
                <p14:cNvContentPartPr/>
                <p14:nvPr/>
              </p14:nvContentPartPr>
              <p14:xfrm>
                <a:off x="8444275" y="331220"/>
                <a:ext cx="65880" cy="375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AF1C0D1-7A44-393B-A3D2-DB1954BBE66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38155" y="325100"/>
                  <a:ext cx="7812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24FC643-C200-3A2C-6154-F253D453C709}"/>
                    </a:ext>
                  </a:extLst>
                </p14:cNvPr>
                <p14:cNvContentPartPr/>
                <p14:nvPr/>
              </p14:nvContentPartPr>
              <p14:xfrm>
                <a:off x="8664235" y="388100"/>
                <a:ext cx="73800" cy="225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24FC643-C200-3A2C-6154-F253D453C70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58115" y="381980"/>
                  <a:ext cx="860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938429C-042B-30A8-7E2B-F2659C7FF543}"/>
                    </a:ext>
                  </a:extLst>
                </p14:cNvPr>
                <p14:cNvContentPartPr/>
                <p14:nvPr/>
              </p14:nvContentPartPr>
              <p14:xfrm>
                <a:off x="8447155" y="218540"/>
                <a:ext cx="759960" cy="1015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938429C-042B-30A8-7E2B-F2659C7FF54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41035" y="212420"/>
                  <a:ext cx="772200" cy="10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92359A2-A834-DF41-876A-0FD10B65EE3E}"/>
                    </a:ext>
                  </a:extLst>
                </p14:cNvPr>
                <p14:cNvContentPartPr/>
                <p14:nvPr/>
              </p14:nvContentPartPr>
              <p14:xfrm>
                <a:off x="4313635" y="2202140"/>
                <a:ext cx="2043360" cy="743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92359A2-A834-DF41-876A-0FD10B65EE3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07515" y="2196020"/>
                  <a:ext cx="2055600" cy="75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402EEA8-E4B5-147F-47D6-DFB90DD0FBD2}"/>
                    </a:ext>
                  </a:extLst>
                </p14:cNvPr>
                <p14:cNvContentPartPr/>
                <p14:nvPr/>
              </p14:nvContentPartPr>
              <p14:xfrm>
                <a:off x="4237675" y="1906940"/>
                <a:ext cx="515880" cy="1572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402EEA8-E4B5-147F-47D6-DFB90DD0FBD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31555" y="1900820"/>
                  <a:ext cx="528120" cy="15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B35A23D-757E-4687-FF9C-50F18CDB9BEC}"/>
                    </a:ext>
                  </a:extLst>
                </p14:cNvPr>
                <p14:cNvContentPartPr/>
                <p14:nvPr/>
              </p14:nvContentPartPr>
              <p14:xfrm>
                <a:off x="5455915" y="2116100"/>
                <a:ext cx="1341720" cy="693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B35A23D-757E-4687-FF9C-50F18CDB9BE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49795" y="2109980"/>
                  <a:ext cx="135396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1E802EF-2385-8CFC-BA07-B05299F80EFA}"/>
                    </a:ext>
                  </a:extLst>
                </p14:cNvPr>
                <p14:cNvContentPartPr/>
                <p14:nvPr/>
              </p14:nvContentPartPr>
              <p14:xfrm>
                <a:off x="7345195" y="1931060"/>
                <a:ext cx="28080" cy="431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1E802EF-2385-8CFC-BA07-B05299F80EF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39075" y="1924940"/>
                  <a:ext cx="4032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045FF94-3EC8-6528-83CA-CB653C835FB9}"/>
                    </a:ext>
                  </a:extLst>
                </p14:cNvPr>
                <p14:cNvContentPartPr/>
                <p14:nvPr/>
              </p14:nvContentPartPr>
              <p14:xfrm>
                <a:off x="7370395" y="2273780"/>
                <a:ext cx="265680" cy="136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045FF94-3EC8-6528-83CA-CB653C835F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64275" y="2267660"/>
                  <a:ext cx="277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5B38C2F-49B6-5392-FF9B-0E3F2A3CFEA7}"/>
                    </a:ext>
                  </a:extLst>
                </p14:cNvPr>
                <p14:cNvContentPartPr/>
                <p14:nvPr/>
              </p14:nvContentPartPr>
              <p14:xfrm>
                <a:off x="7748035" y="2011340"/>
                <a:ext cx="42480" cy="50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5B38C2F-49B6-5392-FF9B-0E3F2A3CFEA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41915" y="2005220"/>
                  <a:ext cx="547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EDE680B-FE65-DDF3-E417-7D3C0196B201}"/>
                    </a:ext>
                  </a:extLst>
                </p14:cNvPr>
                <p14:cNvContentPartPr/>
                <p14:nvPr/>
              </p14:nvContentPartPr>
              <p14:xfrm>
                <a:off x="8054035" y="2068940"/>
                <a:ext cx="286200" cy="416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EDE680B-FE65-DDF3-E417-7D3C0196B20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47915" y="2062820"/>
                  <a:ext cx="2984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E1A0FAD-A8E6-F943-6ABC-C21FAF404AA7}"/>
                    </a:ext>
                  </a:extLst>
                </p14:cNvPr>
                <p14:cNvContentPartPr/>
                <p14:nvPr/>
              </p14:nvContentPartPr>
              <p14:xfrm>
                <a:off x="8807875" y="2366300"/>
                <a:ext cx="51120" cy="66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E1A0FAD-A8E6-F943-6ABC-C21FAF404AA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01755" y="2360180"/>
                  <a:ext cx="633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61425F0-2A61-756C-236C-0A66A88679E4}"/>
                    </a:ext>
                  </a:extLst>
                </p14:cNvPr>
                <p14:cNvContentPartPr/>
                <p14:nvPr/>
              </p14:nvContentPartPr>
              <p14:xfrm>
                <a:off x="2822515" y="1294220"/>
                <a:ext cx="6233760" cy="2174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61425F0-2A61-756C-236C-0A66A88679E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16395" y="1288100"/>
                  <a:ext cx="6246000" cy="21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D10236E-B679-DC0A-E301-0DF142977050}"/>
                    </a:ext>
                  </a:extLst>
                </p14:cNvPr>
                <p14:cNvContentPartPr/>
                <p14:nvPr/>
              </p14:nvContentPartPr>
              <p14:xfrm>
                <a:off x="8882395" y="1964900"/>
                <a:ext cx="54720" cy="60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D10236E-B679-DC0A-E301-0DF14297705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76275" y="1958780"/>
                  <a:ext cx="66960" cy="72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36563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22892D6-040B-8A57-F63E-E84EE8BA9BC0}"/>
              </a:ext>
            </a:extLst>
          </p:cNvPr>
          <p:cNvGrpSpPr/>
          <p:nvPr/>
        </p:nvGrpSpPr>
        <p:grpSpPr>
          <a:xfrm>
            <a:off x="1981555" y="1890380"/>
            <a:ext cx="1826280" cy="785520"/>
            <a:chOff x="1981555" y="1890380"/>
            <a:chExt cx="1826280" cy="78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04E116F-1717-11B7-F864-B1FE30ACE668}"/>
                    </a:ext>
                  </a:extLst>
                </p14:cNvPr>
                <p14:cNvContentPartPr/>
                <p14:nvPr/>
              </p14:nvContentPartPr>
              <p14:xfrm>
                <a:off x="1981555" y="2081900"/>
                <a:ext cx="481680" cy="293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04E116F-1717-11B7-F864-B1FE30ACE66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75435" y="2075780"/>
                  <a:ext cx="4939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2128D96-A597-403C-A75B-3473B77A35AD}"/>
                    </a:ext>
                  </a:extLst>
                </p14:cNvPr>
                <p14:cNvContentPartPr/>
                <p14:nvPr/>
              </p14:nvContentPartPr>
              <p14:xfrm>
                <a:off x="2597875" y="2206460"/>
                <a:ext cx="563760" cy="457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2128D96-A597-403C-A75B-3473B77A35A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91755" y="2200340"/>
                  <a:ext cx="57600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10D4EA0-613D-C362-312A-5E82302BED2E}"/>
                    </a:ext>
                  </a:extLst>
                </p14:cNvPr>
                <p14:cNvContentPartPr/>
                <p14:nvPr/>
              </p14:nvContentPartPr>
              <p14:xfrm>
                <a:off x="3417595" y="1890380"/>
                <a:ext cx="390240" cy="785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10D4EA0-613D-C362-312A-5E82302BED2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11475" y="1884260"/>
                  <a:ext cx="402480" cy="79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71C79F4-3A84-76C2-4014-15E05A8FEA7C}"/>
                  </a:ext>
                </a:extLst>
              </p14:cNvPr>
              <p14:cNvContentPartPr/>
              <p14:nvPr/>
            </p14:nvContentPartPr>
            <p14:xfrm>
              <a:off x="1792915" y="2905580"/>
              <a:ext cx="2714040" cy="52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71C79F4-3A84-76C2-4014-15E05A8FEA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86795" y="2899460"/>
                <a:ext cx="27262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DE20181-0A9D-172D-8BE7-10DB31DC24CE}"/>
                  </a:ext>
                </a:extLst>
              </p14:cNvPr>
              <p14:cNvContentPartPr/>
              <p14:nvPr/>
            </p14:nvContentPartPr>
            <p14:xfrm>
              <a:off x="-28685" y="32060"/>
              <a:ext cx="739440" cy="33156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DE20181-0A9D-172D-8BE7-10DB31DC24C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34805" y="25940"/>
                <a:ext cx="751680" cy="332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CAF7D5EE-736C-599D-0DA1-B7D351D5F833}"/>
              </a:ext>
            </a:extLst>
          </p:cNvPr>
          <p:cNvGrpSpPr/>
          <p:nvPr/>
        </p:nvGrpSpPr>
        <p:grpSpPr>
          <a:xfrm>
            <a:off x="5454475" y="357860"/>
            <a:ext cx="6519960" cy="3782880"/>
            <a:chOff x="5454475" y="357860"/>
            <a:chExt cx="6519960" cy="378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092D3AD-1C01-273B-EA07-D8F08287354F}"/>
                    </a:ext>
                  </a:extLst>
                </p14:cNvPr>
                <p14:cNvContentPartPr/>
                <p14:nvPr/>
              </p14:nvContentPartPr>
              <p14:xfrm>
                <a:off x="5624035" y="863300"/>
                <a:ext cx="57600" cy="588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092D3AD-1C01-273B-EA07-D8F08287354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17915" y="857180"/>
                  <a:ext cx="6984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38B2D3D-9678-C074-5C49-8D429DC644B9}"/>
                    </a:ext>
                  </a:extLst>
                </p14:cNvPr>
                <p14:cNvContentPartPr/>
                <p14:nvPr/>
              </p14:nvContentPartPr>
              <p14:xfrm>
                <a:off x="5777755" y="357860"/>
                <a:ext cx="762480" cy="168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38B2D3D-9678-C074-5C49-8D429DC644B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71635" y="351740"/>
                  <a:ext cx="7747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3330238-375A-2317-F9F7-95E8AA7D7943}"/>
                    </a:ext>
                  </a:extLst>
                </p14:cNvPr>
                <p14:cNvContentPartPr/>
                <p14:nvPr/>
              </p14:nvContentPartPr>
              <p14:xfrm>
                <a:off x="5816275" y="1026020"/>
                <a:ext cx="404280" cy="133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3330238-375A-2317-F9F7-95E8AA7D794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10155" y="1019900"/>
                  <a:ext cx="4165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5499BD1-A74F-0643-9645-20855B0C7BD8}"/>
                    </a:ext>
                  </a:extLst>
                </p14:cNvPr>
                <p14:cNvContentPartPr/>
                <p14:nvPr/>
              </p14:nvContentPartPr>
              <p14:xfrm>
                <a:off x="6767035" y="490340"/>
                <a:ext cx="1452240" cy="864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5499BD1-A74F-0643-9645-20855B0C7BD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60915" y="484220"/>
                  <a:ext cx="1464480" cy="87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3B9E500-1B1C-7CBB-3B6B-3A56DB2C7B94}"/>
                    </a:ext>
                  </a:extLst>
                </p14:cNvPr>
                <p14:cNvContentPartPr/>
                <p14:nvPr/>
              </p14:nvContentPartPr>
              <p14:xfrm>
                <a:off x="8613835" y="961940"/>
                <a:ext cx="753120" cy="451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3B9E500-1B1C-7CBB-3B6B-3A56DB2C7B9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07715" y="955820"/>
                  <a:ext cx="76536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8FD5B59-D8C3-EA39-717B-E84CAF34AF12}"/>
                    </a:ext>
                  </a:extLst>
                </p14:cNvPr>
                <p14:cNvContentPartPr/>
                <p14:nvPr/>
              </p14:nvContentPartPr>
              <p14:xfrm>
                <a:off x="5454475" y="2576900"/>
                <a:ext cx="210240" cy="193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8FD5B59-D8C3-EA39-717B-E84CAF34AF1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448355" y="2570780"/>
                  <a:ext cx="2224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2F53AF8-CAD3-92D2-3355-B9BA150B32C1}"/>
                    </a:ext>
                  </a:extLst>
                </p14:cNvPr>
                <p14:cNvContentPartPr/>
                <p14:nvPr/>
              </p14:nvContentPartPr>
              <p14:xfrm>
                <a:off x="6384715" y="2125820"/>
                <a:ext cx="511920" cy="423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2F53AF8-CAD3-92D2-3355-B9BA150B32C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78595" y="2119700"/>
                  <a:ext cx="52416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434E449-9CAF-0DD3-9304-36CAB997F0EE}"/>
                    </a:ext>
                  </a:extLst>
                </p14:cNvPr>
                <p14:cNvContentPartPr/>
                <p14:nvPr/>
              </p14:nvContentPartPr>
              <p14:xfrm>
                <a:off x="7197955" y="1991900"/>
                <a:ext cx="418680" cy="482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434E449-9CAF-0DD3-9304-36CAB997F0E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91835" y="1985780"/>
                  <a:ext cx="43092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9C9A4BD-70E4-3DD2-2E3F-E424D05D1D52}"/>
                    </a:ext>
                  </a:extLst>
                </p14:cNvPr>
                <p14:cNvContentPartPr/>
                <p14:nvPr/>
              </p14:nvContentPartPr>
              <p14:xfrm>
                <a:off x="7853875" y="2418500"/>
                <a:ext cx="206640" cy="217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9C9A4BD-70E4-3DD2-2E3F-E424D05D1D5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47755" y="2412380"/>
                  <a:ext cx="2188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E0271C6-DE54-9D64-FC17-C3C5B155F473}"/>
                    </a:ext>
                  </a:extLst>
                </p14:cNvPr>
                <p14:cNvContentPartPr/>
                <p14:nvPr/>
              </p14:nvContentPartPr>
              <p14:xfrm>
                <a:off x="9357595" y="610580"/>
                <a:ext cx="1106280" cy="2342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E0271C6-DE54-9D64-FC17-C3C5B155F47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51475" y="604460"/>
                  <a:ext cx="1118520" cy="23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F1AE7EE-64BA-296E-51D6-EC83B8BB0486}"/>
                    </a:ext>
                  </a:extLst>
                </p14:cNvPr>
                <p14:cNvContentPartPr/>
                <p14:nvPr/>
              </p14:nvContentPartPr>
              <p14:xfrm>
                <a:off x="8105155" y="3122660"/>
                <a:ext cx="2481840" cy="1018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F1AE7EE-64BA-296E-51D6-EC83B8BB048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99035" y="3116540"/>
                  <a:ext cx="2494080" cy="10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0F8FEBC-1E98-2306-E38E-68F4967BEFF5}"/>
                    </a:ext>
                  </a:extLst>
                </p14:cNvPr>
                <p14:cNvContentPartPr/>
                <p14:nvPr/>
              </p14:nvContentPartPr>
              <p14:xfrm>
                <a:off x="10683475" y="2954540"/>
                <a:ext cx="345600" cy="370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0F8FEBC-1E98-2306-E38E-68F4967BEFF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677355" y="2948420"/>
                  <a:ext cx="35784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0816718-C5B9-C39F-310B-084610B0DA3A}"/>
                    </a:ext>
                  </a:extLst>
                </p14:cNvPr>
                <p14:cNvContentPartPr/>
                <p14:nvPr/>
              </p14:nvContentPartPr>
              <p14:xfrm>
                <a:off x="11287555" y="2444420"/>
                <a:ext cx="595440" cy="652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0816718-C5B9-C39F-310B-084610B0DA3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281435" y="2438300"/>
                  <a:ext cx="60768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28C5F23-6E63-1B50-07CB-1C5DED02ED8F}"/>
                    </a:ext>
                  </a:extLst>
                </p14:cNvPr>
                <p14:cNvContentPartPr/>
                <p14:nvPr/>
              </p14:nvContentPartPr>
              <p14:xfrm>
                <a:off x="11962195" y="3119420"/>
                <a:ext cx="12240" cy="42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28C5F23-6E63-1B50-07CB-1C5DED02ED8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956075" y="3113300"/>
                  <a:ext cx="2448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9C22E96-F8D8-4BF5-CD36-06609EA0B5F5}"/>
              </a:ext>
            </a:extLst>
          </p:cNvPr>
          <p:cNvGrpSpPr/>
          <p:nvPr/>
        </p:nvGrpSpPr>
        <p:grpSpPr>
          <a:xfrm>
            <a:off x="814075" y="487820"/>
            <a:ext cx="4010040" cy="1198800"/>
            <a:chOff x="814075" y="487820"/>
            <a:chExt cx="4010040" cy="11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2629666-6359-81A9-AA9E-7ACDAD27149A}"/>
                    </a:ext>
                  </a:extLst>
                </p14:cNvPr>
                <p14:cNvContentPartPr/>
                <p14:nvPr/>
              </p14:nvContentPartPr>
              <p14:xfrm>
                <a:off x="814075" y="487820"/>
                <a:ext cx="1466640" cy="113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2629666-6359-81A9-AA9E-7ACDAD27149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7955" y="481700"/>
                  <a:ext cx="1478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85348B3-016F-7EC9-C6B2-975C8C3928B6}"/>
                    </a:ext>
                  </a:extLst>
                </p14:cNvPr>
                <p14:cNvContentPartPr/>
                <p14:nvPr/>
              </p14:nvContentPartPr>
              <p14:xfrm>
                <a:off x="1332475" y="596540"/>
                <a:ext cx="206280" cy="582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85348B3-016F-7EC9-C6B2-975C8C3928B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26355" y="590420"/>
                  <a:ext cx="21852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9642478-CDB6-BD63-FD32-42375CB08AAE}"/>
                    </a:ext>
                  </a:extLst>
                </p14:cNvPr>
                <p14:cNvContentPartPr/>
                <p14:nvPr/>
              </p14:nvContentPartPr>
              <p14:xfrm>
                <a:off x="1663315" y="903260"/>
                <a:ext cx="432000" cy="436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9642478-CDB6-BD63-FD32-42375CB08AA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57195" y="897140"/>
                  <a:ext cx="4442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B62D97E-54A4-E8B5-B3DB-FCCFEDA3795A}"/>
                    </a:ext>
                  </a:extLst>
                </p14:cNvPr>
                <p14:cNvContentPartPr/>
                <p14:nvPr/>
              </p14:nvContentPartPr>
              <p14:xfrm>
                <a:off x="2265235" y="897140"/>
                <a:ext cx="302400" cy="345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B62D97E-54A4-E8B5-B3DB-FCCFEDA3795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259115" y="891020"/>
                  <a:ext cx="3146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B1E1D25-3F5F-8D2B-4707-768F6EE3C87D}"/>
                    </a:ext>
                  </a:extLst>
                </p14:cNvPr>
                <p14:cNvContentPartPr/>
                <p14:nvPr/>
              </p14:nvContentPartPr>
              <p14:xfrm>
                <a:off x="2837995" y="961220"/>
                <a:ext cx="681480" cy="360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B1E1D25-3F5F-8D2B-4707-768F6EE3C87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31875" y="955100"/>
                  <a:ext cx="69372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772D54C-454A-C6BE-7958-1FECBAF34E31}"/>
                    </a:ext>
                  </a:extLst>
                </p14:cNvPr>
                <p14:cNvContentPartPr/>
                <p14:nvPr/>
              </p14:nvContentPartPr>
              <p14:xfrm>
                <a:off x="4669315" y="1198820"/>
                <a:ext cx="154800" cy="210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772D54C-454A-C6BE-7958-1FECBAF34E3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63195" y="1192700"/>
                  <a:ext cx="167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4019E05-542F-FE2A-7F71-4156C6DF7279}"/>
                    </a:ext>
                  </a:extLst>
                </p14:cNvPr>
                <p14:cNvContentPartPr/>
                <p14:nvPr/>
              </p14:nvContentPartPr>
              <p14:xfrm>
                <a:off x="1611475" y="1439660"/>
                <a:ext cx="2012760" cy="212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4019E05-542F-FE2A-7F71-4156C6DF727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05355" y="1433540"/>
                  <a:ext cx="20250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387527F-9DA4-2E48-1240-4A0374472181}"/>
                    </a:ext>
                  </a:extLst>
                </p14:cNvPr>
                <p14:cNvContentPartPr/>
                <p14:nvPr/>
              </p14:nvContentPartPr>
              <p14:xfrm>
                <a:off x="2501395" y="1519940"/>
                <a:ext cx="1687320" cy="166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387527F-9DA4-2E48-1240-4A03744721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95275" y="1513820"/>
                  <a:ext cx="169956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A4A7EAD-B3A6-F810-2B4B-7FED0C9A99F1}"/>
              </a:ext>
            </a:extLst>
          </p:cNvPr>
          <p:cNvGrpSpPr/>
          <p:nvPr/>
        </p:nvGrpSpPr>
        <p:grpSpPr>
          <a:xfrm>
            <a:off x="955915" y="3854900"/>
            <a:ext cx="10569960" cy="2450160"/>
            <a:chOff x="955915" y="3854900"/>
            <a:chExt cx="10569960" cy="245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115E6F9-4C06-33C7-E319-867AB760FBA4}"/>
                    </a:ext>
                  </a:extLst>
                </p14:cNvPr>
                <p14:cNvContentPartPr/>
                <p14:nvPr/>
              </p14:nvContentPartPr>
              <p14:xfrm>
                <a:off x="955915" y="4056500"/>
                <a:ext cx="452880" cy="1213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115E6F9-4C06-33C7-E319-867AB760FBA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9795" y="4050380"/>
                  <a:ext cx="465120" cy="12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0C91A97-850A-8AB1-0BD6-F65F82C4F46B}"/>
                    </a:ext>
                  </a:extLst>
                </p14:cNvPr>
                <p14:cNvContentPartPr/>
                <p14:nvPr/>
              </p14:nvContentPartPr>
              <p14:xfrm>
                <a:off x="1637755" y="4404620"/>
                <a:ext cx="2346840" cy="454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0C91A97-850A-8AB1-0BD6-F65F82C4F46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631635" y="4398500"/>
                  <a:ext cx="235908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51BF61A-8249-E2F6-5B55-FE2ACDAB86F9}"/>
                    </a:ext>
                  </a:extLst>
                </p14:cNvPr>
                <p14:cNvContentPartPr/>
                <p14:nvPr/>
              </p14:nvContentPartPr>
              <p14:xfrm>
                <a:off x="3876235" y="4538540"/>
                <a:ext cx="292320" cy="134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51BF61A-8249-E2F6-5B55-FE2ACDAB86F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70115" y="4532420"/>
                  <a:ext cx="304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487E143-D63B-E49E-3F6C-E0A2011AE0D6}"/>
                    </a:ext>
                  </a:extLst>
                </p14:cNvPr>
                <p14:cNvContentPartPr/>
                <p14:nvPr/>
              </p14:nvContentPartPr>
              <p14:xfrm>
                <a:off x="4447555" y="4371860"/>
                <a:ext cx="68040" cy="135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487E143-D63B-E49E-3F6C-E0A2011AE0D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41435" y="4365740"/>
                  <a:ext cx="802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7DED2A8-D065-86B6-67CA-5B579E4A9EEF}"/>
                    </a:ext>
                  </a:extLst>
                </p14:cNvPr>
                <p14:cNvContentPartPr/>
                <p14:nvPr/>
              </p14:nvContentPartPr>
              <p14:xfrm>
                <a:off x="4704955" y="4343780"/>
                <a:ext cx="506160" cy="408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7DED2A8-D065-86B6-67CA-5B579E4A9EE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98835" y="4337660"/>
                  <a:ext cx="51840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5A08DB1-5483-C32C-1493-8B462C972DE5}"/>
                    </a:ext>
                  </a:extLst>
                </p14:cNvPr>
                <p14:cNvContentPartPr/>
                <p14:nvPr/>
              </p14:nvContentPartPr>
              <p14:xfrm>
                <a:off x="5623315" y="4636820"/>
                <a:ext cx="1048320" cy="138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5A08DB1-5483-C32C-1493-8B462C972DE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17195" y="4630700"/>
                  <a:ext cx="10605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0AC8DCB-CCBB-68C9-C41D-B7F757539B6C}"/>
                    </a:ext>
                  </a:extLst>
                </p14:cNvPr>
                <p14:cNvContentPartPr/>
                <p14:nvPr/>
              </p14:nvContentPartPr>
              <p14:xfrm>
                <a:off x="6427555" y="4322900"/>
                <a:ext cx="401400" cy="702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0AC8DCB-CCBB-68C9-C41D-B7F757539B6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21435" y="4316780"/>
                  <a:ext cx="41364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A0B55F8-F1C1-8F4F-F778-B38800F0868A}"/>
                    </a:ext>
                  </a:extLst>
                </p14:cNvPr>
                <p14:cNvContentPartPr/>
                <p14:nvPr/>
              </p14:nvContentPartPr>
              <p14:xfrm>
                <a:off x="7400635" y="5053340"/>
                <a:ext cx="70200" cy="133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A0B55F8-F1C1-8F4F-F778-B38800F0868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94515" y="5047220"/>
                  <a:ext cx="82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20DE7FD-31BD-177F-9465-692AFAFC7D76}"/>
                    </a:ext>
                  </a:extLst>
                </p14:cNvPr>
                <p14:cNvContentPartPr/>
                <p14:nvPr/>
              </p14:nvContentPartPr>
              <p14:xfrm>
                <a:off x="7727875" y="4473740"/>
                <a:ext cx="110160" cy="850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20DE7FD-31BD-177F-9465-692AFAFC7D7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721755" y="4467620"/>
                  <a:ext cx="122400" cy="86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B38F7F6-16D5-2ACF-16B4-C681C7F5F6A8}"/>
                    </a:ext>
                  </a:extLst>
                </p14:cNvPr>
                <p14:cNvContentPartPr/>
                <p14:nvPr/>
              </p14:nvContentPartPr>
              <p14:xfrm>
                <a:off x="7790155" y="4779740"/>
                <a:ext cx="361800" cy="258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B38F7F6-16D5-2ACF-16B4-C681C7F5F6A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784035" y="4773620"/>
                  <a:ext cx="3740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B8D4DB6-7C31-DE60-FD0C-61A7C9B4E5C5}"/>
                    </a:ext>
                  </a:extLst>
                </p14:cNvPr>
                <p14:cNvContentPartPr/>
                <p14:nvPr/>
              </p14:nvContentPartPr>
              <p14:xfrm>
                <a:off x="8229355" y="4782980"/>
                <a:ext cx="366840" cy="200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B8D4DB6-7C31-DE60-FD0C-61A7C9B4E5C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23235" y="4776860"/>
                  <a:ext cx="3790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8A94F04-EB98-0B02-7A50-9794E0F043E6}"/>
                    </a:ext>
                  </a:extLst>
                </p14:cNvPr>
                <p14:cNvContentPartPr/>
                <p14:nvPr/>
              </p14:nvContentPartPr>
              <p14:xfrm>
                <a:off x="8733715" y="4672460"/>
                <a:ext cx="590760" cy="344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8A94F04-EB98-0B02-7A50-9794E0F043E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727595" y="4666340"/>
                  <a:ext cx="6030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854313B-E84D-3D71-A566-7339A6E0652B}"/>
                    </a:ext>
                  </a:extLst>
                </p14:cNvPr>
                <p14:cNvContentPartPr/>
                <p14:nvPr/>
              </p14:nvContentPartPr>
              <p14:xfrm>
                <a:off x="9194875" y="4816820"/>
                <a:ext cx="305280" cy="59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854313B-E84D-3D71-A566-7339A6E0652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188755" y="4810700"/>
                  <a:ext cx="3175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FB63836-8447-1761-C455-7F8A52BE6405}"/>
                    </a:ext>
                  </a:extLst>
                </p14:cNvPr>
                <p14:cNvContentPartPr/>
                <p14:nvPr/>
              </p14:nvContentPartPr>
              <p14:xfrm>
                <a:off x="9779155" y="4564820"/>
                <a:ext cx="171000" cy="472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FB63836-8447-1761-C455-7F8A52BE640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73035" y="4558700"/>
                  <a:ext cx="18324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841696D-7BB8-B089-126F-31D0E3DF5A7F}"/>
                    </a:ext>
                  </a:extLst>
                </p14:cNvPr>
                <p14:cNvContentPartPr/>
                <p14:nvPr/>
              </p14:nvContentPartPr>
              <p14:xfrm>
                <a:off x="10144915" y="4530260"/>
                <a:ext cx="421920" cy="722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841696D-7BB8-B089-126F-31D0E3DF5A7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138795" y="4524140"/>
                  <a:ext cx="43416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1CFEAF3-303F-D61E-2AD6-C5CC1D90BFD6}"/>
                    </a:ext>
                  </a:extLst>
                </p14:cNvPr>
                <p14:cNvContentPartPr/>
                <p14:nvPr/>
              </p14:nvContentPartPr>
              <p14:xfrm>
                <a:off x="3892435" y="5381300"/>
                <a:ext cx="1186200" cy="215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1CFEAF3-303F-D61E-2AD6-C5CC1D90BFD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86315" y="5375180"/>
                  <a:ext cx="11984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73C5150-F7F7-0A01-A101-F03F019D6D05}"/>
                    </a:ext>
                  </a:extLst>
                </p14:cNvPr>
                <p14:cNvContentPartPr/>
                <p14:nvPr/>
              </p14:nvContentPartPr>
              <p14:xfrm>
                <a:off x="4506955" y="5530700"/>
                <a:ext cx="50760" cy="475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73C5150-F7F7-0A01-A101-F03F019D6D0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00835" y="5524580"/>
                  <a:ext cx="6300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5447B1D-5E74-82CB-864C-67CC3B76ABBC}"/>
                    </a:ext>
                  </a:extLst>
                </p14:cNvPr>
                <p14:cNvContentPartPr/>
                <p14:nvPr/>
              </p14:nvContentPartPr>
              <p14:xfrm>
                <a:off x="4797475" y="5884580"/>
                <a:ext cx="409680" cy="114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5447B1D-5E74-82CB-864C-67CC3B76ABB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91355" y="5878460"/>
                  <a:ext cx="4219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3E70B93-0311-2534-9190-D0A32580F54C}"/>
                    </a:ext>
                  </a:extLst>
                </p14:cNvPr>
                <p14:cNvContentPartPr/>
                <p14:nvPr/>
              </p14:nvContentPartPr>
              <p14:xfrm>
                <a:off x="5444395" y="5656700"/>
                <a:ext cx="129960" cy="527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3E70B93-0311-2534-9190-D0A32580F54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38275" y="5650580"/>
                  <a:ext cx="14220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625FCFD-5105-1A96-0EE0-19D1F4503598}"/>
                    </a:ext>
                  </a:extLst>
                </p14:cNvPr>
                <p14:cNvContentPartPr/>
                <p14:nvPr/>
              </p14:nvContentPartPr>
              <p14:xfrm>
                <a:off x="5501635" y="5855420"/>
                <a:ext cx="294120" cy="145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625FCFD-5105-1A96-0EE0-19D1F450359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95515" y="5849300"/>
                  <a:ext cx="3063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20199B1-71CF-D4B0-CB4E-3CD928FFB725}"/>
                    </a:ext>
                  </a:extLst>
                </p14:cNvPr>
                <p14:cNvContentPartPr/>
                <p14:nvPr/>
              </p14:nvContentPartPr>
              <p14:xfrm>
                <a:off x="5876755" y="5842460"/>
                <a:ext cx="467640" cy="195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20199B1-71CF-D4B0-CB4E-3CD928FFB72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870635" y="5836340"/>
                  <a:ext cx="4798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4B835A4-6D73-14E0-2ADB-F40B01C8C2A1}"/>
                    </a:ext>
                  </a:extLst>
                </p14:cNvPr>
                <p14:cNvContentPartPr/>
                <p14:nvPr/>
              </p14:nvContentPartPr>
              <p14:xfrm>
                <a:off x="6463555" y="5763260"/>
                <a:ext cx="364680" cy="184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4B835A4-6D73-14E0-2ADB-F40B01C8C2A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457435" y="5757140"/>
                  <a:ext cx="3769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8508012-752F-BF7C-1BAB-40010779138C}"/>
                    </a:ext>
                  </a:extLst>
                </p14:cNvPr>
                <p14:cNvContentPartPr/>
                <p14:nvPr/>
              </p14:nvContentPartPr>
              <p14:xfrm>
                <a:off x="6723115" y="5785940"/>
                <a:ext cx="720360" cy="141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8508012-752F-BF7C-1BAB-40010779138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16995" y="5779820"/>
                  <a:ext cx="7326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F1B662C-3FE1-A975-B740-5A9D224BDB02}"/>
                    </a:ext>
                  </a:extLst>
                </p14:cNvPr>
                <p14:cNvContentPartPr/>
                <p14:nvPr/>
              </p14:nvContentPartPr>
              <p14:xfrm>
                <a:off x="7836235" y="5526380"/>
                <a:ext cx="313200" cy="648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F1B662C-3FE1-A975-B740-5A9D224BDB0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30115" y="5520260"/>
                  <a:ext cx="32544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814C1A5-6E68-A60A-43C9-B89E62CE71AD}"/>
                    </a:ext>
                  </a:extLst>
                </p14:cNvPr>
                <p14:cNvContentPartPr/>
                <p14:nvPr/>
              </p14:nvContentPartPr>
              <p14:xfrm>
                <a:off x="8469475" y="5413340"/>
                <a:ext cx="2290680" cy="497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814C1A5-6E68-A60A-43C9-B89E62CE71A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63355" y="5407220"/>
                  <a:ext cx="230292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901C29F-5D4D-9733-DCAF-8362EFAA2497}"/>
                    </a:ext>
                  </a:extLst>
                </p14:cNvPr>
                <p14:cNvContentPartPr/>
                <p14:nvPr/>
              </p14:nvContentPartPr>
              <p14:xfrm>
                <a:off x="11009635" y="5310740"/>
                <a:ext cx="65520" cy="46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901C29F-5D4D-9733-DCAF-8362EFAA249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003515" y="5304620"/>
                  <a:ext cx="777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B044C7F-AA73-901D-9F62-C097087600AF}"/>
                    </a:ext>
                  </a:extLst>
                </p14:cNvPr>
                <p14:cNvContentPartPr/>
                <p14:nvPr/>
              </p14:nvContentPartPr>
              <p14:xfrm>
                <a:off x="11062555" y="5411540"/>
                <a:ext cx="187200" cy="574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B044C7F-AA73-901D-9F62-C097087600A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056435" y="5405420"/>
                  <a:ext cx="19944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334D8A3-9C74-FEE0-9D85-DAA37B042B61}"/>
                    </a:ext>
                  </a:extLst>
                </p14:cNvPr>
                <p14:cNvContentPartPr/>
                <p14:nvPr/>
              </p14:nvContentPartPr>
              <p14:xfrm>
                <a:off x="11476195" y="5562380"/>
                <a:ext cx="49680" cy="59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334D8A3-9C74-FEE0-9D85-DAA37B042B6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470075" y="5556260"/>
                  <a:ext cx="619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27D7215-3D59-B88A-F363-FCE382E10E36}"/>
                    </a:ext>
                  </a:extLst>
                </p14:cNvPr>
                <p14:cNvContentPartPr/>
                <p14:nvPr/>
              </p14:nvContentPartPr>
              <p14:xfrm>
                <a:off x="5910235" y="5927060"/>
                <a:ext cx="3988080" cy="378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27D7215-3D59-B88A-F363-FCE382E10E3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04115" y="5920940"/>
                  <a:ext cx="400032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7322EB-786F-FAE3-64ED-9AC6BEA48C94}"/>
                    </a:ext>
                  </a:extLst>
                </p14:cNvPr>
                <p14:cNvContentPartPr/>
                <p14:nvPr/>
              </p14:nvContentPartPr>
              <p14:xfrm>
                <a:off x="11099995" y="6090140"/>
                <a:ext cx="163080" cy="68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7322EB-786F-FAE3-64ED-9AC6BEA48C9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093875" y="6084020"/>
                  <a:ext cx="1753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9535E3A-F28B-A703-4662-AD9771D622AF}"/>
                    </a:ext>
                  </a:extLst>
                </p14:cNvPr>
                <p14:cNvContentPartPr/>
                <p14:nvPr/>
              </p14:nvContentPartPr>
              <p14:xfrm>
                <a:off x="4305355" y="5062700"/>
                <a:ext cx="6824880" cy="1153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9535E3A-F28B-A703-4662-AD9771D622A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299235" y="5056580"/>
                  <a:ext cx="6837120" cy="11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EB3AAB0-143E-811B-1E53-09434C76A5EE}"/>
                    </a:ext>
                  </a:extLst>
                </p14:cNvPr>
                <p14:cNvContentPartPr/>
                <p14:nvPr/>
              </p14:nvContentPartPr>
              <p14:xfrm>
                <a:off x="7411075" y="3854900"/>
                <a:ext cx="3371400" cy="1353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EB3AAB0-143E-811B-1E53-09434C76A5E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04955" y="3848780"/>
                  <a:ext cx="3383640" cy="13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1E607C0-6EB5-FA56-E7B2-160B83C85335}"/>
                    </a:ext>
                  </a:extLst>
                </p14:cNvPr>
                <p14:cNvContentPartPr/>
                <p14:nvPr/>
              </p14:nvContentPartPr>
              <p14:xfrm>
                <a:off x="8841715" y="4671380"/>
                <a:ext cx="88560" cy="12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1E607C0-6EB5-FA56-E7B2-160B83C8533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35595" y="4665260"/>
                  <a:ext cx="100800" cy="24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9790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8D5276E9-2C2B-1631-5F3F-6DE941760158}"/>
              </a:ext>
            </a:extLst>
          </p:cNvPr>
          <p:cNvGrpSpPr/>
          <p:nvPr/>
        </p:nvGrpSpPr>
        <p:grpSpPr>
          <a:xfrm>
            <a:off x="1222315" y="115940"/>
            <a:ext cx="10369080" cy="6168960"/>
            <a:chOff x="1222315" y="115940"/>
            <a:chExt cx="10369080" cy="616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3230D3E-E3FD-3443-2A53-29A7A77B69EA}"/>
                    </a:ext>
                  </a:extLst>
                </p14:cNvPr>
                <p14:cNvContentPartPr/>
                <p14:nvPr/>
              </p14:nvContentPartPr>
              <p14:xfrm>
                <a:off x="1558195" y="284780"/>
                <a:ext cx="378000" cy="893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3230D3E-E3FD-3443-2A53-29A7A77B69E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52075" y="278660"/>
                  <a:ext cx="390240" cy="90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2290571-460B-4A60-241D-C53D16464198}"/>
                    </a:ext>
                  </a:extLst>
                </p14:cNvPr>
                <p14:cNvContentPartPr/>
                <p14:nvPr/>
              </p14:nvContentPartPr>
              <p14:xfrm>
                <a:off x="2140675" y="351380"/>
                <a:ext cx="2530440" cy="601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2290571-460B-4A60-241D-C53D1646419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34555" y="345260"/>
                  <a:ext cx="2542680" cy="61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65DD5F4-A4F8-5FD0-DF54-A66FFEF99AEB}"/>
                    </a:ext>
                  </a:extLst>
                </p14:cNvPr>
                <p14:cNvContentPartPr/>
                <p14:nvPr/>
              </p14:nvContentPartPr>
              <p14:xfrm>
                <a:off x="6368155" y="115940"/>
                <a:ext cx="658080" cy="755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65DD5F4-A4F8-5FD0-DF54-A66FFEF99AE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362035" y="109820"/>
                  <a:ext cx="670320" cy="76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7F6FE9A-371C-3630-DC4A-3FDAF6BEBB48}"/>
                    </a:ext>
                  </a:extLst>
                </p14:cNvPr>
                <p14:cNvContentPartPr/>
                <p14:nvPr/>
              </p14:nvContentPartPr>
              <p14:xfrm>
                <a:off x="7255915" y="641900"/>
                <a:ext cx="287640" cy="152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7F6FE9A-371C-3630-DC4A-3FDAF6BEBB4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49795" y="635780"/>
                  <a:ext cx="2998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608CC7F-9934-DD7B-9426-82FBEA2F28A4}"/>
                    </a:ext>
                  </a:extLst>
                </p14:cNvPr>
                <p14:cNvContentPartPr/>
                <p14:nvPr/>
              </p14:nvContentPartPr>
              <p14:xfrm>
                <a:off x="7523755" y="674660"/>
                <a:ext cx="381240" cy="208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608CC7F-9934-DD7B-9426-82FBEA2F28A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17635" y="668540"/>
                  <a:ext cx="393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5A8EC92-760F-BE7F-4C8F-70DB1761CD90}"/>
                    </a:ext>
                  </a:extLst>
                </p14:cNvPr>
                <p14:cNvContentPartPr/>
                <p14:nvPr/>
              </p14:nvContentPartPr>
              <p14:xfrm>
                <a:off x="8166355" y="650540"/>
                <a:ext cx="1222920" cy="145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5A8EC92-760F-BE7F-4C8F-70DB1761CD9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60235" y="644420"/>
                  <a:ext cx="12351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2F312B4-D68D-B852-13B8-196509FEC110}"/>
                    </a:ext>
                  </a:extLst>
                </p14:cNvPr>
                <p14:cNvContentPartPr/>
                <p14:nvPr/>
              </p14:nvContentPartPr>
              <p14:xfrm>
                <a:off x="8156635" y="1029980"/>
                <a:ext cx="2415960" cy="558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2F312B4-D68D-B852-13B8-196509FEC11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50515" y="1023860"/>
                  <a:ext cx="242820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EEAC549-BC03-F780-AA4E-9EF6A412B912}"/>
                    </a:ext>
                  </a:extLst>
                </p14:cNvPr>
                <p14:cNvContentPartPr/>
                <p14:nvPr/>
              </p14:nvContentPartPr>
              <p14:xfrm>
                <a:off x="9452995" y="1284500"/>
                <a:ext cx="104040" cy="50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EEAC549-BC03-F780-AA4E-9EF6A412B9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46875" y="1278380"/>
                  <a:ext cx="1162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07E77E3-47DC-8626-A13A-2274946380CE}"/>
                    </a:ext>
                  </a:extLst>
                </p14:cNvPr>
                <p14:cNvContentPartPr/>
                <p14:nvPr/>
              </p14:nvContentPartPr>
              <p14:xfrm>
                <a:off x="10424635" y="1456940"/>
                <a:ext cx="158400" cy="31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07E77E3-47DC-8626-A13A-2274946380C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418515" y="1450820"/>
                  <a:ext cx="170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05BE762-1B6A-BCE0-F9B0-EA1BE68F0157}"/>
                    </a:ext>
                  </a:extLst>
                </p14:cNvPr>
                <p14:cNvContentPartPr/>
                <p14:nvPr/>
              </p14:nvContentPartPr>
              <p14:xfrm>
                <a:off x="2727115" y="1653500"/>
                <a:ext cx="124560" cy="294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05BE762-1B6A-BCE0-F9B0-EA1BE68F015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20995" y="1647380"/>
                  <a:ext cx="1368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014F506-2C03-8234-39C7-D2968078A68D}"/>
                    </a:ext>
                  </a:extLst>
                </p14:cNvPr>
                <p14:cNvContentPartPr/>
                <p14:nvPr/>
              </p14:nvContentPartPr>
              <p14:xfrm>
                <a:off x="2647195" y="1452620"/>
                <a:ext cx="1492200" cy="758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014F506-2C03-8234-39C7-D2968078A68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41075" y="1446500"/>
                  <a:ext cx="1504440" cy="77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437F8EF-1068-3FDC-B5A9-AA6C91C3C8D7}"/>
                    </a:ext>
                  </a:extLst>
                </p14:cNvPr>
                <p14:cNvContentPartPr/>
                <p14:nvPr/>
              </p14:nvContentPartPr>
              <p14:xfrm>
                <a:off x="4822675" y="1679420"/>
                <a:ext cx="111960" cy="327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437F8EF-1068-3FDC-B5A9-AA6C91C3C8D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16555" y="1673300"/>
                  <a:ext cx="1242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CA6F15E-3435-2DCA-69D8-BD5F018D9CAC}"/>
                    </a:ext>
                  </a:extLst>
                </p14:cNvPr>
                <p14:cNvContentPartPr/>
                <p14:nvPr/>
              </p14:nvContentPartPr>
              <p14:xfrm>
                <a:off x="4909435" y="1384220"/>
                <a:ext cx="186120" cy="61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CA6F15E-3435-2DCA-69D8-BD5F018D9CA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03315" y="1378100"/>
                  <a:ext cx="198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CC41CD0-F0D4-2874-5A27-7255A55A02BE}"/>
                    </a:ext>
                  </a:extLst>
                </p14:cNvPr>
                <p14:cNvContentPartPr/>
                <p14:nvPr/>
              </p14:nvContentPartPr>
              <p14:xfrm>
                <a:off x="4706755" y="1859420"/>
                <a:ext cx="1018080" cy="255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CC41CD0-F0D4-2874-5A27-7255A55A02B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00635" y="1853300"/>
                  <a:ext cx="1030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8024AE8-1880-600B-4A9D-25E05E5EF248}"/>
                    </a:ext>
                  </a:extLst>
                </p14:cNvPr>
                <p14:cNvContentPartPr/>
                <p14:nvPr/>
              </p14:nvContentPartPr>
              <p14:xfrm>
                <a:off x="6423955" y="2046260"/>
                <a:ext cx="123480" cy="62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8024AE8-1880-600B-4A9D-25E05E5EF24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17835" y="2040140"/>
                  <a:ext cx="1357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777739-A825-FB84-12F6-AEBFC1BB3318}"/>
                    </a:ext>
                  </a:extLst>
                </p14:cNvPr>
                <p14:cNvContentPartPr/>
                <p14:nvPr/>
              </p14:nvContentPartPr>
              <p14:xfrm>
                <a:off x="1222315" y="2951660"/>
                <a:ext cx="1038960" cy="709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4777739-A825-FB84-12F6-AEBFC1BB331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16195" y="2945540"/>
                  <a:ext cx="1051200" cy="72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B394315-E4A8-CD7A-95F8-C0CD80410A51}"/>
                    </a:ext>
                  </a:extLst>
                </p14:cNvPr>
                <p14:cNvContentPartPr/>
                <p14:nvPr/>
              </p14:nvContentPartPr>
              <p14:xfrm>
                <a:off x="2371435" y="2939060"/>
                <a:ext cx="831960" cy="640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B394315-E4A8-CD7A-95F8-C0CD80410A5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365315" y="2932940"/>
                  <a:ext cx="84420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1F872BF-81CD-DCA7-7033-E91D6FAEDE26}"/>
                    </a:ext>
                  </a:extLst>
                </p14:cNvPr>
                <p14:cNvContentPartPr/>
                <p14:nvPr/>
              </p14:nvContentPartPr>
              <p14:xfrm>
                <a:off x="3219955" y="3126980"/>
                <a:ext cx="873360" cy="1137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1F872BF-81CD-DCA7-7033-E91D6FAEDE2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13835" y="3120860"/>
                  <a:ext cx="885600" cy="11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34C300D-94EE-06EC-B88D-E90143EAD685}"/>
                    </a:ext>
                  </a:extLst>
                </p14:cNvPr>
                <p14:cNvContentPartPr/>
                <p14:nvPr/>
              </p14:nvContentPartPr>
              <p14:xfrm>
                <a:off x="4723675" y="3511100"/>
                <a:ext cx="642960" cy="53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34C300D-94EE-06EC-B88D-E90143EAD68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17555" y="3504980"/>
                  <a:ext cx="6552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1FCC325-590A-72BC-4565-B099D0BF6091}"/>
                    </a:ext>
                  </a:extLst>
                </p14:cNvPr>
                <p14:cNvContentPartPr/>
                <p14:nvPr/>
              </p14:nvContentPartPr>
              <p14:xfrm>
                <a:off x="6857755" y="2651420"/>
                <a:ext cx="113400" cy="605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1FCC325-590A-72BC-4565-B099D0BF609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51635" y="2645300"/>
                  <a:ext cx="12564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8D4E716-A22A-BE25-3C95-4F537D96ED1C}"/>
                    </a:ext>
                  </a:extLst>
                </p14:cNvPr>
                <p14:cNvContentPartPr/>
                <p14:nvPr/>
              </p14:nvContentPartPr>
              <p14:xfrm>
                <a:off x="7043875" y="2555300"/>
                <a:ext cx="3315960" cy="847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8D4E716-A22A-BE25-3C95-4F537D96ED1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37755" y="2549180"/>
                  <a:ext cx="3328200" cy="85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1275FAF-EDFF-8F0E-9E43-8489E86D195D}"/>
                    </a:ext>
                  </a:extLst>
                </p14:cNvPr>
                <p14:cNvContentPartPr/>
                <p14:nvPr/>
              </p14:nvContentPartPr>
              <p14:xfrm>
                <a:off x="10624795" y="2915660"/>
                <a:ext cx="76320" cy="10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1275FAF-EDFF-8F0E-9E43-8489E86D195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618675" y="2909540"/>
                  <a:ext cx="88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70FB5B9-8008-1F15-05D5-7B9E0ABFDEBF}"/>
                    </a:ext>
                  </a:extLst>
                </p14:cNvPr>
                <p14:cNvContentPartPr/>
                <p14:nvPr/>
              </p14:nvContentPartPr>
              <p14:xfrm>
                <a:off x="5973235" y="3570860"/>
                <a:ext cx="5153760" cy="238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70FB5B9-8008-1F15-05D5-7B9E0ABFDEB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67115" y="3564740"/>
                  <a:ext cx="51660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E72B65D-CC7B-2B9A-5622-8FD46E90E316}"/>
                    </a:ext>
                  </a:extLst>
                </p14:cNvPr>
                <p14:cNvContentPartPr/>
                <p14:nvPr/>
              </p14:nvContentPartPr>
              <p14:xfrm>
                <a:off x="10048435" y="1905500"/>
                <a:ext cx="1542960" cy="2121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E72B65D-CC7B-2B9A-5622-8FD46E90E31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042315" y="1899380"/>
                  <a:ext cx="1555200" cy="21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ED6CEC6-5F6E-7814-4B01-C3FEE3810750}"/>
                    </a:ext>
                  </a:extLst>
                </p14:cNvPr>
                <p14:cNvContentPartPr/>
                <p14:nvPr/>
              </p14:nvContentPartPr>
              <p14:xfrm>
                <a:off x="6036235" y="1410860"/>
                <a:ext cx="1116360" cy="2877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ED6CEC6-5F6E-7814-4B01-C3FEE381075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30115" y="1404740"/>
                  <a:ext cx="1128600" cy="28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3CFB016-F2EA-769A-0B77-0F8ABAD5D1AC}"/>
                    </a:ext>
                  </a:extLst>
                </p14:cNvPr>
                <p14:cNvContentPartPr/>
                <p14:nvPr/>
              </p14:nvContentPartPr>
              <p14:xfrm>
                <a:off x="7679275" y="3747980"/>
                <a:ext cx="35280" cy="57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3CFB016-F2EA-769A-0B77-0F8ABAD5D1A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673155" y="3741860"/>
                  <a:ext cx="47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CAFC081-CDD4-DA73-C6C8-5E505888A3EB}"/>
                    </a:ext>
                  </a:extLst>
                </p14:cNvPr>
                <p14:cNvContentPartPr/>
                <p14:nvPr/>
              </p14:nvContentPartPr>
              <p14:xfrm>
                <a:off x="3839515" y="3306260"/>
                <a:ext cx="1421280" cy="1143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CAFC081-CDD4-DA73-C6C8-5E505888A3E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33395" y="3300140"/>
                  <a:ext cx="1433520" cy="11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E376C8-3B5E-CABC-F015-53304F7DC460}"/>
                    </a:ext>
                  </a:extLst>
                </p14:cNvPr>
                <p14:cNvContentPartPr/>
                <p14:nvPr/>
              </p14:nvContentPartPr>
              <p14:xfrm>
                <a:off x="6266635" y="4137140"/>
                <a:ext cx="1559880" cy="671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E376C8-3B5E-CABC-F015-53304F7DC46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60515" y="4131020"/>
                  <a:ext cx="1572120" cy="68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7465E57-DB86-DCA4-2B07-74A88FB69726}"/>
                    </a:ext>
                  </a:extLst>
                </p14:cNvPr>
                <p14:cNvContentPartPr/>
                <p14:nvPr/>
              </p14:nvContentPartPr>
              <p14:xfrm>
                <a:off x="8452195" y="4625660"/>
                <a:ext cx="68040" cy="15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7465E57-DB86-DCA4-2B07-74A88FB697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46075" y="4619540"/>
                  <a:ext cx="802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76C2182-1472-E41B-E00C-E678C626B24F}"/>
                    </a:ext>
                  </a:extLst>
                </p14:cNvPr>
                <p14:cNvContentPartPr/>
                <p14:nvPr/>
              </p14:nvContentPartPr>
              <p14:xfrm>
                <a:off x="8567755" y="4617020"/>
                <a:ext cx="68040" cy="19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76C2182-1472-E41B-E00C-E678C626B24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61635" y="4610900"/>
                  <a:ext cx="80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ACC53E8-B957-37CF-734A-E8244CD9FE06}"/>
                    </a:ext>
                  </a:extLst>
                </p14:cNvPr>
                <p14:cNvContentPartPr/>
                <p14:nvPr/>
              </p14:nvContentPartPr>
              <p14:xfrm>
                <a:off x="9577195" y="4492820"/>
                <a:ext cx="261000" cy="427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ACC53E8-B957-37CF-734A-E8244CD9FE0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571075" y="4486700"/>
                  <a:ext cx="27324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81B1984-F60A-121A-168B-C1439A089A1C}"/>
                    </a:ext>
                  </a:extLst>
                </p14:cNvPr>
                <p14:cNvContentPartPr/>
                <p14:nvPr/>
              </p14:nvContentPartPr>
              <p14:xfrm>
                <a:off x="6004195" y="3622340"/>
                <a:ext cx="577800" cy="1740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81B1984-F60A-121A-168B-C1439A089A1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98075" y="3616220"/>
                  <a:ext cx="590040" cy="175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E14A469-2133-625F-970B-633FD1E27155}"/>
                    </a:ext>
                  </a:extLst>
                </p14:cNvPr>
                <p14:cNvContentPartPr/>
                <p14:nvPr/>
              </p14:nvContentPartPr>
              <p14:xfrm>
                <a:off x="9182635" y="4248020"/>
                <a:ext cx="990000" cy="1086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E14A469-2133-625F-970B-633FD1E2715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176515" y="4241900"/>
                  <a:ext cx="1002240" cy="10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129D390-825A-FEA7-F450-2227B0C2422D}"/>
                    </a:ext>
                  </a:extLst>
                </p14:cNvPr>
                <p14:cNvContentPartPr/>
                <p14:nvPr/>
              </p14:nvContentPartPr>
              <p14:xfrm>
                <a:off x="2691835" y="4655180"/>
                <a:ext cx="182520" cy="922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129D390-825A-FEA7-F450-2227B0C2422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85715" y="4649060"/>
                  <a:ext cx="194760" cy="9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8D1A0E8-AC02-8251-B9C5-F1457FEBBC51}"/>
                    </a:ext>
                  </a:extLst>
                </p14:cNvPr>
                <p14:cNvContentPartPr/>
                <p14:nvPr/>
              </p14:nvContentPartPr>
              <p14:xfrm>
                <a:off x="2812435" y="4678220"/>
                <a:ext cx="191520" cy="563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8D1A0E8-AC02-8251-B9C5-F1457FEBBC5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06315" y="4672100"/>
                  <a:ext cx="20376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89F82B0-6C77-D8E9-06A7-25E4B3A4A0D8}"/>
                    </a:ext>
                  </a:extLst>
                </p14:cNvPr>
                <p14:cNvContentPartPr/>
                <p14:nvPr/>
              </p14:nvContentPartPr>
              <p14:xfrm>
                <a:off x="3199795" y="5155940"/>
                <a:ext cx="739440" cy="234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89F82B0-6C77-D8E9-06A7-25E4B3A4A0D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193675" y="5149820"/>
                  <a:ext cx="7516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0B89E25-B46D-3615-1DB4-8DA8EB851DF3}"/>
                    </a:ext>
                  </a:extLst>
                </p14:cNvPr>
                <p14:cNvContentPartPr/>
                <p14:nvPr/>
              </p14:nvContentPartPr>
              <p14:xfrm>
                <a:off x="4640515" y="5511260"/>
                <a:ext cx="95760" cy="20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0B89E25-B46D-3615-1DB4-8DA8EB851DF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34395" y="5505140"/>
                  <a:ext cx="108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8FB8062-2B0C-9209-2DF6-EB877DF52E7E}"/>
                    </a:ext>
                  </a:extLst>
                </p14:cNvPr>
                <p14:cNvContentPartPr/>
                <p14:nvPr/>
              </p14:nvContentPartPr>
              <p14:xfrm>
                <a:off x="5508835" y="5398580"/>
                <a:ext cx="11160" cy="11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8FB8062-2B0C-9209-2DF6-EB877DF52E7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502715" y="5392460"/>
                  <a:ext cx="234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E138DD9-3F9A-84BE-EA59-53B284B4F8D8}"/>
                    </a:ext>
                  </a:extLst>
                </p14:cNvPr>
                <p14:cNvContentPartPr/>
                <p14:nvPr/>
              </p14:nvContentPartPr>
              <p14:xfrm>
                <a:off x="5176195" y="4746620"/>
                <a:ext cx="525960" cy="1538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E138DD9-3F9A-84BE-EA59-53B284B4F8D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70075" y="4740500"/>
                  <a:ext cx="538200" cy="15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4F0E553-8E34-160B-41E4-B9BB09BB3DC3}"/>
                    </a:ext>
                  </a:extLst>
                </p14:cNvPr>
                <p14:cNvContentPartPr/>
                <p14:nvPr/>
              </p14:nvContentPartPr>
              <p14:xfrm>
                <a:off x="5948755" y="5169620"/>
                <a:ext cx="714600" cy="766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4F0E553-8E34-160B-41E4-B9BB09BB3D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942635" y="5163500"/>
                  <a:ext cx="726840" cy="77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73513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F9CD466-A8ED-3AC5-DB65-A64B3C7C4EB2}"/>
              </a:ext>
            </a:extLst>
          </p:cNvPr>
          <p:cNvGrpSpPr/>
          <p:nvPr/>
        </p:nvGrpSpPr>
        <p:grpSpPr>
          <a:xfrm>
            <a:off x="833875" y="131780"/>
            <a:ext cx="4065480" cy="1470960"/>
            <a:chOff x="833875" y="131780"/>
            <a:chExt cx="4065480" cy="147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DC74BFA-9D39-F056-28DF-A2D4FEBCECB1}"/>
                    </a:ext>
                  </a:extLst>
                </p14:cNvPr>
                <p14:cNvContentPartPr/>
                <p14:nvPr/>
              </p14:nvContentPartPr>
              <p14:xfrm>
                <a:off x="833875" y="131780"/>
                <a:ext cx="1042200" cy="149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DC74BFA-9D39-F056-28DF-A2D4FEBCECB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7755" y="125660"/>
                  <a:ext cx="10544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38184E2-A23B-C61A-BDD3-937F240CCE32}"/>
                    </a:ext>
                  </a:extLst>
                </p14:cNvPr>
                <p14:cNvContentPartPr/>
                <p14:nvPr/>
              </p14:nvContentPartPr>
              <p14:xfrm>
                <a:off x="1038715" y="403940"/>
                <a:ext cx="778320" cy="1198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38184E2-A23B-C61A-BDD3-937F240CCE3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32595" y="397820"/>
                  <a:ext cx="790560" cy="12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A691E3D-83D3-E131-06ED-1469F2A34F2B}"/>
                    </a:ext>
                  </a:extLst>
                </p14:cNvPr>
                <p14:cNvContentPartPr/>
                <p14:nvPr/>
              </p14:nvContentPartPr>
              <p14:xfrm>
                <a:off x="968875" y="958700"/>
                <a:ext cx="489960" cy="151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A691E3D-83D3-E131-06ED-1469F2A34F2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2755" y="952580"/>
                  <a:ext cx="5022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F00DEC8-8AEA-D359-3D8D-ABD05F84D9B7}"/>
                    </a:ext>
                  </a:extLst>
                </p14:cNvPr>
                <p14:cNvContentPartPr/>
                <p14:nvPr/>
              </p14:nvContentPartPr>
              <p14:xfrm>
                <a:off x="1898755" y="821180"/>
                <a:ext cx="569160" cy="504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F00DEC8-8AEA-D359-3D8D-ABD05F84D9B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92635" y="815060"/>
                  <a:ext cx="58140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51DFB34-AC72-30C8-3FF0-1CDCE8AB959B}"/>
                    </a:ext>
                  </a:extLst>
                </p14:cNvPr>
                <p14:cNvContentPartPr/>
                <p14:nvPr/>
              </p14:nvContentPartPr>
              <p14:xfrm>
                <a:off x="2619115" y="989300"/>
                <a:ext cx="593640" cy="479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51DFB34-AC72-30C8-3FF0-1CDCE8AB959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12995" y="983180"/>
                  <a:ext cx="60588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464DCB4-33A9-043E-08DB-0173B69A9815}"/>
                    </a:ext>
                  </a:extLst>
                </p14:cNvPr>
                <p14:cNvContentPartPr/>
                <p14:nvPr/>
              </p14:nvContentPartPr>
              <p14:xfrm>
                <a:off x="3349195" y="751700"/>
                <a:ext cx="48600" cy="33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464DCB4-33A9-043E-08DB-0173B69A981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43075" y="745580"/>
                  <a:ext cx="608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1B1DA5F-8289-035B-678C-BD6F72A07CAE}"/>
                    </a:ext>
                  </a:extLst>
                </p14:cNvPr>
                <p14:cNvContentPartPr/>
                <p14:nvPr/>
              </p14:nvContentPartPr>
              <p14:xfrm>
                <a:off x="3391315" y="847460"/>
                <a:ext cx="971280" cy="556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1B1DA5F-8289-035B-678C-BD6F72A07CA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85195" y="841340"/>
                  <a:ext cx="98352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265F7F9-742E-A5F6-22E3-21F105513A18}"/>
                    </a:ext>
                  </a:extLst>
                </p14:cNvPr>
                <p14:cNvContentPartPr/>
                <p14:nvPr/>
              </p14:nvContentPartPr>
              <p14:xfrm>
                <a:off x="4505515" y="968060"/>
                <a:ext cx="393840" cy="541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265F7F9-742E-A5F6-22E3-21F105513A1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99395" y="961940"/>
                  <a:ext cx="406080" cy="55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B8FB727-C1B5-1304-9302-2CA1AB4DB289}"/>
                  </a:ext>
                </a:extLst>
              </p14:cNvPr>
              <p14:cNvContentPartPr/>
              <p14:nvPr/>
            </p14:nvContentPartPr>
            <p14:xfrm>
              <a:off x="5559235" y="946820"/>
              <a:ext cx="1902960" cy="3798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B8FB727-C1B5-1304-9302-2CA1AB4DB28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553115" y="940700"/>
                <a:ext cx="191520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481288A-B9DC-1D07-C0CC-192C0747E9A4}"/>
                  </a:ext>
                </a:extLst>
              </p14:cNvPr>
              <p14:cNvContentPartPr/>
              <p14:nvPr/>
            </p14:nvContentPartPr>
            <p14:xfrm>
              <a:off x="7349875" y="1090100"/>
              <a:ext cx="460800" cy="48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481288A-B9DC-1D07-C0CC-192C0747E9A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343755" y="1083980"/>
                <a:ext cx="47304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D466108-FE98-BF63-53D2-C2272AB24429}"/>
                  </a:ext>
                </a:extLst>
              </p14:cNvPr>
              <p14:cNvContentPartPr/>
              <p14:nvPr/>
            </p14:nvContentPartPr>
            <p14:xfrm>
              <a:off x="8473795" y="981740"/>
              <a:ext cx="107640" cy="41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D466108-FE98-BF63-53D2-C2272AB2442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467675" y="975620"/>
                <a:ext cx="11988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1216017-9425-A116-1B0E-309381C94129}"/>
                  </a:ext>
                </a:extLst>
              </p14:cNvPr>
              <p14:cNvContentPartPr/>
              <p14:nvPr/>
            </p14:nvContentPartPr>
            <p14:xfrm>
              <a:off x="8297755" y="1544780"/>
              <a:ext cx="134280" cy="48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1216017-9425-A116-1B0E-309381C9412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91635" y="1538660"/>
                <a:ext cx="1465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B48A4DE-DADB-517D-272F-21CDF35D437B}"/>
                  </a:ext>
                </a:extLst>
              </p14:cNvPr>
              <p14:cNvContentPartPr/>
              <p14:nvPr/>
            </p14:nvContentPartPr>
            <p14:xfrm>
              <a:off x="8800675" y="1361540"/>
              <a:ext cx="687600" cy="74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B48A4DE-DADB-517D-272F-21CDF35D437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794555" y="1355420"/>
                <a:ext cx="699840" cy="8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0C2A1C8C-6908-B87C-A879-36414C65E297}"/>
              </a:ext>
            </a:extLst>
          </p:cNvPr>
          <p:cNvGrpSpPr/>
          <p:nvPr/>
        </p:nvGrpSpPr>
        <p:grpSpPr>
          <a:xfrm>
            <a:off x="482875" y="2176220"/>
            <a:ext cx="3281400" cy="1632600"/>
            <a:chOff x="482875" y="2176220"/>
            <a:chExt cx="3281400" cy="163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3AC367B-9E1C-FA99-1A72-97E512B8BFFC}"/>
                    </a:ext>
                  </a:extLst>
                </p14:cNvPr>
                <p14:cNvContentPartPr/>
                <p14:nvPr/>
              </p14:nvContentPartPr>
              <p14:xfrm>
                <a:off x="660355" y="2503100"/>
                <a:ext cx="51840" cy="1068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3AC367B-9E1C-FA99-1A72-97E512B8BFF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4235" y="2496980"/>
                  <a:ext cx="6408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87E2B82-3146-7327-0A1C-2CCC204D57A7}"/>
                    </a:ext>
                  </a:extLst>
                </p14:cNvPr>
                <p14:cNvContentPartPr/>
                <p14:nvPr/>
              </p14:nvContentPartPr>
              <p14:xfrm>
                <a:off x="482875" y="2176220"/>
                <a:ext cx="614520" cy="866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87E2B82-3146-7327-0A1C-2CCC204D57A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6755" y="2170100"/>
                  <a:ext cx="626760" cy="87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BED4AF7-1EC1-E423-F852-9063F9A739DD}"/>
                    </a:ext>
                  </a:extLst>
                </p14:cNvPr>
                <p14:cNvContentPartPr/>
                <p14:nvPr/>
              </p14:nvContentPartPr>
              <p14:xfrm>
                <a:off x="1126555" y="2826740"/>
                <a:ext cx="738360" cy="426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BED4AF7-1EC1-E423-F852-9063F9A739D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20435" y="2820620"/>
                  <a:ext cx="75060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A178BF5-EB7A-7E27-16A4-39AF61DB2438}"/>
                    </a:ext>
                  </a:extLst>
                </p14:cNvPr>
                <p14:cNvContentPartPr/>
                <p14:nvPr/>
              </p14:nvContentPartPr>
              <p14:xfrm>
                <a:off x="1844395" y="2679140"/>
                <a:ext cx="338040" cy="1129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A178BF5-EB7A-7E27-16A4-39AF61DB243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38275" y="2673020"/>
                  <a:ext cx="350280" cy="11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91427B2-D089-2BDA-8EFA-26733C18318A}"/>
                    </a:ext>
                  </a:extLst>
                </p14:cNvPr>
                <p14:cNvContentPartPr/>
                <p14:nvPr/>
              </p14:nvContentPartPr>
              <p14:xfrm>
                <a:off x="1991275" y="2376020"/>
                <a:ext cx="66600" cy="10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91427B2-D089-2BDA-8EFA-26733C18318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85155" y="2369900"/>
                  <a:ext cx="788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8EE3A10-1E5F-F8C5-1676-33BE62917DA0}"/>
                    </a:ext>
                  </a:extLst>
                </p14:cNvPr>
                <p14:cNvContentPartPr/>
                <p14:nvPr/>
              </p14:nvContentPartPr>
              <p14:xfrm>
                <a:off x="2402755" y="2687780"/>
                <a:ext cx="744480" cy="412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8EE3A10-1E5F-F8C5-1676-33BE62917D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96635" y="2681660"/>
                  <a:ext cx="75672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5709509-75CF-63F2-656B-9BB68E61E83A}"/>
                    </a:ext>
                  </a:extLst>
                </p14:cNvPr>
                <p14:cNvContentPartPr/>
                <p14:nvPr/>
              </p14:nvContentPartPr>
              <p14:xfrm>
                <a:off x="2881195" y="2801540"/>
                <a:ext cx="442800" cy="151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5709509-75CF-63F2-656B-9BB68E61E83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75075" y="2795420"/>
                  <a:ext cx="4550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25B2566-FE91-BB64-CC69-8EFB615D3470}"/>
                    </a:ext>
                  </a:extLst>
                </p14:cNvPr>
                <p14:cNvContentPartPr/>
                <p14:nvPr/>
              </p14:nvContentPartPr>
              <p14:xfrm>
                <a:off x="3573475" y="2779940"/>
                <a:ext cx="30600" cy="15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25B2566-FE91-BB64-CC69-8EFB615D347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67355" y="2773820"/>
                  <a:ext cx="428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6CD9889-353F-37F9-E092-DA9D992107DD}"/>
                    </a:ext>
                  </a:extLst>
                </p14:cNvPr>
                <p14:cNvContentPartPr/>
                <p14:nvPr/>
              </p14:nvContentPartPr>
              <p14:xfrm>
                <a:off x="3519115" y="2895860"/>
                <a:ext cx="245160" cy="357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6CD9889-353F-37F9-E092-DA9D992107D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12995" y="2889740"/>
                  <a:ext cx="257400" cy="36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76A6DD3-04BB-28BA-B55D-36697D4BD5C8}"/>
              </a:ext>
            </a:extLst>
          </p:cNvPr>
          <p:cNvGrpSpPr/>
          <p:nvPr/>
        </p:nvGrpSpPr>
        <p:grpSpPr>
          <a:xfrm>
            <a:off x="4757875" y="2514980"/>
            <a:ext cx="1344600" cy="516240"/>
            <a:chOff x="4757875" y="2514980"/>
            <a:chExt cx="1344600" cy="51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6375576-A31F-CBB1-A936-B7B4162C4BF5}"/>
                    </a:ext>
                  </a:extLst>
                </p14:cNvPr>
                <p14:cNvContentPartPr/>
                <p14:nvPr/>
              </p14:nvContentPartPr>
              <p14:xfrm>
                <a:off x="4757875" y="2514980"/>
                <a:ext cx="703080" cy="516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6375576-A31F-CBB1-A936-B7B4162C4BF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51755" y="2508860"/>
                  <a:ext cx="71532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19EE185-B958-3BE4-FDA2-509D55C4927D}"/>
                    </a:ext>
                  </a:extLst>
                </p14:cNvPr>
                <p14:cNvContentPartPr/>
                <p14:nvPr/>
              </p14:nvContentPartPr>
              <p14:xfrm>
                <a:off x="5879995" y="2631260"/>
                <a:ext cx="222480" cy="398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19EE185-B958-3BE4-FDA2-509D55C4927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73875" y="2625140"/>
                  <a:ext cx="234720" cy="41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07989B5-D525-9DA8-CD3D-2240318BB08A}"/>
              </a:ext>
            </a:extLst>
          </p:cNvPr>
          <p:cNvGrpSpPr/>
          <p:nvPr/>
        </p:nvGrpSpPr>
        <p:grpSpPr>
          <a:xfrm>
            <a:off x="7572355" y="1892900"/>
            <a:ext cx="4165920" cy="3152160"/>
            <a:chOff x="7572355" y="1892900"/>
            <a:chExt cx="4165920" cy="315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C8C0711-648C-07F9-7C07-B7507ED8223F}"/>
                    </a:ext>
                  </a:extLst>
                </p14:cNvPr>
                <p14:cNvContentPartPr/>
                <p14:nvPr/>
              </p14:nvContentPartPr>
              <p14:xfrm>
                <a:off x="8188315" y="1892900"/>
                <a:ext cx="628200" cy="1059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C8C0711-648C-07F9-7C07-B7507ED8223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82195" y="1886780"/>
                  <a:ext cx="640440" cy="10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8300778-DA02-AB2F-17AF-FE1CEBF9F9F4}"/>
                    </a:ext>
                  </a:extLst>
                </p14:cNvPr>
                <p14:cNvContentPartPr/>
                <p14:nvPr/>
              </p14:nvContentPartPr>
              <p14:xfrm>
                <a:off x="8917675" y="2225180"/>
                <a:ext cx="71640" cy="41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8300778-DA02-AB2F-17AF-FE1CEBF9F9F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11555" y="2219060"/>
                  <a:ext cx="838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EF59A99-2DCF-20F6-06F3-C3A8300FA68C}"/>
                    </a:ext>
                  </a:extLst>
                </p14:cNvPr>
                <p14:cNvContentPartPr/>
                <p14:nvPr/>
              </p14:nvContentPartPr>
              <p14:xfrm>
                <a:off x="9071035" y="2145620"/>
                <a:ext cx="319680" cy="869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EF59A99-2DCF-20F6-06F3-C3A8300FA6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64915" y="2139500"/>
                  <a:ext cx="331920" cy="88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F60A7E6-B99D-FB8F-3954-C2840AE37534}"/>
                    </a:ext>
                  </a:extLst>
                </p14:cNvPr>
                <p14:cNvContentPartPr/>
                <p14:nvPr/>
              </p14:nvContentPartPr>
              <p14:xfrm>
                <a:off x="9548755" y="2499860"/>
                <a:ext cx="545040" cy="404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F60A7E6-B99D-FB8F-3954-C2840AE3753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42635" y="2493740"/>
                  <a:ext cx="55728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A64617-F8FC-6BD7-70AD-ED7408FBDFC9}"/>
                    </a:ext>
                  </a:extLst>
                </p14:cNvPr>
                <p14:cNvContentPartPr/>
                <p14:nvPr/>
              </p14:nvContentPartPr>
              <p14:xfrm>
                <a:off x="10253635" y="2566100"/>
                <a:ext cx="627120" cy="851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A64617-F8FC-6BD7-70AD-ED7408FBDF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247515" y="2559980"/>
                  <a:ext cx="639360" cy="86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CB6F4E4-B2E3-6864-1C1B-C3BF0FB167CA}"/>
                    </a:ext>
                  </a:extLst>
                </p14:cNvPr>
                <p14:cNvContentPartPr/>
                <p14:nvPr/>
              </p14:nvContentPartPr>
              <p14:xfrm>
                <a:off x="11218075" y="2600660"/>
                <a:ext cx="7560" cy="50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CB6F4E4-B2E3-6864-1C1B-C3BF0FB167C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211955" y="2594540"/>
                  <a:ext cx="198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4075C23-3F5A-D6F5-927C-0152309965C9}"/>
                    </a:ext>
                  </a:extLst>
                </p14:cNvPr>
                <p14:cNvContentPartPr/>
                <p14:nvPr/>
              </p14:nvContentPartPr>
              <p14:xfrm>
                <a:off x="7572355" y="3546020"/>
                <a:ext cx="4165920" cy="288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4075C23-3F5A-D6F5-927C-0152309965C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66235" y="3539900"/>
                  <a:ext cx="41781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12B51A9-5FF8-2DA5-BE2D-923163397D6E}"/>
                    </a:ext>
                  </a:extLst>
                </p14:cNvPr>
                <p14:cNvContentPartPr/>
                <p14:nvPr/>
              </p14:nvContentPartPr>
              <p14:xfrm>
                <a:off x="8472715" y="3391580"/>
                <a:ext cx="2497320" cy="96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12B51A9-5FF8-2DA5-BE2D-923163397D6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66595" y="3385460"/>
                  <a:ext cx="2509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6E6C8CB-ECA1-0F7A-B21C-A45678DB8257}"/>
                    </a:ext>
                  </a:extLst>
                </p14:cNvPr>
                <p14:cNvContentPartPr/>
                <p14:nvPr/>
              </p14:nvContentPartPr>
              <p14:xfrm>
                <a:off x="9546955" y="3665540"/>
                <a:ext cx="16200" cy="42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6E6C8CB-ECA1-0F7A-B21C-A45678DB825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40835" y="3659420"/>
                  <a:ext cx="284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DF9A23E-9004-F352-0E0F-644CF7C3E775}"/>
                    </a:ext>
                  </a:extLst>
                </p14:cNvPr>
                <p14:cNvContentPartPr/>
                <p14:nvPr/>
              </p14:nvContentPartPr>
              <p14:xfrm>
                <a:off x="9527515" y="3502100"/>
                <a:ext cx="147600" cy="547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DF9A23E-9004-F352-0E0F-644CF7C3E7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21395" y="3495980"/>
                  <a:ext cx="15984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E7FDF94-5607-3CD6-842A-AD239D6AC58F}"/>
                    </a:ext>
                  </a:extLst>
                </p14:cNvPr>
                <p14:cNvContentPartPr/>
                <p14:nvPr/>
              </p14:nvContentPartPr>
              <p14:xfrm>
                <a:off x="9057355" y="4134260"/>
                <a:ext cx="819000" cy="369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E7FDF94-5607-3CD6-842A-AD239D6AC58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051235" y="4128140"/>
                  <a:ext cx="8312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612DB8A-8D04-A338-7637-E67A9ED52C3A}"/>
                    </a:ext>
                  </a:extLst>
                </p14:cNvPr>
                <p14:cNvContentPartPr/>
                <p14:nvPr/>
              </p14:nvContentPartPr>
              <p14:xfrm>
                <a:off x="8408635" y="4627820"/>
                <a:ext cx="180000" cy="417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612DB8A-8D04-A338-7637-E67A9ED52C3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402515" y="4621700"/>
                  <a:ext cx="19224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58307B4-8D69-3D09-92AD-C7A7E8DD81D2}"/>
                    </a:ext>
                  </a:extLst>
                </p14:cNvPr>
                <p14:cNvContentPartPr/>
                <p14:nvPr/>
              </p14:nvContentPartPr>
              <p14:xfrm>
                <a:off x="8460475" y="4521980"/>
                <a:ext cx="349200" cy="401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58307B4-8D69-3D09-92AD-C7A7E8DD81D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454355" y="4515860"/>
                  <a:ext cx="36144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C73EB61-7010-9EFA-D8C7-47ECFD579EE3}"/>
                    </a:ext>
                  </a:extLst>
                </p14:cNvPr>
                <p14:cNvContentPartPr/>
                <p14:nvPr/>
              </p14:nvContentPartPr>
              <p14:xfrm>
                <a:off x="8925955" y="4694060"/>
                <a:ext cx="838440" cy="184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C73EB61-7010-9EFA-D8C7-47ECFD579EE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919835" y="4687940"/>
                  <a:ext cx="8506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81D79D1-9BE0-008B-51E3-BCDF55E4055B}"/>
                    </a:ext>
                  </a:extLst>
                </p14:cNvPr>
                <p14:cNvContentPartPr/>
                <p14:nvPr/>
              </p14:nvContentPartPr>
              <p14:xfrm>
                <a:off x="10030795" y="4609460"/>
                <a:ext cx="302760" cy="220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81D79D1-9BE0-008B-51E3-BCDF55E4055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24675" y="4603340"/>
                  <a:ext cx="315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9407E86-93BD-7DAC-18B3-7344816B1811}"/>
                    </a:ext>
                  </a:extLst>
                </p14:cNvPr>
                <p14:cNvContentPartPr/>
                <p14:nvPr/>
              </p14:nvContentPartPr>
              <p14:xfrm>
                <a:off x="10547755" y="4793060"/>
                <a:ext cx="200520" cy="25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9407E86-93BD-7DAC-18B3-7344816B181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541635" y="4786940"/>
                  <a:ext cx="212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150B3F6-F972-333C-737A-A0FC1FB6DF64}"/>
                    </a:ext>
                  </a:extLst>
                </p14:cNvPr>
                <p14:cNvContentPartPr/>
                <p14:nvPr/>
              </p14:nvContentPartPr>
              <p14:xfrm>
                <a:off x="10997395" y="4718180"/>
                <a:ext cx="116280" cy="46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150B3F6-F972-333C-737A-A0FC1FB6DF6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991275" y="4712060"/>
                  <a:ext cx="12852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85ECB26-20DB-8B67-3D4A-530AC8DF4FA8}"/>
              </a:ext>
            </a:extLst>
          </p:cNvPr>
          <p:cNvGrpSpPr/>
          <p:nvPr/>
        </p:nvGrpSpPr>
        <p:grpSpPr>
          <a:xfrm>
            <a:off x="3182875" y="3708380"/>
            <a:ext cx="4520520" cy="2068200"/>
            <a:chOff x="3182875" y="3708380"/>
            <a:chExt cx="4520520" cy="20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8744F78-3A4D-7A8A-D1DC-3B6E1AF31FD8}"/>
                    </a:ext>
                  </a:extLst>
                </p14:cNvPr>
                <p14:cNvContentPartPr/>
                <p14:nvPr/>
              </p14:nvContentPartPr>
              <p14:xfrm>
                <a:off x="3182875" y="3763100"/>
                <a:ext cx="97920" cy="981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8744F78-3A4D-7A8A-D1DC-3B6E1AF31FD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76755" y="3756980"/>
                  <a:ext cx="110160" cy="9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EA8E400-714C-22AB-0786-CCB6B6C3E6F1}"/>
                    </a:ext>
                  </a:extLst>
                </p14:cNvPr>
                <p14:cNvContentPartPr/>
                <p14:nvPr/>
              </p14:nvContentPartPr>
              <p14:xfrm>
                <a:off x="3304555" y="4198340"/>
                <a:ext cx="321840" cy="281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EA8E400-714C-22AB-0786-CCB6B6C3E6F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298435" y="4192220"/>
                  <a:ext cx="3340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D3A4AC2-4DF8-7765-F59C-096FAF932EBA}"/>
                    </a:ext>
                  </a:extLst>
                </p14:cNvPr>
                <p14:cNvContentPartPr/>
                <p14:nvPr/>
              </p14:nvContentPartPr>
              <p14:xfrm>
                <a:off x="3772195" y="4243700"/>
                <a:ext cx="381240" cy="193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D3A4AC2-4DF8-7765-F59C-096FAF932EB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766075" y="4237580"/>
                  <a:ext cx="3934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06FF891-297F-FEB6-FFDA-11F5A07140E4}"/>
                    </a:ext>
                  </a:extLst>
                </p14:cNvPr>
                <p14:cNvContentPartPr/>
                <p14:nvPr/>
              </p14:nvContentPartPr>
              <p14:xfrm>
                <a:off x="4417315" y="4103660"/>
                <a:ext cx="484920" cy="376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06FF891-297F-FEB6-FFDA-11F5A07140E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11195" y="4097540"/>
                  <a:ext cx="4971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1877822-7AD8-B8AE-109A-322FB82F41F2}"/>
                    </a:ext>
                  </a:extLst>
                </p14:cNvPr>
                <p14:cNvContentPartPr/>
                <p14:nvPr/>
              </p14:nvContentPartPr>
              <p14:xfrm>
                <a:off x="4659955" y="4243700"/>
                <a:ext cx="352440" cy="119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1877822-7AD8-B8AE-109A-322FB82F41F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653835" y="4237580"/>
                  <a:ext cx="3646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4DBCD84-91CC-4B5D-8EEC-9DECE99F8056}"/>
                    </a:ext>
                  </a:extLst>
                </p14:cNvPr>
                <p14:cNvContentPartPr/>
                <p14:nvPr/>
              </p14:nvContentPartPr>
              <p14:xfrm>
                <a:off x="5582995" y="3757340"/>
                <a:ext cx="189000" cy="500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4DBCD84-91CC-4B5D-8EEC-9DECE99F805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76875" y="3751220"/>
                  <a:ext cx="20124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A752DD3-EC04-1E30-0C6D-20DC9E82C516}"/>
                    </a:ext>
                  </a:extLst>
                </p14:cNvPr>
                <p14:cNvContentPartPr/>
                <p14:nvPr/>
              </p14:nvContentPartPr>
              <p14:xfrm>
                <a:off x="5879995" y="3708380"/>
                <a:ext cx="298440" cy="710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A752DD3-EC04-1E30-0C6D-20DC9E82C51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873875" y="3702260"/>
                  <a:ext cx="31068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96E3EC6-AB14-D462-2461-93A2C3914A96}"/>
                    </a:ext>
                  </a:extLst>
                </p14:cNvPr>
                <p14:cNvContentPartPr/>
                <p14:nvPr/>
              </p14:nvContentPartPr>
              <p14:xfrm>
                <a:off x="3312835" y="4615940"/>
                <a:ext cx="3125880" cy="498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96E3EC6-AB14-D462-2461-93A2C3914A9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06715" y="4609820"/>
                  <a:ext cx="313812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7618368-D389-9B6A-3EC1-A72565D670B6}"/>
                    </a:ext>
                  </a:extLst>
                </p14:cNvPr>
                <p14:cNvContentPartPr/>
                <p14:nvPr/>
              </p14:nvContentPartPr>
              <p14:xfrm>
                <a:off x="3905035" y="5508020"/>
                <a:ext cx="52200" cy="268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7618368-D389-9B6A-3EC1-A72565D670B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98915" y="5501900"/>
                  <a:ext cx="644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1B04B5A-C25C-7A28-3E27-73B69933C08D}"/>
                    </a:ext>
                  </a:extLst>
                </p14:cNvPr>
                <p14:cNvContentPartPr/>
                <p14:nvPr/>
              </p14:nvContentPartPr>
              <p14:xfrm>
                <a:off x="3913315" y="5287340"/>
                <a:ext cx="1915200" cy="474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1B04B5A-C25C-7A28-3E27-73B69933C08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907195" y="5281220"/>
                  <a:ext cx="192744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9096D8D-F4DC-5750-1B41-85333AE0F910}"/>
                    </a:ext>
                  </a:extLst>
                </p14:cNvPr>
                <p14:cNvContentPartPr/>
                <p14:nvPr/>
              </p14:nvContentPartPr>
              <p14:xfrm>
                <a:off x="6022555" y="5307140"/>
                <a:ext cx="107640" cy="63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9096D8D-F4DC-5750-1B41-85333AE0F91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016435" y="5301020"/>
                  <a:ext cx="119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0F3CD83-B174-1040-3E07-4CD754AE6E12}"/>
                    </a:ext>
                  </a:extLst>
                </p14:cNvPr>
                <p14:cNvContentPartPr/>
                <p14:nvPr/>
              </p14:nvContentPartPr>
              <p14:xfrm>
                <a:off x="6194995" y="5352860"/>
                <a:ext cx="294480" cy="88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0F3CD83-B174-1040-3E07-4CD754AE6E1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88875" y="5346740"/>
                  <a:ext cx="3067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54893E0-EDBC-522F-EF7F-E35E4A03A11A}"/>
                    </a:ext>
                  </a:extLst>
                </p14:cNvPr>
                <p14:cNvContentPartPr/>
                <p14:nvPr/>
              </p14:nvContentPartPr>
              <p14:xfrm>
                <a:off x="7073755" y="5307140"/>
                <a:ext cx="45720" cy="259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54893E0-EDBC-522F-EF7F-E35E4A03A11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067635" y="5301020"/>
                  <a:ext cx="57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EC81F15-1C23-0218-827C-E5EE45315FFE}"/>
                    </a:ext>
                  </a:extLst>
                </p14:cNvPr>
                <p14:cNvContentPartPr/>
                <p14:nvPr/>
              </p14:nvContentPartPr>
              <p14:xfrm>
                <a:off x="6887275" y="4656260"/>
                <a:ext cx="161640" cy="723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EC81F15-1C23-0218-827C-E5EE45315FF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881155" y="4650140"/>
                  <a:ext cx="17388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2221F45-3454-84FD-C649-C7FFD265D487}"/>
                    </a:ext>
                  </a:extLst>
                </p14:cNvPr>
                <p14:cNvContentPartPr/>
                <p14:nvPr/>
              </p14:nvContentPartPr>
              <p14:xfrm>
                <a:off x="7395955" y="4833020"/>
                <a:ext cx="307440" cy="687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2221F45-3454-84FD-C649-C7FFD265D48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89835" y="4826900"/>
                  <a:ext cx="319680" cy="69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861122E-422B-ACA4-6A0C-8BB82084CF8A}"/>
                    </a:ext>
                  </a:extLst>
                </p14:cNvPr>
                <p14:cNvContentPartPr/>
                <p14:nvPr/>
              </p14:nvContentPartPr>
              <p14:xfrm>
                <a:off x="7394515" y="5263940"/>
                <a:ext cx="146160" cy="4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861122E-422B-ACA4-6A0C-8BB82084CF8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388395" y="5257820"/>
                  <a:ext cx="158400" cy="16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63290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9D6B5E5-0F40-51D1-C562-E4FCBA5B655D}"/>
              </a:ext>
            </a:extLst>
          </p:cNvPr>
          <p:cNvGrpSpPr/>
          <p:nvPr/>
        </p:nvGrpSpPr>
        <p:grpSpPr>
          <a:xfrm>
            <a:off x="1606795" y="214580"/>
            <a:ext cx="9688320" cy="3180960"/>
            <a:chOff x="1606795" y="214580"/>
            <a:chExt cx="9688320" cy="318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134D14E-FB73-34A0-410C-9BCC64C2C5E9}"/>
                    </a:ext>
                  </a:extLst>
                </p14:cNvPr>
                <p14:cNvContentPartPr/>
                <p14:nvPr/>
              </p14:nvContentPartPr>
              <p14:xfrm>
                <a:off x="5491915" y="531380"/>
                <a:ext cx="948240" cy="976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134D14E-FB73-34A0-410C-9BCC64C2C5E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85795" y="525260"/>
                  <a:ext cx="960480" cy="9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AB04F29-593F-ED1C-D546-5D42B4D7EA15}"/>
                    </a:ext>
                  </a:extLst>
                </p14:cNvPr>
                <p14:cNvContentPartPr/>
                <p14:nvPr/>
              </p14:nvContentPartPr>
              <p14:xfrm>
                <a:off x="5804035" y="846380"/>
                <a:ext cx="919080" cy="932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AB04F29-593F-ED1C-D546-5D42B4D7EA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97915" y="840260"/>
                  <a:ext cx="931320" cy="9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3CB2943-F6B8-E055-6AFE-4AA0EEFB3FBD}"/>
                    </a:ext>
                  </a:extLst>
                </p14:cNvPr>
                <p14:cNvContentPartPr/>
                <p14:nvPr/>
              </p14:nvContentPartPr>
              <p14:xfrm>
                <a:off x="7685035" y="572780"/>
                <a:ext cx="1039320" cy="1163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3CB2943-F6B8-E055-6AFE-4AA0EEFB3FB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78915" y="566660"/>
                  <a:ext cx="1051560" cy="11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744D412-0DB3-D116-97A5-E764B08F5F0F}"/>
                    </a:ext>
                  </a:extLst>
                </p14:cNvPr>
                <p14:cNvContentPartPr/>
                <p14:nvPr/>
              </p14:nvContentPartPr>
              <p14:xfrm>
                <a:off x="8881315" y="763580"/>
                <a:ext cx="1222920" cy="1145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744D412-0DB3-D116-97A5-E764B08F5F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75195" y="757460"/>
                  <a:ext cx="1235160" cy="11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52E2F81-0663-2665-942D-0527E9F1D9F5}"/>
                    </a:ext>
                  </a:extLst>
                </p14:cNvPr>
                <p14:cNvContentPartPr/>
                <p14:nvPr/>
              </p14:nvContentPartPr>
              <p14:xfrm>
                <a:off x="10170475" y="1219340"/>
                <a:ext cx="138960" cy="67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52E2F81-0663-2665-942D-0527E9F1D9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164355" y="1213220"/>
                  <a:ext cx="1512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A4F8E54-ED97-41A0-396C-F158A43237DD}"/>
                    </a:ext>
                  </a:extLst>
                </p14:cNvPr>
                <p14:cNvContentPartPr/>
                <p14:nvPr/>
              </p14:nvContentPartPr>
              <p14:xfrm>
                <a:off x="9924235" y="1957340"/>
                <a:ext cx="61920" cy="9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A4F8E54-ED97-41A0-396C-F158A43237D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18115" y="1951220"/>
                  <a:ext cx="741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7BAE4B6-C4DD-01A9-CBDD-868030D00C9F}"/>
                    </a:ext>
                  </a:extLst>
                </p14:cNvPr>
                <p14:cNvContentPartPr/>
                <p14:nvPr/>
              </p14:nvContentPartPr>
              <p14:xfrm>
                <a:off x="10466755" y="1710740"/>
                <a:ext cx="563760" cy="76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7BAE4B6-C4DD-01A9-CBDD-868030D00C9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460635" y="1704620"/>
                  <a:ext cx="576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3DB23BB-B73C-9675-21C4-2F2B939A1E71}"/>
                    </a:ext>
                  </a:extLst>
                </p14:cNvPr>
                <p14:cNvContentPartPr/>
                <p14:nvPr/>
              </p14:nvContentPartPr>
              <p14:xfrm>
                <a:off x="1606795" y="214580"/>
                <a:ext cx="768960" cy="954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3DB23BB-B73C-9675-21C4-2F2B939A1E7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00675" y="208460"/>
                  <a:ext cx="781200" cy="9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E22F741-F351-3224-2A4A-E3ECF43F0B30}"/>
                    </a:ext>
                  </a:extLst>
                </p14:cNvPr>
                <p14:cNvContentPartPr/>
                <p14:nvPr/>
              </p14:nvContentPartPr>
              <p14:xfrm>
                <a:off x="2185675" y="834500"/>
                <a:ext cx="891720" cy="427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E22F741-F351-3224-2A4A-E3ECF43F0B3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79555" y="828380"/>
                  <a:ext cx="9039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2268A3B-6D3F-3D88-6894-0F92A3906E0A}"/>
                    </a:ext>
                  </a:extLst>
                </p14:cNvPr>
                <p14:cNvContentPartPr/>
                <p14:nvPr/>
              </p14:nvContentPartPr>
              <p14:xfrm>
                <a:off x="3140395" y="784100"/>
                <a:ext cx="52200" cy="39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2268A3B-6D3F-3D88-6894-0F92A3906E0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34275" y="777980"/>
                  <a:ext cx="64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80145A5-05DD-4C04-2331-82FC856BDCA4}"/>
                    </a:ext>
                  </a:extLst>
                </p14:cNvPr>
                <p14:cNvContentPartPr/>
                <p14:nvPr/>
              </p14:nvContentPartPr>
              <p14:xfrm>
                <a:off x="3283315" y="626780"/>
                <a:ext cx="775080" cy="776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80145A5-05DD-4C04-2331-82FC856BDCA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77195" y="620660"/>
                  <a:ext cx="787320" cy="78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7F51C32-03B8-EC42-3DBB-13D4D3DE3CF3}"/>
                    </a:ext>
                  </a:extLst>
                </p14:cNvPr>
                <p14:cNvContentPartPr/>
                <p14:nvPr/>
              </p14:nvContentPartPr>
              <p14:xfrm>
                <a:off x="2839075" y="1531820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7F51C32-03B8-EC42-3DBB-13D4D3DE3CF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32955" y="15257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7B920BE-52B0-2BD4-470F-76F822D952C6}"/>
                    </a:ext>
                  </a:extLst>
                </p14:cNvPr>
                <p14:cNvContentPartPr/>
                <p14:nvPr/>
              </p14:nvContentPartPr>
              <p14:xfrm>
                <a:off x="2201515" y="2284940"/>
                <a:ext cx="4039560" cy="494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7B920BE-52B0-2BD4-470F-76F822D952C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95395" y="2278820"/>
                  <a:ext cx="405180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1926309-E3BF-FBF3-AA63-E7168690A9C2}"/>
                    </a:ext>
                  </a:extLst>
                </p14:cNvPr>
                <p14:cNvContentPartPr/>
                <p14:nvPr/>
              </p14:nvContentPartPr>
              <p14:xfrm>
                <a:off x="9527515" y="2872100"/>
                <a:ext cx="441720" cy="523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1926309-E3BF-FBF3-AA63-E7168690A9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21395" y="2865980"/>
                  <a:ext cx="45396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B010B21-9168-5E2F-4B6F-878DC529ABD9}"/>
                    </a:ext>
                  </a:extLst>
                </p14:cNvPr>
                <p14:cNvContentPartPr/>
                <p14:nvPr/>
              </p14:nvContentPartPr>
              <p14:xfrm>
                <a:off x="2219155" y="681140"/>
                <a:ext cx="9075960" cy="1915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B010B21-9168-5E2F-4B6F-878DC529ABD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13035" y="675020"/>
                  <a:ext cx="9088200" cy="192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4592E86-4E0C-3BCB-1040-CB2021BC9900}"/>
                  </a:ext>
                </a:extLst>
              </p14:cNvPr>
              <p14:cNvContentPartPr/>
              <p14:nvPr/>
            </p14:nvContentPartPr>
            <p14:xfrm>
              <a:off x="1745755" y="3014660"/>
              <a:ext cx="529200" cy="5565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4592E86-4E0C-3BCB-1040-CB2021BC990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39635" y="3008540"/>
                <a:ext cx="541440" cy="56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E54FA465-4835-3678-19C9-BC1F6AB2A7AF}"/>
              </a:ext>
            </a:extLst>
          </p:cNvPr>
          <p:cNvGrpSpPr/>
          <p:nvPr/>
        </p:nvGrpSpPr>
        <p:grpSpPr>
          <a:xfrm>
            <a:off x="2245795" y="2900180"/>
            <a:ext cx="2578680" cy="835200"/>
            <a:chOff x="2245795" y="2900180"/>
            <a:chExt cx="2578680" cy="83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4E55F11-203D-151D-94CF-12E16540B4EA}"/>
                    </a:ext>
                  </a:extLst>
                </p14:cNvPr>
                <p14:cNvContentPartPr/>
                <p14:nvPr/>
              </p14:nvContentPartPr>
              <p14:xfrm>
                <a:off x="2449915" y="2900180"/>
                <a:ext cx="214560" cy="659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4E55F11-203D-151D-94CF-12E16540B4E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43795" y="2894060"/>
                  <a:ext cx="22680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F088E09-044E-ACEC-374D-D10B159E97EA}"/>
                    </a:ext>
                  </a:extLst>
                </p14:cNvPr>
                <p14:cNvContentPartPr/>
                <p14:nvPr/>
              </p14:nvContentPartPr>
              <p14:xfrm>
                <a:off x="2245795" y="3146780"/>
                <a:ext cx="439200" cy="31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F088E09-044E-ACEC-374D-D10B159E97E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39675" y="3140660"/>
                  <a:ext cx="451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5B7126D-4F81-A24C-740A-ACA15A5A17E8}"/>
                    </a:ext>
                  </a:extLst>
                </p14:cNvPr>
                <p14:cNvContentPartPr/>
                <p14:nvPr/>
              </p14:nvContentPartPr>
              <p14:xfrm>
                <a:off x="2574835" y="3202220"/>
                <a:ext cx="550080" cy="353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5B7126D-4F81-A24C-740A-ACA15A5A17E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68715" y="3196100"/>
                  <a:ext cx="5623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4CCEC2B-D6EC-91BE-2047-0681859D5A13}"/>
                    </a:ext>
                  </a:extLst>
                </p14:cNvPr>
                <p14:cNvContentPartPr/>
                <p14:nvPr/>
              </p14:nvContentPartPr>
              <p14:xfrm>
                <a:off x="3233275" y="3078380"/>
                <a:ext cx="177480" cy="645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4CCEC2B-D6EC-91BE-2047-0681859D5A1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27155" y="3072260"/>
                  <a:ext cx="18972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333C060-874A-B7E2-CEF7-243D992298CB}"/>
                    </a:ext>
                  </a:extLst>
                </p14:cNvPr>
                <p14:cNvContentPartPr/>
                <p14:nvPr/>
              </p14:nvContentPartPr>
              <p14:xfrm>
                <a:off x="3976315" y="3409220"/>
                <a:ext cx="848160" cy="104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333C060-874A-B7E2-CEF7-243D992298C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70195" y="3403100"/>
                  <a:ext cx="8604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8014A00-7A66-7AD3-2118-0676E753297D}"/>
                    </a:ext>
                  </a:extLst>
                </p14:cNvPr>
                <p14:cNvContentPartPr/>
                <p14:nvPr/>
              </p14:nvContentPartPr>
              <p14:xfrm>
                <a:off x="4401835" y="3222740"/>
                <a:ext cx="114840" cy="512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8014A00-7A66-7AD3-2118-0676E753297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95715" y="3216620"/>
                  <a:ext cx="127080" cy="52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D6C0BC1-66B0-C6EA-DB2B-969C101710CE}"/>
              </a:ext>
            </a:extLst>
          </p:cNvPr>
          <p:cNvGrpSpPr/>
          <p:nvPr/>
        </p:nvGrpSpPr>
        <p:grpSpPr>
          <a:xfrm>
            <a:off x="5282395" y="3062540"/>
            <a:ext cx="3447720" cy="1328040"/>
            <a:chOff x="5282395" y="3062540"/>
            <a:chExt cx="3447720" cy="132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6A260E8-3EE6-2C15-39A7-38F433F1B3BB}"/>
                    </a:ext>
                  </a:extLst>
                </p14:cNvPr>
                <p14:cNvContentPartPr/>
                <p14:nvPr/>
              </p14:nvContentPartPr>
              <p14:xfrm>
                <a:off x="5282395" y="3062540"/>
                <a:ext cx="474480" cy="723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6A260E8-3EE6-2C15-39A7-38F433F1B3B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76275" y="3056420"/>
                  <a:ext cx="48672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73DB934-86B1-6CA0-D683-8FAD75E8824E}"/>
                    </a:ext>
                  </a:extLst>
                </p14:cNvPr>
                <p14:cNvContentPartPr/>
                <p14:nvPr/>
              </p14:nvContentPartPr>
              <p14:xfrm>
                <a:off x="5888995" y="3167300"/>
                <a:ext cx="671760" cy="761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73DB934-86B1-6CA0-D683-8FAD75E8824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82875" y="3161180"/>
                  <a:ext cx="684000" cy="7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3EAC089-30B2-A467-7D8C-648488AF1204}"/>
                    </a:ext>
                  </a:extLst>
                </p14:cNvPr>
                <p14:cNvContentPartPr/>
                <p14:nvPr/>
              </p14:nvContentPartPr>
              <p14:xfrm>
                <a:off x="6744715" y="3395180"/>
                <a:ext cx="144000" cy="32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3EAC089-30B2-A467-7D8C-648488AF120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38595" y="3389060"/>
                  <a:ext cx="1562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BCAD8DA-D64F-C724-4724-53E30EB83DBE}"/>
                    </a:ext>
                  </a:extLst>
                </p14:cNvPr>
                <p14:cNvContentPartPr/>
                <p14:nvPr/>
              </p14:nvContentPartPr>
              <p14:xfrm>
                <a:off x="6665875" y="3324260"/>
                <a:ext cx="704520" cy="997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BCAD8DA-D64F-C724-4724-53E30EB83DB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59755" y="3318140"/>
                  <a:ext cx="716760" cy="10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2605B89-7156-9EF3-E15A-904E3E721538}"/>
                    </a:ext>
                  </a:extLst>
                </p14:cNvPr>
                <p14:cNvContentPartPr/>
                <p14:nvPr/>
              </p14:nvContentPartPr>
              <p14:xfrm>
                <a:off x="7410355" y="3616580"/>
                <a:ext cx="225360" cy="546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2605B89-7156-9EF3-E15A-904E3E72153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04235" y="3610460"/>
                  <a:ext cx="23760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AFCFA3D-647F-8C6D-05EB-9B5BAF63FB27}"/>
                    </a:ext>
                  </a:extLst>
                </p14:cNvPr>
                <p14:cNvContentPartPr/>
                <p14:nvPr/>
              </p14:nvContentPartPr>
              <p14:xfrm>
                <a:off x="7289755" y="3871460"/>
                <a:ext cx="488880" cy="83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AFCFA3D-647F-8C6D-05EB-9B5BAF63FB2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83635" y="3865340"/>
                  <a:ext cx="5011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A55C4E4-F6C2-0071-0F4E-F49DEFC4EE62}"/>
                    </a:ext>
                  </a:extLst>
                </p14:cNvPr>
                <p14:cNvContentPartPr/>
                <p14:nvPr/>
              </p14:nvContentPartPr>
              <p14:xfrm>
                <a:off x="8059795" y="3998900"/>
                <a:ext cx="670320" cy="40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A55C4E4-F6C2-0071-0F4E-F49DEFC4EE6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53675" y="3992780"/>
                  <a:ext cx="6825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B5E57F3-5EE3-B20E-5016-736029F62466}"/>
                    </a:ext>
                  </a:extLst>
                </p14:cNvPr>
                <p14:cNvContentPartPr/>
                <p14:nvPr/>
              </p14:nvContentPartPr>
              <p14:xfrm>
                <a:off x="8541475" y="3849860"/>
                <a:ext cx="142560" cy="540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B5E57F3-5EE3-B20E-5016-736029F6246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35355" y="3843740"/>
                  <a:ext cx="154800" cy="55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BB7DCC7-60A5-DDD7-2550-95134EAEDF8B}"/>
                  </a:ext>
                </a:extLst>
              </p14:cNvPr>
              <p14:cNvContentPartPr/>
              <p14:nvPr/>
            </p14:nvContentPartPr>
            <p14:xfrm>
              <a:off x="9529315" y="3844460"/>
              <a:ext cx="1053720" cy="3020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BB7DCC7-60A5-DDD7-2550-95134EAEDF8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523195" y="3838340"/>
                <a:ext cx="1065960" cy="31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C026B5B1-BBB6-B5FB-68CC-A9C483805F1E}"/>
              </a:ext>
            </a:extLst>
          </p:cNvPr>
          <p:cNvGrpSpPr/>
          <p:nvPr/>
        </p:nvGrpSpPr>
        <p:grpSpPr>
          <a:xfrm>
            <a:off x="9459115" y="5127500"/>
            <a:ext cx="1662840" cy="1023480"/>
            <a:chOff x="9459115" y="5127500"/>
            <a:chExt cx="1662840" cy="102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07F122-9350-1807-6AFC-BB98B0E3F0A1}"/>
                    </a:ext>
                  </a:extLst>
                </p14:cNvPr>
                <p14:cNvContentPartPr/>
                <p14:nvPr/>
              </p14:nvContentPartPr>
              <p14:xfrm>
                <a:off x="9459115" y="5175020"/>
                <a:ext cx="221040" cy="402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07F122-9350-1807-6AFC-BB98B0E3F0A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52995" y="5168900"/>
                  <a:ext cx="23328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2997739-9466-EDF4-6E4E-48C5DF8D8456}"/>
                    </a:ext>
                  </a:extLst>
                </p14:cNvPr>
                <p14:cNvContentPartPr/>
                <p14:nvPr/>
              </p14:nvContentPartPr>
              <p14:xfrm>
                <a:off x="9706075" y="5127500"/>
                <a:ext cx="208800" cy="61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2997739-9466-EDF4-6E4E-48C5DF8D845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699955" y="5121380"/>
                  <a:ext cx="221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10A107F-96C8-7A5C-BE9F-395F09F16784}"/>
                    </a:ext>
                  </a:extLst>
                </p14:cNvPr>
                <p14:cNvContentPartPr/>
                <p14:nvPr/>
              </p14:nvContentPartPr>
              <p14:xfrm>
                <a:off x="9668635" y="5290940"/>
                <a:ext cx="136440" cy="13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10A107F-96C8-7A5C-BE9F-395F09F1678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662515" y="5284820"/>
                  <a:ext cx="148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E0BEAEB-5F52-B742-44B2-D018B40B327C}"/>
                    </a:ext>
                  </a:extLst>
                </p14:cNvPr>
                <p14:cNvContentPartPr/>
                <p14:nvPr/>
              </p14:nvContentPartPr>
              <p14:xfrm>
                <a:off x="9787795" y="5322260"/>
                <a:ext cx="311760" cy="273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E0BEAEB-5F52-B742-44B2-D018B40B327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781675" y="5316140"/>
                  <a:ext cx="3240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AD22C66-FFC2-36AC-5712-AE124780435F}"/>
                    </a:ext>
                  </a:extLst>
                </p14:cNvPr>
                <p14:cNvContentPartPr/>
                <p14:nvPr/>
              </p14:nvContentPartPr>
              <p14:xfrm>
                <a:off x="10204675" y="5310740"/>
                <a:ext cx="237600" cy="431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AD22C66-FFC2-36AC-5712-AE124780435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198555" y="5304620"/>
                  <a:ext cx="24984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63AFBE6-C543-58D3-B098-030C5D935099}"/>
                    </a:ext>
                  </a:extLst>
                </p14:cNvPr>
                <p14:cNvContentPartPr/>
                <p14:nvPr/>
              </p14:nvContentPartPr>
              <p14:xfrm>
                <a:off x="10775635" y="5471300"/>
                <a:ext cx="171720" cy="417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63AFBE6-C543-58D3-B098-030C5D93509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769515" y="5465180"/>
                  <a:ext cx="18396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6E289D7-BB0E-E6C7-8F16-37A5330975FA}"/>
                    </a:ext>
                  </a:extLst>
                </p14:cNvPr>
                <p14:cNvContentPartPr/>
                <p14:nvPr/>
              </p14:nvContentPartPr>
              <p14:xfrm>
                <a:off x="10464595" y="5907620"/>
                <a:ext cx="232920" cy="164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6E289D7-BB0E-E6C7-8F16-37A5330975F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458475" y="5901500"/>
                  <a:ext cx="245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68D0DA9-A6C8-46E7-9154-49FF24F2B7D0}"/>
                    </a:ext>
                  </a:extLst>
                </p14:cNvPr>
                <p14:cNvContentPartPr/>
                <p14:nvPr/>
              </p14:nvContentPartPr>
              <p14:xfrm>
                <a:off x="10876795" y="6058460"/>
                <a:ext cx="245160" cy="92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68D0DA9-A6C8-46E7-9154-49FF24F2B7D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870675" y="6052340"/>
                  <a:ext cx="257400" cy="10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6D98CD4-A055-9C99-24D5-BFA655FEA4F8}"/>
                  </a:ext>
                </a:extLst>
              </p14:cNvPr>
              <p14:cNvContentPartPr/>
              <p14:nvPr/>
            </p14:nvContentPartPr>
            <p14:xfrm>
              <a:off x="9560275" y="4268180"/>
              <a:ext cx="1073520" cy="2408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6D98CD4-A055-9C99-24D5-BFA655FEA4F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554155" y="4262060"/>
                <a:ext cx="1085760" cy="2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E3D3C900-53AD-3503-8136-80153F0ACC8C}"/>
              </a:ext>
            </a:extLst>
          </p:cNvPr>
          <p:cNvGrpSpPr/>
          <p:nvPr/>
        </p:nvGrpSpPr>
        <p:grpSpPr>
          <a:xfrm>
            <a:off x="1759075" y="4888100"/>
            <a:ext cx="6711480" cy="1684800"/>
            <a:chOff x="1759075" y="4888100"/>
            <a:chExt cx="6711480" cy="168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049696C-13DA-83DF-A3E0-7B5C29953EC2}"/>
                    </a:ext>
                  </a:extLst>
                </p14:cNvPr>
                <p14:cNvContentPartPr/>
                <p14:nvPr/>
              </p14:nvContentPartPr>
              <p14:xfrm>
                <a:off x="1759075" y="4888100"/>
                <a:ext cx="775440" cy="867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049696C-13DA-83DF-A3E0-7B5C29953EC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752955" y="4881980"/>
                  <a:ext cx="787680" cy="87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5A341BD-D791-AED2-8665-E5438E767F13}"/>
                    </a:ext>
                  </a:extLst>
                </p14:cNvPr>
                <p14:cNvContentPartPr/>
                <p14:nvPr/>
              </p14:nvContentPartPr>
              <p14:xfrm>
                <a:off x="2731795" y="5308220"/>
                <a:ext cx="596160" cy="379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5A341BD-D791-AED2-8665-E5438E767F1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25675" y="5302100"/>
                  <a:ext cx="60840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D48171E-3983-35DA-6B0E-90E3A570FF64}"/>
                    </a:ext>
                  </a:extLst>
                </p14:cNvPr>
                <p14:cNvContentPartPr/>
                <p14:nvPr/>
              </p14:nvContentPartPr>
              <p14:xfrm>
                <a:off x="3595075" y="5563820"/>
                <a:ext cx="303120" cy="285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D48171E-3983-35DA-6B0E-90E3A570FF6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88955" y="5557700"/>
                  <a:ext cx="3153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239319C-068F-98AC-D160-F1C28F89A4D0}"/>
                    </a:ext>
                  </a:extLst>
                </p14:cNvPr>
                <p14:cNvContentPartPr/>
                <p14:nvPr/>
              </p14:nvContentPartPr>
              <p14:xfrm>
                <a:off x="3414355" y="5366900"/>
                <a:ext cx="294480" cy="228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239319C-068F-98AC-D160-F1C28F89A4D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408235" y="5360780"/>
                  <a:ext cx="3067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0ED75BD-D6AE-83DB-D822-77C0206D8AD7}"/>
                    </a:ext>
                  </a:extLst>
                </p14:cNvPr>
                <p14:cNvContentPartPr/>
                <p14:nvPr/>
              </p14:nvContentPartPr>
              <p14:xfrm>
                <a:off x="4130395" y="5547260"/>
                <a:ext cx="300960" cy="474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0ED75BD-D6AE-83DB-D822-77C0206D8AD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24275" y="5541140"/>
                  <a:ext cx="31320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3233B05-798D-33FE-E59F-C71AFFB49506}"/>
                    </a:ext>
                  </a:extLst>
                </p14:cNvPr>
                <p14:cNvContentPartPr/>
                <p14:nvPr/>
              </p14:nvContentPartPr>
              <p14:xfrm>
                <a:off x="4600555" y="5357540"/>
                <a:ext cx="347760" cy="611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3233B05-798D-33FE-E59F-C71AFFB4950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94435" y="5351420"/>
                  <a:ext cx="36000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1A4B8FF-00CA-CE66-AB5B-07D4581B8C97}"/>
                    </a:ext>
                  </a:extLst>
                </p14:cNvPr>
                <p14:cNvContentPartPr/>
                <p14:nvPr/>
              </p14:nvContentPartPr>
              <p14:xfrm>
                <a:off x="5158915" y="5396420"/>
                <a:ext cx="335520" cy="726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1A4B8FF-00CA-CE66-AB5B-07D4581B8C9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152795" y="5390300"/>
                  <a:ext cx="347760" cy="7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64D32CE-0277-742E-B154-DBED386B1767}"/>
                    </a:ext>
                  </a:extLst>
                </p14:cNvPr>
                <p14:cNvContentPartPr/>
                <p14:nvPr/>
              </p14:nvContentPartPr>
              <p14:xfrm>
                <a:off x="5298955" y="5734820"/>
                <a:ext cx="292680" cy="234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64D32CE-0277-742E-B154-DBED386B176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292835" y="5728700"/>
                  <a:ext cx="3049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D772BC4-9309-CA8A-ED65-1C49EE4B8AAE}"/>
                    </a:ext>
                  </a:extLst>
                </p14:cNvPr>
                <p14:cNvContentPartPr/>
                <p14:nvPr/>
              </p14:nvContentPartPr>
              <p14:xfrm>
                <a:off x="5774155" y="5772620"/>
                <a:ext cx="637560" cy="430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D772BC4-9309-CA8A-ED65-1C49EE4B8AA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68035" y="5766500"/>
                  <a:ext cx="6498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7657DB8-4CE3-F091-1075-89061B0ACD05}"/>
                    </a:ext>
                  </a:extLst>
                </p14:cNvPr>
                <p14:cNvContentPartPr/>
                <p14:nvPr/>
              </p14:nvContentPartPr>
              <p14:xfrm>
                <a:off x="6580915" y="5883500"/>
                <a:ext cx="906840" cy="689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7657DB8-4CE3-F091-1075-89061B0ACD0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574795" y="5877380"/>
                  <a:ext cx="91908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9B61CD4-EACC-6A67-5231-5856B335AE59}"/>
                    </a:ext>
                  </a:extLst>
                </p14:cNvPr>
                <p14:cNvContentPartPr/>
                <p14:nvPr/>
              </p14:nvContentPartPr>
              <p14:xfrm>
                <a:off x="7388395" y="6191660"/>
                <a:ext cx="194040" cy="135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9B61CD4-EACC-6A67-5231-5856B335AE5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82275" y="6185540"/>
                  <a:ext cx="2062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83C563F-2FB6-4073-41B1-F572901DD0CE}"/>
                    </a:ext>
                  </a:extLst>
                </p14:cNvPr>
                <p14:cNvContentPartPr/>
                <p14:nvPr/>
              </p14:nvContentPartPr>
              <p14:xfrm>
                <a:off x="7753795" y="5878100"/>
                <a:ext cx="123480" cy="570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83C563F-2FB6-4073-41B1-F572901DD0C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747675" y="5871980"/>
                  <a:ext cx="13572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8A99596-217B-1BD0-F61B-60932E945CEC}"/>
                    </a:ext>
                  </a:extLst>
                </p14:cNvPr>
                <p14:cNvContentPartPr/>
                <p14:nvPr/>
              </p14:nvContentPartPr>
              <p14:xfrm>
                <a:off x="7877995" y="6258980"/>
                <a:ext cx="320040" cy="139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8A99596-217B-1BD0-F61B-60932E945CE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71875" y="6252860"/>
                  <a:ext cx="332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7432815-E204-92D0-C4DE-CECDAC84D8F3}"/>
                    </a:ext>
                  </a:extLst>
                </p14:cNvPr>
                <p14:cNvContentPartPr/>
                <p14:nvPr/>
              </p14:nvContentPartPr>
              <p14:xfrm>
                <a:off x="8455795" y="6367700"/>
                <a:ext cx="14760" cy="2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7432815-E204-92D0-C4DE-CECDAC84D8F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49675" y="6361580"/>
                  <a:ext cx="27000" cy="1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50903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20BE8E88-F90E-F627-D840-0338DA911987}"/>
              </a:ext>
            </a:extLst>
          </p:cNvPr>
          <p:cNvGrpSpPr/>
          <p:nvPr/>
        </p:nvGrpSpPr>
        <p:grpSpPr>
          <a:xfrm>
            <a:off x="803635" y="218540"/>
            <a:ext cx="10823400" cy="2514600"/>
            <a:chOff x="803635" y="218540"/>
            <a:chExt cx="10823400" cy="251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24A45D0-DC41-04A7-4100-A48EAFE399A0}"/>
                    </a:ext>
                  </a:extLst>
                </p14:cNvPr>
                <p14:cNvContentPartPr/>
                <p14:nvPr/>
              </p14:nvContentPartPr>
              <p14:xfrm>
                <a:off x="812275" y="376580"/>
                <a:ext cx="396720" cy="859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24A45D0-DC41-04A7-4100-A48EAFE399A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06155" y="370460"/>
                  <a:ext cx="408960" cy="87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5509432-44A8-117E-472E-D555C272DC56}"/>
                    </a:ext>
                  </a:extLst>
                </p14:cNvPr>
                <p14:cNvContentPartPr/>
                <p14:nvPr/>
              </p14:nvContentPartPr>
              <p14:xfrm>
                <a:off x="803635" y="590780"/>
                <a:ext cx="656280" cy="214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5509432-44A8-117E-472E-D555C272DC5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7515" y="584660"/>
                  <a:ext cx="6685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9F221A9-70B6-A608-5F9C-C5B8F747B3B4}"/>
                    </a:ext>
                  </a:extLst>
                </p14:cNvPr>
                <p14:cNvContentPartPr/>
                <p14:nvPr/>
              </p14:nvContentPartPr>
              <p14:xfrm>
                <a:off x="1400515" y="250580"/>
                <a:ext cx="505800" cy="1075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9F221A9-70B6-A608-5F9C-C5B8F747B3B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94395" y="244460"/>
                  <a:ext cx="518040" cy="10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C3C4A99-6BBE-9344-9137-3AE80FB11E17}"/>
                    </a:ext>
                  </a:extLst>
                </p14:cNvPr>
                <p14:cNvContentPartPr/>
                <p14:nvPr/>
              </p14:nvContentPartPr>
              <p14:xfrm>
                <a:off x="2277475" y="374060"/>
                <a:ext cx="125640" cy="597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C3C4A99-6BBE-9344-9137-3AE80FB11E1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71355" y="367940"/>
                  <a:ext cx="13788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1076D9B-6C13-5CCB-802F-380AC30AA635}"/>
                    </a:ext>
                  </a:extLst>
                </p14:cNvPr>
                <p14:cNvContentPartPr/>
                <p14:nvPr/>
              </p14:nvContentPartPr>
              <p14:xfrm>
                <a:off x="2213395" y="653420"/>
                <a:ext cx="479160" cy="238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1076D9B-6C13-5CCB-802F-380AC30AA63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07275" y="647300"/>
                  <a:ext cx="4914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A21DAD3-9CE9-3093-8214-75E5F9783394}"/>
                    </a:ext>
                  </a:extLst>
                </p14:cNvPr>
                <p14:cNvContentPartPr/>
                <p14:nvPr/>
              </p14:nvContentPartPr>
              <p14:xfrm>
                <a:off x="2751235" y="524900"/>
                <a:ext cx="363240" cy="363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A21DAD3-9CE9-3093-8214-75E5F978339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45115" y="518780"/>
                  <a:ext cx="3754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9CD8EAC-BF0E-3484-FAC3-D18E91856CD7}"/>
                    </a:ext>
                  </a:extLst>
                </p14:cNvPr>
                <p14:cNvContentPartPr/>
                <p14:nvPr/>
              </p14:nvContentPartPr>
              <p14:xfrm>
                <a:off x="3677155" y="468020"/>
                <a:ext cx="49680" cy="393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9CD8EAC-BF0E-3484-FAC3-D18E91856CD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71035" y="461900"/>
                  <a:ext cx="619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81FC27B-EFE3-F1F8-3DFD-C769B510BD18}"/>
                    </a:ext>
                  </a:extLst>
                </p14:cNvPr>
                <p14:cNvContentPartPr/>
                <p14:nvPr/>
              </p14:nvContentPartPr>
              <p14:xfrm>
                <a:off x="3684355" y="218540"/>
                <a:ext cx="65520" cy="40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81FC27B-EFE3-F1F8-3DFD-C769B510BD1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78235" y="212420"/>
                  <a:ext cx="777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1BC60CA-5906-5FCE-E3FE-B9C5694B0021}"/>
                    </a:ext>
                  </a:extLst>
                </p14:cNvPr>
                <p14:cNvContentPartPr/>
                <p14:nvPr/>
              </p14:nvContentPartPr>
              <p14:xfrm>
                <a:off x="3818995" y="492860"/>
                <a:ext cx="556560" cy="407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1BC60CA-5906-5FCE-E3FE-B9C5694B00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12875" y="486740"/>
                  <a:ext cx="56880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A187B40-9809-8F0A-04F7-8747735F5765}"/>
                    </a:ext>
                  </a:extLst>
                </p14:cNvPr>
                <p14:cNvContentPartPr/>
                <p14:nvPr/>
              </p14:nvContentPartPr>
              <p14:xfrm>
                <a:off x="5039755" y="365060"/>
                <a:ext cx="19800" cy="7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A187B40-9809-8F0A-04F7-8747735F576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33635" y="358940"/>
                  <a:ext cx="32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1EB0E1E-3921-B288-654E-AD1EC747D6B6}"/>
                    </a:ext>
                  </a:extLst>
                </p14:cNvPr>
                <p14:cNvContentPartPr/>
                <p14:nvPr/>
              </p14:nvContentPartPr>
              <p14:xfrm>
                <a:off x="4937515" y="256700"/>
                <a:ext cx="77400" cy="525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1EB0E1E-3921-B288-654E-AD1EC747D6B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931395" y="250580"/>
                  <a:ext cx="8964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8CDEEF8-5615-FE21-686D-906D0CD842DD}"/>
                    </a:ext>
                  </a:extLst>
                </p14:cNvPr>
                <p14:cNvContentPartPr/>
                <p14:nvPr/>
              </p14:nvContentPartPr>
              <p14:xfrm>
                <a:off x="4706755" y="250220"/>
                <a:ext cx="1767960" cy="585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8CDEEF8-5615-FE21-686D-906D0CD842D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00635" y="244100"/>
                  <a:ext cx="178020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6CAC943-AE94-6F9E-A5B8-70BBC3D857E6}"/>
                    </a:ext>
                  </a:extLst>
                </p14:cNvPr>
                <p14:cNvContentPartPr/>
                <p14:nvPr/>
              </p14:nvContentPartPr>
              <p14:xfrm>
                <a:off x="6563635" y="441020"/>
                <a:ext cx="95760" cy="49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6CAC943-AE94-6F9E-A5B8-70BBC3D857E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57515" y="434900"/>
                  <a:ext cx="108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28FCED0-EA0D-C1E9-CEE3-D7F5AE353686}"/>
                    </a:ext>
                  </a:extLst>
                </p14:cNvPr>
                <p14:cNvContentPartPr/>
                <p14:nvPr/>
              </p14:nvContentPartPr>
              <p14:xfrm>
                <a:off x="6692875" y="565940"/>
                <a:ext cx="932400" cy="900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28FCED0-EA0D-C1E9-CEE3-D7F5AE35368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86755" y="559820"/>
                  <a:ext cx="944640" cy="9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3B07212-BCAE-B705-7B9A-EE112F3D1FE8}"/>
                    </a:ext>
                  </a:extLst>
                </p14:cNvPr>
                <p14:cNvContentPartPr/>
                <p14:nvPr/>
              </p14:nvContentPartPr>
              <p14:xfrm>
                <a:off x="8048275" y="420500"/>
                <a:ext cx="557280" cy="830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3B07212-BCAE-B705-7B9A-EE112F3D1F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042155" y="414380"/>
                  <a:ext cx="569520" cy="84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6146FB3-D0A2-653A-7C37-0EBE27829CC1}"/>
                    </a:ext>
                  </a:extLst>
                </p14:cNvPr>
                <p14:cNvContentPartPr/>
                <p14:nvPr/>
              </p14:nvContentPartPr>
              <p14:xfrm>
                <a:off x="8033515" y="803540"/>
                <a:ext cx="1600560" cy="280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6146FB3-D0A2-653A-7C37-0EBE27829C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27395" y="797420"/>
                  <a:ext cx="16128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A9F500C-81C5-D38E-2C16-91FBC67BBFCA}"/>
                    </a:ext>
                  </a:extLst>
                </p14:cNvPr>
                <p14:cNvContentPartPr/>
                <p14:nvPr/>
              </p14:nvContentPartPr>
              <p14:xfrm>
                <a:off x="9874555" y="700580"/>
                <a:ext cx="482040" cy="360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A9F500C-81C5-D38E-2C16-91FBC67BBFC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868435" y="694460"/>
                  <a:ext cx="4942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387F87C-F6A5-C4D4-17E6-A4AC7573B7F6}"/>
                    </a:ext>
                  </a:extLst>
                </p14:cNvPr>
                <p14:cNvContentPartPr/>
                <p14:nvPr/>
              </p14:nvContentPartPr>
              <p14:xfrm>
                <a:off x="10463155" y="387020"/>
                <a:ext cx="1163880" cy="639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387F87C-F6A5-C4D4-17E6-A4AC7573B7F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457035" y="380900"/>
                  <a:ext cx="117612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E19CC75-69EA-A6BD-2283-DE15B3CE2523}"/>
                    </a:ext>
                  </a:extLst>
                </p14:cNvPr>
                <p14:cNvContentPartPr/>
                <p14:nvPr/>
              </p14:nvContentPartPr>
              <p14:xfrm>
                <a:off x="11535235" y="1157420"/>
                <a:ext cx="81000" cy="152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E19CC75-69EA-A6BD-2283-DE15B3CE252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529115" y="1151300"/>
                  <a:ext cx="93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EAEB2D7-4B8F-93C7-51C9-62523876C9A5}"/>
                    </a:ext>
                  </a:extLst>
                </p14:cNvPr>
                <p14:cNvContentPartPr/>
                <p14:nvPr/>
              </p14:nvContentPartPr>
              <p14:xfrm>
                <a:off x="1079395" y="1910540"/>
                <a:ext cx="85320" cy="633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EAEB2D7-4B8F-93C7-51C9-62523876C9A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73275" y="1904420"/>
                  <a:ext cx="9756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AF5482F-5A4A-0642-7581-64A6B77C55B9}"/>
                    </a:ext>
                  </a:extLst>
                </p14:cNvPr>
                <p14:cNvContentPartPr/>
                <p14:nvPr/>
              </p14:nvContentPartPr>
              <p14:xfrm>
                <a:off x="1070035" y="1591940"/>
                <a:ext cx="677520" cy="457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AF5482F-5A4A-0642-7581-64A6B77C55B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63915" y="1585820"/>
                  <a:ext cx="68976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FF0EA01-4CFF-3D86-CB0B-40F209390F85}"/>
                    </a:ext>
                  </a:extLst>
                </p14:cNvPr>
                <p14:cNvContentPartPr/>
                <p14:nvPr/>
              </p14:nvContentPartPr>
              <p14:xfrm>
                <a:off x="1575115" y="1771580"/>
                <a:ext cx="869400" cy="961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FF0EA01-4CFF-3D86-CB0B-40F209390F8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68995" y="1765460"/>
                  <a:ext cx="881640" cy="9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7762199-F603-8E42-6EFF-F30718189412}"/>
                    </a:ext>
                  </a:extLst>
                </p14:cNvPr>
                <p14:cNvContentPartPr/>
                <p14:nvPr/>
              </p14:nvContentPartPr>
              <p14:xfrm>
                <a:off x="2351995" y="1820540"/>
                <a:ext cx="912600" cy="475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7762199-F603-8E42-6EFF-F3071818941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45875" y="1814420"/>
                  <a:ext cx="92484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98B0BD0-751B-EE9C-DC3E-865EBEB1AE57}"/>
                    </a:ext>
                  </a:extLst>
                </p14:cNvPr>
                <p14:cNvContentPartPr/>
                <p14:nvPr/>
              </p14:nvContentPartPr>
              <p14:xfrm>
                <a:off x="3328675" y="2091980"/>
                <a:ext cx="513000" cy="343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98B0BD0-751B-EE9C-DC3E-865EBEB1AE5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22555" y="2085860"/>
                  <a:ext cx="5252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6CA3E60-912D-C411-6D58-7E58C8EFA1D9}"/>
                    </a:ext>
                  </a:extLst>
                </p14:cNvPr>
                <p14:cNvContentPartPr/>
                <p14:nvPr/>
              </p14:nvContentPartPr>
              <p14:xfrm>
                <a:off x="5408755" y="1386380"/>
                <a:ext cx="619920" cy="799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6CA3E60-912D-C411-6D58-7E58C8EFA1D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02635" y="1380260"/>
                  <a:ext cx="632160" cy="81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0DD5430-23C3-3920-FFF4-B7A17C5A1D96}"/>
                    </a:ext>
                  </a:extLst>
                </p14:cNvPr>
                <p14:cNvContentPartPr/>
                <p14:nvPr/>
              </p14:nvContentPartPr>
              <p14:xfrm>
                <a:off x="5674075" y="1526420"/>
                <a:ext cx="49680" cy="884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0DD5430-23C3-3920-FFF4-B7A17C5A1D9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67955" y="1520300"/>
                  <a:ext cx="61920" cy="89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B84A366-2B80-A515-01AB-33D63F6C4A2F}"/>
                    </a:ext>
                  </a:extLst>
                </p14:cNvPr>
                <p14:cNvContentPartPr/>
                <p14:nvPr/>
              </p14:nvContentPartPr>
              <p14:xfrm>
                <a:off x="6867835" y="1664300"/>
                <a:ext cx="962640" cy="708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B84A366-2B80-A515-01AB-33D63F6C4A2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861715" y="1658180"/>
                  <a:ext cx="974880" cy="7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C0FD978-8CFE-436B-0B9E-9D751A9BFC7D}"/>
                    </a:ext>
                  </a:extLst>
                </p14:cNvPr>
                <p14:cNvContentPartPr/>
                <p14:nvPr/>
              </p14:nvContentPartPr>
              <p14:xfrm>
                <a:off x="7651555" y="1565300"/>
                <a:ext cx="537840" cy="873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C0FD978-8CFE-436B-0B9E-9D751A9BFC7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45435" y="1559180"/>
                  <a:ext cx="550080" cy="8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44F676F-9E62-31F0-E138-F7E995A961B8}"/>
                    </a:ext>
                  </a:extLst>
                </p14:cNvPr>
                <p14:cNvContentPartPr/>
                <p14:nvPr/>
              </p14:nvContentPartPr>
              <p14:xfrm>
                <a:off x="9192355" y="1415900"/>
                <a:ext cx="928080" cy="714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44F676F-9E62-31F0-E138-F7E995A961B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86235" y="1409780"/>
                  <a:ext cx="94032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E72D220-F7BA-5738-1A52-BC9D7D2847D5}"/>
                    </a:ext>
                  </a:extLst>
                </p14:cNvPr>
                <p14:cNvContentPartPr/>
                <p14:nvPr/>
              </p14:nvContentPartPr>
              <p14:xfrm>
                <a:off x="10298275" y="1325180"/>
                <a:ext cx="875520" cy="751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E72D220-F7BA-5738-1A52-BC9D7D2847D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92155" y="1319060"/>
                  <a:ext cx="88776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EC07B6C-AF2E-1299-FA4A-66EB10250BA4}"/>
                    </a:ext>
                  </a:extLst>
                </p14:cNvPr>
                <p14:cNvContentPartPr/>
                <p14:nvPr/>
              </p14:nvContentPartPr>
              <p14:xfrm>
                <a:off x="11325355" y="1984340"/>
                <a:ext cx="69120" cy="47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EC07B6C-AF2E-1299-FA4A-66EB10250BA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319235" y="1978220"/>
                  <a:ext cx="8136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9BC5E3D-874D-F341-BA90-DE9B75442A24}"/>
              </a:ext>
            </a:extLst>
          </p:cNvPr>
          <p:cNvGrpSpPr/>
          <p:nvPr/>
        </p:nvGrpSpPr>
        <p:grpSpPr>
          <a:xfrm>
            <a:off x="1126195" y="2863820"/>
            <a:ext cx="10132200" cy="3047760"/>
            <a:chOff x="1126195" y="2863820"/>
            <a:chExt cx="10132200" cy="30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89FB0E6-352F-6FB7-C95C-5D3936E95CA2}"/>
                    </a:ext>
                  </a:extLst>
                </p14:cNvPr>
                <p14:cNvContentPartPr/>
                <p14:nvPr/>
              </p14:nvContentPartPr>
              <p14:xfrm>
                <a:off x="1126195" y="3326780"/>
                <a:ext cx="656280" cy="578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89FB0E6-352F-6FB7-C95C-5D3936E95CA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0075" y="3320660"/>
                  <a:ext cx="66852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5CE1091-3B96-D17C-C765-8C0B8FE2DEA0}"/>
                    </a:ext>
                  </a:extLst>
                </p14:cNvPr>
                <p14:cNvContentPartPr/>
                <p14:nvPr/>
              </p14:nvContentPartPr>
              <p14:xfrm>
                <a:off x="1962115" y="3396980"/>
                <a:ext cx="61920" cy="389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5CE1091-3B96-D17C-C765-8C0B8FE2DEA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955995" y="3390860"/>
                  <a:ext cx="741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7390573-85FB-81CD-626A-C4BCE542911C}"/>
                    </a:ext>
                  </a:extLst>
                </p14:cNvPr>
                <p14:cNvContentPartPr/>
                <p14:nvPr/>
              </p14:nvContentPartPr>
              <p14:xfrm>
                <a:off x="2008195" y="3126980"/>
                <a:ext cx="100440" cy="59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7390573-85FB-81CD-626A-C4BCE54291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02075" y="3120860"/>
                  <a:ext cx="1126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45BC2B9-59CC-E478-D88B-DCA91DDED66E}"/>
                    </a:ext>
                  </a:extLst>
                </p14:cNvPr>
                <p14:cNvContentPartPr/>
                <p14:nvPr/>
              </p14:nvContentPartPr>
              <p14:xfrm>
                <a:off x="2232115" y="3335060"/>
                <a:ext cx="375120" cy="514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45BC2B9-59CC-E478-D88B-DCA91DDED66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225995" y="3328940"/>
                  <a:ext cx="38736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8CEC624-E796-CF09-3F34-1F9FC2C93181}"/>
                    </a:ext>
                  </a:extLst>
                </p14:cNvPr>
                <p14:cNvContentPartPr/>
                <p14:nvPr/>
              </p14:nvContentPartPr>
              <p14:xfrm>
                <a:off x="2895955" y="3015740"/>
                <a:ext cx="912600" cy="668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8CEC624-E796-CF09-3F34-1F9FC2C9318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89835" y="3009620"/>
                  <a:ext cx="924840" cy="6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5F3DA1E-FA59-D224-A967-E3E72506DD9F}"/>
                    </a:ext>
                  </a:extLst>
                </p14:cNvPr>
                <p14:cNvContentPartPr/>
                <p14:nvPr/>
              </p14:nvContentPartPr>
              <p14:xfrm>
                <a:off x="4013395" y="3436220"/>
                <a:ext cx="227160" cy="153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5F3DA1E-FA59-D224-A967-E3E72506DD9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07275" y="3430100"/>
                  <a:ext cx="239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B7F5FF7-BD89-918D-B40B-C41D62F96602}"/>
                    </a:ext>
                  </a:extLst>
                </p14:cNvPr>
                <p14:cNvContentPartPr/>
                <p14:nvPr/>
              </p14:nvContentPartPr>
              <p14:xfrm>
                <a:off x="4443955" y="3259460"/>
                <a:ext cx="233640" cy="496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B7F5FF7-BD89-918D-B40B-C41D62F9660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37835" y="3253340"/>
                  <a:ext cx="24588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FD73886-729B-9C23-82D3-7AF7469F79F3}"/>
                    </a:ext>
                  </a:extLst>
                </p14:cNvPr>
                <p14:cNvContentPartPr/>
                <p14:nvPr/>
              </p14:nvContentPartPr>
              <p14:xfrm>
                <a:off x="1192795" y="4026620"/>
                <a:ext cx="1811520" cy="266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FD73886-729B-9C23-82D3-7AF7469F79F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86675" y="4020500"/>
                  <a:ext cx="18237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685C512-2BBF-500E-E1CD-A79A09AF9425}"/>
                    </a:ext>
                  </a:extLst>
                </p14:cNvPr>
                <p14:cNvContentPartPr/>
                <p14:nvPr/>
              </p14:nvContentPartPr>
              <p14:xfrm>
                <a:off x="5255035" y="3505340"/>
                <a:ext cx="823320" cy="117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685C512-2BBF-500E-E1CD-A79A09AF942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248915" y="3499220"/>
                  <a:ext cx="835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B607CB7-D37A-A343-A7C2-723F680024B4}"/>
                    </a:ext>
                  </a:extLst>
                </p14:cNvPr>
                <p14:cNvContentPartPr/>
                <p14:nvPr/>
              </p14:nvContentPartPr>
              <p14:xfrm>
                <a:off x="5661115" y="3203660"/>
                <a:ext cx="149400" cy="664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B607CB7-D37A-A343-A7C2-723F680024B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654995" y="3197540"/>
                  <a:ext cx="16164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D4AEA6B-23F1-2AC6-70E3-74FE117D5996}"/>
                    </a:ext>
                  </a:extLst>
                </p14:cNvPr>
                <p14:cNvContentPartPr/>
                <p14:nvPr/>
              </p14:nvContentPartPr>
              <p14:xfrm>
                <a:off x="6495595" y="3088100"/>
                <a:ext cx="640080" cy="620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D4AEA6B-23F1-2AC6-70E3-74FE117D599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89475" y="3081980"/>
                  <a:ext cx="65232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39F3316-5FF9-8844-2354-1D044108BCB9}"/>
                    </a:ext>
                  </a:extLst>
                </p14:cNvPr>
                <p14:cNvContentPartPr/>
                <p14:nvPr/>
              </p14:nvContentPartPr>
              <p14:xfrm>
                <a:off x="8000395" y="3561140"/>
                <a:ext cx="695520" cy="80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39F3316-5FF9-8844-2354-1D044108BCB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94275" y="3555020"/>
                  <a:ext cx="7077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571F75A-21AE-6405-D2F7-98DF59A20BDF}"/>
                    </a:ext>
                  </a:extLst>
                </p14:cNvPr>
                <p14:cNvContentPartPr/>
                <p14:nvPr/>
              </p14:nvContentPartPr>
              <p14:xfrm>
                <a:off x="8459395" y="3173780"/>
                <a:ext cx="360720" cy="659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571F75A-21AE-6405-D2F7-98DF59A20BD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53275" y="3167660"/>
                  <a:ext cx="372960" cy="67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97E3794-02DB-F986-00C9-2C56CBF6D525}"/>
                    </a:ext>
                  </a:extLst>
                </p14:cNvPr>
                <p14:cNvContentPartPr/>
                <p14:nvPr/>
              </p14:nvContentPartPr>
              <p14:xfrm>
                <a:off x="9238435" y="3139220"/>
                <a:ext cx="56880" cy="903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97E3794-02DB-F986-00C9-2C56CBF6D52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232315" y="3133100"/>
                  <a:ext cx="69120" cy="9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E8E199E-D5C4-F0E7-C9A0-CCBCA0B12EF5}"/>
                    </a:ext>
                  </a:extLst>
                </p14:cNvPr>
                <p14:cNvContentPartPr/>
                <p14:nvPr/>
              </p14:nvContentPartPr>
              <p14:xfrm>
                <a:off x="8782315" y="2863820"/>
                <a:ext cx="2476080" cy="1465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E8E199E-D5C4-F0E7-C9A0-CCBCA0B12EF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776195" y="2857700"/>
                  <a:ext cx="2488320" cy="14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41D1722-5BDE-24F1-6716-F954B6BA9DB8}"/>
                    </a:ext>
                  </a:extLst>
                </p14:cNvPr>
                <p14:cNvContentPartPr/>
                <p14:nvPr/>
              </p14:nvContentPartPr>
              <p14:xfrm>
                <a:off x="9680875" y="3011060"/>
                <a:ext cx="469440" cy="350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41D1722-5BDE-24F1-6716-F954B6BA9DB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74755" y="3004940"/>
                  <a:ext cx="48168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3414F56-9036-A18A-E83C-CF2F99CA09DC}"/>
                    </a:ext>
                  </a:extLst>
                </p14:cNvPr>
                <p14:cNvContentPartPr/>
                <p14:nvPr/>
              </p14:nvContentPartPr>
              <p14:xfrm>
                <a:off x="10218715" y="3022580"/>
                <a:ext cx="166320" cy="255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3414F56-9036-A18A-E83C-CF2F99CA09D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212595" y="3016460"/>
                  <a:ext cx="1785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30215DC-1EBA-1481-B3EB-6E96B97346E4}"/>
                    </a:ext>
                  </a:extLst>
                </p14:cNvPr>
                <p14:cNvContentPartPr/>
                <p14:nvPr/>
              </p14:nvContentPartPr>
              <p14:xfrm>
                <a:off x="10463515" y="3121940"/>
                <a:ext cx="328320" cy="264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30215DC-1EBA-1481-B3EB-6E96B97346E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457395" y="3115820"/>
                  <a:ext cx="3405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CF7473C-6668-2B9B-E853-05FC502B4BEE}"/>
                    </a:ext>
                  </a:extLst>
                </p14:cNvPr>
                <p14:cNvContentPartPr/>
                <p14:nvPr/>
              </p14:nvContentPartPr>
              <p14:xfrm>
                <a:off x="9544435" y="3603620"/>
                <a:ext cx="998640" cy="113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CF7473C-6668-2B9B-E853-05FC502B4BE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538315" y="3597500"/>
                  <a:ext cx="1010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8D0B4D6-389B-F28A-6DF3-73B8CFDCE37A}"/>
                    </a:ext>
                  </a:extLst>
                </p14:cNvPr>
                <p14:cNvContentPartPr/>
                <p14:nvPr/>
              </p14:nvContentPartPr>
              <p14:xfrm>
                <a:off x="9517075" y="3759140"/>
                <a:ext cx="99000" cy="388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8D0B4D6-389B-F28A-6DF3-73B8CFDCE37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510955" y="3753020"/>
                  <a:ext cx="1112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2681D00-91DB-005C-C4DD-1A9AA9BA644B}"/>
                    </a:ext>
                  </a:extLst>
                </p14:cNvPr>
                <p14:cNvContentPartPr/>
                <p14:nvPr/>
              </p14:nvContentPartPr>
              <p14:xfrm>
                <a:off x="9373075" y="3640700"/>
                <a:ext cx="1096560" cy="559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2681D00-91DB-005C-C4DD-1A9AA9BA644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366955" y="3634580"/>
                  <a:ext cx="110880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775D26B-C87A-4315-0F83-19F6C04D8350}"/>
                    </a:ext>
                  </a:extLst>
                </p14:cNvPr>
                <p14:cNvContentPartPr/>
                <p14:nvPr/>
              </p14:nvContentPartPr>
              <p14:xfrm>
                <a:off x="9613555" y="3801980"/>
                <a:ext cx="318600" cy="230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775D26B-C87A-4315-0F83-19F6C04D835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07435" y="3795860"/>
                  <a:ext cx="3308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0F5D641-1A2B-FB36-693D-E97AB8F81AC9}"/>
                    </a:ext>
                  </a:extLst>
                </p14:cNvPr>
                <p14:cNvContentPartPr/>
                <p14:nvPr/>
              </p14:nvContentPartPr>
              <p14:xfrm>
                <a:off x="9956995" y="3829340"/>
                <a:ext cx="315000" cy="151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0F5D641-1A2B-FB36-693D-E97AB8F81AC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950875" y="3823220"/>
                  <a:ext cx="3272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7399597-EE0F-7C6C-FD6C-B9FE520E107D}"/>
                    </a:ext>
                  </a:extLst>
                </p14:cNvPr>
                <p14:cNvContentPartPr/>
                <p14:nvPr/>
              </p14:nvContentPartPr>
              <p14:xfrm>
                <a:off x="10345075" y="3754820"/>
                <a:ext cx="76320" cy="353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7399597-EE0F-7C6C-FD6C-B9FE520E107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338955" y="3748700"/>
                  <a:ext cx="8856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2CE6B50-B1A4-6920-D5DA-7F47F3394BAA}"/>
                    </a:ext>
                  </a:extLst>
                </p14:cNvPr>
                <p14:cNvContentPartPr/>
                <p14:nvPr/>
              </p14:nvContentPartPr>
              <p14:xfrm>
                <a:off x="1322035" y="4512620"/>
                <a:ext cx="148680" cy="1397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2CE6B50-B1A4-6920-D5DA-7F47F3394BA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15915" y="4506500"/>
                  <a:ext cx="160920" cy="14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FEA2CD8-D8CF-09E5-3930-EC571FEA4218}"/>
                    </a:ext>
                  </a:extLst>
                </p14:cNvPr>
                <p14:cNvContentPartPr/>
                <p14:nvPr/>
              </p14:nvContentPartPr>
              <p14:xfrm>
                <a:off x="1280995" y="4296620"/>
                <a:ext cx="1792440" cy="1614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FEA2CD8-D8CF-09E5-3930-EC571FEA421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274875" y="4290500"/>
                  <a:ext cx="1804680" cy="162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14C8A60-A869-389A-C9EF-CC30F434EACA}"/>
                    </a:ext>
                  </a:extLst>
                </p14:cNvPr>
                <p14:cNvContentPartPr/>
                <p14:nvPr/>
              </p14:nvContentPartPr>
              <p14:xfrm>
                <a:off x="2745115" y="4722500"/>
                <a:ext cx="1020600" cy="291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14C8A60-A869-389A-C9EF-CC30F434EAC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738995" y="4716380"/>
                  <a:ext cx="10328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769096B-5283-20E5-F126-37F24F6056F4}"/>
                    </a:ext>
                  </a:extLst>
                </p14:cNvPr>
                <p14:cNvContentPartPr/>
                <p14:nvPr/>
              </p14:nvContentPartPr>
              <p14:xfrm>
                <a:off x="4094395" y="4425140"/>
                <a:ext cx="889200" cy="205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769096B-5283-20E5-F126-37F24F6056F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088275" y="4419020"/>
                  <a:ext cx="9014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9476934-B29C-E5F4-5B7B-2E53F0B0B81D}"/>
                    </a:ext>
                  </a:extLst>
                </p14:cNvPr>
                <p14:cNvContentPartPr/>
                <p14:nvPr/>
              </p14:nvContentPartPr>
              <p14:xfrm>
                <a:off x="4506595" y="4546100"/>
                <a:ext cx="57600" cy="330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9476934-B29C-E5F4-5B7B-2E53F0B0B81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500475" y="4539980"/>
                  <a:ext cx="698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5C61E5F-8A93-208F-BF41-1F07C21F9B5F}"/>
                    </a:ext>
                  </a:extLst>
                </p14:cNvPr>
                <p14:cNvContentPartPr/>
                <p14:nvPr/>
              </p14:nvContentPartPr>
              <p14:xfrm>
                <a:off x="4819075" y="4674260"/>
                <a:ext cx="203400" cy="151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5C61E5F-8A93-208F-BF41-1F07C21F9B5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812955" y="4668140"/>
                  <a:ext cx="2156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105889B-B715-213E-0503-2493E23E903F}"/>
                    </a:ext>
                  </a:extLst>
                </p14:cNvPr>
                <p14:cNvContentPartPr/>
                <p14:nvPr/>
              </p14:nvContentPartPr>
              <p14:xfrm>
                <a:off x="4786315" y="4551860"/>
                <a:ext cx="677160" cy="409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105889B-B715-213E-0503-2493E23E903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780195" y="4545740"/>
                  <a:ext cx="68940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D23479D-EDA0-1899-6B64-6EAF6F22AA5A}"/>
                    </a:ext>
                  </a:extLst>
                </p14:cNvPr>
                <p14:cNvContentPartPr/>
                <p14:nvPr/>
              </p14:nvContentPartPr>
              <p14:xfrm>
                <a:off x="5282755" y="4555100"/>
                <a:ext cx="416880" cy="310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D23479D-EDA0-1899-6B64-6EAF6F22AA5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276635" y="4548980"/>
                  <a:ext cx="4291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F102487-008E-4E1A-4F4E-76E3EB67323C}"/>
                    </a:ext>
                  </a:extLst>
                </p14:cNvPr>
                <p14:cNvContentPartPr/>
                <p14:nvPr/>
              </p14:nvContentPartPr>
              <p14:xfrm>
                <a:off x="5693155" y="4656620"/>
                <a:ext cx="596160" cy="143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F102487-008E-4E1A-4F4E-76E3EB67323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687035" y="4650500"/>
                  <a:ext cx="6084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7332A88-4C41-583D-3E38-ACCF7E90C2D1}"/>
                    </a:ext>
                  </a:extLst>
                </p14:cNvPr>
                <p14:cNvContentPartPr/>
                <p14:nvPr/>
              </p14:nvContentPartPr>
              <p14:xfrm>
                <a:off x="6359875" y="4475900"/>
                <a:ext cx="32760" cy="86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7332A88-4C41-583D-3E38-ACCF7E90C2D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53755" y="4469780"/>
                  <a:ext cx="45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DE19B69-5886-E52B-620F-8C850D7D2236}"/>
                    </a:ext>
                  </a:extLst>
                </p14:cNvPr>
                <p14:cNvContentPartPr/>
                <p14:nvPr/>
              </p14:nvContentPartPr>
              <p14:xfrm>
                <a:off x="6404515" y="4417220"/>
                <a:ext cx="759240" cy="525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DE19B69-5886-E52B-620F-8C850D7D223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398395" y="4411100"/>
                  <a:ext cx="77148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BC20687-3FF9-C6C2-8C2C-EAA4478E4C4D}"/>
                    </a:ext>
                  </a:extLst>
                </p14:cNvPr>
                <p14:cNvContentPartPr/>
                <p14:nvPr/>
              </p14:nvContentPartPr>
              <p14:xfrm>
                <a:off x="7218475" y="4360340"/>
                <a:ext cx="617040" cy="1182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BC20687-3FF9-C6C2-8C2C-EAA4478E4C4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212355" y="4354220"/>
                  <a:ext cx="629280" cy="11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8EDC390-7C79-8CAF-AC92-5A355CAE241F}"/>
                    </a:ext>
                  </a:extLst>
                </p14:cNvPr>
                <p14:cNvContentPartPr/>
                <p14:nvPr/>
              </p14:nvContentPartPr>
              <p14:xfrm>
                <a:off x="7916875" y="4516940"/>
                <a:ext cx="562680" cy="430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8EDC390-7C79-8CAF-AC92-5A355CAE241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910755" y="4510820"/>
                  <a:ext cx="57492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83AD1DC-8626-24FF-6F9D-78030EBFD157}"/>
                    </a:ext>
                  </a:extLst>
                </p14:cNvPr>
                <p14:cNvContentPartPr/>
                <p14:nvPr/>
              </p14:nvContentPartPr>
              <p14:xfrm>
                <a:off x="8361475" y="4609820"/>
                <a:ext cx="406080" cy="339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83AD1DC-8626-24FF-6F9D-78030EBFD15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355355" y="4603700"/>
                  <a:ext cx="41832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F54914F-6804-F590-5120-0C4EAE7BD341}"/>
                    </a:ext>
                  </a:extLst>
                </p14:cNvPr>
                <p14:cNvContentPartPr/>
                <p14:nvPr/>
              </p14:nvContentPartPr>
              <p14:xfrm>
                <a:off x="8830555" y="4654820"/>
                <a:ext cx="675720" cy="263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F54914F-6804-F590-5120-0C4EAE7BD34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24435" y="4648700"/>
                  <a:ext cx="6879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A91635E-D9E8-652F-0605-30A1EC3A983F}"/>
                    </a:ext>
                  </a:extLst>
                </p14:cNvPr>
                <p14:cNvContentPartPr/>
                <p14:nvPr/>
              </p14:nvContentPartPr>
              <p14:xfrm>
                <a:off x="9580795" y="4558340"/>
                <a:ext cx="1469160" cy="642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A91635E-D9E8-652F-0605-30A1EC3A983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574675" y="4552220"/>
                  <a:ext cx="148140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37A8A29-24B9-12C0-D4B9-F8796AD23743}"/>
                    </a:ext>
                  </a:extLst>
                </p14:cNvPr>
                <p14:cNvContentPartPr/>
                <p14:nvPr/>
              </p14:nvContentPartPr>
              <p14:xfrm>
                <a:off x="8436715" y="5373380"/>
                <a:ext cx="202320" cy="450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37A8A29-24B9-12C0-D4B9-F8796AD2374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30595" y="5367260"/>
                  <a:ext cx="21456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D38B4BD-5659-35DC-26B5-3E437AA5E7F1}"/>
                    </a:ext>
                  </a:extLst>
                </p14:cNvPr>
                <p14:cNvContentPartPr/>
                <p14:nvPr/>
              </p14:nvContentPartPr>
              <p14:xfrm>
                <a:off x="8613835" y="5153780"/>
                <a:ext cx="279360" cy="326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D38B4BD-5659-35DC-26B5-3E437AA5E7F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607715" y="5147660"/>
                  <a:ext cx="2916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0F7B6F5-4909-5CB8-FF2F-194274B62AE1}"/>
                    </a:ext>
                  </a:extLst>
                </p14:cNvPr>
                <p14:cNvContentPartPr/>
                <p14:nvPr/>
              </p14:nvContentPartPr>
              <p14:xfrm>
                <a:off x="8992195" y="5475260"/>
                <a:ext cx="573480" cy="260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0F7B6F5-4909-5CB8-FF2F-194274B62AE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986075" y="5469140"/>
                  <a:ext cx="5857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26E5A35-0E3D-2B13-DCEC-EB1A3545D1E1}"/>
                    </a:ext>
                  </a:extLst>
                </p14:cNvPr>
                <p14:cNvContentPartPr/>
                <p14:nvPr/>
              </p14:nvContentPartPr>
              <p14:xfrm>
                <a:off x="9654235" y="5465540"/>
                <a:ext cx="698040" cy="249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26E5A35-0E3D-2B13-DCEC-EB1A3545D1E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648115" y="5459420"/>
                  <a:ext cx="7102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93D819D-433B-7439-AC86-E5AECEAB59F6}"/>
                    </a:ext>
                  </a:extLst>
                </p14:cNvPr>
                <p14:cNvContentPartPr/>
                <p14:nvPr/>
              </p14:nvContentPartPr>
              <p14:xfrm>
                <a:off x="10350115" y="5522420"/>
                <a:ext cx="145440" cy="162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93D819D-433B-7439-AC86-E5AECEAB59F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343995" y="5516300"/>
                  <a:ext cx="1576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FEB01AA-F060-0DA7-0368-539CAD5B8694}"/>
                    </a:ext>
                  </a:extLst>
                </p14:cNvPr>
                <p14:cNvContentPartPr/>
                <p14:nvPr/>
              </p14:nvContentPartPr>
              <p14:xfrm>
                <a:off x="10760155" y="5401820"/>
                <a:ext cx="65520" cy="304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FEB01AA-F060-0DA7-0368-539CAD5B869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754035" y="5395700"/>
                  <a:ext cx="777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629F1F1-2573-B164-3E7B-275F5B9130BE}"/>
                    </a:ext>
                  </a:extLst>
                </p14:cNvPr>
                <p14:cNvContentPartPr/>
                <p14:nvPr/>
              </p14:nvContentPartPr>
              <p14:xfrm>
                <a:off x="10595995" y="5474540"/>
                <a:ext cx="587520" cy="75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629F1F1-2573-B164-3E7B-275F5B9130B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589875" y="5468420"/>
                  <a:ext cx="599760" cy="88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710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9D3ACE20-48EB-858C-A7EE-A44FDE8D1B5A}"/>
              </a:ext>
            </a:extLst>
          </p:cNvPr>
          <p:cNvGrpSpPr/>
          <p:nvPr/>
        </p:nvGrpSpPr>
        <p:grpSpPr>
          <a:xfrm>
            <a:off x="1312315" y="89660"/>
            <a:ext cx="10611360" cy="4343760"/>
            <a:chOff x="1312315" y="89660"/>
            <a:chExt cx="10611360" cy="434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37E8C78-FF89-394A-9FBD-9D9E45C2C8F1}"/>
                    </a:ext>
                  </a:extLst>
                </p14:cNvPr>
                <p14:cNvContentPartPr/>
                <p14:nvPr/>
              </p14:nvContentPartPr>
              <p14:xfrm>
                <a:off x="1312315" y="171740"/>
                <a:ext cx="805320" cy="537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37E8C78-FF89-394A-9FBD-9D9E45C2C8F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06195" y="165620"/>
                  <a:ext cx="81756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12749C6-3D07-93C8-4559-8C73781C034A}"/>
                    </a:ext>
                  </a:extLst>
                </p14:cNvPr>
                <p14:cNvContentPartPr/>
                <p14:nvPr/>
              </p14:nvContentPartPr>
              <p14:xfrm>
                <a:off x="2249395" y="375500"/>
                <a:ext cx="445320" cy="360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12749C6-3D07-93C8-4559-8C73781C034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43275" y="369380"/>
                  <a:ext cx="4575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672ABF7-E4A0-A0F5-4BD5-3AD35784DAB7}"/>
                    </a:ext>
                  </a:extLst>
                </p14:cNvPr>
                <p14:cNvContentPartPr/>
                <p14:nvPr/>
              </p14:nvContentPartPr>
              <p14:xfrm>
                <a:off x="2723155" y="89660"/>
                <a:ext cx="747000" cy="725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672ABF7-E4A0-A0F5-4BD5-3AD35784DAB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17035" y="83540"/>
                  <a:ext cx="75924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F70FB1E-C3C7-3CDD-364C-EB0B45CDDF48}"/>
                    </a:ext>
                  </a:extLst>
                </p14:cNvPr>
                <p14:cNvContentPartPr/>
                <p14:nvPr/>
              </p14:nvContentPartPr>
              <p14:xfrm>
                <a:off x="3959395" y="559460"/>
                <a:ext cx="629640" cy="99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F70FB1E-C3C7-3CDD-364C-EB0B45CDDF4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53275" y="553340"/>
                  <a:ext cx="641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DF4C17A-6369-19F2-4964-DD999359C3DB}"/>
                    </a:ext>
                  </a:extLst>
                </p14:cNvPr>
                <p14:cNvContentPartPr/>
                <p14:nvPr/>
              </p14:nvContentPartPr>
              <p14:xfrm>
                <a:off x="5362675" y="444260"/>
                <a:ext cx="276840" cy="62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DF4C17A-6369-19F2-4964-DD999359C3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56555" y="438140"/>
                  <a:ext cx="289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D9D33D0-7FF7-3237-0F14-F2DBBEC34C23}"/>
                    </a:ext>
                  </a:extLst>
                </p14:cNvPr>
                <p14:cNvContentPartPr/>
                <p14:nvPr/>
              </p14:nvContentPartPr>
              <p14:xfrm>
                <a:off x="4099075" y="520580"/>
                <a:ext cx="440640" cy="119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D9D33D0-7FF7-3237-0F14-F2DBBEC34C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92955" y="514460"/>
                  <a:ext cx="4528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7980B78-16A3-25D2-04DD-86D0A44DE962}"/>
                    </a:ext>
                  </a:extLst>
                </p14:cNvPr>
                <p14:cNvContentPartPr/>
                <p14:nvPr/>
              </p14:nvContentPartPr>
              <p14:xfrm>
                <a:off x="4850035" y="473780"/>
                <a:ext cx="592560" cy="117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7980B78-16A3-25D2-04DD-86D0A44DE96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43915" y="467660"/>
                  <a:ext cx="6048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58E64D-C2C3-D2F3-A9BA-50A7B081B8CC}"/>
                    </a:ext>
                  </a:extLst>
                </p14:cNvPr>
                <p14:cNvContentPartPr/>
                <p14:nvPr/>
              </p14:nvContentPartPr>
              <p14:xfrm>
                <a:off x="5809075" y="272900"/>
                <a:ext cx="641880" cy="496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58E64D-C2C3-D2F3-A9BA-50A7B081B8C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02955" y="266780"/>
                  <a:ext cx="65412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46FD820-0D76-63EE-BA47-5254725AB32F}"/>
                    </a:ext>
                  </a:extLst>
                </p14:cNvPr>
                <p14:cNvContentPartPr/>
                <p14:nvPr/>
              </p14:nvContentPartPr>
              <p14:xfrm>
                <a:off x="6514315" y="346700"/>
                <a:ext cx="188640" cy="146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46FD820-0D76-63EE-BA47-5254725AB32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08195" y="340580"/>
                  <a:ext cx="2008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A182694-AE94-F72F-5F8E-51348329E117}"/>
                    </a:ext>
                  </a:extLst>
                </p14:cNvPr>
                <p14:cNvContentPartPr/>
                <p14:nvPr/>
              </p14:nvContentPartPr>
              <p14:xfrm>
                <a:off x="6918235" y="228260"/>
                <a:ext cx="329400" cy="369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A182694-AE94-F72F-5F8E-51348329E11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12115" y="222140"/>
                  <a:ext cx="34164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A3CA26C-09FF-7D01-2E3C-CA94A741BB11}"/>
                    </a:ext>
                  </a:extLst>
                </p14:cNvPr>
                <p14:cNvContentPartPr/>
                <p14:nvPr/>
              </p14:nvContentPartPr>
              <p14:xfrm>
                <a:off x="6522955" y="389900"/>
                <a:ext cx="562320" cy="385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A3CA26C-09FF-7D01-2E3C-CA94A741BB1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16835" y="383780"/>
                  <a:ext cx="5745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6822BE6-5515-2124-323F-9BA4C3C0D91D}"/>
                    </a:ext>
                  </a:extLst>
                </p14:cNvPr>
                <p14:cNvContentPartPr/>
                <p14:nvPr/>
              </p14:nvContentPartPr>
              <p14:xfrm>
                <a:off x="7043515" y="348860"/>
                <a:ext cx="445320" cy="451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6822BE6-5515-2124-323F-9BA4C3C0D91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37395" y="342740"/>
                  <a:ext cx="45756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4A2FE5D-3794-0C62-ED5A-3BE6175F645D}"/>
                    </a:ext>
                  </a:extLst>
                </p14:cNvPr>
                <p14:cNvContentPartPr/>
                <p14:nvPr/>
              </p14:nvContentPartPr>
              <p14:xfrm>
                <a:off x="7546435" y="360380"/>
                <a:ext cx="467280" cy="423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4A2FE5D-3794-0C62-ED5A-3BE6175F645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40315" y="354260"/>
                  <a:ext cx="47952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1CF3EA-54EB-845B-259C-BB677B14397B}"/>
                    </a:ext>
                  </a:extLst>
                </p14:cNvPr>
                <p14:cNvContentPartPr/>
                <p14:nvPr/>
              </p14:nvContentPartPr>
              <p14:xfrm>
                <a:off x="8157715" y="362900"/>
                <a:ext cx="87120" cy="73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1CF3EA-54EB-845B-259C-BB677B14397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51595" y="356780"/>
                  <a:ext cx="993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E94C1F7-5669-A510-B0B2-F339670F2EBA}"/>
                    </a:ext>
                  </a:extLst>
                </p14:cNvPr>
                <p14:cNvContentPartPr/>
                <p14:nvPr/>
              </p14:nvContentPartPr>
              <p14:xfrm>
                <a:off x="8231875" y="563780"/>
                <a:ext cx="309240" cy="252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E94C1F7-5669-A510-B0B2-F339670F2EB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25755" y="557660"/>
                  <a:ext cx="3214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79A2D9B-14D3-CEB2-4F98-DBE3061C8884}"/>
                    </a:ext>
                  </a:extLst>
                </p14:cNvPr>
                <p14:cNvContentPartPr/>
                <p14:nvPr/>
              </p14:nvContentPartPr>
              <p14:xfrm>
                <a:off x="8728675" y="501860"/>
                <a:ext cx="370080" cy="384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79A2D9B-14D3-CEB2-4F98-DBE3061C888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22555" y="495740"/>
                  <a:ext cx="38232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3E31592-92E2-AD27-5E42-1288E4DB2C7F}"/>
                    </a:ext>
                  </a:extLst>
                </p14:cNvPr>
                <p14:cNvContentPartPr/>
                <p14:nvPr/>
              </p14:nvContentPartPr>
              <p14:xfrm>
                <a:off x="9560275" y="861140"/>
                <a:ext cx="17280" cy="11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3E31592-92E2-AD27-5E42-1288E4DB2C7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554155" y="855020"/>
                  <a:ext cx="29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79B4D0A-C8EA-AD4A-389C-1DAC47C43C51}"/>
                    </a:ext>
                  </a:extLst>
                </p14:cNvPr>
                <p14:cNvContentPartPr/>
                <p14:nvPr/>
              </p14:nvContentPartPr>
              <p14:xfrm>
                <a:off x="2232475" y="836300"/>
                <a:ext cx="21960" cy="82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79B4D0A-C8EA-AD4A-389C-1DAC47C43C5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26355" y="830180"/>
                  <a:ext cx="342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6DC2459-D06D-4E81-02E9-AC38372E37AE}"/>
                    </a:ext>
                  </a:extLst>
                </p14:cNvPr>
                <p14:cNvContentPartPr/>
                <p14:nvPr/>
              </p14:nvContentPartPr>
              <p14:xfrm>
                <a:off x="2016835" y="1018460"/>
                <a:ext cx="360" cy="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6DC2459-D06D-4E81-02E9-AC38372E37A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10715" y="10123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4960279-54F1-D2FA-1323-F60D73E62F57}"/>
                    </a:ext>
                  </a:extLst>
                </p14:cNvPr>
                <p14:cNvContentPartPr/>
                <p14:nvPr/>
              </p14:nvContentPartPr>
              <p14:xfrm>
                <a:off x="2493115" y="1020980"/>
                <a:ext cx="3338280" cy="95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4960279-54F1-D2FA-1323-F60D73E62F5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86995" y="1014860"/>
                  <a:ext cx="33505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E984BF0-D9D5-5462-A419-BD17BCFA55E2}"/>
                    </a:ext>
                  </a:extLst>
                </p14:cNvPr>
                <p14:cNvContentPartPr/>
                <p14:nvPr/>
              </p14:nvContentPartPr>
              <p14:xfrm>
                <a:off x="5737795" y="1040060"/>
                <a:ext cx="38880" cy="64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E984BF0-D9D5-5462-A419-BD17BCFA55E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31675" y="1033940"/>
                  <a:ext cx="51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84DFAD9-6AD9-DD70-4D85-B7C85C906486}"/>
                    </a:ext>
                  </a:extLst>
                </p14:cNvPr>
                <p14:cNvContentPartPr/>
                <p14:nvPr/>
              </p14:nvContentPartPr>
              <p14:xfrm>
                <a:off x="2488075" y="1339580"/>
                <a:ext cx="2502720" cy="465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84DFAD9-6AD9-DD70-4D85-B7C85C90648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81955" y="1333460"/>
                  <a:ext cx="251496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7A3ECA0-C44A-C3BB-8AAF-F41E26FCD78C}"/>
                    </a:ext>
                  </a:extLst>
                </p14:cNvPr>
                <p14:cNvContentPartPr/>
                <p14:nvPr/>
              </p14:nvContentPartPr>
              <p14:xfrm>
                <a:off x="4413715" y="1682660"/>
                <a:ext cx="12240" cy="14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7A3ECA0-C44A-C3BB-8AAF-F41E26FCD78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07595" y="1676540"/>
                  <a:ext cx="24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87482C3-B823-EE00-2BBC-60F35A29B730}"/>
                    </a:ext>
                  </a:extLst>
                </p14:cNvPr>
                <p14:cNvContentPartPr/>
                <p14:nvPr/>
              </p14:nvContentPartPr>
              <p14:xfrm>
                <a:off x="1362715" y="2510660"/>
                <a:ext cx="85320" cy="646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87482C3-B823-EE00-2BBC-60F35A29B7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56595" y="2504540"/>
                  <a:ext cx="9756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6F5E5A2-6FEC-DD96-767A-135844F7DE9D}"/>
                    </a:ext>
                  </a:extLst>
                </p14:cNvPr>
                <p14:cNvContentPartPr/>
                <p14:nvPr/>
              </p14:nvContentPartPr>
              <p14:xfrm>
                <a:off x="1412755" y="2310860"/>
                <a:ext cx="393840" cy="461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6F5E5A2-6FEC-DD96-767A-135844F7DE9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06635" y="2304740"/>
                  <a:ext cx="40608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4A37676-4099-4945-19CD-3B9F274C4D3E}"/>
                    </a:ext>
                  </a:extLst>
                </p14:cNvPr>
                <p14:cNvContentPartPr/>
                <p14:nvPr/>
              </p14:nvContentPartPr>
              <p14:xfrm>
                <a:off x="1957795" y="2519300"/>
                <a:ext cx="412560" cy="774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4A37676-4099-4945-19CD-3B9F274C4D3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51675" y="2513180"/>
                  <a:ext cx="424800" cy="78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0C4E3D1-59EA-463D-71D1-202F6F2E4990}"/>
                    </a:ext>
                  </a:extLst>
                </p14:cNvPr>
                <p14:cNvContentPartPr/>
                <p14:nvPr/>
              </p14:nvContentPartPr>
              <p14:xfrm>
                <a:off x="2481955" y="2274140"/>
                <a:ext cx="106560" cy="638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0C4E3D1-59EA-463D-71D1-202F6F2E499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75835" y="2268020"/>
                  <a:ext cx="11880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01475EE-5911-F03B-E8F4-706D7C6437C6}"/>
                    </a:ext>
                  </a:extLst>
                </p14:cNvPr>
                <p14:cNvContentPartPr/>
                <p14:nvPr/>
              </p14:nvContentPartPr>
              <p14:xfrm>
                <a:off x="2348035" y="2521460"/>
                <a:ext cx="877320" cy="364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01475EE-5911-F03B-E8F4-706D7C6437C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41915" y="2515340"/>
                  <a:ext cx="8895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C2F4686-22F2-59F0-B6BE-D230B6E48676}"/>
                    </a:ext>
                  </a:extLst>
                </p14:cNvPr>
                <p14:cNvContentPartPr/>
                <p14:nvPr/>
              </p14:nvContentPartPr>
              <p14:xfrm>
                <a:off x="3312475" y="2762300"/>
                <a:ext cx="316800" cy="173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C2F4686-22F2-59F0-B6BE-D230B6E4867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06355" y="2756180"/>
                  <a:ext cx="3290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1461214-25F0-5E4F-6A30-3D2A9AAB00CA}"/>
                    </a:ext>
                  </a:extLst>
                </p14:cNvPr>
                <p14:cNvContentPartPr/>
                <p14:nvPr/>
              </p14:nvContentPartPr>
              <p14:xfrm>
                <a:off x="4769395" y="2609300"/>
                <a:ext cx="573120" cy="118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1461214-25F0-5E4F-6A30-3D2A9AAB00C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63275" y="2603180"/>
                  <a:ext cx="5853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BA61215-C9D2-34F5-8FC9-C81E95A97421}"/>
                    </a:ext>
                  </a:extLst>
                </p14:cNvPr>
                <p14:cNvContentPartPr/>
                <p14:nvPr/>
              </p14:nvContentPartPr>
              <p14:xfrm>
                <a:off x="5630515" y="2485820"/>
                <a:ext cx="459720" cy="80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BA61215-C9D2-34F5-8FC9-C81E95A9742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24395" y="2479700"/>
                  <a:ext cx="4719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FE1CF26-A3B0-C131-F649-BDA195B17D7E}"/>
                    </a:ext>
                  </a:extLst>
                </p14:cNvPr>
                <p14:cNvContentPartPr/>
                <p14:nvPr/>
              </p14:nvContentPartPr>
              <p14:xfrm>
                <a:off x="6790435" y="2229500"/>
                <a:ext cx="528480" cy="411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FE1CF26-A3B0-C131-F649-BDA195B17D7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84315" y="2223380"/>
                  <a:ext cx="54072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AECBD35-A969-A6B2-D352-4245A72BC48E}"/>
                    </a:ext>
                  </a:extLst>
                </p14:cNvPr>
                <p14:cNvContentPartPr/>
                <p14:nvPr/>
              </p14:nvContentPartPr>
              <p14:xfrm>
                <a:off x="7453555" y="2256860"/>
                <a:ext cx="446760" cy="268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AECBD35-A969-A6B2-D352-4245A72BC48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447435" y="2250740"/>
                  <a:ext cx="4590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58FD530-EA1C-8A60-A045-14FF5B4B75A1}"/>
                    </a:ext>
                  </a:extLst>
                </p14:cNvPr>
                <p14:cNvContentPartPr/>
                <p14:nvPr/>
              </p14:nvContentPartPr>
              <p14:xfrm>
                <a:off x="7820755" y="2264420"/>
                <a:ext cx="371160" cy="266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58FD530-EA1C-8A60-A045-14FF5B4B75A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14635" y="2258300"/>
                  <a:ext cx="3834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2E53D9F-E09E-3359-AB51-98CBC7510872}"/>
                    </a:ext>
                  </a:extLst>
                </p14:cNvPr>
                <p14:cNvContentPartPr/>
                <p14:nvPr/>
              </p14:nvContentPartPr>
              <p14:xfrm>
                <a:off x="8374435" y="2133020"/>
                <a:ext cx="360360" cy="357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2E53D9F-E09E-3359-AB51-98CBC751087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68315" y="2126900"/>
                  <a:ext cx="3726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DA9520B-3B7A-0116-96A3-E362B5A49125}"/>
                    </a:ext>
                  </a:extLst>
                </p14:cNvPr>
                <p14:cNvContentPartPr/>
                <p14:nvPr/>
              </p14:nvContentPartPr>
              <p14:xfrm>
                <a:off x="8899315" y="2005940"/>
                <a:ext cx="41400" cy="106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DA9520B-3B7A-0116-96A3-E362B5A4912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93195" y="1999820"/>
                  <a:ext cx="53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3EBF4E1-0589-2FDE-6673-B314663927C3}"/>
                    </a:ext>
                  </a:extLst>
                </p14:cNvPr>
                <p14:cNvContentPartPr/>
                <p14:nvPr/>
              </p14:nvContentPartPr>
              <p14:xfrm>
                <a:off x="9042235" y="2290340"/>
                <a:ext cx="245880" cy="263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3EBF4E1-0589-2FDE-6673-B314663927C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36115" y="2284220"/>
                  <a:ext cx="2581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4E96ACA-047E-B92A-43C3-4A7F2499D1C3}"/>
                    </a:ext>
                  </a:extLst>
                </p14:cNvPr>
                <p14:cNvContentPartPr/>
                <p14:nvPr/>
              </p14:nvContentPartPr>
              <p14:xfrm>
                <a:off x="9340675" y="2254340"/>
                <a:ext cx="450000" cy="314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4E96ACA-047E-B92A-43C3-4A7F2499D1C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334555" y="2248220"/>
                  <a:ext cx="4622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E865DAC-EC6B-4CC9-2EF6-2029B3BAE882}"/>
                    </a:ext>
                  </a:extLst>
                </p14:cNvPr>
                <p14:cNvContentPartPr/>
                <p14:nvPr/>
              </p14:nvContentPartPr>
              <p14:xfrm>
                <a:off x="9965275" y="2563940"/>
                <a:ext cx="25560" cy="28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E865DAC-EC6B-4CC9-2EF6-2029B3BAE88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959155" y="2557820"/>
                  <a:ext cx="37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6BCA91E-2763-A3AC-9E73-1585452609DC}"/>
                    </a:ext>
                  </a:extLst>
                </p14:cNvPr>
                <p14:cNvContentPartPr/>
                <p14:nvPr/>
              </p14:nvContentPartPr>
              <p14:xfrm>
                <a:off x="2484115" y="3142460"/>
                <a:ext cx="2547360" cy="871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6BCA91E-2763-A3AC-9E73-1585452609D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77995" y="3136340"/>
                  <a:ext cx="2559600" cy="88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8F3A9ED-8C10-EB77-80CE-84C7767DB7A3}"/>
                    </a:ext>
                  </a:extLst>
                </p14:cNvPr>
                <p14:cNvContentPartPr/>
                <p14:nvPr/>
              </p14:nvContentPartPr>
              <p14:xfrm>
                <a:off x="4614955" y="3470060"/>
                <a:ext cx="367200" cy="108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8F3A9ED-8C10-EB77-80CE-84C7767DB7A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08835" y="3463940"/>
                  <a:ext cx="379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413C45A-2212-645D-49CE-ABC4C0287E91}"/>
                    </a:ext>
                  </a:extLst>
                </p14:cNvPr>
                <p14:cNvContentPartPr/>
                <p14:nvPr/>
              </p14:nvContentPartPr>
              <p14:xfrm>
                <a:off x="4691275" y="3523340"/>
                <a:ext cx="453600" cy="153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413C45A-2212-645D-49CE-ABC4C0287E9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85155" y="3517220"/>
                  <a:ext cx="465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506039B-443D-8323-E785-3EAF6B309BBF}"/>
                    </a:ext>
                  </a:extLst>
                </p14:cNvPr>
                <p14:cNvContentPartPr/>
                <p14:nvPr/>
              </p14:nvContentPartPr>
              <p14:xfrm>
                <a:off x="6779635" y="3255500"/>
                <a:ext cx="166320" cy="498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506039B-443D-8323-E785-3EAF6B309BB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773515" y="3249380"/>
                  <a:ext cx="17856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D9DFCCB-F3E0-E6EA-A365-12036E2A4B83}"/>
                    </a:ext>
                  </a:extLst>
                </p14:cNvPr>
                <p14:cNvContentPartPr/>
                <p14:nvPr/>
              </p14:nvContentPartPr>
              <p14:xfrm>
                <a:off x="6894115" y="3078020"/>
                <a:ext cx="345240" cy="423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D9DFCCB-F3E0-E6EA-A365-12036E2A4B8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87995" y="3071900"/>
                  <a:ext cx="35748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27F1E4A-1EA6-1F19-B2B8-0D93C357B46E}"/>
                    </a:ext>
                  </a:extLst>
                </p14:cNvPr>
                <p14:cNvContentPartPr/>
                <p14:nvPr/>
              </p14:nvContentPartPr>
              <p14:xfrm>
                <a:off x="7346635" y="3252980"/>
                <a:ext cx="666720" cy="681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27F1E4A-1EA6-1F19-B2B8-0D93C357B46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40515" y="3246860"/>
                  <a:ext cx="67896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1A83E18-B477-5B87-CC09-372CEB5327C2}"/>
                    </a:ext>
                  </a:extLst>
                </p14:cNvPr>
                <p14:cNvContentPartPr/>
                <p14:nvPr/>
              </p14:nvContentPartPr>
              <p14:xfrm>
                <a:off x="7880515" y="3394820"/>
                <a:ext cx="732600" cy="208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1A83E18-B477-5B87-CC09-372CEB5327C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874395" y="3388700"/>
                  <a:ext cx="744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39C3782-19DD-6C60-610D-DF75CEB68303}"/>
                    </a:ext>
                  </a:extLst>
                </p14:cNvPr>
                <p14:cNvContentPartPr/>
                <p14:nvPr/>
              </p14:nvContentPartPr>
              <p14:xfrm>
                <a:off x="8705275" y="3422180"/>
                <a:ext cx="437040" cy="242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39C3782-19DD-6C60-610D-DF75CEB6830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699155" y="3416060"/>
                  <a:ext cx="4492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886C585-0E9C-E0E0-43A4-40D2131E991B}"/>
                    </a:ext>
                  </a:extLst>
                </p14:cNvPr>
                <p14:cNvContentPartPr/>
                <p14:nvPr/>
              </p14:nvContentPartPr>
              <p14:xfrm>
                <a:off x="10050595" y="3139580"/>
                <a:ext cx="1333080" cy="317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886C585-0E9C-E0E0-43A4-40D2131E991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044475" y="3133460"/>
                  <a:ext cx="13453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D24FDF3-1378-0A0B-8CDB-D4757EBCCBB7}"/>
                    </a:ext>
                  </a:extLst>
                </p14:cNvPr>
                <p14:cNvContentPartPr/>
                <p14:nvPr/>
              </p14:nvContentPartPr>
              <p14:xfrm>
                <a:off x="11206195" y="3237860"/>
                <a:ext cx="428400" cy="40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D24FDF3-1378-0A0B-8CDB-D4757EBCCBB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200075" y="3231740"/>
                  <a:ext cx="440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2F93B34-D773-A970-8363-4FD3F3CE4F4C}"/>
                    </a:ext>
                  </a:extLst>
                </p14:cNvPr>
                <p14:cNvContentPartPr/>
                <p14:nvPr/>
              </p14:nvContentPartPr>
              <p14:xfrm>
                <a:off x="8600515" y="3681020"/>
                <a:ext cx="2076840" cy="752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2F93B34-D773-A970-8363-4FD3F3CE4F4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94395" y="3674900"/>
                  <a:ext cx="2089080" cy="76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7518BE2-0F2F-D226-F506-19157513ABCB}"/>
                    </a:ext>
                  </a:extLst>
                </p14:cNvPr>
                <p14:cNvContentPartPr/>
                <p14:nvPr/>
              </p14:nvContentPartPr>
              <p14:xfrm>
                <a:off x="10574755" y="4096820"/>
                <a:ext cx="248400" cy="141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7518BE2-0F2F-D226-F506-19157513ABC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568635" y="4090700"/>
                  <a:ext cx="2606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82ADE12-0979-0C56-8C10-15C0138711E2}"/>
                    </a:ext>
                  </a:extLst>
                </p14:cNvPr>
                <p14:cNvContentPartPr/>
                <p14:nvPr/>
              </p14:nvContentPartPr>
              <p14:xfrm>
                <a:off x="7501435" y="1056260"/>
                <a:ext cx="1404000" cy="495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82ADE12-0979-0C56-8C10-15C0138711E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95315" y="1050140"/>
                  <a:ext cx="141624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7E7DDAB-DB90-E913-7B14-1D8511E1C40C}"/>
                    </a:ext>
                  </a:extLst>
                </p14:cNvPr>
                <p14:cNvContentPartPr/>
                <p14:nvPr/>
              </p14:nvContentPartPr>
              <p14:xfrm>
                <a:off x="9669715" y="1126100"/>
                <a:ext cx="1146240" cy="259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7E7DDAB-DB90-E913-7B14-1D8511E1C40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63595" y="1119980"/>
                  <a:ext cx="11584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786185F-55D4-91E0-F2B8-E9C1FD122522}"/>
                    </a:ext>
                  </a:extLst>
                </p14:cNvPr>
                <p14:cNvContentPartPr/>
                <p14:nvPr/>
              </p14:nvContentPartPr>
              <p14:xfrm>
                <a:off x="11039515" y="931700"/>
                <a:ext cx="80280" cy="347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786185F-55D4-91E0-F2B8-E9C1FD12252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033395" y="925580"/>
                  <a:ext cx="925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ED80DF-DF2B-2EA6-175E-45875CD6CC5A}"/>
                    </a:ext>
                  </a:extLst>
                </p14:cNvPr>
                <p14:cNvContentPartPr/>
                <p14:nvPr/>
              </p14:nvContentPartPr>
              <p14:xfrm>
                <a:off x="10974715" y="1051220"/>
                <a:ext cx="498240" cy="109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ED80DF-DF2B-2EA6-175E-45875CD6CC5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968595" y="1045100"/>
                  <a:ext cx="5104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6FBC8AA-2CB1-F678-C48B-E5D39FBDF40C}"/>
                    </a:ext>
                  </a:extLst>
                </p14:cNvPr>
                <p14:cNvContentPartPr/>
                <p14:nvPr/>
              </p14:nvContentPartPr>
              <p14:xfrm>
                <a:off x="9582595" y="1523540"/>
                <a:ext cx="2039760" cy="533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6FBC8AA-2CB1-F678-C48B-E5D39FBDF40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576475" y="1517420"/>
                  <a:ext cx="205200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D078254-10A5-4025-CBBF-D034063575F2}"/>
                    </a:ext>
                  </a:extLst>
                </p14:cNvPr>
                <p14:cNvContentPartPr/>
                <p14:nvPr/>
              </p14:nvContentPartPr>
              <p14:xfrm>
                <a:off x="11839075" y="1707500"/>
                <a:ext cx="84600" cy="38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D078254-10A5-4025-CBBF-D034063575F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832955" y="1701380"/>
                  <a:ext cx="96840" cy="50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25354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BDAD13-2BBB-A30C-775B-3AE88FFA97F2}"/>
              </a:ext>
            </a:extLst>
          </p:cNvPr>
          <p:cNvSpPr txBox="1"/>
          <p:nvPr/>
        </p:nvSpPr>
        <p:spPr>
          <a:xfrm>
            <a:off x="575269" y="192147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conda</a:t>
            </a:r>
            <a:r>
              <a:rPr lang="en-IN" dirty="0"/>
              <a:t> create -p </a:t>
            </a:r>
            <a:r>
              <a:rPr lang="en-IN" dirty="0" err="1"/>
              <a:t>venv</a:t>
            </a:r>
            <a:r>
              <a:rPr lang="en-IN" dirty="0"/>
              <a:t> python==3.11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FC4C88-72C0-1777-479E-29F45DD64A0B}"/>
              </a:ext>
            </a:extLst>
          </p:cNvPr>
          <p:cNvSpPr txBox="1"/>
          <p:nvPr/>
        </p:nvSpPr>
        <p:spPr>
          <a:xfrm>
            <a:off x="495353" y="2684508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pip install -r requirements.txt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AA77D7C-11CB-E75E-A814-41ECE9208629}"/>
              </a:ext>
            </a:extLst>
          </p:cNvPr>
          <p:cNvGrpSpPr/>
          <p:nvPr/>
        </p:nvGrpSpPr>
        <p:grpSpPr>
          <a:xfrm>
            <a:off x="816955" y="174588"/>
            <a:ext cx="11222640" cy="6356880"/>
            <a:chOff x="816955" y="174588"/>
            <a:chExt cx="11222640" cy="635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9FAF40A-0D74-A3C3-99E8-E48CA1B4F5A1}"/>
                    </a:ext>
                  </a:extLst>
                </p14:cNvPr>
                <p14:cNvContentPartPr/>
                <p14:nvPr/>
              </p14:nvContentPartPr>
              <p14:xfrm>
                <a:off x="9426355" y="2966388"/>
                <a:ext cx="1295280" cy="495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9FAF40A-0D74-A3C3-99E8-E48CA1B4F5A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20235" y="2960268"/>
                  <a:ext cx="130752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8B02665-0BC6-1104-CB26-BDF5B5B1B72B}"/>
                    </a:ext>
                  </a:extLst>
                </p14:cNvPr>
                <p14:cNvContentPartPr/>
                <p14:nvPr/>
              </p14:nvContentPartPr>
              <p14:xfrm>
                <a:off x="816955" y="572748"/>
                <a:ext cx="369360" cy="853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8B02665-0BC6-1104-CB26-BDF5B5B1B72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0835" y="566628"/>
                  <a:ext cx="381600" cy="86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3535D3A-44A2-9A80-5535-FD45FEAF21A5}"/>
                    </a:ext>
                  </a:extLst>
                </p14:cNvPr>
                <p14:cNvContentPartPr/>
                <p14:nvPr/>
              </p14:nvContentPartPr>
              <p14:xfrm>
                <a:off x="862675" y="1090068"/>
                <a:ext cx="607320" cy="675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3535D3A-44A2-9A80-5535-FD45FEAF21A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6555" y="1083948"/>
                  <a:ext cx="61956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66448C4-F79B-8D0D-6B45-5362E905057B}"/>
                    </a:ext>
                  </a:extLst>
                </p14:cNvPr>
                <p14:cNvContentPartPr/>
                <p14:nvPr/>
              </p14:nvContentPartPr>
              <p14:xfrm>
                <a:off x="1517875" y="1223988"/>
                <a:ext cx="264240" cy="948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66448C4-F79B-8D0D-6B45-5362E905057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1755" y="1217868"/>
                  <a:ext cx="276480" cy="9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07C80C1-FC9A-6B32-99DC-CCFA5CCD9039}"/>
                    </a:ext>
                  </a:extLst>
                </p14:cNvPr>
                <p14:cNvContentPartPr/>
                <p14:nvPr/>
              </p14:nvContentPartPr>
              <p14:xfrm>
                <a:off x="1416715" y="1604508"/>
                <a:ext cx="1017360" cy="315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07C80C1-FC9A-6B32-99DC-CCFA5CCD903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10595" y="1598388"/>
                  <a:ext cx="10296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94FB7D9-1D07-A3C8-C036-562CB1263C93}"/>
                    </a:ext>
                  </a:extLst>
                </p14:cNvPr>
                <p14:cNvContentPartPr/>
                <p14:nvPr/>
              </p14:nvContentPartPr>
              <p14:xfrm>
                <a:off x="2607235" y="1595868"/>
                <a:ext cx="380520" cy="331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94FB7D9-1D07-A3C8-C036-562CB1263C9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01115" y="1589748"/>
                  <a:ext cx="3927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8AFAF97-5257-9C34-FBF5-0D80391BDB6A}"/>
                    </a:ext>
                  </a:extLst>
                </p14:cNvPr>
                <p14:cNvContentPartPr/>
                <p14:nvPr/>
              </p14:nvContentPartPr>
              <p14:xfrm>
                <a:off x="3035635" y="1628268"/>
                <a:ext cx="1013760" cy="417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8AFAF97-5257-9C34-FBF5-0D80391BDB6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29515" y="1622148"/>
                  <a:ext cx="102600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C9BBC22-65E3-6441-C876-2BE38856124B}"/>
                    </a:ext>
                  </a:extLst>
                </p14:cNvPr>
                <p14:cNvContentPartPr/>
                <p14:nvPr/>
              </p14:nvContentPartPr>
              <p14:xfrm>
                <a:off x="1600675" y="568068"/>
                <a:ext cx="2111760" cy="725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C9BBC22-65E3-6441-C876-2BE38856124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94555" y="561948"/>
                  <a:ext cx="212400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809ABF5-922C-4F43-E544-D6CD34CE9F36}"/>
                    </a:ext>
                  </a:extLst>
                </p14:cNvPr>
                <p14:cNvContentPartPr/>
                <p14:nvPr/>
              </p14:nvContentPartPr>
              <p14:xfrm>
                <a:off x="3458995" y="1090788"/>
                <a:ext cx="345960" cy="397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809ABF5-922C-4F43-E544-D6CD34CE9F3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52875" y="1084668"/>
                  <a:ext cx="35820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7DD6C1B-BC53-B939-B3FF-21ECD9CA94C5}"/>
                    </a:ext>
                  </a:extLst>
                </p14:cNvPr>
                <p14:cNvContentPartPr/>
                <p14:nvPr/>
              </p14:nvContentPartPr>
              <p14:xfrm>
                <a:off x="4237675" y="1214628"/>
                <a:ext cx="1360440" cy="506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7DD6C1B-BC53-B939-B3FF-21ECD9CA94C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31555" y="1208508"/>
                  <a:ext cx="137268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5B4674F-A7CF-6525-4B3C-3A71F39592D1}"/>
                    </a:ext>
                  </a:extLst>
                </p14:cNvPr>
                <p14:cNvContentPartPr/>
                <p14:nvPr/>
              </p14:nvContentPartPr>
              <p14:xfrm>
                <a:off x="5775235" y="1478148"/>
                <a:ext cx="1414080" cy="612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5B4674F-A7CF-6525-4B3C-3A71F39592D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69115" y="1472028"/>
                  <a:ext cx="142632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9B2D9EC-4B4F-270E-F569-88CDE852EAA2}"/>
                    </a:ext>
                  </a:extLst>
                </p14:cNvPr>
                <p14:cNvContentPartPr/>
                <p14:nvPr/>
              </p14:nvContentPartPr>
              <p14:xfrm>
                <a:off x="6989515" y="1951188"/>
                <a:ext cx="897480" cy="218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9B2D9EC-4B4F-270E-F569-88CDE852EAA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83395" y="1945068"/>
                  <a:ext cx="9097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CBF5CA3-AB6C-7183-F245-DA45B866EA1D}"/>
                    </a:ext>
                  </a:extLst>
                </p14:cNvPr>
                <p14:cNvContentPartPr/>
                <p14:nvPr/>
              </p14:nvContentPartPr>
              <p14:xfrm>
                <a:off x="7880515" y="2098788"/>
                <a:ext cx="335160" cy="506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CBF5CA3-AB6C-7183-F245-DA45B866EA1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74395" y="2092668"/>
                  <a:ext cx="34740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0EDCE4-D26F-7927-F84B-BA1423FB49F1}"/>
                    </a:ext>
                  </a:extLst>
                </p14:cNvPr>
                <p14:cNvContentPartPr/>
                <p14:nvPr/>
              </p14:nvContentPartPr>
              <p14:xfrm>
                <a:off x="8443555" y="2251428"/>
                <a:ext cx="18360" cy="32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0EDCE4-D26F-7927-F84B-BA1423FB49F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37435" y="2245308"/>
                  <a:ext cx="30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6B74422-D686-DDBC-B614-DBBAA95D6F8D}"/>
                    </a:ext>
                  </a:extLst>
                </p14:cNvPr>
                <p14:cNvContentPartPr/>
                <p14:nvPr/>
              </p14:nvContentPartPr>
              <p14:xfrm>
                <a:off x="2590315" y="550428"/>
                <a:ext cx="3629160" cy="554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6B74422-D686-DDBC-B614-DBBAA95D6F8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84195" y="544308"/>
                  <a:ext cx="364140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F49FA46-8642-79F2-8796-4EE4DB406A88}"/>
                    </a:ext>
                  </a:extLst>
                </p14:cNvPr>
                <p14:cNvContentPartPr/>
                <p14:nvPr/>
              </p14:nvContentPartPr>
              <p14:xfrm>
                <a:off x="6506035" y="617388"/>
                <a:ext cx="547920" cy="534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F49FA46-8642-79F2-8796-4EE4DB406A8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499915" y="611268"/>
                  <a:ext cx="56016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BCB4C20-FC4A-076A-7ADC-8113A566087B}"/>
                    </a:ext>
                  </a:extLst>
                </p14:cNvPr>
                <p14:cNvContentPartPr/>
                <p14:nvPr/>
              </p14:nvContentPartPr>
              <p14:xfrm>
                <a:off x="6950275" y="939228"/>
                <a:ext cx="79560" cy="330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BCB4C20-FC4A-076A-7ADC-8113A566087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44155" y="933108"/>
                  <a:ext cx="918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054133E-A249-C99F-AEAE-C2702E2E1070}"/>
                    </a:ext>
                  </a:extLst>
                </p14:cNvPr>
                <p14:cNvContentPartPr/>
                <p14:nvPr/>
              </p14:nvContentPartPr>
              <p14:xfrm>
                <a:off x="7196875" y="794868"/>
                <a:ext cx="56880" cy="42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054133E-A249-C99F-AEAE-C2702E2E107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90755" y="788748"/>
                  <a:ext cx="69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C3EBCF7-F63C-3186-3859-71D0D405AF4B}"/>
                    </a:ext>
                  </a:extLst>
                </p14:cNvPr>
                <p14:cNvContentPartPr/>
                <p14:nvPr/>
              </p14:nvContentPartPr>
              <p14:xfrm>
                <a:off x="7190755" y="712428"/>
                <a:ext cx="525240" cy="545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C3EBCF7-F63C-3186-3859-71D0D405AF4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84635" y="706308"/>
                  <a:ext cx="5374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517B914-11C3-E8B7-BFC4-B578051BA74F}"/>
                    </a:ext>
                  </a:extLst>
                </p14:cNvPr>
                <p14:cNvContentPartPr/>
                <p14:nvPr/>
              </p14:nvContentPartPr>
              <p14:xfrm>
                <a:off x="7508995" y="659508"/>
                <a:ext cx="1212120" cy="664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517B914-11C3-E8B7-BFC4-B578051BA74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02875" y="653388"/>
                  <a:ext cx="122436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AC7DAE6-57A8-3B7A-80E0-0A93DD87573F}"/>
                    </a:ext>
                  </a:extLst>
                </p14:cNvPr>
                <p14:cNvContentPartPr/>
                <p14:nvPr/>
              </p14:nvContentPartPr>
              <p14:xfrm>
                <a:off x="8747395" y="573468"/>
                <a:ext cx="434520" cy="732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AC7DAE6-57A8-3B7A-80E0-0A93DD87573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41275" y="567348"/>
                  <a:ext cx="446760" cy="7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8D846A0-8098-F5C8-5BD2-877C631A3EEB}"/>
                    </a:ext>
                  </a:extLst>
                </p14:cNvPr>
                <p14:cNvContentPartPr/>
                <p14:nvPr/>
              </p14:nvContentPartPr>
              <p14:xfrm>
                <a:off x="9090115" y="432708"/>
                <a:ext cx="383760" cy="178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8D846A0-8098-F5C8-5BD2-877C631A3EE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83995" y="426588"/>
                  <a:ext cx="396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500A91C-1CD7-C186-B6BB-7114F070C569}"/>
                    </a:ext>
                  </a:extLst>
                </p14:cNvPr>
                <p14:cNvContentPartPr/>
                <p14:nvPr/>
              </p14:nvContentPartPr>
              <p14:xfrm>
                <a:off x="8980315" y="929508"/>
                <a:ext cx="218520" cy="14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500A91C-1CD7-C186-B6BB-7114F070C56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974195" y="923388"/>
                  <a:ext cx="2307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5EDDA3C-7DB4-2218-0868-D39117075EA8}"/>
                    </a:ext>
                  </a:extLst>
                </p14:cNvPr>
                <p14:cNvContentPartPr/>
                <p14:nvPr/>
              </p14:nvContentPartPr>
              <p14:xfrm>
                <a:off x="9129715" y="914748"/>
                <a:ext cx="489960" cy="489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5EDDA3C-7DB4-2218-0868-D39117075EA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23595" y="908628"/>
                  <a:ext cx="50220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E5CA8CA-E493-D3FE-F148-98FA1F48D2BF}"/>
                    </a:ext>
                  </a:extLst>
                </p14:cNvPr>
                <p14:cNvContentPartPr/>
                <p14:nvPr/>
              </p14:nvContentPartPr>
              <p14:xfrm>
                <a:off x="9693475" y="967668"/>
                <a:ext cx="379800" cy="383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E5CA8CA-E493-D3FE-F148-98FA1F48D2B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687355" y="961548"/>
                  <a:ext cx="3920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DA09E4B-DE88-4EB7-4870-85B8A0CC35DB}"/>
                    </a:ext>
                  </a:extLst>
                </p14:cNvPr>
                <p14:cNvContentPartPr/>
                <p14:nvPr/>
              </p14:nvContentPartPr>
              <p14:xfrm>
                <a:off x="9954475" y="1117428"/>
                <a:ext cx="122040" cy="249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DA09E4B-DE88-4EB7-4870-85B8A0CC35D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948355" y="1111308"/>
                  <a:ext cx="1342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0FB7A60-5EF2-BADE-3D2B-2F39CC39931C}"/>
                    </a:ext>
                  </a:extLst>
                </p14:cNvPr>
                <p14:cNvContentPartPr/>
                <p14:nvPr/>
              </p14:nvContentPartPr>
              <p14:xfrm>
                <a:off x="10203955" y="834108"/>
                <a:ext cx="25560" cy="74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0FB7A60-5EF2-BADE-3D2B-2F39CC39931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97835" y="827988"/>
                  <a:ext cx="37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B67DF09-9069-BDB9-CAAC-DD00EE9C2BDB}"/>
                    </a:ext>
                  </a:extLst>
                </p14:cNvPr>
                <p14:cNvContentPartPr/>
                <p14:nvPr/>
              </p14:nvContentPartPr>
              <p14:xfrm>
                <a:off x="10077235" y="1082508"/>
                <a:ext cx="395280" cy="387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B67DF09-9069-BDB9-CAAC-DD00EE9C2BD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071115" y="1076388"/>
                  <a:ext cx="40752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1C423D7-80AD-9A28-3FFA-EE01CB49EDC9}"/>
                    </a:ext>
                  </a:extLst>
                </p14:cNvPr>
                <p14:cNvContentPartPr/>
                <p14:nvPr/>
              </p14:nvContentPartPr>
              <p14:xfrm>
                <a:off x="10619035" y="1207428"/>
                <a:ext cx="228960" cy="436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1C423D7-80AD-9A28-3FFA-EE01CB49ED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12915" y="1201308"/>
                  <a:ext cx="24120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582E520-7649-898C-4DA2-59550E4D6A78}"/>
                    </a:ext>
                  </a:extLst>
                </p14:cNvPr>
                <p14:cNvContentPartPr/>
                <p14:nvPr/>
              </p14:nvContentPartPr>
              <p14:xfrm>
                <a:off x="10145635" y="1686948"/>
                <a:ext cx="823320" cy="247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582E520-7649-898C-4DA2-59550E4D6A7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39515" y="1680828"/>
                  <a:ext cx="8355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D7E8562-3F07-452D-4ECC-130FBA515CBF}"/>
                    </a:ext>
                  </a:extLst>
                </p14:cNvPr>
                <p14:cNvContentPartPr/>
                <p14:nvPr/>
              </p14:nvContentPartPr>
              <p14:xfrm>
                <a:off x="10862395" y="1846068"/>
                <a:ext cx="410400" cy="74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D7E8562-3F07-452D-4ECC-130FBA515CB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856275" y="1839948"/>
                  <a:ext cx="422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AB392A0-C21B-0642-6A64-906D1D8C9839}"/>
                    </a:ext>
                  </a:extLst>
                </p14:cNvPr>
                <p14:cNvContentPartPr/>
                <p14:nvPr/>
              </p14:nvContentPartPr>
              <p14:xfrm>
                <a:off x="9715075" y="2026788"/>
                <a:ext cx="467640" cy="516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AB392A0-C21B-0642-6A64-906D1D8C983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708955" y="2020668"/>
                  <a:ext cx="4798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9C38D93-FC87-083C-9418-15FEFF189A95}"/>
                    </a:ext>
                  </a:extLst>
                </p14:cNvPr>
                <p14:cNvContentPartPr/>
                <p14:nvPr/>
              </p14:nvContentPartPr>
              <p14:xfrm>
                <a:off x="10269475" y="2386428"/>
                <a:ext cx="201960" cy="298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9C38D93-FC87-083C-9418-15FEFF189A9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63355" y="2380308"/>
                  <a:ext cx="2142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DAEA4A6-CCCA-A6C1-7F09-BF7235E37985}"/>
                    </a:ext>
                  </a:extLst>
                </p14:cNvPr>
                <p14:cNvContentPartPr/>
                <p14:nvPr/>
              </p14:nvContentPartPr>
              <p14:xfrm>
                <a:off x="4360795" y="346308"/>
                <a:ext cx="340560" cy="60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DAEA4A6-CCCA-A6C1-7F09-BF7235E379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54675" y="340188"/>
                  <a:ext cx="3528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F6FAF02-39B6-3BD1-112F-D3849B68F3E1}"/>
                    </a:ext>
                  </a:extLst>
                </p14:cNvPr>
                <p14:cNvContentPartPr/>
                <p14:nvPr/>
              </p14:nvContentPartPr>
              <p14:xfrm>
                <a:off x="4442875" y="543228"/>
                <a:ext cx="487440" cy="18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F6FAF02-39B6-3BD1-112F-D3849B68F3E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36755" y="537108"/>
                  <a:ext cx="4996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76AFBE3-15C9-7454-6C40-BE3BEC743675}"/>
                    </a:ext>
                  </a:extLst>
                </p14:cNvPr>
                <p14:cNvContentPartPr/>
                <p14:nvPr/>
              </p14:nvContentPartPr>
              <p14:xfrm>
                <a:off x="4906195" y="228228"/>
                <a:ext cx="108720" cy="517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76AFBE3-15C9-7454-6C40-BE3BEC74367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00075" y="222108"/>
                  <a:ext cx="12096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A6D5AFC-6493-52FD-DADA-7E397B79EA81}"/>
                    </a:ext>
                  </a:extLst>
                </p14:cNvPr>
                <p14:cNvContentPartPr/>
                <p14:nvPr/>
              </p14:nvContentPartPr>
              <p14:xfrm>
                <a:off x="5025355" y="292668"/>
                <a:ext cx="929880" cy="588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A6D5AFC-6493-52FD-DADA-7E397B79EA8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19235" y="286548"/>
                  <a:ext cx="94212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8221C79-1A01-C6C5-49C2-D240D9EE42AE}"/>
                    </a:ext>
                  </a:extLst>
                </p14:cNvPr>
                <p14:cNvContentPartPr/>
                <p14:nvPr/>
              </p14:nvContentPartPr>
              <p14:xfrm>
                <a:off x="5828155" y="291228"/>
                <a:ext cx="876600" cy="276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8221C79-1A01-C6C5-49C2-D240D9EE42A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22035" y="285108"/>
                  <a:ext cx="8888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835BA0B-A4B5-12E4-4E21-F7E82A42B8C4}"/>
                    </a:ext>
                  </a:extLst>
                </p14:cNvPr>
                <p14:cNvContentPartPr/>
                <p14:nvPr/>
              </p14:nvContentPartPr>
              <p14:xfrm>
                <a:off x="6771355" y="320748"/>
                <a:ext cx="433080" cy="273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835BA0B-A4B5-12E4-4E21-F7E82A42B8C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65235" y="314628"/>
                  <a:ext cx="4453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48C0231-0FAA-6A84-43F0-0D2ECB4C508E}"/>
                    </a:ext>
                  </a:extLst>
                </p14:cNvPr>
                <p14:cNvContentPartPr/>
                <p14:nvPr/>
              </p14:nvContentPartPr>
              <p14:xfrm>
                <a:off x="7559755" y="186468"/>
                <a:ext cx="305280" cy="278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48C0231-0FAA-6A84-43F0-0D2ECB4C508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53635" y="180348"/>
                  <a:ext cx="3175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4C28943-413A-D97F-F77F-64E49784CB9B}"/>
                    </a:ext>
                  </a:extLst>
                </p14:cNvPr>
                <p14:cNvContentPartPr/>
                <p14:nvPr/>
              </p14:nvContentPartPr>
              <p14:xfrm>
                <a:off x="7955395" y="259908"/>
                <a:ext cx="471600" cy="248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4C28943-413A-D97F-F77F-64E49784CB9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49275" y="253788"/>
                  <a:ext cx="4838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343C47A-6A88-B5CF-FF60-575800A004AC}"/>
                    </a:ext>
                  </a:extLst>
                </p14:cNvPr>
                <p14:cNvContentPartPr/>
                <p14:nvPr/>
              </p14:nvContentPartPr>
              <p14:xfrm>
                <a:off x="8622115" y="174588"/>
                <a:ext cx="140400" cy="284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343C47A-6A88-B5CF-FF60-575800A004A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615995" y="168468"/>
                  <a:ext cx="1526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403A738-0DFB-E7F3-C6E6-B67D7EF28323}"/>
                    </a:ext>
                  </a:extLst>
                </p14:cNvPr>
                <p14:cNvContentPartPr/>
                <p14:nvPr/>
              </p14:nvContentPartPr>
              <p14:xfrm>
                <a:off x="8851075" y="196908"/>
                <a:ext cx="59400" cy="74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403A738-0DFB-E7F3-C6E6-B67D7EF2832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44955" y="190788"/>
                  <a:ext cx="716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4107718-8290-573A-D3D8-DA449D2700F1}"/>
                    </a:ext>
                  </a:extLst>
                </p14:cNvPr>
                <p14:cNvContentPartPr/>
                <p14:nvPr/>
              </p14:nvContentPartPr>
              <p14:xfrm>
                <a:off x="8901835" y="293748"/>
                <a:ext cx="114840" cy="133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4107718-8290-573A-D3D8-DA449D2700F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895715" y="287628"/>
                  <a:ext cx="127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5A4D5D4-DAED-84E1-4D5B-EF2A276938B5}"/>
                    </a:ext>
                  </a:extLst>
                </p14:cNvPr>
                <p14:cNvContentPartPr/>
                <p14:nvPr/>
              </p14:nvContentPartPr>
              <p14:xfrm>
                <a:off x="9050515" y="309228"/>
                <a:ext cx="194040" cy="134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5A4D5D4-DAED-84E1-4D5B-EF2A276938B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044395" y="303108"/>
                  <a:ext cx="2062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6105910-A482-3A8B-D20A-A9550D5D5417}"/>
                    </a:ext>
                  </a:extLst>
                </p14:cNvPr>
                <p14:cNvContentPartPr/>
                <p14:nvPr/>
              </p14:nvContentPartPr>
              <p14:xfrm>
                <a:off x="9419155" y="468348"/>
                <a:ext cx="14760" cy="18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6105910-A482-3A8B-D20A-A9550D5D541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413035" y="462228"/>
                  <a:ext cx="270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D92DA69-2C30-7C0E-13D6-C4CDD706DF6F}"/>
                    </a:ext>
                  </a:extLst>
                </p14:cNvPr>
                <p14:cNvContentPartPr/>
                <p14:nvPr/>
              </p14:nvContentPartPr>
              <p14:xfrm>
                <a:off x="10143475" y="3426468"/>
                <a:ext cx="464760" cy="963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D92DA69-2C30-7C0E-13D6-C4CDD706DF6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137355" y="3420348"/>
                  <a:ext cx="477000" cy="9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EB4D61C-74B6-4240-25E7-D8E6F37BB664}"/>
                    </a:ext>
                  </a:extLst>
                </p14:cNvPr>
                <p14:cNvContentPartPr/>
                <p14:nvPr/>
              </p14:nvContentPartPr>
              <p14:xfrm>
                <a:off x="11006755" y="3449508"/>
                <a:ext cx="29880" cy="601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EB4D61C-74B6-4240-25E7-D8E6F37BB66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000635" y="3443388"/>
                  <a:ext cx="4212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92A6D7C-5C3D-55C8-1D02-72D0DAAD2A4E}"/>
                    </a:ext>
                  </a:extLst>
                </p14:cNvPr>
                <p14:cNvContentPartPr/>
                <p14:nvPr/>
              </p14:nvContentPartPr>
              <p14:xfrm>
                <a:off x="11089555" y="3401628"/>
                <a:ext cx="950040" cy="635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92A6D7C-5C3D-55C8-1D02-72D0DAAD2A4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083435" y="3395508"/>
                  <a:ext cx="96228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A844F16-ACCE-8FDD-A4CC-6A7D43EF9282}"/>
                    </a:ext>
                  </a:extLst>
                </p14:cNvPr>
                <p14:cNvContentPartPr/>
                <p14:nvPr/>
              </p14:nvContentPartPr>
              <p14:xfrm>
                <a:off x="911635" y="3583428"/>
                <a:ext cx="473400" cy="471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A844F16-ACCE-8FDD-A4CC-6A7D43EF928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5515" y="3577308"/>
                  <a:ext cx="48564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8B4DD15-A3BD-5E54-24CA-99735CC4B299}"/>
                    </a:ext>
                  </a:extLst>
                </p14:cNvPr>
                <p14:cNvContentPartPr/>
                <p14:nvPr/>
              </p14:nvContentPartPr>
              <p14:xfrm>
                <a:off x="1358395" y="3665508"/>
                <a:ext cx="320040" cy="241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8B4DD15-A3BD-5E54-24CA-99735CC4B29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352275" y="3659388"/>
                  <a:ext cx="3322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1C7D09D-78CC-74AB-3171-E569504B32F7}"/>
                    </a:ext>
                  </a:extLst>
                </p14:cNvPr>
                <p14:cNvContentPartPr/>
                <p14:nvPr/>
              </p14:nvContentPartPr>
              <p14:xfrm>
                <a:off x="1463155" y="3719148"/>
                <a:ext cx="272880" cy="412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1C7D09D-78CC-74AB-3171-E569504B32F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457035" y="3713028"/>
                  <a:ext cx="28512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F656901-FAB4-4751-3101-C2697EBA6877}"/>
                    </a:ext>
                  </a:extLst>
                </p14:cNvPr>
                <p14:cNvContentPartPr/>
                <p14:nvPr/>
              </p14:nvContentPartPr>
              <p14:xfrm>
                <a:off x="1853035" y="3916068"/>
                <a:ext cx="471600" cy="84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F656901-FAB4-4751-3101-C2697EBA687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846915" y="3909948"/>
                  <a:ext cx="4838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6A437DE-31C8-5657-C78D-E06F35892FED}"/>
                    </a:ext>
                  </a:extLst>
                </p14:cNvPr>
                <p14:cNvContentPartPr/>
                <p14:nvPr/>
              </p14:nvContentPartPr>
              <p14:xfrm>
                <a:off x="2783995" y="3446268"/>
                <a:ext cx="35640" cy="390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6A437DE-31C8-5657-C78D-E06F35892FE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777875" y="3440148"/>
                  <a:ext cx="478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ABE0C7D-96E2-9167-E6E3-65769A33E584}"/>
                    </a:ext>
                  </a:extLst>
                </p14:cNvPr>
                <p14:cNvContentPartPr/>
                <p14:nvPr/>
              </p14:nvContentPartPr>
              <p14:xfrm>
                <a:off x="2665555" y="3115068"/>
                <a:ext cx="443160" cy="816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ABE0C7D-96E2-9167-E6E3-65769A33E58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659435" y="3108948"/>
                  <a:ext cx="455400" cy="82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3AF39F2-CB15-18BB-7240-C9ECE8614CCB}"/>
                    </a:ext>
                  </a:extLst>
                </p14:cNvPr>
                <p14:cNvContentPartPr/>
                <p14:nvPr/>
              </p14:nvContentPartPr>
              <p14:xfrm>
                <a:off x="3327595" y="3233868"/>
                <a:ext cx="364680" cy="877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3AF39F2-CB15-18BB-7240-C9ECE8614CC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321475" y="3227748"/>
                  <a:ext cx="376920" cy="88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7927B8F-1377-55BE-A514-D5E4A0475E39}"/>
                    </a:ext>
                  </a:extLst>
                </p14:cNvPr>
                <p14:cNvContentPartPr/>
                <p14:nvPr/>
              </p14:nvContentPartPr>
              <p14:xfrm>
                <a:off x="3996475" y="3867108"/>
                <a:ext cx="330840" cy="101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7927B8F-1377-55BE-A514-D5E4A0475E3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90355" y="3860988"/>
                  <a:ext cx="3430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74E041F-8BAF-B22C-7822-446806DF8C3B}"/>
                    </a:ext>
                  </a:extLst>
                </p14:cNvPr>
                <p14:cNvContentPartPr/>
                <p14:nvPr/>
              </p14:nvContentPartPr>
              <p14:xfrm>
                <a:off x="4596955" y="3258348"/>
                <a:ext cx="55800" cy="475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74E041F-8BAF-B22C-7822-446806DF8C3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590835" y="3252228"/>
                  <a:ext cx="6804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381680D-6950-D887-F336-9FE9B6A870FC}"/>
                    </a:ext>
                  </a:extLst>
                </p14:cNvPr>
                <p14:cNvContentPartPr/>
                <p14:nvPr/>
              </p14:nvContentPartPr>
              <p14:xfrm>
                <a:off x="4559155" y="2923188"/>
                <a:ext cx="641160" cy="941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381680D-6950-D887-F336-9FE9B6A870F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53035" y="2917068"/>
                  <a:ext cx="653400" cy="9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791F189-ACDF-D89F-EC31-AEAF0DCA4686}"/>
                    </a:ext>
                  </a:extLst>
                </p14:cNvPr>
                <p14:cNvContentPartPr/>
                <p14:nvPr/>
              </p14:nvContentPartPr>
              <p14:xfrm>
                <a:off x="5605315" y="2977548"/>
                <a:ext cx="487440" cy="643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791F189-ACDF-D89F-EC31-AEAF0DCA468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99195" y="2971428"/>
                  <a:ext cx="49968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5024F44-09EB-F3C5-42AE-9214B33D0B7F}"/>
                    </a:ext>
                  </a:extLst>
                </p14:cNvPr>
                <p14:cNvContentPartPr/>
                <p14:nvPr/>
              </p14:nvContentPartPr>
              <p14:xfrm>
                <a:off x="6309475" y="2865588"/>
                <a:ext cx="90720" cy="704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5024F44-09EB-F3C5-42AE-9214B33D0B7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303355" y="2859468"/>
                  <a:ext cx="102960" cy="71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0B57B18-3677-BA06-34C8-278E0D609E41}"/>
                    </a:ext>
                  </a:extLst>
                </p14:cNvPr>
                <p14:cNvContentPartPr/>
                <p14:nvPr/>
              </p14:nvContentPartPr>
              <p14:xfrm>
                <a:off x="5403715" y="3715188"/>
                <a:ext cx="21960" cy="25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0B57B18-3677-BA06-34C8-278E0D609E4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97595" y="3709068"/>
                  <a:ext cx="34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3C2F6FD-617C-3B5C-8888-0417E97187C8}"/>
                    </a:ext>
                  </a:extLst>
                </p14:cNvPr>
                <p14:cNvContentPartPr/>
                <p14:nvPr/>
              </p14:nvContentPartPr>
              <p14:xfrm>
                <a:off x="6581635" y="3400908"/>
                <a:ext cx="775800" cy="70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3C2F6FD-617C-3B5C-8888-0417E97187C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575515" y="3394788"/>
                  <a:ext cx="7880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FC579ED-4505-5E8D-F2C0-515D641BAF7A}"/>
                    </a:ext>
                  </a:extLst>
                </p14:cNvPr>
                <p14:cNvContentPartPr/>
                <p14:nvPr/>
              </p14:nvContentPartPr>
              <p14:xfrm>
                <a:off x="7029115" y="3140628"/>
                <a:ext cx="305280" cy="711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FC579ED-4505-5E8D-F2C0-515D641BAF7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22995" y="3134508"/>
                  <a:ext cx="31752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95B2B99-B403-630E-2286-4B4ABDD36FB9}"/>
                    </a:ext>
                  </a:extLst>
                </p14:cNvPr>
                <p14:cNvContentPartPr/>
                <p14:nvPr/>
              </p14:nvContentPartPr>
              <p14:xfrm>
                <a:off x="7964035" y="3118308"/>
                <a:ext cx="1009440" cy="705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95B2B99-B403-630E-2286-4B4ABDD36FB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57915" y="3112188"/>
                  <a:ext cx="1021680" cy="71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4271D12-CD61-7AE1-5DF6-5E1FFCC3D40A}"/>
                    </a:ext>
                  </a:extLst>
                </p14:cNvPr>
                <p14:cNvContentPartPr/>
                <p14:nvPr/>
              </p14:nvContentPartPr>
              <p14:xfrm>
                <a:off x="9229795" y="3464628"/>
                <a:ext cx="114840" cy="368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4271D12-CD61-7AE1-5DF6-5E1FFCC3D40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223675" y="3458508"/>
                  <a:ext cx="1270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55BFEC7-63A7-3EEE-1C03-4A0C4E3B2CF1}"/>
                    </a:ext>
                  </a:extLst>
                </p14:cNvPr>
                <p14:cNvContentPartPr/>
                <p14:nvPr/>
              </p14:nvContentPartPr>
              <p14:xfrm>
                <a:off x="8898235" y="3632748"/>
                <a:ext cx="497160" cy="93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55BFEC7-63A7-3EEE-1C03-4A0C4E3B2CF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892115" y="3626628"/>
                  <a:ext cx="5094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6BD05FF-17CA-AE2E-7C55-32228C74D70E}"/>
                    </a:ext>
                  </a:extLst>
                </p14:cNvPr>
                <p14:cNvContentPartPr/>
                <p14:nvPr/>
              </p14:nvContentPartPr>
              <p14:xfrm>
                <a:off x="2145355" y="4522668"/>
                <a:ext cx="88920" cy="336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6BD05FF-17CA-AE2E-7C55-32228C74D70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139235" y="4516548"/>
                  <a:ext cx="1011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9725C7A-EE7B-1C46-EDFC-E77DFB07B37D}"/>
                    </a:ext>
                  </a:extLst>
                </p14:cNvPr>
                <p14:cNvContentPartPr/>
                <p14:nvPr/>
              </p14:nvContentPartPr>
              <p14:xfrm>
                <a:off x="2180635" y="4413228"/>
                <a:ext cx="558000" cy="479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9725C7A-EE7B-1C46-EDFC-E77DFB07B37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174515" y="4407108"/>
                  <a:ext cx="57024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CF92AD5-D1C3-9D8C-3AB3-4AB2FA2784B2}"/>
                    </a:ext>
                  </a:extLst>
                </p14:cNvPr>
                <p14:cNvContentPartPr/>
                <p14:nvPr/>
              </p14:nvContentPartPr>
              <p14:xfrm>
                <a:off x="2651155" y="4621308"/>
                <a:ext cx="525960" cy="104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CF92AD5-D1C3-9D8C-3AB3-4AB2FA2784B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645035" y="4615188"/>
                  <a:ext cx="538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02A696F-00F6-F357-5CC2-3F192C7524AF}"/>
                    </a:ext>
                  </a:extLst>
                </p14:cNvPr>
                <p14:cNvContentPartPr/>
                <p14:nvPr/>
              </p14:nvContentPartPr>
              <p14:xfrm>
                <a:off x="3387715" y="4494588"/>
                <a:ext cx="63000" cy="360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02A696F-00F6-F357-5CC2-3F192C7524A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381595" y="4488468"/>
                  <a:ext cx="752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CF593C4-B321-FFCC-9F49-99F32BFAE7B7}"/>
                    </a:ext>
                  </a:extLst>
                </p14:cNvPr>
                <p14:cNvContentPartPr/>
                <p14:nvPr/>
              </p14:nvContentPartPr>
              <p14:xfrm>
                <a:off x="3356395" y="4407468"/>
                <a:ext cx="211680" cy="312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CF593C4-B321-FFCC-9F49-99F32BFAE7B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350275" y="4401348"/>
                  <a:ext cx="2239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564B19E-2F86-9E31-879C-3A1EC6AB966E}"/>
                    </a:ext>
                  </a:extLst>
                </p14:cNvPr>
                <p14:cNvContentPartPr/>
                <p14:nvPr/>
              </p14:nvContentPartPr>
              <p14:xfrm>
                <a:off x="3677155" y="4578108"/>
                <a:ext cx="206640" cy="3600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564B19E-2F86-9E31-879C-3A1EC6AB966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671035" y="4571988"/>
                  <a:ext cx="2188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5E9C1D3-58A8-A7E4-9E78-65D44751D2D2}"/>
                    </a:ext>
                  </a:extLst>
                </p14:cNvPr>
                <p14:cNvContentPartPr/>
                <p14:nvPr/>
              </p14:nvContentPartPr>
              <p14:xfrm>
                <a:off x="4058035" y="4418628"/>
                <a:ext cx="44280" cy="327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5E9C1D3-58A8-A7E4-9E78-65D44751D2D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51915" y="4412508"/>
                  <a:ext cx="565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C5728AF-C1FA-1DB5-3879-6E28CD6D077A}"/>
                    </a:ext>
                  </a:extLst>
                </p14:cNvPr>
                <p14:cNvContentPartPr/>
                <p14:nvPr/>
              </p14:nvContentPartPr>
              <p14:xfrm>
                <a:off x="4056955" y="4470468"/>
                <a:ext cx="852840" cy="222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C5728AF-C1FA-1DB5-3879-6E28CD6D077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050835" y="4464348"/>
                  <a:ext cx="8650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338254A-E32E-34B3-37B9-AC5BA4C75253}"/>
                    </a:ext>
                  </a:extLst>
                </p14:cNvPr>
                <p14:cNvContentPartPr/>
                <p14:nvPr/>
              </p14:nvContentPartPr>
              <p14:xfrm>
                <a:off x="5489395" y="4395588"/>
                <a:ext cx="63000" cy="277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338254A-E32E-34B3-37B9-AC5BA4C7525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483275" y="4389468"/>
                  <a:ext cx="752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99C46BD-4CCF-1D2C-CF78-94471CAFC97F}"/>
                    </a:ext>
                  </a:extLst>
                </p14:cNvPr>
                <p14:cNvContentPartPr/>
                <p14:nvPr/>
              </p14:nvContentPartPr>
              <p14:xfrm>
                <a:off x="5392915" y="4235388"/>
                <a:ext cx="618480" cy="567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99C46BD-4CCF-1D2C-CF78-94471CAFC97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386795" y="4229268"/>
                  <a:ext cx="63072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02C8C62-911D-F071-8350-D2EA32CFB306}"/>
                    </a:ext>
                  </a:extLst>
                </p14:cNvPr>
                <p14:cNvContentPartPr/>
                <p14:nvPr/>
              </p14:nvContentPartPr>
              <p14:xfrm>
                <a:off x="6059635" y="4418628"/>
                <a:ext cx="574200" cy="87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02C8C62-911D-F071-8350-D2EA32CFB30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053515" y="4412508"/>
                  <a:ext cx="5864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DD07368-A478-065D-DA0C-6FF1BD5C9D65}"/>
                    </a:ext>
                  </a:extLst>
                </p14:cNvPr>
                <p14:cNvContentPartPr/>
                <p14:nvPr/>
              </p14:nvContentPartPr>
              <p14:xfrm>
                <a:off x="6703675" y="4351308"/>
                <a:ext cx="34200" cy="2098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DD07368-A478-065D-DA0C-6FF1BD5C9D6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697555" y="4345188"/>
                  <a:ext cx="46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794E644-5DA9-285E-F354-6660BF0589F1}"/>
                    </a:ext>
                  </a:extLst>
                </p14:cNvPr>
                <p14:cNvContentPartPr/>
                <p14:nvPr/>
              </p14:nvContentPartPr>
              <p14:xfrm>
                <a:off x="6750835" y="4312788"/>
                <a:ext cx="450000" cy="219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794E644-5DA9-285E-F354-6660BF0589F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44715" y="4306668"/>
                  <a:ext cx="4622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CEB0A16-8487-0E12-6355-2D720C4CA564}"/>
                    </a:ext>
                  </a:extLst>
                </p14:cNvPr>
                <p14:cNvContentPartPr/>
                <p14:nvPr/>
              </p14:nvContentPartPr>
              <p14:xfrm>
                <a:off x="5692435" y="4918668"/>
                <a:ext cx="63720" cy="3052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CEB0A16-8487-0E12-6355-2D720C4CA56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686315" y="4912548"/>
                  <a:ext cx="759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3E3D156-37FE-E45A-A0C5-475FB2EAB8A5}"/>
                    </a:ext>
                  </a:extLst>
                </p14:cNvPr>
                <p14:cNvContentPartPr/>
                <p14:nvPr/>
              </p14:nvContentPartPr>
              <p14:xfrm>
                <a:off x="5820595" y="4903548"/>
                <a:ext cx="445680" cy="427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3E3D156-37FE-E45A-A0C5-475FB2EAB8A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814475" y="4897428"/>
                  <a:ext cx="4579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20B0C61-73F7-CC0B-4EE5-EBC793DC060C}"/>
                    </a:ext>
                  </a:extLst>
                </p14:cNvPr>
                <p14:cNvContentPartPr/>
                <p14:nvPr/>
              </p14:nvContentPartPr>
              <p14:xfrm>
                <a:off x="6367435" y="5006868"/>
                <a:ext cx="529560" cy="2224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20B0C61-73F7-CC0B-4EE5-EBC793DC060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361315" y="5000748"/>
                  <a:ext cx="541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A78A5AB-217F-7E4B-FE19-B8F43F7C5B55}"/>
                    </a:ext>
                  </a:extLst>
                </p14:cNvPr>
                <p14:cNvContentPartPr/>
                <p14:nvPr/>
              </p14:nvContentPartPr>
              <p14:xfrm>
                <a:off x="7211275" y="5054388"/>
                <a:ext cx="95760" cy="19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A78A5AB-217F-7E4B-FE19-B8F43F7C5B5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205155" y="5048268"/>
                  <a:ext cx="108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ACE822E-FE03-8238-CF09-D8FE6C46223E}"/>
                    </a:ext>
                  </a:extLst>
                </p14:cNvPr>
                <p14:cNvContentPartPr/>
                <p14:nvPr/>
              </p14:nvContentPartPr>
              <p14:xfrm>
                <a:off x="5826715" y="4885188"/>
                <a:ext cx="72720" cy="316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ACE822E-FE03-8238-CF09-D8FE6C46223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20595" y="4879068"/>
                  <a:ext cx="849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88A010C-8928-C6D1-CC97-9C95077734F8}"/>
                    </a:ext>
                  </a:extLst>
                </p14:cNvPr>
                <p14:cNvContentPartPr/>
                <p14:nvPr/>
              </p14:nvContentPartPr>
              <p14:xfrm>
                <a:off x="6154675" y="5029548"/>
                <a:ext cx="108000" cy="470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88A010C-8928-C6D1-CC97-9C95077734F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148555" y="5023428"/>
                  <a:ext cx="12024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348FDD1-20AD-BAE6-4699-B63B44F75900}"/>
                    </a:ext>
                  </a:extLst>
                </p14:cNvPr>
                <p14:cNvContentPartPr/>
                <p14:nvPr/>
              </p14:nvContentPartPr>
              <p14:xfrm>
                <a:off x="6224875" y="4918308"/>
                <a:ext cx="1311120" cy="477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348FDD1-20AD-BAE6-4699-B63B44F7590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218755" y="4912188"/>
                  <a:ext cx="132336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75A4BE5-6125-2722-D625-A865874184F4}"/>
                    </a:ext>
                  </a:extLst>
                </p14:cNvPr>
                <p14:cNvContentPartPr/>
                <p14:nvPr/>
              </p14:nvContentPartPr>
              <p14:xfrm>
                <a:off x="7290835" y="5675388"/>
                <a:ext cx="165600" cy="2120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75A4BE5-6125-2722-D625-A865874184F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284715" y="5669268"/>
                  <a:ext cx="1778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B5F7DC5-96F7-11C9-DC46-08E8794DFF61}"/>
                    </a:ext>
                  </a:extLst>
                </p14:cNvPr>
                <p14:cNvContentPartPr/>
                <p14:nvPr/>
              </p14:nvContentPartPr>
              <p14:xfrm>
                <a:off x="7514035" y="5978148"/>
                <a:ext cx="164520" cy="439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B5F7DC5-96F7-11C9-DC46-08E8794DFF6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507915" y="5972028"/>
                  <a:ext cx="1767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26DE77E-F587-6566-6D7A-9AB6AFD9652B}"/>
                    </a:ext>
                  </a:extLst>
                </p14:cNvPr>
                <p14:cNvContentPartPr/>
                <p14:nvPr/>
              </p14:nvContentPartPr>
              <p14:xfrm>
                <a:off x="951955" y="4010388"/>
                <a:ext cx="27000" cy="68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26DE77E-F587-6566-6D7A-9AB6AFD9652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45835" y="4004268"/>
                  <a:ext cx="39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AAB6716-D05B-8800-1798-78186D67F49D}"/>
                    </a:ext>
                  </a:extLst>
                </p14:cNvPr>
                <p14:cNvContentPartPr/>
                <p14:nvPr/>
              </p14:nvContentPartPr>
              <p14:xfrm>
                <a:off x="849355" y="3846588"/>
                <a:ext cx="5716440" cy="452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AAB6716-D05B-8800-1798-78186D67F49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43235" y="3840468"/>
                  <a:ext cx="572868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9E34A9E-9A51-4C24-732C-26A681B871B9}"/>
                    </a:ext>
                  </a:extLst>
                </p14:cNvPr>
                <p14:cNvContentPartPr/>
                <p14:nvPr/>
              </p14:nvContentPartPr>
              <p14:xfrm>
                <a:off x="1236715" y="4255908"/>
                <a:ext cx="143640" cy="1313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9E34A9E-9A51-4C24-732C-26A681B871B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30595" y="4249788"/>
                  <a:ext cx="155880" cy="13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6E21C8A-5EDE-3D99-06AB-82581B8C9728}"/>
                    </a:ext>
                  </a:extLst>
                </p14:cNvPr>
                <p14:cNvContentPartPr/>
                <p14:nvPr/>
              </p14:nvContentPartPr>
              <p14:xfrm>
                <a:off x="1179475" y="5405028"/>
                <a:ext cx="1610280" cy="514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6E21C8A-5EDE-3D99-06AB-82581B8C972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73355" y="5398908"/>
                  <a:ext cx="162252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E3B47B8-69C4-AD95-C62E-BC0F3552DD07}"/>
                    </a:ext>
                  </a:extLst>
                </p14:cNvPr>
                <p14:cNvContentPartPr/>
                <p14:nvPr/>
              </p14:nvContentPartPr>
              <p14:xfrm>
                <a:off x="3177835" y="5817948"/>
                <a:ext cx="1267200" cy="3600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E3B47B8-69C4-AD95-C62E-BC0F3552DD0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171715" y="5811828"/>
                  <a:ext cx="127944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43C32DE-CC82-EA43-BF41-1FA26296CF05}"/>
                    </a:ext>
                  </a:extLst>
                </p14:cNvPr>
                <p14:cNvContentPartPr/>
                <p14:nvPr/>
              </p14:nvContentPartPr>
              <p14:xfrm>
                <a:off x="4085755" y="5545068"/>
                <a:ext cx="343800" cy="813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43C32DE-CC82-EA43-BF41-1FA26296CF0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079635" y="5538948"/>
                  <a:ext cx="356040" cy="82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BF4AF4B-288F-A375-8315-00E3D199C893}"/>
                    </a:ext>
                  </a:extLst>
                </p14:cNvPr>
                <p14:cNvContentPartPr/>
                <p14:nvPr/>
              </p14:nvContentPartPr>
              <p14:xfrm>
                <a:off x="4963435" y="5801028"/>
                <a:ext cx="621720" cy="519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BF4AF4B-288F-A375-8315-00E3D199C89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957315" y="5794908"/>
                  <a:ext cx="63396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EB86D84-BC2F-2481-066E-23DBC391ED4A}"/>
                    </a:ext>
                  </a:extLst>
                </p14:cNvPr>
                <p14:cNvContentPartPr/>
                <p14:nvPr/>
              </p14:nvContentPartPr>
              <p14:xfrm>
                <a:off x="5631955" y="5775468"/>
                <a:ext cx="34200" cy="4111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EB86D84-BC2F-2481-066E-23DBC391ED4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625835" y="5769348"/>
                  <a:ext cx="4644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B674462-8323-6194-F0E8-09E300B595C4}"/>
                    </a:ext>
                  </a:extLst>
                </p14:cNvPr>
                <p14:cNvContentPartPr/>
                <p14:nvPr/>
              </p14:nvContentPartPr>
              <p14:xfrm>
                <a:off x="5423155" y="5997588"/>
                <a:ext cx="538200" cy="78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B674462-8323-6194-F0E8-09E300B595C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417035" y="5991468"/>
                  <a:ext cx="5504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BCF9733-4FBC-FA50-B633-A59ECC84C259}"/>
                    </a:ext>
                  </a:extLst>
                </p14:cNvPr>
                <p14:cNvContentPartPr/>
                <p14:nvPr/>
              </p14:nvContentPartPr>
              <p14:xfrm>
                <a:off x="5913835" y="5945388"/>
                <a:ext cx="448920" cy="347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BCF9733-4FBC-FA50-B633-A59ECC84C25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907715" y="5939268"/>
                  <a:ext cx="4611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B320ACB-0C3B-E52E-50D8-DE526DECADD5}"/>
                    </a:ext>
                  </a:extLst>
                </p14:cNvPr>
                <p14:cNvContentPartPr/>
                <p14:nvPr/>
              </p14:nvContentPartPr>
              <p14:xfrm>
                <a:off x="6407035" y="5843508"/>
                <a:ext cx="136080" cy="4172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B320ACB-0C3B-E52E-50D8-DE526DECADD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400915" y="5837388"/>
                  <a:ext cx="14832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497F812-76BF-688D-89C0-DA6A4BAC071E}"/>
                    </a:ext>
                  </a:extLst>
                </p14:cNvPr>
                <p14:cNvContentPartPr/>
                <p14:nvPr/>
              </p14:nvContentPartPr>
              <p14:xfrm>
                <a:off x="7068715" y="5793828"/>
                <a:ext cx="52560" cy="512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497F812-76BF-688D-89C0-DA6A4BAC071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062595" y="5787708"/>
                  <a:ext cx="6480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9BD75B6-5A9D-E072-46CB-6474B164A9CF}"/>
                    </a:ext>
                  </a:extLst>
                </p14:cNvPr>
                <p14:cNvContentPartPr/>
                <p14:nvPr/>
              </p14:nvContentPartPr>
              <p14:xfrm>
                <a:off x="6847315" y="6013788"/>
                <a:ext cx="610560" cy="37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9BD75B6-5A9D-E072-46CB-6474B164A9C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841195" y="6007668"/>
                  <a:ext cx="622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5E667BF-F501-D729-E340-E7A51B25D8A9}"/>
                    </a:ext>
                  </a:extLst>
                </p14:cNvPr>
                <p14:cNvContentPartPr/>
                <p14:nvPr/>
              </p14:nvContentPartPr>
              <p14:xfrm>
                <a:off x="7708435" y="5581788"/>
                <a:ext cx="1057320" cy="713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5E667BF-F501-D729-E340-E7A51B25D8A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702315" y="5575668"/>
                  <a:ext cx="106956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E396478-EC6F-C308-5DE7-228E8B78BA46}"/>
                    </a:ext>
                  </a:extLst>
                </p14:cNvPr>
                <p14:cNvContentPartPr/>
                <p14:nvPr/>
              </p14:nvContentPartPr>
              <p14:xfrm>
                <a:off x="8370835" y="5548308"/>
                <a:ext cx="666360" cy="668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E396478-EC6F-C308-5DE7-228E8B78BA4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364715" y="5542188"/>
                  <a:ext cx="678600" cy="68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C65AA2F-C2FE-1508-434D-2EB03CCDE7E1}"/>
                    </a:ext>
                  </a:extLst>
                </p14:cNvPr>
                <p14:cNvContentPartPr/>
                <p14:nvPr/>
              </p14:nvContentPartPr>
              <p14:xfrm>
                <a:off x="9119995" y="5707788"/>
                <a:ext cx="46080" cy="32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C65AA2F-C2FE-1508-434D-2EB03CCDE7E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113875" y="5701668"/>
                  <a:ext cx="58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D1A1EA6-ADF4-441D-CFCC-160A540D7DFE}"/>
                    </a:ext>
                  </a:extLst>
                </p14:cNvPr>
                <p14:cNvContentPartPr/>
                <p14:nvPr/>
              </p14:nvContentPartPr>
              <p14:xfrm>
                <a:off x="9079675" y="5654508"/>
                <a:ext cx="629640" cy="8769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D1A1EA6-ADF4-441D-CFCC-160A540D7DF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073555" y="5648388"/>
                  <a:ext cx="641880" cy="88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9D079E3-EFD7-0BC3-EBF7-6CF0374BF153}"/>
                    </a:ext>
                  </a:extLst>
                </p14:cNvPr>
                <p14:cNvContentPartPr/>
                <p14:nvPr/>
              </p14:nvContentPartPr>
              <p14:xfrm>
                <a:off x="9528955" y="6017028"/>
                <a:ext cx="596160" cy="687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9D079E3-EFD7-0BC3-EBF7-6CF0374BF15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522835" y="6010908"/>
                  <a:ext cx="6084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896A7E0-F69B-D542-7491-44EF863DEE73}"/>
                    </a:ext>
                  </a:extLst>
                </p14:cNvPr>
                <p14:cNvContentPartPr/>
                <p14:nvPr/>
              </p14:nvContentPartPr>
              <p14:xfrm>
                <a:off x="9992995" y="5932428"/>
                <a:ext cx="593640" cy="73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896A7E0-F69B-D542-7491-44EF863DEE7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986875" y="5926308"/>
                  <a:ext cx="6058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FAB5907-1E68-BDCB-B88E-C11F6EEE7968}"/>
                    </a:ext>
                  </a:extLst>
                </p14:cNvPr>
                <p14:cNvContentPartPr/>
                <p14:nvPr/>
              </p14:nvContentPartPr>
              <p14:xfrm>
                <a:off x="10352275" y="5703468"/>
                <a:ext cx="47520" cy="6339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FAB5907-1E68-BDCB-B88E-C11F6EEE796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346155" y="5697348"/>
                  <a:ext cx="5976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2117F5E-F13D-0C38-D107-FA52A2278214}"/>
                    </a:ext>
                  </a:extLst>
                </p14:cNvPr>
                <p14:cNvContentPartPr/>
                <p14:nvPr/>
              </p14:nvContentPartPr>
              <p14:xfrm>
                <a:off x="10693195" y="5761428"/>
                <a:ext cx="994680" cy="3024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2117F5E-F13D-0C38-D107-FA52A227821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687075" y="5755308"/>
                  <a:ext cx="10069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1F6F48D-91B6-06EA-6F45-F4F13C870B32}"/>
                    </a:ext>
                  </a:extLst>
                </p14:cNvPr>
                <p14:cNvContentPartPr/>
                <p14:nvPr/>
              </p14:nvContentPartPr>
              <p14:xfrm>
                <a:off x="10765915" y="5841348"/>
                <a:ext cx="288720" cy="113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1F6F48D-91B6-06EA-6F45-F4F13C870B3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759795" y="5835228"/>
                  <a:ext cx="300960" cy="12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810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2DD4716A-3E62-B46A-E3BA-5A6B96B0686C}"/>
              </a:ext>
            </a:extLst>
          </p:cNvPr>
          <p:cNvSpPr txBox="1"/>
          <p:nvPr/>
        </p:nvSpPr>
        <p:spPr>
          <a:xfrm>
            <a:off x="659153" y="5860409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pip install -r requirements.txt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83C773-044F-37CB-FF1F-A0158B365819}"/>
              </a:ext>
            </a:extLst>
          </p:cNvPr>
          <p:cNvSpPr txBox="1"/>
          <p:nvPr/>
        </p:nvSpPr>
        <p:spPr>
          <a:xfrm>
            <a:off x="481247" y="4168446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conda</a:t>
            </a:r>
            <a:r>
              <a:rPr lang="en-IN" dirty="0"/>
              <a:t> create -p </a:t>
            </a:r>
            <a:r>
              <a:rPr lang="en-IN" dirty="0" err="1"/>
              <a:t>venv</a:t>
            </a:r>
            <a:r>
              <a:rPr lang="en-IN" dirty="0"/>
              <a:t> python==3.11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02F7873-95BF-915B-9376-082E3F0D3BEF}"/>
              </a:ext>
            </a:extLst>
          </p:cNvPr>
          <p:cNvGrpSpPr/>
          <p:nvPr/>
        </p:nvGrpSpPr>
        <p:grpSpPr>
          <a:xfrm>
            <a:off x="-179885" y="163788"/>
            <a:ext cx="11534760" cy="6436440"/>
            <a:chOff x="-179885" y="163788"/>
            <a:chExt cx="11534760" cy="643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D35829E-8011-8E26-A270-A6B1DE577A9F}"/>
                    </a:ext>
                  </a:extLst>
                </p14:cNvPr>
                <p14:cNvContentPartPr/>
                <p14:nvPr/>
              </p14:nvContentPartPr>
              <p14:xfrm>
                <a:off x="1297555" y="549708"/>
                <a:ext cx="686880" cy="608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D35829E-8011-8E26-A270-A6B1DE577A9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91435" y="543588"/>
                  <a:ext cx="69912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B86B9ED-AB50-1548-E004-890CF0A7A26B}"/>
                    </a:ext>
                  </a:extLst>
                </p14:cNvPr>
                <p14:cNvContentPartPr/>
                <p14:nvPr/>
              </p14:nvContentPartPr>
              <p14:xfrm>
                <a:off x="2140675" y="535668"/>
                <a:ext cx="47520" cy="554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B86B9ED-AB50-1548-E004-890CF0A7A26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34555" y="529548"/>
                  <a:ext cx="5976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767D238-26C3-09CE-3C23-956752BE1515}"/>
                    </a:ext>
                  </a:extLst>
                </p14:cNvPr>
                <p14:cNvContentPartPr/>
                <p14:nvPr/>
              </p14:nvContentPartPr>
              <p14:xfrm>
                <a:off x="2073355" y="343068"/>
                <a:ext cx="1007280" cy="1049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767D238-26C3-09CE-3C23-956752BE151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67235" y="336948"/>
                  <a:ext cx="1019520" cy="10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606776D-1F9C-B9E6-572C-748A4CB4C2AA}"/>
                    </a:ext>
                  </a:extLst>
                </p14:cNvPr>
                <p14:cNvContentPartPr/>
                <p14:nvPr/>
              </p14:nvContentPartPr>
              <p14:xfrm>
                <a:off x="3400675" y="473748"/>
                <a:ext cx="79200" cy="686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606776D-1F9C-B9E6-572C-748A4CB4C2A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94555" y="467628"/>
                  <a:ext cx="91440" cy="6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7018FB5-FB95-5535-5568-1260186897E5}"/>
                    </a:ext>
                  </a:extLst>
                </p14:cNvPr>
                <p14:cNvContentPartPr/>
                <p14:nvPr/>
              </p14:nvContentPartPr>
              <p14:xfrm>
                <a:off x="3335875" y="196548"/>
                <a:ext cx="759960" cy="1179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7018FB5-FB95-5535-5568-1260186897E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29755" y="190428"/>
                  <a:ext cx="772200" cy="11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87A2773-A5EB-8494-2C36-E159B1E92F2B}"/>
                    </a:ext>
                  </a:extLst>
                </p14:cNvPr>
                <p14:cNvContentPartPr/>
                <p14:nvPr/>
              </p14:nvContentPartPr>
              <p14:xfrm>
                <a:off x="885715" y="1638348"/>
                <a:ext cx="3766320" cy="232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87A2773-A5EB-8494-2C36-E159B1E92F2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9595" y="1632228"/>
                  <a:ext cx="37785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C857F11-4FA4-B54F-D679-287F8550D0E3}"/>
                    </a:ext>
                  </a:extLst>
                </p14:cNvPr>
                <p14:cNvContentPartPr/>
                <p14:nvPr/>
              </p14:nvContentPartPr>
              <p14:xfrm>
                <a:off x="4739515" y="650868"/>
                <a:ext cx="763560" cy="44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C857F11-4FA4-B54F-D679-287F8550D0E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33395" y="644748"/>
                  <a:ext cx="7758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377445B-5324-091B-511A-26EF04CA01C7}"/>
                    </a:ext>
                  </a:extLst>
                </p14:cNvPr>
                <p14:cNvContentPartPr/>
                <p14:nvPr/>
              </p14:nvContentPartPr>
              <p14:xfrm>
                <a:off x="5126515" y="291588"/>
                <a:ext cx="575280" cy="714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377445B-5324-091B-511A-26EF04CA01C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20395" y="285468"/>
                  <a:ext cx="58752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D258872-6061-2FF0-FB18-931351B39581}"/>
                    </a:ext>
                  </a:extLst>
                </p14:cNvPr>
                <p14:cNvContentPartPr/>
                <p14:nvPr/>
              </p14:nvContentPartPr>
              <p14:xfrm>
                <a:off x="6183115" y="219228"/>
                <a:ext cx="795960" cy="694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D258872-6061-2FF0-FB18-931351B3958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76995" y="213108"/>
                  <a:ext cx="808200" cy="70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1FCF644-69E3-8EE8-C836-CE5B9AA06AED}"/>
                    </a:ext>
                  </a:extLst>
                </p14:cNvPr>
                <p14:cNvContentPartPr/>
                <p14:nvPr/>
              </p14:nvContentPartPr>
              <p14:xfrm>
                <a:off x="7061875" y="503988"/>
                <a:ext cx="733320" cy="271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1FCF644-69E3-8EE8-C836-CE5B9AA06A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55755" y="497868"/>
                  <a:ext cx="7455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1FC7DE3-9124-52D7-9F61-200D1B961059}"/>
                    </a:ext>
                  </a:extLst>
                </p14:cNvPr>
                <p14:cNvContentPartPr/>
                <p14:nvPr/>
              </p14:nvContentPartPr>
              <p14:xfrm>
                <a:off x="7946755" y="460788"/>
                <a:ext cx="960120" cy="251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1FC7DE3-9124-52D7-9F61-200D1B96105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40635" y="454668"/>
                  <a:ext cx="9723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5D4EB43-991B-53C0-97C2-08AD4CB62F06}"/>
                    </a:ext>
                  </a:extLst>
                </p14:cNvPr>
                <p14:cNvContentPartPr/>
                <p14:nvPr/>
              </p14:nvContentPartPr>
              <p14:xfrm>
                <a:off x="9139075" y="532428"/>
                <a:ext cx="235800" cy="226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5D4EB43-991B-53C0-97C2-08AD4CB62F0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32955" y="526308"/>
                  <a:ext cx="2480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513214F-F1AC-900F-AB49-61F7BB90F58A}"/>
                    </a:ext>
                  </a:extLst>
                </p14:cNvPr>
                <p14:cNvContentPartPr/>
                <p14:nvPr/>
              </p14:nvContentPartPr>
              <p14:xfrm>
                <a:off x="9656035" y="163788"/>
                <a:ext cx="275400" cy="624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513214F-F1AC-900F-AB49-61F7BB90F58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49915" y="157668"/>
                  <a:ext cx="28764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4B479A7-FBBE-D60F-8F43-138C1479C789}"/>
                    </a:ext>
                  </a:extLst>
                </p14:cNvPr>
                <p14:cNvContentPartPr/>
                <p14:nvPr/>
              </p14:nvContentPartPr>
              <p14:xfrm>
                <a:off x="7430155" y="1374108"/>
                <a:ext cx="117720" cy="723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4B479A7-FBBE-D60F-8F43-138C1479C78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24035" y="1367988"/>
                  <a:ext cx="12996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A1FF2E5-CBB9-6D3C-06B6-841969543DB7}"/>
                    </a:ext>
                  </a:extLst>
                </p14:cNvPr>
                <p14:cNvContentPartPr/>
                <p14:nvPr/>
              </p14:nvContentPartPr>
              <p14:xfrm>
                <a:off x="7501795" y="1171428"/>
                <a:ext cx="342000" cy="555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A1FF2E5-CBB9-6D3C-06B6-841969543D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495675" y="1165308"/>
                  <a:ext cx="35424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18CE453-78A5-598E-AADF-3A347A6A902B}"/>
                    </a:ext>
                  </a:extLst>
                </p14:cNvPr>
                <p14:cNvContentPartPr/>
                <p14:nvPr/>
              </p14:nvContentPartPr>
              <p14:xfrm>
                <a:off x="7921555" y="1567788"/>
                <a:ext cx="876240" cy="422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18CE453-78A5-598E-AADF-3A347A6A902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15435" y="1561668"/>
                  <a:ext cx="88848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ACA3350-D3D6-D6DB-2BEE-FC49B1916AFB}"/>
                    </a:ext>
                  </a:extLst>
                </p14:cNvPr>
                <p14:cNvContentPartPr/>
                <p14:nvPr/>
              </p14:nvContentPartPr>
              <p14:xfrm>
                <a:off x="8927395" y="1480308"/>
                <a:ext cx="844200" cy="446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ACA3350-D3D6-D6DB-2BEE-FC49B1916AF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921275" y="1474188"/>
                  <a:ext cx="8564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952DAC-906D-BE61-14C6-6F3B3F3D099F}"/>
                    </a:ext>
                  </a:extLst>
                </p14:cNvPr>
                <p14:cNvContentPartPr/>
                <p14:nvPr/>
              </p14:nvContentPartPr>
              <p14:xfrm>
                <a:off x="9961675" y="1361508"/>
                <a:ext cx="271800" cy="667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952DAC-906D-BE61-14C6-6F3B3F3D099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955555" y="1355388"/>
                  <a:ext cx="28404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98C16D7-7746-750C-2297-810FBA536F95}"/>
                    </a:ext>
                  </a:extLst>
                </p14:cNvPr>
                <p14:cNvContentPartPr/>
                <p14:nvPr/>
              </p14:nvContentPartPr>
              <p14:xfrm>
                <a:off x="10230595" y="1554468"/>
                <a:ext cx="53280" cy="65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98C16D7-7746-750C-2297-810FBA536F9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224475" y="1548348"/>
                  <a:ext cx="655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3FAEB58-52B1-039A-A5EC-66FB962F565E}"/>
                    </a:ext>
                  </a:extLst>
                </p14:cNvPr>
                <p14:cNvContentPartPr/>
                <p14:nvPr/>
              </p14:nvContentPartPr>
              <p14:xfrm>
                <a:off x="9622915" y="1274028"/>
                <a:ext cx="228960" cy="958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3FAEB58-52B1-039A-A5EC-66FB962F565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16795" y="1267908"/>
                  <a:ext cx="241200" cy="9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2715815-24B7-E202-59B3-01B43AE7D131}"/>
                    </a:ext>
                  </a:extLst>
                </p14:cNvPr>
                <p14:cNvContentPartPr/>
                <p14:nvPr/>
              </p14:nvContentPartPr>
              <p14:xfrm>
                <a:off x="9713275" y="1722948"/>
                <a:ext cx="209160" cy="209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2715815-24B7-E202-59B3-01B43AE7D13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707155" y="1716828"/>
                  <a:ext cx="2214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D8108AC-E06D-D58B-0D24-3141D46AA19A}"/>
                    </a:ext>
                  </a:extLst>
                </p14:cNvPr>
                <p14:cNvContentPartPr/>
                <p14:nvPr/>
              </p14:nvContentPartPr>
              <p14:xfrm>
                <a:off x="9835675" y="1699908"/>
                <a:ext cx="965880" cy="97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D8108AC-E06D-D58B-0D24-3141D46AA19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829555" y="1693788"/>
                  <a:ext cx="9781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6C6C407-D854-C752-D6F5-46B38EF0F32B}"/>
                    </a:ext>
                  </a:extLst>
                </p14:cNvPr>
                <p14:cNvContentPartPr/>
                <p14:nvPr/>
              </p14:nvContentPartPr>
              <p14:xfrm>
                <a:off x="10632355" y="1792428"/>
                <a:ext cx="12240" cy="16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6C6C407-D854-C752-D6F5-46B38EF0F32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26235" y="1786308"/>
                  <a:ext cx="24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C3A2F9B-6870-3A76-BCED-E259AE7C2D4B}"/>
                    </a:ext>
                  </a:extLst>
                </p14:cNvPr>
                <p14:cNvContentPartPr/>
                <p14:nvPr/>
              </p14:nvContentPartPr>
              <p14:xfrm>
                <a:off x="6111475" y="1131468"/>
                <a:ext cx="3180240" cy="57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C3A2F9B-6870-3A76-BCED-E259AE7C2D4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05355" y="1125348"/>
                  <a:ext cx="3192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A1E4088-4478-2C2C-7A1F-A0BB5D1BE567}"/>
                    </a:ext>
                  </a:extLst>
                </p14:cNvPr>
                <p14:cNvContentPartPr/>
                <p14:nvPr/>
              </p14:nvContentPartPr>
              <p14:xfrm>
                <a:off x="6110395" y="2995908"/>
                <a:ext cx="3676680" cy="293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A1E4088-4478-2C2C-7A1F-A0BB5D1BE56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04275" y="2989788"/>
                  <a:ext cx="36889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FD437D-588B-1CBF-3C65-7F80B9C45094}"/>
                    </a:ext>
                  </a:extLst>
                </p14:cNvPr>
                <p14:cNvContentPartPr/>
                <p14:nvPr/>
              </p14:nvContentPartPr>
              <p14:xfrm>
                <a:off x="734875" y="2563908"/>
                <a:ext cx="40320" cy="55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FD437D-588B-1CBF-3C65-7F80B9C4509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8755" y="2557788"/>
                  <a:ext cx="5256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6A223AF-B985-9108-1DF6-9E5BE41BCF4D}"/>
                    </a:ext>
                  </a:extLst>
                </p14:cNvPr>
                <p14:cNvContentPartPr/>
                <p14:nvPr/>
              </p14:nvContentPartPr>
              <p14:xfrm>
                <a:off x="665755" y="2156028"/>
                <a:ext cx="649080" cy="916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6A223AF-B985-9108-1DF6-9E5BE41BCF4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9635" y="2149908"/>
                  <a:ext cx="661320" cy="9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5F5EDC1-E2A6-4509-54AF-4F6E3906C9EC}"/>
                    </a:ext>
                  </a:extLst>
                </p14:cNvPr>
                <p14:cNvContentPartPr/>
                <p14:nvPr/>
              </p14:nvContentPartPr>
              <p14:xfrm>
                <a:off x="1468195" y="2588028"/>
                <a:ext cx="621360" cy="467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5F5EDC1-E2A6-4509-54AF-4F6E3906C9E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62075" y="2581908"/>
                  <a:ext cx="63360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21B27BC-5DBB-EC19-3B24-61EF80BA9B78}"/>
                    </a:ext>
                  </a:extLst>
                </p14:cNvPr>
                <p14:cNvContentPartPr/>
                <p14:nvPr/>
              </p14:nvContentPartPr>
              <p14:xfrm>
                <a:off x="2440195" y="2394708"/>
                <a:ext cx="118080" cy="555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21B27BC-5DBB-EC19-3B24-61EF80BA9B7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34075" y="2388588"/>
                  <a:ext cx="13032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EA073C1-BF72-D03E-44DF-8A5B971A7652}"/>
                    </a:ext>
                  </a:extLst>
                </p14:cNvPr>
                <p14:cNvContentPartPr/>
                <p14:nvPr/>
              </p14:nvContentPartPr>
              <p14:xfrm>
                <a:off x="2269915" y="2586588"/>
                <a:ext cx="453600" cy="213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EA073C1-BF72-D03E-44DF-8A5B971A765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63795" y="2580468"/>
                  <a:ext cx="4658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F4D8044-C1C5-F0C2-71E6-B8B7CB6CF0B6}"/>
                    </a:ext>
                  </a:extLst>
                </p14:cNvPr>
                <p14:cNvContentPartPr/>
                <p14:nvPr/>
              </p14:nvContentPartPr>
              <p14:xfrm>
                <a:off x="3007915" y="2177628"/>
                <a:ext cx="698400" cy="1343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F4D8044-C1C5-F0C2-71E6-B8B7CB6CF0B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001795" y="2171508"/>
                  <a:ext cx="710640" cy="13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00E6960-2F44-9AB4-8025-9BB49754A152}"/>
                    </a:ext>
                  </a:extLst>
                </p14:cNvPr>
                <p14:cNvContentPartPr/>
                <p14:nvPr/>
              </p14:nvContentPartPr>
              <p14:xfrm>
                <a:off x="3912595" y="2122908"/>
                <a:ext cx="145800" cy="1012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00E6960-2F44-9AB4-8025-9BB49754A15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906475" y="2116788"/>
                  <a:ext cx="158040" cy="10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3422CB8-FB14-332B-188D-985622AF0CCF}"/>
                    </a:ext>
                  </a:extLst>
                </p14:cNvPr>
                <p14:cNvContentPartPr/>
                <p14:nvPr/>
              </p14:nvContentPartPr>
              <p14:xfrm>
                <a:off x="4210315" y="2043708"/>
                <a:ext cx="1317960" cy="941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3422CB8-FB14-332B-188D-985622AF0CC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204195" y="2037588"/>
                  <a:ext cx="1330200" cy="9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636C1B4-4015-CE94-7ADC-F837DDF039D5}"/>
                    </a:ext>
                  </a:extLst>
                </p14:cNvPr>
                <p14:cNvContentPartPr/>
                <p14:nvPr/>
              </p14:nvContentPartPr>
              <p14:xfrm>
                <a:off x="5823475" y="3086988"/>
                <a:ext cx="1504080" cy="985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636C1B4-4015-CE94-7ADC-F837DDF039D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17355" y="3080868"/>
                  <a:ext cx="1516320" cy="9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AEC65CA-341A-0DA4-4304-A906F4741190}"/>
                    </a:ext>
                  </a:extLst>
                </p14:cNvPr>
                <p14:cNvContentPartPr/>
                <p14:nvPr/>
              </p14:nvContentPartPr>
              <p14:xfrm>
                <a:off x="7386955" y="3620868"/>
                <a:ext cx="82440" cy="510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AEC65CA-341A-0DA4-4304-A906F474119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80835" y="3614748"/>
                  <a:ext cx="9468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0F9050C-051D-72DC-4FE4-9091F2F41522}"/>
                    </a:ext>
                  </a:extLst>
                </p14:cNvPr>
                <p14:cNvContentPartPr/>
                <p14:nvPr/>
              </p14:nvContentPartPr>
              <p14:xfrm>
                <a:off x="7397035" y="3525108"/>
                <a:ext cx="670320" cy="740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0F9050C-051D-72DC-4FE4-9091F2F4152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90915" y="3518988"/>
                  <a:ext cx="682560" cy="75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7969F43-8C33-0C32-7507-8C0C173C8280}"/>
                    </a:ext>
                  </a:extLst>
                </p14:cNvPr>
                <p14:cNvContentPartPr/>
                <p14:nvPr/>
              </p14:nvContentPartPr>
              <p14:xfrm>
                <a:off x="7614115" y="4424748"/>
                <a:ext cx="536400" cy="554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7969F43-8C33-0C32-7507-8C0C173C828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07995" y="4418628"/>
                  <a:ext cx="54864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ECFDB88-7BA2-2433-3FAA-8B3518564072}"/>
                    </a:ext>
                  </a:extLst>
                </p14:cNvPr>
                <p14:cNvContentPartPr/>
                <p14:nvPr/>
              </p14:nvContentPartPr>
              <p14:xfrm>
                <a:off x="7768195" y="5354988"/>
                <a:ext cx="75240" cy="324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ECFDB88-7BA2-2433-3FAA-8B351856407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62075" y="5348868"/>
                  <a:ext cx="8748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15006A6-2A75-74D0-B45D-BD5D11334A40}"/>
                    </a:ext>
                  </a:extLst>
                </p14:cNvPr>
                <p14:cNvContentPartPr/>
                <p14:nvPr/>
              </p14:nvContentPartPr>
              <p14:xfrm>
                <a:off x="7973395" y="5280108"/>
                <a:ext cx="219240" cy="489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15006A6-2A75-74D0-B45D-BD5D11334A4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967275" y="5273988"/>
                  <a:ext cx="23148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1624D4-F98F-441F-90B3-43D1FFC00003}"/>
                    </a:ext>
                  </a:extLst>
                </p14:cNvPr>
                <p14:cNvContentPartPr/>
                <p14:nvPr/>
              </p14:nvContentPartPr>
              <p14:xfrm>
                <a:off x="1217635" y="3185988"/>
                <a:ext cx="177480" cy="565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21624D4-F98F-441F-90B3-43D1FFC0000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211515" y="3179868"/>
                  <a:ext cx="18972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942B893-9338-7535-9575-D690C314AEBE}"/>
                    </a:ext>
                  </a:extLst>
                </p14:cNvPr>
                <p14:cNvContentPartPr/>
                <p14:nvPr/>
              </p14:nvContentPartPr>
              <p14:xfrm>
                <a:off x="722995" y="3574068"/>
                <a:ext cx="690120" cy="399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942B893-9338-7535-9575-D690C314AEB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6875" y="3567948"/>
                  <a:ext cx="7023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AC6423C-9DC4-3323-147C-524493C39561}"/>
                    </a:ext>
                  </a:extLst>
                </p14:cNvPr>
                <p14:cNvContentPartPr/>
                <p14:nvPr/>
              </p14:nvContentPartPr>
              <p14:xfrm>
                <a:off x="-179885" y="2671548"/>
                <a:ext cx="990000" cy="2242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AC6423C-9DC4-3323-147C-524493C3956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-186005" y="2665428"/>
                  <a:ext cx="1002240" cy="22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4CB8E56-32D5-3879-21AC-38223757677F}"/>
                    </a:ext>
                  </a:extLst>
                </p14:cNvPr>
                <p14:cNvContentPartPr/>
                <p14:nvPr/>
              </p14:nvContentPartPr>
              <p14:xfrm>
                <a:off x="708595" y="4594308"/>
                <a:ext cx="294120" cy="387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4CB8E56-32D5-3879-21AC-38223757677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2475" y="4588188"/>
                  <a:ext cx="30636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BE37904-1EEB-DB47-949E-D63CBD09626D}"/>
                    </a:ext>
                  </a:extLst>
                </p14:cNvPr>
                <p14:cNvContentPartPr/>
                <p14:nvPr/>
              </p14:nvContentPartPr>
              <p14:xfrm>
                <a:off x="1112155" y="4613748"/>
                <a:ext cx="531000" cy="402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BE37904-1EEB-DB47-949E-D63CBD09626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06035" y="4607628"/>
                  <a:ext cx="54324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935199F-BE4B-50B0-81BA-6ABEB269128F}"/>
                    </a:ext>
                  </a:extLst>
                </p14:cNvPr>
                <p14:cNvContentPartPr/>
                <p14:nvPr/>
              </p14:nvContentPartPr>
              <p14:xfrm>
                <a:off x="1563595" y="4868268"/>
                <a:ext cx="1074240" cy="349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935199F-BE4B-50B0-81BA-6ABEB269128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57475" y="4862148"/>
                  <a:ext cx="10864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D2F7851-664E-891A-8579-18248DCDE9B0}"/>
                    </a:ext>
                  </a:extLst>
                </p14:cNvPr>
                <p14:cNvContentPartPr/>
                <p14:nvPr/>
              </p14:nvContentPartPr>
              <p14:xfrm>
                <a:off x="2827195" y="4980588"/>
                <a:ext cx="58680" cy="69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D2F7851-664E-891A-8579-18248DCDE9B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21075" y="4974468"/>
                  <a:ext cx="709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971DA0E-AD08-8D06-CF88-8AD503D41045}"/>
                    </a:ext>
                  </a:extLst>
                </p14:cNvPr>
                <p14:cNvContentPartPr/>
                <p14:nvPr/>
              </p14:nvContentPartPr>
              <p14:xfrm>
                <a:off x="2756995" y="5024148"/>
                <a:ext cx="60840" cy="201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971DA0E-AD08-8D06-CF88-8AD503D4104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50875" y="5018028"/>
                  <a:ext cx="730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C84D607-A404-E5DD-9E23-BEEAC6E32974}"/>
                    </a:ext>
                  </a:extLst>
                </p14:cNvPr>
                <p14:cNvContentPartPr/>
                <p14:nvPr/>
              </p14:nvContentPartPr>
              <p14:xfrm>
                <a:off x="2915035" y="4734348"/>
                <a:ext cx="61920" cy="54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C84D607-A404-E5DD-9E23-BEEAC6E3297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08915" y="4728228"/>
                  <a:ext cx="741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8F70123-2C7C-97AD-BED7-D46322C7787A}"/>
                    </a:ext>
                  </a:extLst>
                </p14:cNvPr>
                <p14:cNvContentPartPr/>
                <p14:nvPr/>
              </p14:nvContentPartPr>
              <p14:xfrm>
                <a:off x="2942395" y="4928028"/>
                <a:ext cx="327600" cy="251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8F70123-2C7C-97AD-BED7-D46322C778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936275" y="4921908"/>
                  <a:ext cx="3398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26A41C3-7EAB-2F42-CE1B-7957441DF684}"/>
                    </a:ext>
                  </a:extLst>
                </p14:cNvPr>
                <p14:cNvContentPartPr/>
                <p14:nvPr/>
              </p14:nvContentPartPr>
              <p14:xfrm>
                <a:off x="3437755" y="5033508"/>
                <a:ext cx="1385280" cy="250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26A41C3-7EAB-2F42-CE1B-7957441DF68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31635" y="5027388"/>
                  <a:ext cx="13975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FA7CEE7-4A79-411A-AFEF-99A3670DFA08}"/>
                    </a:ext>
                  </a:extLst>
                </p14:cNvPr>
                <p14:cNvContentPartPr/>
                <p14:nvPr/>
              </p14:nvContentPartPr>
              <p14:xfrm>
                <a:off x="5626195" y="5641548"/>
                <a:ext cx="197640" cy="157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FA7CEE7-4A79-411A-AFEF-99A3670DFA0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20075" y="5635428"/>
                  <a:ext cx="2098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AC5C779-F37D-1F68-1D67-7E67B818AAFC}"/>
                    </a:ext>
                  </a:extLst>
                </p14:cNvPr>
                <p14:cNvContentPartPr/>
                <p14:nvPr/>
              </p14:nvContentPartPr>
              <p14:xfrm>
                <a:off x="5768035" y="4699068"/>
                <a:ext cx="216360" cy="690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AC5C779-F37D-1F68-1D67-7E67B818AAF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761915" y="4692948"/>
                  <a:ext cx="22860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4FE607D-AB52-5FA2-55F1-79DF908BD97C}"/>
                    </a:ext>
                  </a:extLst>
                </p14:cNvPr>
                <p14:cNvContentPartPr/>
                <p14:nvPr/>
              </p14:nvContentPartPr>
              <p14:xfrm>
                <a:off x="5412355" y="5118468"/>
                <a:ext cx="559800" cy="154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4FE607D-AB52-5FA2-55F1-79DF908BD97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406235" y="5112348"/>
                  <a:ext cx="5720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842D5FF-EA4C-E7ED-5C90-03BEF732F81B}"/>
                    </a:ext>
                  </a:extLst>
                </p14:cNvPr>
                <p14:cNvContentPartPr/>
                <p14:nvPr/>
              </p14:nvContentPartPr>
              <p14:xfrm>
                <a:off x="3340555" y="5616708"/>
                <a:ext cx="212760" cy="133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842D5FF-EA4C-E7ED-5C90-03BEF732F81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34435" y="5610588"/>
                  <a:ext cx="225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BEA0360-2AFF-5D7D-1E6C-0D55013E254A}"/>
                    </a:ext>
                  </a:extLst>
                </p14:cNvPr>
                <p14:cNvContentPartPr/>
                <p14:nvPr/>
              </p14:nvContentPartPr>
              <p14:xfrm>
                <a:off x="1685275" y="5469108"/>
                <a:ext cx="344160" cy="451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BEA0360-2AFF-5D7D-1E6C-0D55013E254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679155" y="5462988"/>
                  <a:ext cx="35640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0CF1606-A4A2-6CB1-F4A0-EF2D8A081576}"/>
                    </a:ext>
                  </a:extLst>
                </p14:cNvPr>
                <p14:cNvContentPartPr/>
                <p14:nvPr/>
              </p14:nvContentPartPr>
              <p14:xfrm>
                <a:off x="2813875" y="2599548"/>
                <a:ext cx="43560" cy="32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0CF1606-A4A2-6CB1-F4A0-EF2D8A08157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807755" y="2593428"/>
                  <a:ext cx="55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E818CFD-5157-F8E7-51A9-AB03D85B96A8}"/>
                    </a:ext>
                  </a:extLst>
                </p14:cNvPr>
                <p14:cNvContentPartPr/>
                <p14:nvPr/>
              </p14:nvContentPartPr>
              <p14:xfrm>
                <a:off x="8403595" y="3385068"/>
                <a:ext cx="408240" cy="711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E818CFD-5157-F8E7-51A9-AB03D85B96A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397475" y="3378948"/>
                  <a:ext cx="420480" cy="72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61B7C91-AFFF-2658-9CED-67BA972455F4}"/>
                    </a:ext>
                  </a:extLst>
                </p14:cNvPr>
                <p14:cNvContentPartPr/>
                <p14:nvPr/>
              </p14:nvContentPartPr>
              <p14:xfrm>
                <a:off x="8970955" y="3277788"/>
                <a:ext cx="1000800" cy="750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61B7C91-AFFF-2658-9CED-67BA972455F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964835" y="3271668"/>
                  <a:ext cx="101304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4974118-83DC-019E-AED5-16711A583BB5}"/>
                    </a:ext>
                  </a:extLst>
                </p14:cNvPr>
                <p14:cNvContentPartPr/>
                <p14:nvPr/>
              </p14:nvContentPartPr>
              <p14:xfrm>
                <a:off x="10522555" y="3887988"/>
                <a:ext cx="27000" cy="1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4974118-83DC-019E-AED5-16711A583BB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516435" y="3881868"/>
                  <a:ext cx="3924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12A9D6C-CF98-1C00-194A-28F25B823E87}"/>
                    </a:ext>
                  </a:extLst>
                </p14:cNvPr>
                <p14:cNvContentPartPr/>
                <p14:nvPr/>
              </p14:nvContentPartPr>
              <p14:xfrm>
                <a:off x="10657555" y="4075548"/>
                <a:ext cx="231840" cy="201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12A9D6C-CF98-1C00-194A-28F25B823E8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651435" y="4069428"/>
                  <a:ext cx="2440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9D000EF-80FD-E138-77E3-DE5C4CED8208}"/>
                    </a:ext>
                  </a:extLst>
                </p14:cNvPr>
                <p14:cNvContentPartPr/>
                <p14:nvPr/>
              </p14:nvContentPartPr>
              <p14:xfrm>
                <a:off x="8696995" y="4608348"/>
                <a:ext cx="344160" cy="346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9D000EF-80FD-E138-77E3-DE5C4CED820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690875" y="4602228"/>
                  <a:ext cx="3564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888D053-0F0F-FF6A-6376-355F630EE61A}"/>
                    </a:ext>
                  </a:extLst>
                </p14:cNvPr>
                <p14:cNvContentPartPr/>
                <p14:nvPr/>
              </p14:nvContentPartPr>
              <p14:xfrm>
                <a:off x="8601595" y="4561548"/>
                <a:ext cx="1398240" cy="1073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888D053-0F0F-FF6A-6376-355F630EE61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595475" y="4555428"/>
                  <a:ext cx="1410480" cy="10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E3069DA-0428-D0AB-7EE3-C206C764D526}"/>
                    </a:ext>
                  </a:extLst>
                </p14:cNvPr>
                <p14:cNvContentPartPr/>
                <p14:nvPr/>
              </p14:nvContentPartPr>
              <p14:xfrm>
                <a:off x="8405035" y="5809668"/>
                <a:ext cx="316440" cy="309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E3069DA-0428-D0AB-7EE3-C206C764D52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398915" y="5803548"/>
                  <a:ext cx="3286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508F766-8CF0-A923-0EC5-0A3FFBEC810A}"/>
                    </a:ext>
                  </a:extLst>
                </p14:cNvPr>
                <p14:cNvContentPartPr/>
                <p14:nvPr/>
              </p14:nvContentPartPr>
              <p14:xfrm>
                <a:off x="8265355" y="5808588"/>
                <a:ext cx="812880" cy="639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508F766-8CF0-A923-0EC5-0A3FFBEC810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259235" y="5802468"/>
                  <a:ext cx="825120" cy="65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A8303BA-CE6E-B2B5-0EAC-96ED0A6DC919}"/>
                    </a:ext>
                  </a:extLst>
                </p14:cNvPr>
                <p14:cNvContentPartPr/>
                <p14:nvPr/>
              </p14:nvContentPartPr>
              <p14:xfrm>
                <a:off x="5026795" y="3698988"/>
                <a:ext cx="570600" cy="533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A8303BA-CE6E-B2B5-0EAC-96ED0A6DC91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020675" y="3692868"/>
                  <a:ext cx="58284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5B9CB9F-4380-8CBB-C8A5-4B0F5958AC40}"/>
                    </a:ext>
                  </a:extLst>
                </p14:cNvPr>
                <p14:cNvContentPartPr/>
                <p14:nvPr/>
              </p14:nvContentPartPr>
              <p14:xfrm>
                <a:off x="5702515" y="4054308"/>
                <a:ext cx="765720" cy="446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5B9CB9F-4380-8CBB-C8A5-4B0F5958AC4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696395" y="4048188"/>
                  <a:ext cx="77796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535CC21-D4A9-4AA5-093A-B86F90F7D62B}"/>
                    </a:ext>
                  </a:extLst>
                </p14:cNvPr>
                <p14:cNvContentPartPr/>
                <p14:nvPr/>
              </p14:nvContentPartPr>
              <p14:xfrm>
                <a:off x="6589555" y="4408908"/>
                <a:ext cx="313200" cy="235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535CC21-D4A9-4AA5-093A-B86F90F7D62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583435" y="4402788"/>
                  <a:ext cx="3254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A4CF1DD-E29B-EA0F-84FD-3A7E098D322B}"/>
                    </a:ext>
                  </a:extLst>
                </p14:cNvPr>
                <p14:cNvContentPartPr/>
                <p14:nvPr/>
              </p14:nvContentPartPr>
              <p14:xfrm>
                <a:off x="4951915" y="3183468"/>
                <a:ext cx="2136240" cy="1731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A4CF1DD-E29B-EA0F-84FD-3A7E098D322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945795" y="3177348"/>
                  <a:ext cx="2148480" cy="174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9768C92-C4CE-6429-0408-222C23E76F21}"/>
                    </a:ext>
                  </a:extLst>
                </p14:cNvPr>
                <p14:cNvContentPartPr/>
                <p14:nvPr/>
              </p14:nvContentPartPr>
              <p14:xfrm>
                <a:off x="5032555" y="2835348"/>
                <a:ext cx="10080" cy="14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9768C92-C4CE-6429-0408-222C23E76F2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26435" y="2829228"/>
                  <a:ext cx="22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4429B57-0C09-30B5-F753-9CB818F0643E}"/>
                    </a:ext>
                  </a:extLst>
                </p14:cNvPr>
                <p14:cNvContentPartPr/>
                <p14:nvPr/>
              </p14:nvContentPartPr>
              <p14:xfrm>
                <a:off x="4676875" y="3803028"/>
                <a:ext cx="28080" cy="19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4429B57-0C09-30B5-F753-9CB818F0643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670755" y="3796908"/>
                  <a:ext cx="403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65C6E27-AB4B-F2FE-2F66-8EFCEE292A20}"/>
                    </a:ext>
                  </a:extLst>
                </p14:cNvPr>
                <p14:cNvContentPartPr/>
                <p14:nvPr/>
              </p14:nvContentPartPr>
              <p14:xfrm>
                <a:off x="4909435" y="4966548"/>
                <a:ext cx="448920" cy="615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65C6E27-AB4B-F2FE-2F66-8EFCEE292A2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903315" y="4960428"/>
                  <a:ext cx="46116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A9C0890-A12C-AEE5-FCB0-96A9CA893702}"/>
                    </a:ext>
                  </a:extLst>
                </p14:cNvPr>
                <p14:cNvContentPartPr/>
                <p14:nvPr/>
              </p14:nvContentPartPr>
              <p14:xfrm>
                <a:off x="4286995" y="6052668"/>
                <a:ext cx="772200" cy="231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A9C0890-A12C-AEE5-FCB0-96A9CA89370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80875" y="6046548"/>
                  <a:ext cx="7844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329D6ED-0F7B-DB15-86E4-279F69A9A633}"/>
                    </a:ext>
                  </a:extLst>
                </p14:cNvPr>
                <p14:cNvContentPartPr/>
                <p14:nvPr/>
              </p14:nvContentPartPr>
              <p14:xfrm>
                <a:off x="1929715" y="6185148"/>
                <a:ext cx="1591200" cy="255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329D6ED-0F7B-DB15-86E4-279F69A9A63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923595" y="6179028"/>
                  <a:ext cx="16034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F261D47-3641-56EF-C961-DE2075296EB6}"/>
                    </a:ext>
                  </a:extLst>
                </p14:cNvPr>
                <p14:cNvContentPartPr/>
                <p14:nvPr/>
              </p14:nvContentPartPr>
              <p14:xfrm>
                <a:off x="4659955" y="6368388"/>
                <a:ext cx="893880" cy="153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F261D47-3641-56EF-C961-DE2075296EB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53835" y="6362268"/>
                  <a:ext cx="9061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24E0E6B-1628-037E-C8B9-08D031E23C20}"/>
                    </a:ext>
                  </a:extLst>
                </p14:cNvPr>
                <p14:cNvContentPartPr/>
                <p14:nvPr/>
              </p14:nvContentPartPr>
              <p14:xfrm>
                <a:off x="5758675" y="5639388"/>
                <a:ext cx="628200" cy="960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24E0E6B-1628-037E-C8B9-08D031E23C2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752555" y="5633268"/>
                  <a:ext cx="640440" cy="9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8EBC113-1642-8140-3F82-67EE819EE749}"/>
                    </a:ext>
                  </a:extLst>
                </p14:cNvPr>
                <p14:cNvContentPartPr/>
                <p14:nvPr/>
              </p14:nvContentPartPr>
              <p14:xfrm>
                <a:off x="6718075" y="5956188"/>
                <a:ext cx="119880" cy="61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8EBC113-1642-8140-3F82-67EE819EE74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711955" y="5950068"/>
                  <a:ext cx="1321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A8E05DA-F83B-B6AE-8BBF-E17AE9863713}"/>
                    </a:ext>
                  </a:extLst>
                </p14:cNvPr>
                <p14:cNvContentPartPr/>
                <p14:nvPr/>
              </p14:nvContentPartPr>
              <p14:xfrm>
                <a:off x="6748315" y="5938908"/>
                <a:ext cx="389880" cy="645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A8E05DA-F83B-B6AE-8BBF-E17AE986371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742195" y="5932788"/>
                  <a:ext cx="402120" cy="6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3D45FBB-7C13-1D7A-C098-F6AA647AD9A3}"/>
                    </a:ext>
                  </a:extLst>
                </p14:cNvPr>
                <p14:cNvContentPartPr/>
                <p14:nvPr/>
              </p14:nvContentPartPr>
              <p14:xfrm>
                <a:off x="7117315" y="6131148"/>
                <a:ext cx="292320" cy="420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3D45FBB-7C13-1D7A-C098-F6AA647AD9A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11195" y="6125028"/>
                  <a:ext cx="30456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B191DB3-0AD3-CF82-8A1C-474FFB05CDAA}"/>
                    </a:ext>
                  </a:extLst>
                </p14:cNvPr>
                <p14:cNvContentPartPr/>
                <p14:nvPr/>
              </p14:nvContentPartPr>
              <p14:xfrm>
                <a:off x="7293355" y="6164628"/>
                <a:ext cx="333000" cy="343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B191DB3-0AD3-CF82-8A1C-474FFB05CDA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287235" y="6158508"/>
                  <a:ext cx="3452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F6E5437-E45B-B200-4398-E3834EA805C1}"/>
                    </a:ext>
                  </a:extLst>
                </p14:cNvPr>
                <p14:cNvContentPartPr/>
                <p14:nvPr/>
              </p14:nvContentPartPr>
              <p14:xfrm>
                <a:off x="7634995" y="6184068"/>
                <a:ext cx="288000" cy="363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F6E5437-E45B-B200-4398-E3834EA805C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28875" y="6177948"/>
                  <a:ext cx="3002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0CD0607-CB59-12E1-17E2-F213BDDE4CA5}"/>
                    </a:ext>
                  </a:extLst>
                </p14:cNvPr>
                <p14:cNvContentPartPr/>
                <p14:nvPr/>
              </p14:nvContentPartPr>
              <p14:xfrm>
                <a:off x="8079595" y="6185148"/>
                <a:ext cx="40320" cy="37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0CD0607-CB59-12E1-17E2-F213BDDE4CA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73475" y="6179028"/>
                  <a:ext cx="525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F4C66DB-89B1-6D10-053F-137B0DFD3355}"/>
                    </a:ext>
                  </a:extLst>
                </p14:cNvPr>
                <p14:cNvContentPartPr/>
                <p14:nvPr/>
              </p14:nvContentPartPr>
              <p14:xfrm>
                <a:off x="8296675" y="6203868"/>
                <a:ext cx="385920" cy="392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F4C66DB-89B1-6D10-053F-137B0DFD335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290555" y="6197748"/>
                  <a:ext cx="39816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D68ADE1-F911-F5FE-1827-9A75527ED42D}"/>
                    </a:ext>
                  </a:extLst>
                </p14:cNvPr>
                <p14:cNvContentPartPr/>
                <p14:nvPr/>
              </p14:nvContentPartPr>
              <p14:xfrm>
                <a:off x="10727395" y="5590068"/>
                <a:ext cx="145800" cy="201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D68ADE1-F911-F5FE-1827-9A75527ED42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721275" y="5583948"/>
                  <a:ext cx="1580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4C4D379-EB9E-B5D1-6711-55AD3A2FBD03}"/>
                    </a:ext>
                  </a:extLst>
                </p14:cNvPr>
                <p14:cNvContentPartPr/>
                <p14:nvPr/>
              </p14:nvContentPartPr>
              <p14:xfrm>
                <a:off x="10591315" y="5313948"/>
                <a:ext cx="424800" cy="400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4C4D379-EB9E-B5D1-6711-55AD3A2FBD0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585195" y="5307828"/>
                  <a:ext cx="43704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BE2EC0B-5D8C-945C-6004-B98394D43A12}"/>
                    </a:ext>
                  </a:extLst>
                </p14:cNvPr>
                <p14:cNvContentPartPr/>
                <p14:nvPr/>
              </p14:nvContentPartPr>
              <p14:xfrm>
                <a:off x="10686355" y="6102708"/>
                <a:ext cx="128160" cy="26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BE2EC0B-5D8C-945C-6004-B98394D43A1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680235" y="6096588"/>
                  <a:ext cx="1404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D75DCFE-DD45-A49E-43C1-432C3EFF46F8}"/>
                    </a:ext>
                  </a:extLst>
                </p14:cNvPr>
                <p14:cNvContentPartPr/>
                <p14:nvPr/>
              </p14:nvContentPartPr>
              <p14:xfrm>
                <a:off x="11218075" y="5925948"/>
                <a:ext cx="75240" cy="806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D75DCFE-DD45-A49E-43C1-432C3EFF46F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211955" y="5919828"/>
                  <a:ext cx="874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F707491-4465-632C-C6D6-1E6A88FF3EB9}"/>
                    </a:ext>
                  </a:extLst>
                </p14:cNvPr>
                <p14:cNvContentPartPr/>
                <p14:nvPr/>
              </p14:nvContentPartPr>
              <p14:xfrm>
                <a:off x="11115835" y="6048348"/>
                <a:ext cx="239040" cy="84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F707491-4465-632C-C6D6-1E6A88FF3EB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109715" y="6042228"/>
                  <a:ext cx="2512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E9CEA25-51FA-2C01-3A31-75D2CBCC0B1C}"/>
                    </a:ext>
                  </a:extLst>
                </p14:cNvPr>
                <p14:cNvContentPartPr/>
                <p14:nvPr/>
              </p14:nvContentPartPr>
              <p14:xfrm>
                <a:off x="2066875" y="6328428"/>
                <a:ext cx="1517760" cy="162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E9CEA25-51FA-2C01-3A31-75D2CBCC0B1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060755" y="6322308"/>
                  <a:ext cx="15300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7DD179F-A032-2CDA-6063-2082E654F9FF}"/>
                    </a:ext>
                  </a:extLst>
                </p14:cNvPr>
                <p14:cNvContentPartPr/>
                <p14:nvPr/>
              </p14:nvContentPartPr>
              <p14:xfrm>
                <a:off x="2281795" y="6314028"/>
                <a:ext cx="1104480" cy="127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7DD179F-A032-2CDA-6063-2082E654F9F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275675" y="6307908"/>
                  <a:ext cx="11167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2A6FD5D-27F0-73D3-8469-60CCCB6881FB}"/>
                    </a:ext>
                  </a:extLst>
                </p14:cNvPr>
                <p14:cNvContentPartPr/>
                <p14:nvPr/>
              </p14:nvContentPartPr>
              <p14:xfrm>
                <a:off x="805075" y="6217908"/>
                <a:ext cx="511560" cy="1281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2A6FD5D-27F0-73D3-8469-60CCCB6881F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98955" y="6211788"/>
                  <a:ext cx="523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89DE4F4-0055-B1F1-2B03-28D36BBFE624}"/>
                    </a:ext>
                  </a:extLst>
                </p14:cNvPr>
                <p14:cNvContentPartPr/>
                <p14:nvPr/>
              </p14:nvContentPartPr>
              <p14:xfrm>
                <a:off x="1630915" y="6470628"/>
                <a:ext cx="375480" cy="698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89DE4F4-0055-B1F1-2B03-28D36BBFE62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624795" y="6464508"/>
                  <a:ext cx="3877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93CCBA9-8534-5925-4756-8012A2A0FA86}"/>
                    </a:ext>
                  </a:extLst>
                </p14:cNvPr>
                <p14:cNvContentPartPr/>
                <p14:nvPr/>
              </p14:nvContentPartPr>
              <p14:xfrm>
                <a:off x="2620915" y="6532548"/>
                <a:ext cx="246240" cy="32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93CCBA9-8534-5925-4756-8012A2A0FA8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614795" y="6526428"/>
                  <a:ext cx="258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E16758F-2799-9350-C534-938CD94ACE73}"/>
                    </a:ext>
                  </a:extLst>
                </p14:cNvPr>
                <p14:cNvContentPartPr/>
                <p14:nvPr/>
              </p14:nvContentPartPr>
              <p14:xfrm>
                <a:off x="3260995" y="4528068"/>
                <a:ext cx="985680" cy="245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E16758F-2799-9350-C534-938CD94ACE7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254875" y="4521948"/>
                  <a:ext cx="9979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CA675D0-3000-8EFB-BCE4-3A3C0B14A51F}"/>
                    </a:ext>
                  </a:extLst>
                </p14:cNvPr>
                <p14:cNvContentPartPr/>
                <p14:nvPr/>
              </p14:nvContentPartPr>
              <p14:xfrm>
                <a:off x="3830155" y="4684308"/>
                <a:ext cx="437040" cy="21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CA675D0-3000-8EFB-BCE4-3A3C0B14A51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824035" y="4678188"/>
                  <a:ext cx="449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6CF7BE6-1E06-DE61-5A4E-B6BE899B72DC}"/>
                    </a:ext>
                  </a:extLst>
                </p14:cNvPr>
                <p14:cNvContentPartPr/>
                <p14:nvPr/>
              </p14:nvContentPartPr>
              <p14:xfrm>
                <a:off x="4475275" y="4562988"/>
                <a:ext cx="14760" cy="11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6CF7BE6-1E06-DE61-5A4E-B6BE899B72D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469155" y="4556868"/>
                  <a:ext cx="27000" cy="2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33833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FCCF85-C460-EEE6-EF8A-4F696A657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4" y="1331636"/>
            <a:ext cx="4344006" cy="120031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8773E95-2FFD-CEFC-8C32-6E82A8E0D960}"/>
              </a:ext>
            </a:extLst>
          </p:cNvPr>
          <p:cNvGrpSpPr/>
          <p:nvPr/>
        </p:nvGrpSpPr>
        <p:grpSpPr>
          <a:xfrm>
            <a:off x="897955" y="98268"/>
            <a:ext cx="3355920" cy="716400"/>
            <a:chOff x="897955" y="98268"/>
            <a:chExt cx="3355920" cy="71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9710075-54C1-BAFA-B118-3AE843CD5E32}"/>
                    </a:ext>
                  </a:extLst>
                </p14:cNvPr>
                <p14:cNvContentPartPr/>
                <p14:nvPr/>
              </p14:nvContentPartPr>
              <p14:xfrm>
                <a:off x="897955" y="196908"/>
                <a:ext cx="405360" cy="617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9710075-54C1-BAFA-B118-3AE843CD5E3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91835" y="190788"/>
                  <a:ext cx="41760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94B49F8-DFC0-C14A-6178-836C854E362A}"/>
                    </a:ext>
                  </a:extLst>
                </p14:cNvPr>
                <p14:cNvContentPartPr/>
                <p14:nvPr/>
              </p14:nvContentPartPr>
              <p14:xfrm>
                <a:off x="943675" y="179628"/>
                <a:ext cx="208800" cy="29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94B49F8-DFC0-C14A-6178-836C854E362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7555" y="173508"/>
                  <a:ext cx="221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8B72D68-6FF6-CF95-02B8-503481882D8E}"/>
                    </a:ext>
                  </a:extLst>
                </p14:cNvPr>
                <p14:cNvContentPartPr/>
                <p14:nvPr/>
              </p14:nvContentPartPr>
              <p14:xfrm>
                <a:off x="945835" y="457548"/>
                <a:ext cx="269280" cy="136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8B72D68-6FF6-CF95-02B8-503481882D8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39715" y="451428"/>
                  <a:ext cx="2815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4DD3CFF-06FD-8999-BBDD-8BAA64FD22F8}"/>
                    </a:ext>
                  </a:extLst>
                </p14:cNvPr>
                <p14:cNvContentPartPr/>
                <p14:nvPr/>
              </p14:nvContentPartPr>
              <p14:xfrm>
                <a:off x="1522195" y="328308"/>
                <a:ext cx="229320" cy="258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4DD3CFF-06FD-8999-BBDD-8BAA64FD22F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16075" y="322188"/>
                  <a:ext cx="2415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CD3B0B3-32CF-20FE-BF21-7101EF5D7398}"/>
                    </a:ext>
                  </a:extLst>
                </p14:cNvPr>
                <p14:cNvContentPartPr/>
                <p14:nvPr/>
              </p14:nvContentPartPr>
              <p14:xfrm>
                <a:off x="1538035" y="512988"/>
                <a:ext cx="206640" cy="70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CD3B0B3-32CF-20FE-BF21-7101EF5D739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31915" y="506868"/>
                  <a:ext cx="2188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173B24A-E33A-9AF3-14A6-7D5B24153FB6}"/>
                    </a:ext>
                  </a:extLst>
                </p14:cNvPr>
                <p14:cNvContentPartPr/>
                <p14:nvPr/>
              </p14:nvContentPartPr>
              <p14:xfrm>
                <a:off x="2002435" y="98268"/>
                <a:ext cx="86040" cy="395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173B24A-E33A-9AF3-14A6-7D5B24153FB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996315" y="92148"/>
                  <a:ext cx="982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B5EB942-EEF3-AD7A-1304-8333F968F089}"/>
                    </a:ext>
                  </a:extLst>
                </p14:cNvPr>
                <p14:cNvContentPartPr/>
                <p14:nvPr/>
              </p14:nvContentPartPr>
              <p14:xfrm>
                <a:off x="1962475" y="303468"/>
                <a:ext cx="862560" cy="209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B5EB942-EEF3-AD7A-1304-8333F968F08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56355" y="297348"/>
                  <a:ext cx="8748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6576CA1-536C-356D-6C32-9BE1962BACD0}"/>
                    </a:ext>
                  </a:extLst>
                </p14:cNvPr>
                <p14:cNvContentPartPr/>
                <p14:nvPr/>
              </p14:nvContentPartPr>
              <p14:xfrm>
                <a:off x="3062275" y="300228"/>
                <a:ext cx="283680" cy="349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6576CA1-536C-356D-6C32-9BE1962BACD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56155" y="294108"/>
                  <a:ext cx="2959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8334019-0585-B343-6BA9-697480D8051B}"/>
                    </a:ext>
                  </a:extLst>
                </p14:cNvPr>
                <p14:cNvContentPartPr/>
                <p14:nvPr/>
              </p14:nvContentPartPr>
              <p14:xfrm>
                <a:off x="3384115" y="215628"/>
                <a:ext cx="40320" cy="40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8334019-0585-B343-6BA9-697480D8051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77995" y="209508"/>
                  <a:ext cx="525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CB57F7B-D263-B414-AB4C-45733B1A589F}"/>
                    </a:ext>
                  </a:extLst>
                </p14:cNvPr>
                <p14:cNvContentPartPr/>
                <p14:nvPr/>
              </p14:nvContentPartPr>
              <p14:xfrm>
                <a:off x="3528835" y="382668"/>
                <a:ext cx="156240" cy="317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CB57F7B-D263-B414-AB4C-45733B1A589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22715" y="376548"/>
                  <a:ext cx="1684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0D9F38C-3DC3-BCA5-5FDC-CDBEE963DA2E}"/>
                    </a:ext>
                  </a:extLst>
                </p14:cNvPr>
                <p14:cNvContentPartPr/>
                <p14:nvPr/>
              </p14:nvContentPartPr>
              <p14:xfrm>
                <a:off x="3794155" y="290148"/>
                <a:ext cx="459720" cy="400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0D9F38C-3DC3-BCA5-5FDC-CDBEE963DA2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788035" y="284028"/>
                  <a:ext cx="471960" cy="41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F114D29-E9F3-65BD-22AC-B3E39EB6CF1D}"/>
              </a:ext>
            </a:extLst>
          </p:cNvPr>
          <p:cNvGrpSpPr/>
          <p:nvPr/>
        </p:nvGrpSpPr>
        <p:grpSpPr>
          <a:xfrm>
            <a:off x="4724395" y="107988"/>
            <a:ext cx="1535760" cy="721080"/>
            <a:chOff x="4724395" y="107988"/>
            <a:chExt cx="1535760" cy="72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E8BABDE-4E66-A18F-9CEF-11D185727421}"/>
                    </a:ext>
                  </a:extLst>
                </p14:cNvPr>
                <p14:cNvContentPartPr/>
                <p14:nvPr/>
              </p14:nvContentPartPr>
              <p14:xfrm>
                <a:off x="4724395" y="457548"/>
                <a:ext cx="412200" cy="213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E8BABDE-4E66-A18F-9CEF-11D18572742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718275" y="451428"/>
                  <a:ext cx="424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B47E614-896C-030F-96BA-E2353F3BECD0}"/>
                    </a:ext>
                  </a:extLst>
                </p14:cNvPr>
                <p14:cNvContentPartPr/>
                <p14:nvPr/>
              </p14:nvContentPartPr>
              <p14:xfrm>
                <a:off x="4914115" y="227508"/>
                <a:ext cx="162720" cy="468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B47E614-896C-030F-96BA-E2353F3BECD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907995" y="221388"/>
                  <a:ext cx="17496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4E7B548-BC2C-D503-90A0-5802A4B1AB0A}"/>
                    </a:ext>
                  </a:extLst>
                </p14:cNvPr>
                <p14:cNvContentPartPr/>
                <p14:nvPr/>
              </p14:nvContentPartPr>
              <p14:xfrm>
                <a:off x="5369155" y="241548"/>
                <a:ext cx="563040" cy="553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4E7B548-BC2C-D503-90A0-5802A4B1AB0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63035" y="235428"/>
                  <a:ext cx="57528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10A2F53-DFBA-D7A4-D834-3CB8BC8E5E4D}"/>
                    </a:ext>
                  </a:extLst>
                </p14:cNvPr>
                <p14:cNvContentPartPr/>
                <p14:nvPr/>
              </p14:nvContentPartPr>
              <p14:xfrm>
                <a:off x="5963515" y="107988"/>
                <a:ext cx="296640" cy="721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10A2F53-DFBA-D7A4-D834-3CB8BC8E5E4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957395" y="101868"/>
                  <a:ext cx="308880" cy="73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36E6450-0F1C-4818-82C9-A5AC68FEAB16}"/>
              </a:ext>
            </a:extLst>
          </p:cNvPr>
          <p:cNvGrpSpPr/>
          <p:nvPr/>
        </p:nvGrpSpPr>
        <p:grpSpPr>
          <a:xfrm>
            <a:off x="6840835" y="171348"/>
            <a:ext cx="2183400" cy="605160"/>
            <a:chOff x="6840835" y="171348"/>
            <a:chExt cx="2183400" cy="60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0A72CFE-FD90-F408-D66A-91ADC7A18AAE}"/>
                    </a:ext>
                  </a:extLst>
                </p14:cNvPr>
                <p14:cNvContentPartPr/>
                <p14:nvPr/>
              </p14:nvContentPartPr>
              <p14:xfrm>
                <a:off x="6840835" y="190428"/>
                <a:ext cx="700200" cy="586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0A72CFE-FD90-F408-D66A-91ADC7A18AA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834715" y="184308"/>
                  <a:ext cx="712440" cy="59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8B3B01C-BFE0-A4FD-224A-AC5F89D9DF45}"/>
                    </a:ext>
                  </a:extLst>
                </p14:cNvPr>
                <p14:cNvContentPartPr/>
                <p14:nvPr/>
              </p14:nvContentPartPr>
              <p14:xfrm>
                <a:off x="7823275" y="171348"/>
                <a:ext cx="798480" cy="577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8B3B01C-BFE0-A4FD-224A-AC5F89D9DF4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817155" y="165228"/>
                  <a:ext cx="8107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04CA660-4240-0C91-7ED4-2129E662AD13}"/>
                    </a:ext>
                  </a:extLst>
                </p14:cNvPr>
                <p14:cNvContentPartPr/>
                <p14:nvPr/>
              </p14:nvContentPartPr>
              <p14:xfrm>
                <a:off x="8935675" y="465108"/>
                <a:ext cx="88560" cy="14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04CA660-4240-0C91-7ED4-2129E662AD1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929555" y="458988"/>
                  <a:ext cx="100800" cy="266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A46681AA-F238-91D3-56E4-47CE3733E5B2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914115" y="1331636"/>
            <a:ext cx="4353533" cy="124794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1A4A1C7-AA0E-6DB9-DB4C-7C8E9AF162BA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94652" y="2635206"/>
            <a:ext cx="4429743" cy="393264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6666510-FE7C-6D6C-653E-F25215EE163B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914115" y="2635206"/>
            <a:ext cx="4267796" cy="393264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AA5576D-12AC-C286-7AE2-8AE6867E781F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979955" y="2100700"/>
            <a:ext cx="2917393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04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7F2733-00BF-62C1-21AF-AAC9CF557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39" y="282552"/>
            <a:ext cx="6024516" cy="139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1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30</Words>
  <Application>Microsoft Office PowerPoint</Application>
  <PresentationFormat>Widescreen</PresentationFormat>
  <Paragraphs>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2026-01-19T17:00:50Z</dcterms:created>
  <dcterms:modified xsi:type="dcterms:W3CDTF">2026-01-19T18:07:02Z</dcterms:modified>
</cp:coreProperties>
</file>